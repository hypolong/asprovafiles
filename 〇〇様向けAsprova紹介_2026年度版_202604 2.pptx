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65"/>
  </p:notesMasterIdLst>
  <p:handoutMasterIdLst>
    <p:handoutMasterId r:id="rId66"/>
  </p:handoutMasterIdLst>
  <p:sldIdLst>
    <p:sldId id="256" r:id="rId5"/>
    <p:sldId id="263" r:id="rId6"/>
    <p:sldId id="2147480577" r:id="rId7"/>
    <p:sldId id="2147483335" r:id="rId8"/>
    <p:sldId id="2147480539" r:id="rId9"/>
    <p:sldId id="2147483360" r:id="rId10"/>
    <p:sldId id="2147482487" r:id="rId11"/>
    <p:sldId id="1703" r:id="rId12"/>
    <p:sldId id="2142532375" r:id="rId13"/>
    <p:sldId id="2147481834" r:id="rId14"/>
    <p:sldId id="2147482489" r:id="rId15"/>
    <p:sldId id="2146847518" r:id="rId16"/>
    <p:sldId id="2147480575" r:id="rId17"/>
    <p:sldId id="2147483354" r:id="rId18"/>
    <p:sldId id="2147482560" r:id="rId19"/>
    <p:sldId id="2147483359" r:id="rId20"/>
    <p:sldId id="2147480514" r:id="rId21"/>
    <p:sldId id="2147482561" r:id="rId22"/>
    <p:sldId id="271" r:id="rId23"/>
    <p:sldId id="2147480390" r:id="rId24"/>
    <p:sldId id="2147480370" r:id="rId25"/>
    <p:sldId id="2147483365" r:id="rId26"/>
    <p:sldId id="2147483363" r:id="rId27"/>
    <p:sldId id="2147483361" r:id="rId28"/>
    <p:sldId id="2147483364" r:id="rId29"/>
    <p:sldId id="2147483334" r:id="rId30"/>
    <p:sldId id="2147483369" r:id="rId31"/>
    <p:sldId id="2147483370" r:id="rId32"/>
    <p:sldId id="2147483371" r:id="rId33"/>
    <p:sldId id="2147483366" r:id="rId34"/>
    <p:sldId id="2147483367" r:id="rId35"/>
    <p:sldId id="2147483368" r:id="rId36"/>
    <p:sldId id="2147480544" r:id="rId37"/>
    <p:sldId id="2147480628" r:id="rId38"/>
    <p:sldId id="2147480629" r:id="rId39"/>
    <p:sldId id="2147480642" r:id="rId40"/>
    <p:sldId id="2147480643" r:id="rId41"/>
    <p:sldId id="2147480644" r:id="rId42"/>
    <p:sldId id="2147480645" r:id="rId43"/>
    <p:sldId id="2147480667" r:id="rId44"/>
    <p:sldId id="2147483343" r:id="rId45"/>
    <p:sldId id="2147483342" r:id="rId46"/>
    <p:sldId id="2147480630" r:id="rId47"/>
    <p:sldId id="2147480631" r:id="rId48"/>
    <p:sldId id="2147480635" r:id="rId49"/>
    <p:sldId id="2147480632" r:id="rId50"/>
    <p:sldId id="2147480633" r:id="rId51"/>
    <p:sldId id="2147480634" r:id="rId52"/>
    <p:sldId id="2147480636" r:id="rId53"/>
    <p:sldId id="2147480637" r:id="rId54"/>
    <p:sldId id="2147480638" r:id="rId55"/>
    <p:sldId id="2147480639" r:id="rId56"/>
    <p:sldId id="2147480640" r:id="rId57"/>
    <p:sldId id="2147483355" r:id="rId58"/>
    <p:sldId id="2147483350" r:id="rId59"/>
    <p:sldId id="2147483351" r:id="rId60"/>
    <p:sldId id="2147483353" r:id="rId61"/>
    <p:sldId id="2147483356" r:id="rId62"/>
    <p:sldId id="775" r:id="rId63"/>
    <p:sldId id="364" r:id="rId64"/>
  </p:sldIdLst>
  <p:sldSz cx="12192000" cy="6858000"/>
  <p:notesSz cx="12192000" cy="6858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2" orient="horz" pos="2160" userDrawn="1">
          <p15:clr>
            <a:srgbClr val="A4A3A4"/>
          </p15:clr>
        </p15:guide>
        <p15:guide id="3" pos="3840" userDrawn="1">
          <p15:clr>
            <a:srgbClr val="A4A3A4"/>
          </p15:clr>
        </p15:guide>
        <p15:guide id="4" pos="211" userDrawn="1">
          <p15:clr>
            <a:srgbClr val="A4A3A4"/>
          </p15:clr>
        </p15:guide>
        <p15:guide id="5" pos="7469" userDrawn="1">
          <p15:clr>
            <a:srgbClr val="A4A3A4"/>
          </p15:clr>
        </p15:guide>
        <p15:guide id="6" orient="horz" pos="346" userDrawn="1">
          <p15:clr>
            <a:srgbClr val="A4A3A4"/>
          </p15:clr>
        </p15:guide>
        <p15:guide id="7" orient="horz" pos="4110" userDrawn="1">
          <p15:clr>
            <a:srgbClr val="A4A3A4"/>
          </p15:clr>
        </p15:guide>
        <p15:guide id="8" orient="horz" pos="3974" userDrawn="1">
          <p15:clr>
            <a:srgbClr val="A4A3A4"/>
          </p15:clr>
        </p15:guide>
        <p15:guide id="9" pos="393" userDrawn="1">
          <p15:clr>
            <a:srgbClr val="A4A3A4"/>
          </p15:clr>
        </p15:guide>
        <p15:guide id="10" pos="7287" userDrawn="1">
          <p15:clr>
            <a:srgbClr val="A4A3A4"/>
          </p15:clr>
        </p15:guide>
        <p15:guide id="11" orient="horz" pos="550" userDrawn="1">
          <p15:clr>
            <a:srgbClr val="A4A3A4"/>
          </p15:clr>
        </p15:guide>
        <p15:guide id="12" pos="302" userDrawn="1">
          <p15:clr>
            <a:srgbClr val="A4A3A4"/>
          </p15:clr>
        </p15:guide>
        <p15:guide id="13" pos="347" userDrawn="1">
          <p15:clr>
            <a:srgbClr val="A4A3A4"/>
          </p15:clr>
        </p15:guide>
        <p15:guide id="15" pos="7333" userDrawn="1">
          <p15:clr>
            <a:srgbClr val="A4A3A4"/>
          </p15:clr>
        </p15:guide>
        <p15:guide id="16" orient="horz" pos="913" userDrawn="1">
          <p15:clr>
            <a:srgbClr val="A4A3A4"/>
          </p15:clr>
        </p15:guide>
        <p15:guide id="18" pos="737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a:srgbClr val="01285B"/>
    <a:srgbClr val="E54809"/>
    <a:srgbClr val="F17417"/>
    <a:srgbClr val="0148A7"/>
    <a:srgbClr val="FFE0C1"/>
    <a:srgbClr val="E0E51F"/>
    <a:srgbClr val="FAEF8F"/>
    <a:srgbClr val="ADADAD"/>
    <a:srgbClr val="AD7A3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D7B26C5-4107-4FEC-AEDC-1716B250A1EF}" styleName="スタイル (淡色)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27102A9-8310-4765-A935-A1911B00CA55}" styleName="淡色スタイル 1 - アクセント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5" d="100"/>
          <a:sy n="65" d="100"/>
        </p:scale>
        <p:origin x="700" y="40"/>
      </p:cViewPr>
      <p:guideLst>
        <p:guide orient="horz" pos="2160"/>
        <p:guide pos="3840"/>
        <p:guide pos="211"/>
        <p:guide pos="7469"/>
        <p:guide orient="horz" pos="346"/>
        <p:guide orient="horz" pos="4110"/>
        <p:guide orient="horz" pos="3974"/>
        <p:guide pos="393"/>
        <p:guide pos="7287"/>
        <p:guide orient="horz" pos="550"/>
        <p:guide pos="302"/>
        <p:guide pos="347"/>
        <p:guide pos="7333"/>
        <p:guide orient="horz" pos="913"/>
        <p:guide pos="7378"/>
      </p:guideLst>
    </p:cSldViewPr>
  </p:slideViewPr>
  <p:notesTextViewPr>
    <p:cViewPr>
      <p:scale>
        <a:sx n="1" d="1"/>
        <a:sy n="1" d="1"/>
      </p:scale>
      <p:origin x="0" y="0"/>
    </p:cViewPr>
  </p:notesTextViewPr>
  <p:sorterViewPr>
    <p:cViewPr varScale="1">
      <p:scale>
        <a:sx n="100" d="100"/>
        <a:sy n="100" d="100"/>
      </p:scale>
      <p:origin x="0" y="0"/>
    </p:cViewPr>
  </p:sorter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handoutMaster" Target="handoutMasters/handoutMaster1.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s>
</file>

<file path=ppt/diagrams/colors1.xml><?xml version="1.0" encoding="utf-8"?>
<dgm:colorsDef xmlns:dgm="http://schemas.openxmlformats.org/drawingml/2006/diagram" xmlns:a="http://schemas.openxmlformats.org/drawingml/2006/main" uniqueId="urn:microsoft.com/office/officeart/2005/8/colors/accent5_1">
  <dgm:title val=""/>
  <dgm:desc val=""/>
  <dgm:catLst>
    <dgm:cat type="accent5" pri="11100"/>
  </dgm:catLst>
  <dgm:styleLbl name="node0">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5">
        <a:shade val="80000"/>
      </a:schemeClr>
    </dgm:linClrLst>
    <dgm:effectClrLst/>
    <dgm:txLinClrLst/>
    <dgm:txFillClrLst/>
    <dgm:txEffectClrLst/>
  </dgm:styleLbl>
  <dgm:styleLbl name="node2">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fg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align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bg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dgm:txEffectClrLst/>
  </dgm:styleLbl>
  <dgm:styleLbl name="parChTrans2D2">
    <dgm:fillClrLst meth="repeat">
      <a:schemeClr val="accent5"/>
    </dgm:fillClrLst>
    <dgm:linClrLst meth="repeat">
      <a:schemeClr val="accent5"/>
    </dgm:linClrLst>
    <dgm:effectClrLst/>
    <dgm:txLinClrLst/>
    <dgm:txFillClrLst/>
    <dgm:txEffectClrLst/>
  </dgm:styleLbl>
  <dgm:styleLbl name="parChTrans2D3">
    <dgm:fillClrLst meth="repeat">
      <a:schemeClr val="accent5"/>
    </dgm:fillClrLst>
    <dgm:linClrLst meth="repeat">
      <a:schemeClr val="accent5"/>
    </dgm:linClrLst>
    <dgm:effectClrLst/>
    <dgm:txLinClrLst/>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conF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align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trAlignAcc1">
    <dgm:fillClrLst meth="repeat">
      <a:schemeClr val="accent5">
        <a:alpha val="40000"/>
        <a:tint val="40000"/>
      </a:schemeClr>
    </dgm:fillClrLst>
    <dgm:linClrLst meth="repeat">
      <a:schemeClr val="accent5"/>
    </dgm:linClrLst>
    <dgm:effectClrLst/>
    <dgm:txLinClrLst/>
    <dgm:txFillClrLst meth="repeat">
      <a:schemeClr val="dk1"/>
    </dgm:txFillClrLst>
    <dgm:txEffectClrLst/>
  </dgm:styleLbl>
  <dgm:styleLbl name="b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fgAcc0">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2">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3">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4">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D762E93-FCDC-4742-889F-2E973AF7BF82}" type="doc">
      <dgm:prSet loTypeId="urn:microsoft.com/office/officeart/2005/8/layout/chevron1" loCatId="process" qsTypeId="urn:microsoft.com/office/officeart/2005/8/quickstyle/3d6" qsCatId="3D" csTypeId="urn:microsoft.com/office/officeart/2005/8/colors/accent5_1" csCatId="accent5" phldr="1"/>
      <dgm:spPr/>
    </dgm:pt>
    <dgm:pt modelId="{FC21394A-C292-42FC-8D8F-702DF5A88B19}">
      <dgm:prSet phldrT="[テキスト]" custT="1"/>
      <dgm:spPr>
        <a:xfrm>
          <a:off x="3900" y="0"/>
          <a:ext cx="2270394" cy="842932"/>
        </a:xfrm>
        <a:prstGeom prst="chevron">
          <a:avLst/>
        </a:prstGeom>
        <a:solidFill>
          <a:srgbClr val="FFFFFF">
            <a:hueOff val="0"/>
            <a:satOff val="0"/>
            <a:lumOff val="0"/>
            <a:alphaOff val="0"/>
          </a:srgbClr>
        </a:solidFill>
        <a:ln>
          <a:noFill/>
        </a:ln>
        <a:effectLst>
          <a:outerShdw blurRad="40000" dist="23000" dir="5400000" rotWithShape="0">
            <a:srgbClr val="000000">
              <a:alpha val="35000"/>
            </a:srgbClr>
          </a:outerShdw>
        </a:effectLst>
        <a:sp3d prstMaterial="plastic">
          <a:bevelT w="50800" h="50800"/>
          <a:bevelB w="50800" h="50800"/>
        </a:sp3d>
      </dgm:spPr>
      <dgm:t>
        <a:bodyPr/>
        <a:lstStyle/>
        <a:p>
          <a:pPr>
            <a:buNone/>
          </a:pPr>
          <a:r>
            <a:rPr lang="ja-JP" altLang="en-US" sz="1600" dirty="0">
              <a:solidFill>
                <a:srgbClr val="000000">
                  <a:hueOff val="0"/>
                  <a:satOff val="0"/>
                  <a:lumOff val="0"/>
                  <a:alphaOff val="0"/>
                </a:srgbClr>
              </a:solidFill>
              <a:latin typeface="游ゴシック"/>
              <a:ea typeface="游ゴシック"/>
              <a:cs typeface="+mn-cs"/>
            </a:rPr>
            <a:t>コンサル</a:t>
          </a:r>
          <a:endParaRPr lang="en-US" altLang="ja-JP" sz="1600" dirty="0">
            <a:solidFill>
              <a:srgbClr val="000000">
                <a:hueOff val="0"/>
                <a:satOff val="0"/>
                <a:lumOff val="0"/>
                <a:alphaOff val="0"/>
              </a:srgbClr>
            </a:solidFill>
            <a:latin typeface="游ゴシック"/>
            <a:ea typeface="游ゴシック"/>
            <a:cs typeface="+mn-cs"/>
          </a:endParaRPr>
        </a:p>
        <a:p>
          <a:pPr>
            <a:buNone/>
          </a:pPr>
          <a:r>
            <a:rPr lang="ja-JP" altLang="en-US" sz="1600" dirty="0">
              <a:solidFill>
                <a:srgbClr val="000000">
                  <a:hueOff val="0"/>
                  <a:satOff val="0"/>
                  <a:lumOff val="0"/>
                  <a:alphaOff val="0"/>
                </a:srgbClr>
              </a:solidFill>
              <a:latin typeface="游ゴシック"/>
              <a:ea typeface="游ゴシック"/>
              <a:cs typeface="+mn-cs"/>
            </a:rPr>
            <a:t>ティング</a:t>
          </a:r>
        </a:p>
      </dgm:t>
    </dgm:pt>
    <dgm:pt modelId="{738A7D77-23A5-44B9-A342-B94483D06159}" type="parTrans" cxnId="{FF69A4C8-0571-4A80-B43B-280209738CFE}">
      <dgm:prSet/>
      <dgm:spPr/>
      <dgm:t>
        <a:bodyPr/>
        <a:lstStyle/>
        <a:p>
          <a:endParaRPr lang="ja-JP" altLang="en-US"/>
        </a:p>
      </dgm:t>
    </dgm:pt>
    <dgm:pt modelId="{B9101988-299E-4059-88BF-69F8DD670AB5}" type="sibTrans" cxnId="{FF69A4C8-0571-4A80-B43B-280209738CFE}">
      <dgm:prSet/>
      <dgm:spPr/>
      <dgm:t>
        <a:bodyPr/>
        <a:lstStyle/>
        <a:p>
          <a:endParaRPr lang="ja-JP" altLang="en-US"/>
        </a:p>
      </dgm:t>
    </dgm:pt>
    <dgm:pt modelId="{409BC904-EB91-4362-AE1D-3F241F62D8AB}">
      <dgm:prSet phldrT="[テキスト]" custT="1"/>
      <dgm:spPr>
        <a:xfrm>
          <a:off x="2047255" y="0"/>
          <a:ext cx="2270394" cy="842932"/>
        </a:xfrm>
        <a:prstGeom prst="chevron">
          <a:avLst/>
        </a:prstGeom>
        <a:solidFill>
          <a:srgbClr val="FFFFFF">
            <a:hueOff val="0"/>
            <a:satOff val="0"/>
            <a:lumOff val="0"/>
            <a:alphaOff val="0"/>
          </a:srgbClr>
        </a:solidFill>
        <a:ln>
          <a:noFill/>
        </a:ln>
        <a:effectLst>
          <a:outerShdw blurRad="40000" dist="23000" dir="5400000" rotWithShape="0">
            <a:srgbClr val="000000">
              <a:alpha val="35000"/>
            </a:srgbClr>
          </a:outerShdw>
        </a:effectLst>
        <a:sp3d prstMaterial="plastic">
          <a:bevelT w="50800" h="50800"/>
          <a:bevelB w="50800" h="50800"/>
        </a:sp3d>
      </dgm:spPr>
      <dgm:t>
        <a:bodyPr/>
        <a:lstStyle/>
        <a:p>
          <a:pPr>
            <a:buNone/>
          </a:pPr>
          <a:r>
            <a:rPr lang="ja-JP" altLang="en-US" sz="1600" dirty="0">
              <a:solidFill>
                <a:srgbClr val="000000">
                  <a:hueOff val="0"/>
                  <a:satOff val="0"/>
                  <a:lumOff val="0"/>
                  <a:alphaOff val="0"/>
                </a:srgbClr>
              </a:solidFill>
              <a:latin typeface="游ゴシック"/>
              <a:ea typeface="游ゴシック"/>
              <a:cs typeface="+mn-cs"/>
            </a:rPr>
            <a:t>設計</a:t>
          </a:r>
        </a:p>
      </dgm:t>
    </dgm:pt>
    <dgm:pt modelId="{9EE646E8-1185-4DF1-B90B-D5BE237EA8ED}" type="parTrans" cxnId="{115B8A81-C1C5-4C77-8EB8-BE4CB130DC04}">
      <dgm:prSet/>
      <dgm:spPr/>
      <dgm:t>
        <a:bodyPr/>
        <a:lstStyle/>
        <a:p>
          <a:endParaRPr lang="ja-JP" altLang="en-US"/>
        </a:p>
      </dgm:t>
    </dgm:pt>
    <dgm:pt modelId="{5ED5EB10-386A-4C43-B882-CB7D10C8851F}" type="sibTrans" cxnId="{115B8A81-C1C5-4C77-8EB8-BE4CB130DC04}">
      <dgm:prSet/>
      <dgm:spPr/>
      <dgm:t>
        <a:bodyPr/>
        <a:lstStyle/>
        <a:p>
          <a:endParaRPr lang="ja-JP" altLang="en-US"/>
        </a:p>
      </dgm:t>
    </dgm:pt>
    <dgm:pt modelId="{329623D0-DDD6-48F9-A990-6F100F483F05}">
      <dgm:prSet phldrT="[テキスト]" custT="1"/>
      <dgm:spPr>
        <a:xfrm>
          <a:off x="4090610" y="0"/>
          <a:ext cx="2270394" cy="842932"/>
        </a:xfrm>
        <a:prstGeom prst="chevron">
          <a:avLst/>
        </a:prstGeom>
        <a:solidFill>
          <a:srgbClr val="FFFFFF">
            <a:hueOff val="0"/>
            <a:satOff val="0"/>
            <a:lumOff val="0"/>
            <a:alphaOff val="0"/>
          </a:srgbClr>
        </a:solidFill>
        <a:ln>
          <a:noFill/>
        </a:ln>
        <a:effectLst>
          <a:outerShdw blurRad="40000" dist="23000" dir="5400000" rotWithShape="0">
            <a:srgbClr val="000000">
              <a:alpha val="35000"/>
            </a:srgbClr>
          </a:outerShdw>
        </a:effectLst>
        <a:sp3d prstMaterial="plastic">
          <a:bevelT w="50800" h="50800"/>
          <a:bevelB w="50800" h="50800"/>
        </a:sp3d>
      </dgm:spPr>
      <dgm:t>
        <a:bodyPr/>
        <a:lstStyle/>
        <a:p>
          <a:pPr>
            <a:buNone/>
          </a:pPr>
          <a:r>
            <a:rPr lang="ja-JP" altLang="en-US" sz="1800" dirty="0">
              <a:solidFill>
                <a:srgbClr val="000000">
                  <a:hueOff val="0"/>
                  <a:satOff val="0"/>
                  <a:lumOff val="0"/>
                  <a:alphaOff val="0"/>
                </a:srgbClr>
              </a:solidFill>
              <a:latin typeface="游ゴシック"/>
              <a:ea typeface="游ゴシック"/>
              <a:cs typeface="+mn-cs"/>
            </a:rPr>
            <a:t>構築</a:t>
          </a:r>
          <a:r>
            <a:rPr lang="en-US" altLang="ja-JP" sz="1800" dirty="0">
              <a:solidFill>
                <a:srgbClr val="000000">
                  <a:hueOff val="0"/>
                  <a:satOff val="0"/>
                  <a:lumOff val="0"/>
                  <a:alphaOff val="0"/>
                </a:srgbClr>
              </a:solidFill>
              <a:latin typeface="游ゴシック"/>
              <a:ea typeface="游ゴシック"/>
              <a:cs typeface="+mn-cs"/>
            </a:rPr>
            <a:t>/</a:t>
          </a:r>
          <a:r>
            <a:rPr lang="ja-JP" altLang="en-US" sz="1800" dirty="0">
              <a:solidFill>
                <a:srgbClr val="000000">
                  <a:hueOff val="0"/>
                  <a:satOff val="0"/>
                  <a:lumOff val="0"/>
                  <a:alphaOff val="0"/>
                </a:srgbClr>
              </a:solidFill>
              <a:latin typeface="游ゴシック"/>
              <a:ea typeface="游ゴシック"/>
              <a:cs typeface="+mn-cs"/>
            </a:rPr>
            <a:t>開発</a:t>
          </a:r>
        </a:p>
      </dgm:t>
    </dgm:pt>
    <dgm:pt modelId="{13285636-71D3-40D4-AD18-C26AB2872B8B}" type="parTrans" cxnId="{EA9802EB-E73D-4566-A8D0-8C3DCA28CCBD}">
      <dgm:prSet/>
      <dgm:spPr/>
      <dgm:t>
        <a:bodyPr/>
        <a:lstStyle/>
        <a:p>
          <a:endParaRPr lang="ja-JP" altLang="en-US"/>
        </a:p>
      </dgm:t>
    </dgm:pt>
    <dgm:pt modelId="{D8FB4E44-9945-44E6-A6D2-29063B77CB5B}" type="sibTrans" cxnId="{EA9802EB-E73D-4566-A8D0-8C3DCA28CCBD}">
      <dgm:prSet/>
      <dgm:spPr/>
      <dgm:t>
        <a:bodyPr/>
        <a:lstStyle/>
        <a:p>
          <a:endParaRPr lang="ja-JP" altLang="en-US"/>
        </a:p>
      </dgm:t>
    </dgm:pt>
    <dgm:pt modelId="{F1DCC81F-A31C-41C8-8BA0-CB013A17AF74}">
      <dgm:prSet phldrT="[テキスト]" custT="1"/>
      <dgm:spPr>
        <a:xfrm>
          <a:off x="6133965" y="0"/>
          <a:ext cx="2270394" cy="842932"/>
        </a:xfrm>
        <a:prstGeom prst="chevron">
          <a:avLst/>
        </a:prstGeom>
        <a:solidFill>
          <a:srgbClr val="FFFFFF">
            <a:hueOff val="0"/>
            <a:satOff val="0"/>
            <a:lumOff val="0"/>
            <a:alphaOff val="0"/>
          </a:srgbClr>
        </a:solidFill>
        <a:ln>
          <a:noFill/>
        </a:ln>
        <a:effectLst>
          <a:outerShdw blurRad="40000" dist="23000" dir="5400000" rotWithShape="0">
            <a:srgbClr val="000000">
              <a:alpha val="35000"/>
            </a:srgbClr>
          </a:outerShdw>
        </a:effectLst>
        <a:sp3d prstMaterial="plastic">
          <a:bevelT w="50800" h="50800"/>
          <a:bevelB w="50800" h="50800"/>
        </a:sp3d>
      </dgm:spPr>
      <dgm:t>
        <a:bodyPr/>
        <a:lstStyle/>
        <a:p>
          <a:pPr>
            <a:buNone/>
          </a:pPr>
          <a:r>
            <a:rPr lang="ja-JP" altLang="en-US" sz="1600">
              <a:solidFill>
                <a:srgbClr val="000000">
                  <a:hueOff val="0"/>
                  <a:satOff val="0"/>
                  <a:lumOff val="0"/>
                  <a:alphaOff val="0"/>
                </a:srgbClr>
              </a:solidFill>
              <a:latin typeface="游ゴシック"/>
              <a:ea typeface="游ゴシック"/>
              <a:cs typeface="+mn-cs"/>
            </a:rPr>
            <a:t>運用</a:t>
          </a:r>
          <a:r>
            <a:rPr lang="en-US" altLang="ja-JP" sz="1600">
              <a:solidFill>
                <a:srgbClr val="000000">
                  <a:hueOff val="0"/>
                  <a:satOff val="0"/>
                  <a:lumOff val="0"/>
                  <a:alphaOff val="0"/>
                </a:srgbClr>
              </a:solidFill>
              <a:latin typeface="游ゴシック"/>
              <a:ea typeface="游ゴシック"/>
              <a:cs typeface="+mn-cs"/>
            </a:rPr>
            <a:t>/</a:t>
          </a:r>
          <a:r>
            <a:rPr lang="ja-JP" altLang="en-US" sz="1600">
              <a:solidFill>
                <a:srgbClr val="000000">
                  <a:hueOff val="0"/>
                  <a:satOff val="0"/>
                  <a:lumOff val="0"/>
                  <a:alphaOff val="0"/>
                </a:srgbClr>
              </a:solidFill>
              <a:latin typeface="游ゴシック"/>
              <a:ea typeface="游ゴシック"/>
              <a:cs typeface="+mn-cs"/>
            </a:rPr>
            <a:t>保守</a:t>
          </a:r>
        </a:p>
      </dgm:t>
    </dgm:pt>
    <dgm:pt modelId="{DFA50F8E-068C-4CF4-A753-D17FF0560174}" type="parTrans" cxnId="{67B02E74-9796-41AB-92E4-B308B7C4B2F9}">
      <dgm:prSet/>
      <dgm:spPr/>
      <dgm:t>
        <a:bodyPr/>
        <a:lstStyle/>
        <a:p>
          <a:endParaRPr lang="ja-JP" altLang="en-US"/>
        </a:p>
      </dgm:t>
    </dgm:pt>
    <dgm:pt modelId="{109BE043-E678-42BE-9D62-CBAF6BA8D580}" type="sibTrans" cxnId="{67B02E74-9796-41AB-92E4-B308B7C4B2F9}">
      <dgm:prSet/>
      <dgm:spPr/>
      <dgm:t>
        <a:bodyPr/>
        <a:lstStyle/>
        <a:p>
          <a:endParaRPr lang="ja-JP" altLang="en-US"/>
        </a:p>
      </dgm:t>
    </dgm:pt>
    <dgm:pt modelId="{00D8B4A5-0009-4E01-99E9-B539FD88952A}" type="pres">
      <dgm:prSet presAssocID="{7D762E93-FCDC-4742-889F-2E973AF7BF82}" presName="Name0" presStyleCnt="0">
        <dgm:presLayoutVars>
          <dgm:dir/>
          <dgm:animLvl val="lvl"/>
          <dgm:resizeHandles val="exact"/>
        </dgm:presLayoutVars>
      </dgm:prSet>
      <dgm:spPr/>
    </dgm:pt>
    <dgm:pt modelId="{0425A718-2293-43A9-8980-BEC121D40662}" type="pres">
      <dgm:prSet presAssocID="{FC21394A-C292-42FC-8D8F-702DF5A88B19}" presName="parTxOnly" presStyleLbl="node1" presStyleIdx="0" presStyleCnt="4">
        <dgm:presLayoutVars>
          <dgm:chMax val="0"/>
          <dgm:chPref val="0"/>
          <dgm:bulletEnabled val="1"/>
        </dgm:presLayoutVars>
      </dgm:prSet>
      <dgm:spPr/>
    </dgm:pt>
    <dgm:pt modelId="{17BA5DEB-D2C5-4205-94B5-496EDE011AB7}" type="pres">
      <dgm:prSet presAssocID="{B9101988-299E-4059-88BF-69F8DD670AB5}" presName="parTxOnlySpace" presStyleCnt="0"/>
      <dgm:spPr/>
    </dgm:pt>
    <dgm:pt modelId="{1686D134-7191-4257-B828-2C36004A04D8}" type="pres">
      <dgm:prSet presAssocID="{409BC904-EB91-4362-AE1D-3F241F62D8AB}" presName="parTxOnly" presStyleLbl="node1" presStyleIdx="1" presStyleCnt="4">
        <dgm:presLayoutVars>
          <dgm:chMax val="0"/>
          <dgm:chPref val="0"/>
          <dgm:bulletEnabled val="1"/>
        </dgm:presLayoutVars>
      </dgm:prSet>
      <dgm:spPr/>
    </dgm:pt>
    <dgm:pt modelId="{2388BF04-757C-4EB7-8CA1-61E86AE98F5B}" type="pres">
      <dgm:prSet presAssocID="{5ED5EB10-386A-4C43-B882-CB7D10C8851F}" presName="parTxOnlySpace" presStyleCnt="0"/>
      <dgm:spPr/>
    </dgm:pt>
    <dgm:pt modelId="{03BA7204-DA50-4EF5-9506-3EB465D00C61}" type="pres">
      <dgm:prSet presAssocID="{329623D0-DDD6-48F9-A990-6F100F483F05}" presName="parTxOnly" presStyleLbl="node1" presStyleIdx="2" presStyleCnt="4">
        <dgm:presLayoutVars>
          <dgm:chMax val="0"/>
          <dgm:chPref val="0"/>
          <dgm:bulletEnabled val="1"/>
        </dgm:presLayoutVars>
      </dgm:prSet>
      <dgm:spPr/>
    </dgm:pt>
    <dgm:pt modelId="{B08C1A66-06EC-402D-904B-B114673CB256}" type="pres">
      <dgm:prSet presAssocID="{D8FB4E44-9945-44E6-A6D2-29063B77CB5B}" presName="parTxOnlySpace" presStyleCnt="0"/>
      <dgm:spPr/>
    </dgm:pt>
    <dgm:pt modelId="{4A695C12-16F0-41A8-AA93-FC05ED3C86BF}" type="pres">
      <dgm:prSet presAssocID="{F1DCC81F-A31C-41C8-8BA0-CB013A17AF74}" presName="parTxOnly" presStyleLbl="node1" presStyleIdx="3" presStyleCnt="4">
        <dgm:presLayoutVars>
          <dgm:chMax val="0"/>
          <dgm:chPref val="0"/>
          <dgm:bulletEnabled val="1"/>
        </dgm:presLayoutVars>
      </dgm:prSet>
      <dgm:spPr/>
    </dgm:pt>
  </dgm:ptLst>
  <dgm:cxnLst>
    <dgm:cxn modelId="{26614B1F-60DC-4AB4-A5EF-3D3993647BA6}" type="presOf" srcId="{329623D0-DDD6-48F9-A990-6F100F483F05}" destId="{03BA7204-DA50-4EF5-9506-3EB465D00C61}" srcOrd="0" destOrd="0" presId="urn:microsoft.com/office/officeart/2005/8/layout/chevron1"/>
    <dgm:cxn modelId="{7C09CE2B-3C86-4AED-B520-6132768B02D2}" type="presOf" srcId="{F1DCC81F-A31C-41C8-8BA0-CB013A17AF74}" destId="{4A695C12-16F0-41A8-AA93-FC05ED3C86BF}" srcOrd="0" destOrd="0" presId="urn:microsoft.com/office/officeart/2005/8/layout/chevron1"/>
    <dgm:cxn modelId="{4B01305E-492D-4C2F-ABD5-9309D8B6B2EF}" type="presOf" srcId="{7D762E93-FCDC-4742-889F-2E973AF7BF82}" destId="{00D8B4A5-0009-4E01-99E9-B539FD88952A}" srcOrd="0" destOrd="0" presId="urn:microsoft.com/office/officeart/2005/8/layout/chevron1"/>
    <dgm:cxn modelId="{67B02E74-9796-41AB-92E4-B308B7C4B2F9}" srcId="{7D762E93-FCDC-4742-889F-2E973AF7BF82}" destId="{F1DCC81F-A31C-41C8-8BA0-CB013A17AF74}" srcOrd="3" destOrd="0" parTransId="{DFA50F8E-068C-4CF4-A753-D17FF0560174}" sibTransId="{109BE043-E678-42BE-9D62-CBAF6BA8D580}"/>
    <dgm:cxn modelId="{D5A8EC7D-EDF8-44C3-9095-C8E24123FC85}" type="presOf" srcId="{409BC904-EB91-4362-AE1D-3F241F62D8AB}" destId="{1686D134-7191-4257-B828-2C36004A04D8}" srcOrd="0" destOrd="0" presId="urn:microsoft.com/office/officeart/2005/8/layout/chevron1"/>
    <dgm:cxn modelId="{115B8A81-C1C5-4C77-8EB8-BE4CB130DC04}" srcId="{7D762E93-FCDC-4742-889F-2E973AF7BF82}" destId="{409BC904-EB91-4362-AE1D-3F241F62D8AB}" srcOrd="1" destOrd="0" parTransId="{9EE646E8-1185-4DF1-B90B-D5BE237EA8ED}" sibTransId="{5ED5EB10-386A-4C43-B882-CB7D10C8851F}"/>
    <dgm:cxn modelId="{FF69A4C8-0571-4A80-B43B-280209738CFE}" srcId="{7D762E93-FCDC-4742-889F-2E973AF7BF82}" destId="{FC21394A-C292-42FC-8D8F-702DF5A88B19}" srcOrd="0" destOrd="0" parTransId="{738A7D77-23A5-44B9-A342-B94483D06159}" sibTransId="{B9101988-299E-4059-88BF-69F8DD670AB5}"/>
    <dgm:cxn modelId="{EA9802EB-E73D-4566-A8D0-8C3DCA28CCBD}" srcId="{7D762E93-FCDC-4742-889F-2E973AF7BF82}" destId="{329623D0-DDD6-48F9-A990-6F100F483F05}" srcOrd="2" destOrd="0" parTransId="{13285636-71D3-40D4-AD18-C26AB2872B8B}" sibTransId="{D8FB4E44-9945-44E6-A6D2-29063B77CB5B}"/>
    <dgm:cxn modelId="{5009FAF7-F8CC-431E-A08B-3807DB868352}" type="presOf" srcId="{FC21394A-C292-42FC-8D8F-702DF5A88B19}" destId="{0425A718-2293-43A9-8980-BEC121D40662}" srcOrd="0" destOrd="0" presId="urn:microsoft.com/office/officeart/2005/8/layout/chevron1"/>
    <dgm:cxn modelId="{D1E22147-4BF6-4BFA-87E6-F67993D474A6}" type="presParOf" srcId="{00D8B4A5-0009-4E01-99E9-B539FD88952A}" destId="{0425A718-2293-43A9-8980-BEC121D40662}" srcOrd="0" destOrd="0" presId="urn:microsoft.com/office/officeart/2005/8/layout/chevron1"/>
    <dgm:cxn modelId="{306EB19E-E2C2-43C0-A306-CC52A7E4B9A0}" type="presParOf" srcId="{00D8B4A5-0009-4E01-99E9-B539FD88952A}" destId="{17BA5DEB-D2C5-4205-94B5-496EDE011AB7}" srcOrd="1" destOrd="0" presId="urn:microsoft.com/office/officeart/2005/8/layout/chevron1"/>
    <dgm:cxn modelId="{69213540-187D-4803-9E4F-B2C1C5A4EB5E}" type="presParOf" srcId="{00D8B4A5-0009-4E01-99E9-B539FD88952A}" destId="{1686D134-7191-4257-B828-2C36004A04D8}" srcOrd="2" destOrd="0" presId="urn:microsoft.com/office/officeart/2005/8/layout/chevron1"/>
    <dgm:cxn modelId="{C4168FF5-FBFB-43BF-9806-FFAE2B626E35}" type="presParOf" srcId="{00D8B4A5-0009-4E01-99E9-B539FD88952A}" destId="{2388BF04-757C-4EB7-8CA1-61E86AE98F5B}" srcOrd="3" destOrd="0" presId="urn:microsoft.com/office/officeart/2005/8/layout/chevron1"/>
    <dgm:cxn modelId="{9257280F-F64A-43A2-B66E-8EB4434136B7}" type="presParOf" srcId="{00D8B4A5-0009-4E01-99E9-B539FD88952A}" destId="{03BA7204-DA50-4EF5-9506-3EB465D00C61}" srcOrd="4" destOrd="0" presId="urn:microsoft.com/office/officeart/2005/8/layout/chevron1"/>
    <dgm:cxn modelId="{55EE1F85-BA96-4B8A-B365-6A9BFEBA85E9}" type="presParOf" srcId="{00D8B4A5-0009-4E01-99E9-B539FD88952A}" destId="{B08C1A66-06EC-402D-904B-B114673CB256}" srcOrd="5" destOrd="0" presId="urn:microsoft.com/office/officeart/2005/8/layout/chevron1"/>
    <dgm:cxn modelId="{2D384F69-1FF0-41A2-9055-4FDC8AE638A4}" type="presParOf" srcId="{00D8B4A5-0009-4E01-99E9-B539FD88952A}" destId="{4A695C12-16F0-41A8-AA93-FC05ED3C86BF}" srcOrd="6" destOrd="0" presId="urn:microsoft.com/office/officeart/2005/8/layout/chevron1"/>
  </dgm:cxnLst>
  <dgm:bg/>
  <dgm:whole/>
  <dgm:extLst>
    <a:ext uri="http://schemas.microsoft.com/office/drawing/2008/diagram">
      <dsp:dataModelExt xmlns:dsp="http://schemas.microsoft.com/office/drawing/2008/diagram" relId="rId14"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25A718-2293-43A9-8980-BEC121D40662}">
      <dsp:nvSpPr>
        <dsp:cNvPr id="0" name=""/>
        <dsp:cNvSpPr/>
      </dsp:nvSpPr>
      <dsp:spPr>
        <a:xfrm>
          <a:off x="3900" y="0"/>
          <a:ext cx="2270394" cy="842932"/>
        </a:xfrm>
        <a:prstGeom prst="chevron">
          <a:avLst/>
        </a:prstGeom>
        <a:solidFill>
          <a:srgbClr val="FFFFFF">
            <a:hueOff val="0"/>
            <a:satOff val="0"/>
            <a:lumOff val="0"/>
            <a:alphaOff val="0"/>
          </a:srgbClr>
        </a:solidFill>
        <a:ln>
          <a:noFill/>
        </a:ln>
        <a:effectLst>
          <a:outerShdw blurRad="40000" dist="23000" dir="5400000" rotWithShape="0">
            <a:srgbClr val="000000">
              <a:alpha val="35000"/>
            </a:srgbClr>
          </a:outerShdw>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ja-JP" altLang="en-US" sz="1600" kern="1200" dirty="0">
              <a:solidFill>
                <a:srgbClr val="000000">
                  <a:hueOff val="0"/>
                  <a:satOff val="0"/>
                  <a:lumOff val="0"/>
                  <a:alphaOff val="0"/>
                </a:srgbClr>
              </a:solidFill>
              <a:latin typeface="游ゴシック"/>
              <a:ea typeface="游ゴシック"/>
              <a:cs typeface="+mn-cs"/>
            </a:rPr>
            <a:t>コンサル</a:t>
          </a:r>
          <a:endParaRPr lang="en-US" altLang="ja-JP" sz="1600" kern="1200" dirty="0">
            <a:solidFill>
              <a:srgbClr val="000000">
                <a:hueOff val="0"/>
                <a:satOff val="0"/>
                <a:lumOff val="0"/>
                <a:alphaOff val="0"/>
              </a:srgbClr>
            </a:solidFill>
            <a:latin typeface="游ゴシック"/>
            <a:ea typeface="游ゴシック"/>
            <a:cs typeface="+mn-cs"/>
          </a:endParaRPr>
        </a:p>
        <a:p>
          <a:pPr marL="0" lvl="0" indent="0" algn="ctr" defTabSz="711200">
            <a:lnSpc>
              <a:spcPct val="90000"/>
            </a:lnSpc>
            <a:spcBef>
              <a:spcPct val="0"/>
            </a:spcBef>
            <a:spcAft>
              <a:spcPct val="35000"/>
            </a:spcAft>
            <a:buNone/>
          </a:pPr>
          <a:r>
            <a:rPr lang="ja-JP" altLang="en-US" sz="1600" kern="1200" dirty="0">
              <a:solidFill>
                <a:srgbClr val="000000">
                  <a:hueOff val="0"/>
                  <a:satOff val="0"/>
                  <a:lumOff val="0"/>
                  <a:alphaOff val="0"/>
                </a:srgbClr>
              </a:solidFill>
              <a:latin typeface="游ゴシック"/>
              <a:ea typeface="游ゴシック"/>
              <a:cs typeface="+mn-cs"/>
            </a:rPr>
            <a:t>ティング</a:t>
          </a:r>
        </a:p>
      </dsp:txBody>
      <dsp:txXfrm>
        <a:off x="425366" y="0"/>
        <a:ext cx="1427462" cy="842932"/>
      </dsp:txXfrm>
    </dsp:sp>
    <dsp:sp modelId="{1686D134-7191-4257-B828-2C36004A04D8}">
      <dsp:nvSpPr>
        <dsp:cNvPr id="0" name=""/>
        <dsp:cNvSpPr/>
      </dsp:nvSpPr>
      <dsp:spPr>
        <a:xfrm>
          <a:off x="2047255" y="0"/>
          <a:ext cx="2270394" cy="842932"/>
        </a:xfrm>
        <a:prstGeom prst="chevron">
          <a:avLst/>
        </a:prstGeom>
        <a:solidFill>
          <a:srgbClr val="FFFFFF">
            <a:hueOff val="0"/>
            <a:satOff val="0"/>
            <a:lumOff val="0"/>
            <a:alphaOff val="0"/>
          </a:srgbClr>
        </a:solidFill>
        <a:ln>
          <a:noFill/>
        </a:ln>
        <a:effectLst>
          <a:outerShdw blurRad="40000" dist="23000" dir="5400000" rotWithShape="0">
            <a:srgbClr val="000000">
              <a:alpha val="35000"/>
            </a:srgbClr>
          </a:outerShdw>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ja-JP" altLang="en-US" sz="1600" kern="1200" dirty="0">
              <a:solidFill>
                <a:srgbClr val="000000">
                  <a:hueOff val="0"/>
                  <a:satOff val="0"/>
                  <a:lumOff val="0"/>
                  <a:alphaOff val="0"/>
                </a:srgbClr>
              </a:solidFill>
              <a:latin typeface="游ゴシック"/>
              <a:ea typeface="游ゴシック"/>
              <a:cs typeface="+mn-cs"/>
            </a:rPr>
            <a:t>設計</a:t>
          </a:r>
        </a:p>
      </dsp:txBody>
      <dsp:txXfrm>
        <a:off x="2468721" y="0"/>
        <a:ext cx="1427462" cy="842932"/>
      </dsp:txXfrm>
    </dsp:sp>
    <dsp:sp modelId="{03BA7204-DA50-4EF5-9506-3EB465D00C61}">
      <dsp:nvSpPr>
        <dsp:cNvPr id="0" name=""/>
        <dsp:cNvSpPr/>
      </dsp:nvSpPr>
      <dsp:spPr>
        <a:xfrm>
          <a:off x="4090610" y="0"/>
          <a:ext cx="2270394" cy="842932"/>
        </a:xfrm>
        <a:prstGeom prst="chevron">
          <a:avLst/>
        </a:prstGeom>
        <a:solidFill>
          <a:srgbClr val="FFFFFF">
            <a:hueOff val="0"/>
            <a:satOff val="0"/>
            <a:lumOff val="0"/>
            <a:alphaOff val="0"/>
          </a:srgbClr>
        </a:solidFill>
        <a:ln>
          <a:noFill/>
        </a:ln>
        <a:effectLst>
          <a:outerShdw blurRad="40000" dist="23000" dir="5400000" rotWithShape="0">
            <a:srgbClr val="000000">
              <a:alpha val="35000"/>
            </a:srgbClr>
          </a:outerShdw>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ja-JP" altLang="en-US" sz="1800" kern="1200" dirty="0">
              <a:solidFill>
                <a:srgbClr val="000000">
                  <a:hueOff val="0"/>
                  <a:satOff val="0"/>
                  <a:lumOff val="0"/>
                  <a:alphaOff val="0"/>
                </a:srgbClr>
              </a:solidFill>
              <a:latin typeface="游ゴシック"/>
              <a:ea typeface="游ゴシック"/>
              <a:cs typeface="+mn-cs"/>
            </a:rPr>
            <a:t>構築</a:t>
          </a:r>
          <a:r>
            <a:rPr lang="en-US" altLang="ja-JP" sz="1800" kern="1200" dirty="0">
              <a:solidFill>
                <a:srgbClr val="000000">
                  <a:hueOff val="0"/>
                  <a:satOff val="0"/>
                  <a:lumOff val="0"/>
                  <a:alphaOff val="0"/>
                </a:srgbClr>
              </a:solidFill>
              <a:latin typeface="游ゴシック"/>
              <a:ea typeface="游ゴシック"/>
              <a:cs typeface="+mn-cs"/>
            </a:rPr>
            <a:t>/</a:t>
          </a:r>
          <a:r>
            <a:rPr lang="ja-JP" altLang="en-US" sz="1800" kern="1200" dirty="0">
              <a:solidFill>
                <a:srgbClr val="000000">
                  <a:hueOff val="0"/>
                  <a:satOff val="0"/>
                  <a:lumOff val="0"/>
                  <a:alphaOff val="0"/>
                </a:srgbClr>
              </a:solidFill>
              <a:latin typeface="游ゴシック"/>
              <a:ea typeface="游ゴシック"/>
              <a:cs typeface="+mn-cs"/>
            </a:rPr>
            <a:t>開発</a:t>
          </a:r>
        </a:p>
      </dsp:txBody>
      <dsp:txXfrm>
        <a:off x="4512076" y="0"/>
        <a:ext cx="1427462" cy="842932"/>
      </dsp:txXfrm>
    </dsp:sp>
    <dsp:sp modelId="{4A695C12-16F0-41A8-AA93-FC05ED3C86BF}">
      <dsp:nvSpPr>
        <dsp:cNvPr id="0" name=""/>
        <dsp:cNvSpPr/>
      </dsp:nvSpPr>
      <dsp:spPr>
        <a:xfrm>
          <a:off x="6133965" y="0"/>
          <a:ext cx="2270394" cy="842932"/>
        </a:xfrm>
        <a:prstGeom prst="chevron">
          <a:avLst/>
        </a:prstGeom>
        <a:solidFill>
          <a:srgbClr val="FFFFFF">
            <a:hueOff val="0"/>
            <a:satOff val="0"/>
            <a:lumOff val="0"/>
            <a:alphaOff val="0"/>
          </a:srgbClr>
        </a:solidFill>
        <a:ln>
          <a:noFill/>
        </a:ln>
        <a:effectLst>
          <a:outerShdw blurRad="40000" dist="23000" dir="5400000" rotWithShape="0">
            <a:srgbClr val="000000">
              <a:alpha val="35000"/>
            </a:srgbClr>
          </a:outerShdw>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ja-JP" altLang="en-US" sz="1600" kern="1200">
              <a:solidFill>
                <a:srgbClr val="000000">
                  <a:hueOff val="0"/>
                  <a:satOff val="0"/>
                  <a:lumOff val="0"/>
                  <a:alphaOff val="0"/>
                </a:srgbClr>
              </a:solidFill>
              <a:latin typeface="游ゴシック"/>
              <a:ea typeface="游ゴシック"/>
              <a:cs typeface="+mn-cs"/>
            </a:rPr>
            <a:t>運用</a:t>
          </a:r>
          <a:r>
            <a:rPr lang="en-US" altLang="ja-JP" sz="1600" kern="1200">
              <a:solidFill>
                <a:srgbClr val="000000">
                  <a:hueOff val="0"/>
                  <a:satOff val="0"/>
                  <a:lumOff val="0"/>
                  <a:alphaOff val="0"/>
                </a:srgbClr>
              </a:solidFill>
              <a:latin typeface="游ゴシック"/>
              <a:ea typeface="游ゴシック"/>
              <a:cs typeface="+mn-cs"/>
            </a:rPr>
            <a:t>/</a:t>
          </a:r>
          <a:r>
            <a:rPr lang="ja-JP" altLang="en-US" sz="1600" kern="1200">
              <a:solidFill>
                <a:srgbClr val="000000">
                  <a:hueOff val="0"/>
                  <a:satOff val="0"/>
                  <a:lumOff val="0"/>
                  <a:alphaOff val="0"/>
                </a:srgbClr>
              </a:solidFill>
              <a:latin typeface="游ゴシック"/>
              <a:ea typeface="游ゴシック"/>
              <a:cs typeface="+mn-cs"/>
            </a:rPr>
            <a:t>保守</a:t>
          </a:r>
        </a:p>
      </dsp:txBody>
      <dsp:txXfrm>
        <a:off x="6555431" y="0"/>
        <a:ext cx="1427462" cy="842932"/>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3d6">
  <dgm:title val=""/>
  <dgm:desc val=""/>
  <dgm:catLst>
    <dgm:cat type="3D" pri="11600"/>
  </dgm:catLst>
  <dgm:scene3d>
    <a:camera prst="perspectiveRelaxedModerately" zoom="92000"/>
    <a:lightRig rig="balanced" dir="t">
      <a:rot lat="0" lon="0" rev="12700000"/>
    </a:lightRig>
  </dgm:scene3d>
  <dgm:styleLbl name="node0">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ln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venn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tx1"/>
      </a:fontRef>
    </dgm:style>
  </dgm:styleLbl>
  <dgm:styleLbl name="alignNode1">
    <dgm:scene3d>
      <a:camera prst="orthographicFront"/>
      <a:lightRig rig="threePt" dir="t"/>
    </dgm:scene3d>
    <dgm:sp3d prstMaterial="plastic">
      <a:bevelT w="50800" h="50800"/>
      <a:bevelB w="50800" h="50800"/>
    </dgm:sp3d>
    <dgm:txPr/>
    <dgm:style>
      <a:lnRef idx="1">
        <a:scrgbClr r="0" g="0" b="0"/>
      </a:lnRef>
      <a:fillRef idx="1">
        <a:scrgbClr r="0" g="0" b="0"/>
      </a:fillRef>
      <a:effectRef idx="2">
        <a:scrgbClr r="0" g="0" b="0"/>
      </a:effectRef>
      <a:fontRef idx="minor">
        <a:schemeClr val="lt1"/>
      </a:fontRef>
    </dgm:style>
  </dgm:styleLbl>
  <dgm:styleLbl name="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3">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4">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fgImgPlace1">
    <dgm:scene3d>
      <a:camera prst="orthographicFront"/>
      <a:lightRig rig="threePt" dir="t"/>
    </dgm:scene3d>
    <dgm:sp3d z="50080" prstMaterial="plastic">
      <a:bevelT w="50800" h="50800"/>
      <a:bevelB w="50800" h="50800"/>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z="-54000" prstMaterial="plastic">
      <a:bevelT w="50800" h="50800"/>
      <a:bevelB w="50800" h="50800"/>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z="-2540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fgSibTrans2D1">
    <dgm:scene3d>
      <a:camera prst="orthographicFront"/>
      <a:lightRig rig="threePt" dir="t"/>
    </dgm:scene3d>
    <dgm:sp3d z="5008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bgSibTrans2D1">
    <dgm:scene3d>
      <a:camera prst="orthographicFront"/>
      <a:lightRig rig="threePt" dir="t"/>
    </dgm:scene3d>
    <dgm:sp3d z="-5408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sibTrans1D1">
    <dgm:scene3d>
      <a:camera prst="orthographicFront"/>
      <a:lightRig rig="threePt" dir="t"/>
    </dgm:scene3d>
    <dgm:sp3d z="-25400" prstMaterial="plastic"/>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75000" prstMaterial="plastic"/>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2">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3">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parChTrans2D1">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3">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4">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1D1">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2">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3">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4">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fgAcc1">
    <dgm:scene3d>
      <a:camera prst="orthographicFront"/>
      <a:lightRig rig="threePt" dir="t"/>
    </dgm:scene3d>
    <dgm:sp3d z="50080" prstMaterial="plastic">
      <a:bevelT w="25400" h="25400"/>
      <a:bevelB w="25400" h="25400"/>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prstMaterial="plastic">
      <a:bevelT w="25400" h="25400"/>
      <a:bevelB w="25400" h="25400"/>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prstMaterial="plastic">
      <a:bevelT w="50800" h="50800"/>
      <a:bevelB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prstMaterial="plastic">
      <a:bevelT w="25400" h="25400"/>
      <a:bevelB w="25400" h="25400"/>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threePt" dir="t"/>
    </dgm:scene3d>
    <dgm:sp3d z="50080" prstMaterial="plastic">
      <a:bevelT w="25400" h="25400"/>
      <a:bevelB w="25400" h="25400"/>
    </dgm:sp3d>
    <dgm:txPr/>
    <dgm:style>
      <a:lnRef idx="0">
        <a:scrgbClr r="0" g="0" b="0"/>
      </a:lnRef>
      <a:fillRef idx="1">
        <a:scrgbClr r="0" g="0" b="0"/>
      </a:fillRef>
      <a:effectRef idx="2">
        <a:scrgbClr r="0" g="0" b="0"/>
      </a:effectRef>
      <a:fontRef idx="minor"/>
    </dgm:style>
  </dgm:styleLbl>
  <dgm:styleLbl name="alignAccFollowNode1">
    <dgm:scene3d>
      <a:camera prst="orthographicFront"/>
      <a:lightRig rig="threePt" dir="t"/>
    </dgm:scene3d>
    <dgm:sp3d prstMaterial="plastic">
      <a:bevelT w="25400" h="25400"/>
      <a:bevelB w="25400" h="25400"/>
    </dgm:sp3d>
    <dgm:txPr/>
    <dgm:style>
      <a:lnRef idx="0">
        <a:scrgbClr r="0" g="0" b="0"/>
      </a:lnRef>
      <a:fillRef idx="1">
        <a:scrgbClr r="0" g="0" b="0"/>
      </a:fillRef>
      <a:effectRef idx="2">
        <a:scrgbClr r="0" g="0" b="0"/>
      </a:effectRef>
      <a:fontRef idx="minor"/>
    </dgm:style>
  </dgm:styleLbl>
  <dgm:styleLbl name="bgAccFollowNode1">
    <dgm:scene3d>
      <a:camera prst="orthographicFront"/>
      <a:lightRig rig="threePt" dir="t"/>
    </dgm:scene3d>
    <dgm:sp3d z="-152400" prstMaterial="plastic">
      <a:bevelT w="25400" h="25400"/>
      <a:bevelB w="25400" h="25400"/>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52400" prstMaterial="plastic">
      <a:bevelT w="25400" h="25400"/>
      <a:bevelB w="25400" h="25400"/>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z="-10400" extrusionH="12700" prstMaterial="plastic"/>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0080" prstMaterial="plastic">
      <a:bevelT w="50800" h="50800"/>
      <a:bevelB w="50800" h="50800"/>
    </dgm:sp3d>
    <dgm:txPr/>
    <dgm:style>
      <a:lnRef idx="0">
        <a:scrgbClr r="0" g="0" b="0"/>
      </a:lnRef>
      <a:fillRef idx="1">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1">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15805070-A593-4F94-B8E5-13D8C9A8676A}"/>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a:extLst>
              <a:ext uri="{FF2B5EF4-FFF2-40B4-BE49-F238E27FC236}">
                <a16:creationId xmlns:a16="http://schemas.microsoft.com/office/drawing/2014/main" id="{0A26BD76-C5BA-48CD-B24D-318486BC0274}"/>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A88C30E8-9DD7-4931-9196-2356641F2C44}" type="datetimeFigureOut">
              <a:rPr kumimoji="1" lang="ja-JP" altLang="en-US" smtClean="0"/>
              <a:t>2026/4/3</a:t>
            </a:fld>
            <a:endParaRPr kumimoji="1" lang="ja-JP" altLang="en-US"/>
          </a:p>
        </p:txBody>
      </p:sp>
      <p:sp>
        <p:nvSpPr>
          <p:cNvPr id="4" name="フッター プレースホルダー 3">
            <a:extLst>
              <a:ext uri="{FF2B5EF4-FFF2-40B4-BE49-F238E27FC236}">
                <a16:creationId xmlns:a16="http://schemas.microsoft.com/office/drawing/2014/main" id="{89B8EE20-A5B5-4129-A482-19F3C8B92570}"/>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a:extLst>
              <a:ext uri="{FF2B5EF4-FFF2-40B4-BE49-F238E27FC236}">
                <a16:creationId xmlns:a16="http://schemas.microsoft.com/office/drawing/2014/main" id="{38141A08-7FF6-474F-B8D8-8986BB9C35F2}"/>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858D0638-2764-4974-9E8F-C3FFAF6A803C}" type="slidenum">
              <a:rPr kumimoji="1" lang="ja-JP" altLang="en-US" smtClean="0"/>
              <a:t>‹#›</a:t>
            </a:fld>
            <a:endParaRPr kumimoji="1" lang="ja-JP" altLang="en-US"/>
          </a:p>
        </p:txBody>
      </p:sp>
    </p:spTree>
    <p:extLst>
      <p:ext uri="{BB962C8B-B14F-4D97-AF65-F5344CB8AC3E}">
        <p14:creationId xmlns:p14="http://schemas.microsoft.com/office/powerpoint/2010/main" val="16465950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atin typeface="游ゴシック" panose="020B0400000000000000" pitchFamily="50" charset="-128"/>
                <a:ea typeface="游ゴシック" panose="020B0400000000000000" pitchFamily="50" charset="-128"/>
              </a:defRPr>
            </a:lvl1pPr>
          </a:lstStyle>
          <a:p>
            <a:endParaRPr lang="ja-JP" altLang="en-US"/>
          </a:p>
        </p:txBody>
      </p:sp>
      <p:sp>
        <p:nvSpPr>
          <p:cNvPr id="3" name="日付プレースホルダー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atin typeface="游ゴシック" panose="020B0400000000000000" pitchFamily="50" charset="-128"/>
                <a:ea typeface="游ゴシック" panose="020B0400000000000000" pitchFamily="50" charset="-128"/>
              </a:defRPr>
            </a:lvl1pPr>
          </a:lstStyle>
          <a:p>
            <a:fld id="{027F6CCC-1A20-504F-B2F1-D1A7BD66320E}" type="datetimeFigureOut">
              <a:rPr lang="ja-JP" altLang="en-US" smtClean="0"/>
              <a:pPr/>
              <a:t>2026/4/3</a:t>
            </a:fld>
            <a:endParaRPr lang="ja-JP" altLang="en-US"/>
          </a:p>
        </p:txBody>
      </p:sp>
      <p:sp>
        <p:nvSpPr>
          <p:cNvPr id="4" name="スライド イメージ プレースホルダー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atin typeface="游ゴシック" panose="020B0400000000000000" pitchFamily="50" charset="-128"/>
                <a:ea typeface="游ゴシック" panose="020B0400000000000000" pitchFamily="50" charset="-128"/>
              </a:defRPr>
            </a:lvl1pPr>
          </a:lstStyle>
          <a:p>
            <a:endParaRPr lang="ja-JP" altLang="en-US"/>
          </a:p>
        </p:txBody>
      </p:sp>
      <p:sp>
        <p:nvSpPr>
          <p:cNvPr id="7" name="スライド番号プレースホルダー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atin typeface="游ゴシック" panose="020B0400000000000000" pitchFamily="50" charset="-128"/>
                <a:ea typeface="游ゴシック" panose="020B0400000000000000" pitchFamily="50" charset="-128"/>
              </a:defRPr>
            </a:lvl1pPr>
          </a:lstStyle>
          <a:p>
            <a:fld id="{22A513D0-3D7F-C74C-934F-D5ED1A208C6B}" type="slidenum">
              <a:rPr lang="ja-JP" altLang="en-US" smtClean="0"/>
              <a:pPr/>
              <a:t>‹#›</a:t>
            </a:fld>
            <a:endParaRPr lang="ja-JP" altLang="en-US"/>
          </a:p>
        </p:txBody>
      </p:sp>
    </p:spTree>
    <p:extLst>
      <p:ext uri="{BB962C8B-B14F-4D97-AF65-F5344CB8AC3E}">
        <p14:creationId xmlns:p14="http://schemas.microsoft.com/office/powerpoint/2010/main" val="1677287141"/>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游ゴシック" panose="020B0400000000000000" pitchFamily="50" charset="-128"/>
        <a:ea typeface="游ゴシック" panose="020B0400000000000000" pitchFamily="50" charset="-128"/>
        <a:cs typeface="+mn-cs"/>
      </a:defRPr>
    </a:lvl1pPr>
    <a:lvl2pPr marL="457200" algn="l" defTabSz="914400" rtl="0" eaLnBrk="1" latinLnBrk="0" hangingPunct="1">
      <a:defRPr kumimoji="1" sz="1200" kern="1200">
        <a:solidFill>
          <a:schemeClr val="tx1"/>
        </a:solidFill>
        <a:latin typeface="游ゴシック" panose="020B0400000000000000" pitchFamily="50" charset="-128"/>
        <a:ea typeface="游ゴシック" panose="020B0400000000000000" pitchFamily="50" charset="-128"/>
        <a:cs typeface="+mn-cs"/>
      </a:defRPr>
    </a:lvl2pPr>
    <a:lvl3pPr marL="914400" algn="l" defTabSz="914400" rtl="0" eaLnBrk="1" latinLnBrk="0" hangingPunct="1">
      <a:defRPr kumimoji="1" sz="1200" kern="1200">
        <a:solidFill>
          <a:schemeClr val="tx1"/>
        </a:solidFill>
        <a:latin typeface="游ゴシック" panose="020B0400000000000000" pitchFamily="50" charset="-128"/>
        <a:ea typeface="游ゴシック" panose="020B0400000000000000" pitchFamily="50" charset="-128"/>
        <a:cs typeface="+mn-cs"/>
      </a:defRPr>
    </a:lvl3pPr>
    <a:lvl4pPr marL="1371600" algn="l" defTabSz="914400" rtl="0" eaLnBrk="1" latinLnBrk="0" hangingPunct="1">
      <a:defRPr kumimoji="1" sz="1200" kern="1200">
        <a:solidFill>
          <a:schemeClr val="tx1"/>
        </a:solidFill>
        <a:latin typeface="游ゴシック" panose="020B0400000000000000" pitchFamily="50" charset="-128"/>
        <a:ea typeface="游ゴシック" panose="020B0400000000000000" pitchFamily="50" charset="-128"/>
        <a:cs typeface="+mn-cs"/>
      </a:defRPr>
    </a:lvl4pPr>
    <a:lvl5pPr marL="1828800" algn="l" defTabSz="914400" rtl="0" eaLnBrk="1" latinLnBrk="0" hangingPunct="1">
      <a:defRPr kumimoji="1" sz="1200" kern="1200">
        <a:solidFill>
          <a:schemeClr val="tx1"/>
        </a:solidFill>
        <a:latin typeface="游ゴシック" panose="020B0400000000000000" pitchFamily="50" charset="-128"/>
        <a:ea typeface="游ゴシック" panose="020B0400000000000000" pitchFamily="50" charset="-128"/>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22A513D0-3D7F-C74C-934F-D5ED1A208C6B}" type="slidenum">
              <a:rPr lang="ja-JP" altLang="en-US" smtClean="0"/>
              <a:pPr/>
              <a:t>5</a:t>
            </a:fld>
            <a:endParaRPr lang="ja-JP" altLang="en-US"/>
          </a:p>
        </p:txBody>
      </p:sp>
    </p:spTree>
    <p:extLst>
      <p:ext uri="{BB962C8B-B14F-4D97-AF65-F5344CB8AC3E}">
        <p14:creationId xmlns:p14="http://schemas.microsoft.com/office/powerpoint/2010/main" val="39277930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A4A141-8696-9F64-EB56-1BB1DA77316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1308A25-9E2F-8F46-6617-A26DDF237B6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DB61C42-E231-78B7-5357-E18B0A4301B8}"/>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CA504E42-18B6-D29F-55AB-62ED6FB0755A}"/>
              </a:ext>
            </a:extLst>
          </p:cNvPr>
          <p:cNvSpPr>
            <a:spLocks noGrp="1"/>
          </p:cNvSpPr>
          <p:nvPr>
            <p:ph type="sldNum" sz="quarter" idx="5"/>
          </p:nvPr>
        </p:nvSpPr>
        <p:spPr/>
        <p:txBody>
          <a:bodyPr/>
          <a:lstStyle/>
          <a:p>
            <a:pPr marL="0" marR="0" lvl="0" indent="0" algn="r" defTabSz="796900" rtl="0" eaLnBrk="1" fontAlgn="auto" latinLnBrk="0" hangingPunct="1">
              <a:lnSpc>
                <a:spcPct val="100000"/>
              </a:lnSpc>
              <a:spcBef>
                <a:spcPts val="0"/>
              </a:spcBef>
              <a:spcAft>
                <a:spcPts val="0"/>
              </a:spcAft>
              <a:buClrTx/>
              <a:buSzTx/>
              <a:buFontTx/>
              <a:buNone/>
              <a:tabLst/>
              <a:defRPr/>
            </a:pPr>
            <a:fld id="{22A513D0-3D7F-C74C-934F-D5ED1A208C6B}" type="slidenum">
              <a:rPr kumimoji="1" lang="ja-JP" altLang="en-US" sz="1000" b="0" i="0" u="none" strike="noStrike" kern="1200" cap="none" spc="0" normalizeH="0" baseline="0" noProof="0">
                <a:ln>
                  <a:noFill/>
                </a:ln>
                <a:solidFill>
                  <a:prstClr val="black"/>
                </a:solidFill>
                <a:effectLst/>
                <a:uLnTx/>
                <a:uFillTx/>
                <a:latin typeface="游ゴシック" panose="020B0400000000000000" pitchFamily="50" charset="-128"/>
                <a:ea typeface="游ゴシック" panose="020B0400000000000000" pitchFamily="50" charset="-128"/>
                <a:cs typeface="+mn-cs"/>
              </a:rPr>
              <a:pPr marL="0" marR="0" lvl="0" indent="0" algn="r" defTabSz="796900" rtl="0" eaLnBrk="1" fontAlgn="auto" latinLnBrk="0" hangingPunct="1">
                <a:lnSpc>
                  <a:spcPct val="100000"/>
                </a:lnSpc>
                <a:spcBef>
                  <a:spcPts val="0"/>
                </a:spcBef>
                <a:spcAft>
                  <a:spcPts val="0"/>
                </a:spcAft>
                <a:buClrTx/>
                <a:buSzTx/>
                <a:buFontTx/>
                <a:buNone/>
                <a:tabLst/>
                <a:defRPr/>
              </a:pPr>
              <a:t>10</a:t>
            </a:fld>
            <a:endParaRPr kumimoji="1" lang="ja-JP" altLang="en-US" sz="1000" b="0" i="0" u="none" strike="noStrike" kern="1200" cap="none" spc="0" normalizeH="0" baseline="0" noProof="0">
              <a:ln>
                <a:noFill/>
              </a:ln>
              <a:solidFill>
                <a:prstClr val="black"/>
              </a:solidFill>
              <a:effectLst/>
              <a:uLnTx/>
              <a:uFillTx/>
              <a:latin typeface="游ゴシック" panose="020B0400000000000000" pitchFamily="50" charset="-128"/>
              <a:ea typeface="游ゴシック" panose="020B0400000000000000" pitchFamily="50" charset="-128"/>
              <a:cs typeface="+mn-cs"/>
            </a:endParaRPr>
          </a:p>
        </p:txBody>
      </p:sp>
    </p:spTree>
    <p:extLst>
      <p:ext uri="{BB962C8B-B14F-4D97-AF65-F5344CB8AC3E}">
        <p14:creationId xmlns:p14="http://schemas.microsoft.com/office/powerpoint/2010/main" val="21855801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8E1733B1-6AEB-4AB6-BA40-5C5A5C1F20BC}" type="slidenum">
              <a:rPr kumimoji="1" lang="ja-JP" altLang="en-US" smtClean="0"/>
              <a:t>22</a:t>
            </a:fld>
            <a:endParaRPr kumimoji="1" lang="ja-JP" altLang="en-US"/>
          </a:p>
        </p:txBody>
      </p:sp>
    </p:spTree>
    <p:extLst>
      <p:ext uri="{BB962C8B-B14F-4D97-AF65-F5344CB8AC3E}">
        <p14:creationId xmlns:p14="http://schemas.microsoft.com/office/powerpoint/2010/main" val="15305166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C9F090-5915-893F-C6CE-5A96B20EC3F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63B65B4-79E7-C331-F1FE-8C11495DE01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29191C3-4307-942F-C43B-B477D7A316E4}"/>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DFA63A7D-E8D4-6038-A88D-1969CF18AE7D}"/>
              </a:ext>
            </a:extLst>
          </p:cNvPr>
          <p:cNvSpPr>
            <a:spLocks noGrp="1"/>
          </p:cNvSpPr>
          <p:nvPr>
            <p:ph type="sldNum" sz="quarter" idx="5"/>
          </p:nvPr>
        </p:nvSpPr>
        <p:spPr/>
        <p:txBody>
          <a:bodyPr/>
          <a:lstStyle/>
          <a:p>
            <a:fld id="{22A513D0-3D7F-C74C-934F-D5ED1A208C6B}" type="slidenum">
              <a:rPr lang="ja-JP" altLang="en-US" smtClean="0"/>
              <a:pPr/>
              <a:t>30</a:t>
            </a:fld>
            <a:endParaRPr lang="ja-JP" altLang="en-US"/>
          </a:p>
        </p:txBody>
      </p:sp>
    </p:spTree>
    <p:extLst>
      <p:ext uri="{BB962C8B-B14F-4D97-AF65-F5344CB8AC3E}">
        <p14:creationId xmlns:p14="http://schemas.microsoft.com/office/powerpoint/2010/main" val="30100433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12F19C-D86D-4C35-4E33-594C2D01DDD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8F45B9D-B9BE-9DDA-ABBC-417EDAD52A3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D935825-8144-6F22-B187-AA08626A9F4D}"/>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F86F3BD4-CB08-36AC-7389-4BAD955AFE47}"/>
              </a:ext>
            </a:extLst>
          </p:cNvPr>
          <p:cNvSpPr>
            <a:spLocks noGrp="1"/>
          </p:cNvSpPr>
          <p:nvPr>
            <p:ph type="sldNum" sz="quarter" idx="5"/>
          </p:nvPr>
        </p:nvSpPr>
        <p:spPr/>
        <p:txBody>
          <a:bodyPr/>
          <a:lstStyle/>
          <a:p>
            <a:fld id="{22A513D0-3D7F-C74C-934F-D5ED1A208C6B}" type="slidenum">
              <a:rPr lang="ja-JP" altLang="en-US" smtClean="0"/>
              <a:pPr/>
              <a:t>31</a:t>
            </a:fld>
            <a:endParaRPr lang="ja-JP" altLang="en-US"/>
          </a:p>
        </p:txBody>
      </p:sp>
    </p:spTree>
    <p:extLst>
      <p:ext uri="{BB962C8B-B14F-4D97-AF65-F5344CB8AC3E}">
        <p14:creationId xmlns:p14="http://schemas.microsoft.com/office/powerpoint/2010/main" val="26037411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A452AF-79FA-10B2-AACD-9299FE065D8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E63578D-8CAF-8941-777E-EEF2A3BA334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8C1187D-B979-4552-63CB-E41212B8AFC1}"/>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434A2D71-EF79-6B6E-2DB2-96B0674CF72E}"/>
              </a:ext>
            </a:extLst>
          </p:cNvPr>
          <p:cNvSpPr>
            <a:spLocks noGrp="1"/>
          </p:cNvSpPr>
          <p:nvPr>
            <p:ph type="sldNum" sz="quarter" idx="5"/>
          </p:nvPr>
        </p:nvSpPr>
        <p:spPr/>
        <p:txBody>
          <a:bodyPr/>
          <a:lstStyle/>
          <a:p>
            <a:fld id="{22A513D0-3D7F-C74C-934F-D5ED1A208C6B}" type="slidenum">
              <a:rPr lang="ja-JP" altLang="en-US" smtClean="0"/>
              <a:pPr/>
              <a:t>32</a:t>
            </a:fld>
            <a:endParaRPr lang="ja-JP" altLang="en-US"/>
          </a:p>
        </p:txBody>
      </p:sp>
    </p:spTree>
    <p:extLst>
      <p:ext uri="{BB962C8B-B14F-4D97-AF65-F5344CB8AC3E}">
        <p14:creationId xmlns:p14="http://schemas.microsoft.com/office/powerpoint/2010/main" val="39419794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7EE499-CA53-191E-3901-6B845E2DB47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3C65FD7-625C-238B-9B3E-D96C13A2826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B0E0FC0-C886-F631-02F5-E62DC07B5777}"/>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574EC45B-A6FA-782D-3EDD-A2D9F4F79489}"/>
              </a:ext>
            </a:extLst>
          </p:cNvPr>
          <p:cNvSpPr>
            <a:spLocks noGrp="1"/>
          </p:cNvSpPr>
          <p:nvPr>
            <p:ph type="sldNum" sz="quarter" idx="5"/>
          </p:nvPr>
        </p:nvSpPr>
        <p:spPr/>
        <p:txBody>
          <a:bodyPr/>
          <a:lstStyle/>
          <a:p>
            <a:fld id="{22A513D0-3D7F-C74C-934F-D5ED1A208C6B}" type="slidenum">
              <a:rPr lang="ja-JP" altLang="en-US" smtClean="0"/>
              <a:pPr/>
              <a:t>35</a:t>
            </a:fld>
            <a:endParaRPr lang="ja-JP" altLang="en-US"/>
          </a:p>
        </p:txBody>
      </p:sp>
    </p:spTree>
    <p:extLst>
      <p:ext uri="{BB962C8B-B14F-4D97-AF65-F5344CB8AC3E}">
        <p14:creationId xmlns:p14="http://schemas.microsoft.com/office/powerpoint/2010/main" val="28858449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8F0365-0FE4-642E-9F6A-3E6528401C5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569702B-13B2-204E-92BF-DDEFCE37545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9BB589D-A4A7-7DFC-5C97-BE8382509D15}"/>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9E3243A7-1997-E989-FC66-17AF9632ACFA}"/>
              </a:ext>
            </a:extLst>
          </p:cNvPr>
          <p:cNvSpPr>
            <a:spLocks noGrp="1"/>
          </p:cNvSpPr>
          <p:nvPr>
            <p:ph type="sldNum" sz="quarter" idx="5"/>
          </p:nvPr>
        </p:nvSpPr>
        <p:spPr/>
        <p:txBody>
          <a:bodyPr/>
          <a:lstStyle/>
          <a:p>
            <a:fld id="{22A513D0-3D7F-C74C-934F-D5ED1A208C6B}" type="slidenum">
              <a:rPr lang="ja-JP" altLang="en-US" smtClean="0"/>
              <a:pPr/>
              <a:t>36</a:t>
            </a:fld>
            <a:endParaRPr lang="ja-JP" altLang="en-US"/>
          </a:p>
        </p:txBody>
      </p:sp>
    </p:spTree>
    <p:extLst>
      <p:ext uri="{BB962C8B-B14F-4D97-AF65-F5344CB8AC3E}">
        <p14:creationId xmlns:p14="http://schemas.microsoft.com/office/powerpoint/2010/main" val="35494877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2CF705-2CFE-9E2F-FE7C-ABC1867DCD2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EEC5D71-776E-285E-A322-92B7D6FB00E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DC16FC0-ADA0-AE4A-6ED2-A2478707731E}"/>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D898576E-0E8E-037B-5706-B3115589AFC3}"/>
              </a:ext>
            </a:extLst>
          </p:cNvPr>
          <p:cNvSpPr>
            <a:spLocks noGrp="1"/>
          </p:cNvSpPr>
          <p:nvPr>
            <p:ph type="sldNum" sz="quarter" idx="5"/>
          </p:nvPr>
        </p:nvSpPr>
        <p:spPr/>
        <p:txBody>
          <a:bodyPr/>
          <a:lstStyle/>
          <a:p>
            <a:fld id="{22A513D0-3D7F-C74C-934F-D5ED1A208C6B}" type="slidenum">
              <a:rPr lang="ja-JP" altLang="en-US" smtClean="0"/>
              <a:pPr/>
              <a:t>37</a:t>
            </a:fld>
            <a:endParaRPr lang="ja-JP" altLang="en-US"/>
          </a:p>
        </p:txBody>
      </p:sp>
    </p:spTree>
    <p:extLst>
      <p:ext uri="{BB962C8B-B14F-4D97-AF65-F5344CB8AC3E}">
        <p14:creationId xmlns:p14="http://schemas.microsoft.com/office/powerpoint/2010/main" val="38928554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C8DACB-84E9-2EF5-9003-C4867EFA978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C18C596-BD10-B506-B7EF-395238AC66E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1E866A9-BDF5-4818-F77D-E0ADC3650928}"/>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2687EDB9-3796-4559-DD98-32E8C18C958B}"/>
              </a:ext>
            </a:extLst>
          </p:cNvPr>
          <p:cNvSpPr>
            <a:spLocks noGrp="1"/>
          </p:cNvSpPr>
          <p:nvPr>
            <p:ph type="sldNum" sz="quarter" idx="5"/>
          </p:nvPr>
        </p:nvSpPr>
        <p:spPr/>
        <p:txBody>
          <a:bodyPr/>
          <a:lstStyle/>
          <a:p>
            <a:fld id="{22A513D0-3D7F-C74C-934F-D5ED1A208C6B}" type="slidenum">
              <a:rPr lang="ja-JP" altLang="en-US" smtClean="0"/>
              <a:pPr/>
              <a:t>38</a:t>
            </a:fld>
            <a:endParaRPr lang="ja-JP" altLang="en-US"/>
          </a:p>
        </p:txBody>
      </p:sp>
    </p:spTree>
    <p:extLst>
      <p:ext uri="{BB962C8B-B14F-4D97-AF65-F5344CB8AC3E}">
        <p14:creationId xmlns:p14="http://schemas.microsoft.com/office/powerpoint/2010/main" val="30202214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58A820-86ED-B8D8-88C0-80B1E6D410D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E3EF531-733C-0407-ECB1-E47543485D7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A0C2054-39BB-547F-1D6D-95153B91FC97}"/>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B43B5BDE-C028-C163-8A2F-327076CDD1F7}"/>
              </a:ext>
            </a:extLst>
          </p:cNvPr>
          <p:cNvSpPr>
            <a:spLocks noGrp="1"/>
          </p:cNvSpPr>
          <p:nvPr>
            <p:ph type="sldNum" sz="quarter" idx="5"/>
          </p:nvPr>
        </p:nvSpPr>
        <p:spPr/>
        <p:txBody>
          <a:bodyPr/>
          <a:lstStyle/>
          <a:p>
            <a:fld id="{22A513D0-3D7F-C74C-934F-D5ED1A208C6B}" type="slidenum">
              <a:rPr lang="ja-JP" altLang="en-US" smtClean="0"/>
              <a:pPr/>
              <a:t>39</a:t>
            </a:fld>
            <a:endParaRPr lang="ja-JP" altLang="en-US"/>
          </a:p>
        </p:txBody>
      </p:sp>
    </p:spTree>
    <p:extLst>
      <p:ext uri="{BB962C8B-B14F-4D97-AF65-F5344CB8AC3E}">
        <p14:creationId xmlns:p14="http://schemas.microsoft.com/office/powerpoint/2010/main" val="35629436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410ED2-34D4-9883-6D1B-8C002CA347C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59D638C-351D-47D3-444C-8A48FDD9600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76CBDDE-9D07-5D56-6D77-9118558BBE57}"/>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19789F90-E986-04A2-C48F-7E983BE5FFBC}"/>
              </a:ext>
            </a:extLst>
          </p:cNvPr>
          <p:cNvSpPr>
            <a:spLocks noGrp="1"/>
          </p:cNvSpPr>
          <p:nvPr>
            <p:ph type="sldNum" sz="quarter" idx="5"/>
          </p:nvPr>
        </p:nvSpPr>
        <p:spPr/>
        <p:txBody>
          <a:bodyPr/>
          <a:lstStyle/>
          <a:p>
            <a:fld id="{22A513D0-3D7F-C74C-934F-D5ED1A208C6B}" type="slidenum">
              <a:rPr lang="ja-JP" altLang="en-US" smtClean="0"/>
              <a:pPr/>
              <a:t>41</a:t>
            </a:fld>
            <a:endParaRPr lang="ja-JP" altLang="en-US"/>
          </a:p>
        </p:txBody>
      </p:sp>
    </p:spTree>
    <p:extLst>
      <p:ext uri="{BB962C8B-B14F-4D97-AF65-F5344CB8AC3E}">
        <p14:creationId xmlns:p14="http://schemas.microsoft.com/office/powerpoint/2010/main" val="34758208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E55E34-D5FC-A704-33A5-F32F21D31DC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C410043-793B-7500-E40C-B0D1E85B2C8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BCDD255-9F65-6DFC-E931-707855020F0C}"/>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7A4A64D6-ABF5-BDFF-20B0-49F300ECDC9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A513D0-3D7F-C74C-934F-D5ED1A208C6B}" type="slidenum">
              <a:rPr kumimoji="1" lang="ja-JP" altLang="en-US" sz="1200" b="0" i="0" u="none" strike="noStrike" kern="1200" cap="none" spc="0" normalizeH="0" baseline="0" noProof="0" smtClean="0">
                <a:ln>
                  <a:noFill/>
                </a:ln>
                <a:solidFill>
                  <a:prstClr val="black"/>
                </a:solidFill>
                <a:effectLst/>
                <a:uLnTx/>
                <a:uFillTx/>
                <a:latin typeface="游ゴシック" panose="020B0400000000000000" pitchFamily="50" charset="-128"/>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1" lang="ja-JP" altLang="en-US" sz="1200" b="0" i="0" u="none" strike="noStrike" kern="1200" cap="none" spc="0" normalizeH="0" baseline="0" noProof="0">
              <a:ln>
                <a:noFill/>
              </a:ln>
              <a:solidFill>
                <a:prstClr val="black"/>
              </a:solidFill>
              <a:effectLst/>
              <a:uLnTx/>
              <a:uFillTx/>
              <a:latin typeface="游ゴシック" panose="020B0400000000000000" pitchFamily="50" charset="-128"/>
              <a:ea typeface="游ゴシック" panose="020B0400000000000000" pitchFamily="50" charset="-128"/>
              <a:cs typeface="+mn-cs"/>
            </a:endParaRPr>
          </a:p>
        </p:txBody>
      </p:sp>
    </p:spTree>
    <p:extLst>
      <p:ext uri="{BB962C8B-B14F-4D97-AF65-F5344CB8AC3E}">
        <p14:creationId xmlns:p14="http://schemas.microsoft.com/office/powerpoint/2010/main" val="34406152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AFEF87-EF1B-A018-8AC1-0ACFA703A9D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B1EFCA5-6F66-D2FC-0458-280F5340AD4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90777DD-F5D6-131C-3D06-A20B01EAFBF2}"/>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B1A0DA6-1219-31AD-B730-6BC27F1CDCA8}"/>
              </a:ext>
            </a:extLst>
          </p:cNvPr>
          <p:cNvSpPr>
            <a:spLocks noGrp="1"/>
          </p:cNvSpPr>
          <p:nvPr>
            <p:ph type="sldNum" sz="quarter" idx="5"/>
          </p:nvPr>
        </p:nvSpPr>
        <p:spPr/>
        <p:txBody>
          <a:bodyPr/>
          <a:lstStyle/>
          <a:p>
            <a:fld id="{22A513D0-3D7F-C74C-934F-D5ED1A208C6B}" type="slidenum">
              <a:rPr lang="ja-JP" altLang="en-US" smtClean="0"/>
              <a:pPr/>
              <a:t>43</a:t>
            </a:fld>
            <a:endParaRPr lang="ja-JP" altLang="en-US"/>
          </a:p>
        </p:txBody>
      </p:sp>
    </p:spTree>
    <p:extLst>
      <p:ext uri="{BB962C8B-B14F-4D97-AF65-F5344CB8AC3E}">
        <p14:creationId xmlns:p14="http://schemas.microsoft.com/office/powerpoint/2010/main" val="2094617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0FE8EE-BFC7-7D10-42D4-AD6413AD3CC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DB001D0-4369-CB00-07C3-7A98B278037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CFCFE57-AEC4-B2D4-8220-89382BF59B9D}"/>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DAE25A7A-0CA4-178B-CFC3-8D37266F808C}"/>
              </a:ext>
            </a:extLst>
          </p:cNvPr>
          <p:cNvSpPr>
            <a:spLocks noGrp="1"/>
          </p:cNvSpPr>
          <p:nvPr>
            <p:ph type="sldNum" sz="quarter" idx="5"/>
          </p:nvPr>
        </p:nvSpPr>
        <p:spPr/>
        <p:txBody>
          <a:bodyPr/>
          <a:lstStyle/>
          <a:p>
            <a:fld id="{22A513D0-3D7F-C74C-934F-D5ED1A208C6B}" type="slidenum">
              <a:rPr lang="ja-JP" altLang="en-US" smtClean="0"/>
              <a:pPr/>
              <a:t>44</a:t>
            </a:fld>
            <a:endParaRPr lang="ja-JP" altLang="en-US"/>
          </a:p>
        </p:txBody>
      </p:sp>
    </p:spTree>
    <p:extLst>
      <p:ext uri="{BB962C8B-B14F-4D97-AF65-F5344CB8AC3E}">
        <p14:creationId xmlns:p14="http://schemas.microsoft.com/office/powerpoint/2010/main" val="17878614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CA2A0C-43A7-8BFD-3EA7-9692034E303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8681472-0BC2-B16F-10A0-64141358B56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6D5E224-BFFE-B503-78A9-25961D076016}"/>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03894B6-D41B-62F0-320A-A8F25B24BA32}"/>
              </a:ext>
            </a:extLst>
          </p:cNvPr>
          <p:cNvSpPr>
            <a:spLocks noGrp="1"/>
          </p:cNvSpPr>
          <p:nvPr>
            <p:ph type="sldNum" sz="quarter" idx="5"/>
          </p:nvPr>
        </p:nvSpPr>
        <p:spPr/>
        <p:txBody>
          <a:bodyPr/>
          <a:lstStyle/>
          <a:p>
            <a:fld id="{22A513D0-3D7F-C74C-934F-D5ED1A208C6B}" type="slidenum">
              <a:rPr lang="ja-JP" altLang="en-US" smtClean="0"/>
              <a:pPr/>
              <a:t>46</a:t>
            </a:fld>
            <a:endParaRPr lang="ja-JP" altLang="en-US"/>
          </a:p>
        </p:txBody>
      </p:sp>
    </p:spTree>
    <p:extLst>
      <p:ext uri="{BB962C8B-B14F-4D97-AF65-F5344CB8AC3E}">
        <p14:creationId xmlns:p14="http://schemas.microsoft.com/office/powerpoint/2010/main" val="10581191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B74F06-7081-5F07-A0B3-F3887E9EA56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1E12031-8964-9F02-0FDA-01D5FA3DF8C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1F19DAE-F6A6-C9D4-0E4A-9D9B25E8D593}"/>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D89FD3D4-3A9B-D452-0588-5A1ED23EAF12}"/>
              </a:ext>
            </a:extLst>
          </p:cNvPr>
          <p:cNvSpPr>
            <a:spLocks noGrp="1"/>
          </p:cNvSpPr>
          <p:nvPr>
            <p:ph type="sldNum" sz="quarter" idx="5"/>
          </p:nvPr>
        </p:nvSpPr>
        <p:spPr/>
        <p:txBody>
          <a:bodyPr/>
          <a:lstStyle/>
          <a:p>
            <a:fld id="{22A513D0-3D7F-C74C-934F-D5ED1A208C6B}" type="slidenum">
              <a:rPr lang="ja-JP" altLang="en-US" smtClean="0"/>
              <a:pPr/>
              <a:t>47</a:t>
            </a:fld>
            <a:endParaRPr lang="ja-JP" altLang="en-US"/>
          </a:p>
        </p:txBody>
      </p:sp>
    </p:spTree>
    <p:extLst>
      <p:ext uri="{BB962C8B-B14F-4D97-AF65-F5344CB8AC3E}">
        <p14:creationId xmlns:p14="http://schemas.microsoft.com/office/powerpoint/2010/main" val="344907544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F618A1-B375-2933-4915-A71773D1685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D06FC2A-9B83-90C6-3409-BA25DBE1F63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A076E6D-6760-3E2E-A7C3-483AAFCA944C}"/>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132B5304-6827-3B5E-C71E-AEC49DFA7C51}"/>
              </a:ext>
            </a:extLst>
          </p:cNvPr>
          <p:cNvSpPr>
            <a:spLocks noGrp="1"/>
          </p:cNvSpPr>
          <p:nvPr>
            <p:ph type="sldNum" sz="quarter" idx="5"/>
          </p:nvPr>
        </p:nvSpPr>
        <p:spPr/>
        <p:txBody>
          <a:bodyPr/>
          <a:lstStyle/>
          <a:p>
            <a:fld id="{22A513D0-3D7F-C74C-934F-D5ED1A208C6B}" type="slidenum">
              <a:rPr lang="ja-JP" altLang="en-US" smtClean="0"/>
              <a:pPr/>
              <a:t>48</a:t>
            </a:fld>
            <a:endParaRPr lang="ja-JP" altLang="en-US"/>
          </a:p>
        </p:txBody>
      </p:sp>
    </p:spTree>
    <p:extLst>
      <p:ext uri="{BB962C8B-B14F-4D97-AF65-F5344CB8AC3E}">
        <p14:creationId xmlns:p14="http://schemas.microsoft.com/office/powerpoint/2010/main" val="288751067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73BDF8-FB3C-349A-3B8B-216EC5C508F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881EB90-DD34-4C73-38E9-349B0F97A03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775BF4A-B810-7A3A-A700-23621F0D49BC}"/>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074FD686-DDF8-0AFA-073D-A1409622065C}"/>
              </a:ext>
            </a:extLst>
          </p:cNvPr>
          <p:cNvSpPr>
            <a:spLocks noGrp="1"/>
          </p:cNvSpPr>
          <p:nvPr>
            <p:ph type="sldNum" sz="quarter" idx="5"/>
          </p:nvPr>
        </p:nvSpPr>
        <p:spPr/>
        <p:txBody>
          <a:bodyPr/>
          <a:lstStyle/>
          <a:p>
            <a:fld id="{22A513D0-3D7F-C74C-934F-D5ED1A208C6B}" type="slidenum">
              <a:rPr lang="ja-JP" altLang="en-US" smtClean="0"/>
              <a:pPr/>
              <a:t>49</a:t>
            </a:fld>
            <a:endParaRPr lang="ja-JP" altLang="en-US"/>
          </a:p>
        </p:txBody>
      </p:sp>
    </p:spTree>
    <p:extLst>
      <p:ext uri="{BB962C8B-B14F-4D97-AF65-F5344CB8AC3E}">
        <p14:creationId xmlns:p14="http://schemas.microsoft.com/office/powerpoint/2010/main" val="136548723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75C0E5-CA4A-837E-DFA3-49E00EF1CC2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33E07E9-32CA-8159-04CE-B5FC830DE62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BA103F1-26D9-76E2-71F9-BE2E04E27F70}"/>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AEC37FE3-715F-031C-CEBF-7EDA294DDD28}"/>
              </a:ext>
            </a:extLst>
          </p:cNvPr>
          <p:cNvSpPr>
            <a:spLocks noGrp="1"/>
          </p:cNvSpPr>
          <p:nvPr>
            <p:ph type="sldNum" sz="quarter" idx="5"/>
          </p:nvPr>
        </p:nvSpPr>
        <p:spPr/>
        <p:txBody>
          <a:bodyPr/>
          <a:lstStyle/>
          <a:p>
            <a:fld id="{22A513D0-3D7F-C74C-934F-D5ED1A208C6B}" type="slidenum">
              <a:rPr lang="ja-JP" altLang="en-US" smtClean="0"/>
              <a:pPr/>
              <a:t>50</a:t>
            </a:fld>
            <a:endParaRPr lang="ja-JP" altLang="en-US"/>
          </a:p>
        </p:txBody>
      </p:sp>
    </p:spTree>
    <p:extLst>
      <p:ext uri="{BB962C8B-B14F-4D97-AF65-F5344CB8AC3E}">
        <p14:creationId xmlns:p14="http://schemas.microsoft.com/office/powerpoint/2010/main" val="359313670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480AD8-F9E3-8768-2419-16B0CBC5473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8E5066E-0A52-5954-9A1E-D492D233000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A5D138B-D6FA-71FC-F8C3-409EE80F88C0}"/>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625049A6-CC13-BF76-AFC5-CA3594CD7E29}"/>
              </a:ext>
            </a:extLst>
          </p:cNvPr>
          <p:cNvSpPr>
            <a:spLocks noGrp="1"/>
          </p:cNvSpPr>
          <p:nvPr>
            <p:ph type="sldNum" sz="quarter" idx="5"/>
          </p:nvPr>
        </p:nvSpPr>
        <p:spPr/>
        <p:txBody>
          <a:bodyPr/>
          <a:lstStyle/>
          <a:p>
            <a:fld id="{22A513D0-3D7F-C74C-934F-D5ED1A208C6B}" type="slidenum">
              <a:rPr lang="ja-JP" altLang="en-US" smtClean="0"/>
              <a:pPr/>
              <a:t>51</a:t>
            </a:fld>
            <a:endParaRPr lang="ja-JP" altLang="en-US"/>
          </a:p>
        </p:txBody>
      </p:sp>
    </p:spTree>
    <p:extLst>
      <p:ext uri="{BB962C8B-B14F-4D97-AF65-F5344CB8AC3E}">
        <p14:creationId xmlns:p14="http://schemas.microsoft.com/office/powerpoint/2010/main" val="79170509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1F5A82-6F13-B700-7076-3E013403C8D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BE9E5DD-A9AF-362A-CEEA-A9AC8B535BE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504513C-4A55-B21A-DE0F-812FA116BF26}"/>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4CE4B50A-3151-B98D-9290-6B68F4F4D412}"/>
              </a:ext>
            </a:extLst>
          </p:cNvPr>
          <p:cNvSpPr>
            <a:spLocks noGrp="1"/>
          </p:cNvSpPr>
          <p:nvPr>
            <p:ph type="sldNum" sz="quarter" idx="5"/>
          </p:nvPr>
        </p:nvSpPr>
        <p:spPr/>
        <p:txBody>
          <a:bodyPr/>
          <a:lstStyle/>
          <a:p>
            <a:fld id="{22A513D0-3D7F-C74C-934F-D5ED1A208C6B}" type="slidenum">
              <a:rPr lang="ja-JP" altLang="en-US" smtClean="0"/>
              <a:pPr/>
              <a:t>52</a:t>
            </a:fld>
            <a:endParaRPr lang="ja-JP" altLang="en-US"/>
          </a:p>
        </p:txBody>
      </p:sp>
    </p:spTree>
    <p:extLst>
      <p:ext uri="{BB962C8B-B14F-4D97-AF65-F5344CB8AC3E}">
        <p14:creationId xmlns:p14="http://schemas.microsoft.com/office/powerpoint/2010/main" val="322709877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4CA1C4-826A-0B3A-3670-495D1A4A90F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DB13949-A5A5-9381-FB2C-A56F4D57326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C06BB4C-5B73-C19E-ED4F-85FC5490623A}"/>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A203999C-3289-C471-3137-6F23F79881B6}"/>
              </a:ext>
            </a:extLst>
          </p:cNvPr>
          <p:cNvSpPr>
            <a:spLocks noGrp="1"/>
          </p:cNvSpPr>
          <p:nvPr>
            <p:ph type="sldNum" sz="quarter" idx="5"/>
          </p:nvPr>
        </p:nvSpPr>
        <p:spPr/>
        <p:txBody>
          <a:bodyPr/>
          <a:lstStyle/>
          <a:p>
            <a:fld id="{22A513D0-3D7F-C74C-934F-D5ED1A208C6B}" type="slidenum">
              <a:rPr lang="ja-JP" altLang="en-US" smtClean="0"/>
              <a:pPr/>
              <a:t>53</a:t>
            </a:fld>
            <a:endParaRPr lang="ja-JP" altLang="en-US"/>
          </a:p>
        </p:txBody>
      </p:sp>
    </p:spTree>
    <p:extLst>
      <p:ext uri="{BB962C8B-B14F-4D97-AF65-F5344CB8AC3E}">
        <p14:creationId xmlns:p14="http://schemas.microsoft.com/office/powerpoint/2010/main" val="335426853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0084F2-BFA8-1583-7334-F02D408BAC6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ECF28C9-08FD-ABC2-DAFA-FEE3BC403CA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FB64368-DE1B-ED0E-12FB-087E1BB1E51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EF1658DF-8B5F-1353-6F72-FF88CC5DB52A}"/>
              </a:ext>
            </a:extLst>
          </p:cNvPr>
          <p:cNvSpPr>
            <a:spLocks noGrp="1"/>
          </p:cNvSpPr>
          <p:nvPr>
            <p:ph type="sldNum" sz="quarter" idx="5"/>
          </p:nvPr>
        </p:nvSpPr>
        <p:spPr/>
        <p:txBody>
          <a:bodyPr/>
          <a:lstStyle/>
          <a:p>
            <a:fld id="{22A513D0-3D7F-C74C-934F-D5ED1A208C6B}" type="slidenum">
              <a:rPr lang="ja-JP" altLang="en-US" smtClean="0"/>
              <a:pPr/>
              <a:t>54</a:t>
            </a:fld>
            <a:endParaRPr lang="ja-JP" altLang="en-US"/>
          </a:p>
        </p:txBody>
      </p:sp>
    </p:spTree>
    <p:extLst>
      <p:ext uri="{BB962C8B-B14F-4D97-AF65-F5344CB8AC3E}">
        <p14:creationId xmlns:p14="http://schemas.microsoft.com/office/powerpoint/2010/main" val="370190355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4F259C-EB3A-4A79-319D-C4710161D03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BF75C76-00A6-0397-5F55-B7F4969A578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5714B51-B817-F25C-A731-FDA1408C6FB0}"/>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30006254-86BE-EDD3-DC15-CBE8F1EA74A3}"/>
              </a:ext>
            </a:extLst>
          </p:cNvPr>
          <p:cNvSpPr>
            <a:spLocks noGrp="1"/>
          </p:cNvSpPr>
          <p:nvPr>
            <p:ph type="sldNum" sz="quarter" idx="5"/>
          </p:nvPr>
        </p:nvSpPr>
        <p:spPr/>
        <p:txBody>
          <a:bodyPr/>
          <a:lstStyle/>
          <a:p>
            <a:fld id="{22A513D0-3D7F-C74C-934F-D5ED1A208C6B}" type="slidenum">
              <a:rPr lang="ja-JP" altLang="en-US" smtClean="0"/>
              <a:pPr/>
              <a:t>55</a:t>
            </a:fld>
            <a:endParaRPr lang="ja-JP" altLang="en-US"/>
          </a:p>
        </p:txBody>
      </p:sp>
    </p:spTree>
    <p:extLst>
      <p:ext uri="{BB962C8B-B14F-4D97-AF65-F5344CB8AC3E}">
        <p14:creationId xmlns:p14="http://schemas.microsoft.com/office/powerpoint/2010/main" val="142746185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B67DE-7AC5-8021-C70D-5359CBEDC25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9AF9995-55CD-CEFC-2C14-8EBA4AA2BD4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10C5404-9990-057C-2142-B790B7FC5049}"/>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900EAE1-6EFB-9827-A32E-AB67B2E16DEA}"/>
              </a:ext>
            </a:extLst>
          </p:cNvPr>
          <p:cNvSpPr>
            <a:spLocks noGrp="1"/>
          </p:cNvSpPr>
          <p:nvPr>
            <p:ph type="sldNum" sz="quarter" idx="5"/>
          </p:nvPr>
        </p:nvSpPr>
        <p:spPr/>
        <p:txBody>
          <a:bodyPr/>
          <a:lstStyle/>
          <a:p>
            <a:fld id="{22A513D0-3D7F-C74C-934F-D5ED1A208C6B}" type="slidenum">
              <a:rPr lang="ja-JP" altLang="en-US" smtClean="0"/>
              <a:pPr/>
              <a:t>56</a:t>
            </a:fld>
            <a:endParaRPr lang="ja-JP" altLang="en-US"/>
          </a:p>
        </p:txBody>
      </p:sp>
    </p:spTree>
    <p:extLst>
      <p:ext uri="{BB962C8B-B14F-4D97-AF65-F5344CB8AC3E}">
        <p14:creationId xmlns:p14="http://schemas.microsoft.com/office/powerpoint/2010/main" val="1289292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0E3530-F9C5-389A-B3B5-60E58D500C7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4E7BE45-E025-B411-3680-4D86FD47E42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3975A61-C508-C252-9CC7-EBE011235476}"/>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C7C9FD7B-D6FB-07F1-5037-60480F93FB7B}"/>
              </a:ext>
            </a:extLst>
          </p:cNvPr>
          <p:cNvSpPr>
            <a:spLocks noGrp="1"/>
          </p:cNvSpPr>
          <p:nvPr>
            <p:ph type="sldNum" sz="quarter" idx="5"/>
          </p:nvPr>
        </p:nvSpPr>
        <p:spPr/>
        <p:txBody>
          <a:bodyPr/>
          <a:lstStyle/>
          <a:p>
            <a:fld id="{22A513D0-3D7F-C74C-934F-D5ED1A208C6B}" type="slidenum">
              <a:rPr lang="ja-JP" altLang="en-US" smtClean="0"/>
              <a:pPr/>
              <a:t>57</a:t>
            </a:fld>
            <a:endParaRPr lang="ja-JP" altLang="en-US"/>
          </a:p>
        </p:txBody>
      </p:sp>
    </p:spTree>
    <p:extLst>
      <p:ext uri="{BB962C8B-B14F-4D97-AF65-F5344CB8AC3E}">
        <p14:creationId xmlns:p14="http://schemas.microsoft.com/office/powerpoint/2010/main" val="134315537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03551B-3A64-FF1C-FDE8-6653627C658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EC4950F-26B0-9B24-2B08-1D13C4A520E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0A86B78-4586-E350-2C66-5879DDA7F07B}"/>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98F46F33-6282-4F0A-04D6-AD2613043853}"/>
              </a:ext>
            </a:extLst>
          </p:cNvPr>
          <p:cNvSpPr>
            <a:spLocks noGrp="1"/>
          </p:cNvSpPr>
          <p:nvPr>
            <p:ph type="sldNum" sz="quarter" idx="5"/>
          </p:nvPr>
        </p:nvSpPr>
        <p:spPr/>
        <p:txBody>
          <a:bodyPr/>
          <a:lstStyle/>
          <a:p>
            <a:fld id="{22A513D0-3D7F-C74C-934F-D5ED1A208C6B}" type="slidenum">
              <a:rPr lang="ja-JP" altLang="en-US" smtClean="0"/>
              <a:pPr/>
              <a:t>58</a:t>
            </a:fld>
            <a:endParaRPr lang="ja-JP" altLang="en-US"/>
          </a:p>
        </p:txBody>
      </p:sp>
    </p:spTree>
    <p:extLst>
      <p:ext uri="{BB962C8B-B14F-4D97-AF65-F5344CB8AC3E}">
        <p14:creationId xmlns:p14="http://schemas.microsoft.com/office/powerpoint/2010/main" val="49643154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jpeg"/><Relationship Id="rId1" Type="http://schemas.openxmlformats.org/officeDocument/2006/relationships/slideMaster" Target="../slideMasters/slideMaster1.xml"/><Relationship Id="rId4" Type="http://schemas.openxmlformats.org/officeDocument/2006/relationships/image" Target="../media/image20.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1.jpeg"/><Relationship Id="rId1" Type="http://schemas.openxmlformats.org/officeDocument/2006/relationships/slideMaster" Target="../slideMasters/slideMaster1.xml"/><Relationship Id="rId4" Type="http://schemas.openxmlformats.org/officeDocument/2006/relationships/image" Target="../media/image20.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_A">
    <p:spTree>
      <p:nvGrpSpPr>
        <p:cNvPr id="1" name=""/>
        <p:cNvGrpSpPr/>
        <p:nvPr/>
      </p:nvGrpSpPr>
      <p:grpSpPr>
        <a:xfrm>
          <a:off x="0" y="0"/>
          <a:ext cx="0" cy="0"/>
          <a:chOff x="0" y="0"/>
          <a:chExt cx="0" cy="0"/>
        </a:xfrm>
      </p:grpSpPr>
      <p:pic>
        <p:nvPicPr>
          <p:cNvPr id="7" name="図 6" descr="屋外, ブルー, 大きい, 座る が含まれている画像&#10;&#10;自動的に生成された説明">
            <a:extLst>
              <a:ext uri="{FF2B5EF4-FFF2-40B4-BE49-F238E27FC236}">
                <a16:creationId xmlns:a16="http://schemas.microsoft.com/office/drawing/2014/main" id="{9D2EAA20-FF9A-7846-B15A-9360F0CC88C2}"/>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6350" y="0"/>
            <a:ext cx="12185650" cy="6858000"/>
          </a:xfrm>
          <a:prstGeom prst="rect">
            <a:avLst/>
          </a:prstGeom>
        </p:spPr>
      </p:pic>
      <p:pic>
        <p:nvPicPr>
          <p:cNvPr id="11" name="図 10" descr="ロゴ&#10;&#10;自動的に生成された説明">
            <a:extLst>
              <a:ext uri="{FF2B5EF4-FFF2-40B4-BE49-F238E27FC236}">
                <a16:creationId xmlns:a16="http://schemas.microsoft.com/office/drawing/2014/main" id="{9A954FFE-7953-0043-BDE2-9E26E75A9B99}"/>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496322" y="2667459"/>
            <a:ext cx="2159000" cy="716032"/>
          </a:xfrm>
          <a:prstGeom prst="rect">
            <a:avLst/>
          </a:prstGeom>
        </p:spPr>
      </p:pic>
      <p:sp>
        <p:nvSpPr>
          <p:cNvPr id="15" name="object 13">
            <a:extLst>
              <a:ext uri="{FF2B5EF4-FFF2-40B4-BE49-F238E27FC236}">
                <a16:creationId xmlns:a16="http://schemas.microsoft.com/office/drawing/2014/main" id="{457962DE-D58E-9748-B57D-7C74F0CF7894}"/>
              </a:ext>
            </a:extLst>
          </p:cNvPr>
          <p:cNvSpPr txBox="1"/>
          <p:nvPr userDrawn="1"/>
        </p:nvSpPr>
        <p:spPr>
          <a:xfrm>
            <a:off x="8426998" y="6523040"/>
            <a:ext cx="3765001" cy="262123"/>
          </a:xfrm>
          <a:prstGeom prst="rect">
            <a:avLst/>
          </a:prstGeom>
        </p:spPr>
        <p:txBody>
          <a:bodyPr vert="horz" wrap="square" lIns="0" tIns="0" rIns="0" bIns="0" rtlCol="0">
            <a:spAutoFit/>
          </a:bodyPr>
          <a:lstStyle/>
          <a:p>
            <a:pPr marL="0">
              <a:lnSpc>
                <a:spcPts val="2000"/>
              </a:lnSpc>
              <a:spcBef>
                <a:spcPts val="0"/>
              </a:spcBef>
            </a:pPr>
            <a:r>
              <a:rPr sz="2000" b="0" i="0" kern="0" spc="100" baseline="0">
                <a:solidFill>
                  <a:srgbClr val="FFFFFF"/>
                </a:solidFill>
                <a:latin typeface="游ゴシック" panose="020B0400000000000000" pitchFamily="50" charset="-128"/>
                <a:ea typeface="游ゴシック" panose="020B0400000000000000" pitchFamily="50" charset="-128"/>
                <a:cs typeface="Roboto-Light"/>
              </a:rPr>
              <a:t>Humanware By Systemware</a:t>
            </a:r>
            <a:endParaRPr sz="2000" b="0" i="0" kern="0" spc="100" baseline="0">
              <a:latin typeface="游ゴシック" panose="020B0400000000000000" pitchFamily="50" charset="-128"/>
              <a:ea typeface="游ゴシック" panose="020B0400000000000000" pitchFamily="50" charset="-128"/>
              <a:cs typeface="Roboto-Light"/>
            </a:endParaRPr>
          </a:p>
        </p:txBody>
      </p:sp>
      <p:sp>
        <p:nvSpPr>
          <p:cNvPr id="12" name="object 13">
            <a:extLst>
              <a:ext uri="{FF2B5EF4-FFF2-40B4-BE49-F238E27FC236}">
                <a16:creationId xmlns:a16="http://schemas.microsoft.com/office/drawing/2014/main" id="{66814225-0BBF-0248-A4B0-E8623B0B5150}"/>
              </a:ext>
            </a:extLst>
          </p:cNvPr>
          <p:cNvSpPr txBox="1"/>
          <p:nvPr userDrawn="1"/>
        </p:nvSpPr>
        <p:spPr>
          <a:xfrm>
            <a:off x="496322" y="3676964"/>
            <a:ext cx="3613150" cy="307777"/>
          </a:xfrm>
          <a:prstGeom prst="rect">
            <a:avLst/>
          </a:prstGeom>
        </p:spPr>
        <p:txBody>
          <a:bodyPr vert="horz" wrap="square" lIns="0" tIns="0" rIns="0" bIns="0" rtlCol="0">
            <a:spAutoFit/>
          </a:bodyPr>
          <a:lstStyle/>
          <a:p>
            <a:pPr marL="0">
              <a:lnSpc>
                <a:spcPct val="100000"/>
              </a:lnSpc>
              <a:spcBef>
                <a:spcPts val="0"/>
              </a:spcBef>
            </a:pPr>
            <a:r>
              <a:rPr lang="en" sz="1000" b="1" spc="0">
                <a:solidFill>
                  <a:srgbClr val="014097"/>
                </a:solidFill>
                <a:latin typeface="+mn-ea"/>
                <a:ea typeface="+mn-ea"/>
                <a:cs typeface="Roboto-Light"/>
              </a:rPr>
              <a:t>NSW Inc. </a:t>
            </a:r>
            <a:endParaRPr lang="en" sz="1000" spc="0">
              <a:solidFill>
                <a:srgbClr val="014097"/>
              </a:solidFill>
              <a:latin typeface="+mn-ea"/>
              <a:ea typeface="+mn-ea"/>
              <a:cs typeface="Roboto-Light"/>
            </a:endParaRPr>
          </a:p>
          <a:p>
            <a:pPr marL="0">
              <a:lnSpc>
                <a:spcPct val="100000"/>
              </a:lnSpc>
              <a:spcBef>
                <a:spcPts val="0"/>
              </a:spcBef>
            </a:pPr>
            <a:r>
              <a:rPr lang="en" sz="1000" spc="0">
                <a:solidFill>
                  <a:srgbClr val="014097"/>
                </a:solidFill>
                <a:latin typeface="+mn-ea"/>
                <a:ea typeface="+mn-ea"/>
                <a:cs typeface="Roboto-Light"/>
              </a:rPr>
              <a:t>Confidential and Proprietary </a:t>
            </a:r>
            <a:endParaRPr sz="1000" spc="0">
              <a:solidFill>
                <a:srgbClr val="014097"/>
              </a:solidFill>
              <a:latin typeface="+mn-ea"/>
              <a:ea typeface="+mn-ea"/>
              <a:cs typeface="Roboto-Light"/>
            </a:endParaRPr>
          </a:p>
        </p:txBody>
      </p:sp>
      <p:sp>
        <p:nvSpPr>
          <p:cNvPr id="9" name="タイトル 3">
            <a:extLst>
              <a:ext uri="{FF2B5EF4-FFF2-40B4-BE49-F238E27FC236}">
                <a16:creationId xmlns:a16="http://schemas.microsoft.com/office/drawing/2014/main" id="{3AFEAA39-CC9D-453A-8582-D1810D8157C9}"/>
              </a:ext>
            </a:extLst>
          </p:cNvPr>
          <p:cNvSpPr>
            <a:spLocks noGrp="1"/>
          </p:cNvSpPr>
          <p:nvPr>
            <p:ph type="title"/>
          </p:nvPr>
        </p:nvSpPr>
        <p:spPr>
          <a:xfrm>
            <a:off x="4483100" y="1869059"/>
            <a:ext cx="7708900" cy="1647567"/>
          </a:xfrm>
          <a:prstGeom prst="rect">
            <a:avLst/>
          </a:prstGeom>
        </p:spPr>
        <p:txBody>
          <a:bodyPr anchor="b" anchorCtr="0"/>
          <a:lstStyle>
            <a:lvl1pPr>
              <a:lnSpc>
                <a:spcPct val="110000"/>
              </a:lnSpc>
              <a:defRPr sz="5000" b="1" spc="-70" baseline="0">
                <a:solidFill>
                  <a:schemeClr val="bg1"/>
                </a:solidFill>
                <a:latin typeface="游ゴシック" panose="020B0400000000000000" pitchFamily="50" charset="-128"/>
              </a:defRPr>
            </a:lvl1pPr>
          </a:lstStyle>
          <a:p>
            <a:endParaRPr kumimoji="1" lang="ja-JP" altLang="en-US"/>
          </a:p>
        </p:txBody>
      </p:sp>
      <p:sp>
        <p:nvSpPr>
          <p:cNvPr id="10" name="テキスト プレースホルダー 7">
            <a:extLst>
              <a:ext uri="{FF2B5EF4-FFF2-40B4-BE49-F238E27FC236}">
                <a16:creationId xmlns:a16="http://schemas.microsoft.com/office/drawing/2014/main" id="{43FC4110-2CF3-F745-F6BD-32F68E589F47}"/>
              </a:ext>
            </a:extLst>
          </p:cNvPr>
          <p:cNvSpPr>
            <a:spLocks noGrp="1"/>
          </p:cNvSpPr>
          <p:nvPr>
            <p:ph type="body" sz="quarter" idx="10" hasCustomPrompt="1"/>
          </p:nvPr>
        </p:nvSpPr>
        <p:spPr>
          <a:xfrm>
            <a:off x="4483100" y="3830851"/>
            <a:ext cx="7708900" cy="729037"/>
          </a:xfrm>
          <a:prstGeom prst="rect">
            <a:avLst/>
          </a:prstGeom>
        </p:spPr>
        <p:txBody>
          <a:bodyPr lIns="0" tIns="0" rIns="0" bIns="0"/>
          <a:lstStyle>
            <a:lvl1pPr marL="72000" marR="0" indent="0" defTabSz="914400" eaLnBrk="1" fontAlgn="auto" latinLnBrk="0" hangingPunct="1">
              <a:lnSpc>
                <a:spcPct val="110000"/>
              </a:lnSpc>
              <a:spcBef>
                <a:spcPts val="0"/>
              </a:spcBef>
              <a:spcAft>
                <a:spcPts val="0"/>
              </a:spcAft>
              <a:buClrTx/>
              <a:buSzTx/>
              <a:buFontTx/>
              <a:buNone/>
              <a:tabLst/>
              <a:defRPr sz="14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en-US" altLang="ja-JP"/>
              <a:t>2022.xx.xx</a:t>
            </a:r>
            <a:br>
              <a:rPr kumimoji="1" lang="en-US" altLang="ja-JP"/>
            </a:br>
            <a:r>
              <a:rPr kumimoji="1" lang="ja-JP" altLang="en-US"/>
              <a:t>サービスソリューション事業本部</a:t>
            </a:r>
            <a:r>
              <a:rPr kumimoji="1" lang="en-US" altLang="ja-JP" err="1"/>
              <a:t>xxxx</a:t>
            </a:r>
            <a:r>
              <a:rPr kumimoji="1" lang="ja-JP" altLang="en-US"/>
              <a:t>事業部</a:t>
            </a:r>
            <a:r>
              <a:rPr kumimoji="1" lang="en-US" altLang="ja-JP" err="1"/>
              <a:t>xxxxx</a:t>
            </a:r>
            <a:r>
              <a:rPr kumimoji="1" lang="ja-JP" altLang="en-US"/>
              <a:t>部</a:t>
            </a:r>
            <a:endParaRPr kumimoji="1" lang="en-US" altLang="ja-JP"/>
          </a:p>
          <a:p>
            <a:pPr lvl="0"/>
            <a:r>
              <a:rPr kumimoji="1" lang="ja-JP" altLang="en-US"/>
              <a:t>氏名</a:t>
            </a:r>
          </a:p>
        </p:txBody>
      </p:sp>
    </p:spTree>
    <p:extLst>
      <p:ext uri="{BB962C8B-B14F-4D97-AF65-F5344CB8AC3E}">
        <p14:creationId xmlns:p14="http://schemas.microsoft.com/office/powerpoint/2010/main" val="416517726"/>
      </p:ext>
    </p:extLst>
  </p:cSld>
  <p:clrMapOvr>
    <a:masterClrMapping/>
  </p:clrMapOvr>
  <p:extLst>
    <p:ext uri="{DCECCB84-F9BA-43D5-87BE-67443E8EF086}">
      <p15:sldGuideLst xmlns:p15="http://schemas.microsoft.com/office/powerpoint/2012/main">
        <p15:guide id="1" orient="horz" pos="3838">
          <p15:clr>
            <a:srgbClr val="FBAE40"/>
          </p15:clr>
        </p15:guide>
        <p15:guide id="3" orient="horz" pos="346">
          <p15:clr>
            <a:srgbClr val="FBAE40"/>
          </p15:clr>
        </p15:guide>
        <p15:guide id="4" pos="597">
          <p15:clr>
            <a:srgbClr val="FBAE40"/>
          </p15:clr>
        </p15:guide>
        <p15:guide id="5" pos="706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_B">
    <p:spTree>
      <p:nvGrpSpPr>
        <p:cNvPr id="1" name=""/>
        <p:cNvGrpSpPr/>
        <p:nvPr/>
      </p:nvGrpSpPr>
      <p:grpSpPr>
        <a:xfrm>
          <a:off x="0" y="0"/>
          <a:ext cx="0" cy="0"/>
          <a:chOff x="0" y="0"/>
          <a:chExt cx="0" cy="0"/>
        </a:xfrm>
      </p:grpSpPr>
      <p:pic>
        <p:nvPicPr>
          <p:cNvPr id="6" name="図 5" descr="屋外, 大きい, ブルー, ボート が含まれている画像&#10;&#10;自動的に生成された説明">
            <a:extLst>
              <a:ext uri="{FF2B5EF4-FFF2-40B4-BE49-F238E27FC236}">
                <a16:creationId xmlns:a16="http://schemas.microsoft.com/office/drawing/2014/main" id="{5A24B653-4F92-5C46-BD5F-EEB7C1C01D4A}"/>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6350" y="0"/>
            <a:ext cx="12185650" cy="6858000"/>
          </a:xfrm>
          <a:prstGeom prst="rect">
            <a:avLst/>
          </a:prstGeom>
        </p:spPr>
      </p:pic>
      <p:pic>
        <p:nvPicPr>
          <p:cNvPr id="11" name="図 10" descr="ロゴ&#10;&#10;自動的に生成された説明">
            <a:extLst>
              <a:ext uri="{FF2B5EF4-FFF2-40B4-BE49-F238E27FC236}">
                <a16:creationId xmlns:a16="http://schemas.microsoft.com/office/drawing/2014/main" id="{96905CA6-EF23-8946-A8A0-EAC0ABE06FEC}"/>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496322" y="2667459"/>
            <a:ext cx="2159000" cy="716032"/>
          </a:xfrm>
          <a:prstGeom prst="rect">
            <a:avLst/>
          </a:prstGeom>
        </p:spPr>
      </p:pic>
      <p:sp>
        <p:nvSpPr>
          <p:cNvPr id="12" name="object 13">
            <a:extLst>
              <a:ext uri="{FF2B5EF4-FFF2-40B4-BE49-F238E27FC236}">
                <a16:creationId xmlns:a16="http://schemas.microsoft.com/office/drawing/2014/main" id="{ED0B7ABB-64FB-214E-842A-93EBC152F2C9}"/>
              </a:ext>
            </a:extLst>
          </p:cNvPr>
          <p:cNvSpPr txBox="1"/>
          <p:nvPr userDrawn="1"/>
        </p:nvSpPr>
        <p:spPr>
          <a:xfrm>
            <a:off x="496322" y="3676964"/>
            <a:ext cx="3613150" cy="307777"/>
          </a:xfrm>
          <a:prstGeom prst="rect">
            <a:avLst/>
          </a:prstGeom>
        </p:spPr>
        <p:txBody>
          <a:bodyPr vert="horz" wrap="square" lIns="0" tIns="0" rIns="0" bIns="0" rtlCol="0">
            <a:spAutoFit/>
          </a:bodyPr>
          <a:lstStyle/>
          <a:p>
            <a:pPr marL="0">
              <a:lnSpc>
                <a:spcPct val="100000"/>
              </a:lnSpc>
              <a:spcBef>
                <a:spcPts val="0"/>
              </a:spcBef>
            </a:pPr>
            <a:r>
              <a:rPr lang="en" sz="1000" b="1" spc="0">
                <a:solidFill>
                  <a:schemeClr val="tx2"/>
                </a:solidFill>
                <a:latin typeface="+mn-ea"/>
                <a:ea typeface="+mn-ea"/>
                <a:cs typeface="Roboto-Light"/>
              </a:rPr>
              <a:t>NSW Inc. </a:t>
            </a:r>
            <a:endParaRPr lang="en" sz="1000" spc="0">
              <a:solidFill>
                <a:schemeClr val="tx2"/>
              </a:solidFill>
              <a:latin typeface="+mn-ea"/>
              <a:ea typeface="+mn-ea"/>
              <a:cs typeface="Roboto-Light"/>
            </a:endParaRPr>
          </a:p>
          <a:p>
            <a:pPr marL="0">
              <a:lnSpc>
                <a:spcPct val="100000"/>
              </a:lnSpc>
              <a:spcBef>
                <a:spcPts val="0"/>
              </a:spcBef>
            </a:pPr>
            <a:r>
              <a:rPr lang="en" sz="1000" spc="0">
                <a:solidFill>
                  <a:schemeClr val="tx2"/>
                </a:solidFill>
                <a:latin typeface="+mn-ea"/>
                <a:ea typeface="+mn-ea"/>
                <a:cs typeface="Roboto-Light"/>
              </a:rPr>
              <a:t>Confidential and Proprietary </a:t>
            </a:r>
            <a:endParaRPr sz="1000" spc="0">
              <a:solidFill>
                <a:schemeClr val="tx2"/>
              </a:solidFill>
              <a:latin typeface="+mn-ea"/>
              <a:ea typeface="+mn-ea"/>
              <a:cs typeface="Roboto-Light"/>
            </a:endParaRPr>
          </a:p>
        </p:txBody>
      </p:sp>
      <p:sp>
        <p:nvSpPr>
          <p:cNvPr id="13" name="object 13">
            <a:extLst>
              <a:ext uri="{FF2B5EF4-FFF2-40B4-BE49-F238E27FC236}">
                <a16:creationId xmlns:a16="http://schemas.microsoft.com/office/drawing/2014/main" id="{C454CD4D-A3C7-634B-B96C-F9C8A21C72FB}"/>
              </a:ext>
            </a:extLst>
          </p:cNvPr>
          <p:cNvSpPr txBox="1"/>
          <p:nvPr userDrawn="1"/>
        </p:nvSpPr>
        <p:spPr>
          <a:xfrm>
            <a:off x="8426998" y="6523040"/>
            <a:ext cx="3765001" cy="262123"/>
          </a:xfrm>
          <a:prstGeom prst="rect">
            <a:avLst/>
          </a:prstGeom>
        </p:spPr>
        <p:txBody>
          <a:bodyPr vert="horz" wrap="square" lIns="0" tIns="0" rIns="0" bIns="0" rtlCol="0">
            <a:spAutoFit/>
          </a:bodyPr>
          <a:lstStyle/>
          <a:p>
            <a:pPr marL="0">
              <a:lnSpc>
                <a:spcPts val="2000"/>
              </a:lnSpc>
              <a:spcBef>
                <a:spcPts val="0"/>
              </a:spcBef>
            </a:pPr>
            <a:r>
              <a:rPr sz="2000" b="0" i="0" kern="0" spc="100" baseline="0">
                <a:solidFill>
                  <a:srgbClr val="FFFFFF"/>
                </a:solidFill>
                <a:latin typeface="游ゴシック" panose="020B0400000000000000" pitchFamily="50" charset="-128"/>
                <a:ea typeface="游ゴシック" panose="020B0400000000000000" pitchFamily="50" charset="-128"/>
                <a:cs typeface="Roboto-Light"/>
              </a:rPr>
              <a:t>Humanware By Systemware</a:t>
            </a:r>
            <a:endParaRPr sz="2000" b="0" i="0" kern="0" spc="100" baseline="0">
              <a:latin typeface="游ゴシック" panose="020B0400000000000000" pitchFamily="50" charset="-128"/>
              <a:ea typeface="游ゴシック" panose="020B0400000000000000" pitchFamily="50" charset="-128"/>
              <a:cs typeface="Roboto-Light"/>
            </a:endParaRPr>
          </a:p>
        </p:txBody>
      </p:sp>
      <p:sp>
        <p:nvSpPr>
          <p:cNvPr id="8" name="タイトル 3">
            <a:extLst>
              <a:ext uri="{FF2B5EF4-FFF2-40B4-BE49-F238E27FC236}">
                <a16:creationId xmlns:a16="http://schemas.microsoft.com/office/drawing/2014/main" id="{856D77D9-FB83-4B59-89CA-9DCF5609FE18}"/>
              </a:ext>
            </a:extLst>
          </p:cNvPr>
          <p:cNvSpPr>
            <a:spLocks noGrp="1"/>
          </p:cNvSpPr>
          <p:nvPr>
            <p:ph type="title"/>
          </p:nvPr>
        </p:nvSpPr>
        <p:spPr>
          <a:xfrm>
            <a:off x="4483100" y="1869059"/>
            <a:ext cx="7708900" cy="1647567"/>
          </a:xfrm>
          <a:prstGeom prst="rect">
            <a:avLst/>
          </a:prstGeom>
        </p:spPr>
        <p:txBody>
          <a:bodyPr anchor="b" anchorCtr="0"/>
          <a:lstStyle>
            <a:lvl1pPr>
              <a:lnSpc>
                <a:spcPct val="110000"/>
              </a:lnSpc>
              <a:defRPr sz="5000" b="1" spc="-70" baseline="0">
                <a:solidFill>
                  <a:schemeClr val="bg1"/>
                </a:solidFill>
                <a:latin typeface="游ゴシック" panose="020B0400000000000000" pitchFamily="50" charset="-128"/>
              </a:defRPr>
            </a:lvl1pPr>
          </a:lstStyle>
          <a:p>
            <a:endParaRPr kumimoji="1" lang="ja-JP" altLang="en-US"/>
          </a:p>
        </p:txBody>
      </p:sp>
      <p:sp>
        <p:nvSpPr>
          <p:cNvPr id="9" name="テキスト プレースホルダー 7">
            <a:extLst>
              <a:ext uri="{FF2B5EF4-FFF2-40B4-BE49-F238E27FC236}">
                <a16:creationId xmlns:a16="http://schemas.microsoft.com/office/drawing/2014/main" id="{7ECBB5E0-3559-A012-A4EF-F763406D5A55}"/>
              </a:ext>
            </a:extLst>
          </p:cNvPr>
          <p:cNvSpPr>
            <a:spLocks noGrp="1"/>
          </p:cNvSpPr>
          <p:nvPr>
            <p:ph type="body" sz="quarter" idx="10" hasCustomPrompt="1"/>
          </p:nvPr>
        </p:nvSpPr>
        <p:spPr>
          <a:xfrm>
            <a:off x="4483100" y="3830851"/>
            <a:ext cx="7708900" cy="729037"/>
          </a:xfrm>
          <a:prstGeom prst="rect">
            <a:avLst/>
          </a:prstGeom>
        </p:spPr>
        <p:txBody>
          <a:bodyPr lIns="0" tIns="0" rIns="0" bIns="0"/>
          <a:lstStyle>
            <a:lvl1pPr marL="72000" marR="0" indent="0" defTabSz="914400" eaLnBrk="1" fontAlgn="auto" latinLnBrk="0" hangingPunct="1">
              <a:lnSpc>
                <a:spcPct val="110000"/>
              </a:lnSpc>
              <a:spcBef>
                <a:spcPts val="0"/>
              </a:spcBef>
              <a:spcAft>
                <a:spcPts val="0"/>
              </a:spcAft>
              <a:buClrTx/>
              <a:buSzTx/>
              <a:buFontTx/>
              <a:buNone/>
              <a:tabLst/>
              <a:defRPr sz="14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en-US" altLang="ja-JP"/>
              <a:t>2022.xx.xx</a:t>
            </a:r>
            <a:br>
              <a:rPr kumimoji="1" lang="en-US" altLang="ja-JP"/>
            </a:br>
            <a:r>
              <a:rPr kumimoji="1" lang="ja-JP" altLang="en-US"/>
              <a:t>サービスソリューション事業本部</a:t>
            </a:r>
            <a:r>
              <a:rPr kumimoji="1" lang="en-US" altLang="ja-JP" err="1"/>
              <a:t>xxxx</a:t>
            </a:r>
            <a:r>
              <a:rPr kumimoji="1" lang="ja-JP" altLang="en-US"/>
              <a:t>事業部</a:t>
            </a:r>
            <a:r>
              <a:rPr kumimoji="1" lang="en-US" altLang="ja-JP" err="1"/>
              <a:t>xxxxx</a:t>
            </a:r>
            <a:r>
              <a:rPr kumimoji="1" lang="ja-JP" altLang="en-US"/>
              <a:t>部</a:t>
            </a:r>
            <a:endParaRPr kumimoji="1" lang="en-US" altLang="ja-JP"/>
          </a:p>
          <a:p>
            <a:pPr lvl="0"/>
            <a:r>
              <a:rPr kumimoji="1" lang="ja-JP" altLang="en-US"/>
              <a:t>氏名</a:t>
            </a:r>
          </a:p>
        </p:txBody>
      </p:sp>
    </p:spTree>
    <p:extLst>
      <p:ext uri="{BB962C8B-B14F-4D97-AF65-F5344CB8AC3E}">
        <p14:creationId xmlns:p14="http://schemas.microsoft.com/office/powerpoint/2010/main" val="39144740"/>
      </p:ext>
    </p:extLst>
  </p:cSld>
  <p:clrMapOvr>
    <a:masterClrMapping/>
  </p:clrMapOvr>
  <p:extLst>
    <p:ext uri="{DCECCB84-F9BA-43D5-87BE-67443E8EF086}">
      <p15:sldGuideLst xmlns:p15="http://schemas.microsoft.com/office/powerpoint/2012/main">
        <p15:guide id="1" orient="horz" pos="3838">
          <p15:clr>
            <a:srgbClr val="FBAE40"/>
          </p15:clr>
        </p15:guide>
        <p15:guide id="2" pos="2275">
          <p15:clr>
            <a:srgbClr val="FBAE40"/>
          </p15:clr>
        </p15:guide>
        <p15:guide id="3" orient="horz" pos="346">
          <p15:clr>
            <a:srgbClr val="FBAE40"/>
          </p15:clr>
        </p15:guide>
        <p15:guide id="4" pos="619">
          <p15:clr>
            <a:srgbClr val="FBAE40"/>
          </p15:clr>
        </p15:guide>
        <p15:guide id="5" pos="706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_C">
    <p:spTree>
      <p:nvGrpSpPr>
        <p:cNvPr id="1" name=""/>
        <p:cNvGrpSpPr/>
        <p:nvPr/>
      </p:nvGrpSpPr>
      <p:grpSpPr>
        <a:xfrm>
          <a:off x="0" y="0"/>
          <a:ext cx="0" cy="0"/>
          <a:chOff x="0" y="0"/>
          <a:chExt cx="0" cy="0"/>
        </a:xfrm>
      </p:grpSpPr>
      <p:pic>
        <p:nvPicPr>
          <p:cNvPr id="3" name="図 2" descr="大きい, ブルー, 飛行機, 光 が含まれている画像&#10;&#10;自動的に生成された説明">
            <a:extLst>
              <a:ext uri="{FF2B5EF4-FFF2-40B4-BE49-F238E27FC236}">
                <a16:creationId xmlns:a16="http://schemas.microsoft.com/office/drawing/2014/main" id="{AF869BF1-1A12-4043-ABCF-28CF31774D12}"/>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6350" y="0"/>
            <a:ext cx="12185650" cy="6858000"/>
          </a:xfrm>
          <a:prstGeom prst="rect">
            <a:avLst/>
          </a:prstGeom>
        </p:spPr>
      </p:pic>
      <p:pic>
        <p:nvPicPr>
          <p:cNvPr id="11" name="図 10" descr="ロゴ&#10;&#10;自動的に生成された説明">
            <a:extLst>
              <a:ext uri="{FF2B5EF4-FFF2-40B4-BE49-F238E27FC236}">
                <a16:creationId xmlns:a16="http://schemas.microsoft.com/office/drawing/2014/main" id="{FE3C3301-CDAD-C045-B43F-BCB0C445CAD5}"/>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496322" y="2667459"/>
            <a:ext cx="2159000" cy="716032"/>
          </a:xfrm>
          <a:prstGeom prst="rect">
            <a:avLst/>
          </a:prstGeom>
        </p:spPr>
      </p:pic>
      <p:sp>
        <p:nvSpPr>
          <p:cNvPr id="12" name="object 13">
            <a:extLst>
              <a:ext uri="{FF2B5EF4-FFF2-40B4-BE49-F238E27FC236}">
                <a16:creationId xmlns:a16="http://schemas.microsoft.com/office/drawing/2014/main" id="{BEFB863D-72F5-1942-803C-C35A1EDA0974}"/>
              </a:ext>
            </a:extLst>
          </p:cNvPr>
          <p:cNvSpPr txBox="1"/>
          <p:nvPr userDrawn="1"/>
        </p:nvSpPr>
        <p:spPr>
          <a:xfrm>
            <a:off x="496322" y="3676964"/>
            <a:ext cx="3613150" cy="307777"/>
          </a:xfrm>
          <a:prstGeom prst="rect">
            <a:avLst/>
          </a:prstGeom>
        </p:spPr>
        <p:txBody>
          <a:bodyPr vert="horz" wrap="square" lIns="0" tIns="0" rIns="0" bIns="0" rtlCol="0">
            <a:spAutoFit/>
          </a:bodyPr>
          <a:lstStyle/>
          <a:p>
            <a:pPr marL="0">
              <a:lnSpc>
                <a:spcPct val="100000"/>
              </a:lnSpc>
              <a:spcBef>
                <a:spcPts val="0"/>
              </a:spcBef>
            </a:pPr>
            <a:r>
              <a:rPr lang="en" sz="1000" b="1" spc="0">
                <a:solidFill>
                  <a:schemeClr val="tx2"/>
                </a:solidFill>
                <a:latin typeface="+mn-ea"/>
                <a:ea typeface="+mn-ea"/>
                <a:cs typeface="Roboto-Light"/>
              </a:rPr>
              <a:t>NSW Inc. </a:t>
            </a:r>
            <a:endParaRPr lang="en" sz="1000" spc="0">
              <a:solidFill>
                <a:schemeClr val="tx2"/>
              </a:solidFill>
              <a:latin typeface="+mn-ea"/>
              <a:ea typeface="+mn-ea"/>
              <a:cs typeface="Roboto-Light"/>
            </a:endParaRPr>
          </a:p>
          <a:p>
            <a:pPr marL="0">
              <a:lnSpc>
                <a:spcPct val="100000"/>
              </a:lnSpc>
              <a:spcBef>
                <a:spcPts val="0"/>
              </a:spcBef>
            </a:pPr>
            <a:r>
              <a:rPr lang="en" sz="1000" spc="0">
                <a:solidFill>
                  <a:schemeClr val="tx2"/>
                </a:solidFill>
                <a:latin typeface="+mn-ea"/>
                <a:ea typeface="+mn-ea"/>
                <a:cs typeface="Roboto-Light"/>
              </a:rPr>
              <a:t>Confidential and Proprietary </a:t>
            </a:r>
            <a:endParaRPr sz="1000" spc="0">
              <a:solidFill>
                <a:schemeClr val="tx2"/>
              </a:solidFill>
              <a:latin typeface="+mn-ea"/>
              <a:ea typeface="+mn-ea"/>
              <a:cs typeface="Roboto-Light"/>
            </a:endParaRPr>
          </a:p>
        </p:txBody>
      </p:sp>
      <p:sp>
        <p:nvSpPr>
          <p:cNvPr id="13" name="object 13">
            <a:extLst>
              <a:ext uri="{FF2B5EF4-FFF2-40B4-BE49-F238E27FC236}">
                <a16:creationId xmlns:a16="http://schemas.microsoft.com/office/drawing/2014/main" id="{F73AAB62-C13A-924A-9827-18B80A17C9C9}"/>
              </a:ext>
            </a:extLst>
          </p:cNvPr>
          <p:cNvSpPr txBox="1"/>
          <p:nvPr userDrawn="1"/>
        </p:nvSpPr>
        <p:spPr>
          <a:xfrm>
            <a:off x="8426998" y="6523040"/>
            <a:ext cx="3765001" cy="262123"/>
          </a:xfrm>
          <a:prstGeom prst="rect">
            <a:avLst/>
          </a:prstGeom>
        </p:spPr>
        <p:txBody>
          <a:bodyPr vert="horz" wrap="square" lIns="0" tIns="0" rIns="0" bIns="0" rtlCol="0">
            <a:spAutoFit/>
          </a:bodyPr>
          <a:lstStyle/>
          <a:p>
            <a:pPr marL="0">
              <a:lnSpc>
                <a:spcPts val="2000"/>
              </a:lnSpc>
              <a:spcBef>
                <a:spcPts val="0"/>
              </a:spcBef>
            </a:pPr>
            <a:r>
              <a:rPr sz="2000" b="0" i="0" kern="0" spc="100" baseline="0">
                <a:solidFill>
                  <a:srgbClr val="FFFFFF"/>
                </a:solidFill>
                <a:latin typeface="游ゴシック" panose="020B0400000000000000" pitchFamily="50" charset="-128"/>
                <a:ea typeface="游ゴシック" panose="020B0400000000000000" pitchFamily="50" charset="-128"/>
                <a:cs typeface="Roboto-Light"/>
              </a:rPr>
              <a:t>Humanware By Systemware</a:t>
            </a:r>
            <a:endParaRPr sz="2000" b="0" i="0" kern="0" spc="100" baseline="0">
              <a:latin typeface="游ゴシック" panose="020B0400000000000000" pitchFamily="50" charset="-128"/>
              <a:ea typeface="游ゴシック" panose="020B0400000000000000" pitchFamily="50" charset="-128"/>
              <a:cs typeface="Roboto-Light"/>
            </a:endParaRPr>
          </a:p>
        </p:txBody>
      </p:sp>
      <p:sp>
        <p:nvSpPr>
          <p:cNvPr id="8" name="タイトル 3">
            <a:extLst>
              <a:ext uri="{FF2B5EF4-FFF2-40B4-BE49-F238E27FC236}">
                <a16:creationId xmlns:a16="http://schemas.microsoft.com/office/drawing/2014/main" id="{D1414726-42B8-4CB2-9AF3-CEBCCE9C15D8}"/>
              </a:ext>
            </a:extLst>
          </p:cNvPr>
          <p:cNvSpPr>
            <a:spLocks noGrp="1"/>
          </p:cNvSpPr>
          <p:nvPr>
            <p:ph type="title"/>
          </p:nvPr>
        </p:nvSpPr>
        <p:spPr>
          <a:xfrm>
            <a:off x="4483100" y="1869059"/>
            <a:ext cx="7708900" cy="1647567"/>
          </a:xfrm>
          <a:prstGeom prst="rect">
            <a:avLst/>
          </a:prstGeom>
        </p:spPr>
        <p:txBody>
          <a:bodyPr anchor="b" anchorCtr="0"/>
          <a:lstStyle>
            <a:lvl1pPr>
              <a:lnSpc>
                <a:spcPct val="110000"/>
              </a:lnSpc>
              <a:defRPr sz="5000" b="1" spc="-70" baseline="0">
                <a:solidFill>
                  <a:schemeClr val="bg1"/>
                </a:solidFill>
                <a:latin typeface="游ゴシック" panose="020B0400000000000000" pitchFamily="50" charset="-128"/>
              </a:defRPr>
            </a:lvl1pPr>
          </a:lstStyle>
          <a:p>
            <a:endParaRPr kumimoji="1" lang="ja-JP" altLang="en-US"/>
          </a:p>
        </p:txBody>
      </p:sp>
      <p:sp>
        <p:nvSpPr>
          <p:cNvPr id="9" name="テキスト プレースホルダー 7">
            <a:extLst>
              <a:ext uri="{FF2B5EF4-FFF2-40B4-BE49-F238E27FC236}">
                <a16:creationId xmlns:a16="http://schemas.microsoft.com/office/drawing/2014/main" id="{6447B79E-727A-F816-F4B9-AF6DE0EEA716}"/>
              </a:ext>
            </a:extLst>
          </p:cNvPr>
          <p:cNvSpPr>
            <a:spLocks noGrp="1"/>
          </p:cNvSpPr>
          <p:nvPr>
            <p:ph type="body" sz="quarter" idx="10" hasCustomPrompt="1"/>
          </p:nvPr>
        </p:nvSpPr>
        <p:spPr>
          <a:xfrm>
            <a:off x="4483100" y="3830851"/>
            <a:ext cx="7708900" cy="729037"/>
          </a:xfrm>
          <a:prstGeom prst="rect">
            <a:avLst/>
          </a:prstGeom>
        </p:spPr>
        <p:txBody>
          <a:bodyPr lIns="0" tIns="0" rIns="0" bIns="0"/>
          <a:lstStyle>
            <a:lvl1pPr marL="72000" marR="0" indent="0" defTabSz="914400" eaLnBrk="1" fontAlgn="auto" latinLnBrk="0" hangingPunct="1">
              <a:lnSpc>
                <a:spcPct val="110000"/>
              </a:lnSpc>
              <a:spcBef>
                <a:spcPts val="0"/>
              </a:spcBef>
              <a:spcAft>
                <a:spcPts val="0"/>
              </a:spcAft>
              <a:buClrTx/>
              <a:buSzTx/>
              <a:buFontTx/>
              <a:buNone/>
              <a:tabLst/>
              <a:defRPr sz="14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en-US" altLang="ja-JP"/>
              <a:t>2022.xx.xx</a:t>
            </a:r>
            <a:br>
              <a:rPr kumimoji="1" lang="en-US" altLang="ja-JP"/>
            </a:br>
            <a:r>
              <a:rPr kumimoji="1" lang="ja-JP" altLang="en-US"/>
              <a:t>サービスソリューション事業本部</a:t>
            </a:r>
            <a:r>
              <a:rPr kumimoji="1" lang="en-US" altLang="ja-JP" err="1"/>
              <a:t>xxxx</a:t>
            </a:r>
            <a:r>
              <a:rPr kumimoji="1" lang="ja-JP" altLang="en-US"/>
              <a:t>事業部</a:t>
            </a:r>
            <a:r>
              <a:rPr kumimoji="1" lang="en-US" altLang="ja-JP" err="1"/>
              <a:t>xxxxx</a:t>
            </a:r>
            <a:r>
              <a:rPr kumimoji="1" lang="ja-JP" altLang="en-US"/>
              <a:t>部</a:t>
            </a:r>
            <a:endParaRPr kumimoji="1" lang="en-US" altLang="ja-JP"/>
          </a:p>
          <a:p>
            <a:pPr lvl="0"/>
            <a:r>
              <a:rPr kumimoji="1" lang="ja-JP" altLang="en-US"/>
              <a:t>氏名</a:t>
            </a:r>
          </a:p>
        </p:txBody>
      </p:sp>
    </p:spTree>
    <p:extLst>
      <p:ext uri="{BB962C8B-B14F-4D97-AF65-F5344CB8AC3E}">
        <p14:creationId xmlns:p14="http://schemas.microsoft.com/office/powerpoint/2010/main" val="1166704000"/>
      </p:ext>
    </p:extLst>
  </p:cSld>
  <p:clrMapOvr>
    <a:masterClrMapping/>
  </p:clrMapOvr>
  <p:extLst>
    <p:ext uri="{DCECCB84-F9BA-43D5-87BE-67443E8EF086}">
      <p15:sldGuideLst xmlns:p15="http://schemas.microsoft.com/office/powerpoint/2012/main">
        <p15:guide id="1" orient="horz" pos="3838">
          <p15:clr>
            <a:srgbClr val="FBAE40"/>
          </p15:clr>
        </p15:guide>
        <p15:guide id="2" pos="2275">
          <p15:clr>
            <a:srgbClr val="FBAE40"/>
          </p15:clr>
        </p15:guide>
        <p15:guide id="3" orient="horz" pos="346">
          <p15:clr>
            <a:srgbClr val="FBAE40"/>
          </p15:clr>
        </p15:guide>
        <p15:guide id="4" pos="619">
          <p15:clr>
            <a:srgbClr val="FBAE40"/>
          </p15:clr>
        </p15:guide>
        <p15:guide id="5" pos="706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_D">
    <p:spTree>
      <p:nvGrpSpPr>
        <p:cNvPr id="1" name=""/>
        <p:cNvGrpSpPr/>
        <p:nvPr/>
      </p:nvGrpSpPr>
      <p:grpSpPr>
        <a:xfrm>
          <a:off x="0" y="0"/>
          <a:ext cx="0" cy="0"/>
          <a:chOff x="0" y="0"/>
          <a:chExt cx="0" cy="0"/>
        </a:xfrm>
      </p:grpSpPr>
      <p:pic>
        <p:nvPicPr>
          <p:cNvPr id="4" name="図 3" descr="ブルー, テーブル, 座る, コンピュータ が含まれている画像&#10;&#10;自動的に生成された説明">
            <a:extLst>
              <a:ext uri="{FF2B5EF4-FFF2-40B4-BE49-F238E27FC236}">
                <a16:creationId xmlns:a16="http://schemas.microsoft.com/office/drawing/2014/main" id="{0E27D772-2AE1-8E45-A8BE-9112DB24610A}"/>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6350" y="0"/>
            <a:ext cx="12185650" cy="6858000"/>
          </a:xfrm>
          <a:prstGeom prst="rect">
            <a:avLst/>
          </a:prstGeom>
        </p:spPr>
      </p:pic>
      <p:pic>
        <p:nvPicPr>
          <p:cNvPr id="11" name="図 10" descr="ロゴ&#10;&#10;自動的に生成された説明">
            <a:extLst>
              <a:ext uri="{FF2B5EF4-FFF2-40B4-BE49-F238E27FC236}">
                <a16:creationId xmlns:a16="http://schemas.microsoft.com/office/drawing/2014/main" id="{C855CF72-1EA8-9442-AA3B-ADA2D1D51BF9}"/>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496322" y="2667459"/>
            <a:ext cx="2159000" cy="716032"/>
          </a:xfrm>
          <a:prstGeom prst="rect">
            <a:avLst/>
          </a:prstGeom>
        </p:spPr>
      </p:pic>
      <p:sp>
        <p:nvSpPr>
          <p:cNvPr id="12" name="object 13">
            <a:extLst>
              <a:ext uri="{FF2B5EF4-FFF2-40B4-BE49-F238E27FC236}">
                <a16:creationId xmlns:a16="http://schemas.microsoft.com/office/drawing/2014/main" id="{1840C2B3-8C7B-D647-86DB-57A0E6F06DDF}"/>
              </a:ext>
            </a:extLst>
          </p:cNvPr>
          <p:cNvSpPr txBox="1"/>
          <p:nvPr userDrawn="1"/>
        </p:nvSpPr>
        <p:spPr>
          <a:xfrm>
            <a:off x="496322" y="3676964"/>
            <a:ext cx="3613150" cy="307777"/>
          </a:xfrm>
          <a:prstGeom prst="rect">
            <a:avLst/>
          </a:prstGeom>
        </p:spPr>
        <p:txBody>
          <a:bodyPr vert="horz" wrap="square" lIns="0" tIns="0" rIns="0" bIns="0" rtlCol="0">
            <a:spAutoFit/>
          </a:bodyPr>
          <a:lstStyle/>
          <a:p>
            <a:pPr marL="0">
              <a:lnSpc>
                <a:spcPct val="100000"/>
              </a:lnSpc>
              <a:spcBef>
                <a:spcPts val="0"/>
              </a:spcBef>
            </a:pPr>
            <a:r>
              <a:rPr lang="en" sz="1000" b="1" spc="0">
                <a:solidFill>
                  <a:schemeClr val="tx2"/>
                </a:solidFill>
                <a:latin typeface="+mn-ea"/>
                <a:ea typeface="+mn-ea"/>
                <a:cs typeface="Roboto-Light"/>
              </a:rPr>
              <a:t>NSW Inc. </a:t>
            </a:r>
            <a:endParaRPr lang="en" sz="1000" spc="0">
              <a:solidFill>
                <a:schemeClr val="tx2"/>
              </a:solidFill>
              <a:latin typeface="+mn-ea"/>
              <a:ea typeface="+mn-ea"/>
              <a:cs typeface="Roboto-Light"/>
            </a:endParaRPr>
          </a:p>
          <a:p>
            <a:pPr marL="0">
              <a:lnSpc>
                <a:spcPct val="100000"/>
              </a:lnSpc>
              <a:spcBef>
                <a:spcPts val="0"/>
              </a:spcBef>
            </a:pPr>
            <a:r>
              <a:rPr lang="en" sz="1000" spc="0">
                <a:solidFill>
                  <a:schemeClr val="tx2"/>
                </a:solidFill>
                <a:latin typeface="+mn-ea"/>
                <a:ea typeface="+mn-ea"/>
                <a:cs typeface="Roboto-Light"/>
              </a:rPr>
              <a:t>Confidential and Proprietary </a:t>
            </a:r>
            <a:endParaRPr sz="1000" spc="0">
              <a:solidFill>
                <a:schemeClr val="tx2"/>
              </a:solidFill>
              <a:latin typeface="+mn-ea"/>
              <a:ea typeface="+mn-ea"/>
              <a:cs typeface="Roboto-Light"/>
            </a:endParaRPr>
          </a:p>
        </p:txBody>
      </p:sp>
      <p:sp>
        <p:nvSpPr>
          <p:cNvPr id="13" name="object 13">
            <a:extLst>
              <a:ext uri="{FF2B5EF4-FFF2-40B4-BE49-F238E27FC236}">
                <a16:creationId xmlns:a16="http://schemas.microsoft.com/office/drawing/2014/main" id="{B15AD20B-A506-6D4E-857E-6B5E3D6B4904}"/>
              </a:ext>
            </a:extLst>
          </p:cNvPr>
          <p:cNvSpPr txBox="1"/>
          <p:nvPr userDrawn="1"/>
        </p:nvSpPr>
        <p:spPr>
          <a:xfrm>
            <a:off x="8426998" y="6523040"/>
            <a:ext cx="3765001" cy="262123"/>
          </a:xfrm>
          <a:prstGeom prst="rect">
            <a:avLst/>
          </a:prstGeom>
        </p:spPr>
        <p:txBody>
          <a:bodyPr vert="horz" wrap="square" lIns="0" tIns="0" rIns="0" bIns="0" rtlCol="0">
            <a:spAutoFit/>
          </a:bodyPr>
          <a:lstStyle/>
          <a:p>
            <a:pPr marL="0">
              <a:lnSpc>
                <a:spcPts val="2000"/>
              </a:lnSpc>
              <a:spcBef>
                <a:spcPts val="0"/>
              </a:spcBef>
            </a:pPr>
            <a:r>
              <a:rPr sz="2000" b="0" i="0" kern="0" spc="100" baseline="0">
                <a:solidFill>
                  <a:srgbClr val="FFFFFF"/>
                </a:solidFill>
                <a:latin typeface="游ゴシック" panose="020B0400000000000000" pitchFamily="50" charset="-128"/>
                <a:ea typeface="游ゴシック" panose="020B0400000000000000" pitchFamily="50" charset="-128"/>
                <a:cs typeface="Roboto-Light"/>
              </a:rPr>
              <a:t>Humanware By Systemware</a:t>
            </a:r>
            <a:endParaRPr sz="2000" b="0" i="0" kern="0" spc="100" baseline="0">
              <a:latin typeface="游ゴシック" panose="020B0400000000000000" pitchFamily="50" charset="-128"/>
              <a:ea typeface="游ゴシック" panose="020B0400000000000000" pitchFamily="50" charset="-128"/>
              <a:cs typeface="Roboto-Light"/>
            </a:endParaRPr>
          </a:p>
        </p:txBody>
      </p:sp>
      <p:sp>
        <p:nvSpPr>
          <p:cNvPr id="14" name="タイトル 3">
            <a:extLst>
              <a:ext uri="{FF2B5EF4-FFF2-40B4-BE49-F238E27FC236}">
                <a16:creationId xmlns:a16="http://schemas.microsoft.com/office/drawing/2014/main" id="{CDC066BE-1EEA-F840-AE5C-E783F2EACEB7}"/>
              </a:ext>
            </a:extLst>
          </p:cNvPr>
          <p:cNvSpPr>
            <a:spLocks noGrp="1"/>
          </p:cNvSpPr>
          <p:nvPr>
            <p:ph type="title" hasCustomPrompt="1"/>
          </p:nvPr>
        </p:nvSpPr>
        <p:spPr>
          <a:xfrm>
            <a:off x="4483100" y="1869059"/>
            <a:ext cx="7708900" cy="1647567"/>
          </a:xfrm>
          <a:prstGeom prst="rect">
            <a:avLst/>
          </a:prstGeom>
        </p:spPr>
        <p:txBody>
          <a:bodyPr anchor="b" anchorCtr="0"/>
          <a:lstStyle>
            <a:lvl1pPr>
              <a:lnSpc>
                <a:spcPct val="110000"/>
              </a:lnSpc>
              <a:defRPr sz="5000" b="1" spc="-70" baseline="0">
                <a:solidFill>
                  <a:schemeClr val="bg1"/>
                </a:solidFill>
                <a:latin typeface="游ゴシック" panose="020B0400000000000000" pitchFamily="50" charset="-128"/>
              </a:defRPr>
            </a:lvl1pPr>
          </a:lstStyle>
          <a:p>
            <a:r>
              <a:rPr kumimoji="1" lang="en" altLang="ja-JP"/>
              <a:t>IoT</a:t>
            </a:r>
            <a:r>
              <a:rPr kumimoji="1" lang="ja-JP" altLang="en-US"/>
              <a:t>ソリューションの</a:t>
            </a:r>
            <a:br>
              <a:rPr kumimoji="1" lang="ja-JP" altLang="en-US"/>
            </a:br>
            <a:r>
              <a:rPr kumimoji="1" lang="ja-JP" altLang="en-US"/>
              <a:t>ご紹介</a:t>
            </a:r>
          </a:p>
        </p:txBody>
      </p:sp>
      <p:sp>
        <p:nvSpPr>
          <p:cNvPr id="15" name="テキスト プレースホルダー 7">
            <a:extLst>
              <a:ext uri="{FF2B5EF4-FFF2-40B4-BE49-F238E27FC236}">
                <a16:creationId xmlns:a16="http://schemas.microsoft.com/office/drawing/2014/main" id="{B4B28868-5BF0-1746-B3CD-9B19D4031EEA}"/>
              </a:ext>
            </a:extLst>
          </p:cNvPr>
          <p:cNvSpPr>
            <a:spLocks noGrp="1"/>
          </p:cNvSpPr>
          <p:nvPr>
            <p:ph type="body" sz="quarter" idx="10" hasCustomPrompt="1"/>
          </p:nvPr>
        </p:nvSpPr>
        <p:spPr>
          <a:xfrm>
            <a:off x="4483100" y="3830852"/>
            <a:ext cx="7708900" cy="461280"/>
          </a:xfrm>
          <a:prstGeom prst="rect">
            <a:avLst/>
          </a:prstGeom>
        </p:spPr>
        <p:txBody>
          <a:bodyPr lIns="0" tIns="0" rIns="0" bIns="0"/>
          <a:lstStyle>
            <a:lvl1pPr marL="72000" marR="0" indent="0" defTabSz="914400" eaLnBrk="1" fontAlgn="auto" latinLnBrk="0" hangingPunct="1">
              <a:lnSpc>
                <a:spcPct val="110000"/>
              </a:lnSpc>
              <a:spcBef>
                <a:spcPts val="0"/>
              </a:spcBef>
              <a:spcAft>
                <a:spcPts val="0"/>
              </a:spcAft>
              <a:buClrTx/>
              <a:buSzTx/>
              <a:buFontTx/>
              <a:buNone/>
              <a:tabLst/>
              <a:defRPr sz="14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en-US" altLang="ja-JP"/>
              <a:t>2022.4.1</a:t>
            </a:r>
            <a:br>
              <a:rPr kumimoji="1" lang="en-US" altLang="ja-JP"/>
            </a:br>
            <a:r>
              <a:rPr kumimoji="1" lang="ja-JP" altLang="en-US"/>
              <a:t>サービスソリューション事業本部</a:t>
            </a:r>
          </a:p>
        </p:txBody>
      </p:sp>
    </p:spTree>
    <p:extLst>
      <p:ext uri="{BB962C8B-B14F-4D97-AF65-F5344CB8AC3E}">
        <p14:creationId xmlns:p14="http://schemas.microsoft.com/office/powerpoint/2010/main" val="3654195047"/>
      </p:ext>
    </p:extLst>
  </p:cSld>
  <p:clrMapOvr>
    <a:masterClrMapping/>
  </p:clrMapOvr>
  <p:extLst>
    <p:ext uri="{DCECCB84-F9BA-43D5-87BE-67443E8EF086}">
      <p15:sldGuideLst xmlns:p15="http://schemas.microsoft.com/office/powerpoint/2012/main">
        <p15:guide id="1" orient="horz" pos="3838">
          <p15:clr>
            <a:srgbClr val="FBAE40"/>
          </p15:clr>
        </p15:guide>
        <p15:guide id="2" pos="2275">
          <p15:clr>
            <a:srgbClr val="FBAE40"/>
          </p15:clr>
        </p15:guide>
        <p15:guide id="3" orient="horz" pos="346">
          <p15:clr>
            <a:srgbClr val="FBAE40"/>
          </p15:clr>
        </p15:guide>
        <p15:guide id="4" pos="619">
          <p15:clr>
            <a:srgbClr val="FBAE40"/>
          </p15:clr>
        </p15:guide>
        <p15:guide id="5" pos="706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NDEX">
    <p:spTree>
      <p:nvGrpSpPr>
        <p:cNvPr id="1" name=""/>
        <p:cNvGrpSpPr/>
        <p:nvPr/>
      </p:nvGrpSpPr>
      <p:grpSpPr>
        <a:xfrm>
          <a:off x="0" y="0"/>
          <a:ext cx="0" cy="0"/>
          <a:chOff x="0" y="0"/>
          <a:chExt cx="0" cy="0"/>
        </a:xfrm>
      </p:grpSpPr>
      <p:pic>
        <p:nvPicPr>
          <p:cNvPr id="3" name="図 2" descr="屋内, 座る, テーブル, コンピュータ が含まれている画像&#10;&#10;自動的に生成された説明">
            <a:extLst>
              <a:ext uri="{FF2B5EF4-FFF2-40B4-BE49-F238E27FC236}">
                <a16:creationId xmlns:a16="http://schemas.microsoft.com/office/drawing/2014/main" id="{9F587420-997C-4D4E-B3E0-2697D954CD59}"/>
              </a:ext>
            </a:extLst>
          </p:cNvPr>
          <p:cNvPicPr>
            <a:picLocks noChangeAspect="1"/>
          </p:cNvPicPr>
          <p:nvPr userDrawn="1"/>
        </p:nvPicPr>
        <p:blipFill>
          <a:blip r:embed="rId2" cstate="email">
            <a:extLst>
              <a:ext uri="{BEBA8EAE-BF5A-486C-A8C5-ECC9F3942E4B}">
                <a14:imgProps xmlns:a14="http://schemas.microsoft.com/office/drawing/2010/main">
                  <a14:imgLayer r:embed="rId3">
                    <a14:imgEffect>
                      <a14:brightnessContrast bright="-20000"/>
                    </a14:imgEffect>
                  </a14:imgLayer>
                </a14:imgProps>
              </a:ex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7" name="正方形/長方形 6">
            <a:extLst>
              <a:ext uri="{FF2B5EF4-FFF2-40B4-BE49-F238E27FC236}">
                <a16:creationId xmlns:a16="http://schemas.microsoft.com/office/drawing/2014/main" id="{80059080-9AC8-6E7C-9CCB-8CDF69B84D7A}"/>
              </a:ext>
            </a:extLst>
          </p:cNvPr>
          <p:cNvSpPr/>
          <p:nvPr userDrawn="1"/>
        </p:nvSpPr>
        <p:spPr>
          <a:xfrm>
            <a:off x="0" y="0"/>
            <a:ext cx="418320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object 2">
            <a:extLst>
              <a:ext uri="{FF2B5EF4-FFF2-40B4-BE49-F238E27FC236}">
                <a16:creationId xmlns:a16="http://schemas.microsoft.com/office/drawing/2014/main" id="{844EF896-2216-1049-85CC-9690A84CF016}"/>
              </a:ext>
            </a:extLst>
          </p:cNvPr>
          <p:cNvSpPr txBox="1"/>
          <p:nvPr userDrawn="1"/>
        </p:nvSpPr>
        <p:spPr>
          <a:xfrm>
            <a:off x="982664" y="2952709"/>
            <a:ext cx="3200538" cy="878840"/>
          </a:xfrm>
          <a:prstGeom prst="rect">
            <a:avLst/>
          </a:prstGeom>
        </p:spPr>
        <p:txBody>
          <a:bodyPr vert="horz" wrap="square" lIns="0" tIns="12700" rIns="0" bIns="0" rtlCol="0">
            <a:spAutoFit/>
          </a:bodyPr>
          <a:lstStyle/>
          <a:p>
            <a:pPr marL="12700">
              <a:lnSpc>
                <a:spcPct val="100000"/>
              </a:lnSpc>
              <a:spcBef>
                <a:spcPts val="100"/>
              </a:spcBef>
            </a:pPr>
            <a:r>
              <a:rPr sz="5600" spc="-5">
                <a:solidFill>
                  <a:schemeClr val="tx2"/>
                </a:solidFill>
                <a:latin typeface="+mn-ea"/>
                <a:ea typeface="+mn-ea"/>
                <a:cs typeface="Roboto-Light"/>
              </a:rPr>
              <a:t>INDEX</a:t>
            </a:r>
            <a:endParaRPr sz="5600">
              <a:solidFill>
                <a:schemeClr val="tx2"/>
              </a:solidFill>
              <a:latin typeface="+mn-ea"/>
              <a:ea typeface="+mn-ea"/>
              <a:cs typeface="Roboto-Light"/>
            </a:endParaRPr>
          </a:p>
        </p:txBody>
      </p:sp>
      <p:sp>
        <p:nvSpPr>
          <p:cNvPr id="6" name="Holder 6">
            <a:extLst>
              <a:ext uri="{FF2B5EF4-FFF2-40B4-BE49-F238E27FC236}">
                <a16:creationId xmlns:a16="http://schemas.microsoft.com/office/drawing/2014/main" id="{562E7341-9213-42C3-804D-2469A55D5955}"/>
              </a:ext>
            </a:extLst>
          </p:cNvPr>
          <p:cNvSpPr>
            <a:spLocks noGrp="1"/>
          </p:cNvSpPr>
          <p:nvPr>
            <p:ph type="sldNum" sz="quarter" idx="7"/>
          </p:nvPr>
        </p:nvSpPr>
        <p:spPr>
          <a:xfrm>
            <a:off x="11521440" y="6518701"/>
            <a:ext cx="375920" cy="150246"/>
          </a:xfrm>
          <a:prstGeom prst="rect">
            <a:avLst/>
          </a:prstGeom>
        </p:spPr>
        <p:txBody>
          <a:bodyPr lIns="0" tIns="0" rIns="0" bIns="0"/>
          <a:lstStyle>
            <a:lvl1pPr algn="r">
              <a:defRPr sz="1200" b="0" i="0">
                <a:solidFill>
                  <a:schemeClr val="bg1"/>
                </a:solidFill>
                <a:latin typeface="+mn-ea"/>
                <a:ea typeface="+mn-ea"/>
              </a:defRPr>
            </a:lvl1pPr>
          </a:lstStyle>
          <a:p>
            <a:fld id="{B6F15528-21DE-4FAA-801E-634DDDAF4B2B}" type="slidenum">
              <a:rPr lang="en-US" altLang="ja-JP" smtClean="0"/>
              <a:pPr/>
              <a:t>‹#›</a:t>
            </a:fld>
            <a:endParaRPr lang="en-US" altLang="ja-JP"/>
          </a:p>
        </p:txBody>
      </p:sp>
      <p:sp>
        <p:nvSpPr>
          <p:cNvPr id="8" name="コンテンツ プレースホルダー 2">
            <a:extLst>
              <a:ext uri="{FF2B5EF4-FFF2-40B4-BE49-F238E27FC236}">
                <a16:creationId xmlns:a16="http://schemas.microsoft.com/office/drawing/2014/main" id="{75DA94B9-E898-F281-7898-68D55F7F8A5E}"/>
              </a:ext>
            </a:extLst>
          </p:cNvPr>
          <p:cNvSpPr>
            <a:spLocks noGrp="1"/>
          </p:cNvSpPr>
          <p:nvPr>
            <p:ph sz="half" idx="1" hasCustomPrompt="1"/>
          </p:nvPr>
        </p:nvSpPr>
        <p:spPr>
          <a:xfrm>
            <a:off x="4472912" y="549275"/>
            <a:ext cx="6736426" cy="5543550"/>
          </a:xfrm>
          <a:prstGeom prst="rect">
            <a:avLst/>
          </a:prstGeom>
        </p:spPr>
        <p:txBody>
          <a:bodyPr lIns="0" tIns="36000" rIns="0" bIns="36000"/>
          <a:lstStyle>
            <a:lvl1pPr marL="457200" indent="-457200">
              <a:lnSpc>
                <a:spcPct val="150000"/>
              </a:lnSpc>
              <a:buClr>
                <a:schemeClr val="bg2"/>
              </a:buClr>
              <a:buFont typeface="+mj-lt"/>
              <a:buAutoNum type="arabicPeriod"/>
              <a:defRPr sz="2400" b="0">
                <a:solidFill>
                  <a:schemeClr val="bg1"/>
                </a:solidFill>
                <a:latin typeface="+mj-lt"/>
                <a:ea typeface="+mn-ea"/>
              </a:defRPr>
            </a:lvl1pPr>
            <a:lvl2pPr>
              <a:buClr>
                <a:schemeClr val="bg2"/>
              </a:buClr>
              <a:defRPr sz="1400" b="0">
                <a:solidFill>
                  <a:schemeClr val="bg1"/>
                </a:solidFill>
                <a:latin typeface="+mn-ea"/>
                <a:ea typeface="+mn-ea"/>
              </a:defRPr>
            </a:lvl2pPr>
            <a:lvl3pPr>
              <a:defRPr sz="1400" b="0">
                <a:solidFill>
                  <a:schemeClr val="tx1">
                    <a:lumMod val="65000"/>
                    <a:lumOff val="35000"/>
                  </a:schemeClr>
                </a:solidFill>
                <a:latin typeface="+mn-ea"/>
                <a:ea typeface="+mn-ea"/>
              </a:defRPr>
            </a:lvl3pPr>
            <a:lvl4pPr>
              <a:defRPr sz="1400" b="0">
                <a:solidFill>
                  <a:schemeClr val="tx1">
                    <a:lumMod val="65000"/>
                    <a:lumOff val="35000"/>
                  </a:schemeClr>
                </a:solidFill>
                <a:latin typeface="+mn-ea"/>
                <a:ea typeface="+mn-ea"/>
              </a:defRPr>
            </a:lvl4pPr>
            <a:lvl5pPr>
              <a:defRPr sz="1400" b="0">
                <a:solidFill>
                  <a:schemeClr val="tx1">
                    <a:lumMod val="65000"/>
                    <a:lumOff val="35000"/>
                  </a:schemeClr>
                </a:solidFill>
                <a:latin typeface="+mn-ea"/>
                <a:ea typeface="+mn-ea"/>
              </a:defRPr>
            </a:lvl5pPr>
            <a:lvl6pPr>
              <a:defRPr sz="1841"/>
            </a:lvl6pPr>
            <a:lvl7pPr>
              <a:defRPr sz="1841"/>
            </a:lvl7pPr>
            <a:lvl8pPr>
              <a:defRPr sz="1841"/>
            </a:lvl8pPr>
            <a:lvl9pPr>
              <a:defRPr sz="1841"/>
            </a:lvl9pPr>
          </a:lstStyle>
          <a:p>
            <a:pPr lvl="0"/>
            <a:r>
              <a:rPr lang="ja-JP" altLang="en-US"/>
              <a:t>目次</a:t>
            </a:r>
            <a:endParaRPr lang="en-US" altLang="ja-JP"/>
          </a:p>
          <a:p>
            <a:pPr lvl="1"/>
            <a:endParaRPr lang="ja-JP" altLang="en-US"/>
          </a:p>
        </p:txBody>
      </p:sp>
      <p:sp>
        <p:nvSpPr>
          <p:cNvPr id="9" name="コンテンツ プレースホルダー 2">
            <a:extLst>
              <a:ext uri="{FF2B5EF4-FFF2-40B4-BE49-F238E27FC236}">
                <a16:creationId xmlns:a16="http://schemas.microsoft.com/office/drawing/2014/main" id="{50EA3F7F-3FEB-654D-8C09-DF6A5C29B8A5}"/>
              </a:ext>
            </a:extLst>
          </p:cNvPr>
          <p:cNvSpPr>
            <a:spLocks noGrp="1"/>
          </p:cNvSpPr>
          <p:nvPr>
            <p:ph sz="half" idx="14" hasCustomPrompt="1"/>
          </p:nvPr>
        </p:nvSpPr>
        <p:spPr>
          <a:xfrm>
            <a:off x="11209338" y="549275"/>
            <a:ext cx="720000" cy="5543550"/>
          </a:xfrm>
          <a:prstGeom prst="rect">
            <a:avLst/>
          </a:prstGeom>
        </p:spPr>
        <p:txBody>
          <a:bodyPr lIns="0" tIns="36000" rIns="0" bIns="36000"/>
          <a:lstStyle>
            <a:lvl1pPr marL="0" indent="0" algn="r">
              <a:lnSpc>
                <a:spcPct val="150000"/>
              </a:lnSpc>
              <a:buFont typeface="Arial" panose="020B0604020202020204" pitchFamily="34" charset="0"/>
              <a:buNone/>
              <a:defRPr sz="2400" b="0">
                <a:solidFill>
                  <a:schemeClr val="bg1"/>
                </a:solidFill>
                <a:latin typeface="+mj-lt"/>
                <a:ea typeface="+mn-ea"/>
              </a:defRPr>
            </a:lvl1pPr>
            <a:lvl2pPr>
              <a:defRPr sz="1200" b="0">
                <a:solidFill>
                  <a:schemeClr val="tx1">
                    <a:lumMod val="65000"/>
                    <a:lumOff val="35000"/>
                  </a:schemeClr>
                </a:solidFill>
                <a:latin typeface="+mn-ea"/>
                <a:ea typeface="+mn-ea"/>
              </a:defRPr>
            </a:lvl2pPr>
            <a:lvl3pPr>
              <a:defRPr sz="1400" b="0">
                <a:solidFill>
                  <a:schemeClr val="tx1">
                    <a:lumMod val="65000"/>
                    <a:lumOff val="35000"/>
                  </a:schemeClr>
                </a:solidFill>
                <a:latin typeface="+mn-ea"/>
                <a:ea typeface="+mn-ea"/>
              </a:defRPr>
            </a:lvl3pPr>
            <a:lvl4pPr>
              <a:defRPr sz="1400" b="0">
                <a:solidFill>
                  <a:schemeClr val="tx1">
                    <a:lumMod val="65000"/>
                    <a:lumOff val="35000"/>
                  </a:schemeClr>
                </a:solidFill>
                <a:latin typeface="+mn-ea"/>
                <a:ea typeface="+mn-ea"/>
              </a:defRPr>
            </a:lvl4pPr>
            <a:lvl5pPr>
              <a:defRPr sz="1400" b="0">
                <a:solidFill>
                  <a:schemeClr val="tx1">
                    <a:lumMod val="65000"/>
                    <a:lumOff val="35000"/>
                  </a:schemeClr>
                </a:solidFill>
                <a:latin typeface="+mn-ea"/>
                <a:ea typeface="+mn-ea"/>
              </a:defRPr>
            </a:lvl5pPr>
            <a:lvl6pPr>
              <a:defRPr sz="1841"/>
            </a:lvl6pPr>
            <a:lvl7pPr>
              <a:defRPr sz="1841"/>
            </a:lvl7pPr>
            <a:lvl8pPr>
              <a:defRPr sz="1841"/>
            </a:lvl8pPr>
            <a:lvl9pPr>
              <a:defRPr sz="1841"/>
            </a:lvl9pPr>
          </a:lstStyle>
          <a:p>
            <a:pPr lvl="0"/>
            <a:r>
              <a:rPr lang="en-US" altLang="ja-JP"/>
              <a:t>…01</a:t>
            </a:r>
            <a:endParaRPr lang="ja-JP" altLang="en-US"/>
          </a:p>
        </p:txBody>
      </p:sp>
      <p:sp>
        <p:nvSpPr>
          <p:cNvPr id="10" name="正方形/長方形 9">
            <a:extLst>
              <a:ext uri="{FF2B5EF4-FFF2-40B4-BE49-F238E27FC236}">
                <a16:creationId xmlns:a16="http://schemas.microsoft.com/office/drawing/2014/main" id="{AE42BEE5-A3C6-15C6-937B-EA9053CC4ADA}"/>
              </a:ext>
            </a:extLst>
          </p:cNvPr>
          <p:cNvSpPr/>
          <p:nvPr userDrawn="1"/>
        </p:nvSpPr>
        <p:spPr>
          <a:xfrm>
            <a:off x="4178272" y="0"/>
            <a:ext cx="15469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278613157"/>
      </p:ext>
    </p:extLst>
  </p:cSld>
  <p:clrMapOvr>
    <a:masterClrMapping/>
  </p:clrMapOvr>
  <p:extLst>
    <p:ext uri="{DCECCB84-F9BA-43D5-87BE-67443E8EF086}">
      <p15:sldGuideLst xmlns:p15="http://schemas.microsoft.com/office/powerpoint/2012/main">
        <p15:guide id="1" orient="horz" pos="3838">
          <p15:clr>
            <a:srgbClr val="FBAE40"/>
          </p15:clr>
        </p15:guide>
        <p15:guide id="2" pos="2275">
          <p15:clr>
            <a:srgbClr val="FBAE40"/>
          </p15:clr>
        </p15:guide>
        <p15:guide id="3" orient="horz" pos="346">
          <p15:clr>
            <a:srgbClr val="FBAE40"/>
          </p15:clr>
        </p15:guide>
        <p15:guide id="4" pos="619">
          <p15:clr>
            <a:srgbClr val="FBAE40"/>
          </p15:clr>
        </p15:guide>
        <p15:guide id="5" pos="706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OBIRA">
    <p:spTree>
      <p:nvGrpSpPr>
        <p:cNvPr id="1" name=""/>
        <p:cNvGrpSpPr/>
        <p:nvPr/>
      </p:nvGrpSpPr>
      <p:grpSpPr>
        <a:xfrm>
          <a:off x="0" y="0"/>
          <a:ext cx="0" cy="0"/>
          <a:chOff x="0" y="0"/>
          <a:chExt cx="0" cy="0"/>
        </a:xfrm>
      </p:grpSpPr>
      <p:pic>
        <p:nvPicPr>
          <p:cNvPr id="7" name="図 6" descr="背景パターン が含まれている画像&#10;&#10;自動的に生成された説明">
            <a:extLst>
              <a:ext uri="{FF2B5EF4-FFF2-40B4-BE49-F238E27FC236}">
                <a16:creationId xmlns:a16="http://schemas.microsoft.com/office/drawing/2014/main" id="{A415ADC2-F3EB-804F-88FF-C6D5A3F64789}"/>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4" name="object 27">
            <a:extLst>
              <a:ext uri="{FF2B5EF4-FFF2-40B4-BE49-F238E27FC236}">
                <a16:creationId xmlns:a16="http://schemas.microsoft.com/office/drawing/2014/main" id="{E2B5DF63-EE46-3148-8704-03CB0A7FD340}"/>
              </a:ext>
            </a:extLst>
          </p:cNvPr>
          <p:cNvSpPr txBox="1"/>
          <p:nvPr userDrawn="1"/>
        </p:nvSpPr>
        <p:spPr>
          <a:xfrm>
            <a:off x="1283625" y="6509295"/>
            <a:ext cx="2540000" cy="166712"/>
          </a:xfrm>
          <a:prstGeom prst="rect">
            <a:avLst/>
          </a:prstGeom>
        </p:spPr>
        <p:txBody>
          <a:bodyPr vert="horz" wrap="square" lIns="0" tIns="12700" rIns="0" bIns="0" rtlCol="0">
            <a:spAutoFit/>
          </a:bodyPr>
          <a:lstStyle/>
          <a:p>
            <a:pPr marL="12700">
              <a:lnSpc>
                <a:spcPct val="100000"/>
              </a:lnSpc>
              <a:spcBef>
                <a:spcPts val="100"/>
              </a:spcBef>
            </a:pPr>
            <a:r>
              <a:rPr lang="en" sz="1000" b="1" i="0" spc="-5">
                <a:solidFill>
                  <a:schemeClr val="tx2"/>
                </a:solidFill>
                <a:latin typeface="+mj-ea"/>
                <a:ea typeface="+mj-ea"/>
                <a:cs typeface="Arial"/>
              </a:rPr>
              <a:t>NSW Inc. </a:t>
            </a:r>
            <a:r>
              <a:rPr lang="en" sz="1000" b="0" i="0" spc="-5">
                <a:solidFill>
                  <a:schemeClr val="tx2"/>
                </a:solidFill>
                <a:latin typeface="+mj-ea"/>
                <a:ea typeface="+mj-ea"/>
                <a:cs typeface="Arial"/>
              </a:rPr>
              <a:t>| Confidential and Proprietary</a:t>
            </a:r>
            <a:endParaRPr sz="1000" b="0" i="0">
              <a:solidFill>
                <a:schemeClr val="tx2"/>
              </a:solidFill>
              <a:latin typeface="+mj-ea"/>
              <a:ea typeface="+mj-ea"/>
              <a:cs typeface="Arial"/>
            </a:endParaRPr>
          </a:p>
        </p:txBody>
      </p:sp>
      <p:pic>
        <p:nvPicPr>
          <p:cNvPr id="10" name="図 9" descr="ロゴ&#10;&#10;自動的に生成された説明">
            <a:extLst>
              <a:ext uri="{FF2B5EF4-FFF2-40B4-BE49-F238E27FC236}">
                <a16:creationId xmlns:a16="http://schemas.microsoft.com/office/drawing/2014/main" id="{1ACA1B12-1784-4646-9AD6-A0A3998E3C1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322681" y="6418445"/>
            <a:ext cx="776605" cy="257561"/>
          </a:xfrm>
          <a:prstGeom prst="rect">
            <a:avLst/>
          </a:prstGeom>
        </p:spPr>
      </p:pic>
      <p:sp>
        <p:nvSpPr>
          <p:cNvPr id="8" name="Holder 6">
            <a:extLst>
              <a:ext uri="{FF2B5EF4-FFF2-40B4-BE49-F238E27FC236}">
                <a16:creationId xmlns:a16="http://schemas.microsoft.com/office/drawing/2014/main" id="{E84DCF86-5E44-446F-8386-E513A3D4DBC1}"/>
              </a:ext>
            </a:extLst>
          </p:cNvPr>
          <p:cNvSpPr>
            <a:spLocks noGrp="1"/>
          </p:cNvSpPr>
          <p:nvPr>
            <p:ph type="sldNum" sz="quarter" idx="7"/>
          </p:nvPr>
        </p:nvSpPr>
        <p:spPr>
          <a:xfrm>
            <a:off x="11521440" y="6518701"/>
            <a:ext cx="375920" cy="150246"/>
          </a:xfrm>
          <a:prstGeom prst="rect">
            <a:avLst/>
          </a:prstGeom>
        </p:spPr>
        <p:txBody>
          <a:bodyPr lIns="0" tIns="0" rIns="0" bIns="0"/>
          <a:lstStyle>
            <a:lvl1pPr algn="r">
              <a:defRPr sz="1200" b="0" i="0">
                <a:solidFill>
                  <a:schemeClr val="tx1"/>
                </a:solidFill>
                <a:latin typeface="+mn-ea"/>
                <a:ea typeface="+mn-ea"/>
              </a:defRPr>
            </a:lvl1pPr>
          </a:lstStyle>
          <a:p>
            <a:fld id="{B6F15528-21DE-4FAA-801E-634DDDAF4B2B}" type="slidenum">
              <a:rPr lang="en-US" altLang="ja-JP" smtClean="0"/>
              <a:pPr/>
              <a:t>‹#›</a:t>
            </a:fld>
            <a:endParaRPr lang="en-US" altLang="ja-JP"/>
          </a:p>
        </p:txBody>
      </p:sp>
      <p:sp>
        <p:nvSpPr>
          <p:cNvPr id="5" name="タイトル 4">
            <a:extLst>
              <a:ext uri="{FF2B5EF4-FFF2-40B4-BE49-F238E27FC236}">
                <a16:creationId xmlns:a16="http://schemas.microsoft.com/office/drawing/2014/main" id="{8B78541C-58DC-4105-A87E-4C71A9D25300}"/>
              </a:ext>
            </a:extLst>
          </p:cNvPr>
          <p:cNvSpPr>
            <a:spLocks noGrp="1"/>
          </p:cNvSpPr>
          <p:nvPr>
            <p:ph type="title" hasCustomPrompt="1"/>
          </p:nvPr>
        </p:nvSpPr>
        <p:spPr>
          <a:xfrm>
            <a:off x="0" y="2870883"/>
            <a:ext cx="12192000" cy="769441"/>
          </a:xfrm>
          <a:prstGeom prst="rect">
            <a:avLst/>
          </a:prstGeom>
        </p:spPr>
        <p:txBody>
          <a:bodyPr lIns="0" tIns="0" rIns="0" bIns="0" anchor="ctr" anchorCtr="0">
            <a:spAutoFit/>
          </a:bodyPr>
          <a:lstStyle>
            <a:lvl1pPr algn="ctr">
              <a:defRPr>
                <a:solidFill>
                  <a:schemeClr val="bg1"/>
                </a:solidFill>
              </a:defRPr>
            </a:lvl1pPr>
          </a:lstStyle>
          <a:p>
            <a:r>
              <a:rPr kumimoji="1" lang="en-US" altLang="ja-JP"/>
              <a:t>NSW</a:t>
            </a:r>
            <a:r>
              <a:rPr kumimoji="1" lang="ja-JP" altLang="en-US"/>
              <a:t>のご紹介</a:t>
            </a:r>
          </a:p>
        </p:txBody>
      </p:sp>
    </p:spTree>
    <p:extLst>
      <p:ext uri="{BB962C8B-B14F-4D97-AF65-F5344CB8AC3E}">
        <p14:creationId xmlns:p14="http://schemas.microsoft.com/office/powerpoint/2010/main" val="460140002"/>
      </p:ext>
    </p:extLst>
  </p:cSld>
  <p:clrMapOvr>
    <a:masterClrMapping/>
  </p:clrMapOvr>
  <p:extLst>
    <p:ext uri="{DCECCB84-F9BA-43D5-87BE-67443E8EF086}">
      <p15:sldGuideLst xmlns:p15="http://schemas.microsoft.com/office/powerpoint/2012/main">
        <p15:guide id="1" orient="horz" pos="3838">
          <p15:clr>
            <a:srgbClr val="FBAE40"/>
          </p15:clr>
        </p15:guide>
        <p15:guide id="2" pos="2275">
          <p15:clr>
            <a:srgbClr val="FBAE40"/>
          </p15:clr>
        </p15:guide>
        <p15:guide id="3" orient="horz" pos="346">
          <p15:clr>
            <a:srgbClr val="FBAE40"/>
          </p15:clr>
        </p15:guide>
        <p15:guide id="4" pos="619">
          <p15:clr>
            <a:srgbClr val="FBAE40"/>
          </p15:clr>
        </p15:guide>
        <p15:guide id="5" pos="706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HAKUSIH">
    <p:spTree>
      <p:nvGrpSpPr>
        <p:cNvPr id="1" name=""/>
        <p:cNvGrpSpPr/>
        <p:nvPr/>
      </p:nvGrpSpPr>
      <p:grpSpPr>
        <a:xfrm>
          <a:off x="0" y="0"/>
          <a:ext cx="0" cy="0"/>
          <a:chOff x="0" y="0"/>
          <a:chExt cx="0" cy="0"/>
        </a:xfrm>
      </p:grpSpPr>
      <p:sp>
        <p:nvSpPr>
          <p:cNvPr id="3" name="Holder 6">
            <a:extLst>
              <a:ext uri="{FF2B5EF4-FFF2-40B4-BE49-F238E27FC236}">
                <a16:creationId xmlns:a16="http://schemas.microsoft.com/office/drawing/2014/main" id="{2E802A7A-3293-4D62-807F-50017565664B}"/>
              </a:ext>
            </a:extLst>
          </p:cNvPr>
          <p:cNvSpPr>
            <a:spLocks noGrp="1"/>
          </p:cNvSpPr>
          <p:nvPr>
            <p:ph type="sldNum" sz="quarter" idx="7"/>
          </p:nvPr>
        </p:nvSpPr>
        <p:spPr>
          <a:xfrm>
            <a:off x="11521440" y="6518701"/>
            <a:ext cx="375920" cy="150246"/>
          </a:xfrm>
          <a:prstGeom prst="rect">
            <a:avLst/>
          </a:prstGeom>
        </p:spPr>
        <p:txBody>
          <a:bodyPr lIns="0" tIns="0" rIns="0" bIns="0"/>
          <a:lstStyle>
            <a:lvl1pPr algn="r">
              <a:defRPr sz="1200" b="0" i="0">
                <a:solidFill>
                  <a:schemeClr val="tx1"/>
                </a:solidFill>
                <a:latin typeface="+mn-ea"/>
                <a:ea typeface="+mn-ea"/>
              </a:defRPr>
            </a:lvl1pPr>
          </a:lstStyle>
          <a:p>
            <a:fld id="{B6F15528-21DE-4FAA-801E-634DDDAF4B2B}" type="slidenum">
              <a:rPr lang="en-US" altLang="ja-JP" smtClean="0"/>
              <a:pPr/>
              <a:t>‹#›</a:t>
            </a:fld>
            <a:endParaRPr lang="en-US" altLang="ja-JP"/>
          </a:p>
        </p:txBody>
      </p:sp>
    </p:spTree>
    <p:extLst>
      <p:ext uri="{BB962C8B-B14F-4D97-AF65-F5344CB8AC3E}">
        <p14:creationId xmlns:p14="http://schemas.microsoft.com/office/powerpoint/2010/main" val="2529057842"/>
      </p:ext>
    </p:extLst>
  </p:cSld>
  <p:clrMapOvr>
    <a:masterClrMapping/>
  </p:clrMapOvr>
  <p:extLst>
    <p:ext uri="{DCECCB84-F9BA-43D5-87BE-67443E8EF086}">
      <p15:sldGuideLst xmlns:p15="http://schemas.microsoft.com/office/powerpoint/2012/main">
        <p15:guide id="1" orient="horz" pos="3838">
          <p15:clr>
            <a:srgbClr val="FBAE40"/>
          </p15:clr>
        </p15:guide>
        <p15:guide id="2" pos="2275">
          <p15:clr>
            <a:srgbClr val="FBAE40"/>
          </p15:clr>
        </p15:guide>
        <p15:guide id="3" orient="horz" pos="346">
          <p15:clr>
            <a:srgbClr val="FBAE40"/>
          </p15:clr>
        </p15:guide>
        <p15:guide id="4" pos="619">
          <p15:clr>
            <a:srgbClr val="FBAE40"/>
          </p15:clr>
        </p15:guide>
        <p15:guide id="5" pos="706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ASIC">
    <p:spTree>
      <p:nvGrpSpPr>
        <p:cNvPr id="1" name=""/>
        <p:cNvGrpSpPr/>
        <p:nvPr/>
      </p:nvGrpSpPr>
      <p:grpSpPr>
        <a:xfrm>
          <a:off x="0" y="0"/>
          <a:ext cx="0" cy="0"/>
          <a:chOff x="0" y="0"/>
          <a:chExt cx="0" cy="0"/>
        </a:xfrm>
      </p:grpSpPr>
      <p:sp>
        <p:nvSpPr>
          <p:cNvPr id="12" name="Holder 2">
            <a:extLst>
              <a:ext uri="{FF2B5EF4-FFF2-40B4-BE49-F238E27FC236}">
                <a16:creationId xmlns:a16="http://schemas.microsoft.com/office/drawing/2014/main" id="{BCA7EB43-4EB5-3748-ACFE-C4696148CB6A}"/>
              </a:ext>
            </a:extLst>
          </p:cNvPr>
          <p:cNvSpPr>
            <a:spLocks noGrp="1"/>
          </p:cNvSpPr>
          <p:nvPr>
            <p:ph type="title"/>
          </p:nvPr>
        </p:nvSpPr>
        <p:spPr>
          <a:xfrm>
            <a:off x="590308" y="225425"/>
            <a:ext cx="11266729" cy="604519"/>
          </a:xfrm>
          <a:prstGeom prst="rect">
            <a:avLst/>
          </a:prstGeom>
        </p:spPr>
        <p:txBody>
          <a:bodyPr lIns="0" tIns="0" rIns="0" bIns="0"/>
          <a:lstStyle>
            <a:lvl1pPr>
              <a:defRPr sz="3800" b="0" i="0" spc="-70" baseline="0">
                <a:solidFill>
                  <a:schemeClr val="tx2"/>
                </a:solidFill>
                <a:latin typeface="+mj-ea"/>
                <a:ea typeface="+mj-ea"/>
                <a:cs typeface="游ゴシック" panose="020B0400000000000000" pitchFamily="50" charset="-128"/>
              </a:defRPr>
            </a:lvl1pPr>
          </a:lstStyle>
          <a:p>
            <a:endParaRPr/>
          </a:p>
        </p:txBody>
      </p:sp>
      <p:sp>
        <p:nvSpPr>
          <p:cNvPr id="13" name="Holder 6">
            <a:extLst>
              <a:ext uri="{FF2B5EF4-FFF2-40B4-BE49-F238E27FC236}">
                <a16:creationId xmlns:a16="http://schemas.microsoft.com/office/drawing/2014/main" id="{F2D706C3-33A9-5243-B948-806E9E28E951}"/>
              </a:ext>
            </a:extLst>
          </p:cNvPr>
          <p:cNvSpPr>
            <a:spLocks noGrp="1"/>
          </p:cNvSpPr>
          <p:nvPr>
            <p:ph type="sldNum" sz="quarter" idx="7"/>
          </p:nvPr>
        </p:nvSpPr>
        <p:spPr>
          <a:xfrm>
            <a:off x="11521440" y="6518701"/>
            <a:ext cx="375920" cy="150246"/>
          </a:xfrm>
          <a:prstGeom prst="rect">
            <a:avLst/>
          </a:prstGeom>
        </p:spPr>
        <p:txBody>
          <a:bodyPr lIns="0" tIns="0" rIns="0" bIns="0"/>
          <a:lstStyle>
            <a:lvl1pPr algn="r">
              <a:defRPr sz="1200" b="0" i="0">
                <a:solidFill>
                  <a:schemeClr val="tx1"/>
                </a:solidFill>
                <a:latin typeface="+mn-ea"/>
                <a:ea typeface="+mn-ea"/>
              </a:defRPr>
            </a:lvl1pPr>
          </a:lstStyle>
          <a:p>
            <a:fld id="{B6F15528-21DE-4FAA-801E-634DDDAF4B2B}" type="slidenum">
              <a:rPr lang="en-US" altLang="ja-JP" smtClean="0"/>
              <a:pPr/>
              <a:t>‹#›</a:t>
            </a:fld>
            <a:endParaRPr lang="en-US" altLang="ja-JP"/>
          </a:p>
        </p:txBody>
      </p:sp>
      <p:sp>
        <p:nvSpPr>
          <p:cNvPr id="16" name="object 10">
            <a:extLst>
              <a:ext uri="{FF2B5EF4-FFF2-40B4-BE49-F238E27FC236}">
                <a16:creationId xmlns:a16="http://schemas.microsoft.com/office/drawing/2014/main" id="{C606A044-4610-7C43-8D37-13180508D5CA}"/>
              </a:ext>
            </a:extLst>
          </p:cNvPr>
          <p:cNvSpPr/>
          <p:nvPr/>
        </p:nvSpPr>
        <p:spPr>
          <a:xfrm>
            <a:off x="127000" y="325499"/>
            <a:ext cx="190500" cy="706755"/>
          </a:xfrm>
          <a:custGeom>
            <a:avLst/>
            <a:gdLst/>
            <a:ahLst/>
            <a:cxnLst/>
            <a:rect l="l" t="t" r="r" b="b"/>
            <a:pathLst>
              <a:path w="190500" h="706755">
                <a:moveTo>
                  <a:pt x="190500" y="0"/>
                </a:moveTo>
                <a:lnTo>
                  <a:pt x="0" y="0"/>
                </a:lnTo>
                <a:lnTo>
                  <a:pt x="0" y="706501"/>
                </a:lnTo>
                <a:lnTo>
                  <a:pt x="190500" y="516000"/>
                </a:lnTo>
                <a:lnTo>
                  <a:pt x="190500" y="0"/>
                </a:lnTo>
                <a:close/>
              </a:path>
            </a:pathLst>
          </a:custGeom>
          <a:solidFill>
            <a:schemeClr val="bg2"/>
          </a:solidFill>
        </p:spPr>
        <p:txBody>
          <a:bodyPr wrap="square" lIns="0" tIns="0" rIns="0" bIns="0" rtlCol="0"/>
          <a:lstStyle/>
          <a:p>
            <a:endParaRPr/>
          </a:p>
        </p:txBody>
      </p:sp>
      <p:sp>
        <p:nvSpPr>
          <p:cNvPr id="17" name="object 11">
            <a:extLst>
              <a:ext uri="{FF2B5EF4-FFF2-40B4-BE49-F238E27FC236}">
                <a16:creationId xmlns:a16="http://schemas.microsoft.com/office/drawing/2014/main" id="{BA922A8D-7A60-6446-AE73-13BDFB0ADE71}"/>
              </a:ext>
            </a:extLst>
          </p:cNvPr>
          <p:cNvSpPr/>
          <p:nvPr/>
        </p:nvSpPr>
        <p:spPr>
          <a:xfrm>
            <a:off x="0" y="0"/>
            <a:ext cx="317500" cy="6858000"/>
          </a:xfrm>
          <a:custGeom>
            <a:avLst/>
            <a:gdLst/>
            <a:ahLst/>
            <a:cxnLst/>
            <a:rect l="l" t="t" r="r" b="b"/>
            <a:pathLst>
              <a:path w="317500" h="6858000">
                <a:moveTo>
                  <a:pt x="317500" y="0"/>
                </a:moveTo>
                <a:lnTo>
                  <a:pt x="0" y="0"/>
                </a:lnTo>
                <a:lnTo>
                  <a:pt x="0" y="6858000"/>
                </a:lnTo>
                <a:lnTo>
                  <a:pt x="127000" y="6858000"/>
                </a:lnTo>
                <a:lnTo>
                  <a:pt x="127000" y="897001"/>
                </a:lnTo>
                <a:lnTo>
                  <a:pt x="317500" y="706501"/>
                </a:lnTo>
                <a:lnTo>
                  <a:pt x="317500" y="0"/>
                </a:lnTo>
                <a:close/>
              </a:path>
            </a:pathLst>
          </a:custGeom>
          <a:solidFill>
            <a:schemeClr val="tx2"/>
          </a:solidFill>
        </p:spPr>
        <p:txBody>
          <a:bodyPr wrap="square" lIns="0" tIns="0" rIns="0" bIns="0" rtlCol="0"/>
          <a:lstStyle/>
          <a:p>
            <a:endParaRPr/>
          </a:p>
        </p:txBody>
      </p:sp>
      <p:grpSp>
        <p:nvGrpSpPr>
          <p:cNvPr id="18" name="object 13">
            <a:extLst>
              <a:ext uri="{FF2B5EF4-FFF2-40B4-BE49-F238E27FC236}">
                <a16:creationId xmlns:a16="http://schemas.microsoft.com/office/drawing/2014/main" id="{3B9CA242-E922-4046-A4A0-2A19F5515D15}"/>
              </a:ext>
            </a:extLst>
          </p:cNvPr>
          <p:cNvGrpSpPr/>
          <p:nvPr userDrawn="1"/>
        </p:nvGrpSpPr>
        <p:grpSpPr>
          <a:xfrm>
            <a:off x="12065000" y="0"/>
            <a:ext cx="127000" cy="6858000"/>
            <a:chOff x="12065000" y="0"/>
            <a:chExt cx="127000" cy="6858000"/>
          </a:xfrm>
        </p:grpSpPr>
        <p:sp>
          <p:nvSpPr>
            <p:cNvPr id="19" name="object 14">
              <a:extLst>
                <a:ext uri="{FF2B5EF4-FFF2-40B4-BE49-F238E27FC236}">
                  <a16:creationId xmlns:a16="http://schemas.microsoft.com/office/drawing/2014/main" id="{CA4B219B-A175-EF40-A15F-A701A079558D}"/>
                </a:ext>
              </a:extLst>
            </p:cNvPr>
            <p:cNvSpPr/>
            <p:nvPr/>
          </p:nvSpPr>
          <p:spPr>
            <a:xfrm>
              <a:off x="12065000" y="0"/>
              <a:ext cx="127000" cy="5143500"/>
            </a:xfrm>
            <a:custGeom>
              <a:avLst/>
              <a:gdLst/>
              <a:ahLst/>
              <a:cxnLst/>
              <a:rect l="l" t="t" r="r" b="b"/>
              <a:pathLst>
                <a:path w="127000" h="5143500">
                  <a:moveTo>
                    <a:pt x="0" y="5143500"/>
                  </a:moveTo>
                  <a:lnTo>
                    <a:pt x="127000" y="5143500"/>
                  </a:lnTo>
                  <a:lnTo>
                    <a:pt x="127000" y="0"/>
                  </a:lnTo>
                  <a:lnTo>
                    <a:pt x="0" y="0"/>
                  </a:lnTo>
                  <a:lnTo>
                    <a:pt x="0" y="5143500"/>
                  </a:lnTo>
                  <a:close/>
                </a:path>
              </a:pathLst>
            </a:custGeom>
            <a:solidFill>
              <a:schemeClr val="tx2"/>
            </a:solidFill>
          </p:spPr>
          <p:txBody>
            <a:bodyPr wrap="square" lIns="0" tIns="0" rIns="0" bIns="0" rtlCol="0"/>
            <a:lstStyle/>
            <a:p>
              <a:endParaRPr/>
            </a:p>
          </p:txBody>
        </p:sp>
        <p:sp>
          <p:nvSpPr>
            <p:cNvPr id="20" name="object 15">
              <a:extLst>
                <a:ext uri="{FF2B5EF4-FFF2-40B4-BE49-F238E27FC236}">
                  <a16:creationId xmlns:a16="http://schemas.microsoft.com/office/drawing/2014/main" id="{C8D469FA-9FDD-EF41-ACCC-B01BE68742AB}"/>
                </a:ext>
              </a:extLst>
            </p:cNvPr>
            <p:cNvSpPr/>
            <p:nvPr/>
          </p:nvSpPr>
          <p:spPr>
            <a:xfrm>
              <a:off x="12065000" y="5143500"/>
              <a:ext cx="127000" cy="1714500"/>
            </a:xfrm>
            <a:custGeom>
              <a:avLst/>
              <a:gdLst/>
              <a:ahLst/>
              <a:cxnLst/>
              <a:rect l="l" t="t" r="r" b="b"/>
              <a:pathLst>
                <a:path w="127000" h="1714500">
                  <a:moveTo>
                    <a:pt x="127000" y="0"/>
                  </a:moveTo>
                  <a:lnTo>
                    <a:pt x="0" y="0"/>
                  </a:lnTo>
                  <a:lnTo>
                    <a:pt x="0" y="1714500"/>
                  </a:lnTo>
                  <a:lnTo>
                    <a:pt x="127000" y="1714500"/>
                  </a:lnTo>
                  <a:lnTo>
                    <a:pt x="127000" y="0"/>
                  </a:lnTo>
                  <a:close/>
                </a:path>
              </a:pathLst>
            </a:custGeom>
            <a:solidFill>
              <a:schemeClr val="bg2"/>
            </a:solidFill>
          </p:spPr>
          <p:txBody>
            <a:bodyPr wrap="square" lIns="0" tIns="0" rIns="0" bIns="0" rtlCol="0"/>
            <a:lstStyle/>
            <a:p>
              <a:endParaRPr/>
            </a:p>
          </p:txBody>
        </p:sp>
      </p:grpSp>
      <p:sp>
        <p:nvSpPr>
          <p:cNvPr id="11" name="object 27">
            <a:extLst>
              <a:ext uri="{FF2B5EF4-FFF2-40B4-BE49-F238E27FC236}">
                <a16:creationId xmlns:a16="http://schemas.microsoft.com/office/drawing/2014/main" id="{FFC84441-6692-4387-9720-108E5AFC0481}"/>
              </a:ext>
            </a:extLst>
          </p:cNvPr>
          <p:cNvSpPr txBox="1"/>
          <p:nvPr userDrawn="1"/>
        </p:nvSpPr>
        <p:spPr>
          <a:xfrm>
            <a:off x="1283625" y="6509295"/>
            <a:ext cx="2540000" cy="166712"/>
          </a:xfrm>
          <a:prstGeom prst="rect">
            <a:avLst/>
          </a:prstGeom>
        </p:spPr>
        <p:txBody>
          <a:bodyPr vert="horz" wrap="square" lIns="0" tIns="12700" rIns="0" bIns="0" rtlCol="0">
            <a:spAutoFit/>
          </a:bodyPr>
          <a:lstStyle/>
          <a:p>
            <a:pPr marL="12700">
              <a:lnSpc>
                <a:spcPct val="100000"/>
              </a:lnSpc>
              <a:spcBef>
                <a:spcPts val="100"/>
              </a:spcBef>
            </a:pPr>
            <a:r>
              <a:rPr lang="en" sz="1000" b="1" i="0" spc="-5">
                <a:solidFill>
                  <a:schemeClr val="tx2"/>
                </a:solidFill>
                <a:latin typeface="+mj-ea"/>
                <a:ea typeface="+mj-ea"/>
                <a:cs typeface="Arial"/>
              </a:rPr>
              <a:t>NSW Inc. </a:t>
            </a:r>
            <a:r>
              <a:rPr lang="en" sz="1000" b="0" i="0" spc="-5">
                <a:solidFill>
                  <a:schemeClr val="tx2"/>
                </a:solidFill>
                <a:latin typeface="+mj-ea"/>
                <a:ea typeface="+mj-ea"/>
                <a:cs typeface="Arial"/>
              </a:rPr>
              <a:t>| Confidential and Proprietary</a:t>
            </a:r>
            <a:endParaRPr sz="1000" b="0" i="0">
              <a:solidFill>
                <a:schemeClr val="tx2"/>
              </a:solidFill>
              <a:latin typeface="+mj-ea"/>
              <a:ea typeface="+mj-ea"/>
              <a:cs typeface="Arial"/>
            </a:endParaRPr>
          </a:p>
        </p:txBody>
      </p:sp>
      <p:pic>
        <p:nvPicPr>
          <p:cNvPr id="15" name="図 14" descr="ロゴ&#10;&#10;自動的に生成された説明">
            <a:extLst>
              <a:ext uri="{FF2B5EF4-FFF2-40B4-BE49-F238E27FC236}">
                <a16:creationId xmlns:a16="http://schemas.microsoft.com/office/drawing/2014/main" id="{2285CD2C-186C-4154-82B7-0EFE7BED1747}"/>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22681" y="6418445"/>
            <a:ext cx="776605" cy="257561"/>
          </a:xfrm>
          <a:prstGeom prst="rect">
            <a:avLst/>
          </a:prstGeom>
        </p:spPr>
      </p:pic>
    </p:spTree>
    <p:extLst>
      <p:ext uri="{BB962C8B-B14F-4D97-AF65-F5344CB8AC3E}">
        <p14:creationId xmlns:p14="http://schemas.microsoft.com/office/powerpoint/2010/main" val="287171429"/>
      </p:ext>
    </p:extLst>
  </p:cSld>
  <p:clrMapOvr>
    <a:masterClrMapping/>
  </p:clrMapOvr>
  <p:extLst>
    <p:ext uri="{DCECCB84-F9BA-43D5-87BE-67443E8EF086}">
      <p15:sldGuideLst xmlns:p15="http://schemas.microsoft.com/office/powerpoint/2012/main">
        <p15:guide id="1" orient="horz" pos="3884">
          <p15:clr>
            <a:srgbClr val="FBAE40"/>
          </p15:clr>
        </p15:guide>
        <p15:guide id="3" orient="horz" pos="142">
          <p15:clr>
            <a:srgbClr val="FBAE40"/>
          </p15:clr>
        </p15:guide>
        <p15:guide id="4" pos="211">
          <p15:clr>
            <a:srgbClr val="FBAE40"/>
          </p15:clr>
        </p15:guide>
        <p15:guide id="5" pos="7469">
          <p15:clr>
            <a:srgbClr val="FBAE40"/>
          </p15:clr>
        </p15:guide>
        <p15:guide id="6" orient="horz" pos="527">
          <p15:clr>
            <a:srgbClr val="FBAE40"/>
          </p15:clr>
        </p15:guide>
        <p15:guide id="7" pos="3704">
          <p15:clr>
            <a:srgbClr val="FBAE40"/>
          </p15:clr>
        </p15:guide>
        <p15:guide id="8" pos="3976">
          <p15:clr>
            <a:srgbClr val="FBAE40"/>
          </p15:clr>
        </p15:guide>
        <p15:guide id="9" orient="horz" pos="216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ASIC＿テキスト">
    <p:spTree>
      <p:nvGrpSpPr>
        <p:cNvPr id="1" name=""/>
        <p:cNvGrpSpPr/>
        <p:nvPr/>
      </p:nvGrpSpPr>
      <p:grpSpPr>
        <a:xfrm>
          <a:off x="0" y="0"/>
          <a:ext cx="0" cy="0"/>
          <a:chOff x="0" y="0"/>
          <a:chExt cx="0" cy="0"/>
        </a:xfrm>
      </p:grpSpPr>
      <p:sp>
        <p:nvSpPr>
          <p:cNvPr id="12" name="Holder 2">
            <a:extLst>
              <a:ext uri="{FF2B5EF4-FFF2-40B4-BE49-F238E27FC236}">
                <a16:creationId xmlns:a16="http://schemas.microsoft.com/office/drawing/2014/main" id="{BCA7EB43-4EB5-3748-ACFE-C4696148CB6A}"/>
              </a:ext>
            </a:extLst>
          </p:cNvPr>
          <p:cNvSpPr>
            <a:spLocks noGrp="1"/>
          </p:cNvSpPr>
          <p:nvPr>
            <p:ph type="title"/>
          </p:nvPr>
        </p:nvSpPr>
        <p:spPr>
          <a:xfrm>
            <a:off x="590308" y="225425"/>
            <a:ext cx="11266729" cy="604519"/>
          </a:xfrm>
          <a:prstGeom prst="rect">
            <a:avLst/>
          </a:prstGeom>
        </p:spPr>
        <p:txBody>
          <a:bodyPr lIns="0" tIns="0" rIns="0" bIns="0"/>
          <a:lstStyle>
            <a:lvl1pPr>
              <a:defRPr sz="3800" b="0" i="0" spc="-70" baseline="0">
                <a:solidFill>
                  <a:schemeClr val="tx2"/>
                </a:solidFill>
                <a:latin typeface="+mj-ea"/>
                <a:ea typeface="+mj-ea"/>
                <a:cs typeface="游ゴシック" panose="020B0400000000000000" pitchFamily="50" charset="-128"/>
              </a:defRPr>
            </a:lvl1pPr>
          </a:lstStyle>
          <a:p>
            <a:endParaRPr/>
          </a:p>
        </p:txBody>
      </p:sp>
      <p:sp>
        <p:nvSpPr>
          <p:cNvPr id="13" name="Holder 6">
            <a:extLst>
              <a:ext uri="{FF2B5EF4-FFF2-40B4-BE49-F238E27FC236}">
                <a16:creationId xmlns:a16="http://schemas.microsoft.com/office/drawing/2014/main" id="{F2D706C3-33A9-5243-B948-806E9E28E951}"/>
              </a:ext>
            </a:extLst>
          </p:cNvPr>
          <p:cNvSpPr>
            <a:spLocks noGrp="1"/>
          </p:cNvSpPr>
          <p:nvPr>
            <p:ph type="sldNum" sz="quarter" idx="7"/>
          </p:nvPr>
        </p:nvSpPr>
        <p:spPr>
          <a:xfrm>
            <a:off x="11521440" y="6518701"/>
            <a:ext cx="375920" cy="150246"/>
          </a:xfrm>
          <a:prstGeom prst="rect">
            <a:avLst/>
          </a:prstGeom>
        </p:spPr>
        <p:txBody>
          <a:bodyPr lIns="0" tIns="0" rIns="0" bIns="0"/>
          <a:lstStyle>
            <a:lvl1pPr algn="r">
              <a:defRPr sz="1200" b="0" i="0">
                <a:solidFill>
                  <a:schemeClr val="tx1"/>
                </a:solidFill>
                <a:latin typeface="+mn-ea"/>
                <a:ea typeface="+mn-ea"/>
              </a:defRPr>
            </a:lvl1pPr>
          </a:lstStyle>
          <a:p>
            <a:fld id="{B6F15528-21DE-4FAA-801E-634DDDAF4B2B}" type="slidenum">
              <a:rPr lang="en-US" altLang="ja-JP" smtClean="0"/>
              <a:pPr/>
              <a:t>‹#›</a:t>
            </a:fld>
            <a:endParaRPr lang="en-US" altLang="ja-JP"/>
          </a:p>
        </p:txBody>
      </p:sp>
      <p:sp>
        <p:nvSpPr>
          <p:cNvPr id="16" name="object 10">
            <a:extLst>
              <a:ext uri="{FF2B5EF4-FFF2-40B4-BE49-F238E27FC236}">
                <a16:creationId xmlns:a16="http://schemas.microsoft.com/office/drawing/2014/main" id="{C606A044-4610-7C43-8D37-13180508D5CA}"/>
              </a:ext>
            </a:extLst>
          </p:cNvPr>
          <p:cNvSpPr/>
          <p:nvPr/>
        </p:nvSpPr>
        <p:spPr>
          <a:xfrm>
            <a:off x="127000" y="325499"/>
            <a:ext cx="190500" cy="706755"/>
          </a:xfrm>
          <a:custGeom>
            <a:avLst/>
            <a:gdLst/>
            <a:ahLst/>
            <a:cxnLst/>
            <a:rect l="l" t="t" r="r" b="b"/>
            <a:pathLst>
              <a:path w="190500" h="706755">
                <a:moveTo>
                  <a:pt x="190500" y="0"/>
                </a:moveTo>
                <a:lnTo>
                  <a:pt x="0" y="0"/>
                </a:lnTo>
                <a:lnTo>
                  <a:pt x="0" y="706501"/>
                </a:lnTo>
                <a:lnTo>
                  <a:pt x="190500" y="516000"/>
                </a:lnTo>
                <a:lnTo>
                  <a:pt x="190500" y="0"/>
                </a:lnTo>
                <a:close/>
              </a:path>
            </a:pathLst>
          </a:custGeom>
          <a:solidFill>
            <a:schemeClr val="bg2"/>
          </a:solidFill>
        </p:spPr>
        <p:txBody>
          <a:bodyPr wrap="square" lIns="0" tIns="0" rIns="0" bIns="0" rtlCol="0"/>
          <a:lstStyle/>
          <a:p>
            <a:endParaRPr/>
          </a:p>
        </p:txBody>
      </p:sp>
      <p:sp>
        <p:nvSpPr>
          <p:cNvPr id="17" name="object 11">
            <a:extLst>
              <a:ext uri="{FF2B5EF4-FFF2-40B4-BE49-F238E27FC236}">
                <a16:creationId xmlns:a16="http://schemas.microsoft.com/office/drawing/2014/main" id="{BA922A8D-7A60-6446-AE73-13BDFB0ADE71}"/>
              </a:ext>
            </a:extLst>
          </p:cNvPr>
          <p:cNvSpPr/>
          <p:nvPr/>
        </p:nvSpPr>
        <p:spPr>
          <a:xfrm>
            <a:off x="0" y="0"/>
            <a:ext cx="317500" cy="6858000"/>
          </a:xfrm>
          <a:custGeom>
            <a:avLst/>
            <a:gdLst/>
            <a:ahLst/>
            <a:cxnLst/>
            <a:rect l="l" t="t" r="r" b="b"/>
            <a:pathLst>
              <a:path w="317500" h="6858000">
                <a:moveTo>
                  <a:pt x="317500" y="0"/>
                </a:moveTo>
                <a:lnTo>
                  <a:pt x="0" y="0"/>
                </a:lnTo>
                <a:lnTo>
                  <a:pt x="0" y="6858000"/>
                </a:lnTo>
                <a:lnTo>
                  <a:pt x="127000" y="6858000"/>
                </a:lnTo>
                <a:lnTo>
                  <a:pt x="127000" y="897001"/>
                </a:lnTo>
                <a:lnTo>
                  <a:pt x="317500" y="706501"/>
                </a:lnTo>
                <a:lnTo>
                  <a:pt x="317500" y="0"/>
                </a:lnTo>
                <a:close/>
              </a:path>
            </a:pathLst>
          </a:custGeom>
          <a:solidFill>
            <a:schemeClr val="tx2"/>
          </a:solidFill>
        </p:spPr>
        <p:txBody>
          <a:bodyPr wrap="square" lIns="0" tIns="0" rIns="0" bIns="0" rtlCol="0"/>
          <a:lstStyle/>
          <a:p>
            <a:endParaRPr/>
          </a:p>
        </p:txBody>
      </p:sp>
      <p:grpSp>
        <p:nvGrpSpPr>
          <p:cNvPr id="18" name="object 13">
            <a:extLst>
              <a:ext uri="{FF2B5EF4-FFF2-40B4-BE49-F238E27FC236}">
                <a16:creationId xmlns:a16="http://schemas.microsoft.com/office/drawing/2014/main" id="{3B9CA242-E922-4046-A4A0-2A19F5515D15}"/>
              </a:ext>
            </a:extLst>
          </p:cNvPr>
          <p:cNvGrpSpPr/>
          <p:nvPr userDrawn="1"/>
        </p:nvGrpSpPr>
        <p:grpSpPr>
          <a:xfrm>
            <a:off x="12065000" y="0"/>
            <a:ext cx="127000" cy="6858000"/>
            <a:chOff x="12065000" y="0"/>
            <a:chExt cx="127000" cy="6858000"/>
          </a:xfrm>
        </p:grpSpPr>
        <p:sp>
          <p:nvSpPr>
            <p:cNvPr id="19" name="object 14">
              <a:extLst>
                <a:ext uri="{FF2B5EF4-FFF2-40B4-BE49-F238E27FC236}">
                  <a16:creationId xmlns:a16="http://schemas.microsoft.com/office/drawing/2014/main" id="{CA4B219B-A175-EF40-A15F-A701A079558D}"/>
                </a:ext>
              </a:extLst>
            </p:cNvPr>
            <p:cNvSpPr/>
            <p:nvPr/>
          </p:nvSpPr>
          <p:spPr>
            <a:xfrm>
              <a:off x="12065000" y="0"/>
              <a:ext cx="127000" cy="5143500"/>
            </a:xfrm>
            <a:custGeom>
              <a:avLst/>
              <a:gdLst/>
              <a:ahLst/>
              <a:cxnLst/>
              <a:rect l="l" t="t" r="r" b="b"/>
              <a:pathLst>
                <a:path w="127000" h="5143500">
                  <a:moveTo>
                    <a:pt x="0" y="5143500"/>
                  </a:moveTo>
                  <a:lnTo>
                    <a:pt x="127000" y="5143500"/>
                  </a:lnTo>
                  <a:lnTo>
                    <a:pt x="127000" y="0"/>
                  </a:lnTo>
                  <a:lnTo>
                    <a:pt x="0" y="0"/>
                  </a:lnTo>
                  <a:lnTo>
                    <a:pt x="0" y="5143500"/>
                  </a:lnTo>
                  <a:close/>
                </a:path>
              </a:pathLst>
            </a:custGeom>
            <a:solidFill>
              <a:schemeClr val="tx2"/>
            </a:solidFill>
          </p:spPr>
          <p:txBody>
            <a:bodyPr wrap="square" lIns="0" tIns="0" rIns="0" bIns="0" rtlCol="0"/>
            <a:lstStyle/>
            <a:p>
              <a:endParaRPr/>
            </a:p>
          </p:txBody>
        </p:sp>
        <p:sp>
          <p:nvSpPr>
            <p:cNvPr id="20" name="object 15">
              <a:extLst>
                <a:ext uri="{FF2B5EF4-FFF2-40B4-BE49-F238E27FC236}">
                  <a16:creationId xmlns:a16="http://schemas.microsoft.com/office/drawing/2014/main" id="{C8D469FA-9FDD-EF41-ACCC-B01BE68742AB}"/>
                </a:ext>
              </a:extLst>
            </p:cNvPr>
            <p:cNvSpPr/>
            <p:nvPr/>
          </p:nvSpPr>
          <p:spPr>
            <a:xfrm>
              <a:off x="12065000" y="5143500"/>
              <a:ext cx="127000" cy="1714500"/>
            </a:xfrm>
            <a:custGeom>
              <a:avLst/>
              <a:gdLst/>
              <a:ahLst/>
              <a:cxnLst/>
              <a:rect l="l" t="t" r="r" b="b"/>
              <a:pathLst>
                <a:path w="127000" h="1714500">
                  <a:moveTo>
                    <a:pt x="127000" y="0"/>
                  </a:moveTo>
                  <a:lnTo>
                    <a:pt x="0" y="0"/>
                  </a:lnTo>
                  <a:lnTo>
                    <a:pt x="0" y="1714500"/>
                  </a:lnTo>
                  <a:lnTo>
                    <a:pt x="127000" y="1714500"/>
                  </a:lnTo>
                  <a:lnTo>
                    <a:pt x="127000" y="0"/>
                  </a:lnTo>
                  <a:close/>
                </a:path>
              </a:pathLst>
            </a:custGeom>
            <a:solidFill>
              <a:schemeClr val="bg2"/>
            </a:solidFill>
          </p:spPr>
          <p:txBody>
            <a:bodyPr wrap="square" lIns="0" tIns="0" rIns="0" bIns="0" rtlCol="0"/>
            <a:lstStyle/>
            <a:p>
              <a:endParaRPr/>
            </a:p>
          </p:txBody>
        </p:sp>
      </p:grpSp>
      <p:sp>
        <p:nvSpPr>
          <p:cNvPr id="11" name="object 27">
            <a:extLst>
              <a:ext uri="{FF2B5EF4-FFF2-40B4-BE49-F238E27FC236}">
                <a16:creationId xmlns:a16="http://schemas.microsoft.com/office/drawing/2014/main" id="{FFC84441-6692-4387-9720-108E5AFC0481}"/>
              </a:ext>
            </a:extLst>
          </p:cNvPr>
          <p:cNvSpPr txBox="1"/>
          <p:nvPr userDrawn="1"/>
        </p:nvSpPr>
        <p:spPr>
          <a:xfrm>
            <a:off x="1283625" y="6509295"/>
            <a:ext cx="2540000" cy="166712"/>
          </a:xfrm>
          <a:prstGeom prst="rect">
            <a:avLst/>
          </a:prstGeom>
        </p:spPr>
        <p:txBody>
          <a:bodyPr vert="horz" wrap="square" lIns="0" tIns="12700" rIns="0" bIns="0" rtlCol="0">
            <a:spAutoFit/>
          </a:bodyPr>
          <a:lstStyle/>
          <a:p>
            <a:pPr marL="12700">
              <a:lnSpc>
                <a:spcPct val="100000"/>
              </a:lnSpc>
              <a:spcBef>
                <a:spcPts val="100"/>
              </a:spcBef>
            </a:pPr>
            <a:r>
              <a:rPr lang="en" sz="1000" b="1" i="0" spc="-5">
                <a:solidFill>
                  <a:schemeClr val="tx2"/>
                </a:solidFill>
                <a:latin typeface="+mj-ea"/>
                <a:ea typeface="+mj-ea"/>
                <a:cs typeface="Arial"/>
              </a:rPr>
              <a:t>NSW Inc. </a:t>
            </a:r>
            <a:r>
              <a:rPr lang="en" sz="1000" b="0" i="0" spc="-5">
                <a:solidFill>
                  <a:schemeClr val="tx2"/>
                </a:solidFill>
                <a:latin typeface="+mj-ea"/>
                <a:ea typeface="+mj-ea"/>
                <a:cs typeface="Arial"/>
              </a:rPr>
              <a:t>| Confidential and Proprietary</a:t>
            </a:r>
            <a:endParaRPr sz="1000" b="0" i="0">
              <a:solidFill>
                <a:schemeClr val="tx2"/>
              </a:solidFill>
              <a:latin typeface="+mj-ea"/>
              <a:ea typeface="+mj-ea"/>
              <a:cs typeface="Arial"/>
            </a:endParaRPr>
          </a:p>
        </p:txBody>
      </p:sp>
      <p:pic>
        <p:nvPicPr>
          <p:cNvPr id="15" name="図 14" descr="ロゴ&#10;&#10;自動的に生成された説明">
            <a:extLst>
              <a:ext uri="{FF2B5EF4-FFF2-40B4-BE49-F238E27FC236}">
                <a16:creationId xmlns:a16="http://schemas.microsoft.com/office/drawing/2014/main" id="{2285CD2C-186C-4154-82B7-0EFE7BED1747}"/>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22681" y="6418445"/>
            <a:ext cx="776605" cy="257561"/>
          </a:xfrm>
          <a:prstGeom prst="rect">
            <a:avLst/>
          </a:prstGeom>
        </p:spPr>
      </p:pic>
      <p:sp>
        <p:nvSpPr>
          <p:cNvPr id="21" name="コンテンツ プレースホルダー 2">
            <a:extLst>
              <a:ext uri="{FF2B5EF4-FFF2-40B4-BE49-F238E27FC236}">
                <a16:creationId xmlns:a16="http://schemas.microsoft.com/office/drawing/2014/main" id="{66751C28-9C9C-F66D-1450-A775C51F57F4}"/>
              </a:ext>
            </a:extLst>
          </p:cNvPr>
          <p:cNvSpPr>
            <a:spLocks noGrp="1"/>
          </p:cNvSpPr>
          <p:nvPr>
            <p:ph sz="half" idx="1" hasCustomPrompt="1"/>
          </p:nvPr>
        </p:nvSpPr>
        <p:spPr>
          <a:xfrm>
            <a:off x="334963" y="3092691"/>
            <a:ext cx="11520000" cy="504000"/>
          </a:xfrm>
          <a:prstGeom prst="rect">
            <a:avLst/>
          </a:prstGeom>
        </p:spPr>
        <p:txBody>
          <a:bodyPr lIns="0" tIns="36000" rIns="0" bIns="36000"/>
          <a:lstStyle>
            <a:lvl1pPr marL="0" indent="0">
              <a:lnSpc>
                <a:spcPct val="120000"/>
              </a:lnSpc>
              <a:buClr>
                <a:schemeClr val="tx2"/>
              </a:buClr>
              <a:buFont typeface="Wingdings" panose="05000000000000000000" pitchFamily="2" charset="2"/>
              <a:buNone/>
              <a:defRPr sz="2500" b="0">
                <a:solidFill>
                  <a:schemeClr val="tx1"/>
                </a:solidFill>
                <a:latin typeface="+mn-lt"/>
                <a:ea typeface="+mn-ea"/>
              </a:defRPr>
            </a:lvl1pPr>
            <a:lvl2pPr>
              <a:defRPr sz="1200" b="0">
                <a:solidFill>
                  <a:schemeClr val="tx1">
                    <a:lumMod val="65000"/>
                    <a:lumOff val="35000"/>
                  </a:schemeClr>
                </a:solidFill>
                <a:latin typeface="+mn-ea"/>
                <a:ea typeface="+mn-ea"/>
              </a:defRPr>
            </a:lvl2pPr>
            <a:lvl3pPr>
              <a:defRPr sz="1400" b="0">
                <a:solidFill>
                  <a:schemeClr val="tx1">
                    <a:lumMod val="65000"/>
                    <a:lumOff val="35000"/>
                  </a:schemeClr>
                </a:solidFill>
                <a:latin typeface="+mn-ea"/>
                <a:ea typeface="+mn-ea"/>
              </a:defRPr>
            </a:lvl3pPr>
            <a:lvl4pPr>
              <a:defRPr sz="1400" b="0">
                <a:solidFill>
                  <a:schemeClr val="tx1">
                    <a:lumMod val="65000"/>
                    <a:lumOff val="35000"/>
                  </a:schemeClr>
                </a:solidFill>
                <a:latin typeface="+mn-ea"/>
                <a:ea typeface="+mn-ea"/>
              </a:defRPr>
            </a:lvl4pPr>
            <a:lvl5pPr>
              <a:defRPr sz="1400" b="0">
                <a:solidFill>
                  <a:schemeClr val="tx1">
                    <a:lumMod val="65000"/>
                    <a:lumOff val="35000"/>
                  </a:schemeClr>
                </a:solidFill>
                <a:latin typeface="+mn-ea"/>
                <a:ea typeface="+mn-ea"/>
              </a:defRPr>
            </a:lvl5pPr>
            <a:lvl6pPr>
              <a:defRPr sz="1841"/>
            </a:lvl6pPr>
            <a:lvl7pPr>
              <a:defRPr sz="1841"/>
            </a:lvl7pPr>
            <a:lvl8pPr>
              <a:defRPr sz="1841"/>
            </a:lvl8pPr>
            <a:lvl9pPr>
              <a:defRPr sz="1841"/>
            </a:lvl9pPr>
          </a:lstStyle>
          <a:p>
            <a:pPr lvl="0"/>
            <a:r>
              <a:rPr lang="ja-JP" altLang="en-US"/>
              <a:t>テキスト（本文）</a:t>
            </a:r>
          </a:p>
        </p:txBody>
      </p:sp>
      <p:sp>
        <p:nvSpPr>
          <p:cNvPr id="22" name="コンテンツ プレースホルダー 2">
            <a:extLst>
              <a:ext uri="{FF2B5EF4-FFF2-40B4-BE49-F238E27FC236}">
                <a16:creationId xmlns:a16="http://schemas.microsoft.com/office/drawing/2014/main" id="{24BC96A6-1D06-FD11-D93D-B95C0026C4DB}"/>
              </a:ext>
            </a:extLst>
          </p:cNvPr>
          <p:cNvSpPr>
            <a:spLocks noGrp="1"/>
          </p:cNvSpPr>
          <p:nvPr>
            <p:ph sz="half" idx="12" hasCustomPrompt="1"/>
          </p:nvPr>
        </p:nvSpPr>
        <p:spPr>
          <a:xfrm>
            <a:off x="338749" y="1268413"/>
            <a:ext cx="11520000" cy="540000"/>
          </a:xfrm>
          <a:prstGeom prst="rect">
            <a:avLst/>
          </a:prstGeom>
        </p:spPr>
        <p:txBody>
          <a:bodyPr lIns="0" tIns="36000" rIns="0" bIns="36000"/>
          <a:lstStyle>
            <a:lvl1pPr>
              <a:lnSpc>
                <a:spcPct val="100000"/>
              </a:lnSpc>
              <a:defRPr sz="3600" b="0">
                <a:solidFill>
                  <a:schemeClr val="tx2"/>
                </a:solidFill>
                <a:latin typeface="+mn-lt"/>
                <a:ea typeface="+mj-ea"/>
              </a:defRPr>
            </a:lvl1pPr>
            <a:lvl2pPr>
              <a:defRPr sz="1200" b="0">
                <a:solidFill>
                  <a:schemeClr val="tx1">
                    <a:lumMod val="65000"/>
                    <a:lumOff val="35000"/>
                  </a:schemeClr>
                </a:solidFill>
                <a:latin typeface="+mn-ea"/>
                <a:ea typeface="+mn-ea"/>
              </a:defRPr>
            </a:lvl2pPr>
            <a:lvl3pPr>
              <a:defRPr sz="1400" b="0">
                <a:solidFill>
                  <a:schemeClr val="tx1">
                    <a:lumMod val="65000"/>
                    <a:lumOff val="35000"/>
                  </a:schemeClr>
                </a:solidFill>
                <a:latin typeface="+mn-ea"/>
                <a:ea typeface="+mn-ea"/>
              </a:defRPr>
            </a:lvl3pPr>
            <a:lvl4pPr>
              <a:defRPr sz="1400" b="0">
                <a:solidFill>
                  <a:schemeClr val="tx1">
                    <a:lumMod val="65000"/>
                    <a:lumOff val="35000"/>
                  </a:schemeClr>
                </a:solidFill>
                <a:latin typeface="+mn-ea"/>
                <a:ea typeface="+mn-ea"/>
              </a:defRPr>
            </a:lvl4pPr>
            <a:lvl5pPr>
              <a:defRPr sz="1400" b="0">
                <a:solidFill>
                  <a:schemeClr val="tx1">
                    <a:lumMod val="65000"/>
                    <a:lumOff val="35000"/>
                  </a:schemeClr>
                </a:solidFill>
                <a:latin typeface="+mn-ea"/>
                <a:ea typeface="+mn-ea"/>
              </a:defRPr>
            </a:lvl5pPr>
            <a:lvl6pPr>
              <a:defRPr sz="1841"/>
            </a:lvl6pPr>
            <a:lvl7pPr>
              <a:defRPr sz="1841"/>
            </a:lvl7pPr>
            <a:lvl8pPr>
              <a:defRPr sz="1841"/>
            </a:lvl8pPr>
            <a:lvl9pPr>
              <a:defRPr sz="1841"/>
            </a:lvl9pPr>
          </a:lstStyle>
          <a:p>
            <a:pPr lvl="0"/>
            <a:r>
              <a:rPr lang="ja-JP" altLang="en-US"/>
              <a:t>大見出し</a:t>
            </a:r>
          </a:p>
        </p:txBody>
      </p:sp>
      <p:sp>
        <p:nvSpPr>
          <p:cNvPr id="23" name="コンテンツ プレースホルダー 2">
            <a:extLst>
              <a:ext uri="{FF2B5EF4-FFF2-40B4-BE49-F238E27FC236}">
                <a16:creationId xmlns:a16="http://schemas.microsoft.com/office/drawing/2014/main" id="{FDBF8B27-BD8B-B7BE-641D-B7977F5E1AB2}"/>
              </a:ext>
            </a:extLst>
          </p:cNvPr>
          <p:cNvSpPr>
            <a:spLocks noGrp="1"/>
          </p:cNvSpPr>
          <p:nvPr>
            <p:ph sz="half" idx="13" hasCustomPrompt="1"/>
          </p:nvPr>
        </p:nvSpPr>
        <p:spPr>
          <a:xfrm>
            <a:off x="338749" y="2057253"/>
            <a:ext cx="11520000" cy="504000"/>
          </a:xfrm>
          <a:prstGeom prst="rect">
            <a:avLst/>
          </a:prstGeom>
        </p:spPr>
        <p:txBody>
          <a:bodyPr lIns="0" tIns="36000" rIns="0" bIns="36000"/>
          <a:lstStyle>
            <a:lvl1pPr>
              <a:lnSpc>
                <a:spcPct val="100000"/>
              </a:lnSpc>
              <a:defRPr sz="2500" b="0">
                <a:solidFill>
                  <a:schemeClr val="tx2"/>
                </a:solidFill>
                <a:latin typeface="+mn-lt"/>
                <a:ea typeface="+mj-ea"/>
              </a:defRPr>
            </a:lvl1pPr>
            <a:lvl2pPr>
              <a:defRPr sz="1200" b="0">
                <a:solidFill>
                  <a:schemeClr val="tx1">
                    <a:lumMod val="65000"/>
                    <a:lumOff val="35000"/>
                  </a:schemeClr>
                </a:solidFill>
                <a:latin typeface="+mn-ea"/>
                <a:ea typeface="+mn-ea"/>
              </a:defRPr>
            </a:lvl2pPr>
            <a:lvl3pPr>
              <a:defRPr sz="1400" b="0">
                <a:solidFill>
                  <a:schemeClr val="tx1">
                    <a:lumMod val="65000"/>
                    <a:lumOff val="35000"/>
                  </a:schemeClr>
                </a:solidFill>
                <a:latin typeface="+mn-ea"/>
                <a:ea typeface="+mn-ea"/>
              </a:defRPr>
            </a:lvl3pPr>
            <a:lvl4pPr>
              <a:defRPr sz="1400" b="0">
                <a:solidFill>
                  <a:schemeClr val="tx1">
                    <a:lumMod val="65000"/>
                    <a:lumOff val="35000"/>
                  </a:schemeClr>
                </a:solidFill>
                <a:latin typeface="+mn-ea"/>
                <a:ea typeface="+mn-ea"/>
              </a:defRPr>
            </a:lvl4pPr>
            <a:lvl5pPr>
              <a:defRPr sz="1400" b="0">
                <a:solidFill>
                  <a:schemeClr val="tx1">
                    <a:lumMod val="65000"/>
                    <a:lumOff val="35000"/>
                  </a:schemeClr>
                </a:solidFill>
                <a:latin typeface="+mn-ea"/>
                <a:ea typeface="+mn-ea"/>
              </a:defRPr>
            </a:lvl5pPr>
            <a:lvl6pPr>
              <a:defRPr sz="1841"/>
            </a:lvl6pPr>
            <a:lvl7pPr>
              <a:defRPr sz="1841"/>
            </a:lvl7pPr>
            <a:lvl8pPr>
              <a:defRPr sz="1841"/>
            </a:lvl8pPr>
            <a:lvl9pPr>
              <a:defRPr sz="1841"/>
            </a:lvl9pPr>
          </a:lstStyle>
          <a:p>
            <a:pPr lvl="0"/>
            <a:r>
              <a:rPr lang="ja-JP" altLang="en-US"/>
              <a:t>中見出し</a:t>
            </a:r>
          </a:p>
        </p:txBody>
      </p:sp>
      <p:sp>
        <p:nvSpPr>
          <p:cNvPr id="24" name="コンテンツ プレースホルダー 2">
            <a:extLst>
              <a:ext uri="{FF2B5EF4-FFF2-40B4-BE49-F238E27FC236}">
                <a16:creationId xmlns:a16="http://schemas.microsoft.com/office/drawing/2014/main" id="{C39B4AC3-D27E-3107-218F-965F70C9BA1A}"/>
              </a:ext>
            </a:extLst>
          </p:cNvPr>
          <p:cNvSpPr>
            <a:spLocks noGrp="1"/>
          </p:cNvSpPr>
          <p:nvPr>
            <p:ph sz="half" idx="15" hasCustomPrompt="1"/>
          </p:nvPr>
        </p:nvSpPr>
        <p:spPr>
          <a:xfrm>
            <a:off x="334963" y="3810608"/>
            <a:ext cx="11520000" cy="504000"/>
          </a:xfrm>
          <a:prstGeom prst="rect">
            <a:avLst/>
          </a:prstGeom>
        </p:spPr>
        <p:txBody>
          <a:bodyPr lIns="0" tIns="36000" rIns="0" bIns="36000"/>
          <a:lstStyle>
            <a:lvl1pPr>
              <a:lnSpc>
                <a:spcPct val="120000"/>
              </a:lnSpc>
              <a:defRPr sz="2500" b="0">
                <a:solidFill>
                  <a:schemeClr val="tx1"/>
                </a:solidFill>
                <a:latin typeface="+mn-lt"/>
                <a:ea typeface="+mn-ea"/>
                <a:cs typeface="Segoe UI" panose="020B0502040204020203" pitchFamily="34" charset="0"/>
              </a:defRPr>
            </a:lvl1pPr>
            <a:lvl2pPr>
              <a:defRPr sz="1200" b="0">
                <a:solidFill>
                  <a:schemeClr val="tx1">
                    <a:lumMod val="65000"/>
                    <a:lumOff val="35000"/>
                  </a:schemeClr>
                </a:solidFill>
                <a:latin typeface="+mn-ea"/>
                <a:ea typeface="+mn-ea"/>
              </a:defRPr>
            </a:lvl2pPr>
            <a:lvl3pPr>
              <a:defRPr sz="1400" b="0">
                <a:solidFill>
                  <a:schemeClr val="tx1">
                    <a:lumMod val="65000"/>
                    <a:lumOff val="35000"/>
                  </a:schemeClr>
                </a:solidFill>
                <a:latin typeface="+mn-ea"/>
                <a:ea typeface="+mn-ea"/>
              </a:defRPr>
            </a:lvl3pPr>
            <a:lvl4pPr>
              <a:defRPr sz="1400" b="0">
                <a:solidFill>
                  <a:schemeClr val="tx1">
                    <a:lumMod val="65000"/>
                    <a:lumOff val="35000"/>
                  </a:schemeClr>
                </a:solidFill>
                <a:latin typeface="+mn-ea"/>
                <a:ea typeface="+mn-ea"/>
              </a:defRPr>
            </a:lvl4pPr>
            <a:lvl5pPr>
              <a:defRPr sz="1400" b="0">
                <a:solidFill>
                  <a:schemeClr val="tx1">
                    <a:lumMod val="65000"/>
                    <a:lumOff val="35000"/>
                  </a:schemeClr>
                </a:solidFill>
                <a:latin typeface="+mn-ea"/>
                <a:ea typeface="+mn-ea"/>
              </a:defRPr>
            </a:lvl5pPr>
            <a:lvl6pPr>
              <a:defRPr sz="1841"/>
            </a:lvl6pPr>
            <a:lvl7pPr>
              <a:defRPr sz="1841"/>
            </a:lvl7pPr>
            <a:lvl8pPr>
              <a:defRPr sz="1841"/>
            </a:lvl8pPr>
            <a:lvl9pPr>
              <a:defRPr sz="1841"/>
            </a:lvl9pPr>
          </a:lstStyle>
          <a:p>
            <a:pPr lvl="0"/>
            <a:r>
              <a:rPr lang="en-US" altLang="ja-JP"/>
              <a:t>Text(English Sentences)</a:t>
            </a:r>
            <a:endParaRPr lang="ja-JP" altLang="en-US"/>
          </a:p>
        </p:txBody>
      </p:sp>
    </p:spTree>
  </p:cSld>
  <p:clrMapOvr>
    <a:masterClrMapping/>
  </p:clrMapOvr>
  <p:extLst>
    <p:ext uri="{DCECCB84-F9BA-43D5-87BE-67443E8EF086}">
      <p15:sldGuideLst xmlns:p15="http://schemas.microsoft.com/office/powerpoint/2012/main">
        <p15:guide id="1" orient="horz" pos="3884" userDrawn="1">
          <p15:clr>
            <a:srgbClr val="FBAE40"/>
          </p15:clr>
        </p15:guide>
        <p15:guide id="3" orient="horz" pos="142" userDrawn="1">
          <p15:clr>
            <a:srgbClr val="FBAE40"/>
          </p15:clr>
        </p15:guide>
        <p15:guide id="4" pos="211" userDrawn="1">
          <p15:clr>
            <a:srgbClr val="FBAE40"/>
          </p15:clr>
        </p15:guide>
        <p15:guide id="5" pos="7469" userDrawn="1">
          <p15:clr>
            <a:srgbClr val="FBAE40"/>
          </p15:clr>
        </p15:guide>
        <p15:guide id="6" orient="horz" pos="527" userDrawn="1">
          <p15:clr>
            <a:srgbClr val="FBAE40"/>
          </p15:clr>
        </p15:guide>
        <p15:guide id="7" pos="3704" userDrawn="1">
          <p15:clr>
            <a:srgbClr val="FBAE40"/>
          </p15:clr>
        </p15:guide>
        <p15:guide id="8" pos="3976" userDrawn="1">
          <p15:clr>
            <a:srgbClr val="FBAE40"/>
          </p15:clr>
        </p15:guide>
        <p15:guide id="9" orient="horz" pos="216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ASIC＿テキスト＿B">
    <p:spTree>
      <p:nvGrpSpPr>
        <p:cNvPr id="1" name=""/>
        <p:cNvGrpSpPr/>
        <p:nvPr/>
      </p:nvGrpSpPr>
      <p:grpSpPr>
        <a:xfrm>
          <a:off x="0" y="0"/>
          <a:ext cx="0" cy="0"/>
          <a:chOff x="0" y="0"/>
          <a:chExt cx="0" cy="0"/>
        </a:xfrm>
      </p:grpSpPr>
      <p:sp>
        <p:nvSpPr>
          <p:cNvPr id="12" name="Holder 2">
            <a:extLst>
              <a:ext uri="{FF2B5EF4-FFF2-40B4-BE49-F238E27FC236}">
                <a16:creationId xmlns:a16="http://schemas.microsoft.com/office/drawing/2014/main" id="{BCA7EB43-4EB5-3748-ACFE-C4696148CB6A}"/>
              </a:ext>
            </a:extLst>
          </p:cNvPr>
          <p:cNvSpPr>
            <a:spLocks noGrp="1"/>
          </p:cNvSpPr>
          <p:nvPr>
            <p:ph type="title"/>
          </p:nvPr>
        </p:nvSpPr>
        <p:spPr>
          <a:xfrm>
            <a:off x="590308" y="225425"/>
            <a:ext cx="11266729" cy="604519"/>
          </a:xfrm>
          <a:prstGeom prst="rect">
            <a:avLst/>
          </a:prstGeom>
        </p:spPr>
        <p:txBody>
          <a:bodyPr lIns="0" tIns="0" rIns="0" bIns="0"/>
          <a:lstStyle>
            <a:lvl1pPr>
              <a:defRPr sz="3800" b="0" i="0" spc="-70" baseline="0">
                <a:solidFill>
                  <a:schemeClr val="tx2"/>
                </a:solidFill>
                <a:latin typeface="+mj-ea"/>
                <a:ea typeface="+mj-ea"/>
                <a:cs typeface="游ゴシック" panose="020B0400000000000000" pitchFamily="50" charset="-128"/>
              </a:defRPr>
            </a:lvl1pPr>
          </a:lstStyle>
          <a:p>
            <a:endParaRPr/>
          </a:p>
        </p:txBody>
      </p:sp>
      <p:sp>
        <p:nvSpPr>
          <p:cNvPr id="13" name="Holder 6">
            <a:extLst>
              <a:ext uri="{FF2B5EF4-FFF2-40B4-BE49-F238E27FC236}">
                <a16:creationId xmlns:a16="http://schemas.microsoft.com/office/drawing/2014/main" id="{F2D706C3-33A9-5243-B948-806E9E28E951}"/>
              </a:ext>
            </a:extLst>
          </p:cNvPr>
          <p:cNvSpPr>
            <a:spLocks noGrp="1"/>
          </p:cNvSpPr>
          <p:nvPr>
            <p:ph type="sldNum" sz="quarter" idx="7"/>
          </p:nvPr>
        </p:nvSpPr>
        <p:spPr>
          <a:xfrm>
            <a:off x="11521440" y="6518701"/>
            <a:ext cx="375920" cy="150246"/>
          </a:xfrm>
          <a:prstGeom prst="rect">
            <a:avLst/>
          </a:prstGeom>
        </p:spPr>
        <p:txBody>
          <a:bodyPr lIns="0" tIns="0" rIns="0" bIns="0"/>
          <a:lstStyle>
            <a:lvl1pPr algn="r">
              <a:defRPr sz="1200" b="0" i="0">
                <a:solidFill>
                  <a:schemeClr val="tx1"/>
                </a:solidFill>
                <a:latin typeface="+mn-ea"/>
                <a:ea typeface="+mn-ea"/>
              </a:defRPr>
            </a:lvl1pPr>
          </a:lstStyle>
          <a:p>
            <a:fld id="{B6F15528-21DE-4FAA-801E-634DDDAF4B2B}" type="slidenum">
              <a:rPr lang="en-US" altLang="ja-JP" smtClean="0"/>
              <a:pPr/>
              <a:t>‹#›</a:t>
            </a:fld>
            <a:endParaRPr lang="en-US" altLang="ja-JP"/>
          </a:p>
        </p:txBody>
      </p:sp>
      <p:sp>
        <p:nvSpPr>
          <p:cNvPr id="16" name="object 10">
            <a:extLst>
              <a:ext uri="{FF2B5EF4-FFF2-40B4-BE49-F238E27FC236}">
                <a16:creationId xmlns:a16="http://schemas.microsoft.com/office/drawing/2014/main" id="{C606A044-4610-7C43-8D37-13180508D5CA}"/>
              </a:ext>
            </a:extLst>
          </p:cNvPr>
          <p:cNvSpPr/>
          <p:nvPr/>
        </p:nvSpPr>
        <p:spPr>
          <a:xfrm>
            <a:off x="127000" y="325499"/>
            <a:ext cx="190500" cy="706755"/>
          </a:xfrm>
          <a:custGeom>
            <a:avLst/>
            <a:gdLst/>
            <a:ahLst/>
            <a:cxnLst/>
            <a:rect l="l" t="t" r="r" b="b"/>
            <a:pathLst>
              <a:path w="190500" h="706755">
                <a:moveTo>
                  <a:pt x="190500" y="0"/>
                </a:moveTo>
                <a:lnTo>
                  <a:pt x="0" y="0"/>
                </a:lnTo>
                <a:lnTo>
                  <a:pt x="0" y="706501"/>
                </a:lnTo>
                <a:lnTo>
                  <a:pt x="190500" y="516000"/>
                </a:lnTo>
                <a:lnTo>
                  <a:pt x="190500" y="0"/>
                </a:lnTo>
                <a:close/>
              </a:path>
            </a:pathLst>
          </a:custGeom>
          <a:solidFill>
            <a:schemeClr val="bg2"/>
          </a:solidFill>
        </p:spPr>
        <p:txBody>
          <a:bodyPr wrap="square" lIns="0" tIns="0" rIns="0" bIns="0" rtlCol="0"/>
          <a:lstStyle/>
          <a:p>
            <a:endParaRPr/>
          </a:p>
        </p:txBody>
      </p:sp>
      <p:sp>
        <p:nvSpPr>
          <p:cNvPr id="17" name="object 11">
            <a:extLst>
              <a:ext uri="{FF2B5EF4-FFF2-40B4-BE49-F238E27FC236}">
                <a16:creationId xmlns:a16="http://schemas.microsoft.com/office/drawing/2014/main" id="{BA922A8D-7A60-6446-AE73-13BDFB0ADE71}"/>
              </a:ext>
            </a:extLst>
          </p:cNvPr>
          <p:cNvSpPr/>
          <p:nvPr/>
        </p:nvSpPr>
        <p:spPr>
          <a:xfrm>
            <a:off x="0" y="0"/>
            <a:ext cx="317500" cy="6858000"/>
          </a:xfrm>
          <a:custGeom>
            <a:avLst/>
            <a:gdLst/>
            <a:ahLst/>
            <a:cxnLst/>
            <a:rect l="l" t="t" r="r" b="b"/>
            <a:pathLst>
              <a:path w="317500" h="6858000">
                <a:moveTo>
                  <a:pt x="317500" y="0"/>
                </a:moveTo>
                <a:lnTo>
                  <a:pt x="0" y="0"/>
                </a:lnTo>
                <a:lnTo>
                  <a:pt x="0" y="6858000"/>
                </a:lnTo>
                <a:lnTo>
                  <a:pt x="127000" y="6858000"/>
                </a:lnTo>
                <a:lnTo>
                  <a:pt x="127000" y="897001"/>
                </a:lnTo>
                <a:lnTo>
                  <a:pt x="317500" y="706501"/>
                </a:lnTo>
                <a:lnTo>
                  <a:pt x="317500" y="0"/>
                </a:lnTo>
                <a:close/>
              </a:path>
            </a:pathLst>
          </a:custGeom>
          <a:solidFill>
            <a:schemeClr val="tx2"/>
          </a:solidFill>
        </p:spPr>
        <p:txBody>
          <a:bodyPr wrap="square" lIns="0" tIns="0" rIns="0" bIns="0" rtlCol="0"/>
          <a:lstStyle/>
          <a:p>
            <a:endParaRPr/>
          </a:p>
        </p:txBody>
      </p:sp>
      <p:grpSp>
        <p:nvGrpSpPr>
          <p:cNvPr id="18" name="object 13">
            <a:extLst>
              <a:ext uri="{FF2B5EF4-FFF2-40B4-BE49-F238E27FC236}">
                <a16:creationId xmlns:a16="http://schemas.microsoft.com/office/drawing/2014/main" id="{3B9CA242-E922-4046-A4A0-2A19F5515D15}"/>
              </a:ext>
            </a:extLst>
          </p:cNvPr>
          <p:cNvGrpSpPr/>
          <p:nvPr userDrawn="1"/>
        </p:nvGrpSpPr>
        <p:grpSpPr>
          <a:xfrm>
            <a:off x="12065000" y="0"/>
            <a:ext cx="127000" cy="6858000"/>
            <a:chOff x="12065000" y="0"/>
            <a:chExt cx="127000" cy="6858000"/>
          </a:xfrm>
        </p:grpSpPr>
        <p:sp>
          <p:nvSpPr>
            <p:cNvPr id="19" name="object 14">
              <a:extLst>
                <a:ext uri="{FF2B5EF4-FFF2-40B4-BE49-F238E27FC236}">
                  <a16:creationId xmlns:a16="http://schemas.microsoft.com/office/drawing/2014/main" id="{CA4B219B-A175-EF40-A15F-A701A079558D}"/>
                </a:ext>
              </a:extLst>
            </p:cNvPr>
            <p:cNvSpPr/>
            <p:nvPr/>
          </p:nvSpPr>
          <p:spPr>
            <a:xfrm>
              <a:off x="12065000" y="0"/>
              <a:ext cx="127000" cy="5143500"/>
            </a:xfrm>
            <a:custGeom>
              <a:avLst/>
              <a:gdLst/>
              <a:ahLst/>
              <a:cxnLst/>
              <a:rect l="l" t="t" r="r" b="b"/>
              <a:pathLst>
                <a:path w="127000" h="5143500">
                  <a:moveTo>
                    <a:pt x="0" y="5143500"/>
                  </a:moveTo>
                  <a:lnTo>
                    <a:pt x="127000" y="5143500"/>
                  </a:lnTo>
                  <a:lnTo>
                    <a:pt x="127000" y="0"/>
                  </a:lnTo>
                  <a:lnTo>
                    <a:pt x="0" y="0"/>
                  </a:lnTo>
                  <a:lnTo>
                    <a:pt x="0" y="5143500"/>
                  </a:lnTo>
                  <a:close/>
                </a:path>
              </a:pathLst>
            </a:custGeom>
            <a:solidFill>
              <a:schemeClr val="tx2"/>
            </a:solidFill>
          </p:spPr>
          <p:txBody>
            <a:bodyPr wrap="square" lIns="0" tIns="0" rIns="0" bIns="0" rtlCol="0"/>
            <a:lstStyle/>
            <a:p>
              <a:endParaRPr/>
            </a:p>
          </p:txBody>
        </p:sp>
        <p:sp>
          <p:nvSpPr>
            <p:cNvPr id="20" name="object 15">
              <a:extLst>
                <a:ext uri="{FF2B5EF4-FFF2-40B4-BE49-F238E27FC236}">
                  <a16:creationId xmlns:a16="http://schemas.microsoft.com/office/drawing/2014/main" id="{C8D469FA-9FDD-EF41-ACCC-B01BE68742AB}"/>
                </a:ext>
              </a:extLst>
            </p:cNvPr>
            <p:cNvSpPr/>
            <p:nvPr/>
          </p:nvSpPr>
          <p:spPr>
            <a:xfrm>
              <a:off x="12065000" y="5143500"/>
              <a:ext cx="127000" cy="1714500"/>
            </a:xfrm>
            <a:custGeom>
              <a:avLst/>
              <a:gdLst/>
              <a:ahLst/>
              <a:cxnLst/>
              <a:rect l="l" t="t" r="r" b="b"/>
              <a:pathLst>
                <a:path w="127000" h="1714500">
                  <a:moveTo>
                    <a:pt x="127000" y="0"/>
                  </a:moveTo>
                  <a:lnTo>
                    <a:pt x="0" y="0"/>
                  </a:lnTo>
                  <a:lnTo>
                    <a:pt x="0" y="1714500"/>
                  </a:lnTo>
                  <a:lnTo>
                    <a:pt x="127000" y="1714500"/>
                  </a:lnTo>
                  <a:lnTo>
                    <a:pt x="127000" y="0"/>
                  </a:lnTo>
                  <a:close/>
                </a:path>
              </a:pathLst>
            </a:custGeom>
            <a:solidFill>
              <a:schemeClr val="bg2"/>
            </a:solidFill>
          </p:spPr>
          <p:txBody>
            <a:bodyPr wrap="square" lIns="0" tIns="0" rIns="0" bIns="0" rtlCol="0"/>
            <a:lstStyle/>
            <a:p>
              <a:endParaRPr/>
            </a:p>
          </p:txBody>
        </p:sp>
      </p:grpSp>
      <p:sp>
        <p:nvSpPr>
          <p:cNvPr id="11" name="object 27">
            <a:extLst>
              <a:ext uri="{FF2B5EF4-FFF2-40B4-BE49-F238E27FC236}">
                <a16:creationId xmlns:a16="http://schemas.microsoft.com/office/drawing/2014/main" id="{FFC84441-6692-4387-9720-108E5AFC0481}"/>
              </a:ext>
            </a:extLst>
          </p:cNvPr>
          <p:cNvSpPr txBox="1"/>
          <p:nvPr userDrawn="1"/>
        </p:nvSpPr>
        <p:spPr>
          <a:xfrm>
            <a:off x="1283625" y="6509295"/>
            <a:ext cx="2540000" cy="166712"/>
          </a:xfrm>
          <a:prstGeom prst="rect">
            <a:avLst/>
          </a:prstGeom>
        </p:spPr>
        <p:txBody>
          <a:bodyPr vert="horz" wrap="square" lIns="0" tIns="12700" rIns="0" bIns="0" rtlCol="0">
            <a:spAutoFit/>
          </a:bodyPr>
          <a:lstStyle/>
          <a:p>
            <a:pPr marL="12700">
              <a:lnSpc>
                <a:spcPct val="100000"/>
              </a:lnSpc>
              <a:spcBef>
                <a:spcPts val="100"/>
              </a:spcBef>
            </a:pPr>
            <a:r>
              <a:rPr lang="en" sz="1000" b="1" i="0" spc="-5">
                <a:solidFill>
                  <a:schemeClr val="tx2"/>
                </a:solidFill>
                <a:latin typeface="+mj-ea"/>
                <a:ea typeface="+mj-ea"/>
                <a:cs typeface="Arial"/>
              </a:rPr>
              <a:t>NSW Inc. </a:t>
            </a:r>
            <a:r>
              <a:rPr lang="en" sz="1000" b="0" i="0" spc="-5">
                <a:solidFill>
                  <a:schemeClr val="tx2"/>
                </a:solidFill>
                <a:latin typeface="+mj-ea"/>
                <a:ea typeface="+mj-ea"/>
                <a:cs typeface="Arial"/>
              </a:rPr>
              <a:t>| Confidential and Proprietary</a:t>
            </a:r>
            <a:endParaRPr sz="1000" b="0" i="0">
              <a:solidFill>
                <a:schemeClr val="tx2"/>
              </a:solidFill>
              <a:latin typeface="+mj-ea"/>
              <a:ea typeface="+mj-ea"/>
              <a:cs typeface="Arial"/>
            </a:endParaRPr>
          </a:p>
        </p:txBody>
      </p:sp>
      <p:pic>
        <p:nvPicPr>
          <p:cNvPr id="15" name="図 14" descr="ロゴ&#10;&#10;自動的に生成された説明">
            <a:extLst>
              <a:ext uri="{FF2B5EF4-FFF2-40B4-BE49-F238E27FC236}">
                <a16:creationId xmlns:a16="http://schemas.microsoft.com/office/drawing/2014/main" id="{2285CD2C-186C-4154-82B7-0EFE7BED1747}"/>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22681" y="6418445"/>
            <a:ext cx="776605" cy="257561"/>
          </a:xfrm>
          <a:prstGeom prst="rect">
            <a:avLst/>
          </a:prstGeom>
        </p:spPr>
      </p:pic>
      <p:sp>
        <p:nvSpPr>
          <p:cNvPr id="14" name="コンテンツ プレースホルダー 2">
            <a:extLst>
              <a:ext uri="{FF2B5EF4-FFF2-40B4-BE49-F238E27FC236}">
                <a16:creationId xmlns:a16="http://schemas.microsoft.com/office/drawing/2014/main" id="{2379A185-413B-0E40-D076-D477B357F22E}"/>
              </a:ext>
            </a:extLst>
          </p:cNvPr>
          <p:cNvSpPr>
            <a:spLocks noGrp="1"/>
          </p:cNvSpPr>
          <p:nvPr>
            <p:ph sz="half" idx="1" hasCustomPrompt="1"/>
          </p:nvPr>
        </p:nvSpPr>
        <p:spPr>
          <a:xfrm>
            <a:off x="337038" y="1274764"/>
            <a:ext cx="11520000" cy="396000"/>
          </a:xfrm>
          <a:prstGeom prst="rect">
            <a:avLst/>
          </a:prstGeom>
        </p:spPr>
        <p:txBody>
          <a:bodyPr lIns="0" tIns="36000" rIns="0" bIns="36000"/>
          <a:lstStyle>
            <a:lvl1pPr marL="360000" indent="-360000">
              <a:lnSpc>
                <a:spcPct val="120000"/>
              </a:lnSpc>
              <a:spcBef>
                <a:spcPts val="0"/>
              </a:spcBef>
              <a:spcAft>
                <a:spcPts val="0"/>
              </a:spcAft>
              <a:buClr>
                <a:schemeClr val="bg2"/>
              </a:buClr>
              <a:buSzPct val="100000"/>
              <a:buFont typeface="Wingdings" panose="05000000000000000000" pitchFamily="2" charset="2"/>
              <a:buChar char="l"/>
              <a:defRPr sz="2500" b="0">
                <a:solidFill>
                  <a:schemeClr val="tx1"/>
                </a:solidFill>
                <a:latin typeface="+mj-lt"/>
                <a:ea typeface="+mn-ea"/>
              </a:defRPr>
            </a:lvl1pPr>
            <a:lvl2pPr marL="702900" indent="-342900">
              <a:lnSpc>
                <a:spcPct val="120000"/>
              </a:lnSpc>
              <a:buClr>
                <a:schemeClr val="bg2"/>
              </a:buClr>
              <a:buFont typeface="Arial" panose="020B0604020202020204" pitchFamily="34" charset="0"/>
              <a:buChar char="•"/>
              <a:defRPr sz="2500" b="0">
                <a:solidFill>
                  <a:schemeClr val="tx1"/>
                </a:solidFill>
                <a:latin typeface="+mj-lt"/>
                <a:ea typeface="+mn-ea"/>
              </a:defRPr>
            </a:lvl2pPr>
            <a:lvl3pPr marL="1062900" indent="-342900">
              <a:lnSpc>
                <a:spcPct val="120000"/>
              </a:lnSpc>
              <a:spcBef>
                <a:spcPts val="0"/>
              </a:spcBef>
              <a:buClr>
                <a:schemeClr val="bg2"/>
              </a:buClr>
              <a:buFont typeface="Arial" panose="020B0604020202020204" pitchFamily="34" charset="0"/>
              <a:buChar char="•"/>
              <a:defRPr sz="2500" b="0">
                <a:solidFill>
                  <a:schemeClr val="tx1"/>
                </a:solidFill>
                <a:latin typeface="+mj-lt"/>
                <a:ea typeface="+mn-ea"/>
              </a:defRPr>
            </a:lvl3pPr>
            <a:lvl4pPr marL="1422900" indent="-342900">
              <a:lnSpc>
                <a:spcPct val="120000"/>
              </a:lnSpc>
              <a:spcBef>
                <a:spcPts val="0"/>
              </a:spcBef>
              <a:buClr>
                <a:schemeClr val="bg2"/>
              </a:buClr>
              <a:buFont typeface="Arial" panose="020B0604020202020204" pitchFamily="34" charset="0"/>
              <a:buChar char="•"/>
              <a:defRPr sz="2500" b="0">
                <a:solidFill>
                  <a:schemeClr val="tx1"/>
                </a:solidFill>
                <a:latin typeface="+mj-lt"/>
                <a:ea typeface="+mn-ea"/>
              </a:defRPr>
            </a:lvl4pPr>
            <a:lvl5pPr marL="1782900" indent="-342900">
              <a:lnSpc>
                <a:spcPct val="120000"/>
              </a:lnSpc>
              <a:spcBef>
                <a:spcPts val="0"/>
              </a:spcBef>
              <a:buClr>
                <a:schemeClr val="bg2"/>
              </a:buClr>
              <a:buFont typeface="Arial" panose="020B0604020202020204" pitchFamily="34" charset="0"/>
              <a:buChar char="•"/>
              <a:defRPr sz="2500" b="0">
                <a:solidFill>
                  <a:schemeClr val="tx1"/>
                </a:solidFill>
                <a:latin typeface="+mj-lt"/>
                <a:ea typeface="+mn-ea"/>
              </a:defRPr>
            </a:lvl5pPr>
            <a:lvl6pPr marL="2338179" indent="0">
              <a:buClrTx/>
              <a:buFont typeface="Arial" panose="020B0604020202020204" pitchFamily="34" charset="0"/>
              <a:buNone/>
              <a:defRPr sz="2400">
                <a:solidFill>
                  <a:schemeClr val="bg2"/>
                </a:solidFill>
                <a:latin typeface="+mn-ea"/>
                <a:ea typeface="+mn-ea"/>
              </a:defRPr>
            </a:lvl6pPr>
            <a:lvl7pPr marL="2805815" indent="0">
              <a:buClrTx/>
              <a:buFont typeface="Arial" panose="020B0604020202020204" pitchFamily="34" charset="0"/>
              <a:buNone/>
              <a:defRPr sz="2400">
                <a:solidFill>
                  <a:schemeClr val="bg2"/>
                </a:solidFill>
                <a:latin typeface="+mn-ea"/>
                <a:ea typeface="+mn-ea"/>
              </a:defRPr>
            </a:lvl7pPr>
            <a:lvl8pPr>
              <a:defRPr sz="1841"/>
            </a:lvl8pPr>
            <a:lvl9pPr>
              <a:defRPr sz="1841"/>
            </a:lvl9pPr>
          </a:lstStyle>
          <a:p>
            <a:pPr lvl="0"/>
            <a:r>
              <a:rPr lang="ja-JP" altLang="en-US"/>
              <a:t>テキスト（リスト：箇条書き）</a:t>
            </a:r>
            <a:endParaRPr lang="en-US" altLang="ja-JP"/>
          </a:p>
          <a:p>
            <a:pPr lvl="1"/>
            <a:r>
              <a:rPr lang="ja-JP" altLang="en-US"/>
              <a:t>テキスト</a:t>
            </a:r>
            <a:endParaRPr lang="en-US" altLang="ja-JP"/>
          </a:p>
          <a:p>
            <a:pPr lvl="2"/>
            <a:r>
              <a:rPr lang="ja-JP" altLang="en-US"/>
              <a:t>テキスト</a:t>
            </a:r>
            <a:endParaRPr lang="en-US" altLang="ja-JP"/>
          </a:p>
          <a:p>
            <a:pPr lvl="3"/>
            <a:r>
              <a:rPr lang="ja-JP" altLang="en-US"/>
              <a:t>テキスト</a:t>
            </a:r>
            <a:endParaRPr lang="en-US" altLang="ja-JP"/>
          </a:p>
          <a:p>
            <a:pPr lvl="4"/>
            <a:r>
              <a:rPr lang="ja-JP" altLang="en-US"/>
              <a:t>テキスト</a:t>
            </a:r>
            <a:endParaRPr lang="en-US" altLang="ja-JP"/>
          </a:p>
        </p:txBody>
      </p:sp>
      <p:sp>
        <p:nvSpPr>
          <p:cNvPr id="21" name="コンテンツ プレースホルダー 2">
            <a:extLst>
              <a:ext uri="{FF2B5EF4-FFF2-40B4-BE49-F238E27FC236}">
                <a16:creationId xmlns:a16="http://schemas.microsoft.com/office/drawing/2014/main" id="{28306554-AF2A-D07F-3BCD-8F5CD16AA940}"/>
              </a:ext>
            </a:extLst>
          </p:cNvPr>
          <p:cNvSpPr>
            <a:spLocks noGrp="1"/>
          </p:cNvSpPr>
          <p:nvPr>
            <p:ph sz="half" idx="11" hasCustomPrompt="1"/>
          </p:nvPr>
        </p:nvSpPr>
        <p:spPr>
          <a:xfrm>
            <a:off x="344837" y="3716338"/>
            <a:ext cx="11520000" cy="396000"/>
          </a:xfrm>
          <a:prstGeom prst="rect">
            <a:avLst/>
          </a:prstGeom>
        </p:spPr>
        <p:txBody>
          <a:bodyPr lIns="0" tIns="36000" rIns="0" bIns="36000"/>
          <a:lstStyle>
            <a:lvl1pPr marL="457200" indent="-457200">
              <a:lnSpc>
                <a:spcPct val="120000"/>
              </a:lnSpc>
              <a:spcAft>
                <a:spcPts val="0"/>
              </a:spcAft>
              <a:buClr>
                <a:schemeClr val="bg2"/>
              </a:buClr>
              <a:buSzPct val="100000"/>
              <a:buFont typeface="+mj-lt"/>
              <a:buAutoNum type="arabicPeriod"/>
              <a:defRPr sz="2500" b="0">
                <a:solidFill>
                  <a:schemeClr val="tx1"/>
                </a:solidFill>
                <a:latin typeface="+mj-lt"/>
                <a:ea typeface="+mn-ea"/>
              </a:defRPr>
            </a:lvl1pPr>
            <a:lvl2pPr marL="817200" marR="0" indent="-457200" algn="l" defTabSz="914400" rtl="0" eaLnBrk="1" fontAlgn="base" latinLnBrk="0" hangingPunct="1">
              <a:lnSpc>
                <a:spcPct val="120000"/>
              </a:lnSpc>
              <a:spcBef>
                <a:spcPts val="0"/>
              </a:spcBef>
              <a:spcAft>
                <a:spcPct val="0"/>
              </a:spcAft>
              <a:buClr>
                <a:schemeClr val="bg2"/>
              </a:buClr>
              <a:buSzTx/>
              <a:buFont typeface="+mj-lt"/>
              <a:buAutoNum type="arabicPeriod"/>
              <a:tabLst/>
              <a:defRPr sz="2500" b="0">
                <a:solidFill>
                  <a:schemeClr val="tx1"/>
                </a:solidFill>
                <a:latin typeface="+mj-lt"/>
                <a:ea typeface="+mn-ea"/>
              </a:defRPr>
            </a:lvl2pPr>
            <a:lvl3pPr marL="1177200" marR="0" indent="-457200" algn="l" defTabSz="914400" rtl="0" eaLnBrk="1" fontAlgn="base" latinLnBrk="0" hangingPunct="1">
              <a:lnSpc>
                <a:spcPct val="120000"/>
              </a:lnSpc>
              <a:spcBef>
                <a:spcPts val="0"/>
              </a:spcBef>
              <a:spcAft>
                <a:spcPct val="0"/>
              </a:spcAft>
              <a:buClr>
                <a:schemeClr val="bg2"/>
              </a:buClr>
              <a:buSzTx/>
              <a:buFont typeface="+mj-lt"/>
              <a:buAutoNum type="arabicPeriod"/>
              <a:tabLst/>
              <a:defRPr sz="2500" b="0">
                <a:solidFill>
                  <a:schemeClr val="tx1"/>
                </a:solidFill>
                <a:latin typeface="+mj-lt"/>
                <a:ea typeface="+mn-ea"/>
              </a:defRPr>
            </a:lvl3pPr>
            <a:lvl4pPr marL="1537200" marR="0" indent="-457200" algn="l" defTabSz="914400" rtl="0" eaLnBrk="1" fontAlgn="base" latinLnBrk="0" hangingPunct="1">
              <a:lnSpc>
                <a:spcPct val="120000"/>
              </a:lnSpc>
              <a:spcBef>
                <a:spcPts val="0"/>
              </a:spcBef>
              <a:spcAft>
                <a:spcPct val="0"/>
              </a:spcAft>
              <a:buClr>
                <a:schemeClr val="bg2"/>
              </a:buClr>
              <a:buSzTx/>
              <a:buFont typeface="+mj-lt"/>
              <a:buAutoNum type="arabicPeriod"/>
              <a:tabLst/>
              <a:defRPr sz="2500" b="0">
                <a:solidFill>
                  <a:schemeClr val="tx1"/>
                </a:solidFill>
                <a:latin typeface="+mj-lt"/>
                <a:ea typeface="+mn-ea"/>
              </a:defRPr>
            </a:lvl4pPr>
            <a:lvl5pPr marL="1897200" marR="0" indent="-457200" algn="l" defTabSz="914400" rtl="0" eaLnBrk="1" fontAlgn="base" latinLnBrk="0" hangingPunct="1">
              <a:lnSpc>
                <a:spcPct val="120000"/>
              </a:lnSpc>
              <a:spcBef>
                <a:spcPts val="0"/>
              </a:spcBef>
              <a:spcAft>
                <a:spcPct val="0"/>
              </a:spcAft>
              <a:buClr>
                <a:schemeClr val="bg2"/>
              </a:buClr>
              <a:buSzTx/>
              <a:buFont typeface="+mj-lt"/>
              <a:buAutoNum type="arabicPeriod"/>
              <a:tabLst/>
              <a:defRPr sz="2500" b="0">
                <a:solidFill>
                  <a:schemeClr val="tx1"/>
                </a:solidFill>
                <a:latin typeface="+mj-lt"/>
                <a:ea typeface="+mn-ea"/>
              </a:defRPr>
            </a:lvl5pPr>
            <a:lvl6pPr marL="2571997" marR="0" indent="-233818" algn="l" defTabSz="914400" rtl="0" eaLnBrk="1" fontAlgn="base" latinLnBrk="0" hangingPunct="1">
              <a:lnSpc>
                <a:spcPct val="100000"/>
              </a:lnSpc>
              <a:spcBef>
                <a:spcPct val="20000"/>
              </a:spcBef>
              <a:spcAft>
                <a:spcPct val="0"/>
              </a:spcAft>
              <a:buClrTx/>
              <a:buSzTx/>
              <a:buFont typeface="Arial" panose="020B0604020202020204" pitchFamily="34" charset="0"/>
              <a:buChar char="•"/>
              <a:tabLst/>
              <a:defRPr sz="2400">
                <a:solidFill>
                  <a:schemeClr val="bg2"/>
                </a:solidFill>
                <a:latin typeface="+mn-ea"/>
                <a:ea typeface="+mn-ea"/>
              </a:defRPr>
            </a:lvl6pPr>
            <a:lvl7pPr marL="2805815" marR="0" indent="0" algn="l" defTabSz="914400" rtl="0" eaLnBrk="1" fontAlgn="base" latinLnBrk="0" hangingPunct="1">
              <a:lnSpc>
                <a:spcPct val="100000"/>
              </a:lnSpc>
              <a:spcBef>
                <a:spcPct val="20000"/>
              </a:spcBef>
              <a:spcAft>
                <a:spcPct val="0"/>
              </a:spcAft>
              <a:buClrTx/>
              <a:buSzTx/>
              <a:buFont typeface="Arial" panose="020B0604020202020204" pitchFamily="34" charset="0"/>
              <a:buNone/>
              <a:tabLst/>
              <a:defRPr sz="2400">
                <a:solidFill>
                  <a:schemeClr val="bg2"/>
                </a:solidFill>
                <a:latin typeface="+mn-ea"/>
                <a:ea typeface="+mn-ea"/>
              </a:defRPr>
            </a:lvl7pPr>
            <a:lvl8pPr>
              <a:defRPr sz="1841"/>
            </a:lvl8pPr>
            <a:lvl9pPr>
              <a:defRPr sz="1841"/>
            </a:lvl9pPr>
          </a:lstStyle>
          <a:p>
            <a:pPr lvl="0"/>
            <a:r>
              <a:rPr lang="ja-JP" altLang="en-US"/>
              <a:t>テキスト（リスト：段落番号）</a:t>
            </a:r>
            <a:endParaRPr lang="en-US" altLang="ja-JP"/>
          </a:p>
          <a:p>
            <a:pPr lvl="1"/>
            <a:r>
              <a:rPr lang="ja-JP" altLang="en-US"/>
              <a:t>テキスト</a:t>
            </a:r>
            <a:endParaRPr lang="en-US" altLang="ja-JP"/>
          </a:p>
          <a:p>
            <a:pPr lvl="2"/>
            <a:r>
              <a:rPr lang="ja-JP" altLang="en-US"/>
              <a:t>テキスト</a:t>
            </a:r>
            <a:endParaRPr lang="en-US" altLang="ja-JP"/>
          </a:p>
          <a:p>
            <a:pPr lvl="3"/>
            <a:r>
              <a:rPr lang="ja-JP" altLang="en-US"/>
              <a:t>テキスト</a:t>
            </a:r>
            <a:endParaRPr lang="en-US" altLang="ja-JP"/>
          </a:p>
          <a:p>
            <a:pPr lvl="4"/>
            <a:r>
              <a:rPr lang="ja-JP" altLang="en-US"/>
              <a:t>テキスト</a:t>
            </a:r>
            <a:endParaRPr lang="en-US" altLang="ja-JP"/>
          </a:p>
        </p:txBody>
      </p:sp>
    </p:spTree>
    <p:extLst>
      <p:ext uri="{BB962C8B-B14F-4D97-AF65-F5344CB8AC3E}">
        <p14:creationId xmlns:p14="http://schemas.microsoft.com/office/powerpoint/2010/main" val="2681886728"/>
      </p:ext>
    </p:extLst>
  </p:cSld>
  <p:clrMapOvr>
    <a:masterClrMapping/>
  </p:clrMapOvr>
  <p:extLst>
    <p:ext uri="{DCECCB84-F9BA-43D5-87BE-67443E8EF086}">
      <p15:sldGuideLst xmlns:p15="http://schemas.microsoft.com/office/powerpoint/2012/main">
        <p15:guide id="1" orient="horz" pos="3884">
          <p15:clr>
            <a:srgbClr val="FBAE40"/>
          </p15:clr>
        </p15:guide>
        <p15:guide id="3" orient="horz" pos="142">
          <p15:clr>
            <a:srgbClr val="FBAE40"/>
          </p15:clr>
        </p15:guide>
        <p15:guide id="4" pos="211">
          <p15:clr>
            <a:srgbClr val="FBAE40"/>
          </p15:clr>
        </p15:guide>
        <p15:guide id="5" pos="7469">
          <p15:clr>
            <a:srgbClr val="FBAE40"/>
          </p15:clr>
        </p15:guide>
        <p15:guide id="6" orient="horz" pos="527">
          <p15:clr>
            <a:srgbClr val="FBAE40"/>
          </p15:clr>
        </p15:guide>
        <p15:guide id="7" pos="3704">
          <p15:clr>
            <a:srgbClr val="FBAE40"/>
          </p15:clr>
        </p15:guide>
        <p15:guide id="8" pos="3976">
          <p15:clr>
            <a:srgbClr val="FBAE40"/>
          </p15:clr>
        </p15:guide>
        <p15:guide id="9" orient="horz" pos="216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ブロックレイアウト">
    <p:spTree>
      <p:nvGrpSpPr>
        <p:cNvPr id="1" name=""/>
        <p:cNvGrpSpPr/>
        <p:nvPr/>
      </p:nvGrpSpPr>
      <p:grpSpPr>
        <a:xfrm>
          <a:off x="0" y="0"/>
          <a:ext cx="0" cy="0"/>
          <a:chOff x="0" y="0"/>
          <a:chExt cx="0" cy="0"/>
        </a:xfrm>
      </p:grpSpPr>
      <p:sp>
        <p:nvSpPr>
          <p:cNvPr id="12" name="Holder 2">
            <a:extLst>
              <a:ext uri="{FF2B5EF4-FFF2-40B4-BE49-F238E27FC236}">
                <a16:creationId xmlns:a16="http://schemas.microsoft.com/office/drawing/2014/main" id="{BCA7EB43-4EB5-3748-ACFE-C4696148CB6A}"/>
              </a:ext>
            </a:extLst>
          </p:cNvPr>
          <p:cNvSpPr>
            <a:spLocks noGrp="1"/>
          </p:cNvSpPr>
          <p:nvPr>
            <p:ph type="title"/>
          </p:nvPr>
        </p:nvSpPr>
        <p:spPr>
          <a:xfrm>
            <a:off x="590308" y="225425"/>
            <a:ext cx="11266729" cy="604519"/>
          </a:xfrm>
          <a:prstGeom prst="rect">
            <a:avLst/>
          </a:prstGeom>
        </p:spPr>
        <p:txBody>
          <a:bodyPr lIns="0" tIns="0" rIns="0" bIns="0"/>
          <a:lstStyle>
            <a:lvl1pPr>
              <a:defRPr sz="3800" b="0" i="0" spc="-70" baseline="0">
                <a:solidFill>
                  <a:schemeClr val="tx2"/>
                </a:solidFill>
                <a:latin typeface="+mj-ea"/>
                <a:ea typeface="+mj-ea"/>
                <a:cs typeface="游ゴシック" panose="020B0400000000000000" pitchFamily="50" charset="-128"/>
              </a:defRPr>
            </a:lvl1pPr>
          </a:lstStyle>
          <a:p>
            <a:endParaRPr/>
          </a:p>
        </p:txBody>
      </p:sp>
      <p:sp>
        <p:nvSpPr>
          <p:cNvPr id="13" name="Holder 6">
            <a:extLst>
              <a:ext uri="{FF2B5EF4-FFF2-40B4-BE49-F238E27FC236}">
                <a16:creationId xmlns:a16="http://schemas.microsoft.com/office/drawing/2014/main" id="{F2D706C3-33A9-5243-B948-806E9E28E951}"/>
              </a:ext>
            </a:extLst>
          </p:cNvPr>
          <p:cNvSpPr>
            <a:spLocks noGrp="1"/>
          </p:cNvSpPr>
          <p:nvPr>
            <p:ph type="sldNum" sz="quarter" idx="7"/>
          </p:nvPr>
        </p:nvSpPr>
        <p:spPr>
          <a:xfrm>
            <a:off x="11521440" y="6518701"/>
            <a:ext cx="375920" cy="150246"/>
          </a:xfrm>
          <a:prstGeom prst="rect">
            <a:avLst/>
          </a:prstGeom>
        </p:spPr>
        <p:txBody>
          <a:bodyPr lIns="0" tIns="0" rIns="0" bIns="0"/>
          <a:lstStyle>
            <a:lvl1pPr algn="r">
              <a:defRPr sz="1200" b="0" i="0">
                <a:solidFill>
                  <a:schemeClr val="tx1"/>
                </a:solidFill>
                <a:latin typeface="+mn-ea"/>
                <a:ea typeface="+mn-ea"/>
              </a:defRPr>
            </a:lvl1pPr>
          </a:lstStyle>
          <a:p>
            <a:fld id="{B6F15528-21DE-4FAA-801E-634DDDAF4B2B}" type="slidenum">
              <a:rPr lang="en-US" altLang="ja-JP" smtClean="0"/>
              <a:pPr/>
              <a:t>‹#›</a:t>
            </a:fld>
            <a:endParaRPr lang="en-US" altLang="ja-JP"/>
          </a:p>
        </p:txBody>
      </p:sp>
      <p:sp>
        <p:nvSpPr>
          <p:cNvPr id="16" name="object 10">
            <a:extLst>
              <a:ext uri="{FF2B5EF4-FFF2-40B4-BE49-F238E27FC236}">
                <a16:creationId xmlns:a16="http://schemas.microsoft.com/office/drawing/2014/main" id="{C606A044-4610-7C43-8D37-13180508D5CA}"/>
              </a:ext>
            </a:extLst>
          </p:cNvPr>
          <p:cNvSpPr/>
          <p:nvPr/>
        </p:nvSpPr>
        <p:spPr>
          <a:xfrm>
            <a:off x="127000" y="325499"/>
            <a:ext cx="190500" cy="706755"/>
          </a:xfrm>
          <a:custGeom>
            <a:avLst/>
            <a:gdLst/>
            <a:ahLst/>
            <a:cxnLst/>
            <a:rect l="l" t="t" r="r" b="b"/>
            <a:pathLst>
              <a:path w="190500" h="706755">
                <a:moveTo>
                  <a:pt x="190500" y="0"/>
                </a:moveTo>
                <a:lnTo>
                  <a:pt x="0" y="0"/>
                </a:lnTo>
                <a:lnTo>
                  <a:pt x="0" y="706501"/>
                </a:lnTo>
                <a:lnTo>
                  <a:pt x="190500" y="516000"/>
                </a:lnTo>
                <a:lnTo>
                  <a:pt x="190500" y="0"/>
                </a:lnTo>
                <a:close/>
              </a:path>
            </a:pathLst>
          </a:custGeom>
          <a:solidFill>
            <a:schemeClr val="bg2"/>
          </a:solidFill>
        </p:spPr>
        <p:txBody>
          <a:bodyPr wrap="square" lIns="0" tIns="0" rIns="0" bIns="0" rtlCol="0"/>
          <a:lstStyle/>
          <a:p>
            <a:endParaRPr/>
          </a:p>
        </p:txBody>
      </p:sp>
      <p:sp>
        <p:nvSpPr>
          <p:cNvPr id="17" name="object 11">
            <a:extLst>
              <a:ext uri="{FF2B5EF4-FFF2-40B4-BE49-F238E27FC236}">
                <a16:creationId xmlns:a16="http://schemas.microsoft.com/office/drawing/2014/main" id="{BA922A8D-7A60-6446-AE73-13BDFB0ADE71}"/>
              </a:ext>
            </a:extLst>
          </p:cNvPr>
          <p:cNvSpPr/>
          <p:nvPr/>
        </p:nvSpPr>
        <p:spPr>
          <a:xfrm>
            <a:off x="0" y="0"/>
            <a:ext cx="317500" cy="6858000"/>
          </a:xfrm>
          <a:custGeom>
            <a:avLst/>
            <a:gdLst/>
            <a:ahLst/>
            <a:cxnLst/>
            <a:rect l="l" t="t" r="r" b="b"/>
            <a:pathLst>
              <a:path w="317500" h="6858000">
                <a:moveTo>
                  <a:pt x="317500" y="0"/>
                </a:moveTo>
                <a:lnTo>
                  <a:pt x="0" y="0"/>
                </a:lnTo>
                <a:lnTo>
                  <a:pt x="0" y="6858000"/>
                </a:lnTo>
                <a:lnTo>
                  <a:pt x="127000" y="6858000"/>
                </a:lnTo>
                <a:lnTo>
                  <a:pt x="127000" y="897001"/>
                </a:lnTo>
                <a:lnTo>
                  <a:pt x="317500" y="706501"/>
                </a:lnTo>
                <a:lnTo>
                  <a:pt x="317500" y="0"/>
                </a:lnTo>
                <a:close/>
              </a:path>
            </a:pathLst>
          </a:custGeom>
          <a:solidFill>
            <a:schemeClr val="tx2"/>
          </a:solidFill>
        </p:spPr>
        <p:txBody>
          <a:bodyPr wrap="square" lIns="0" tIns="0" rIns="0" bIns="0" rtlCol="0"/>
          <a:lstStyle/>
          <a:p>
            <a:endParaRPr/>
          </a:p>
        </p:txBody>
      </p:sp>
      <p:grpSp>
        <p:nvGrpSpPr>
          <p:cNvPr id="18" name="object 13">
            <a:extLst>
              <a:ext uri="{FF2B5EF4-FFF2-40B4-BE49-F238E27FC236}">
                <a16:creationId xmlns:a16="http://schemas.microsoft.com/office/drawing/2014/main" id="{3B9CA242-E922-4046-A4A0-2A19F5515D15}"/>
              </a:ext>
            </a:extLst>
          </p:cNvPr>
          <p:cNvGrpSpPr/>
          <p:nvPr userDrawn="1"/>
        </p:nvGrpSpPr>
        <p:grpSpPr>
          <a:xfrm>
            <a:off x="12065000" y="0"/>
            <a:ext cx="127000" cy="6858000"/>
            <a:chOff x="12065000" y="0"/>
            <a:chExt cx="127000" cy="6858000"/>
          </a:xfrm>
        </p:grpSpPr>
        <p:sp>
          <p:nvSpPr>
            <p:cNvPr id="19" name="object 14">
              <a:extLst>
                <a:ext uri="{FF2B5EF4-FFF2-40B4-BE49-F238E27FC236}">
                  <a16:creationId xmlns:a16="http://schemas.microsoft.com/office/drawing/2014/main" id="{CA4B219B-A175-EF40-A15F-A701A079558D}"/>
                </a:ext>
              </a:extLst>
            </p:cNvPr>
            <p:cNvSpPr/>
            <p:nvPr/>
          </p:nvSpPr>
          <p:spPr>
            <a:xfrm>
              <a:off x="12065000" y="0"/>
              <a:ext cx="127000" cy="5143500"/>
            </a:xfrm>
            <a:custGeom>
              <a:avLst/>
              <a:gdLst/>
              <a:ahLst/>
              <a:cxnLst/>
              <a:rect l="l" t="t" r="r" b="b"/>
              <a:pathLst>
                <a:path w="127000" h="5143500">
                  <a:moveTo>
                    <a:pt x="0" y="5143500"/>
                  </a:moveTo>
                  <a:lnTo>
                    <a:pt x="127000" y="5143500"/>
                  </a:lnTo>
                  <a:lnTo>
                    <a:pt x="127000" y="0"/>
                  </a:lnTo>
                  <a:lnTo>
                    <a:pt x="0" y="0"/>
                  </a:lnTo>
                  <a:lnTo>
                    <a:pt x="0" y="5143500"/>
                  </a:lnTo>
                  <a:close/>
                </a:path>
              </a:pathLst>
            </a:custGeom>
            <a:solidFill>
              <a:schemeClr val="tx2"/>
            </a:solidFill>
          </p:spPr>
          <p:txBody>
            <a:bodyPr wrap="square" lIns="0" tIns="0" rIns="0" bIns="0" rtlCol="0"/>
            <a:lstStyle/>
            <a:p>
              <a:endParaRPr/>
            </a:p>
          </p:txBody>
        </p:sp>
        <p:sp>
          <p:nvSpPr>
            <p:cNvPr id="20" name="object 15">
              <a:extLst>
                <a:ext uri="{FF2B5EF4-FFF2-40B4-BE49-F238E27FC236}">
                  <a16:creationId xmlns:a16="http://schemas.microsoft.com/office/drawing/2014/main" id="{C8D469FA-9FDD-EF41-ACCC-B01BE68742AB}"/>
                </a:ext>
              </a:extLst>
            </p:cNvPr>
            <p:cNvSpPr/>
            <p:nvPr/>
          </p:nvSpPr>
          <p:spPr>
            <a:xfrm>
              <a:off x="12065000" y="5143500"/>
              <a:ext cx="127000" cy="1714500"/>
            </a:xfrm>
            <a:custGeom>
              <a:avLst/>
              <a:gdLst/>
              <a:ahLst/>
              <a:cxnLst/>
              <a:rect l="l" t="t" r="r" b="b"/>
              <a:pathLst>
                <a:path w="127000" h="1714500">
                  <a:moveTo>
                    <a:pt x="127000" y="0"/>
                  </a:moveTo>
                  <a:lnTo>
                    <a:pt x="0" y="0"/>
                  </a:lnTo>
                  <a:lnTo>
                    <a:pt x="0" y="1714500"/>
                  </a:lnTo>
                  <a:lnTo>
                    <a:pt x="127000" y="1714500"/>
                  </a:lnTo>
                  <a:lnTo>
                    <a:pt x="127000" y="0"/>
                  </a:lnTo>
                  <a:close/>
                </a:path>
              </a:pathLst>
            </a:custGeom>
            <a:solidFill>
              <a:schemeClr val="bg2"/>
            </a:solidFill>
          </p:spPr>
          <p:txBody>
            <a:bodyPr wrap="square" lIns="0" tIns="0" rIns="0" bIns="0" rtlCol="0"/>
            <a:lstStyle/>
            <a:p>
              <a:endParaRPr/>
            </a:p>
          </p:txBody>
        </p:sp>
      </p:grpSp>
      <p:sp>
        <p:nvSpPr>
          <p:cNvPr id="11" name="object 27">
            <a:extLst>
              <a:ext uri="{FF2B5EF4-FFF2-40B4-BE49-F238E27FC236}">
                <a16:creationId xmlns:a16="http://schemas.microsoft.com/office/drawing/2014/main" id="{FFC84441-6692-4387-9720-108E5AFC0481}"/>
              </a:ext>
            </a:extLst>
          </p:cNvPr>
          <p:cNvSpPr txBox="1"/>
          <p:nvPr userDrawn="1"/>
        </p:nvSpPr>
        <p:spPr>
          <a:xfrm>
            <a:off x="1283625" y="6509295"/>
            <a:ext cx="2540000" cy="166712"/>
          </a:xfrm>
          <a:prstGeom prst="rect">
            <a:avLst/>
          </a:prstGeom>
        </p:spPr>
        <p:txBody>
          <a:bodyPr vert="horz" wrap="square" lIns="0" tIns="12700" rIns="0" bIns="0" rtlCol="0">
            <a:spAutoFit/>
          </a:bodyPr>
          <a:lstStyle/>
          <a:p>
            <a:pPr marL="12700">
              <a:lnSpc>
                <a:spcPct val="100000"/>
              </a:lnSpc>
              <a:spcBef>
                <a:spcPts val="100"/>
              </a:spcBef>
            </a:pPr>
            <a:r>
              <a:rPr lang="en" sz="1000" b="1" i="0" spc="-5">
                <a:solidFill>
                  <a:schemeClr val="tx2"/>
                </a:solidFill>
                <a:latin typeface="+mj-ea"/>
                <a:ea typeface="+mj-ea"/>
                <a:cs typeface="Arial"/>
              </a:rPr>
              <a:t>NSW Inc. </a:t>
            </a:r>
            <a:r>
              <a:rPr lang="en" sz="1000" b="0" i="0" spc="-5">
                <a:solidFill>
                  <a:schemeClr val="tx2"/>
                </a:solidFill>
                <a:latin typeface="+mj-ea"/>
                <a:ea typeface="+mj-ea"/>
                <a:cs typeface="Arial"/>
              </a:rPr>
              <a:t>| Confidential and Proprietary</a:t>
            </a:r>
            <a:endParaRPr sz="1000" b="0" i="0">
              <a:solidFill>
                <a:schemeClr val="tx2"/>
              </a:solidFill>
              <a:latin typeface="+mj-ea"/>
              <a:ea typeface="+mj-ea"/>
              <a:cs typeface="Arial"/>
            </a:endParaRPr>
          </a:p>
        </p:txBody>
      </p:sp>
      <p:pic>
        <p:nvPicPr>
          <p:cNvPr id="15" name="図 14" descr="ロゴ&#10;&#10;自動的に生成された説明">
            <a:extLst>
              <a:ext uri="{FF2B5EF4-FFF2-40B4-BE49-F238E27FC236}">
                <a16:creationId xmlns:a16="http://schemas.microsoft.com/office/drawing/2014/main" id="{2285CD2C-186C-4154-82B7-0EFE7BED1747}"/>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22681" y="6418445"/>
            <a:ext cx="776605" cy="257561"/>
          </a:xfrm>
          <a:prstGeom prst="rect">
            <a:avLst/>
          </a:prstGeom>
        </p:spPr>
      </p:pic>
      <p:sp>
        <p:nvSpPr>
          <p:cNvPr id="22" name="テキスト プレースホルダー 14">
            <a:extLst>
              <a:ext uri="{FF2B5EF4-FFF2-40B4-BE49-F238E27FC236}">
                <a16:creationId xmlns:a16="http://schemas.microsoft.com/office/drawing/2014/main" id="{EDFB4B59-8319-12E9-8306-5E89B6667D2F}"/>
              </a:ext>
            </a:extLst>
          </p:cNvPr>
          <p:cNvSpPr>
            <a:spLocks noGrp="1"/>
          </p:cNvSpPr>
          <p:nvPr>
            <p:ph type="body" sz="quarter" idx="10" hasCustomPrompt="1"/>
          </p:nvPr>
        </p:nvSpPr>
        <p:spPr>
          <a:xfrm>
            <a:off x="334962" y="1268412"/>
            <a:ext cx="5545137" cy="651556"/>
          </a:xfrm>
          <a:prstGeom prst="rect">
            <a:avLst/>
          </a:prstGeom>
        </p:spPr>
        <p:txBody>
          <a:bodyPr anchor="ctr" anchorCtr="1"/>
          <a:lstStyle>
            <a:lvl1pPr>
              <a:defRPr sz="2400">
                <a:solidFill>
                  <a:schemeClr val="tx2"/>
                </a:solidFill>
              </a:defRPr>
            </a:lvl1pPr>
          </a:lstStyle>
          <a:p>
            <a:pPr lvl="0"/>
            <a:r>
              <a:rPr kumimoji="1" lang="ja-JP" altLang="en-US"/>
              <a:t>小見出しをここに記載</a:t>
            </a:r>
          </a:p>
        </p:txBody>
      </p:sp>
      <p:sp>
        <p:nvSpPr>
          <p:cNvPr id="23" name="コンテンツ プレースホルダー 16">
            <a:extLst>
              <a:ext uri="{FF2B5EF4-FFF2-40B4-BE49-F238E27FC236}">
                <a16:creationId xmlns:a16="http://schemas.microsoft.com/office/drawing/2014/main" id="{17061BAF-38F9-4698-6B4E-F4DB71DCA964}"/>
              </a:ext>
            </a:extLst>
          </p:cNvPr>
          <p:cNvSpPr>
            <a:spLocks noGrp="1"/>
          </p:cNvSpPr>
          <p:nvPr>
            <p:ph sz="quarter" idx="11"/>
          </p:nvPr>
        </p:nvSpPr>
        <p:spPr>
          <a:xfrm>
            <a:off x="334962" y="1919968"/>
            <a:ext cx="5545137" cy="4245881"/>
          </a:xfrm>
          <a:prstGeom prst="rect">
            <a:avLst/>
          </a:prstGeom>
        </p:spPr>
        <p:txBody>
          <a:bodyPr/>
          <a:lstStyle>
            <a:lvl1pPr>
              <a:defRPr sz="2000"/>
            </a:lvl1pPr>
            <a:lvl2pPr>
              <a:defRPr sz="2000"/>
            </a:lvl2pPr>
            <a:lvl3pPr>
              <a:defRPr sz="1400"/>
            </a:lvl3pPr>
            <a:lvl4pPr>
              <a:defRPr sz="1200"/>
            </a:lvl4pPr>
            <a:lvl5pPr>
              <a:defRPr sz="1100"/>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24" name="テキスト プレースホルダー 14">
            <a:extLst>
              <a:ext uri="{FF2B5EF4-FFF2-40B4-BE49-F238E27FC236}">
                <a16:creationId xmlns:a16="http://schemas.microsoft.com/office/drawing/2014/main" id="{A2DBA69B-E919-3CC5-6759-B421F81C19E8}"/>
              </a:ext>
            </a:extLst>
          </p:cNvPr>
          <p:cNvSpPr>
            <a:spLocks noGrp="1"/>
          </p:cNvSpPr>
          <p:nvPr>
            <p:ph type="body" sz="quarter" idx="12" hasCustomPrompt="1"/>
          </p:nvPr>
        </p:nvSpPr>
        <p:spPr>
          <a:xfrm>
            <a:off x="6311901" y="1268413"/>
            <a:ext cx="5545136" cy="651556"/>
          </a:xfrm>
          <a:prstGeom prst="rect">
            <a:avLst/>
          </a:prstGeom>
        </p:spPr>
        <p:txBody>
          <a:bodyPr anchor="ctr" anchorCtr="1"/>
          <a:lstStyle>
            <a:lvl1pPr>
              <a:defRPr sz="2400">
                <a:solidFill>
                  <a:schemeClr val="tx2"/>
                </a:solidFill>
              </a:defRPr>
            </a:lvl1pPr>
          </a:lstStyle>
          <a:p>
            <a:pPr lvl="0"/>
            <a:r>
              <a:rPr kumimoji="1" lang="ja-JP" altLang="en-US"/>
              <a:t>小見出しをここに記載</a:t>
            </a:r>
          </a:p>
        </p:txBody>
      </p:sp>
      <p:sp>
        <p:nvSpPr>
          <p:cNvPr id="25" name="コンテンツ プレースホルダー 16">
            <a:extLst>
              <a:ext uri="{FF2B5EF4-FFF2-40B4-BE49-F238E27FC236}">
                <a16:creationId xmlns:a16="http://schemas.microsoft.com/office/drawing/2014/main" id="{0D750E35-9921-F0E2-9239-E0EB2704AB88}"/>
              </a:ext>
            </a:extLst>
          </p:cNvPr>
          <p:cNvSpPr>
            <a:spLocks noGrp="1"/>
          </p:cNvSpPr>
          <p:nvPr>
            <p:ph sz="quarter" idx="13"/>
          </p:nvPr>
        </p:nvSpPr>
        <p:spPr>
          <a:xfrm>
            <a:off x="6311901" y="1919968"/>
            <a:ext cx="5545137" cy="4245881"/>
          </a:xfrm>
          <a:prstGeom prst="rect">
            <a:avLst/>
          </a:prstGeom>
        </p:spPr>
        <p:txBody>
          <a:bodyPr/>
          <a:lstStyle>
            <a:lvl1pPr>
              <a:defRPr sz="2000"/>
            </a:lvl1pPr>
            <a:lvl2pPr>
              <a:defRPr sz="2000"/>
            </a:lvl2pPr>
            <a:lvl3pPr>
              <a:defRPr sz="1400"/>
            </a:lvl3pPr>
            <a:lvl4pPr>
              <a:defRPr sz="1200"/>
            </a:lvl4pPr>
            <a:lvl5pPr>
              <a:defRPr sz="1100"/>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1823444591"/>
      </p:ext>
    </p:extLst>
  </p:cSld>
  <p:clrMapOvr>
    <a:masterClrMapping/>
  </p:clrMapOvr>
  <p:extLst>
    <p:ext uri="{DCECCB84-F9BA-43D5-87BE-67443E8EF086}">
      <p15:sldGuideLst xmlns:p15="http://schemas.microsoft.com/office/powerpoint/2012/main">
        <p15:guide id="1" orient="horz" pos="3884">
          <p15:clr>
            <a:srgbClr val="FBAE40"/>
          </p15:clr>
        </p15:guide>
        <p15:guide id="3" orient="horz" pos="142">
          <p15:clr>
            <a:srgbClr val="FBAE40"/>
          </p15:clr>
        </p15:guide>
        <p15:guide id="4" pos="211">
          <p15:clr>
            <a:srgbClr val="FBAE40"/>
          </p15:clr>
        </p15:guide>
        <p15:guide id="5" pos="7469">
          <p15:clr>
            <a:srgbClr val="FBAE40"/>
          </p15:clr>
        </p15:guide>
        <p15:guide id="6" orient="horz" pos="527">
          <p15:clr>
            <a:srgbClr val="FBAE40"/>
          </p15:clr>
        </p15:guide>
        <p15:guide id="7" pos="3704">
          <p15:clr>
            <a:srgbClr val="FBAE40"/>
          </p15:clr>
        </p15:guide>
        <p15:guide id="8" pos="3976">
          <p15:clr>
            <a:srgbClr val="FBAE40"/>
          </p15:clr>
        </p15:guide>
        <p15:guide id="9" orient="horz" pos="216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ブロックレイアウト">
    <p:spTree>
      <p:nvGrpSpPr>
        <p:cNvPr id="1" name=""/>
        <p:cNvGrpSpPr/>
        <p:nvPr/>
      </p:nvGrpSpPr>
      <p:grpSpPr>
        <a:xfrm>
          <a:off x="0" y="0"/>
          <a:ext cx="0" cy="0"/>
          <a:chOff x="0" y="0"/>
          <a:chExt cx="0" cy="0"/>
        </a:xfrm>
      </p:grpSpPr>
      <p:sp>
        <p:nvSpPr>
          <p:cNvPr id="12" name="Holder 2">
            <a:extLst>
              <a:ext uri="{FF2B5EF4-FFF2-40B4-BE49-F238E27FC236}">
                <a16:creationId xmlns:a16="http://schemas.microsoft.com/office/drawing/2014/main" id="{BCA7EB43-4EB5-3748-ACFE-C4696148CB6A}"/>
              </a:ext>
            </a:extLst>
          </p:cNvPr>
          <p:cNvSpPr>
            <a:spLocks noGrp="1"/>
          </p:cNvSpPr>
          <p:nvPr>
            <p:ph type="title"/>
          </p:nvPr>
        </p:nvSpPr>
        <p:spPr>
          <a:xfrm>
            <a:off x="590308" y="225425"/>
            <a:ext cx="11266729" cy="604519"/>
          </a:xfrm>
          <a:prstGeom prst="rect">
            <a:avLst/>
          </a:prstGeom>
        </p:spPr>
        <p:txBody>
          <a:bodyPr lIns="0" tIns="0" rIns="0" bIns="0"/>
          <a:lstStyle>
            <a:lvl1pPr>
              <a:defRPr sz="3800" b="0" i="0" spc="-70" baseline="0">
                <a:solidFill>
                  <a:schemeClr val="tx2"/>
                </a:solidFill>
                <a:latin typeface="+mj-ea"/>
                <a:ea typeface="+mj-ea"/>
                <a:cs typeface="游ゴシック" panose="020B0400000000000000" pitchFamily="50" charset="-128"/>
              </a:defRPr>
            </a:lvl1pPr>
          </a:lstStyle>
          <a:p>
            <a:endParaRPr/>
          </a:p>
        </p:txBody>
      </p:sp>
      <p:sp>
        <p:nvSpPr>
          <p:cNvPr id="13" name="Holder 6">
            <a:extLst>
              <a:ext uri="{FF2B5EF4-FFF2-40B4-BE49-F238E27FC236}">
                <a16:creationId xmlns:a16="http://schemas.microsoft.com/office/drawing/2014/main" id="{F2D706C3-33A9-5243-B948-806E9E28E951}"/>
              </a:ext>
            </a:extLst>
          </p:cNvPr>
          <p:cNvSpPr>
            <a:spLocks noGrp="1"/>
          </p:cNvSpPr>
          <p:nvPr>
            <p:ph type="sldNum" sz="quarter" idx="7"/>
          </p:nvPr>
        </p:nvSpPr>
        <p:spPr>
          <a:xfrm>
            <a:off x="11521440" y="6518701"/>
            <a:ext cx="375920" cy="150246"/>
          </a:xfrm>
          <a:prstGeom prst="rect">
            <a:avLst/>
          </a:prstGeom>
        </p:spPr>
        <p:txBody>
          <a:bodyPr lIns="0" tIns="0" rIns="0" bIns="0"/>
          <a:lstStyle>
            <a:lvl1pPr algn="r">
              <a:defRPr sz="1200" b="0" i="0">
                <a:solidFill>
                  <a:schemeClr val="tx1"/>
                </a:solidFill>
                <a:latin typeface="+mn-ea"/>
                <a:ea typeface="+mn-ea"/>
              </a:defRPr>
            </a:lvl1pPr>
          </a:lstStyle>
          <a:p>
            <a:fld id="{B6F15528-21DE-4FAA-801E-634DDDAF4B2B}" type="slidenum">
              <a:rPr lang="en-US" altLang="ja-JP" smtClean="0"/>
              <a:pPr/>
              <a:t>‹#›</a:t>
            </a:fld>
            <a:endParaRPr lang="en-US" altLang="ja-JP"/>
          </a:p>
        </p:txBody>
      </p:sp>
      <p:sp>
        <p:nvSpPr>
          <p:cNvPr id="16" name="object 10">
            <a:extLst>
              <a:ext uri="{FF2B5EF4-FFF2-40B4-BE49-F238E27FC236}">
                <a16:creationId xmlns:a16="http://schemas.microsoft.com/office/drawing/2014/main" id="{C606A044-4610-7C43-8D37-13180508D5CA}"/>
              </a:ext>
            </a:extLst>
          </p:cNvPr>
          <p:cNvSpPr/>
          <p:nvPr/>
        </p:nvSpPr>
        <p:spPr>
          <a:xfrm>
            <a:off x="127000" y="325499"/>
            <a:ext cx="190500" cy="706755"/>
          </a:xfrm>
          <a:custGeom>
            <a:avLst/>
            <a:gdLst/>
            <a:ahLst/>
            <a:cxnLst/>
            <a:rect l="l" t="t" r="r" b="b"/>
            <a:pathLst>
              <a:path w="190500" h="706755">
                <a:moveTo>
                  <a:pt x="190500" y="0"/>
                </a:moveTo>
                <a:lnTo>
                  <a:pt x="0" y="0"/>
                </a:lnTo>
                <a:lnTo>
                  <a:pt x="0" y="706501"/>
                </a:lnTo>
                <a:lnTo>
                  <a:pt x="190500" y="516000"/>
                </a:lnTo>
                <a:lnTo>
                  <a:pt x="190500" y="0"/>
                </a:lnTo>
                <a:close/>
              </a:path>
            </a:pathLst>
          </a:custGeom>
          <a:solidFill>
            <a:schemeClr val="bg2"/>
          </a:solidFill>
        </p:spPr>
        <p:txBody>
          <a:bodyPr wrap="square" lIns="0" tIns="0" rIns="0" bIns="0" rtlCol="0"/>
          <a:lstStyle/>
          <a:p>
            <a:endParaRPr/>
          </a:p>
        </p:txBody>
      </p:sp>
      <p:sp>
        <p:nvSpPr>
          <p:cNvPr id="17" name="object 11">
            <a:extLst>
              <a:ext uri="{FF2B5EF4-FFF2-40B4-BE49-F238E27FC236}">
                <a16:creationId xmlns:a16="http://schemas.microsoft.com/office/drawing/2014/main" id="{BA922A8D-7A60-6446-AE73-13BDFB0ADE71}"/>
              </a:ext>
            </a:extLst>
          </p:cNvPr>
          <p:cNvSpPr/>
          <p:nvPr/>
        </p:nvSpPr>
        <p:spPr>
          <a:xfrm>
            <a:off x="0" y="0"/>
            <a:ext cx="317500" cy="6858000"/>
          </a:xfrm>
          <a:custGeom>
            <a:avLst/>
            <a:gdLst/>
            <a:ahLst/>
            <a:cxnLst/>
            <a:rect l="l" t="t" r="r" b="b"/>
            <a:pathLst>
              <a:path w="317500" h="6858000">
                <a:moveTo>
                  <a:pt x="317500" y="0"/>
                </a:moveTo>
                <a:lnTo>
                  <a:pt x="0" y="0"/>
                </a:lnTo>
                <a:lnTo>
                  <a:pt x="0" y="6858000"/>
                </a:lnTo>
                <a:lnTo>
                  <a:pt x="127000" y="6858000"/>
                </a:lnTo>
                <a:lnTo>
                  <a:pt x="127000" y="897001"/>
                </a:lnTo>
                <a:lnTo>
                  <a:pt x="317500" y="706501"/>
                </a:lnTo>
                <a:lnTo>
                  <a:pt x="317500" y="0"/>
                </a:lnTo>
                <a:close/>
              </a:path>
            </a:pathLst>
          </a:custGeom>
          <a:solidFill>
            <a:schemeClr val="tx2"/>
          </a:solidFill>
        </p:spPr>
        <p:txBody>
          <a:bodyPr wrap="square" lIns="0" tIns="0" rIns="0" bIns="0" rtlCol="0"/>
          <a:lstStyle/>
          <a:p>
            <a:endParaRPr/>
          </a:p>
        </p:txBody>
      </p:sp>
      <p:grpSp>
        <p:nvGrpSpPr>
          <p:cNvPr id="18" name="object 13">
            <a:extLst>
              <a:ext uri="{FF2B5EF4-FFF2-40B4-BE49-F238E27FC236}">
                <a16:creationId xmlns:a16="http://schemas.microsoft.com/office/drawing/2014/main" id="{3B9CA242-E922-4046-A4A0-2A19F5515D15}"/>
              </a:ext>
            </a:extLst>
          </p:cNvPr>
          <p:cNvGrpSpPr/>
          <p:nvPr userDrawn="1"/>
        </p:nvGrpSpPr>
        <p:grpSpPr>
          <a:xfrm>
            <a:off x="12065000" y="0"/>
            <a:ext cx="127000" cy="6858000"/>
            <a:chOff x="12065000" y="0"/>
            <a:chExt cx="127000" cy="6858000"/>
          </a:xfrm>
        </p:grpSpPr>
        <p:sp>
          <p:nvSpPr>
            <p:cNvPr id="19" name="object 14">
              <a:extLst>
                <a:ext uri="{FF2B5EF4-FFF2-40B4-BE49-F238E27FC236}">
                  <a16:creationId xmlns:a16="http://schemas.microsoft.com/office/drawing/2014/main" id="{CA4B219B-A175-EF40-A15F-A701A079558D}"/>
                </a:ext>
              </a:extLst>
            </p:cNvPr>
            <p:cNvSpPr/>
            <p:nvPr/>
          </p:nvSpPr>
          <p:spPr>
            <a:xfrm>
              <a:off x="12065000" y="0"/>
              <a:ext cx="127000" cy="5143500"/>
            </a:xfrm>
            <a:custGeom>
              <a:avLst/>
              <a:gdLst/>
              <a:ahLst/>
              <a:cxnLst/>
              <a:rect l="l" t="t" r="r" b="b"/>
              <a:pathLst>
                <a:path w="127000" h="5143500">
                  <a:moveTo>
                    <a:pt x="0" y="5143500"/>
                  </a:moveTo>
                  <a:lnTo>
                    <a:pt x="127000" y="5143500"/>
                  </a:lnTo>
                  <a:lnTo>
                    <a:pt x="127000" y="0"/>
                  </a:lnTo>
                  <a:lnTo>
                    <a:pt x="0" y="0"/>
                  </a:lnTo>
                  <a:lnTo>
                    <a:pt x="0" y="5143500"/>
                  </a:lnTo>
                  <a:close/>
                </a:path>
              </a:pathLst>
            </a:custGeom>
            <a:solidFill>
              <a:schemeClr val="tx2"/>
            </a:solidFill>
          </p:spPr>
          <p:txBody>
            <a:bodyPr wrap="square" lIns="0" tIns="0" rIns="0" bIns="0" rtlCol="0"/>
            <a:lstStyle/>
            <a:p>
              <a:endParaRPr/>
            </a:p>
          </p:txBody>
        </p:sp>
        <p:sp>
          <p:nvSpPr>
            <p:cNvPr id="20" name="object 15">
              <a:extLst>
                <a:ext uri="{FF2B5EF4-FFF2-40B4-BE49-F238E27FC236}">
                  <a16:creationId xmlns:a16="http://schemas.microsoft.com/office/drawing/2014/main" id="{C8D469FA-9FDD-EF41-ACCC-B01BE68742AB}"/>
                </a:ext>
              </a:extLst>
            </p:cNvPr>
            <p:cNvSpPr/>
            <p:nvPr/>
          </p:nvSpPr>
          <p:spPr>
            <a:xfrm>
              <a:off x="12065000" y="5143500"/>
              <a:ext cx="127000" cy="1714500"/>
            </a:xfrm>
            <a:custGeom>
              <a:avLst/>
              <a:gdLst/>
              <a:ahLst/>
              <a:cxnLst/>
              <a:rect l="l" t="t" r="r" b="b"/>
              <a:pathLst>
                <a:path w="127000" h="1714500">
                  <a:moveTo>
                    <a:pt x="127000" y="0"/>
                  </a:moveTo>
                  <a:lnTo>
                    <a:pt x="0" y="0"/>
                  </a:lnTo>
                  <a:lnTo>
                    <a:pt x="0" y="1714500"/>
                  </a:lnTo>
                  <a:lnTo>
                    <a:pt x="127000" y="1714500"/>
                  </a:lnTo>
                  <a:lnTo>
                    <a:pt x="127000" y="0"/>
                  </a:lnTo>
                  <a:close/>
                </a:path>
              </a:pathLst>
            </a:custGeom>
            <a:solidFill>
              <a:schemeClr val="bg2"/>
            </a:solidFill>
          </p:spPr>
          <p:txBody>
            <a:bodyPr wrap="square" lIns="0" tIns="0" rIns="0" bIns="0" rtlCol="0"/>
            <a:lstStyle/>
            <a:p>
              <a:endParaRPr/>
            </a:p>
          </p:txBody>
        </p:sp>
      </p:grpSp>
      <p:sp>
        <p:nvSpPr>
          <p:cNvPr id="11" name="object 27">
            <a:extLst>
              <a:ext uri="{FF2B5EF4-FFF2-40B4-BE49-F238E27FC236}">
                <a16:creationId xmlns:a16="http://schemas.microsoft.com/office/drawing/2014/main" id="{FFC84441-6692-4387-9720-108E5AFC0481}"/>
              </a:ext>
            </a:extLst>
          </p:cNvPr>
          <p:cNvSpPr txBox="1"/>
          <p:nvPr userDrawn="1"/>
        </p:nvSpPr>
        <p:spPr>
          <a:xfrm>
            <a:off x="1283625" y="6509295"/>
            <a:ext cx="2540000" cy="166712"/>
          </a:xfrm>
          <a:prstGeom prst="rect">
            <a:avLst/>
          </a:prstGeom>
        </p:spPr>
        <p:txBody>
          <a:bodyPr vert="horz" wrap="square" lIns="0" tIns="12700" rIns="0" bIns="0" rtlCol="0">
            <a:spAutoFit/>
          </a:bodyPr>
          <a:lstStyle/>
          <a:p>
            <a:pPr marL="12700">
              <a:lnSpc>
                <a:spcPct val="100000"/>
              </a:lnSpc>
              <a:spcBef>
                <a:spcPts val="100"/>
              </a:spcBef>
            </a:pPr>
            <a:r>
              <a:rPr lang="en" sz="1000" b="1" i="0" spc="-5">
                <a:solidFill>
                  <a:schemeClr val="tx2"/>
                </a:solidFill>
                <a:latin typeface="+mj-ea"/>
                <a:ea typeface="+mj-ea"/>
                <a:cs typeface="Arial"/>
              </a:rPr>
              <a:t>NSW Inc. </a:t>
            </a:r>
            <a:r>
              <a:rPr lang="en" sz="1000" b="0" i="0" spc="-5">
                <a:solidFill>
                  <a:schemeClr val="tx2"/>
                </a:solidFill>
                <a:latin typeface="+mj-ea"/>
                <a:ea typeface="+mj-ea"/>
                <a:cs typeface="Arial"/>
              </a:rPr>
              <a:t>| Confidential and Proprietary</a:t>
            </a:r>
            <a:endParaRPr sz="1000" b="0" i="0">
              <a:solidFill>
                <a:schemeClr val="tx2"/>
              </a:solidFill>
              <a:latin typeface="+mj-ea"/>
              <a:ea typeface="+mj-ea"/>
              <a:cs typeface="Arial"/>
            </a:endParaRPr>
          </a:p>
        </p:txBody>
      </p:sp>
      <p:pic>
        <p:nvPicPr>
          <p:cNvPr id="15" name="図 14" descr="ロゴ&#10;&#10;自動的に生成された説明">
            <a:extLst>
              <a:ext uri="{FF2B5EF4-FFF2-40B4-BE49-F238E27FC236}">
                <a16:creationId xmlns:a16="http://schemas.microsoft.com/office/drawing/2014/main" id="{2285CD2C-186C-4154-82B7-0EFE7BED1747}"/>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22681" y="6418445"/>
            <a:ext cx="776605" cy="257561"/>
          </a:xfrm>
          <a:prstGeom prst="rect">
            <a:avLst/>
          </a:prstGeom>
        </p:spPr>
      </p:pic>
      <p:sp>
        <p:nvSpPr>
          <p:cNvPr id="21" name="テキスト プレースホルダー 14">
            <a:extLst>
              <a:ext uri="{FF2B5EF4-FFF2-40B4-BE49-F238E27FC236}">
                <a16:creationId xmlns:a16="http://schemas.microsoft.com/office/drawing/2014/main" id="{648F51B9-5DB8-81CE-45D4-C273450F2E82}"/>
              </a:ext>
            </a:extLst>
          </p:cNvPr>
          <p:cNvSpPr>
            <a:spLocks noGrp="1"/>
          </p:cNvSpPr>
          <p:nvPr>
            <p:ph type="body" sz="quarter" idx="10" hasCustomPrompt="1"/>
          </p:nvPr>
        </p:nvSpPr>
        <p:spPr>
          <a:xfrm>
            <a:off x="334963" y="1268413"/>
            <a:ext cx="3457575" cy="651556"/>
          </a:xfrm>
          <a:prstGeom prst="rect">
            <a:avLst/>
          </a:prstGeom>
        </p:spPr>
        <p:txBody>
          <a:bodyPr anchor="ctr" anchorCtr="1"/>
          <a:lstStyle>
            <a:lvl1pPr>
              <a:defRPr sz="2400">
                <a:solidFill>
                  <a:schemeClr val="tx2"/>
                </a:solidFill>
              </a:defRPr>
            </a:lvl1pPr>
          </a:lstStyle>
          <a:p>
            <a:pPr lvl="0"/>
            <a:r>
              <a:rPr kumimoji="1" lang="ja-JP" altLang="en-US"/>
              <a:t>小見出しをここに記載</a:t>
            </a:r>
          </a:p>
        </p:txBody>
      </p:sp>
      <p:sp>
        <p:nvSpPr>
          <p:cNvPr id="26" name="コンテンツ プレースホルダー 16">
            <a:extLst>
              <a:ext uri="{FF2B5EF4-FFF2-40B4-BE49-F238E27FC236}">
                <a16:creationId xmlns:a16="http://schemas.microsoft.com/office/drawing/2014/main" id="{52A31F5C-90DA-BC54-FC05-624D983E3714}"/>
              </a:ext>
            </a:extLst>
          </p:cNvPr>
          <p:cNvSpPr>
            <a:spLocks noGrp="1"/>
          </p:cNvSpPr>
          <p:nvPr>
            <p:ph sz="quarter" idx="11"/>
          </p:nvPr>
        </p:nvSpPr>
        <p:spPr>
          <a:xfrm>
            <a:off x="334963" y="1919969"/>
            <a:ext cx="3457575" cy="4245881"/>
          </a:xfrm>
          <a:prstGeom prst="rect">
            <a:avLst/>
          </a:prstGeom>
        </p:spPr>
        <p:txBody>
          <a:bodyPr/>
          <a:lstStyle>
            <a:lvl1pPr>
              <a:defRPr sz="2000"/>
            </a:lvl1pPr>
            <a:lvl2pPr>
              <a:defRPr sz="2000"/>
            </a:lvl2pPr>
            <a:lvl3pPr>
              <a:defRPr sz="1400"/>
            </a:lvl3pPr>
            <a:lvl4pPr>
              <a:defRPr sz="1200"/>
            </a:lvl4pPr>
            <a:lvl5pPr>
              <a:defRPr sz="1100"/>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27" name="テキスト プレースホルダー 14">
            <a:extLst>
              <a:ext uri="{FF2B5EF4-FFF2-40B4-BE49-F238E27FC236}">
                <a16:creationId xmlns:a16="http://schemas.microsoft.com/office/drawing/2014/main" id="{8CA691EE-EC09-E6D4-54A1-DF140C9BA649}"/>
              </a:ext>
            </a:extLst>
          </p:cNvPr>
          <p:cNvSpPr>
            <a:spLocks noGrp="1"/>
          </p:cNvSpPr>
          <p:nvPr>
            <p:ph type="body" sz="quarter" idx="12" hasCustomPrompt="1"/>
          </p:nvPr>
        </p:nvSpPr>
        <p:spPr>
          <a:xfrm>
            <a:off x="4367213" y="1268413"/>
            <a:ext cx="3457575" cy="651556"/>
          </a:xfrm>
          <a:prstGeom prst="rect">
            <a:avLst/>
          </a:prstGeom>
        </p:spPr>
        <p:txBody>
          <a:bodyPr anchor="ctr" anchorCtr="1"/>
          <a:lstStyle>
            <a:lvl1pPr>
              <a:defRPr sz="2400">
                <a:solidFill>
                  <a:schemeClr val="tx2"/>
                </a:solidFill>
              </a:defRPr>
            </a:lvl1pPr>
          </a:lstStyle>
          <a:p>
            <a:pPr lvl="0"/>
            <a:r>
              <a:rPr kumimoji="1" lang="ja-JP" altLang="en-US"/>
              <a:t>小見出しをここに記載</a:t>
            </a:r>
          </a:p>
        </p:txBody>
      </p:sp>
      <p:sp>
        <p:nvSpPr>
          <p:cNvPr id="28" name="コンテンツ プレースホルダー 16">
            <a:extLst>
              <a:ext uri="{FF2B5EF4-FFF2-40B4-BE49-F238E27FC236}">
                <a16:creationId xmlns:a16="http://schemas.microsoft.com/office/drawing/2014/main" id="{69EEF5B1-DFBA-F456-A38B-6CC182A9F8E6}"/>
              </a:ext>
            </a:extLst>
          </p:cNvPr>
          <p:cNvSpPr>
            <a:spLocks noGrp="1"/>
          </p:cNvSpPr>
          <p:nvPr>
            <p:ph sz="quarter" idx="13"/>
          </p:nvPr>
        </p:nvSpPr>
        <p:spPr>
          <a:xfrm>
            <a:off x="4367213" y="1919969"/>
            <a:ext cx="3457575" cy="4245881"/>
          </a:xfrm>
          <a:prstGeom prst="rect">
            <a:avLst/>
          </a:prstGeom>
        </p:spPr>
        <p:txBody>
          <a:bodyPr/>
          <a:lstStyle>
            <a:lvl1pPr>
              <a:defRPr sz="2000"/>
            </a:lvl1pPr>
            <a:lvl2pPr>
              <a:defRPr sz="2000"/>
            </a:lvl2pPr>
            <a:lvl3pPr>
              <a:defRPr sz="1400"/>
            </a:lvl3pPr>
            <a:lvl4pPr>
              <a:defRPr sz="1200"/>
            </a:lvl4pPr>
            <a:lvl5pPr>
              <a:defRPr sz="1100"/>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29" name="テキスト プレースホルダー 14">
            <a:extLst>
              <a:ext uri="{FF2B5EF4-FFF2-40B4-BE49-F238E27FC236}">
                <a16:creationId xmlns:a16="http://schemas.microsoft.com/office/drawing/2014/main" id="{6C4F73C8-7F0F-BA6B-373C-BC2B1E722AC7}"/>
              </a:ext>
            </a:extLst>
          </p:cNvPr>
          <p:cNvSpPr>
            <a:spLocks noGrp="1"/>
          </p:cNvSpPr>
          <p:nvPr>
            <p:ph type="body" sz="quarter" idx="14" hasCustomPrompt="1"/>
          </p:nvPr>
        </p:nvSpPr>
        <p:spPr>
          <a:xfrm>
            <a:off x="8435976" y="1268413"/>
            <a:ext cx="3421062" cy="651556"/>
          </a:xfrm>
          <a:prstGeom prst="rect">
            <a:avLst/>
          </a:prstGeom>
        </p:spPr>
        <p:txBody>
          <a:bodyPr anchor="ctr" anchorCtr="1"/>
          <a:lstStyle>
            <a:lvl1pPr>
              <a:defRPr sz="2400">
                <a:solidFill>
                  <a:schemeClr val="tx2"/>
                </a:solidFill>
              </a:defRPr>
            </a:lvl1pPr>
          </a:lstStyle>
          <a:p>
            <a:pPr lvl="0"/>
            <a:r>
              <a:rPr kumimoji="1" lang="ja-JP" altLang="en-US"/>
              <a:t>小見出しをここに記載</a:t>
            </a:r>
          </a:p>
        </p:txBody>
      </p:sp>
      <p:sp>
        <p:nvSpPr>
          <p:cNvPr id="30" name="コンテンツ プレースホルダー 16">
            <a:extLst>
              <a:ext uri="{FF2B5EF4-FFF2-40B4-BE49-F238E27FC236}">
                <a16:creationId xmlns:a16="http://schemas.microsoft.com/office/drawing/2014/main" id="{70EB4982-B679-8C21-BAE1-F847075F3E82}"/>
              </a:ext>
            </a:extLst>
          </p:cNvPr>
          <p:cNvSpPr>
            <a:spLocks noGrp="1"/>
          </p:cNvSpPr>
          <p:nvPr>
            <p:ph sz="quarter" idx="15"/>
          </p:nvPr>
        </p:nvSpPr>
        <p:spPr>
          <a:xfrm>
            <a:off x="8435975" y="1919969"/>
            <a:ext cx="3421063" cy="4245881"/>
          </a:xfrm>
          <a:prstGeom prst="rect">
            <a:avLst/>
          </a:prstGeom>
        </p:spPr>
        <p:txBody>
          <a:bodyPr/>
          <a:lstStyle>
            <a:lvl1pPr>
              <a:defRPr sz="2000"/>
            </a:lvl1pPr>
            <a:lvl2pPr>
              <a:defRPr sz="2000"/>
            </a:lvl2pPr>
            <a:lvl3pPr>
              <a:defRPr sz="1400"/>
            </a:lvl3pPr>
            <a:lvl4pPr>
              <a:defRPr sz="1200"/>
            </a:lvl4pPr>
            <a:lvl5pPr>
              <a:defRPr sz="1100"/>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128329329"/>
      </p:ext>
    </p:extLst>
  </p:cSld>
  <p:clrMapOvr>
    <a:masterClrMapping/>
  </p:clrMapOvr>
  <p:extLst>
    <p:ext uri="{DCECCB84-F9BA-43D5-87BE-67443E8EF086}">
      <p15:sldGuideLst xmlns:p15="http://schemas.microsoft.com/office/powerpoint/2012/main">
        <p15:guide id="1" orient="horz" pos="3884">
          <p15:clr>
            <a:srgbClr val="FBAE40"/>
          </p15:clr>
        </p15:guide>
        <p15:guide id="3" orient="horz" pos="142">
          <p15:clr>
            <a:srgbClr val="FBAE40"/>
          </p15:clr>
        </p15:guide>
        <p15:guide id="4" pos="211">
          <p15:clr>
            <a:srgbClr val="FBAE40"/>
          </p15:clr>
        </p15:guide>
        <p15:guide id="5" pos="7469">
          <p15:clr>
            <a:srgbClr val="FBAE40"/>
          </p15:clr>
        </p15:guide>
        <p15:guide id="6" orient="horz" pos="527">
          <p15:clr>
            <a:srgbClr val="FBAE40"/>
          </p15:clr>
        </p15:guide>
        <p15:guide id="7" pos="3704">
          <p15:clr>
            <a:srgbClr val="FBAE40"/>
          </p15:clr>
        </p15:guide>
        <p15:guide id="8" pos="3976">
          <p15:clr>
            <a:srgbClr val="FBAE40"/>
          </p15:clr>
        </p15:guide>
        <p15:guide id="9" orient="horz" pos="216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表組みレイアウト">
    <p:spTree>
      <p:nvGrpSpPr>
        <p:cNvPr id="1" name=""/>
        <p:cNvGrpSpPr/>
        <p:nvPr/>
      </p:nvGrpSpPr>
      <p:grpSpPr>
        <a:xfrm>
          <a:off x="0" y="0"/>
          <a:ext cx="0" cy="0"/>
          <a:chOff x="0" y="0"/>
          <a:chExt cx="0" cy="0"/>
        </a:xfrm>
      </p:grpSpPr>
      <p:sp>
        <p:nvSpPr>
          <p:cNvPr id="12" name="Holder 2">
            <a:extLst>
              <a:ext uri="{FF2B5EF4-FFF2-40B4-BE49-F238E27FC236}">
                <a16:creationId xmlns:a16="http://schemas.microsoft.com/office/drawing/2014/main" id="{BCA7EB43-4EB5-3748-ACFE-C4696148CB6A}"/>
              </a:ext>
            </a:extLst>
          </p:cNvPr>
          <p:cNvSpPr>
            <a:spLocks noGrp="1"/>
          </p:cNvSpPr>
          <p:nvPr>
            <p:ph type="title"/>
          </p:nvPr>
        </p:nvSpPr>
        <p:spPr>
          <a:xfrm>
            <a:off x="590308" y="225425"/>
            <a:ext cx="11266729" cy="604519"/>
          </a:xfrm>
          <a:prstGeom prst="rect">
            <a:avLst/>
          </a:prstGeom>
        </p:spPr>
        <p:txBody>
          <a:bodyPr lIns="0" tIns="0" rIns="0" bIns="0"/>
          <a:lstStyle>
            <a:lvl1pPr>
              <a:defRPr sz="3800" b="0" i="0" spc="-70" baseline="0">
                <a:solidFill>
                  <a:schemeClr val="tx2"/>
                </a:solidFill>
                <a:latin typeface="+mj-ea"/>
                <a:ea typeface="+mj-ea"/>
                <a:cs typeface="游ゴシック" panose="020B0400000000000000" pitchFamily="50" charset="-128"/>
              </a:defRPr>
            </a:lvl1pPr>
          </a:lstStyle>
          <a:p>
            <a:endParaRPr/>
          </a:p>
        </p:txBody>
      </p:sp>
      <p:sp>
        <p:nvSpPr>
          <p:cNvPr id="13" name="Holder 6">
            <a:extLst>
              <a:ext uri="{FF2B5EF4-FFF2-40B4-BE49-F238E27FC236}">
                <a16:creationId xmlns:a16="http://schemas.microsoft.com/office/drawing/2014/main" id="{F2D706C3-33A9-5243-B948-806E9E28E951}"/>
              </a:ext>
            </a:extLst>
          </p:cNvPr>
          <p:cNvSpPr>
            <a:spLocks noGrp="1"/>
          </p:cNvSpPr>
          <p:nvPr>
            <p:ph type="sldNum" sz="quarter" idx="7"/>
          </p:nvPr>
        </p:nvSpPr>
        <p:spPr>
          <a:xfrm>
            <a:off x="11521440" y="6518701"/>
            <a:ext cx="375920" cy="150246"/>
          </a:xfrm>
          <a:prstGeom prst="rect">
            <a:avLst/>
          </a:prstGeom>
        </p:spPr>
        <p:txBody>
          <a:bodyPr lIns="0" tIns="0" rIns="0" bIns="0"/>
          <a:lstStyle>
            <a:lvl1pPr algn="r">
              <a:defRPr sz="1200" b="0" i="0">
                <a:solidFill>
                  <a:schemeClr val="tx1"/>
                </a:solidFill>
                <a:latin typeface="+mn-ea"/>
                <a:ea typeface="+mn-ea"/>
              </a:defRPr>
            </a:lvl1pPr>
          </a:lstStyle>
          <a:p>
            <a:fld id="{B6F15528-21DE-4FAA-801E-634DDDAF4B2B}" type="slidenum">
              <a:rPr lang="en-US" altLang="ja-JP" smtClean="0"/>
              <a:pPr/>
              <a:t>‹#›</a:t>
            </a:fld>
            <a:endParaRPr lang="en-US" altLang="ja-JP"/>
          </a:p>
        </p:txBody>
      </p:sp>
      <p:sp>
        <p:nvSpPr>
          <p:cNvPr id="16" name="object 10">
            <a:extLst>
              <a:ext uri="{FF2B5EF4-FFF2-40B4-BE49-F238E27FC236}">
                <a16:creationId xmlns:a16="http://schemas.microsoft.com/office/drawing/2014/main" id="{C606A044-4610-7C43-8D37-13180508D5CA}"/>
              </a:ext>
            </a:extLst>
          </p:cNvPr>
          <p:cNvSpPr/>
          <p:nvPr/>
        </p:nvSpPr>
        <p:spPr>
          <a:xfrm>
            <a:off x="127000" y="325499"/>
            <a:ext cx="190500" cy="706755"/>
          </a:xfrm>
          <a:custGeom>
            <a:avLst/>
            <a:gdLst/>
            <a:ahLst/>
            <a:cxnLst/>
            <a:rect l="l" t="t" r="r" b="b"/>
            <a:pathLst>
              <a:path w="190500" h="706755">
                <a:moveTo>
                  <a:pt x="190500" y="0"/>
                </a:moveTo>
                <a:lnTo>
                  <a:pt x="0" y="0"/>
                </a:lnTo>
                <a:lnTo>
                  <a:pt x="0" y="706501"/>
                </a:lnTo>
                <a:lnTo>
                  <a:pt x="190500" y="516000"/>
                </a:lnTo>
                <a:lnTo>
                  <a:pt x="190500" y="0"/>
                </a:lnTo>
                <a:close/>
              </a:path>
            </a:pathLst>
          </a:custGeom>
          <a:solidFill>
            <a:schemeClr val="bg2"/>
          </a:solidFill>
        </p:spPr>
        <p:txBody>
          <a:bodyPr wrap="square" lIns="0" tIns="0" rIns="0" bIns="0" rtlCol="0"/>
          <a:lstStyle/>
          <a:p>
            <a:endParaRPr/>
          </a:p>
        </p:txBody>
      </p:sp>
      <p:sp>
        <p:nvSpPr>
          <p:cNvPr id="17" name="object 11">
            <a:extLst>
              <a:ext uri="{FF2B5EF4-FFF2-40B4-BE49-F238E27FC236}">
                <a16:creationId xmlns:a16="http://schemas.microsoft.com/office/drawing/2014/main" id="{BA922A8D-7A60-6446-AE73-13BDFB0ADE71}"/>
              </a:ext>
            </a:extLst>
          </p:cNvPr>
          <p:cNvSpPr/>
          <p:nvPr/>
        </p:nvSpPr>
        <p:spPr>
          <a:xfrm>
            <a:off x="0" y="0"/>
            <a:ext cx="317500" cy="6858000"/>
          </a:xfrm>
          <a:custGeom>
            <a:avLst/>
            <a:gdLst/>
            <a:ahLst/>
            <a:cxnLst/>
            <a:rect l="l" t="t" r="r" b="b"/>
            <a:pathLst>
              <a:path w="317500" h="6858000">
                <a:moveTo>
                  <a:pt x="317500" y="0"/>
                </a:moveTo>
                <a:lnTo>
                  <a:pt x="0" y="0"/>
                </a:lnTo>
                <a:lnTo>
                  <a:pt x="0" y="6858000"/>
                </a:lnTo>
                <a:lnTo>
                  <a:pt x="127000" y="6858000"/>
                </a:lnTo>
                <a:lnTo>
                  <a:pt x="127000" y="897001"/>
                </a:lnTo>
                <a:lnTo>
                  <a:pt x="317500" y="706501"/>
                </a:lnTo>
                <a:lnTo>
                  <a:pt x="317500" y="0"/>
                </a:lnTo>
                <a:close/>
              </a:path>
            </a:pathLst>
          </a:custGeom>
          <a:solidFill>
            <a:schemeClr val="tx2"/>
          </a:solidFill>
        </p:spPr>
        <p:txBody>
          <a:bodyPr wrap="square" lIns="0" tIns="0" rIns="0" bIns="0" rtlCol="0"/>
          <a:lstStyle/>
          <a:p>
            <a:endParaRPr/>
          </a:p>
        </p:txBody>
      </p:sp>
      <p:grpSp>
        <p:nvGrpSpPr>
          <p:cNvPr id="18" name="object 13">
            <a:extLst>
              <a:ext uri="{FF2B5EF4-FFF2-40B4-BE49-F238E27FC236}">
                <a16:creationId xmlns:a16="http://schemas.microsoft.com/office/drawing/2014/main" id="{3B9CA242-E922-4046-A4A0-2A19F5515D15}"/>
              </a:ext>
            </a:extLst>
          </p:cNvPr>
          <p:cNvGrpSpPr/>
          <p:nvPr userDrawn="1"/>
        </p:nvGrpSpPr>
        <p:grpSpPr>
          <a:xfrm>
            <a:off x="12065000" y="0"/>
            <a:ext cx="127000" cy="6858000"/>
            <a:chOff x="12065000" y="0"/>
            <a:chExt cx="127000" cy="6858000"/>
          </a:xfrm>
        </p:grpSpPr>
        <p:sp>
          <p:nvSpPr>
            <p:cNvPr id="19" name="object 14">
              <a:extLst>
                <a:ext uri="{FF2B5EF4-FFF2-40B4-BE49-F238E27FC236}">
                  <a16:creationId xmlns:a16="http://schemas.microsoft.com/office/drawing/2014/main" id="{CA4B219B-A175-EF40-A15F-A701A079558D}"/>
                </a:ext>
              </a:extLst>
            </p:cNvPr>
            <p:cNvSpPr/>
            <p:nvPr/>
          </p:nvSpPr>
          <p:spPr>
            <a:xfrm>
              <a:off x="12065000" y="0"/>
              <a:ext cx="127000" cy="5143500"/>
            </a:xfrm>
            <a:custGeom>
              <a:avLst/>
              <a:gdLst/>
              <a:ahLst/>
              <a:cxnLst/>
              <a:rect l="l" t="t" r="r" b="b"/>
              <a:pathLst>
                <a:path w="127000" h="5143500">
                  <a:moveTo>
                    <a:pt x="0" y="5143500"/>
                  </a:moveTo>
                  <a:lnTo>
                    <a:pt x="127000" y="5143500"/>
                  </a:lnTo>
                  <a:lnTo>
                    <a:pt x="127000" y="0"/>
                  </a:lnTo>
                  <a:lnTo>
                    <a:pt x="0" y="0"/>
                  </a:lnTo>
                  <a:lnTo>
                    <a:pt x="0" y="5143500"/>
                  </a:lnTo>
                  <a:close/>
                </a:path>
              </a:pathLst>
            </a:custGeom>
            <a:solidFill>
              <a:schemeClr val="tx2"/>
            </a:solidFill>
          </p:spPr>
          <p:txBody>
            <a:bodyPr wrap="square" lIns="0" tIns="0" rIns="0" bIns="0" rtlCol="0"/>
            <a:lstStyle/>
            <a:p>
              <a:endParaRPr/>
            </a:p>
          </p:txBody>
        </p:sp>
        <p:sp>
          <p:nvSpPr>
            <p:cNvPr id="20" name="object 15">
              <a:extLst>
                <a:ext uri="{FF2B5EF4-FFF2-40B4-BE49-F238E27FC236}">
                  <a16:creationId xmlns:a16="http://schemas.microsoft.com/office/drawing/2014/main" id="{C8D469FA-9FDD-EF41-ACCC-B01BE68742AB}"/>
                </a:ext>
              </a:extLst>
            </p:cNvPr>
            <p:cNvSpPr/>
            <p:nvPr/>
          </p:nvSpPr>
          <p:spPr>
            <a:xfrm>
              <a:off x="12065000" y="5143500"/>
              <a:ext cx="127000" cy="1714500"/>
            </a:xfrm>
            <a:custGeom>
              <a:avLst/>
              <a:gdLst/>
              <a:ahLst/>
              <a:cxnLst/>
              <a:rect l="l" t="t" r="r" b="b"/>
              <a:pathLst>
                <a:path w="127000" h="1714500">
                  <a:moveTo>
                    <a:pt x="127000" y="0"/>
                  </a:moveTo>
                  <a:lnTo>
                    <a:pt x="0" y="0"/>
                  </a:lnTo>
                  <a:lnTo>
                    <a:pt x="0" y="1714500"/>
                  </a:lnTo>
                  <a:lnTo>
                    <a:pt x="127000" y="1714500"/>
                  </a:lnTo>
                  <a:lnTo>
                    <a:pt x="127000" y="0"/>
                  </a:lnTo>
                  <a:close/>
                </a:path>
              </a:pathLst>
            </a:custGeom>
            <a:solidFill>
              <a:schemeClr val="bg2"/>
            </a:solidFill>
          </p:spPr>
          <p:txBody>
            <a:bodyPr wrap="square" lIns="0" tIns="0" rIns="0" bIns="0" rtlCol="0"/>
            <a:lstStyle/>
            <a:p>
              <a:endParaRPr/>
            </a:p>
          </p:txBody>
        </p:sp>
      </p:grpSp>
      <p:sp>
        <p:nvSpPr>
          <p:cNvPr id="11" name="object 27">
            <a:extLst>
              <a:ext uri="{FF2B5EF4-FFF2-40B4-BE49-F238E27FC236}">
                <a16:creationId xmlns:a16="http://schemas.microsoft.com/office/drawing/2014/main" id="{FFC84441-6692-4387-9720-108E5AFC0481}"/>
              </a:ext>
            </a:extLst>
          </p:cNvPr>
          <p:cNvSpPr txBox="1"/>
          <p:nvPr userDrawn="1"/>
        </p:nvSpPr>
        <p:spPr>
          <a:xfrm>
            <a:off x="1283625" y="6509295"/>
            <a:ext cx="2540000" cy="166712"/>
          </a:xfrm>
          <a:prstGeom prst="rect">
            <a:avLst/>
          </a:prstGeom>
        </p:spPr>
        <p:txBody>
          <a:bodyPr vert="horz" wrap="square" lIns="0" tIns="12700" rIns="0" bIns="0" rtlCol="0">
            <a:spAutoFit/>
          </a:bodyPr>
          <a:lstStyle/>
          <a:p>
            <a:pPr marL="12700">
              <a:lnSpc>
                <a:spcPct val="100000"/>
              </a:lnSpc>
              <a:spcBef>
                <a:spcPts val="100"/>
              </a:spcBef>
            </a:pPr>
            <a:r>
              <a:rPr lang="en" sz="1000" b="1" i="0" spc="-5">
                <a:solidFill>
                  <a:schemeClr val="tx2"/>
                </a:solidFill>
                <a:latin typeface="+mj-ea"/>
                <a:ea typeface="+mj-ea"/>
                <a:cs typeface="Arial"/>
              </a:rPr>
              <a:t>NSW Inc. </a:t>
            </a:r>
            <a:r>
              <a:rPr lang="en" sz="1000" b="0" i="0" spc="-5">
                <a:solidFill>
                  <a:schemeClr val="tx2"/>
                </a:solidFill>
                <a:latin typeface="+mj-ea"/>
                <a:ea typeface="+mj-ea"/>
                <a:cs typeface="Arial"/>
              </a:rPr>
              <a:t>| Confidential and Proprietary</a:t>
            </a:r>
            <a:endParaRPr sz="1000" b="0" i="0">
              <a:solidFill>
                <a:schemeClr val="tx2"/>
              </a:solidFill>
              <a:latin typeface="+mj-ea"/>
              <a:ea typeface="+mj-ea"/>
              <a:cs typeface="Arial"/>
            </a:endParaRPr>
          </a:p>
        </p:txBody>
      </p:sp>
      <p:pic>
        <p:nvPicPr>
          <p:cNvPr id="15" name="図 14" descr="ロゴ&#10;&#10;自動的に生成された説明">
            <a:extLst>
              <a:ext uri="{FF2B5EF4-FFF2-40B4-BE49-F238E27FC236}">
                <a16:creationId xmlns:a16="http://schemas.microsoft.com/office/drawing/2014/main" id="{2285CD2C-186C-4154-82B7-0EFE7BED1747}"/>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22681" y="6418445"/>
            <a:ext cx="776605" cy="257561"/>
          </a:xfrm>
          <a:prstGeom prst="rect">
            <a:avLst/>
          </a:prstGeom>
        </p:spPr>
      </p:pic>
      <p:sp>
        <p:nvSpPr>
          <p:cNvPr id="22" name="表プレースホルダー 4">
            <a:extLst>
              <a:ext uri="{FF2B5EF4-FFF2-40B4-BE49-F238E27FC236}">
                <a16:creationId xmlns:a16="http://schemas.microsoft.com/office/drawing/2014/main" id="{EDCEA721-DE7D-D344-F18E-1D3EF632B50D}"/>
              </a:ext>
            </a:extLst>
          </p:cNvPr>
          <p:cNvSpPr>
            <a:spLocks noGrp="1"/>
          </p:cNvSpPr>
          <p:nvPr>
            <p:ph type="tbl" sz="quarter" idx="11"/>
          </p:nvPr>
        </p:nvSpPr>
        <p:spPr>
          <a:xfrm>
            <a:off x="334963" y="1992701"/>
            <a:ext cx="11522075" cy="4316023"/>
          </a:xfrm>
          <a:prstGeom prst="rect">
            <a:avLst/>
          </a:prstGeom>
        </p:spPr>
        <p:txBody>
          <a:bodyPr/>
          <a:lstStyle/>
          <a:p>
            <a:endParaRPr kumimoji="1" lang="ja-JP" altLang="en-US"/>
          </a:p>
        </p:txBody>
      </p:sp>
      <p:sp>
        <p:nvSpPr>
          <p:cNvPr id="23" name="テキスト プレースホルダー 6">
            <a:extLst>
              <a:ext uri="{FF2B5EF4-FFF2-40B4-BE49-F238E27FC236}">
                <a16:creationId xmlns:a16="http://schemas.microsoft.com/office/drawing/2014/main" id="{BF65952D-95F1-B905-0E24-7DA0FCD2DA9C}"/>
              </a:ext>
            </a:extLst>
          </p:cNvPr>
          <p:cNvSpPr>
            <a:spLocks noGrp="1"/>
          </p:cNvSpPr>
          <p:nvPr>
            <p:ph type="body" sz="quarter" idx="12" hasCustomPrompt="1"/>
          </p:nvPr>
        </p:nvSpPr>
        <p:spPr>
          <a:xfrm>
            <a:off x="334963" y="1268413"/>
            <a:ext cx="11522075" cy="723900"/>
          </a:xfrm>
          <a:prstGeom prst="rect">
            <a:avLst/>
          </a:prstGeom>
        </p:spPr>
        <p:txBody>
          <a:bodyPr/>
          <a:lstStyle>
            <a:lvl1pPr>
              <a:defRPr sz="2800">
                <a:solidFill>
                  <a:schemeClr val="tx2"/>
                </a:solidFill>
              </a:defRPr>
            </a:lvl1pPr>
          </a:lstStyle>
          <a:p>
            <a:pPr lvl="0"/>
            <a:r>
              <a:rPr kumimoji="1" lang="ja-JP" altLang="en-US"/>
              <a:t>小見出しをここに記載</a:t>
            </a:r>
            <a:endParaRPr kumimoji="1" lang="en-US" altLang="ja-JP"/>
          </a:p>
        </p:txBody>
      </p:sp>
    </p:spTree>
    <p:extLst>
      <p:ext uri="{BB962C8B-B14F-4D97-AF65-F5344CB8AC3E}">
        <p14:creationId xmlns:p14="http://schemas.microsoft.com/office/powerpoint/2010/main" val="2728857631"/>
      </p:ext>
    </p:extLst>
  </p:cSld>
  <p:clrMapOvr>
    <a:masterClrMapping/>
  </p:clrMapOvr>
  <p:extLst>
    <p:ext uri="{DCECCB84-F9BA-43D5-87BE-67443E8EF086}">
      <p15:sldGuideLst xmlns:p15="http://schemas.microsoft.com/office/powerpoint/2012/main">
        <p15:guide id="1" orient="horz" pos="3884">
          <p15:clr>
            <a:srgbClr val="FBAE40"/>
          </p15:clr>
        </p15:guide>
        <p15:guide id="3" orient="horz" pos="142">
          <p15:clr>
            <a:srgbClr val="FBAE40"/>
          </p15:clr>
        </p15:guide>
        <p15:guide id="4" pos="211">
          <p15:clr>
            <a:srgbClr val="FBAE40"/>
          </p15:clr>
        </p15:guide>
        <p15:guide id="5" pos="7469">
          <p15:clr>
            <a:srgbClr val="FBAE40"/>
          </p15:clr>
        </p15:guide>
        <p15:guide id="6" orient="horz" pos="527">
          <p15:clr>
            <a:srgbClr val="FBAE40"/>
          </p15:clr>
        </p15:guide>
        <p15:guide id="7" pos="3704">
          <p15:clr>
            <a:srgbClr val="FBAE40"/>
          </p15:clr>
        </p15:guide>
        <p15:guide id="8" pos="3976">
          <p15:clr>
            <a:srgbClr val="FBAE40"/>
          </p15:clr>
        </p15:guide>
        <p15:guide id="9" orient="horz" pos="216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グラフレイアウト">
    <p:spTree>
      <p:nvGrpSpPr>
        <p:cNvPr id="1" name=""/>
        <p:cNvGrpSpPr/>
        <p:nvPr/>
      </p:nvGrpSpPr>
      <p:grpSpPr>
        <a:xfrm>
          <a:off x="0" y="0"/>
          <a:ext cx="0" cy="0"/>
          <a:chOff x="0" y="0"/>
          <a:chExt cx="0" cy="0"/>
        </a:xfrm>
      </p:grpSpPr>
      <p:sp>
        <p:nvSpPr>
          <p:cNvPr id="12" name="Holder 2">
            <a:extLst>
              <a:ext uri="{FF2B5EF4-FFF2-40B4-BE49-F238E27FC236}">
                <a16:creationId xmlns:a16="http://schemas.microsoft.com/office/drawing/2014/main" id="{BCA7EB43-4EB5-3748-ACFE-C4696148CB6A}"/>
              </a:ext>
            </a:extLst>
          </p:cNvPr>
          <p:cNvSpPr>
            <a:spLocks noGrp="1"/>
          </p:cNvSpPr>
          <p:nvPr>
            <p:ph type="title"/>
          </p:nvPr>
        </p:nvSpPr>
        <p:spPr>
          <a:xfrm>
            <a:off x="590308" y="225425"/>
            <a:ext cx="11266729" cy="604519"/>
          </a:xfrm>
          <a:prstGeom prst="rect">
            <a:avLst/>
          </a:prstGeom>
        </p:spPr>
        <p:txBody>
          <a:bodyPr lIns="0" tIns="0" rIns="0" bIns="0"/>
          <a:lstStyle>
            <a:lvl1pPr>
              <a:defRPr sz="3800" b="0" i="0" spc="-70" baseline="0">
                <a:solidFill>
                  <a:schemeClr val="tx2"/>
                </a:solidFill>
                <a:latin typeface="+mj-ea"/>
                <a:ea typeface="+mj-ea"/>
                <a:cs typeface="游ゴシック" panose="020B0400000000000000" pitchFamily="50" charset="-128"/>
              </a:defRPr>
            </a:lvl1pPr>
          </a:lstStyle>
          <a:p>
            <a:endParaRPr/>
          </a:p>
        </p:txBody>
      </p:sp>
      <p:sp>
        <p:nvSpPr>
          <p:cNvPr id="13" name="Holder 6">
            <a:extLst>
              <a:ext uri="{FF2B5EF4-FFF2-40B4-BE49-F238E27FC236}">
                <a16:creationId xmlns:a16="http://schemas.microsoft.com/office/drawing/2014/main" id="{F2D706C3-33A9-5243-B948-806E9E28E951}"/>
              </a:ext>
            </a:extLst>
          </p:cNvPr>
          <p:cNvSpPr>
            <a:spLocks noGrp="1"/>
          </p:cNvSpPr>
          <p:nvPr>
            <p:ph type="sldNum" sz="quarter" idx="7"/>
          </p:nvPr>
        </p:nvSpPr>
        <p:spPr>
          <a:xfrm>
            <a:off x="11521440" y="6518701"/>
            <a:ext cx="375920" cy="150246"/>
          </a:xfrm>
          <a:prstGeom prst="rect">
            <a:avLst/>
          </a:prstGeom>
        </p:spPr>
        <p:txBody>
          <a:bodyPr lIns="0" tIns="0" rIns="0" bIns="0"/>
          <a:lstStyle>
            <a:lvl1pPr algn="r">
              <a:defRPr sz="1200" b="0" i="0">
                <a:solidFill>
                  <a:schemeClr val="tx1"/>
                </a:solidFill>
                <a:latin typeface="+mn-ea"/>
                <a:ea typeface="+mn-ea"/>
              </a:defRPr>
            </a:lvl1pPr>
          </a:lstStyle>
          <a:p>
            <a:fld id="{B6F15528-21DE-4FAA-801E-634DDDAF4B2B}" type="slidenum">
              <a:rPr lang="en-US" altLang="ja-JP" smtClean="0"/>
              <a:pPr/>
              <a:t>‹#›</a:t>
            </a:fld>
            <a:endParaRPr lang="en-US" altLang="ja-JP"/>
          </a:p>
        </p:txBody>
      </p:sp>
      <p:sp>
        <p:nvSpPr>
          <p:cNvPr id="16" name="object 10">
            <a:extLst>
              <a:ext uri="{FF2B5EF4-FFF2-40B4-BE49-F238E27FC236}">
                <a16:creationId xmlns:a16="http://schemas.microsoft.com/office/drawing/2014/main" id="{C606A044-4610-7C43-8D37-13180508D5CA}"/>
              </a:ext>
            </a:extLst>
          </p:cNvPr>
          <p:cNvSpPr/>
          <p:nvPr/>
        </p:nvSpPr>
        <p:spPr>
          <a:xfrm>
            <a:off x="127000" y="325499"/>
            <a:ext cx="190500" cy="706755"/>
          </a:xfrm>
          <a:custGeom>
            <a:avLst/>
            <a:gdLst/>
            <a:ahLst/>
            <a:cxnLst/>
            <a:rect l="l" t="t" r="r" b="b"/>
            <a:pathLst>
              <a:path w="190500" h="706755">
                <a:moveTo>
                  <a:pt x="190500" y="0"/>
                </a:moveTo>
                <a:lnTo>
                  <a:pt x="0" y="0"/>
                </a:lnTo>
                <a:lnTo>
                  <a:pt x="0" y="706501"/>
                </a:lnTo>
                <a:lnTo>
                  <a:pt x="190500" y="516000"/>
                </a:lnTo>
                <a:lnTo>
                  <a:pt x="190500" y="0"/>
                </a:lnTo>
                <a:close/>
              </a:path>
            </a:pathLst>
          </a:custGeom>
          <a:solidFill>
            <a:schemeClr val="bg2"/>
          </a:solidFill>
        </p:spPr>
        <p:txBody>
          <a:bodyPr wrap="square" lIns="0" tIns="0" rIns="0" bIns="0" rtlCol="0"/>
          <a:lstStyle/>
          <a:p>
            <a:endParaRPr/>
          </a:p>
        </p:txBody>
      </p:sp>
      <p:sp>
        <p:nvSpPr>
          <p:cNvPr id="17" name="object 11">
            <a:extLst>
              <a:ext uri="{FF2B5EF4-FFF2-40B4-BE49-F238E27FC236}">
                <a16:creationId xmlns:a16="http://schemas.microsoft.com/office/drawing/2014/main" id="{BA922A8D-7A60-6446-AE73-13BDFB0ADE71}"/>
              </a:ext>
            </a:extLst>
          </p:cNvPr>
          <p:cNvSpPr/>
          <p:nvPr/>
        </p:nvSpPr>
        <p:spPr>
          <a:xfrm>
            <a:off x="0" y="0"/>
            <a:ext cx="317500" cy="6858000"/>
          </a:xfrm>
          <a:custGeom>
            <a:avLst/>
            <a:gdLst/>
            <a:ahLst/>
            <a:cxnLst/>
            <a:rect l="l" t="t" r="r" b="b"/>
            <a:pathLst>
              <a:path w="317500" h="6858000">
                <a:moveTo>
                  <a:pt x="317500" y="0"/>
                </a:moveTo>
                <a:lnTo>
                  <a:pt x="0" y="0"/>
                </a:lnTo>
                <a:lnTo>
                  <a:pt x="0" y="6858000"/>
                </a:lnTo>
                <a:lnTo>
                  <a:pt x="127000" y="6858000"/>
                </a:lnTo>
                <a:lnTo>
                  <a:pt x="127000" y="897001"/>
                </a:lnTo>
                <a:lnTo>
                  <a:pt x="317500" y="706501"/>
                </a:lnTo>
                <a:lnTo>
                  <a:pt x="317500" y="0"/>
                </a:lnTo>
                <a:close/>
              </a:path>
            </a:pathLst>
          </a:custGeom>
          <a:solidFill>
            <a:schemeClr val="tx2"/>
          </a:solidFill>
        </p:spPr>
        <p:txBody>
          <a:bodyPr wrap="square" lIns="0" tIns="0" rIns="0" bIns="0" rtlCol="0"/>
          <a:lstStyle/>
          <a:p>
            <a:endParaRPr/>
          </a:p>
        </p:txBody>
      </p:sp>
      <p:grpSp>
        <p:nvGrpSpPr>
          <p:cNvPr id="18" name="object 13">
            <a:extLst>
              <a:ext uri="{FF2B5EF4-FFF2-40B4-BE49-F238E27FC236}">
                <a16:creationId xmlns:a16="http://schemas.microsoft.com/office/drawing/2014/main" id="{3B9CA242-E922-4046-A4A0-2A19F5515D15}"/>
              </a:ext>
            </a:extLst>
          </p:cNvPr>
          <p:cNvGrpSpPr/>
          <p:nvPr userDrawn="1"/>
        </p:nvGrpSpPr>
        <p:grpSpPr>
          <a:xfrm>
            <a:off x="12065000" y="0"/>
            <a:ext cx="127000" cy="6858000"/>
            <a:chOff x="12065000" y="0"/>
            <a:chExt cx="127000" cy="6858000"/>
          </a:xfrm>
        </p:grpSpPr>
        <p:sp>
          <p:nvSpPr>
            <p:cNvPr id="19" name="object 14">
              <a:extLst>
                <a:ext uri="{FF2B5EF4-FFF2-40B4-BE49-F238E27FC236}">
                  <a16:creationId xmlns:a16="http://schemas.microsoft.com/office/drawing/2014/main" id="{CA4B219B-A175-EF40-A15F-A701A079558D}"/>
                </a:ext>
              </a:extLst>
            </p:cNvPr>
            <p:cNvSpPr/>
            <p:nvPr/>
          </p:nvSpPr>
          <p:spPr>
            <a:xfrm>
              <a:off x="12065000" y="0"/>
              <a:ext cx="127000" cy="5143500"/>
            </a:xfrm>
            <a:custGeom>
              <a:avLst/>
              <a:gdLst/>
              <a:ahLst/>
              <a:cxnLst/>
              <a:rect l="l" t="t" r="r" b="b"/>
              <a:pathLst>
                <a:path w="127000" h="5143500">
                  <a:moveTo>
                    <a:pt x="0" y="5143500"/>
                  </a:moveTo>
                  <a:lnTo>
                    <a:pt x="127000" y="5143500"/>
                  </a:lnTo>
                  <a:lnTo>
                    <a:pt x="127000" y="0"/>
                  </a:lnTo>
                  <a:lnTo>
                    <a:pt x="0" y="0"/>
                  </a:lnTo>
                  <a:lnTo>
                    <a:pt x="0" y="5143500"/>
                  </a:lnTo>
                  <a:close/>
                </a:path>
              </a:pathLst>
            </a:custGeom>
            <a:solidFill>
              <a:schemeClr val="tx2"/>
            </a:solidFill>
          </p:spPr>
          <p:txBody>
            <a:bodyPr wrap="square" lIns="0" tIns="0" rIns="0" bIns="0" rtlCol="0"/>
            <a:lstStyle/>
            <a:p>
              <a:endParaRPr/>
            </a:p>
          </p:txBody>
        </p:sp>
        <p:sp>
          <p:nvSpPr>
            <p:cNvPr id="20" name="object 15">
              <a:extLst>
                <a:ext uri="{FF2B5EF4-FFF2-40B4-BE49-F238E27FC236}">
                  <a16:creationId xmlns:a16="http://schemas.microsoft.com/office/drawing/2014/main" id="{C8D469FA-9FDD-EF41-ACCC-B01BE68742AB}"/>
                </a:ext>
              </a:extLst>
            </p:cNvPr>
            <p:cNvSpPr/>
            <p:nvPr/>
          </p:nvSpPr>
          <p:spPr>
            <a:xfrm>
              <a:off x="12065000" y="5143500"/>
              <a:ext cx="127000" cy="1714500"/>
            </a:xfrm>
            <a:custGeom>
              <a:avLst/>
              <a:gdLst/>
              <a:ahLst/>
              <a:cxnLst/>
              <a:rect l="l" t="t" r="r" b="b"/>
              <a:pathLst>
                <a:path w="127000" h="1714500">
                  <a:moveTo>
                    <a:pt x="127000" y="0"/>
                  </a:moveTo>
                  <a:lnTo>
                    <a:pt x="0" y="0"/>
                  </a:lnTo>
                  <a:lnTo>
                    <a:pt x="0" y="1714500"/>
                  </a:lnTo>
                  <a:lnTo>
                    <a:pt x="127000" y="1714500"/>
                  </a:lnTo>
                  <a:lnTo>
                    <a:pt x="127000" y="0"/>
                  </a:lnTo>
                  <a:close/>
                </a:path>
              </a:pathLst>
            </a:custGeom>
            <a:solidFill>
              <a:schemeClr val="bg2"/>
            </a:solidFill>
          </p:spPr>
          <p:txBody>
            <a:bodyPr wrap="square" lIns="0" tIns="0" rIns="0" bIns="0" rtlCol="0"/>
            <a:lstStyle/>
            <a:p>
              <a:endParaRPr/>
            </a:p>
          </p:txBody>
        </p:sp>
      </p:grpSp>
      <p:sp>
        <p:nvSpPr>
          <p:cNvPr id="11" name="object 27">
            <a:extLst>
              <a:ext uri="{FF2B5EF4-FFF2-40B4-BE49-F238E27FC236}">
                <a16:creationId xmlns:a16="http://schemas.microsoft.com/office/drawing/2014/main" id="{FFC84441-6692-4387-9720-108E5AFC0481}"/>
              </a:ext>
            </a:extLst>
          </p:cNvPr>
          <p:cNvSpPr txBox="1"/>
          <p:nvPr userDrawn="1"/>
        </p:nvSpPr>
        <p:spPr>
          <a:xfrm>
            <a:off x="1283625" y="6509295"/>
            <a:ext cx="2540000" cy="166712"/>
          </a:xfrm>
          <a:prstGeom prst="rect">
            <a:avLst/>
          </a:prstGeom>
        </p:spPr>
        <p:txBody>
          <a:bodyPr vert="horz" wrap="square" lIns="0" tIns="12700" rIns="0" bIns="0" rtlCol="0">
            <a:spAutoFit/>
          </a:bodyPr>
          <a:lstStyle/>
          <a:p>
            <a:pPr marL="12700">
              <a:lnSpc>
                <a:spcPct val="100000"/>
              </a:lnSpc>
              <a:spcBef>
                <a:spcPts val="100"/>
              </a:spcBef>
            </a:pPr>
            <a:r>
              <a:rPr lang="en" sz="1000" b="1" i="0" spc="-5">
                <a:solidFill>
                  <a:schemeClr val="tx2"/>
                </a:solidFill>
                <a:latin typeface="+mj-ea"/>
                <a:ea typeface="+mj-ea"/>
                <a:cs typeface="Arial"/>
              </a:rPr>
              <a:t>NSW Inc. </a:t>
            </a:r>
            <a:r>
              <a:rPr lang="en" sz="1000" b="0" i="0" spc="-5">
                <a:solidFill>
                  <a:schemeClr val="tx2"/>
                </a:solidFill>
                <a:latin typeface="+mj-ea"/>
                <a:ea typeface="+mj-ea"/>
                <a:cs typeface="Arial"/>
              </a:rPr>
              <a:t>| Confidential and Proprietary</a:t>
            </a:r>
            <a:endParaRPr sz="1000" b="0" i="0">
              <a:solidFill>
                <a:schemeClr val="tx2"/>
              </a:solidFill>
              <a:latin typeface="+mj-ea"/>
              <a:ea typeface="+mj-ea"/>
              <a:cs typeface="Arial"/>
            </a:endParaRPr>
          </a:p>
        </p:txBody>
      </p:sp>
      <p:pic>
        <p:nvPicPr>
          <p:cNvPr id="15" name="図 14" descr="ロゴ&#10;&#10;自動的に生成された説明">
            <a:extLst>
              <a:ext uri="{FF2B5EF4-FFF2-40B4-BE49-F238E27FC236}">
                <a16:creationId xmlns:a16="http://schemas.microsoft.com/office/drawing/2014/main" id="{2285CD2C-186C-4154-82B7-0EFE7BED1747}"/>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22681" y="6418445"/>
            <a:ext cx="776605" cy="257561"/>
          </a:xfrm>
          <a:prstGeom prst="rect">
            <a:avLst/>
          </a:prstGeom>
        </p:spPr>
      </p:pic>
      <p:sp>
        <p:nvSpPr>
          <p:cNvPr id="14" name="テキスト プレースホルダー 6">
            <a:extLst>
              <a:ext uri="{FF2B5EF4-FFF2-40B4-BE49-F238E27FC236}">
                <a16:creationId xmlns:a16="http://schemas.microsoft.com/office/drawing/2014/main" id="{C296697E-C976-6674-814D-B1060AAD9287}"/>
              </a:ext>
            </a:extLst>
          </p:cNvPr>
          <p:cNvSpPr>
            <a:spLocks noGrp="1"/>
          </p:cNvSpPr>
          <p:nvPr>
            <p:ph type="body" sz="quarter" idx="12" hasCustomPrompt="1"/>
          </p:nvPr>
        </p:nvSpPr>
        <p:spPr>
          <a:xfrm>
            <a:off x="334964" y="1268413"/>
            <a:ext cx="5473700" cy="723900"/>
          </a:xfrm>
          <a:prstGeom prst="rect">
            <a:avLst/>
          </a:prstGeom>
        </p:spPr>
        <p:txBody>
          <a:bodyPr/>
          <a:lstStyle>
            <a:lvl1pPr>
              <a:defRPr sz="2400">
                <a:solidFill>
                  <a:schemeClr val="tx2"/>
                </a:solidFill>
              </a:defRPr>
            </a:lvl1pPr>
          </a:lstStyle>
          <a:p>
            <a:pPr lvl="0"/>
            <a:r>
              <a:rPr kumimoji="1" lang="ja-JP" altLang="en-US"/>
              <a:t>小見出しをここに記載</a:t>
            </a:r>
            <a:endParaRPr kumimoji="1" lang="en-US" altLang="ja-JP"/>
          </a:p>
        </p:txBody>
      </p:sp>
      <p:sp>
        <p:nvSpPr>
          <p:cNvPr id="21" name="テキスト プレースホルダー 5">
            <a:extLst>
              <a:ext uri="{FF2B5EF4-FFF2-40B4-BE49-F238E27FC236}">
                <a16:creationId xmlns:a16="http://schemas.microsoft.com/office/drawing/2014/main" id="{468996A4-FBBB-4BAE-404E-11657A6D4DAC}"/>
              </a:ext>
            </a:extLst>
          </p:cNvPr>
          <p:cNvSpPr>
            <a:spLocks noGrp="1"/>
          </p:cNvSpPr>
          <p:nvPr>
            <p:ph type="body" sz="quarter" idx="13"/>
          </p:nvPr>
        </p:nvSpPr>
        <p:spPr>
          <a:xfrm>
            <a:off x="334963" y="1992313"/>
            <a:ext cx="5473700" cy="4173537"/>
          </a:xfrm>
          <a:prstGeom prst="rect">
            <a:avLst/>
          </a:prstGeom>
        </p:spPr>
        <p:txBody>
          <a:bodyPr/>
          <a:lstStyle>
            <a:lvl1pPr>
              <a:defRPr sz="2000"/>
            </a:lvl1pPr>
            <a:lvl2pPr>
              <a:defRPr sz="2000"/>
            </a:lvl2pPr>
            <a:lvl3pPr>
              <a:defRPr sz="1400"/>
            </a:lvl3pPr>
            <a:lvl4pPr>
              <a:defRPr sz="1200"/>
            </a:lvl4pPr>
            <a:lvl5pPr>
              <a:defRPr sz="1100"/>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24" name="グラフ プレースホルダー 8">
            <a:extLst>
              <a:ext uri="{FF2B5EF4-FFF2-40B4-BE49-F238E27FC236}">
                <a16:creationId xmlns:a16="http://schemas.microsoft.com/office/drawing/2014/main" id="{968056E8-0402-0D8A-B461-BFB9857CDAF8}"/>
              </a:ext>
            </a:extLst>
          </p:cNvPr>
          <p:cNvSpPr>
            <a:spLocks noGrp="1"/>
          </p:cNvSpPr>
          <p:nvPr>
            <p:ph type="chart" sz="quarter" idx="14"/>
          </p:nvPr>
        </p:nvSpPr>
        <p:spPr>
          <a:xfrm>
            <a:off x="6383338" y="1268413"/>
            <a:ext cx="5473700" cy="4897437"/>
          </a:xfrm>
          <a:prstGeom prst="rect">
            <a:avLst/>
          </a:prstGeom>
        </p:spPr>
        <p:txBody>
          <a:bodyPr/>
          <a:lstStyle/>
          <a:p>
            <a:endParaRPr kumimoji="1" lang="ja-JP" altLang="en-US"/>
          </a:p>
        </p:txBody>
      </p:sp>
    </p:spTree>
    <p:extLst>
      <p:ext uri="{BB962C8B-B14F-4D97-AF65-F5344CB8AC3E}">
        <p14:creationId xmlns:p14="http://schemas.microsoft.com/office/powerpoint/2010/main" val="408018852"/>
      </p:ext>
    </p:extLst>
  </p:cSld>
  <p:clrMapOvr>
    <a:masterClrMapping/>
  </p:clrMapOvr>
  <p:extLst>
    <p:ext uri="{DCECCB84-F9BA-43D5-87BE-67443E8EF086}">
      <p15:sldGuideLst xmlns:p15="http://schemas.microsoft.com/office/powerpoint/2012/main">
        <p15:guide id="1" orient="horz" pos="3884">
          <p15:clr>
            <a:srgbClr val="FBAE40"/>
          </p15:clr>
        </p15:guide>
        <p15:guide id="3" orient="horz" pos="142">
          <p15:clr>
            <a:srgbClr val="FBAE40"/>
          </p15:clr>
        </p15:guide>
        <p15:guide id="4" pos="211">
          <p15:clr>
            <a:srgbClr val="FBAE40"/>
          </p15:clr>
        </p15:guide>
        <p15:guide id="5" pos="7469">
          <p15:clr>
            <a:srgbClr val="FBAE40"/>
          </p15:clr>
        </p15:guide>
        <p15:guide id="6" orient="horz" pos="527">
          <p15:clr>
            <a:srgbClr val="FBAE40"/>
          </p15:clr>
        </p15:guide>
        <p15:guide id="7" pos="3704">
          <p15:clr>
            <a:srgbClr val="FBAE40"/>
          </p15:clr>
        </p15:guide>
        <p15:guide id="8" pos="3976">
          <p15:clr>
            <a:srgbClr val="FBAE40"/>
          </p15:clr>
        </p15:guide>
        <p15:guide id="9" orient="horz" pos="216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NEGA＿A">
    <p:spTree>
      <p:nvGrpSpPr>
        <p:cNvPr id="1" name=""/>
        <p:cNvGrpSpPr/>
        <p:nvPr/>
      </p:nvGrpSpPr>
      <p:grpSpPr>
        <a:xfrm>
          <a:off x="0" y="0"/>
          <a:ext cx="0" cy="0"/>
          <a:chOff x="0" y="0"/>
          <a:chExt cx="0" cy="0"/>
        </a:xfrm>
      </p:grpSpPr>
      <p:pic>
        <p:nvPicPr>
          <p:cNvPr id="22" name="図 21" descr="夜の街のcg&#10;&#10;低い精度で自動的に生成された説明">
            <a:extLst>
              <a:ext uri="{FF2B5EF4-FFF2-40B4-BE49-F238E27FC236}">
                <a16:creationId xmlns:a16="http://schemas.microsoft.com/office/drawing/2014/main" id="{2FC8DEDB-14CD-7A8D-4BA7-900F2919391E}"/>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6350" y="0"/>
            <a:ext cx="12179300" cy="6858000"/>
          </a:xfrm>
          <a:prstGeom prst="rect">
            <a:avLst/>
          </a:prstGeom>
        </p:spPr>
      </p:pic>
      <p:sp>
        <p:nvSpPr>
          <p:cNvPr id="23" name="Holder 2">
            <a:extLst>
              <a:ext uri="{FF2B5EF4-FFF2-40B4-BE49-F238E27FC236}">
                <a16:creationId xmlns:a16="http://schemas.microsoft.com/office/drawing/2014/main" id="{596A8D8E-D9EC-5A58-E898-3D0B10353BD3}"/>
              </a:ext>
            </a:extLst>
          </p:cNvPr>
          <p:cNvSpPr>
            <a:spLocks noGrp="1"/>
          </p:cNvSpPr>
          <p:nvPr>
            <p:ph type="title"/>
          </p:nvPr>
        </p:nvSpPr>
        <p:spPr>
          <a:xfrm>
            <a:off x="1019175" y="234190"/>
            <a:ext cx="10153650" cy="604519"/>
          </a:xfrm>
          <a:prstGeom prst="rect">
            <a:avLst/>
          </a:prstGeom>
        </p:spPr>
        <p:txBody>
          <a:bodyPr lIns="0" tIns="0" rIns="0" bIns="0"/>
          <a:lstStyle>
            <a:lvl1pPr>
              <a:defRPr sz="3800" b="0" i="0" spc="-70" baseline="0">
                <a:solidFill>
                  <a:schemeClr val="bg1"/>
                </a:solidFill>
                <a:latin typeface="+mj-ea"/>
                <a:ea typeface="+mj-ea"/>
                <a:cs typeface="游ゴシック" panose="020B0400000000000000" pitchFamily="50" charset="-128"/>
              </a:defRPr>
            </a:lvl1pPr>
          </a:lstStyle>
          <a:p>
            <a:endParaRPr/>
          </a:p>
        </p:txBody>
      </p:sp>
      <p:sp>
        <p:nvSpPr>
          <p:cNvPr id="24" name="Holder 6">
            <a:extLst>
              <a:ext uri="{FF2B5EF4-FFF2-40B4-BE49-F238E27FC236}">
                <a16:creationId xmlns:a16="http://schemas.microsoft.com/office/drawing/2014/main" id="{60693B78-E3DC-C603-8BA9-D3BFFAE0521B}"/>
              </a:ext>
            </a:extLst>
          </p:cNvPr>
          <p:cNvSpPr>
            <a:spLocks noGrp="1"/>
          </p:cNvSpPr>
          <p:nvPr>
            <p:ph type="sldNum" sz="quarter" idx="7"/>
          </p:nvPr>
        </p:nvSpPr>
        <p:spPr>
          <a:xfrm>
            <a:off x="11521440" y="6518701"/>
            <a:ext cx="375920" cy="150246"/>
          </a:xfrm>
          <a:prstGeom prst="rect">
            <a:avLst/>
          </a:prstGeom>
        </p:spPr>
        <p:txBody>
          <a:bodyPr lIns="0" tIns="0" rIns="0" bIns="0"/>
          <a:lstStyle>
            <a:lvl1pPr algn="r">
              <a:defRPr sz="1200" b="0" i="0">
                <a:solidFill>
                  <a:schemeClr val="bg1"/>
                </a:solidFill>
                <a:latin typeface="+mn-ea"/>
                <a:ea typeface="+mn-ea"/>
              </a:defRPr>
            </a:lvl1pPr>
          </a:lstStyle>
          <a:p>
            <a:fld id="{B6F15528-21DE-4FAA-801E-634DDDAF4B2B}" type="slidenum">
              <a:rPr lang="en-US" altLang="ja-JP" smtClean="0"/>
              <a:pPr/>
              <a:t>‹#›</a:t>
            </a:fld>
            <a:endParaRPr lang="en-US" altLang="ja-JP"/>
          </a:p>
        </p:txBody>
      </p:sp>
      <p:sp>
        <p:nvSpPr>
          <p:cNvPr id="25" name="object 10">
            <a:extLst>
              <a:ext uri="{FF2B5EF4-FFF2-40B4-BE49-F238E27FC236}">
                <a16:creationId xmlns:a16="http://schemas.microsoft.com/office/drawing/2014/main" id="{519FAF29-293F-D08E-885C-BAA111E03E28}"/>
              </a:ext>
            </a:extLst>
          </p:cNvPr>
          <p:cNvSpPr/>
          <p:nvPr userDrawn="1"/>
        </p:nvSpPr>
        <p:spPr>
          <a:xfrm>
            <a:off x="127000" y="325499"/>
            <a:ext cx="190500" cy="706755"/>
          </a:xfrm>
          <a:custGeom>
            <a:avLst/>
            <a:gdLst/>
            <a:ahLst/>
            <a:cxnLst/>
            <a:rect l="l" t="t" r="r" b="b"/>
            <a:pathLst>
              <a:path w="190500" h="706755">
                <a:moveTo>
                  <a:pt x="190500" y="0"/>
                </a:moveTo>
                <a:lnTo>
                  <a:pt x="0" y="0"/>
                </a:lnTo>
                <a:lnTo>
                  <a:pt x="0" y="706501"/>
                </a:lnTo>
                <a:lnTo>
                  <a:pt x="190500" y="516000"/>
                </a:lnTo>
                <a:lnTo>
                  <a:pt x="190500" y="0"/>
                </a:lnTo>
                <a:close/>
              </a:path>
            </a:pathLst>
          </a:custGeom>
          <a:solidFill>
            <a:schemeClr val="bg2"/>
          </a:solidFill>
        </p:spPr>
        <p:txBody>
          <a:bodyPr wrap="square" lIns="0" tIns="0" rIns="0" bIns="0" rtlCol="0"/>
          <a:lstStyle/>
          <a:p>
            <a:endParaRPr/>
          </a:p>
        </p:txBody>
      </p:sp>
      <p:sp>
        <p:nvSpPr>
          <p:cNvPr id="26" name="object 11">
            <a:extLst>
              <a:ext uri="{FF2B5EF4-FFF2-40B4-BE49-F238E27FC236}">
                <a16:creationId xmlns:a16="http://schemas.microsoft.com/office/drawing/2014/main" id="{8FADA0F2-AB52-040E-D876-0FF2EF05F96C}"/>
              </a:ext>
            </a:extLst>
          </p:cNvPr>
          <p:cNvSpPr/>
          <p:nvPr userDrawn="1"/>
        </p:nvSpPr>
        <p:spPr>
          <a:xfrm>
            <a:off x="0" y="0"/>
            <a:ext cx="317500" cy="6858000"/>
          </a:xfrm>
          <a:custGeom>
            <a:avLst/>
            <a:gdLst/>
            <a:ahLst/>
            <a:cxnLst/>
            <a:rect l="l" t="t" r="r" b="b"/>
            <a:pathLst>
              <a:path w="317500" h="6858000">
                <a:moveTo>
                  <a:pt x="317500" y="0"/>
                </a:moveTo>
                <a:lnTo>
                  <a:pt x="0" y="0"/>
                </a:lnTo>
                <a:lnTo>
                  <a:pt x="0" y="6858000"/>
                </a:lnTo>
                <a:lnTo>
                  <a:pt x="127000" y="6858000"/>
                </a:lnTo>
                <a:lnTo>
                  <a:pt x="127000" y="897001"/>
                </a:lnTo>
                <a:lnTo>
                  <a:pt x="317500" y="706501"/>
                </a:lnTo>
                <a:lnTo>
                  <a:pt x="317500" y="0"/>
                </a:lnTo>
                <a:close/>
              </a:path>
            </a:pathLst>
          </a:custGeom>
          <a:solidFill>
            <a:schemeClr val="tx2"/>
          </a:solidFill>
        </p:spPr>
        <p:txBody>
          <a:bodyPr wrap="square" lIns="0" tIns="0" rIns="0" bIns="0" rtlCol="0"/>
          <a:lstStyle/>
          <a:p>
            <a:endParaRPr/>
          </a:p>
        </p:txBody>
      </p:sp>
      <p:grpSp>
        <p:nvGrpSpPr>
          <p:cNvPr id="27" name="object 13">
            <a:extLst>
              <a:ext uri="{FF2B5EF4-FFF2-40B4-BE49-F238E27FC236}">
                <a16:creationId xmlns:a16="http://schemas.microsoft.com/office/drawing/2014/main" id="{C3B0DA37-86C5-198B-0FFC-2ABB8EF08BB1}"/>
              </a:ext>
            </a:extLst>
          </p:cNvPr>
          <p:cNvGrpSpPr/>
          <p:nvPr userDrawn="1"/>
        </p:nvGrpSpPr>
        <p:grpSpPr>
          <a:xfrm>
            <a:off x="12065000" y="0"/>
            <a:ext cx="127000" cy="6858000"/>
            <a:chOff x="12065000" y="0"/>
            <a:chExt cx="127000" cy="6858000"/>
          </a:xfrm>
        </p:grpSpPr>
        <p:sp>
          <p:nvSpPr>
            <p:cNvPr id="28" name="object 14">
              <a:extLst>
                <a:ext uri="{FF2B5EF4-FFF2-40B4-BE49-F238E27FC236}">
                  <a16:creationId xmlns:a16="http://schemas.microsoft.com/office/drawing/2014/main" id="{CCEA9E66-9F2A-6F19-B6CE-2BC126220125}"/>
                </a:ext>
              </a:extLst>
            </p:cNvPr>
            <p:cNvSpPr/>
            <p:nvPr/>
          </p:nvSpPr>
          <p:spPr>
            <a:xfrm>
              <a:off x="12065000" y="0"/>
              <a:ext cx="127000" cy="5143500"/>
            </a:xfrm>
            <a:custGeom>
              <a:avLst/>
              <a:gdLst/>
              <a:ahLst/>
              <a:cxnLst/>
              <a:rect l="l" t="t" r="r" b="b"/>
              <a:pathLst>
                <a:path w="127000" h="5143500">
                  <a:moveTo>
                    <a:pt x="0" y="5143500"/>
                  </a:moveTo>
                  <a:lnTo>
                    <a:pt x="127000" y="5143500"/>
                  </a:lnTo>
                  <a:lnTo>
                    <a:pt x="127000" y="0"/>
                  </a:lnTo>
                  <a:lnTo>
                    <a:pt x="0" y="0"/>
                  </a:lnTo>
                  <a:lnTo>
                    <a:pt x="0" y="5143500"/>
                  </a:lnTo>
                  <a:close/>
                </a:path>
              </a:pathLst>
            </a:custGeom>
            <a:solidFill>
              <a:schemeClr val="tx2"/>
            </a:solidFill>
          </p:spPr>
          <p:txBody>
            <a:bodyPr wrap="square" lIns="0" tIns="0" rIns="0" bIns="0" rtlCol="0"/>
            <a:lstStyle/>
            <a:p>
              <a:endParaRPr/>
            </a:p>
          </p:txBody>
        </p:sp>
        <p:sp>
          <p:nvSpPr>
            <p:cNvPr id="29" name="object 15">
              <a:extLst>
                <a:ext uri="{FF2B5EF4-FFF2-40B4-BE49-F238E27FC236}">
                  <a16:creationId xmlns:a16="http://schemas.microsoft.com/office/drawing/2014/main" id="{B0518DF2-4436-AFFA-B801-4DCA3818F0D9}"/>
                </a:ext>
              </a:extLst>
            </p:cNvPr>
            <p:cNvSpPr/>
            <p:nvPr/>
          </p:nvSpPr>
          <p:spPr>
            <a:xfrm>
              <a:off x="12065000" y="5143500"/>
              <a:ext cx="127000" cy="1714500"/>
            </a:xfrm>
            <a:custGeom>
              <a:avLst/>
              <a:gdLst/>
              <a:ahLst/>
              <a:cxnLst/>
              <a:rect l="l" t="t" r="r" b="b"/>
              <a:pathLst>
                <a:path w="127000" h="1714500">
                  <a:moveTo>
                    <a:pt x="127000" y="0"/>
                  </a:moveTo>
                  <a:lnTo>
                    <a:pt x="0" y="0"/>
                  </a:lnTo>
                  <a:lnTo>
                    <a:pt x="0" y="1714500"/>
                  </a:lnTo>
                  <a:lnTo>
                    <a:pt x="127000" y="1714500"/>
                  </a:lnTo>
                  <a:lnTo>
                    <a:pt x="127000" y="0"/>
                  </a:lnTo>
                  <a:close/>
                </a:path>
              </a:pathLst>
            </a:custGeom>
            <a:solidFill>
              <a:schemeClr val="bg2"/>
            </a:solidFill>
          </p:spPr>
          <p:txBody>
            <a:bodyPr wrap="square" lIns="0" tIns="0" rIns="0" bIns="0" rtlCol="0"/>
            <a:lstStyle/>
            <a:p>
              <a:endParaRPr/>
            </a:p>
          </p:txBody>
        </p:sp>
      </p:grpSp>
      <p:sp>
        <p:nvSpPr>
          <p:cNvPr id="30" name="object 27">
            <a:extLst>
              <a:ext uri="{FF2B5EF4-FFF2-40B4-BE49-F238E27FC236}">
                <a16:creationId xmlns:a16="http://schemas.microsoft.com/office/drawing/2014/main" id="{1C314A4F-6FCC-9C62-D7E6-F74ECCFA9731}"/>
              </a:ext>
            </a:extLst>
          </p:cNvPr>
          <p:cNvSpPr txBox="1"/>
          <p:nvPr userDrawn="1"/>
        </p:nvSpPr>
        <p:spPr>
          <a:xfrm>
            <a:off x="1283625" y="6509295"/>
            <a:ext cx="2540000" cy="166712"/>
          </a:xfrm>
          <a:prstGeom prst="rect">
            <a:avLst/>
          </a:prstGeom>
        </p:spPr>
        <p:txBody>
          <a:bodyPr vert="horz" wrap="square" lIns="0" tIns="12700" rIns="0" bIns="0" rtlCol="0">
            <a:spAutoFit/>
          </a:bodyPr>
          <a:lstStyle/>
          <a:p>
            <a:pPr marL="12700">
              <a:lnSpc>
                <a:spcPct val="100000"/>
              </a:lnSpc>
              <a:spcBef>
                <a:spcPts val="100"/>
              </a:spcBef>
            </a:pPr>
            <a:r>
              <a:rPr lang="en" sz="1000" b="1" i="0" spc="-5">
                <a:solidFill>
                  <a:schemeClr val="bg1"/>
                </a:solidFill>
                <a:latin typeface="+mj-ea"/>
                <a:ea typeface="+mj-ea"/>
                <a:cs typeface="Arial"/>
              </a:rPr>
              <a:t>NSW Inc. </a:t>
            </a:r>
            <a:r>
              <a:rPr lang="en" sz="1000" b="0" i="0" spc="-5">
                <a:solidFill>
                  <a:schemeClr val="bg1"/>
                </a:solidFill>
                <a:latin typeface="+mj-ea"/>
                <a:ea typeface="+mj-ea"/>
                <a:cs typeface="Arial"/>
              </a:rPr>
              <a:t>| Confidential and Proprietary</a:t>
            </a:r>
            <a:endParaRPr sz="1000" b="0" i="0">
              <a:solidFill>
                <a:schemeClr val="bg1"/>
              </a:solidFill>
              <a:latin typeface="+mj-ea"/>
              <a:ea typeface="+mj-ea"/>
              <a:cs typeface="Arial"/>
            </a:endParaRPr>
          </a:p>
        </p:txBody>
      </p:sp>
      <p:pic>
        <p:nvPicPr>
          <p:cNvPr id="31" name="図 30">
            <a:extLst>
              <a:ext uri="{FF2B5EF4-FFF2-40B4-BE49-F238E27FC236}">
                <a16:creationId xmlns:a16="http://schemas.microsoft.com/office/drawing/2014/main" id="{EE739944-B602-9403-13A3-87A7666C047A}"/>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326390" y="6412407"/>
            <a:ext cx="772896" cy="256028"/>
          </a:xfrm>
          <a:prstGeom prst="rect">
            <a:avLst/>
          </a:prstGeom>
        </p:spPr>
      </p:pic>
      <p:sp>
        <p:nvSpPr>
          <p:cNvPr id="32" name="コンテンツ プレースホルダー 2">
            <a:extLst>
              <a:ext uri="{FF2B5EF4-FFF2-40B4-BE49-F238E27FC236}">
                <a16:creationId xmlns:a16="http://schemas.microsoft.com/office/drawing/2014/main" id="{376BA8F3-FAAF-FB53-809E-651C9082141F}"/>
              </a:ext>
            </a:extLst>
          </p:cNvPr>
          <p:cNvSpPr>
            <a:spLocks noGrp="1"/>
          </p:cNvSpPr>
          <p:nvPr>
            <p:ph sz="half" idx="1" hasCustomPrompt="1"/>
          </p:nvPr>
        </p:nvSpPr>
        <p:spPr>
          <a:xfrm>
            <a:off x="337038" y="1274764"/>
            <a:ext cx="11520000" cy="396000"/>
          </a:xfrm>
          <a:prstGeom prst="rect">
            <a:avLst/>
          </a:prstGeom>
        </p:spPr>
        <p:txBody>
          <a:bodyPr lIns="0" tIns="36000" rIns="0" bIns="36000"/>
          <a:lstStyle>
            <a:lvl1pPr marL="360000" indent="-360000">
              <a:lnSpc>
                <a:spcPct val="120000"/>
              </a:lnSpc>
              <a:spcBef>
                <a:spcPts val="0"/>
              </a:spcBef>
              <a:spcAft>
                <a:spcPts val="0"/>
              </a:spcAft>
              <a:buClr>
                <a:schemeClr val="bg2"/>
              </a:buClr>
              <a:buSzPct val="100000"/>
              <a:buFont typeface="Wingdings" panose="05000000000000000000" pitchFamily="2" charset="2"/>
              <a:buChar char="l"/>
              <a:defRPr sz="2500" b="0">
                <a:solidFill>
                  <a:schemeClr val="bg1"/>
                </a:solidFill>
                <a:latin typeface="+mj-lt"/>
                <a:ea typeface="+mn-ea"/>
              </a:defRPr>
            </a:lvl1pPr>
            <a:lvl2pPr marL="702900" indent="-342900">
              <a:lnSpc>
                <a:spcPct val="120000"/>
              </a:lnSpc>
              <a:buClr>
                <a:schemeClr val="bg2"/>
              </a:buClr>
              <a:buFont typeface="Arial" panose="020B0604020202020204" pitchFamily="34" charset="0"/>
              <a:buChar char="•"/>
              <a:defRPr sz="2500" b="0">
                <a:solidFill>
                  <a:schemeClr val="bg1"/>
                </a:solidFill>
                <a:latin typeface="+mj-lt"/>
                <a:ea typeface="+mn-ea"/>
              </a:defRPr>
            </a:lvl2pPr>
            <a:lvl3pPr marL="1062900" indent="-342900">
              <a:lnSpc>
                <a:spcPct val="120000"/>
              </a:lnSpc>
              <a:spcBef>
                <a:spcPts val="0"/>
              </a:spcBef>
              <a:buClr>
                <a:schemeClr val="bg2"/>
              </a:buClr>
              <a:buFont typeface="Arial" panose="020B0604020202020204" pitchFamily="34" charset="0"/>
              <a:buChar char="•"/>
              <a:defRPr sz="2500" b="0">
                <a:solidFill>
                  <a:schemeClr val="bg1"/>
                </a:solidFill>
                <a:latin typeface="+mj-lt"/>
                <a:ea typeface="+mn-ea"/>
              </a:defRPr>
            </a:lvl3pPr>
            <a:lvl4pPr marL="1422900" indent="-342900">
              <a:lnSpc>
                <a:spcPct val="120000"/>
              </a:lnSpc>
              <a:spcBef>
                <a:spcPts val="0"/>
              </a:spcBef>
              <a:buClr>
                <a:schemeClr val="bg2"/>
              </a:buClr>
              <a:buFont typeface="Arial" panose="020B0604020202020204" pitchFamily="34" charset="0"/>
              <a:buChar char="•"/>
              <a:defRPr sz="2500" b="0">
                <a:solidFill>
                  <a:schemeClr val="bg1"/>
                </a:solidFill>
                <a:latin typeface="+mj-lt"/>
                <a:ea typeface="+mn-ea"/>
              </a:defRPr>
            </a:lvl4pPr>
            <a:lvl5pPr marL="1782900" indent="-342900">
              <a:lnSpc>
                <a:spcPct val="120000"/>
              </a:lnSpc>
              <a:spcBef>
                <a:spcPts val="0"/>
              </a:spcBef>
              <a:buClr>
                <a:schemeClr val="bg2"/>
              </a:buClr>
              <a:buFont typeface="Arial" panose="020B0604020202020204" pitchFamily="34" charset="0"/>
              <a:buChar char="•"/>
              <a:defRPr sz="2500" b="0">
                <a:solidFill>
                  <a:schemeClr val="bg1"/>
                </a:solidFill>
                <a:latin typeface="+mj-lt"/>
                <a:ea typeface="+mn-ea"/>
              </a:defRPr>
            </a:lvl5pPr>
            <a:lvl6pPr marL="2338179" indent="0">
              <a:buClrTx/>
              <a:buFont typeface="Arial" panose="020B0604020202020204" pitchFamily="34" charset="0"/>
              <a:buNone/>
              <a:defRPr sz="2400">
                <a:solidFill>
                  <a:schemeClr val="bg2"/>
                </a:solidFill>
                <a:latin typeface="+mn-ea"/>
                <a:ea typeface="+mn-ea"/>
              </a:defRPr>
            </a:lvl6pPr>
            <a:lvl7pPr marL="2805815" indent="0">
              <a:buClrTx/>
              <a:buFont typeface="Arial" panose="020B0604020202020204" pitchFamily="34" charset="0"/>
              <a:buNone/>
              <a:defRPr sz="2400">
                <a:solidFill>
                  <a:schemeClr val="bg2"/>
                </a:solidFill>
                <a:latin typeface="+mn-ea"/>
                <a:ea typeface="+mn-ea"/>
              </a:defRPr>
            </a:lvl7pPr>
            <a:lvl8pPr>
              <a:defRPr sz="1841"/>
            </a:lvl8pPr>
            <a:lvl9pPr>
              <a:defRPr sz="1841"/>
            </a:lvl9pPr>
          </a:lstStyle>
          <a:p>
            <a:pPr lvl="0"/>
            <a:r>
              <a:rPr lang="ja-JP" altLang="en-US"/>
              <a:t>テキスト（リスト：箇条書き）</a:t>
            </a:r>
            <a:endParaRPr lang="en-US" altLang="ja-JP"/>
          </a:p>
          <a:p>
            <a:pPr lvl="1"/>
            <a:r>
              <a:rPr lang="ja-JP" altLang="en-US"/>
              <a:t>テキスト</a:t>
            </a:r>
            <a:endParaRPr lang="en-US" altLang="ja-JP"/>
          </a:p>
          <a:p>
            <a:pPr lvl="2"/>
            <a:r>
              <a:rPr lang="ja-JP" altLang="en-US"/>
              <a:t>テキスト</a:t>
            </a:r>
            <a:endParaRPr lang="en-US" altLang="ja-JP"/>
          </a:p>
          <a:p>
            <a:pPr lvl="3"/>
            <a:r>
              <a:rPr lang="ja-JP" altLang="en-US"/>
              <a:t>テキスト</a:t>
            </a:r>
            <a:endParaRPr lang="en-US" altLang="ja-JP"/>
          </a:p>
          <a:p>
            <a:pPr lvl="4"/>
            <a:r>
              <a:rPr lang="ja-JP" altLang="en-US"/>
              <a:t>テキスト</a:t>
            </a:r>
            <a:endParaRPr lang="en-US" altLang="ja-JP"/>
          </a:p>
        </p:txBody>
      </p:sp>
    </p:spTree>
    <p:extLst>
      <p:ext uri="{BB962C8B-B14F-4D97-AF65-F5344CB8AC3E}">
        <p14:creationId xmlns:p14="http://schemas.microsoft.com/office/powerpoint/2010/main" val="2898666764"/>
      </p:ext>
    </p:extLst>
  </p:cSld>
  <p:clrMapOvr>
    <a:masterClrMapping/>
  </p:clrMapOvr>
  <p:extLst>
    <p:ext uri="{DCECCB84-F9BA-43D5-87BE-67443E8EF086}">
      <p15:sldGuideLst xmlns:p15="http://schemas.microsoft.com/office/powerpoint/2012/main">
        <p15:guide id="1" orient="horz" pos="3884">
          <p15:clr>
            <a:srgbClr val="FBAE40"/>
          </p15:clr>
        </p15:guide>
        <p15:guide id="3" orient="horz" pos="142">
          <p15:clr>
            <a:srgbClr val="FBAE40"/>
          </p15:clr>
        </p15:guide>
        <p15:guide id="4" pos="211">
          <p15:clr>
            <a:srgbClr val="FBAE40"/>
          </p15:clr>
        </p15:guide>
        <p15:guide id="5" pos="7469">
          <p15:clr>
            <a:srgbClr val="FBAE40"/>
          </p15:clr>
        </p15:guide>
        <p15:guide id="6" orient="horz" pos="527">
          <p15:clr>
            <a:srgbClr val="FBAE40"/>
          </p15:clr>
        </p15:guide>
        <p15:guide id="7" pos="3704">
          <p15:clr>
            <a:srgbClr val="FBAE40"/>
          </p15:clr>
        </p15:guide>
        <p15:guide id="8" pos="3976">
          <p15:clr>
            <a:srgbClr val="FBAE40"/>
          </p15:clr>
        </p15:guide>
        <p15:guide id="9" orient="horz" pos="216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NEGA＿B">
    <p:spTree>
      <p:nvGrpSpPr>
        <p:cNvPr id="1" name=""/>
        <p:cNvGrpSpPr/>
        <p:nvPr/>
      </p:nvGrpSpPr>
      <p:grpSpPr>
        <a:xfrm>
          <a:off x="0" y="0"/>
          <a:ext cx="0" cy="0"/>
          <a:chOff x="0" y="0"/>
          <a:chExt cx="0" cy="0"/>
        </a:xfrm>
      </p:grpSpPr>
      <p:pic>
        <p:nvPicPr>
          <p:cNvPr id="12" name="図 11" descr="屋外, 建物, ブルー, 記号 が含まれている画像&#10;&#10;自動的に生成された説明">
            <a:extLst>
              <a:ext uri="{FF2B5EF4-FFF2-40B4-BE49-F238E27FC236}">
                <a16:creationId xmlns:a16="http://schemas.microsoft.com/office/drawing/2014/main" id="{B3E9BCFB-B19A-0A13-5361-8FB1863D0EF8}"/>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6350" y="0"/>
            <a:ext cx="12179300" cy="6858000"/>
          </a:xfrm>
          <a:prstGeom prst="rect">
            <a:avLst/>
          </a:prstGeom>
        </p:spPr>
      </p:pic>
      <p:sp>
        <p:nvSpPr>
          <p:cNvPr id="13" name="Holder 2">
            <a:extLst>
              <a:ext uri="{FF2B5EF4-FFF2-40B4-BE49-F238E27FC236}">
                <a16:creationId xmlns:a16="http://schemas.microsoft.com/office/drawing/2014/main" id="{AA51026B-EFFE-7D69-9A11-D6E812CA62D6}"/>
              </a:ext>
            </a:extLst>
          </p:cNvPr>
          <p:cNvSpPr>
            <a:spLocks noGrp="1"/>
          </p:cNvSpPr>
          <p:nvPr>
            <p:ph type="title"/>
          </p:nvPr>
        </p:nvSpPr>
        <p:spPr>
          <a:xfrm>
            <a:off x="1019175" y="234190"/>
            <a:ext cx="10153650" cy="604519"/>
          </a:xfrm>
          <a:prstGeom prst="rect">
            <a:avLst/>
          </a:prstGeom>
        </p:spPr>
        <p:txBody>
          <a:bodyPr lIns="0" tIns="0" rIns="0" bIns="0"/>
          <a:lstStyle>
            <a:lvl1pPr>
              <a:defRPr sz="3800" b="0" i="0" spc="-70" baseline="0">
                <a:solidFill>
                  <a:schemeClr val="bg1"/>
                </a:solidFill>
                <a:latin typeface="+mj-ea"/>
                <a:ea typeface="+mj-ea"/>
                <a:cs typeface="游ゴシック" panose="020B0400000000000000" pitchFamily="50" charset="-128"/>
              </a:defRPr>
            </a:lvl1pPr>
          </a:lstStyle>
          <a:p>
            <a:endParaRPr/>
          </a:p>
        </p:txBody>
      </p:sp>
      <p:sp>
        <p:nvSpPr>
          <p:cNvPr id="14" name="Holder 6">
            <a:extLst>
              <a:ext uri="{FF2B5EF4-FFF2-40B4-BE49-F238E27FC236}">
                <a16:creationId xmlns:a16="http://schemas.microsoft.com/office/drawing/2014/main" id="{E59904DA-28C6-8063-92F0-BAE69A117035}"/>
              </a:ext>
            </a:extLst>
          </p:cNvPr>
          <p:cNvSpPr>
            <a:spLocks noGrp="1"/>
          </p:cNvSpPr>
          <p:nvPr>
            <p:ph type="sldNum" sz="quarter" idx="7"/>
          </p:nvPr>
        </p:nvSpPr>
        <p:spPr>
          <a:xfrm>
            <a:off x="11521440" y="6518701"/>
            <a:ext cx="375920" cy="150246"/>
          </a:xfrm>
          <a:prstGeom prst="rect">
            <a:avLst/>
          </a:prstGeom>
        </p:spPr>
        <p:txBody>
          <a:bodyPr lIns="0" tIns="0" rIns="0" bIns="0"/>
          <a:lstStyle>
            <a:lvl1pPr algn="r">
              <a:defRPr sz="1200" b="0" i="0">
                <a:solidFill>
                  <a:schemeClr val="bg1"/>
                </a:solidFill>
                <a:latin typeface="+mn-ea"/>
                <a:ea typeface="+mn-ea"/>
              </a:defRPr>
            </a:lvl1pPr>
          </a:lstStyle>
          <a:p>
            <a:fld id="{B6F15528-21DE-4FAA-801E-634DDDAF4B2B}" type="slidenum">
              <a:rPr lang="en-US" altLang="ja-JP" smtClean="0"/>
              <a:pPr/>
              <a:t>‹#›</a:t>
            </a:fld>
            <a:endParaRPr lang="en-US" altLang="ja-JP"/>
          </a:p>
        </p:txBody>
      </p:sp>
      <p:sp>
        <p:nvSpPr>
          <p:cNvPr id="15" name="object 10">
            <a:extLst>
              <a:ext uri="{FF2B5EF4-FFF2-40B4-BE49-F238E27FC236}">
                <a16:creationId xmlns:a16="http://schemas.microsoft.com/office/drawing/2014/main" id="{DDD1E8EF-FCE7-DBBD-B099-B7084349DDA3}"/>
              </a:ext>
            </a:extLst>
          </p:cNvPr>
          <p:cNvSpPr/>
          <p:nvPr userDrawn="1"/>
        </p:nvSpPr>
        <p:spPr>
          <a:xfrm>
            <a:off x="127000" y="325499"/>
            <a:ext cx="190500" cy="706755"/>
          </a:xfrm>
          <a:custGeom>
            <a:avLst/>
            <a:gdLst/>
            <a:ahLst/>
            <a:cxnLst/>
            <a:rect l="l" t="t" r="r" b="b"/>
            <a:pathLst>
              <a:path w="190500" h="706755">
                <a:moveTo>
                  <a:pt x="190500" y="0"/>
                </a:moveTo>
                <a:lnTo>
                  <a:pt x="0" y="0"/>
                </a:lnTo>
                <a:lnTo>
                  <a:pt x="0" y="706501"/>
                </a:lnTo>
                <a:lnTo>
                  <a:pt x="190500" y="516000"/>
                </a:lnTo>
                <a:lnTo>
                  <a:pt x="190500" y="0"/>
                </a:lnTo>
                <a:close/>
              </a:path>
            </a:pathLst>
          </a:custGeom>
          <a:solidFill>
            <a:schemeClr val="bg2"/>
          </a:solidFill>
        </p:spPr>
        <p:txBody>
          <a:bodyPr wrap="square" lIns="0" tIns="0" rIns="0" bIns="0" rtlCol="0"/>
          <a:lstStyle/>
          <a:p>
            <a:endParaRPr/>
          </a:p>
        </p:txBody>
      </p:sp>
      <p:sp>
        <p:nvSpPr>
          <p:cNvPr id="16" name="object 11">
            <a:extLst>
              <a:ext uri="{FF2B5EF4-FFF2-40B4-BE49-F238E27FC236}">
                <a16:creationId xmlns:a16="http://schemas.microsoft.com/office/drawing/2014/main" id="{C9517843-B252-8450-0028-AF94A4FF80CC}"/>
              </a:ext>
            </a:extLst>
          </p:cNvPr>
          <p:cNvSpPr/>
          <p:nvPr userDrawn="1"/>
        </p:nvSpPr>
        <p:spPr>
          <a:xfrm>
            <a:off x="0" y="0"/>
            <a:ext cx="317500" cy="6858000"/>
          </a:xfrm>
          <a:custGeom>
            <a:avLst/>
            <a:gdLst/>
            <a:ahLst/>
            <a:cxnLst/>
            <a:rect l="l" t="t" r="r" b="b"/>
            <a:pathLst>
              <a:path w="317500" h="6858000">
                <a:moveTo>
                  <a:pt x="317500" y="0"/>
                </a:moveTo>
                <a:lnTo>
                  <a:pt x="0" y="0"/>
                </a:lnTo>
                <a:lnTo>
                  <a:pt x="0" y="6858000"/>
                </a:lnTo>
                <a:lnTo>
                  <a:pt x="127000" y="6858000"/>
                </a:lnTo>
                <a:lnTo>
                  <a:pt x="127000" y="897001"/>
                </a:lnTo>
                <a:lnTo>
                  <a:pt x="317500" y="706501"/>
                </a:lnTo>
                <a:lnTo>
                  <a:pt x="317500" y="0"/>
                </a:lnTo>
                <a:close/>
              </a:path>
            </a:pathLst>
          </a:custGeom>
          <a:solidFill>
            <a:schemeClr val="tx2"/>
          </a:solidFill>
        </p:spPr>
        <p:txBody>
          <a:bodyPr wrap="square" lIns="0" tIns="0" rIns="0" bIns="0" rtlCol="0"/>
          <a:lstStyle/>
          <a:p>
            <a:endParaRPr/>
          </a:p>
        </p:txBody>
      </p:sp>
      <p:grpSp>
        <p:nvGrpSpPr>
          <p:cNvPr id="17" name="object 13">
            <a:extLst>
              <a:ext uri="{FF2B5EF4-FFF2-40B4-BE49-F238E27FC236}">
                <a16:creationId xmlns:a16="http://schemas.microsoft.com/office/drawing/2014/main" id="{B2920312-8F92-CE53-0EA6-03B66B6B27EC}"/>
              </a:ext>
            </a:extLst>
          </p:cNvPr>
          <p:cNvGrpSpPr/>
          <p:nvPr userDrawn="1"/>
        </p:nvGrpSpPr>
        <p:grpSpPr>
          <a:xfrm>
            <a:off x="12065000" y="0"/>
            <a:ext cx="127000" cy="6858000"/>
            <a:chOff x="12065000" y="0"/>
            <a:chExt cx="127000" cy="6858000"/>
          </a:xfrm>
        </p:grpSpPr>
        <p:sp>
          <p:nvSpPr>
            <p:cNvPr id="18" name="object 14">
              <a:extLst>
                <a:ext uri="{FF2B5EF4-FFF2-40B4-BE49-F238E27FC236}">
                  <a16:creationId xmlns:a16="http://schemas.microsoft.com/office/drawing/2014/main" id="{00104790-FD68-A3AA-0772-82FFF979F923}"/>
                </a:ext>
              </a:extLst>
            </p:cNvPr>
            <p:cNvSpPr/>
            <p:nvPr/>
          </p:nvSpPr>
          <p:spPr>
            <a:xfrm>
              <a:off x="12065000" y="0"/>
              <a:ext cx="127000" cy="5143500"/>
            </a:xfrm>
            <a:custGeom>
              <a:avLst/>
              <a:gdLst/>
              <a:ahLst/>
              <a:cxnLst/>
              <a:rect l="l" t="t" r="r" b="b"/>
              <a:pathLst>
                <a:path w="127000" h="5143500">
                  <a:moveTo>
                    <a:pt x="0" y="5143500"/>
                  </a:moveTo>
                  <a:lnTo>
                    <a:pt x="127000" y="5143500"/>
                  </a:lnTo>
                  <a:lnTo>
                    <a:pt x="127000" y="0"/>
                  </a:lnTo>
                  <a:lnTo>
                    <a:pt x="0" y="0"/>
                  </a:lnTo>
                  <a:lnTo>
                    <a:pt x="0" y="5143500"/>
                  </a:lnTo>
                  <a:close/>
                </a:path>
              </a:pathLst>
            </a:custGeom>
            <a:solidFill>
              <a:schemeClr val="tx2"/>
            </a:solidFill>
          </p:spPr>
          <p:txBody>
            <a:bodyPr wrap="square" lIns="0" tIns="0" rIns="0" bIns="0" rtlCol="0"/>
            <a:lstStyle/>
            <a:p>
              <a:endParaRPr/>
            </a:p>
          </p:txBody>
        </p:sp>
        <p:sp>
          <p:nvSpPr>
            <p:cNvPr id="19" name="object 15">
              <a:extLst>
                <a:ext uri="{FF2B5EF4-FFF2-40B4-BE49-F238E27FC236}">
                  <a16:creationId xmlns:a16="http://schemas.microsoft.com/office/drawing/2014/main" id="{E14E94D3-EB35-D245-6948-E346A0209982}"/>
                </a:ext>
              </a:extLst>
            </p:cNvPr>
            <p:cNvSpPr/>
            <p:nvPr/>
          </p:nvSpPr>
          <p:spPr>
            <a:xfrm>
              <a:off x="12065000" y="5143500"/>
              <a:ext cx="127000" cy="1714500"/>
            </a:xfrm>
            <a:custGeom>
              <a:avLst/>
              <a:gdLst/>
              <a:ahLst/>
              <a:cxnLst/>
              <a:rect l="l" t="t" r="r" b="b"/>
              <a:pathLst>
                <a:path w="127000" h="1714500">
                  <a:moveTo>
                    <a:pt x="127000" y="0"/>
                  </a:moveTo>
                  <a:lnTo>
                    <a:pt x="0" y="0"/>
                  </a:lnTo>
                  <a:lnTo>
                    <a:pt x="0" y="1714500"/>
                  </a:lnTo>
                  <a:lnTo>
                    <a:pt x="127000" y="1714500"/>
                  </a:lnTo>
                  <a:lnTo>
                    <a:pt x="127000" y="0"/>
                  </a:lnTo>
                  <a:close/>
                </a:path>
              </a:pathLst>
            </a:custGeom>
            <a:solidFill>
              <a:schemeClr val="bg2"/>
            </a:solidFill>
          </p:spPr>
          <p:txBody>
            <a:bodyPr wrap="square" lIns="0" tIns="0" rIns="0" bIns="0" rtlCol="0"/>
            <a:lstStyle/>
            <a:p>
              <a:endParaRPr/>
            </a:p>
          </p:txBody>
        </p:sp>
      </p:grpSp>
      <p:sp>
        <p:nvSpPr>
          <p:cNvPr id="20" name="object 27">
            <a:extLst>
              <a:ext uri="{FF2B5EF4-FFF2-40B4-BE49-F238E27FC236}">
                <a16:creationId xmlns:a16="http://schemas.microsoft.com/office/drawing/2014/main" id="{C5BF2A57-FAB6-755C-937D-FC5762819D6F}"/>
              </a:ext>
            </a:extLst>
          </p:cNvPr>
          <p:cNvSpPr txBox="1"/>
          <p:nvPr userDrawn="1"/>
        </p:nvSpPr>
        <p:spPr>
          <a:xfrm>
            <a:off x="1283625" y="6509295"/>
            <a:ext cx="2540000" cy="166712"/>
          </a:xfrm>
          <a:prstGeom prst="rect">
            <a:avLst/>
          </a:prstGeom>
        </p:spPr>
        <p:txBody>
          <a:bodyPr vert="horz" wrap="square" lIns="0" tIns="12700" rIns="0" bIns="0" rtlCol="0">
            <a:spAutoFit/>
          </a:bodyPr>
          <a:lstStyle/>
          <a:p>
            <a:pPr marL="12700">
              <a:lnSpc>
                <a:spcPct val="100000"/>
              </a:lnSpc>
              <a:spcBef>
                <a:spcPts val="100"/>
              </a:spcBef>
            </a:pPr>
            <a:r>
              <a:rPr lang="en" sz="1000" b="1" i="0" spc="-5">
                <a:solidFill>
                  <a:schemeClr val="bg1"/>
                </a:solidFill>
                <a:latin typeface="+mj-ea"/>
                <a:ea typeface="+mj-ea"/>
                <a:cs typeface="Arial"/>
              </a:rPr>
              <a:t>NSW Inc. </a:t>
            </a:r>
            <a:r>
              <a:rPr lang="en" sz="1000" b="0" i="0" spc="-5">
                <a:solidFill>
                  <a:schemeClr val="bg1"/>
                </a:solidFill>
                <a:latin typeface="+mj-ea"/>
                <a:ea typeface="+mj-ea"/>
                <a:cs typeface="Arial"/>
              </a:rPr>
              <a:t>| Confidential and Proprietary</a:t>
            </a:r>
            <a:endParaRPr sz="1000" b="0" i="0">
              <a:solidFill>
                <a:schemeClr val="bg1"/>
              </a:solidFill>
              <a:latin typeface="+mj-ea"/>
              <a:ea typeface="+mj-ea"/>
              <a:cs typeface="Arial"/>
            </a:endParaRPr>
          </a:p>
        </p:txBody>
      </p:sp>
      <p:pic>
        <p:nvPicPr>
          <p:cNvPr id="21" name="図 20">
            <a:extLst>
              <a:ext uri="{FF2B5EF4-FFF2-40B4-BE49-F238E27FC236}">
                <a16:creationId xmlns:a16="http://schemas.microsoft.com/office/drawing/2014/main" id="{E6670EF2-60B6-6AED-9CC5-8F83CB29D491}"/>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326390" y="6412407"/>
            <a:ext cx="772896" cy="256028"/>
          </a:xfrm>
          <a:prstGeom prst="rect">
            <a:avLst/>
          </a:prstGeom>
        </p:spPr>
      </p:pic>
      <p:sp>
        <p:nvSpPr>
          <p:cNvPr id="32" name="コンテンツ プレースホルダー 2">
            <a:extLst>
              <a:ext uri="{FF2B5EF4-FFF2-40B4-BE49-F238E27FC236}">
                <a16:creationId xmlns:a16="http://schemas.microsoft.com/office/drawing/2014/main" id="{130A1E62-1BED-F302-1D43-66A0E17BC88A}"/>
              </a:ext>
            </a:extLst>
          </p:cNvPr>
          <p:cNvSpPr>
            <a:spLocks noGrp="1"/>
          </p:cNvSpPr>
          <p:nvPr>
            <p:ph sz="half" idx="1" hasCustomPrompt="1"/>
          </p:nvPr>
        </p:nvSpPr>
        <p:spPr>
          <a:xfrm>
            <a:off x="337038" y="1274764"/>
            <a:ext cx="11520000" cy="396000"/>
          </a:xfrm>
          <a:prstGeom prst="rect">
            <a:avLst/>
          </a:prstGeom>
        </p:spPr>
        <p:txBody>
          <a:bodyPr lIns="0" tIns="36000" rIns="0" bIns="36000"/>
          <a:lstStyle>
            <a:lvl1pPr marL="360000" indent="-360000">
              <a:lnSpc>
                <a:spcPct val="120000"/>
              </a:lnSpc>
              <a:spcBef>
                <a:spcPts val="0"/>
              </a:spcBef>
              <a:spcAft>
                <a:spcPts val="0"/>
              </a:spcAft>
              <a:buClr>
                <a:schemeClr val="bg2"/>
              </a:buClr>
              <a:buSzPct val="100000"/>
              <a:buFont typeface="Wingdings" panose="05000000000000000000" pitchFamily="2" charset="2"/>
              <a:buChar char="l"/>
              <a:defRPr sz="2500" b="0">
                <a:solidFill>
                  <a:schemeClr val="bg1"/>
                </a:solidFill>
                <a:latin typeface="+mj-lt"/>
                <a:ea typeface="+mn-ea"/>
              </a:defRPr>
            </a:lvl1pPr>
            <a:lvl2pPr marL="702900" indent="-342900">
              <a:lnSpc>
                <a:spcPct val="120000"/>
              </a:lnSpc>
              <a:buClr>
                <a:schemeClr val="bg2"/>
              </a:buClr>
              <a:buFont typeface="Arial" panose="020B0604020202020204" pitchFamily="34" charset="0"/>
              <a:buChar char="•"/>
              <a:defRPr sz="2500" b="0">
                <a:solidFill>
                  <a:schemeClr val="bg1"/>
                </a:solidFill>
                <a:latin typeface="+mj-lt"/>
                <a:ea typeface="+mn-ea"/>
              </a:defRPr>
            </a:lvl2pPr>
            <a:lvl3pPr marL="1062900" indent="-342900">
              <a:lnSpc>
                <a:spcPct val="120000"/>
              </a:lnSpc>
              <a:spcBef>
                <a:spcPts val="0"/>
              </a:spcBef>
              <a:buClr>
                <a:schemeClr val="bg2"/>
              </a:buClr>
              <a:buFont typeface="Arial" panose="020B0604020202020204" pitchFamily="34" charset="0"/>
              <a:buChar char="•"/>
              <a:defRPr sz="2500" b="0">
                <a:solidFill>
                  <a:schemeClr val="bg1"/>
                </a:solidFill>
                <a:latin typeface="+mj-lt"/>
                <a:ea typeface="+mn-ea"/>
              </a:defRPr>
            </a:lvl3pPr>
            <a:lvl4pPr marL="1422900" indent="-342900">
              <a:lnSpc>
                <a:spcPct val="120000"/>
              </a:lnSpc>
              <a:spcBef>
                <a:spcPts val="0"/>
              </a:spcBef>
              <a:buClr>
                <a:schemeClr val="bg2"/>
              </a:buClr>
              <a:buFont typeface="Arial" panose="020B0604020202020204" pitchFamily="34" charset="0"/>
              <a:buChar char="•"/>
              <a:defRPr sz="2500" b="0">
                <a:solidFill>
                  <a:schemeClr val="bg1"/>
                </a:solidFill>
                <a:latin typeface="+mj-lt"/>
                <a:ea typeface="+mn-ea"/>
              </a:defRPr>
            </a:lvl4pPr>
            <a:lvl5pPr marL="1782900" indent="-342900">
              <a:lnSpc>
                <a:spcPct val="120000"/>
              </a:lnSpc>
              <a:spcBef>
                <a:spcPts val="0"/>
              </a:spcBef>
              <a:buClr>
                <a:schemeClr val="bg2"/>
              </a:buClr>
              <a:buFont typeface="Arial" panose="020B0604020202020204" pitchFamily="34" charset="0"/>
              <a:buChar char="•"/>
              <a:defRPr sz="2500" b="0">
                <a:solidFill>
                  <a:schemeClr val="bg1"/>
                </a:solidFill>
                <a:latin typeface="+mj-lt"/>
                <a:ea typeface="+mn-ea"/>
              </a:defRPr>
            </a:lvl5pPr>
            <a:lvl6pPr marL="2338179" indent="0">
              <a:buClrTx/>
              <a:buFont typeface="Arial" panose="020B0604020202020204" pitchFamily="34" charset="0"/>
              <a:buNone/>
              <a:defRPr sz="2400">
                <a:solidFill>
                  <a:schemeClr val="bg2"/>
                </a:solidFill>
                <a:latin typeface="+mn-ea"/>
                <a:ea typeface="+mn-ea"/>
              </a:defRPr>
            </a:lvl6pPr>
            <a:lvl7pPr marL="2805815" indent="0">
              <a:buClrTx/>
              <a:buFont typeface="Arial" panose="020B0604020202020204" pitchFamily="34" charset="0"/>
              <a:buNone/>
              <a:defRPr sz="2400">
                <a:solidFill>
                  <a:schemeClr val="bg2"/>
                </a:solidFill>
                <a:latin typeface="+mn-ea"/>
                <a:ea typeface="+mn-ea"/>
              </a:defRPr>
            </a:lvl7pPr>
            <a:lvl8pPr>
              <a:defRPr sz="1841"/>
            </a:lvl8pPr>
            <a:lvl9pPr>
              <a:defRPr sz="1841"/>
            </a:lvl9pPr>
          </a:lstStyle>
          <a:p>
            <a:pPr lvl="0"/>
            <a:r>
              <a:rPr lang="ja-JP" altLang="en-US"/>
              <a:t>テキスト（リスト：箇条書き）</a:t>
            </a:r>
            <a:endParaRPr lang="en-US" altLang="ja-JP"/>
          </a:p>
          <a:p>
            <a:pPr lvl="1"/>
            <a:r>
              <a:rPr lang="ja-JP" altLang="en-US"/>
              <a:t>テキスト</a:t>
            </a:r>
            <a:endParaRPr lang="en-US" altLang="ja-JP"/>
          </a:p>
          <a:p>
            <a:pPr lvl="2"/>
            <a:r>
              <a:rPr lang="ja-JP" altLang="en-US"/>
              <a:t>テキスト</a:t>
            </a:r>
            <a:endParaRPr lang="en-US" altLang="ja-JP"/>
          </a:p>
          <a:p>
            <a:pPr lvl="3"/>
            <a:r>
              <a:rPr lang="ja-JP" altLang="en-US"/>
              <a:t>テキスト</a:t>
            </a:r>
            <a:endParaRPr lang="en-US" altLang="ja-JP"/>
          </a:p>
          <a:p>
            <a:pPr lvl="4"/>
            <a:r>
              <a:rPr lang="ja-JP" altLang="en-US"/>
              <a:t>テキスト</a:t>
            </a:r>
            <a:endParaRPr lang="en-US" altLang="ja-JP"/>
          </a:p>
        </p:txBody>
      </p:sp>
    </p:spTree>
    <p:extLst>
      <p:ext uri="{BB962C8B-B14F-4D97-AF65-F5344CB8AC3E}">
        <p14:creationId xmlns:p14="http://schemas.microsoft.com/office/powerpoint/2010/main" val="1463406914"/>
      </p:ext>
    </p:extLst>
  </p:cSld>
  <p:clrMapOvr>
    <a:masterClrMapping/>
  </p:clrMapOvr>
  <p:extLst>
    <p:ext uri="{DCECCB84-F9BA-43D5-87BE-67443E8EF086}">
      <p15:sldGuideLst xmlns:p15="http://schemas.microsoft.com/office/powerpoint/2012/main">
        <p15:guide id="1" orient="horz" pos="3884">
          <p15:clr>
            <a:srgbClr val="FBAE40"/>
          </p15:clr>
        </p15:guide>
        <p15:guide id="3" orient="horz" pos="142">
          <p15:clr>
            <a:srgbClr val="FBAE40"/>
          </p15:clr>
        </p15:guide>
        <p15:guide id="4" pos="211">
          <p15:clr>
            <a:srgbClr val="FBAE40"/>
          </p15:clr>
        </p15:guide>
        <p15:guide id="5" pos="7469">
          <p15:clr>
            <a:srgbClr val="FBAE40"/>
          </p15:clr>
        </p15:guide>
        <p15:guide id="6" orient="horz" pos="527">
          <p15:clr>
            <a:srgbClr val="FBAE40"/>
          </p15:clr>
        </p15:guide>
        <p15:guide id="7" pos="3704">
          <p15:clr>
            <a:srgbClr val="FBAE40"/>
          </p15:clr>
        </p15:guide>
        <p15:guide id="8" pos="3976">
          <p15:clr>
            <a:srgbClr val="FBAE40"/>
          </p15:clr>
        </p15:guide>
        <p15:guide id="9" orient="horz" pos="216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NEGA＿C">
    <p:spTree>
      <p:nvGrpSpPr>
        <p:cNvPr id="1" name=""/>
        <p:cNvGrpSpPr/>
        <p:nvPr/>
      </p:nvGrpSpPr>
      <p:grpSpPr>
        <a:xfrm>
          <a:off x="0" y="0"/>
          <a:ext cx="0" cy="0"/>
          <a:chOff x="0" y="0"/>
          <a:chExt cx="0" cy="0"/>
        </a:xfrm>
      </p:grpSpPr>
      <p:pic>
        <p:nvPicPr>
          <p:cNvPr id="22" name="図 21" descr="夜に光っている建物&#10;&#10;自動的に生成された説明">
            <a:extLst>
              <a:ext uri="{FF2B5EF4-FFF2-40B4-BE49-F238E27FC236}">
                <a16:creationId xmlns:a16="http://schemas.microsoft.com/office/drawing/2014/main" id="{A0A7157B-9B36-B2E4-87E1-390545E8D208}"/>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6350" y="0"/>
            <a:ext cx="12179300" cy="6858000"/>
          </a:xfrm>
          <a:prstGeom prst="rect">
            <a:avLst/>
          </a:prstGeom>
        </p:spPr>
      </p:pic>
      <p:sp>
        <p:nvSpPr>
          <p:cNvPr id="23" name="Holder 2">
            <a:extLst>
              <a:ext uri="{FF2B5EF4-FFF2-40B4-BE49-F238E27FC236}">
                <a16:creationId xmlns:a16="http://schemas.microsoft.com/office/drawing/2014/main" id="{417AF3E7-7F5F-0F3C-D6B9-B379BFC38D18}"/>
              </a:ext>
            </a:extLst>
          </p:cNvPr>
          <p:cNvSpPr>
            <a:spLocks noGrp="1"/>
          </p:cNvSpPr>
          <p:nvPr>
            <p:ph type="title"/>
          </p:nvPr>
        </p:nvSpPr>
        <p:spPr>
          <a:xfrm>
            <a:off x="1019175" y="234190"/>
            <a:ext cx="10153650" cy="604519"/>
          </a:xfrm>
          <a:prstGeom prst="rect">
            <a:avLst/>
          </a:prstGeom>
        </p:spPr>
        <p:txBody>
          <a:bodyPr lIns="0" tIns="0" rIns="0" bIns="0"/>
          <a:lstStyle>
            <a:lvl1pPr>
              <a:defRPr sz="3800" b="0" i="0" spc="-70" baseline="0">
                <a:solidFill>
                  <a:schemeClr val="bg1"/>
                </a:solidFill>
                <a:latin typeface="+mj-ea"/>
                <a:ea typeface="+mj-ea"/>
                <a:cs typeface="游ゴシック" panose="020B0400000000000000" pitchFamily="50" charset="-128"/>
              </a:defRPr>
            </a:lvl1pPr>
          </a:lstStyle>
          <a:p>
            <a:endParaRPr/>
          </a:p>
        </p:txBody>
      </p:sp>
      <p:sp>
        <p:nvSpPr>
          <p:cNvPr id="24" name="Holder 6">
            <a:extLst>
              <a:ext uri="{FF2B5EF4-FFF2-40B4-BE49-F238E27FC236}">
                <a16:creationId xmlns:a16="http://schemas.microsoft.com/office/drawing/2014/main" id="{F79CF524-F771-6522-D937-01CBE8AFF60A}"/>
              </a:ext>
            </a:extLst>
          </p:cNvPr>
          <p:cNvSpPr>
            <a:spLocks noGrp="1"/>
          </p:cNvSpPr>
          <p:nvPr>
            <p:ph type="sldNum" sz="quarter" idx="7"/>
          </p:nvPr>
        </p:nvSpPr>
        <p:spPr>
          <a:xfrm>
            <a:off x="11521440" y="6518701"/>
            <a:ext cx="375920" cy="150246"/>
          </a:xfrm>
          <a:prstGeom prst="rect">
            <a:avLst/>
          </a:prstGeom>
        </p:spPr>
        <p:txBody>
          <a:bodyPr lIns="0" tIns="0" rIns="0" bIns="0"/>
          <a:lstStyle>
            <a:lvl1pPr algn="r">
              <a:defRPr sz="1200" b="0" i="0">
                <a:solidFill>
                  <a:schemeClr val="bg1"/>
                </a:solidFill>
                <a:latin typeface="+mn-ea"/>
                <a:ea typeface="+mn-ea"/>
              </a:defRPr>
            </a:lvl1pPr>
          </a:lstStyle>
          <a:p>
            <a:fld id="{B6F15528-21DE-4FAA-801E-634DDDAF4B2B}" type="slidenum">
              <a:rPr lang="en-US" altLang="ja-JP" smtClean="0"/>
              <a:pPr/>
              <a:t>‹#›</a:t>
            </a:fld>
            <a:endParaRPr lang="en-US" altLang="ja-JP"/>
          </a:p>
        </p:txBody>
      </p:sp>
      <p:sp>
        <p:nvSpPr>
          <p:cNvPr id="25" name="object 10">
            <a:extLst>
              <a:ext uri="{FF2B5EF4-FFF2-40B4-BE49-F238E27FC236}">
                <a16:creationId xmlns:a16="http://schemas.microsoft.com/office/drawing/2014/main" id="{466CAD0E-0789-6576-E991-C7BF657DD476}"/>
              </a:ext>
            </a:extLst>
          </p:cNvPr>
          <p:cNvSpPr/>
          <p:nvPr userDrawn="1"/>
        </p:nvSpPr>
        <p:spPr>
          <a:xfrm>
            <a:off x="127000" y="325499"/>
            <a:ext cx="190500" cy="706755"/>
          </a:xfrm>
          <a:custGeom>
            <a:avLst/>
            <a:gdLst/>
            <a:ahLst/>
            <a:cxnLst/>
            <a:rect l="l" t="t" r="r" b="b"/>
            <a:pathLst>
              <a:path w="190500" h="706755">
                <a:moveTo>
                  <a:pt x="190500" y="0"/>
                </a:moveTo>
                <a:lnTo>
                  <a:pt x="0" y="0"/>
                </a:lnTo>
                <a:lnTo>
                  <a:pt x="0" y="706501"/>
                </a:lnTo>
                <a:lnTo>
                  <a:pt x="190500" y="516000"/>
                </a:lnTo>
                <a:lnTo>
                  <a:pt x="190500" y="0"/>
                </a:lnTo>
                <a:close/>
              </a:path>
            </a:pathLst>
          </a:custGeom>
          <a:solidFill>
            <a:schemeClr val="bg2"/>
          </a:solidFill>
        </p:spPr>
        <p:txBody>
          <a:bodyPr wrap="square" lIns="0" tIns="0" rIns="0" bIns="0" rtlCol="0"/>
          <a:lstStyle/>
          <a:p>
            <a:endParaRPr/>
          </a:p>
        </p:txBody>
      </p:sp>
      <p:sp>
        <p:nvSpPr>
          <p:cNvPr id="26" name="object 11">
            <a:extLst>
              <a:ext uri="{FF2B5EF4-FFF2-40B4-BE49-F238E27FC236}">
                <a16:creationId xmlns:a16="http://schemas.microsoft.com/office/drawing/2014/main" id="{2F10C2C5-65E1-8BD8-BC4A-D647883D8019}"/>
              </a:ext>
            </a:extLst>
          </p:cNvPr>
          <p:cNvSpPr/>
          <p:nvPr userDrawn="1"/>
        </p:nvSpPr>
        <p:spPr>
          <a:xfrm>
            <a:off x="0" y="0"/>
            <a:ext cx="317500" cy="6858000"/>
          </a:xfrm>
          <a:custGeom>
            <a:avLst/>
            <a:gdLst/>
            <a:ahLst/>
            <a:cxnLst/>
            <a:rect l="l" t="t" r="r" b="b"/>
            <a:pathLst>
              <a:path w="317500" h="6858000">
                <a:moveTo>
                  <a:pt x="317500" y="0"/>
                </a:moveTo>
                <a:lnTo>
                  <a:pt x="0" y="0"/>
                </a:lnTo>
                <a:lnTo>
                  <a:pt x="0" y="6858000"/>
                </a:lnTo>
                <a:lnTo>
                  <a:pt x="127000" y="6858000"/>
                </a:lnTo>
                <a:lnTo>
                  <a:pt x="127000" y="897001"/>
                </a:lnTo>
                <a:lnTo>
                  <a:pt x="317500" y="706501"/>
                </a:lnTo>
                <a:lnTo>
                  <a:pt x="317500" y="0"/>
                </a:lnTo>
                <a:close/>
              </a:path>
            </a:pathLst>
          </a:custGeom>
          <a:solidFill>
            <a:schemeClr val="tx2"/>
          </a:solidFill>
        </p:spPr>
        <p:txBody>
          <a:bodyPr wrap="square" lIns="0" tIns="0" rIns="0" bIns="0" rtlCol="0"/>
          <a:lstStyle/>
          <a:p>
            <a:endParaRPr/>
          </a:p>
        </p:txBody>
      </p:sp>
      <p:grpSp>
        <p:nvGrpSpPr>
          <p:cNvPr id="27" name="object 13">
            <a:extLst>
              <a:ext uri="{FF2B5EF4-FFF2-40B4-BE49-F238E27FC236}">
                <a16:creationId xmlns:a16="http://schemas.microsoft.com/office/drawing/2014/main" id="{5E795195-4A6F-A974-5321-14E37C7290CE}"/>
              </a:ext>
            </a:extLst>
          </p:cNvPr>
          <p:cNvGrpSpPr/>
          <p:nvPr userDrawn="1"/>
        </p:nvGrpSpPr>
        <p:grpSpPr>
          <a:xfrm>
            <a:off x="12065000" y="0"/>
            <a:ext cx="127000" cy="6858000"/>
            <a:chOff x="12065000" y="0"/>
            <a:chExt cx="127000" cy="6858000"/>
          </a:xfrm>
        </p:grpSpPr>
        <p:sp>
          <p:nvSpPr>
            <p:cNvPr id="28" name="object 14">
              <a:extLst>
                <a:ext uri="{FF2B5EF4-FFF2-40B4-BE49-F238E27FC236}">
                  <a16:creationId xmlns:a16="http://schemas.microsoft.com/office/drawing/2014/main" id="{24FB6F30-0820-7ECB-F7AB-439AF1B244F9}"/>
                </a:ext>
              </a:extLst>
            </p:cNvPr>
            <p:cNvSpPr/>
            <p:nvPr/>
          </p:nvSpPr>
          <p:spPr>
            <a:xfrm>
              <a:off x="12065000" y="0"/>
              <a:ext cx="127000" cy="5143500"/>
            </a:xfrm>
            <a:custGeom>
              <a:avLst/>
              <a:gdLst/>
              <a:ahLst/>
              <a:cxnLst/>
              <a:rect l="l" t="t" r="r" b="b"/>
              <a:pathLst>
                <a:path w="127000" h="5143500">
                  <a:moveTo>
                    <a:pt x="0" y="5143500"/>
                  </a:moveTo>
                  <a:lnTo>
                    <a:pt x="127000" y="5143500"/>
                  </a:lnTo>
                  <a:lnTo>
                    <a:pt x="127000" y="0"/>
                  </a:lnTo>
                  <a:lnTo>
                    <a:pt x="0" y="0"/>
                  </a:lnTo>
                  <a:lnTo>
                    <a:pt x="0" y="5143500"/>
                  </a:lnTo>
                  <a:close/>
                </a:path>
              </a:pathLst>
            </a:custGeom>
            <a:solidFill>
              <a:schemeClr val="tx2"/>
            </a:solidFill>
          </p:spPr>
          <p:txBody>
            <a:bodyPr wrap="square" lIns="0" tIns="0" rIns="0" bIns="0" rtlCol="0"/>
            <a:lstStyle/>
            <a:p>
              <a:endParaRPr/>
            </a:p>
          </p:txBody>
        </p:sp>
        <p:sp>
          <p:nvSpPr>
            <p:cNvPr id="29" name="object 15">
              <a:extLst>
                <a:ext uri="{FF2B5EF4-FFF2-40B4-BE49-F238E27FC236}">
                  <a16:creationId xmlns:a16="http://schemas.microsoft.com/office/drawing/2014/main" id="{12E8EBC4-C3BB-6A67-8DDE-DFB2DE0799E7}"/>
                </a:ext>
              </a:extLst>
            </p:cNvPr>
            <p:cNvSpPr/>
            <p:nvPr/>
          </p:nvSpPr>
          <p:spPr>
            <a:xfrm>
              <a:off x="12065000" y="5143500"/>
              <a:ext cx="127000" cy="1714500"/>
            </a:xfrm>
            <a:custGeom>
              <a:avLst/>
              <a:gdLst/>
              <a:ahLst/>
              <a:cxnLst/>
              <a:rect l="l" t="t" r="r" b="b"/>
              <a:pathLst>
                <a:path w="127000" h="1714500">
                  <a:moveTo>
                    <a:pt x="127000" y="0"/>
                  </a:moveTo>
                  <a:lnTo>
                    <a:pt x="0" y="0"/>
                  </a:lnTo>
                  <a:lnTo>
                    <a:pt x="0" y="1714500"/>
                  </a:lnTo>
                  <a:lnTo>
                    <a:pt x="127000" y="1714500"/>
                  </a:lnTo>
                  <a:lnTo>
                    <a:pt x="127000" y="0"/>
                  </a:lnTo>
                  <a:close/>
                </a:path>
              </a:pathLst>
            </a:custGeom>
            <a:solidFill>
              <a:schemeClr val="bg2"/>
            </a:solidFill>
          </p:spPr>
          <p:txBody>
            <a:bodyPr wrap="square" lIns="0" tIns="0" rIns="0" bIns="0" rtlCol="0"/>
            <a:lstStyle/>
            <a:p>
              <a:endParaRPr/>
            </a:p>
          </p:txBody>
        </p:sp>
      </p:grpSp>
      <p:sp>
        <p:nvSpPr>
          <p:cNvPr id="30" name="object 27">
            <a:extLst>
              <a:ext uri="{FF2B5EF4-FFF2-40B4-BE49-F238E27FC236}">
                <a16:creationId xmlns:a16="http://schemas.microsoft.com/office/drawing/2014/main" id="{74B618F5-35A8-B626-D9C3-8E129603EA26}"/>
              </a:ext>
            </a:extLst>
          </p:cNvPr>
          <p:cNvSpPr txBox="1"/>
          <p:nvPr userDrawn="1"/>
        </p:nvSpPr>
        <p:spPr>
          <a:xfrm>
            <a:off x="1283625" y="6509295"/>
            <a:ext cx="2540000" cy="166712"/>
          </a:xfrm>
          <a:prstGeom prst="rect">
            <a:avLst/>
          </a:prstGeom>
        </p:spPr>
        <p:txBody>
          <a:bodyPr vert="horz" wrap="square" lIns="0" tIns="12700" rIns="0" bIns="0" rtlCol="0">
            <a:spAutoFit/>
          </a:bodyPr>
          <a:lstStyle/>
          <a:p>
            <a:pPr marL="12700">
              <a:lnSpc>
                <a:spcPct val="100000"/>
              </a:lnSpc>
              <a:spcBef>
                <a:spcPts val="100"/>
              </a:spcBef>
            </a:pPr>
            <a:r>
              <a:rPr lang="en" sz="1000" b="1" i="0" spc="-5">
                <a:solidFill>
                  <a:schemeClr val="bg1"/>
                </a:solidFill>
                <a:latin typeface="+mj-ea"/>
                <a:ea typeface="+mj-ea"/>
                <a:cs typeface="Arial"/>
              </a:rPr>
              <a:t>NSW Inc. </a:t>
            </a:r>
            <a:r>
              <a:rPr lang="en" sz="1000" b="0" i="0" spc="-5">
                <a:solidFill>
                  <a:schemeClr val="bg1"/>
                </a:solidFill>
                <a:latin typeface="+mj-ea"/>
                <a:ea typeface="+mj-ea"/>
                <a:cs typeface="Arial"/>
              </a:rPr>
              <a:t>| Confidential and Proprietary</a:t>
            </a:r>
            <a:endParaRPr sz="1000" b="0" i="0">
              <a:solidFill>
                <a:schemeClr val="bg1"/>
              </a:solidFill>
              <a:latin typeface="+mj-ea"/>
              <a:ea typeface="+mj-ea"/>
              <a:cs typeface="Arial"/>
            </a:endParaRPr>
          </a:p>
        </p:txBody>
      </p:sp>
      <p:pic>
        <p:nvPicPr>
          <p:cNvPr id="31" name="図 30">
            <a:extLst>
              <a:ext uri="{FF2B5EF4-FFF2-40B4-BE49-F238E27FC236}">
                <a16:creationId xmlns:a16="http://schemas.microsoft.com/office/drawing/2014/main" id="{931348AD-3046-781A-70CF-46C6C49C5A1E}"/>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326390" y="6412407"/>
            <a:ext cx="772896" cy="256028"/>
          </a:xfrm>
          <a:prstGeom prst="rect">
            <a:avLst/>
          </a:prstGeom>
        </p:spPr>
      </p:pic>
      <p:sp>
        <p:nvSpPr>
          <p:cNvPr id="32" name="コンテンツ プレースホルダー 2">
            <a:extLst>
              <a:ext uri="{FF2B5EF4-FFF2-40B4-BE49-F238E27FC236}">
                <a16:creationId xmlns:a16="http://schemas.microsoft.com/office/drawing/2014/main" id="{476AB7F6-0F2D-EC72-A6A1-AD99288504B0}"/>
              </a:ext>
            </a:extLst>
          </p:cNvPr>
          <p:cNvSpPr>
            <a:spLocks noGrp="1"/>
          </p:cNvSpPr>
          <p:nvPr>
            <p:ph sz="half" idx="1" hasCustomPrompt="1"/>
          </p:nvPr>
        </p:nvSpPr>
        <p:spPr>
          <a:xfrm>
            <a:off x="337038" y="1274764"/>
            <a:ext cx="11520000" cy="396000"/>
          </a:xfrm>
          <a:prstGeom prst="rect">
            <a:avLst/>
          </a:prstGeom>
        </p:spPr>
        <p:txBody>
          <a:bodyPr lIns="0" tIns="36000" rIns="0" bIns="36000"/>
          <a:lstStyle>
            <a:lvl1pPr marL="360000" indent="-360000">
              <a:lnSpc>
                <a:spcPct val="120000"/>
              </a:lnSpc>
              <a:spcBef>
                <a:spcPts val="0"/>
              </a:spcBef>
              <a:spcAft>
                <a:spcPts val="0"/>
              </a:spcAft>
              <a:buClr>
                <a:schemeClr val="bg2"/>
              </a:buClr>
              <a:buSzPct val="100000"/>
              <a:buFont typeface="Wingdings" panose="05000000000000000000" pitchFamily="2" charset="2"/>
              <a:buChar char="l"/>
              <a:defRPr sz="2500" b="0">
                <a:solidFill>
                  <a:schemeClr val="bg1"/>
                </a:solidFill>
                <a:latin typeface="+mj-lt"/>
                <a:ea typeface="+mn-ea"/>
              </a:defRPr>
            </a:lvl1pPr>
            <a:lvl2pPr marL="702900" indent="-342900">
              <a:lnSpc>
                <a:spcPct val="120000"/>
              </a:lnSpc>
              <a:buClr>
                <a:schemeClr val="bg2"/>
              </a:buClr>
              <a:buFont typeface="Arial" panose="020B0604020202020204" pitchFamily="34" charset="0"/>
              <a:buChar char="•"/>
              <a:defRPr sz="2500" b="0">
                <a:solidFill>
                  <a:schemeClr val="bg1"/>
                </a:solidFill>
                <a:latin typeface="+mj-lt"/>
                <a:ea typeface="+mn-ea"/>
              </a:defRPr>
            </a:lvl2pPr>
            <a:lvl3pPr marL="1062900" indent="-342900">
              <a:lnSpc>
                <a:spcPct val="120000"/>
              </a:lnSpc>
              <a:spcBef>
                <a:spcPts val="0"/>
              </a:spcBef>
              <a:buClr>
                <a:schemeClr val="bg2"/>
              </a:buClr>
              <a:buFont typeface="Arial" panose="020B0604020202020204" pitchFamily="34" charset="0"/>
              <a:buChar char="•"/>
              <a:defRPr sz="2500" b="0">
                <a:solidFill>
                  <a:schemeClr val="bg1"/>
                </a:solidFill>
                <a:latin typeface="+mj-lt"/>
                <a:ea typeface="+mn-ea"/>
              </a:defRPr>
            </a:lvl3pPr>
            <a:lvl4pPr marL="1422900" indent="-342900">
              <a:lnSpc>
                <a:spcPct val="120000"/>
              </a:lnSpc>
              <a:spcBef>
                <a:spcPts val="0"/>
              </a:spcBef>
              <a:buClr>
                <a:schemeClr val="bg2"/>
              </a:buClr>
              <a:buFont typeface="Arial" panose="020B0604020202020204" pitchFamily="34" charset="0"/>
              <a:buChar char="•"/>
              <a:defRPr sz="2500" b="0">
                <a:solidFill>
                  <a:schemeClr val="bg1"/>
                </a:solidFill>
                <a:latin typeface="+mj-lt"/>
                <a:ea typeface="+mn-ea"/>
              </a:defRPr>
            </a:lvl4pPr>
            <a:lvl5pPr marL="1782900" indent="-342900">
              <a:lnSpc>
                <a:spcPct val="120000"/>
              </a:lnSpc>
              <a:spcBef>
                <a:spcPts val="0"/>
              </a:spcBef>
              <a:buClr>
                <a:schemeClr val="bg2"/>
              </a:buClr>
              <a:buFont typeface="Arial" panose="020B0604020202020204" pitchFamily="34" charset="0"/>
              <a:buChar char="•"/>
              <a:defRPr sz="2500" b="0">
                <a:solidFill>
                  <a:schemeClr val="bg1"/>
                </a:solidFill>
                <a:latin typeface="+mj-lt"/>
                <a:ea typeface="+mn-ea"/>
              </a:defRPr>
            </a:lvl5pPr>
            <a:lvl6pPr marL="2338179" indent="0">
              <a:buClrTx/>
              <a:buFont typeface="Arial" panose="020B0604020202020204" pitchFamily="34" charset="0"/>
              <a:buNone/>
              <a:defRPr sz="2400">
                <a:solidFill>
                  <a:schemeClr val="bg2"/>
                </a:solidFill>
                <a:latin typeface="+mn-ea"/>
                <a:ea typeface="+mn-ea"/>
              </a:defRPr>
            </a:lvl6pPr>
            <a:lvl7pPr marL="2805815" indent="0">
              <a:buClrTx/>
              <a:buFont typeface="Arial" panose="020B0604020202020204" pitchFamily="34" charset="0"/>
              <a:buNone/>
              <a:defRPr sz="2400">
                <a:solidFill>
                  <a:schemeClr val="bg2"/>
                </a:solidFill>
                <a:latin typeface="+mn-ea"/>
                <a:ea typeface="+mn-ea"/>
              </a:defRPr>
            </a:lvl7pPr>
            <a:lvl8pPr>
              <a:defRPr sz="1841"/>
            </a:lvl8pPr>
            <a:lvl9pPr>
              <a:defRPr sz="1841"/>
            </a:lvl9pPr>
          </a:lstStyle>
          <a:p>
            <a:pPr lvl="0"/>
            <a:r>
              <a:rPr lang="ja-JP" altLang="en-US"/>
              <a:t>テキスト（リスト：箇条書き）</a:t>
            </a:r>
            <a:endParaRPr lang="en-US" altLang="ja-JP"/>
          </a:p>
          <a:p>
            <a:pPr lvl="1"/>
            <a:r>
              <a:rPr lang="ja-JP" altLang="en-US"/>
              <a:t>テキスト</a:t>
            </a:r>
            <a:endParaRPr lang="en-US" altLang="ja-JP"/>
          </a:p>
          <a:p>
            <a:pPr lvl="2"/>
            <a:r>
              <a:rPr lang="ja-JP" altLang="en-US"/>
              <a:t>テキスト</a:t>
            </a:r>
            <a:endParaRPr lang="en-US" altLang="ja-JP"/>
          </a:p>
          <a:p>
            <a:pPr lvl="3"/>
            <a:r>
              <a:rPr lang="ja-JP" altLang="en-US"/>
              <a:t>テキスト</a:t>
            </a:r>
            <a:endParaRPr lang="en-US" altLang="ja-JP"/>
          </a:p>
          <a:p>
            <a:pPr lvl="4"/>
            <a:r>
              <a:rPr lang="ja-JP" altLang="en-US"/>
              <a:t>テキスト</a:t>
            </a:r>
            <a:endParaRPr lang="en-US" altLang="ja-JP"/>
          </a:p>
        </p:txBody>
      </p:sp>
    </p:spTree>
    <p:extLst>
      <p:ext uri="{BB962C8B-B14F-4D97-AF65-F5344CB8AC3E}">
        <p14:creationId xmlns:p14="http://schemas.microsoft.com/office/powerpoint/2010/main" val="2704595250"/>
      </p:ext>
    </p:extLst>
  </p:cSld>
  <p:clrMapOvr>
    <a:masterClrMapping/>
  </p:clrMapOvr>
  <p:extLst>
    <p:ext uri="{DCECCB84-F9BA-43D5-87BE-67443E8EF086}">
      <p15:sldGuideLst xmlns:p15="http://schemas.microsoft.com/office/powerpoint/2012/main">
        <p15:guide id="1" orient="horz" pos="3884">
          <p15:clr>
            <a:srgbClr val="FBAE40"/>
          </p15:clr>
        </p15:guide>
        <p15:guide id="3" orient="horz" pos="142">
          <p15:clr>
            <a:srgbClr val="FBAE40"/>
          </p15:clr>
        </p15:guide>
        <p15:guide id="4" pos="211">
          <p15:clr>
            <a:srgbClr val="FBAE40"/>
          </p15:clr>
        </p15:guide>
        <p15:guide id="5" pos="7469">
          <p15:clr>
            <a:srgbClr val="FBAE40"/>
          </p15:clr>
        </p15:guide>
        <p15:guide id="6" orient="horz" pos="527">
          <p15:clr>
            <a:srgbClr val="FBAE40"/>
          </p15:clr>
        </p15:guide>
        <p15:guide id="7" pos="3704">
          <p15:clr>
            <a:srgbClr val="FBAE40"/>
          </p15:clr>
        </p15:guide>
        <p15:guide id="8" pos="3976">
          <p15:clr>
            <a:srgbClr val="FBAE40"/>
          </p15:clr>
        </p15:guide>
        <p15:guide id="9" orient="horz" pos="216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NEGA＿D">
    <p:spTree>
      <p:nvGrpSpPr>
        <p:cNvPr id="1" name=""/>
        <p:cNvGrpSpPr/>
        <p:nvPr/>
      </p:nvGrpSpPr>
      <p:grpSpPr>
        <a:xfrm>
          <a:off x="0" y="0"/>
          <a:ext cx="0" cy="0"/>
          <a:chOff x="0" y="0"/>
          <a:chExt cx="0" cy="0"/>
        </a:xfrm>
      </p:grpSpPr>
      <p:pic>
        <p:nvPicPr>
          <p:cNvPr id="12" name="図 11" descr="屋外, ブルー, 記号, ストリート が含まれている画像&#10;&#10;自動的に生成された説明">
            <a:extLst>
              <a:ext uri="{FF2B5EF4-FFF2-40B4-BE49-F238E27FC236}">
                <a16:creationId xmlns:a16="http://schemas.microsoft.com/office/drawing/2014/main" id="{05BCDAC0-156B-3C29-2C80-A4A070206499}"/>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6350" y="0"/>
            <a:ext cx="12179300" cy="6858000"/>
          </a:xfrm>
          <a:prstGeom prst="rect">
            <a:avLst/>
          </a:prstGeom>
        </p:spPr>
      </p:pic>
      <p:sp>
        <p:nvSpPr>
          <p:cNvPr id="13" name="Holder 2">
            <a:extLst>
              <a:ext uri="{FF2B5EF4-FFF2-40B4-BE49-F238E27FC236}">
                <a16:creationId xmlns:a16="http://schemas.microsoft.com/office/drawing/2014/main" id="{B02E0F7B-2347-82AF-A45B-D1C76034B101}"/>
              </a:ext>
            </a:extLst>
          </p:cNvPr>
          <p:cNvSpPr>
            <a:spLocks noGrp="1"/>
          </p:cNvSpPr>
          <p:nvPr>
            <p:ph type="title"/>
          </p:nvPr>
        </p:nvSpPr>
        <p:spPr>
          <a:xfrm>
            <a:off x="1019175" y="234190"/>
            <a:ext cx="10153650" cy="604519"/>
          </a:xfrm>
          <a:prstGeom prst="rect">
            <a:avLst/>
          </a:prstGeom>
        </p:spPr>
        <p:txBody>
          <a:bodyPr lIns="0" tIns="0" rIns="0" bIns="0"/>
          <a:lstStyle>
            <a:lvl1pPr>
              <a:defRPr sz="3800" b="0" i="0" spc="-70" baseline="0">
                <a:solidFill>
                  <a:schemeClr val="bg1"/>
                </a:solidFill>
                <a:latin typeface="+mj-ea"/>
                <a:ea typeface="+mj-ea"/>
                <a:cs typeface="游ゴシック" panose="020B0400000000000000" pitchFamily="50" charset="-128"/>
              </a:defRPr>
            </a:lvl1pPr>
          </a:lstStyle>
          <a:p>
            <a:endParaRPr/>
          </a:p>
        </p:txBody>
      </p:sp>
      <p:sp>
        <p:nvSpPr>
          <p:cNvPr id="14" name="Holder 6">
            <a:extLst>
              <a:ext uri="{FF2B5EF4-FFF2-40B4-BE49-F238E27FC236}">
                <a16:creationId xmlns:a16="http://schemas.microsoft.com/office/drawing/2014/main" id="{4CC791E3-3384-0FEE-EFF5-C44DAAB31C98}"/>
              </a:ext>
            </a:extLst>
          </p:cNvPr>
          <p:cNvSpPr>
            <a:spLocks noGrp="1"/>
          </p:cNvSpPr>
          <p:nvPr>
            <p:ph type="sldNum" sz="quarter" idx="7"/>
          </p:nvPr>
        </p:nvSpPr>
        <p:spPr>
          <a:xfrm>
            <a:off x="11521440" y="6518701"/>
            <a:ext cx="375920" cy="150246"/>
          </a:xfrm>
          <a:prstGeom prst="rect">
            <a:avLst/>
          </a:prstGeom>
        </p:spPr>
        <p:txBody>
          <a:bodyPr lIns="0" tIns="0" rIns="0" bIns="0"/>
          <a:lstStyle>
            <a:lvl1pPr algn="r">
              <a:defRPr sz="1200" b="0" i="0">
                <a:solidFill>
                  <a:schemeClr val="bg1"/>
                </a:solidFill>
                <a:latin typeface="+mn-ea"/>
                <a:ea typeface="+mn-ea"/>
              </a:defRPr>
            </a:lvl1pPr>
          </a:lstStyle>
          <a:p>
            <a:fld id="{B6F15528-21DE-4FAA-801E-634DDDAF4B2B}" type="slidenum">
              <a:rPr lang="en-US" altLang="ja-JP" smtClean="0"/>
              <a:pPr/>
              <a:t>‹#›</a:t>
            </a:fld>
            <a:endParaRPr lang="en-US" altLang="ja-JP"/>
          </a:p>
        </p:txBody>
      </p:sp>
      <p:sp>
        <p:nvSpPr>
          <p:cNvPr id="15" name="object 10">
            <a:extLst>
              <a:ext uri="{FF2B5EF4-FFF2-40B4-BE49-F238E27FC236}">
                <a16:creationId xmlns:a16="http://schemas.microsoft.com/office/drawing/2014/main" id="{2919B34E-65F7-8476-364A-ED2B04D84A3E}"/>
              </a:ext>
            </a:extLst>
          </p:cNvPr>
          <p:cNvSpPr/>
          <p:nvPr userDrawn="1"/>
        </p:nvSpPr>
        <p:spPr>
          <a:xfrm>
            <a:off x="127000" y="325499"/>
            <a:ext cx="190500" cy="706755"/>
          </a:xfrm>
          <a:custGeom>
            <a:avLst/>
            <a:gdLst/>
            <a:ahLst/>
            <a:cxnLst/>
            <a:rect l="l" t="t" r="r" b="b"/>
            <a:pathLst>
              <a:path w="190500" h="706755">
                <a:moveTo>
                  <a:pt x="190500" y="0"/>
                </a:moveTo>
                <a:lnTo>
                  <a:pt x="0" y="0"/>
                </a:lnTo>
                <a:lnTo>
                  <a:pt x="0" y="706501"/>
                </a:lnTo>
                <a:lnTo>
                  <a:pt x="190500" y="516000"/>
                </a:lnTo>
                <a:lnTo>
                  <a:pt x="190500" y="0"/>
                </a:lnTo>
                <a:close/>
              </a:path>
            </a:pathLst>
          </a:custGeom>
          <a:solidFill>
            <a:schemeClr val="bg2"/>
          </a:solidFill>
        </p:spPr>
        <p:txBody>
          <a:bodyPr wrap="square" lIns="0" tIns="0" rIns="0" bIns="0" rtlCol="0"/>
          <a:lstStyle/>
          <a:p>
            <a:endParaRPr/>
          </a:p>
        </p:txBody>
      </p:sp>
      <p:sp>
        <p:nvSpPr>
          <p:cNvPr id="16" name="object 11">
            <a:extLst>
              <a:ext uri="{FF2B5EF4-FFF2-40B4-BE49-F238E27FC236}">
                <a16:creationId xmlns:a16="http://schemas.microsoft.com/office/drawing/2014/main" id="{5C733E59-90C2-DB22-62E5-38027B3195A6}"/>
              </a:ext>
            </a:extLst>
          </p:cNvPr>
          <p:cNvSpPr/>
          <p:nvPr userDrawn="1"/>
        </p:nvSpPr>
        <p:spPr>
          <a:xfrm>
            <a:off x="0" y="0"/>
            <a:ext cx="317500" cy="6858000"/>
          </a:xfrm>
          <a:custGeom>
            <a:avLst/>
            <a:gdLst/>
            <a:ahLst/>
            <a:cxnLst/>
            <a:rect l="l" t="t" r="r" b="b"/>
            <a:pathLst>
              <a:path w="317500" h="6858000">
                <a:moveTo>
                  <a:pt x="317500" y="0"/>
                </a:moveTo>
                <a:lnTo>
                  <a:pt x="0" y="0"/>
                </a:lnTo>
                <a:lnTo>
                  <a:pt x="0" y="6858000"/>
                </a:lnTo>
                <a:lnTo>
                  <a:pt x="127000" y="6858000"/>
                </a:lnTo>
                <a:lnTo>
                  <a:pt x="127000" y="897001"/>
                </a:lnTo>
                <a:lnTo>
                  <a:pt x="317500" y="706501"/>
                </a:lnTo>
                <a:lnTo>
                  <a:pt x="317500" y="0"/>
                </a:lnTo>
                <a:close/>
              </a:path>
            </a:pathLst>
          </a:custGeom>
          <a:solidFill>
            <a:schemeClr val="tx2"/>
          </a:solidFill>
        </p:spPr>
        <p:txBody>
          <a:bodyPr wrap="square" lIns="0" tIns="0" rIns="0" bIns="0" rtlCol="0"/>
          <a:lstStyle/>
          <a:p>
            <a:endParaRPr/>
          </a:p>
        </p:txBody>
      </p:sp>
      <p:grpSp>
        <p:nvGrpSpPr>
          <p:cNvPr id="17" name="object 13">
            <a:extLst>
              <a:ext uri="{FF2B5EF4-FFF2-40B4-BE49-F238E27FC236}">
                <a16:creationId xmlns:a16="http://schemas.microsoft.com/office/drawing/2014/main" id="{689E0402-439A-4B21-D536-6179D396FEE6}"/>
              </a:ext>
            </a:extLst>
          </p:cNvPr>
          <p:cNvGrpSpPr/>
          <p:nvPr userDrawn="1"/>
        </p:nvGrpSpPr>
        <p:grpSpPr>
          <a:xfrm>
            <a:off x="12065000" y="0"/>
            <a:ext cx="127000" cy="6858000"/>
            <a:chOff x="12065000" y="0"/>
            <a:chExt cx="127000" cy="6858000"/>
          </a:xfrm>
        </p:grpSpPr>
        <p:sp>
          <p:nvSpPr>
            <p:cNvPr id="18" name="object 14">
              <a:extLst>
                <a:ext uri="{FF2B5EF4-FFF2-40B4-BE49-F238E27FC236}">
                  <a16:creationId xmlns:a16="http://schemas.microsoft.com/office/drawing/2014/main" id="{47736463-9581-FA9D-1C36-2BC6FE042BD3}"/>
                </a:ext>
              </a:extLst>
            </p:cNvPr>
            <p:cNvSpPr/>
            <p:nvPr/>
          </p:nvSpPr>
          <p:spPr>
            <a:xfrm>
              <a:off x="12065000" y="0"/>
              <a:ext cx="127000" cy="5143500"/>
            </a:xfrm>
            <a:custGeom>
              <a:avLst/>
              <a:gdLst/>
              <a:ahLst/>
              <a:cxnLst/>
              <a:rect l="l" t="t" r="r" b="b"/>
              <a:pathLst>
                <a:path w="127000" h="5143500">
                  <a:moveTo>
                    <a:pt x="0" y="5143500"/>
                  </a:moveTo>
                  <a:lnTo>
                    <a:pt x="127000" y="5143500"/>
                  </a:lnTo>
                  <a:lnTo>
                    <a:pt x="127000" y="0"/>
                  </a:lnTo>
                  <a:lnTo>
                    <a:pt x="0" y="0"/>
                  </a:lnTo>
                  <a:lnTo>
                    <a:pt x="0" y="5143500"/>
                  </a:lnTo>
                  <a:close/>
                </a:path>
              </a:pathLst>
            </a:custGeom>
            <a:solidFill>
              <a:schemeClr val="tx2"/>
            </a:solidFill>
          </p:spPr>
          <p:txBody>
            <a:bodyPr wrap="square" lIns="0" tIns="0" rIns="0" bIns="0" rtlCol="0"/>
            <a:lstStyle/>
            <a:p>
              <a:endParaRPr/>
            </a:p>
          </p:txBody>
        </p:sp>
        <p:sp>
          <p:nvSpPr>
            <p:cNvPr id="19" name="object 15">
              <a:extLst>
                <a:ext uri="{FF2B5EF4-FFF2-40B4-BE49-F238E27FC236}">
                  <a16:creationId xmlns:a16="http://schemas.microsoft.com/office/drawing/2014/main" id="{03A6621A-F391-623D-0222-265E765B1FD7}"/>
                </a:ext>
              </a:extLst>
            </p:cNvPr>
            <p:cNvSpPr/>
            <p:nvPr/>
          </p:nvSpPr>
          <p:spPr>
            <a:xfrm>
              <a:off x="12065000" y="5143500"/>
              <a:ext cx="127000" cy="1714500"/>
            </a:xfrm>
            <a:custGeom>
              <a:avLst/>
              <a:gdLst/>
              <a:ahLst/>
              <a:cxnLst/>
              <a:rect l="l" t="t" r="r" b="b"/>
              <a:pathLst>
                <a:path w="127000" h="1714500">
                  <a:moveTo>
                    <a:pt x="127000" y="0"/>
                  </a:moveTo>
                  <a:lnTo>
                    <a:pt x="0" y="0"/>
                  </a:lnTo>
                  <a:lnTo>
                    <a:pt x="0" y="1714500"/>
                  </a:lnTo>
                  <a:lnTo>
                    <a:pt x="127000" y="1714500"/>
                  </a:lnTo>
                  <a:lnTo>
                    <a:pt x="127000" y="0"/>
                  </a:lnTo>
                  <a:close/>
                </a:path>
              </a:pathLst>
            </a:custGeom>
            <a:solidFill>
              <a:schemeClr val="bg2"/>
            </a:solidFill>
          </p:spPr>
          <p:txBody>
            <a:bodyPr wrap="square" lIns="0" tIns="0" rIns="0" bIns="0" rtlCol="0"/>
            <a:lstStyle/>
            <a:p>
              <a:endParaRPr/>
            </a:p>
          </p:txBody>
        </p:sp>
      </p:grpSp>
      <p:sp>
        <p:nvSpPr>
          <p:cNvPr id="20" name="object 27">
            <a:extLst>
              <a:ext uri="{FF2B5EF4-FFF2-40B4-BE49-F238E27FC236}">
                <a16:creationId xmlns:a16="http://schemas.microsoft.com/office/drawing/2014/main" id="{04B74220-BD42-0634-E8B8-CE9262E3BC69}"/>
              </a:ext>
            </a:extLst>
          </p:cNvPr>
          <p:cNvSpPr txBox="1"/>
          <p:nvPr userDrawn="1"/>
        </p:nvSpPr>
        <p:spPr>
          <a:xfrm>
            <a:off x="1283625" y="6509295"/>
            <a:ext cx="2540000" cy="166712"/>
          </a:xfrm>
          <a:prstGeom prst="rect">
            <a:avLst/>
          </a:prstGeom>
        </p:spPr>
        <p:txBody>
          <a:bodyPr vert="horz" wrap="square" lIns="0" tIns="12700" rIns="0" bIns="0" rtlCol="0">
            <a:spAutoFit/>
          </a:bodyPr>
          <a:lstStyle/>
          <a:p>
            <a:pPr marL="12700">
              <a:lnSpc>
                <a:spcPct val="100000"/>
              </a:lnSpc>
              <a:spcBef>
                <a:spcPts val="100"/>
              </a:spcBef>
            </a:pPr>
            <a:r>
              <a:rPr lang="en" sz="1000" b="1" i="0" spc="-5">
                <a:solidFill>
                  <a:schemeClr val="bg1"/>
                </a:solidFill>
                <a:latin typeface="+mj-ea"/>
                <a:ea typeface="+mj-ea"/>
                <a:cs typeface="Arial"/>
              </a:rPr>
              <a:t>NSW Inc. </a:t>
            </a:r>
            <a:r>
              <a:rPr lang="en" sz="1000" b="0" i="0" spc="-5">
                <a:solidFill>
                  <a:schemeClr val="bg1"/>
                </a:solidFill>
                <a:latin typeface="+mj-ea"/>
                <a:ea typeface="+mj-ea"/>
                <a:cs typeface="Arial"/>
              </a:rPr>
              <a:t>| Confidential and Proprietary</a:t>
            </a:r>
            <a:endParaRPr sz="1000" b="0" i="0">
              <a:solidFill>
                <a:schemeClr val="bg1"/>
              </a:solidFill>
              <a:latin typeface="+mj-ea"/>
              <a:ea typeface="+mj-ea"/>
              <a:cs typeface="Arial"/>
            </a:endParaRPr>
          </a:p>
        </p:txBody>
      </p:sp>
      <p:pic>
        <p:nvPicPr>
          <p:cNvPr id="21" name="図 20">
            <a:extLst>
              <a:ext uri="{FF2B5EF4-FFF2-40B4-BE49-F238E27FC236}">
                <a16:creationId xmlns:a16="http://schemas.microsoft.com/office/drawing/2014/main" id="{B1EF6D4C-1F3A-DD91-04C2-20761C1ADA9E}"/>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326390" y="6412407"/>
            <a:ext cx="772896" cy="256028"/>
          </a:xfrm>
          <a:prstGeom prst="rect">
            <a:avLst/>
          </a:prstGeom>
        </p:spPr>
      </p:pic>
      <p:sp>
        <p:nvSpPr>
          <p:cNvPr id="32" name="コンテンツ プレースホルダー 2">
            <a:extLst>
              <a:ext uri="{FF2B5EF4-FFF2-40B4-BE49-F238E27FC236}">
                <a16:creationId xmlns:a16="http://schemas.microsoft.com/office/drawing/2014/main" id="{2C0B1C7E-EFE4-D29C-2AD0-1B80ECC439CD}"/>
              </a:ext>
            </a:extLst>
          </p:cNvPr>
          <p:cNvSpPr>
            <a:spLocks noGrp="1"/>
          </p:cNvSpPr>
          <p:nvPr>
            <p:ph sz="half" idx="1" hasCustomPrompt="1"/>
          </p:nvPr>
        </p:nvSpPr>
        <p:spPr>
          <a:xfrm>
            <a:off x="337038" y="1274764"/>
            <a:ext cx="11520000" cy="396000"/>
          </a:xfrm>
          <a:prstGeom prst="rect">
            <a:avLst/>
          </a:prstGeom>
        </p:spPr>
        <p:txBody>
          <a:bodyPr lIns="0" tIns="36000" rIns="0" bIns="36000"/>
          <a:lstStyle>
            <a:lvl1pPr marL="360000" indent="-360000">
              <a:lnSpc>
                <a:spcPct val="120000"/>
              </a:lnSpc>
              <a:spcBef>
                <a:spcPts val="0"/>
              </a:spcBef>
              <a:spcAft>
                <a:spcPts val="0"/>
              </a:spcAft>
              <a:buClr>
                <a:schemeClr val="bg2"/>
              </a:buClr>
              <a:buSzPct val="100000"/>
              <a:buFont typeface="Wingdings" panose="05000000000000000000" pitchFamily="2" charset="2"/>
              <a:buChar char="l"/>
              <a:defRPr sz="2500" b="0">
                <a:solidFill>
                  <a:schemeClr val="bg1"/>
                </a:solidFill>
                <a:latin typeface="+mj-lt"/>
                <a:ea typeface="+mn-ea"/>
              </a:defRPr>
            </a:lvl1pPr>
            <a:lvl2pPr marL="702900" indent="-342900">
              <a:lnSpc>
                <a:spcPct val="120000"/>
              </a:lnSpc>
              <a:buClr>
                <a:schemeClr val="bg2"/>
              </a:buClr>
              <a:buFont typeface="Arial" panose="020B0604020202020204" pitchFamily="34" charset="0"/>
              <a:buChar char="•"/>
              <a:defRPr sz="2500" b="0">
                <a:solidFill>
                  <a:schemeClr val="bg1"/>
                </a:solidFill>
                <a:latin typeface="+mj-lt"/>
                <a:ea typeface="+mn-ea"/>
              </a:defRPr>
            </a:lvl2pPr>
            <a:lvl3pPr marL="1062900" indent="-342900">
              <a:lnSpc>
                <a:spcPct val="120000"/>
              </a:lnSpc>
              <a:spcBef>
                <a:spcPts val="0"/>
              </a:spcBef>
              <a:buClr>
                <a:schemeClr val="bg2"/>
              </a:buClr>
              <a:buFont typeface="Arial" panose="020B0604020202020204" pitchFamily="34" charset="0"/>
              <a:buChar char="•"/>
              <a:defRPr sz="2500" b="0">
                <a:solidFill>
                  <a:schemeClr val="bg1"/>
                </a:solidFill>
                <a:latin typeface="+mj-lt"/>
                <a:ea typeface="+mn-ea"/>
              </a:defRPr>
            </a:lvl3pPr>
            <a:lvl4pPr marL="1422900" indent="-342900">
              <a:lnSpc>
                <a:spcPct val="120000"/>
              </a:lnSpc>
              <a:spcBef>
                <a:spcPts val="0"/>
              </a:spcBef>
              <a:buClr>
                <a:schemeClr val="bg2"/>
              </a:buClr>
              <a:buFont typeface="Arial" panose="020B0604020202020204" pitchFamily="34" charset="0"/>
              <a:buChar char="•"/>
              <a:defRPr sz="2500" b="0">
                <a:solidFill>
                  <a:schemeClr val="bg1"/>
                </a:solidFill>
                <a:latin typeface="+mj-lt"/>
                <a:ea typeface="+mn-ea"/>
              </a:defRPr>
            </a:lvl4pPr>
            <a:lvl5pPr marL="1782900" indent="-342900">
              <a:lnSpc>
                <a:spcPct val="120000"/>
              </a:lnSpc>
              <a:spcBef>
                <a:spcPts val="0"/>
              </a:spcBef>
              <a:buClr>
                <a:schemeClr val="bg2"/>
              </a:buClr>
              <a:buFont typeface="Arial" panose="020B0604020202020204" pitchFamily="34" charset="0"/>
              <a:buChar char="•"/>
              <a:defRPr sz="2500" b="0">
                <a:solidFill>
                  <a:schemeClr val="bg1"/>
                </a:solidFill>
                <a:latin typeface="+mj-lt"/>
                <a:ea typeface="+mn-ea"/>
              </a:defRPr>
            </a:lvl5pPr>
            <a:lvl6pPr marL="2338179" indent="0">
              <a:buClrTx/>
              <a:buFont typeface="Arial" panose="020B0604020202020204" pitchFamily="34" charset="0"/>
              <a:buNone/>
              <a:defRPr sz="2400">
                <a:solidFill>
                  <a:schemeClr val="bg2"/>
                </a:solidFill>
                <a:latin typeface="+mn-ea"/>
                <a:ea typeface="+mn-ea"/>
              </a:defRPr>
            </a:lvl6pPr>
            <a:lvl7pPr marL="2805815" indent="0">
              <a:buClrTx/>
              <a:buFont typeface="Arial" panose="020B0604020202020204" pitchFamily="34" charset="0"/>
              <a:buNone/>
              <a:defRPr sz="2400">
                <a:solidFill>
                  <a:schemeClr val="bg2"/>
                </a:solidFill>
                <a:latin typeface="+mn-ea"/>
                <a:ea typeface="+mn-ea"/>
              </a:defRPr>
            </a:lvl7pPr>
            <a:lvl8pPr>
              <a:defRPr sz="1841"/>
            </a:lvl8pPr>
            <a:lvl9pPr>
              <a:defRPr sz="1841"/>
            </a:lvl9pPr>
          </a:lstStyle>
          <a:p>
            <a:pPr lvl="0"/>
            <a:r>
              <a:rPr lang="ja-JP" altLang="en-US"/>
              <a:t>テキスト（リスト：箇条書き）</a:t>
            </a:r>
            <a:endParaRPr lang="en-US" altLang="ja-JP"/>
          </a:p>
          <a:p>
            <a:pPr lvl="1"/>
            <a:r>
              <a:rPr lang="ja-JP" altLang="en-US"/>
              <a:t>テキスト</a:t>
            </a:r>
            <a:endParaRPr lang="en-US" altLang="ja-JP"/>
          </a:p>
          <a:p>
            <a:pPr lvl="2"/>
            <a:r>
              <a:rPr lang="ja-JP" altLang="en-US"/>
              <a:t>テキスト</a:t>
            </a:r>
            <a:endParaRPr lang="en-US" altLang="ja-JP"/>
          </a:p>
          <a:p>
            <a:pPr lvl="3"/>
            <a:r>
              <a:rPr lang="ja-JP" altLang="en-US"/>
              <a:t>テキスト</a:t>
            </a:r>
            <a:endParaRPr lang="en-US" altLang="ja-JP"/>
          </a:p>
          <a:p>
            <a:pPr lvl="4"/>
            <a:r>
              <a:rPr lang="ja-JP" altLang="en-US"/>
              <a:t>テキスト</a:t>
            </a:r>
            <a:endParaRPr lang="en-US" altLang="ja-JP"/>
          </a:p>
        </p:txBody>
      </p:sp>
    </p:spTree>
    <p:extLst>
      <p:ext uri="{BB962C8B-B14F-4D97-AF65-F5344CB8AC3E}">
        <p14:creationId xmlns:p14="http://schemas.microsoft.com/office/powerpoint/2010/main" val="3974598966"/>
      </p:ext>
    </p:extLst>
  </p:cSld>
  <p:clrMapOvr>
    <a:masterClrMapping/>
  </p:clrMapOvr>
  <p:extLst>
    <p:ext uri="{DCECCB84-F9BA-43D5-87BE-67443E8EF086}">
      <p15:sldGuideLst xmlns:p15="http://schemas.microsoft.com/office/powerpoint/2012/main">
        <p15:guide id="1" orient="horz" pos="3884">
          <p15:clr>
            <a:srgbClr val="FBAE40"/>
          </p15:clr>
        </p15:guide>
        <p15:guide id="3" orient="horz" pos="142">
          <p15:clr>
            <a:srgbClr val="FBAE40"/>
          </p15:clr>
        </p15:guide>
        <p15:guide id="4" pos="211">
          <p15:clr>
            <a:srgbClr val="FBAE40"/>
          </p15:clr>
        </p15:guide>
        <p15:guide id="5" pos="7469">
          <p15:clr>
            <a:srgbClr val="FBAE40"/>
          </p15:clr>
        </p15:guide>
        <p15:guide id="6" orient="horz" pos="527">
          <p15:clr>
            <a:srgbClr val="FBAE40"/>
          </p15:clr>
        </p15:guide>
        <p15:guide id="7" pos="3704">
          <p15:clr>
            <a:srgbClr val="FBAE40"/>
          </p15:clr>
        </p15:guide>
        <p15:guide id="8" pos="3976">
          <p15:clr>
            <a:srgbClr val="FBAE40"/>
          </p15:clr>
        </p15:guide>
        <p15:guide id="9"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ASIC＋NAGA＿A">
    <p:spTree>
      <p:nvGrpSpPr>
        <p:cNvPr id="1" name=""/>
        <p:cNvGrpSpPr/>
        <p:nvPr/>
      </p:nvGrpSpPr>
      <p:grpSpPr>
        <a:xfrm>
          <a:off x="0" y="0"/>
          <a:ext cx="0" cy="0"/>
          <a:chOff x="0" y="0"/>
          <a:chExt cx="0" cy="0"/>
        </a:xfrm>
      </p:grpSpPr>
      <p:pic>
        <p:nvPicPr>
          <p:cNvPr id="14" name="図 13" descr="背景パターン が含まれている画像&#10;&#10;自動的に生成された説明">
            <a:extLst>
              <a:ext uri="{FF2B5EF4-FFF2-40B4-BE49-F238E27FC236}">
                <a16:creationId xmlns:a16="http://schemas.microsoft.com/office/drawing/2014/main" id="{B1FE428C-1782-24FB-343E-BF4BA7A5466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12" name="Holder 2">
            <a:extLst>
              <a:ext uri="{FF2B5EF4-FFF2-40B4-BE49-F238E27FC236}">
                <a16:creationId xmlns:a16="http://schemas.microsoft.com/office/drawing/2014/main" id="{BCA7EB43-4EB5-3748-ACFE-C4696148CB6A}"/>
              </a:ext>
            </a:extLst>
          </p:cNvPr>
          <p:cNvSpPr>
            <a:spLocks noGrp="1"/>
          </p:cNvSpPr>
          <p:nvPr>
            <p:ph type="title"/>
          </p:nvPr>
        </p:nvSpPr>
        <p:spPr>
          <a:xfrm>
            <a:off x="590308" y="225425"/>
            <a:ext cx="11266729" cy="604519"/>
          </a:xfrm>
          <a:prstGeom prst="rect">
            <a:avLst/>
          </a:prstGeom>
        </p:spPr>
        <p:txBody>
          <a:bodyPr lIns="0" tIns="0" rIns="0" bIns="0"/>
          <a:lstStyle>
            <a:lvl1pPr>
              <a:defRPr sz="3800" b="0" i="0" spc="-70" baseline="0">
                <a:solidFill>
                  <a:schemeClr val="tx2"/>
                </a:solidFill>
                <a:latin typeface="+mj-ea"/>
                <a:ea typeface="+mj-ea"/>
                <a:cs typeface="游ゴシック" panose="020B0400000000000000" pitchFamily="50" charset="-128"/>
              </a:defRPr>
            </a:lvl1pPr>
          </a:lstStyle>
          <a:p>
            <a:endParaRPr/>
          </a:p>
        </p:txBody>
      </p:sp>
      <p:sp>
        <p:nvSpPr>
          <p:cNvPr id="13" name="Holder 6">
            <a:extLst>
              <a:ext uri="{FF2B5EF4-FFF2-40B4-BE49-F238E27FC236}">
                <a16:creationId xmlns:a16="http://schemas.microsoft.com/office/drawing/2014/main" id="{F2D706C3-33A9-5243-B948-806E9E28E951}"/>
              </a:ext>
            </a:extLst>
          </p:cNvPr>
          <p:cNvSpPr>
            <a:spLocks noGrp="1"/>
          </p:cNvSpPr>
          <p:nvPr>
            <p:ph type="sldNum" sz="quarter" idx="7"/>
          </p:nvPr>
        </p:nvSpPr>
        <p:spPr>
          <a:xfrm>
            <a:off x="11521440" y="6518701"/>
            <a:ext cx="375920" cy="150246"/>
          </a:xfrm>
          <a:prstGeom prst="rect">
            <a:avLst/>
          </a:prstGeom>
        </p:spPr>
        <p:txBody>
          <a:bodyPr lIns="0" tIns="0" rIns="0" bIns="0"/>
          <a:lstStyle>
            <a:lvl1pPr algn="r">
              <a:defRPr sz="1200" b="0" i="0">
                <a:solidFill>
                  <a:schemeClr val="bg1"/>
                </a:solidFill>
                <a:latin typeface="+mn-ea"/>
                <a:ea typeface="+mn-ea"/>
              </a:defRPr>
            </a:lvl1pPr>
          </a:lstStyle>
          <a:p>
            <a:fld id="{B6F15528-21DE-4FAA-801E-634DDDAF4B2B}" type="slidenum">
              <a:rPr lang="en-US" altLang="ja-JP" smtClean="0"/>
              <a:pPr/>
              <a:t>‹#›</a:t>
            </a:fld>
            <a:endParaRPr lang="en-US" altLang="ja-JP"/>
          </a:p>
        </p:txBody>
      </p:sp>
      <p:sp>
        <p:nvSpPr>
          <p:cNvPr id="16" name="object 10">
            <a:extLst>
              <a:ext uri="{FF2B5EF4-FFF2-40B4-BE49-F238E27FC236}">
                <a16:creationId xmlns:a16="http://schemas.microsoft.com/office/drawing/2014/main" id="{C606A044-4610-7C43-8D37-13180508D5CA}"/>
              </a:ext>
            </a:extLst>
          </p:cNvPr>
          <p:cNvSpPr/>
          <p:nvPr/>
        </p:nvSpPr>
        <p:spPr>
          <a:xfrm>
            <a:off x="127000" y="325499"/>
            <a:ext cx="190500" cy="706755"/>
          </a:xfrm>
          <a:custGeom>
            <a:avLst/>
            <a:gdLst/>
            <a:ahLst/>
            <a:cxnLst/>
            <a:rect l="l" t="t" r="r" b="b"/>
            <a:pathLst>
              <a:path w="190500" h="706755">
                <a:moveTo>
                  <a:pt x="190500" y="0"/>
                </a:moveTo>
                <a:lnTo>
                  <a:pt x="0" y="0"/>
                </a:lnTo>
                <a:lnTo>
                  <a:pt x="0" y="706501"/>
                </a:lnTo>
                <a:lnTo>
                  <a:pt x="190500" y="516000"/>
                </a:lnTo>
                <a:lnTo>
                  <a:pt x="190500" y="0"/>
                </a:lnTo>
                <a:close/>
              </a:path>
            </a:pathLst>
          </a:custGeom>
          <a:solidFill>
            <a:schemeClr val="bg2"/>
          </a:solidFill>
        </p:spPr>
        <p:txBody>
          <a:bodyPr wrap="square" lIns="0" tIns="0" rIns="0" bIns="0" rtlCol="0"/>
          <a:lstStyle/>
          <a:p>
            <a:endParaRPr/>
          </a:p>
        </p:txBody>
      </p:sp>
      <p:sp>
        <p:nvSpPr>
          <p:cNvPr id="17" name="object 11">
            <a:extLst>
              <a:ext uri="{FF2B5EF4-FFF2-40B4-BE49-F238E27FC236}">
                <a16:creationId xmlns:a16="http://schemas.microsoft.com/office/drawing/2014/main" id="{BA922A8D-7A60-6446-AE73-13BDFB0ADE71}"/>
              </a:ext>
            </a:extLst>
          </p:cNvPr>
          <p:cNvSpPr/>
          <p:nvPr/>
        </p:nvSpPr>
        <p:spPr>
          <a:xfrm>
            <a:off x="0" y="0"/>
            <a:ext cx="317500" cy="6858000"/>
          </a:xfrm>
          <a:custGeom>
            <a:avLst/>
            <a:gdLst/>
            <a:ahLst/>
            <a:cxnLst/>
            <a:rect l="l" t="t" r="r" b="b"/>
            <a:pathLst>
              <a:path w="317500" h="6858000">
                <a:moveTo>
                  <a:pt x="317500" y="0"/>
                </a:moveTo>
                <a:lnTo>
                  <a:pt x="0" y="0"/>
                </a:lnTo>
                <a:lnTo>
                  <a:pt x="0" y="6858000"/>
                </a:lnTo>
                <a:lnTo>
                  <a:pt x="127000" y="6858000"/>
                </a:lnTo>
                <a:lnTo>
                  <a:pt x="127000" y="897001"/>
                </a:lnTo>
                <a:lnTo>
                  <a:pt x="317500" y="706501"/>
                </a:lnTo>
                <a:lnTo>
                  <a:pt x="317500" y="0"/>
                </a:lnTo>
                <a:close/>
              </a:path>
            </a:pathLst>
          </a:custGeom>
          <a:solidFill>
            <a:schemeClr val="tx2"/>
          </a:solidFill>
        </p:spPr>
        <p:txBody>
          <a:bodyPr wrap="square" lIns="0" tIns="0" rIns="0" bIns="0" rtlCol="0"/>
          <a:lstStyle/>
          <a:p>
            <a:endParaRPr/>
          </a:p>
        </p:txBody>
      </p:sp>
      <p:grpSp>
        <p:nvGrpSpPr>
          <p:cNvPr id="18" name="object 13">
            <a:extLst>
              <a:ext uri="{FF2B5EF4-FFF2-40B4-BE49-F238E27FC236}">
                <a16:creationId xmlns:a16="http://schemas.microsoft.com/office/drawing/2014/main" id="{3B9CA242-E922-4046-A4A0-2A19F5515D15}"/>
              </a:ext>
            </a:extLst>
          </p:cNvPr>
          <p:cNvGrpSpPr/>
          <p:nvPr userDrawn="1"/>
        </p:nvGrpSpPr>
        <p:grpSpPr>
          <a:xfrm>
            <a:off x="12065000" y="0"/>
            <a:ext cx="127000" cy="6858000"/>
            <a:chOff x="12065000" y="0"/>
            <a:chExt cx="127000" cy="6858000"/>
          </a:xfrm>
        </p:grpSpPr>
        <p:sp>
          <p:nvSpPr>
            <p:cNvPr id="19" name="object 14">
              <a:extLst>
                <a:ext uri="{FF2B5EF4-FFF2-40B4-BE49-F238E27FC236}">
                  <a16:creationId xmlns:a16="http://schemas.microsoft.com/office/drawing/2014/main" id="{CA4B219B-A175-EF40-A15F-A701A079558D}"/>
                </a:ext>
              </a:extLst>
            </p:cNvPr>
            <p:cNvSpPr/>
            <p:nvPr/>
          </p:nvSpPr>
          <p:spPr>
            <a:xfrm>
              <a:off x="12065000" y="0"/>
              <a:ext cx="127000" cy="5143500"/>
            </a:xfrm>
            <a:custGeom>
              <a:avLst/>
              <a:gdLst/>
              <a:ahLst/>
              <a:cxnLst/>
              <a:rect l="l" t="t" r="r" b="b"/>
              <a:pathLst>
                <a:path w="127000" h="5143500">
                  <a:moveTo>
                    <a:pt x="0" y="5143500"/>
                  </a:moveTo>
                  <a:lnTo>
                    <a:pt x="127000" y="5143500"/>
                  </a:lnTo>
                  <a:lnTo>
                    <a:pt x="127000" y="0"/>
                  </a:lnTo>
                  <a:lnTo>
                    <a:pt x="0" y="0"/>
                  </a:lnTo>
                  <a:lnTo>
                    <a:pt x="0" y="5143500"/>
                  </a:lnTo>
                  <a:close/>
                </a:path>
              </a:pathLst>
            </a:custGeom>
            <a:solidFill>
              <a:schemeClr val="tx2"/>
            </a:solidFill>
          </p:spPr>
          <p:txBody>
            <a:bodyPr wrap="square" lIns="0" tIns="0" rIns="0" bIns="0" rtlCol="0"/>
            <a:lstStyle/>
            <a:p>
              <a:endParaRPr/>
            </a:p>
          </p:txBody>
        </p:sp>
        <p:sp>
          <p:nvSpPr>
            <p:cNvPr id="20" name="object 15">
              <a:extLst>
                <a:ext uri="{FF2B5EF4-FFF2-40B4-BE49-F238E27FC236}">
                  <a16:creationId xmlns:a16="http://schemas.microsoft.com/office/drawing/2014/main" id="{C8D469FA-9FDD-EF41-ACCC-B01BE68742AB}"/>
                </a:ext>
              </a:extLst>
            </p:cNvPr>
            <p:cNvSpPr/>
            <p:nvPr/>
          </p:nvSpPr>
          <p:spPr>
            <a:xfrm>
              <a:off x="12065000" y="5143500"/>
              <a:ext cx="127000" cy="1714500"/>
            </a:xfrm>
            <a:custGeom>
              <a:avLst/>
              <a:gdLst/>
              <a:ahLst/>
              <a:cxnLst/>
              <a:rect l="l" t="t" r="r" b="b"/>
              <a:pathLst>
                <a:path w="127000" h="1714500">
                  <a:moveTo>
                    <a:pt x="127000" y="0"/>
                  </a:moveTo>
                  <a:lnTo>
                    <a:pt x="0" y="0"/>
                  </a:lnTo>
                  <a:lnTo>
                    <a:pt x="0" y="1714500"/>
                  </a:lnTo>
                  <a:lnTo>
                    <a:pt x="127000" y="1714500"/>
                  </a:lnTo>
                  <a:lnTo>
                    <a:pt x="127000" y="0"/>
                  </a:lnTo>
                  <a:close/>
                </a:path>
              </a:pathLst>
            </a:custGeom>
            <a:solidFill>
              <a:schemeClr val="bg2"/>
            </a:solidFill>
          </p:spPr>
          <p:txBody>
            <a:bodyPr wrap="square" lIns="0" tIns="0" rIns="0" bIns="0" rtlCol="0"/>
            <a:lstStyle/>
            <a:p>
              <a:endParaRPr/>
            </a:p>
          </p:txBody>
        </p:sp>
      </p:grpSp>
      <p:sp>
        <p:nvSpPr>
          <p:cNvPr id="11" name="object 27">
            <a:extLst>
              <a:ext uri="{FF2B5EF4-FFF2-40B4-BE49-F238E27FC236}">
                <a16:creationId xmlns:a16="http://schemas.microsoft.com/office/drawing/2014/main" id="{FFC84441-6692-4387-9720-108E5AFC0481}"/>
              </a:ext>
            </a:extLst>
          </p:cNvPr>
          <p:cNvSpPr txBox="1"/>
          <p:nvPr userDrawn="1"/>
        </p:nvSpPr>
        <p:spPr>
          <a:xfrm>
            <a:off x="1283625" y="6509295"/>
            <a:ext cx="2540000" cy="166712"/>
          </a:xfrm>
          <a:prstGeom prst="rect">
            <a:avLst/>
          </a:prstGeom>
        </p:spPr>
        <p:txBody>
          <a:bodyPr vert="horz" wrap="square" lIns="0" tIns="12700" rIns="0" bIns="0" rtlCol="0">
            <a:spAutoFit/>
          </a:bodyPr>
          <a:lstStyle/>
          <a:p>
            <a:pPr marL="12700">
              <a:lnSpc>
                <a:spcPct val="100000"/>
              </a:lnSpc>
              <a:spcBef>
                <a:spcPts val="100"/>
              </a:spcBef>
            </a:pPr>
            <a:r>
              <a:rPr lang="en" sz="1000" b="1" i="0" spc="-5">
                <a:solidFill>
                  <a:schemeClr val="tx2"/>
                </a:solidFill>
                <a:latin typeface="+mj-ea"/>
                <a:ea typeface="+mj-ea"/>
                <a:cs typeface="Arial"/>
              </a:rPr>
              <a:t>NSW Inc. </a:t>
            </a:r>
            <a:r>
              <a:rPr lang="en" sz="1000" b="0" i="0" spc="-5">
                <a:solidFill>
                  <a:schemeClr val="tx2"/>
                </a:solidFill>
                <a:latin typeface="+mj-ea"/>
                <a:ea typeface="+mj-ea"/>
                <a:cs typeface="Arial"/>
              </a:rPr>
              <a:t>| Confidential and Proprietary</a:t>
            </a:r>
            <a:endParaRPr sz="1000" b="0" i="0">
              <a:solidFill>
                <a:schemeClr val="tx2"/>
              </a:solidFill>
              <a:latin typeface="+mj-ea"/>
              <a:ea typeface="+mj-ea"/>
              <a:cs typeface="Arial"/>
            </a:endParaRPr>
          </a:p>
        </p:txBody>
      </p:sp>
      <p:pic>
        <p:nvPicPr>
          <p:cNvPr id="15" name="図 14" descr="ロゴ&#10;&#10;自動的に生成された説明">
            <a:extLst>
              <a:ext uri="{FF2B5EF4-FFF2-40B4-BE49-F238E27FC236}">
                <a16:creationId xmlns:a16="http://schemas.microsoft.com/office/drawing/2014/main" id="{2285CD2C-186C-4154-82B7-0EFE7BED1747}"/>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322681" y="6418445"/>
            <a:ext cx="776605" cy="257561"/>
          </a:xfrm>
          <a:prstGeom prst="rect">
            <a:avLst/>
          </a:prstGeom>
        </p:spPr>
      </p:pic>
      <p:sp>
        <p:nvSpPr>
          <p:cNvPr id="21" name="コンテンツ プレースホルダー 2">
            <a:extLst>
              <a:ext uri="{FF2B5EF4-FFF2-40B4-BE49-F238E27FC236}">
                <a16:creationId xmlns:a16="http://schemas.microsoft.com/office/drawing/2014/main" id="{C554BFA8-19F3-D7AE-5D1D-BFA430CABECD}"/>
              </a:ext>
            </a:extLst>
          </p:cNvPr>
          <p:cNvSpPr>
            <a:spLocks noGrp="1"/>
          </p:cNvSpPr>
          <p:nvPr>
            <p:ph sz="half" idx="1" hasCustomPrompt="1"/>
          </p:nvPr>
        </p:nvSpPr>
        <p:spPr>
          <a:xfrm>
            <a:off x="337038" y="1274764"/>
            <a:ext cx="8523382" cy="396000"/>
          </a:xfrm>
          <a:prstGeom prst="rect">
            <a:avLst/>
          </a:prstGeom>
        </p:spPr>
        <p:txBody>
          <a:bodyPr lIns="0" tIns="36000" rIns="0" bIns="36000"/>
          <a:lstStyle>
            <a:lvl1pPr marL="360000" indent="-360000">
              <a:lnSpc>
                <a:spcPct val="120000"/>
              </a:lnSpc>
              <a:spcBef>
                <a:spcPts val="0"/>
              </a:spcBef>
              <a:spcAft>
                <a:spcPts val="0"/>
              </a:spcAft>
              <a:buClr>
                <a:schemeClr val="bg2"/>
              </a:buClr>
              <a:buSzPct val="100000"/>
              <a:buFont typeface="Wingdings" panose="05000000000000000000" pitchFamily="2" charset="2"/>
              <a:buChar char="l"/>
              <a:defRPr sz="2500" b="0">
                <a:solidFill>
                  <a:schemeClr val="tx1"/>
                </a:solidFill>
                <a:latin typeface="+mj-lt"/>
                <a:ea typeface="+mn-ea"/>
              </a:defRPr>
            </a:lvl1pPr>
            <a:lvl2pPr marL="702900" indent="-342900">
              <a:lnSpc>
                <a:spcPct val="120000"/>
              </a:lnSpc>
              <a:buClr>
                <a:schemeClr val="bg2"/>
              </a:buClr>
              <a:buFont typeface="Arial" panose="020B0604020202020204" pitchFamily="34" charset="0"/>
              <a:buChar char="•"/>
              <a:defRPr sz="2500" b="0">
                <a:solidFill>
                  <a:schemeClr val="tx1"/>
                </a:solidFill>
                <a:latin typeface="+mj-lt"/>
                <a:ea typeface="+mn-ea"/>
              </a:defRPr>
            </a:lvl2pPr>
            <a:lvl3pPr marL="1062900" indent="-342900">
              <a:lnSpc>
                <a:spcPct val="120000"/>
              </a:lnSpc>
              <a:spcBef>
                <a:spcPts val="0"/>
              </a:spcBef>
              <a:buClr>
                <a:schemeClr val="bg2"/>
              </a:buClr>
              <a:buFont typeface="Arial" panose="020B0604020202020204" pitchFamily="34" charset="0"/>
              <a:buChar char="•"/>
              <a:defRPr sz="2500" b="0">
                <a:solidFill>
                  <a:schemeClr val="tx1"/>
                </a:solidFill>
                <a:latin typeface="+mj-lt"/>
                <a:ea typeface="+mn-ea"/>
              </a:defRPr>
            </a:lvl3pPr>
            <a:lvl4pPr marL="1422900" indent="-342900">
              <a:lnSpc>
                <a:spcPct val="120000"/>
              </a:lnSpc>
              <a:spcBef>
                <a:spcPts val="0"/>
              </a:spcBef>
              <a:buClr>
                <a:schemeClr val="bg2"/>
              </a:buClr>
              <a:buFont typeface="Arial" panose="020B0604020202020204" pitchFamily="34" charset="0"/>
              <a:buChar char="•"/>
              <a:defRPr sz="2500" b="0">
                <a:solidFill>
                  <a:schemeClr val="tx1"/>
                </a:solidFill>
                <a:latin typeface="+mj-lt"/>
                <a:ea typeface="+mn-ea"/>
              </a:defRPr>
            </a:lvl4pPr>
            <a:lvl5pPr marL="1782900" indent="-342900">
              <a:lnSpc>
                <a:spcPct val="120000"/>
              </a:lnSpc>
              <a:spcBef>
                <a:spcPts val="0"/>
              </a:spcBef>
              <a:buClr>
                <a:schemeClr val="bg2"/>
              </a:buClr>
              <a:buFont typeface="Arial" panose="020B0604020202020204" pitchFamily="34" charset="0"/>
              <a:buChar char="•"/>
              <a:defRPr sz="2500" b="0">
                <a:solidFill>
                  <a:schemeClr val="tx1"/>
                </a:solidFill>
                <a:latin typeface="+mj-lt"/>
                <a:ea typeface="+mn-ea"/>
              </a:defRPr>
            </a:lvl5pPr>
            <a:lvl6pPr marL="2338179" indent="0">
              <a:buClrTx/>
              <a:buFont typeface="Arial" panose="020B0604020202020204" pitchFamily="34" charset="0"/>
              <a:buNone/>
              <a:defRPr sz="2400">
                <a:solidFill>
                  <a:schemeClr val="bg2"/>
                </a:solidFill>
                <a:latin typeface="+mn-ea"/>
                <a:ea typeface="+mn-ea"/>
              </a:defRPr>
            </a:lvl6pPr>
            <a:lvl7pPr marL="2805815" indent="0">
              <a:buClrTx/>
              <a:buFont typeface="Arial" panose="020B0604020202020204" pitchFamily="34" charset="0"/>
              <a:buNone/>
              <a:defRPr sz="2400">
                <a:solidFill>
                  <a:schemeClr val="bg2"/>
                </a:solidFill>
                <a:latin typeface="+mn-ea"/>
                <a:ea typeface="+mn-ea"/>
              </a:defRPr>
            </a:lvl7pPr>
            <a:lvl8pPr>
              <a:defRPr sz="1841"/>
            </a:lvl8pPr>
            <a:lvl9pPr>
              <a:defRPr sz="1841"/>
            </a:lvl9pPr>
          </a:lstStyle>
          <a:p>
            <a:pPr lvl="0"/>
            <a:r>
              <a:rPr lang="ja-JP" altLang="en-US"/>
              <a:t>テキスト（リスト：箇条書き）</a:t>
            </a:r>
            <a:endParaRPr lang="en-US" altLang="ja-JP"/>
          </a:p>
          <a:p>
            <a:pPr lvl="1"/>
            <a:r>
              <a:rPr lang="ja-JP" altLang="en-US"/>
              <a:t>テキスト</a:t>
            </a:r>
            <a:endParaRPr lang="en-US" altLang="ja-JP"/>
          </a:p>
          <a:p>
            <a:pPr lvl="2"/>
            <a:r>
              <a:rPr lang="ja-JP" altLang="en-US"/>
              <a:t>テキスト</a:t>
            </a:r>
            <a:endParaRPr lang="en-US" altLang="ja-JP"/>
          </a:p>
          <a:p>
            <a:pPr lvl="3"/>
            <a:r>
              <a:rPr lang="ja-JP" altLang="en-US"/>
              <a:t>テキスト</a:t>
            </a:r>
            <a:endParaRPr lang="en-US" altLang="ja-JP"/>
          </a:p>
          <a:p>
            <a:pPr lvl="4"/>
            <a:r>
              <a:rPr lang="ja-JP" altLang="en-US"/>
              <a:t>テキスト</a:t>
            </a:r>
            <a:endParaRPr lang="en-US" altLang="ja-JP"/>
          </a:p>
        </p:txBody>
      </p:sp>
    </p:spTree>
    <p:extLst>
      <p:ext uri="{BB962C8B-B14F-4D97-AF65-F5344CB8AC3E}">
        <p14:creationId xmlns:p14="http://schemas.microsoft.com/office/powerpoint/2010/main" val="686041862"/>
      </p:ext>
    </p:extLst>
  </p:cSld>
  <p:clrMapOvr>
    <a:masterClrMapping/>
  </p:clrMapOvr>
  <p:extLst>
    <p:ext uri="{DCECCB84-F9BA-43D5-87BE-67443E8EF086}">
      <p15:sldGuideLst xmlns:p15="http://schemas.microsoft.com/office/powerpoint/2012/main">
        <p15:guide id="1" orient="horz" pos="3884">
          <p15:clr>
            <a:srgbClr val="FBAE40"/>
          </p15:clr>
        </p15:guide>
        <p15:guide id="3" orient="horz" pos="142">
          <p15:clr>
            <a:srgbClr val="FBAE40"/>
          </p15:clr>
        </p15:guide>
        <p15:guide id="4" pos="211">
          <p15:clr>
            <a:srgbClr val="FBAE40"/>
          </p15:clr>
        </p15:guide>
        <p15:guide id="5" pos="7469">
          <p15:clr>
            <a:srgbClr val="FBAE40"/>
          </p15:clr>
        </p15:guide>
        <p15:guide id="6" orient="horz" pos="527">
          <p15:clr>
            <a:srgbClr val="FBAE40"/>
          </p15:clr>
        </p15:guide>
        <p15:guide id="7" pos="3704">
          <p15:clr>
            <a:srgbClr val="FBAE40"/>
          </p15:clr>
        </p15:guide>
        <p15:guide id="8" pos="3976">
          <p15:clr>
            <a:srgbClr val="FBAE40"/>
          </p15:clr>
        </p15:guide>
        <p15:guide id="9" orient="horz" pos="216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ASIC＋NAGA＿B">
    <p:spTree>
      <p:nvGrpSpPr>
        <p:cNvPr id="1" name=""/>
        <p:cNvGrpSpPr/>
        <p:nvPr/>
      </p:nvGrpSpPr>
      <p:grpSpPr>
        <a:xfrm>
          <a:off x="0" y="0"/>
          <a:ext cx="0" cy="0"/>
          <a:chOff x="0" y="0"/>
          <a:chExt cx="0" cy="0"/>
        </a:xfrm>
      </p:grpSpPr>
      <p:pic>
        <p:nvPicPr>
          <p:cNvPr id="22" name="図 21" descr="座る, ノートパソコン, 大きい, コンピュータ が含まれている画像&#10;&#10;自動的に生成された説明">
            <a:extLst>
              <a:ext uri="{FF2B5EF4-FFF2-40B4-BE49-F238E27FC236}">
                <a16:creationId xmlns:a16="http://schemas.microsoft.com/office/drawing/2014/main" id="{47D8AB68-A550-CFE8-9E51-353B94E9D43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12" name="Holder 2">
            <a:extLst>
              <a:ext uri="{FF2B5EF4-FFF2-40B4-BE49-F238E27FC236}">
                <a16:creationId xmlns:a16="http://schemas.microsoft.com/office/drawing/2014/main" id="{BCA7EB43-4EB5-3748-ACFE-C4696148CB6A}"/>
              </a:ext>
            </a:extLst>
          </p:cNvPr>
          <p:cNvSpPr>
            <a:spLocks noGrp="1"/>
          </p:cNvSpPr>
          <p:nvPr>
            <p:ph type="title"/>
          </p:nvPr>
        </p:nvSpPr>
        <p:spPr>
          <a:xfrm>
            <a:off x="590308" y="225425"/>
            <a:ext cx="11266729" cy="604519"/>
          </a:xfrm>
          <a:prstGeom prst="rect">
            <a:avLst/>
          </a:prstGeom>
        </p:spPr>
        <p:txBody>
          <a:bodyPr lIns="0" tIns="0" rIns="0" bIns="0"/>
          <a:lstStyle>
            <a:lvl1pPr>
              <a:defRPr sz="3800" b="0" i="0" spc="-70" baseline="0">
                <a:solidFill>
                  <a:schemeClr val="tx2"/>
                </a:solidFill>
                <a:latin typeface="+mj-ea"/>
                <a:ea typeface="+mj-ea"/>
                <a:cs typeface="游ゴシック" panose="020B0400000000000000" pitchFamily="50" charset="-128"/>
              </a:defRPr>
            </a:lvl1pPr>
          </a:lstStyle>
          <a:p>
            <a:endParaRPr/>
          </a:p>
        </p:txBody>
      </p:sp>
      <p:sp>
        <p:nvSpPr>
          <p:cNvPr id="13" name="Holder 6">
            <a:extLst>
              <a:ext uri="{FF2B5EF4-FFF2-40B4-BE49-F238E27FC236}">
                <a16:creationId xmlns:a16="http://schemas.microsoft.com/office/drawing/2014/main" id="{F2D706C3-33A9-5243-B948-806E9E28E951}"/>
              </a:ext>
            </a:extLst>
          </p:cNvPr>
          <p:cNvSpPr>
            <a:spLocks noGrp="1"/>
          </p:cNvSpPr>
          <p:nvPr>
            <p:ph type="sldNum" sz="quarter" idx="7"/>
          </p:nvPr>
        </p:nvSpPr>
        <p:spPr>
          <a:xfrm>
            <a:off x="11521440" y="6518701"/>
            <a:ext cx="375920" cy="150246"/>
          </a:xfrm>
          <a:prstGeom prst="rect">
            <a:avLst/>
          </a:prstGeom>
        </p:spPr>
        <p:txBody>
          <a:bodyPr lIns="0" tIns="0" rIns="0" bIns="0"/>
          <a:lstStyle>
            <a:lvl1pPr algn="r">
              <a:defRPr sz="1200" b="0" i="0">
                <a:solidFill>
                  <a:schemeClr val="bg1"/>
                </a:solidFill>
                <a:latin typeface="+mn-ea"/>
                <a:ea typeface="+mn-ea"/>
              </a:defRPr>
            </a:lvl1pPr>
          </a:lstStyle>
          <a:p>
            <a:fld id="{B6F15528-21DE-4FAA-801E-634DDDAF4B2B}" type="slidenum">
              <a:rPr lang="en-US" altLang="ja-JP" smtClean="0"/>
              <a:pPr/>
              <a:t>‹#›</a:t>
            </a:fld>
            <a:endParaRPr lang="en-US" altLang="ja-JP"/>
          </a:p>
        </p:txBody>
      </p:sp>
      <p:sp>
        <p:nvSpPr>
          <p:cNvPr id="16" name="object 10">
            <a:extLst>
              <a:ext uri="{FF2B5EF4-FFF2-40B4-BE49-F238E27FC236}">
                <a16:creationId xmlns:a16="http://schemas.microsoft.com/office/drawing/2014/main" id="{C606A044-4610-7C43-8D37-13180508D5CA}"/>
              </a:ext>
            </a:extLst>
          </p:cNvPr>
          <p:cNvSpPr/>
          <p:nvPr/>
        </p:nvSpPr>
        <p:spPr>
          <a:xfrm>
            <a:off x="127000" y="325499"/>
            <a:ext cx="190500" cy="706755"/>
          </a:xfrm>
          <a:custGeom>
            <a:avLst/>
            <a:gdLst/>
            <a:ahLst/>
            <a:cxnLst/>
            <a:rect l="l" t="t" r="r" b="b"/>
            <a:pathLst>
              <a:path w="190500" h="706755">
                <a:moveTo>
                  <a:pt x="190500" y="0"/>
                </a:moveTo>
                <a:lnTo>
                  <a:pt x="0" y="0"/>
                </a:lnTo>
                <a:lnTo>
                  <a:pt x="0" y="706501"/>
                </a:lnTo>
                <a:lnTo>
                  <a:pt x="190500" y="516000"/>
                </a:lnTo>
                <a:lnTo>
                  <a:pt x="190500" y="0"/>
                </a:lnTo>
                <a:close/>
              </a:path>
            </a:pathLst>
          </a:custGeom>
          <a:solidFill>
            <a:schemeClr val="bg2"/>
          </a:solidFill>
        </p:spPr>
        <p:txBody>
          <a:bodyPr wrap="square" lIns="0" tIns="0" rIns="0" bIns="0" rtlCol="0"/>
          <a:lstStyle/>
          <a:p>
            <a:endParaRPr/>
          </a:p>
        </p:txBody>
      </p:sp>
      <p:sp>
        <p:nvSpPr>
          <p:cNvPr id="17" name="object 11">
            <a:extLst>
              <a:ext uri="{FF2B5EF4-FFF2-40B4-BE49-F238E27FC236}">
                <a16:creationId xmlns:a16="http://schemas.microsoft.com/office/drawing/2014/main" id="{BA922A8D-7A60-6446-AE73-13BDFB0ADE71}"/>
              </a:ext>
            </a:extLst>
          </p:cNvPr>
          <p:cNvSpPr/>
          <p:nvPr/>
        </p:nvSpPr>
        <p:spPr>
          <a:xfrm>
            <a:off x="0" y="0"/>
            <a:ext cx="317500" cy="6858000"/>
          </a:xfrm>
          <a:custGeom>
            <a:avLst/>
            <a:gdLst/>
            <a:ahLst/>
            <a:cxnLst/>
            <a:rect l="l" t="t" r="r" b="b"/>
            <a:pathLst>
              <a:path w="317500" h="6858000">
                <a:moveTo>
                  <a:pt x="317500" y="0"/>
                </a:moveTo>
                <a:lnTo>
                  <a:pt x="0" y="0"/>
                </a:lnTo>
                <a:lnTo>
                  <a:pt x="0" y="6858000"/>
                </a:lnTo>
                <a:lnTo>
                  <a:pt x="127000" y="6858000"/>
                </a:lnTo>
                <a:lnTo>
                  <a:pt x="127000" y="897001"/>
                </a:lnTo>
                <a:lnTo>
                  <a:pt x="317500" y="706501"/>
                </a:lnTo>
                <a:lnTo>
                  <a:pt x="317500" y="0"/>
                </a:lnTo>
                <a:close/>
              </a:path>
            </a:pathLst>
          </a:custGeom>
          <a:solidFill>
            <a:schemeClr val="tx2"/>
          </a:solidFill>
        </p:spPr>
        <p:txBody>
          <a:bodyPr wrap="square" lIns="0" tIns="0" rIns="0" bIns="0" rtlCol="0"/>
          <a:lstStyle/>
          <a:p>
            <a:endParaRPr/>
          </a:p>
        </p:txBody>
      </p:sp>
      <p:grpSp>
        <p:nvGrpSpPr>
          <p:cNvPr id="18" name="object 13">
            <a:extLst>
              <a:ext uri="{FF2B5EF4-FFF2-40B4-BE49-F238E27FC236}">
                <a16:creationId xmlns:a16="http://schemas.microsoft.com/office/drawing/2014/main" id="{3B9CA242-E922-4046-A4A0-2A19F5515D15}"/>
              </a:ext>
            </a:extLst>
          </p:cNvPr>
          <p:cNvGrpSpPr/>
          <p:nvPr userDrawn="1"/>
        </p:nvGrpSpPr>
        <p:grpSpPr>
          <a:xfrm>
            <a:off x="12065000" y="0"/>
            <a:ext cx="127000" cy="6858000"/>
            <a:chOff x="12065000" y="0"/>
            <a:chExt cx="127000" cy="6858000"/>
          </a:xfrm>
        </p:grpSpPr>
        <p:sp>
          <p:nvSpPr>
            <p:cNvPr id="19" name="object 14">
              <a:extLst>
                <a:ext uri="{FF2B5EF4-FFF2-40B4-BE49-F238E27FC236}">
                  <a16:creationId xmlns:a16="http://schemas.microsoft.com/office/drawing/2014/main" id="{CA4B219B-A175-EF40-A15F-A701A079558D}"/>
                </a:ext>
              </a:extLst>
            </p:cNvPr>
            <p:cNvSpPr/>
            <p:nvPr/>
          </p:nvSpPr>
          <p:spPr>
            <a:xfrm>
              <a:off x="12065000" y="0"/>
              <a:ext cx="127000" cy="5143500"/>
            </a:xfrm>
            <a:custGeom>
              <a:avLst/>
              <a:gdLst/>
              <a:ahLst/>
              <a:cxnLst/>
              <a:rect l="l" t="t" r="r" b="b"/>
              <a:pathLst>
                <a:path w="127000" h="5143500">
                  <a:moveTo>
                    <a:pt x="0" y="5143500"/>
                  </a:moveTo>
                  <a:lnTo>
                    <a:pt x="127000" y="5143500"/>
                  </a:lnTo>
                  <a:lnTo>
                    <a:pt x="127000" y="0"/>
                  </a:lnTo>
                  <a:lnTo>
                    <a:pt x="0" y="0"/>
                  </a:lnTo>
                  <a:lnTo>
                    <a:pt x="0" y="5143500"/>
                  </a:lnTo>
                  <a:close/>
                </a:path>
              </a:pathLst>
            </a:custGeom>
            <a:solidFill>
              <a:schemeClr val="tx2"/>
            </a:solidFill>
          </p:spPr>
          <p:txBody>
            <a:bodyPr wrap="square" lIns="0" tIns="0" rIns="0" bIns="0" rtlCol="0"/>
            <a:lstStyle/>
            <a:p>
              <a:endParaRPr/>
            </a:p>
          </p:txBody>
        </p:sp>
        <p:sp>
          <p:nvSpPr>
            <p:cNvPr id="20" name="object 15">
              <a:extLst>
                <a:ext uri="{FF2B5EF4-FFF2-40B4-BE49-F238E27FC236}">
                  <a16:creationId xmlns:a16="http://schemas.microsoft.com/office/drawing/2014/main" id="{C8D469FA-9FDD-EF41-ACCC-B01BE68742AB}"/>
                </a:ext>
              </a:extLst>
            </p:cNvPr>
            <p:cNvSpPr/>
            <p:nvPr/>
          </p:nvSpPr>
          <p:spPr>
            <a:xfrm>
              <a:off x="12065000" y="5143500"/>
              <a:ext cx="127000" cy="1714500"/>
            </a:xfrm>
            <a:custGeom>
              <a:avLst/>
              <a:gdLst/>
              <a:ahLst/>
              <a:cxnLst/>
              <a:rect l="l" t="t" r="r" b="b"/>
              <a:pathLst>
                <a:path w="127000" h="1714500">
                  <a:moveTo>
                    <a:pt x="127000" y="0"/>
                  </a:moveTo>
                  <a:lnTo>
                    <a:pt x="0" y="0"/>
                  </a:lnTo>
                  <a:lnTo>
                    <a:pt x="0" y="1714500"/>
                  </a:lnTo>
                  <a:lnTo>
                    <a:pt x="127000" y="1714500"/>
                  </a:lnTo>
                  <a:lnTo>
                    <a:pt x="127000" y="0"/>
                  </a:lnTo>
                  <a:close/>
                </a:path>
              </a:pathLst>
            </a:custGeom>
            <a:solidFill>
              <a:schemeClr val="bg2"/>
            </a:solidFill>
          </p:spPr>
          <p:txBody>
            <a:bodyPr wrap="square" lIns="0" tIns="0" rIns="0" bIns="0" rtlCol="0"/>
            <a:lstStyle/>
            <a:p>
              <a:endParaRPr/>
            </a:p>
          </p:txBody>
        </p:sp>
      </p:grpSp>
      <p:sp>
        <p:nvSpPr>
          <p:cNvPr id="11" name="object 27">
            <a:extLst>
              <a:ext uri="{FF2B5EF4-FFF2-40B4-BE49-F238E27FC236}">
                <a16:creationId xmlns:a16="http://schemas.microsoft.com/office/drawing/2014/main" id="{FFC84441-6692-4387-9720-108E5AFC0481}"/>
              </a:ext>
            </a:extLst>
          </p:cNvPr>
          <p:cNvSpPr txBox="1"/>
          <p:nvPr userDrawn="1"/>
        </p:nvSpPr>
        <p:spPr>
          <a:xfrm>
            <a:off x="1283625" y="6509295"/>
            <a:ext cx="2540000" cy="166712"/>
          </a:xfrm>
          <a:prstGeom prst="rect">
            <a:avLst/>
          </a:prstGeom>
        </p:spPr>
        <p:txBody>
          <a:bodyPr vert="horz" wrap="square" lIns="0" tIns="12700" rIns="0" bIns="0" rtlCol="0">
            <a:spAutoFit/>
          </a:bodyPr>
          <a:lstStyle/>
          <a:p>
            <a:pPr marL="12700">
              <a:lnSpc>
                <a:spcPct val="100000"/>
              </a:lnSpc>
              <a:spcBef>
                <a:spcPts val="100"/>
              </a:spcBef>
            </a:pPr>
            <a:r>
              <a:rPr lang="en" sz="1000" b="1" i="0" spc="-5">
                <a:solidFill>
                  <a:schemeClr val="tx2"/>
                </a:solidFill>
                <a:latin typeface="+mj-ea"/>
                <a:ea typeface="+mj-ea"/>
                <a:cs typeface="Arial"/>
              </a:rPr>
              <a:t>NSW Inc. </a:t>
            </a:r>
            <a:r>
              <a:rPr lang="en" sz="1000" b="0" i="0" spc="-5">
                <a:solidFill>
                  <a:schemeClr val="tx2"/>
                </a:solidFill>
                <a:latin typeface="+mj-ea"/>
                <a:ea typeface="+mj-ea"/>
                <a:cs typeface="Arial"/>
              </a:rPr>
              <a:t>| Confidential and Proprietary</a:t>
            </a:r>
            <a:endParaRPr sz="1000" b="0" i="0">
              <a:solidFill>
                <a:schemeClr val="tx2"/>
              </a:solidFill>
              <a:latin typeface="+mj-ea"/>
              <a:ea typeface="+mj-ea"/>
              <a:cs typeface="Arial"/>
            </a:endParaRPr>
          </a:p>
        </p:txBody>
      </p:sp>
      <p:pic>
        <p:nvPicPr>
          <p:cNvPr id="15" name="図 14" descr="ロゴ&#10;&#10;自動的に生成された説明">
            <a:extLst>
              <a:ext uri="{FF2B5EF4-FFF2-40B4-BE49-F238E27FC236}">
                <a16:creationId xmlns:a16="http://schemas.microsoft.com/office/drawing/2014/main" id="{2285CD2C-186C-4154-82B7-0EFE7BED1747}"/>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322681" y="6418445"/>
            <a:ext cx="776605" cy="257561"/>
          </a:xfrm>
          <a:prstGeom prst="rect">
            <a:avLst/>
          </a:prstGeom>
        </p:spPr>
      </p:pic>
      <p:sp>
        <p:nvSpPr>
          <p:cNvPr id="21" name="コンテンツ プレースホルダー 2">
            <a:extLst>
              <a:ext uri="{FF2B5EF4-FFF2-40B4-BE49-F238E27FC236}">
                <a16:creationId xmlns:a16="http://schemas.microsoft.com/office/drawing/2014/main" id="{C554BFA8-19F3-D7AE-5D1D-BFA430CABECD}"/>
              </a:ext>
            </a:extLst>
          </p:cNvPr>
          <p:cNvSpPr>
            <a:spLocks noGrp="1"/>
          </p:cNvSpPr>
          <p:nvPr>
            <p:ph sz="half" idx="1" hasCustomPrompt="1"/>
          </p:nvPr>
        </p:nvSpPr>
        <p:spPr>
          <a:xfrm>
            <a:off x="337038" y="1274764"/>
            <a:ext cx="8523382" cy="396000"/>
          </a:xfrm>
          <a:prstGeom prst="rect">
            <a:avLst/>
          </a:prstGeom>
        </p:spPr>
        <p:txBody>
          <a:bodyPr lIns="0" tIns="36000" rIns="0" bIns="36000"/>
          <a:lstStyle>
            <a:lvl1pPr marL="360000" indent="-360000">
              <a:lnSpc>
                <a:spcPct val="120000"/>
              </a:lnSpc>
              <a:spcBef>
                <a:spcPts val="0"/>
              </a:spcBef>
              <a:spcAft>
                <a:spcPts val="0"/>
              </a:spcAft>
              <a:buClr>
                <a:schemeClr val="bg2"/>
              </a:buClr>
              <a:buSzPct val="100000"/>
              <a:buFont typeface="Wingdings" panose="05000000000000000000" pitchFamily="2" charset="2"/>
              <a:buChar char="l"/>
              <a:defRPr sz="2500" b="0">
                <a:solidFill>
                  <a:schemeClr val="tx1"/>
                </a:solidFill>
                <a:latin typeface="+mj-lt"/>
                <a:ea typeface="+mn-ea"/>
              </a:defRPr>
            </a:lvl1pPr>
            <a:lvl2pPr marL="702900" indent="-342900">
              <a:lnSpc>
                <a:spcPct val="120000"/>
              </a:lnSpc>
              <a:buClr>
                <a:schemeClr val="bg2"/>
              </a:buClr>
              <a:buFont typeface="Arial" panose="020B0604020202020204" pitchFamily="34" charset="0"/>
              <a:buChar char="•"/>
              <a:defRPr sz="2500" b="0">
                <a:solidFill>
                  <a:schemeClr val="tx1"/>
                </a:solidFill>
                <a:latin typeface="+mj-lt"/>
                <a:ea typeface="+mn-ea"/>
              </a:defRPr>
            </a:lvl2pPr>
            <a:lvl3pPr marL="1062900" indent="-342900">
              <a:lnSpc>
                <a:spcPct val="120000"/>
              </a:lnSpc>
              <a:spcBef>
                <a:spcPts val="0"/>
              </a:spcBef>
              <a:buClr>
                <a:schemeClr val="bg2"/>
              </a:buClr>
              <a:buFont typeface="Arial" panose="020B0604020202020204" pitchFamily="34" charset="0"/>
              <a:buChar char="•"/>
              <a:defRPr sz="2500" b="0">
                <a:solidFill>
                  <a:schemeClr val="tx1"/>
                </a:solidFill>
                <a:latin typeface="+mj-lt"/>
                <a:ea typeface="+mn-ea"/>
              </a:defRPr>
            </a:lvl3pPr>
            <a:lvl4pPr marL="1422900" indent="-342900">
              <a:lnSpc>
                <a:spcPct val="120000"/>
              </a:lnSpc>
              <a:spcBef>
                <a:spcPts val="0"/>
              </a:spcBef>
              <a:buClr>
                <a:schemeClr val="bg2"/>
              </a:buClr>
              <a:buFont typeface="Arial" panose="020B0604020202020204" pitchFamily="34" charset="0"/>
              <a:buChar char="•"/>
              <a:defRPr sz="2500" b="0">
                <a:solidFill>
                  <a:schemeClr val="tx1"/>
                </a:solidFill>
                <a:latin typeface="+mj-lt"/>
                <a:ea typeface="+mn-ea"/>
              </a:defRPr>
            </a:lvl4pPr>
            <a:lvl5pPr marL="1782900" indent="-342900">
              <a:lnSpc>
                <a:spcPct val="120000"/>
              </a:lnSpc>
              <a:spcBef>
                <a:spcPts val="0"/>
              </a:spcBef>
              <a:buClr>
                <a:schemeClr val="bg2"/>
              </a:buClr>
              <a:buFont typeface="Arial" panose="020B0604020202020204" pitchFamily="34" charset="0"/>
              <a:buChar char="•"/>
              <a:defRPr sz="2500" b="0">
                <a:solidFill>
                  <a:schemeClr val="tx1"/>
                </a:solidFill>
                <a:latin typeface="+mj-lt"/>
                <a:ea typeface="+mn-ea"/>
              </a:defRPr>
            </a:lvl5pPr>
            <a:lvl6pPr marL="2338179" indent="0">
              <a:buClrTx/>
              <a:buFont typeface="Arial" panose="020B0604020202020204" pitchFamily="34" charset="0"/>
              <a:buNone/>
              <a:defRPr sz="2400">
                <a:solidFill>
                  <a:schemeClr val="bg2"/>
                </a:solidFill>
                <a:latin typeface="+mn-ea"/>
                <a:ea typeface="+mn-ea"/>
              </a:defRPr>
            </a:lvl6pPr>
            <a:lvl7pPr marL="2805815" indent="0">
              <a:buClrTx/>
              <a:buFont typeface="Arial" panose="020B0604020202020204" pitchFamily="34" charset="0"/>
              <a:buNone/>
              <a:defRPr sz="2400">
                <a:solidFill>
                  <a:schemeClr val="bg2"/>
                </a:solidFill>
                <a:latin typeface="+mn-ea"/>
                <a:ea typeface="+mn-ea"/>
              </a:defRPr>
            </a:lvl7pPr>
            <a:lvl8pPr>
              <a:defRPr sz="1841"/>
            </a:lvl8pPr>
            <a:lvl9pPr>
              <a:defRPr sz="1841"/>
            </a:lvl9pPr>
          </a:lstStyle>
          <a:p>
            <a:pPr lvl="0"/>
            <a:r>
              <a:rPr lang="ja-JP" altLang="en-US"/>
              <a:t>テキスト（リスト：箇条書き）</a:t>
            </a:r>
            <a:endParaRPr lang="en-US" altLang="ja-JP"/>
          </a:p>
          <a:p>
            <a:pPr lvl="1"/>
            <a:r>
              <a:rPr lang="ja-JP" altLang="en-US"/>
              <a:t>テキスト</a:t>
            </a:r>
            <a:endParaRPr lang="en-US" altLang="ja-JP"/>
          </a:p>
          <a:p>
            <a:pPr lvl="2"/>
            <a:r>
              <a:rPr lang="ja-JP" altLang="en-US"/>
              <a:t>テキスト</a:t>
            </a:r>
            <a:endParaRPr lang="en-US" altLang="ja-JP"/>
          </a:p>
          <a:p>
            <a:pPr lvl="3"/>
            <a:r>
              <a:rPr lang="ja-JP" altLang="en-US"/>
              <a:t>テキスト</a:t>
            </a:r>
            <a:endParaRPr lang="en-US" altLang="ja-JP"/>
          </a:p>
          <a:p>
            <a:pPr lvl="4"/>
            <a:r>
              <a:rPr lang="ja-JP" altLang="en-US"/>
              <a:t>テキスト</a:t>
            </a:r>
            <a:endParaRPr lang="en-US" altLang="ja-JP"/>
          </a:p>
        </p:txBody>
      </p:sp>
    </p:spTree>
    <p:extLst>
      <p:ext uri="{BB962C8B-B14F-4D97-AF65-F5344CB8AC3E}">
        <p14:creationId xmlns:p14="http://schemas.microsoft.com/office/powerpoint/2010/main" val="1523585696"/>
      </p:ext>
    </p:extLst>
  </p:cSld>
  <p:clrMapOvr>
    <a:masterClrMapping/>
  </p:clrMapOvr>
  <p:extLst>
    <p:ext uri="{DCECCB84-F9BA-43D5-87BE-67443E8EF086}">
      <p15:sldGuideLst xmlns:p15="http://schemas.microsoft.com/office/powerpoint/2012/main">
        <p15:guide id="1" orient="horz" pos="3884">
          <p15:clr>
            <a:srgbClr val="FBAE40"/>
          </p15:clr>
        </p15:guide>
        <p15:guide id="3" orient="horz" pos="142">
          <p15:clr>
            <a:srgbClr val="FBAE40"/>
          </p15:clr>
        </p15:guide>
        <p15:guide id="4" pos="211">
          <p15:clr>
            <a:srgbClr val="FBAE40"/>
          </p15:clr>
        </p15:guide>
        <p15:guide id="5" pos="7469">
          <p15:clr>
            <a:srgbClr val="FBAE40"/>
          </p15:clr>
        </p15:guide>
        <p15:guide id="6" orient="horz" pos="527">
          <p15:clr>
            <a:srgbClr val="FBAE40"/>
          </p15:clr>
        </p15:guide>
        <p15:guide id="7" pos="3704">
          <p15:clr>
            <a:srgbClr val="FBAE40"/>
          </p15:clr>
        </p15:guide>
        <p15:guide id="8" pos="3976">
          <p15:clr>
            <a:srgbClr val="FBAE40"/>
          </p15:clr>
        </p15:guide>
        <p15:guide id="9" orient="horz" pos="216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ASIC＋NAGA＿C">
    <p:spTree>
      <p:nvGrpSpPr>
        <p:cNvPr id="1" name=""/>
        <p:cNvGrpSpPr/>
        <p:nvPr/>
      </p:nvGrpSpPr>
      <p:grpSpPr>
        <a:xfrm>
          <a:off x="0" y="0"/>
          <a:ext cx="0" cy="0"/>
          <a:chOff x="0" y="0"/>
          <a:chExt cx="0" cy="0"/>
        </a:xfrm>
      </p:grpSpPr>
      <p:pic>
        <p:nvPicPr>
          <p:cNvPr id="23" name="図 22" descr="夜の街のイラスト&#10;&#10;中程度の精度で自動的に生成された説明">
            <a:extLst>
              <a:ext uri="{FF2B5EF4-FFF2-40B4-BE49-F238E27FC236}">
                <a16:creationId xmlns:a16="http://schemas.microsoft.com/office/drawing/2014/main" id="{BED8EB00-E2A9-77F7-0AB6-A01B0897A5C8}"/>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12" name="Holder 2">
            <a:extLst>
              <a:ext uri="{FF2B5EF4-FFF2-40B4-BE49-F238E27FC236}">
                <a16:creationId xmlns:a16="http://schemas.microsoft.com/office/drawing/2014/main" id="{BCA7EB43-4EB5-3748-ACFE-C4696148CB6A}"/>
              </a:ext>
            </a:extLst>
          </p:cNvPr>
          <p:cNvSpPr>
            <a:spLocks noGrp="1"/>
          </p:cNvSpPr>
          <p:nvPr>
            <p:ph type="title"/>
          </p:nvPr>
        </p:nvSpPr>
        <p:spPr>
          <a:xfrm>
            <a:off x="590308" y="225425"/>
            <a:ext cx="11266729" cy="604519"/>
          </a:xfrm>
          <a:prstGeom prst="rect">
            <a:avLst/>
          </a:prstGeom>
        </p:spPr>
        <p:txBody>
          <a:bodyPr lIns="0" tIns="0" rIns="0" bIns="0"/>
          <a:lstStyle>
            <a:lvl1pPr>
              <a:defRPr sz="3800" b="0" i="0" spc="-70" baseline="0">
                <a:solidFill>
                  <a:schemeClr val="tx2"/>
                </a:solidFill>
                <a:latin typeface="+mj-ea"/>
                <a:ea typeface="+mj-ea"/>
                <a:cs typeface="游ゴシック" panose="020B0400000000000000" pitchFamily="50" charset="-128"/>
              </a:defRPr>
            </a:lvl1pPr>
          </a:lstStyle>
          <a:p>
            <a:endParaRPr/>
          </a:p>
        </p:txBody>
      </p:sp>
      <p:sp>
        <p:nvSpPr>
          <p:cNvPr id="13" name="Holder 6">
            <a:extLst>
              <a:ext uri="{FF2B5EF4-FFF2-40B4-BE49-F238E27FC236}">
                <a16:creationId xmlns:a16="http://schemas.microsoft.com/office/drawing/2014/main" id="{F2D706C3-33A9-5243-B948-806E9E28E951}"/>
              </a:ext>
            </a:extLst>
          </p:cNvPr>
          <p:cNvSpPr>
            <a:spLocks noGrp="1"/>
          </p:cNvSpPr>
          <p:nvPr>
            <p:ph type="sldNum" sz="quarter" idx="7"/>
          </p:nvPr>
        </p:nvSpPr>
        <p:spPr>
          <a:xfrm>
            <a:off x="11521440" y="6518701"/>
            <a:ext cx="375920" cy="150246"/>
          </a:xfrm>
          <a:prstGeom prst="rect">
            <a:avLst/>
          </a:prstGeom>
        </p:spPr>
        <p:txBody>
          <a:bodyPr lIns="0" tIns="0" rIns="0" bIns="0"/>
          <a:lstStyle>
            <a:lvl1pPr algn="r">
              <a:defRPr sz="1200" b="0" i="0">
                <a:solidFill>
                  <a:schemeClr val="bg1"/>
                </a:solidFill>
                <a:latin typeface="+mn-ea"/>
                <a:ea typeface="+mn-ea"/>
              </a:defRPr>
            </a:lvl1pPr>
          </a:lstStyle>
          <a:p>
            <a:fld id="{B6F15528-21DE-4FAA-801E-634DDDAF4B2B}" type="slidenum">
              <a:rPr lang="en-US" altLang="ja-JP" smtClean="0"/>
              <a:pPr/>
              <a:t>‹#›</a:t>
            </a:fld>
            <a:endParaRPr lang="en-US" altLang="ja-JP"/>
          </a:p>
        </p:txBody>
      </p:sp>
      <p:sp>
        <p:nvSpPr>
          <p:cNvPr id="16" name="object 10">
            <a:extLst>
              <a:ext uri="{FF2B5EF4-FFF2-40B4-BE49-F238E27FC236}">
                <a16:creationId xmlns:a16="http://schemas.microsoft.com/office/drawing/2014/main" id="{C606A044-4610-7C43-8D37-13180508D5CA}"/>
              </a:ext>
            </a:extLst>
          </p:cNvPr>
          <p:cNvSpPr/>
          <p:nvPr/>
        </p:nvSpPr>
        <p:spPr>
          <a:xfrm>
            <a:off x="127000" y="325499"/>
            <a:ext cx="190500" cy="706755"/>
          </a:xfrm>
          <a:custGeom>
            <a:avLst/>
            <a:gdLst/>
            <a:ahLst/>
            <a:cxnLst/>
            <a:rect l="l" t="t" r="r" b="b"/>
            <a:pathLst>
              <a:path w="190500" h="706755">
                <a:moveTo>
                  <a:pt x="190500" y="0"/>
                </a:moveTo>
                <a:lnTo>
                  <a:pt x="0" y="0"/>
                </a:lnTo>
                <a:lnTo>
                  <a:pt x="0" y="706501"/>
                </a:lnTo>
                <a:lnTo>
                  <a:pt x="190500" y="516000"/>
                </a:lnTo>
                <a:lnTo>
                  <a:pt x="190500" y="0"/>
                </a:lnTo>
                <a:close/>
              </a:path>
            </a:pathLst>
          </a:custGeom>
          <a:solidFill>
            <a:schemeClr val="bg2"/>
          </a:solidFill>
        </p:spPr>
        <p:txBody>
          <a:bodyPr wrap="square" lIns="0" tIns="0" rIns="0" bIns="0" rtlCol="0"/>
          <a:lstStyle/>
          <a:p>
            <a:endParaRPr/>
          </a:p>
        </p:txBody>
      </p:sp>
      <p:sp>
        <p:nvSpPr>
          <p:cNvPr id="17" name="object 11">
            <a:extLst>
              <a:ext uri="{FF2B5EF4-FFF2-40B4-BE49-F238E27FC236}">
                <a16:creationId xmlns:a16="http://schemas.microsoft.com/office/drawing/2014/main" id="{BA922A8D-7A60-6446-AE73-13BDFB0ADE71}"/>
              </a:ext>
            </a:extLst>
          </p:cNvPr>
          <p:cNvSpPr/>
          <p:nvPr/>
        </p:nvSpPr>
        <p:spPr>
          <a:xfrm>
            <a:off x="0" y="0"/>
            <a:ext cx="317500" cy="6858000"/>
          </a:xfrm>
          <a:custGeom>
            <a:avLst/>
            <a:gdLst/>
            <a:ahLst/>
            <a:cxnLst/>
            <a:rect l="l" t="t" r="r" b="b"/>
            <a:pathLst>
              <a:path w="317500" h="6858000">
                <a:moveTo>
                  <a:pt x="317500" y="0"/>
                </a:moveTo>
                <a:lnTo>
                  <a:pt x="0" y="0"/>
                </a:lnTo>
                <a:lnTo>
                  <a:pt x="0" y="6858000"/>
                </a:lnTo>
                <a:lnTo>
                  <a:pt x="127000" y="6858000"/>
                </a:lnTo>
                <a:lnTo>
                  <a:pt x="127000" y="897001"/>
                </a:lnTo>
                <a:lnTo>
                  <a:pt x="317500" y="706501"/>
                </a:lnTo>
                <a:lnTo>
                  <a:pt x="317500" y="0"/>
                </a:lnTo>
                <a:close/>
              </a:path>
            </a:pathLst>
          </a:custGeom>
          <a:solidFill>
            <a:schemeClr val="tx2"/>
          </a:solidFill>
        </p:spPr>
        <p:txBody>
          <a:bodyPr wrap="square" lIns="0" tIns="0" rIns="0" bIns="0" rtlCol="0"/>
          <a:lstStyle/>
          <a:p>
            <a:endParaRPr/>
          </a:p>
        </p:txBody>
      </p:sp>
      <p:grpSp>
        <p:nvGrpSpPr>
          <p:cNvPr id="18" name="object 13">
            <a:extLst>
              <a:ext uri="{FF2B5EF4-FFF2-40B4-BE49-F238E27FC236}">
                <a16:creationId xmlns:a16="http://schemas.microsoft.com/office/drawing/2014/main" id="{3B9CA242-E922-4046-A4A0-2A19F5515D15}"/>
              </a:ext>
            </a:extLst>
          </p:cNvPr>
          <p:cNvGrpSpPr/>
          <p:nvPr userDrawn="1"/>
        </p:nvGrpSpPr>
        <p:grpSpPr>
          <a:xfrm>
            <a:off x="12065000" y="0"/>
            <a:ext cx="127000" cy="6858000"/>
            <a:chOff x="12065000" y="0"/>
            <a:chExt cx="127000" cy="6858000"/>
          </a:xfrm>
        </p:grpSpPr>
        <p:sp>
          <p:nvSpPr>
            <p:cNvPr id="19" name="object 14">
              <a:extLst>
                <a:ext uri="{FF2B5EF4-FFF2-40B4-BE49-F238E27FC236}">
                  <a16:creationId xmlns:a16="http://schemas.microsoft.com/office/drawing/2014/main" id="{CA4B219B-A175-EF40-A15F-A701A079558D}"/>
                </a:ext>
              </a:extLst>
            </p:cNvPr>
            <p:cNvSpPr/>
            <p:nvPr/>
          </p:nvSpPr>
          <p:spPr>
            <a:xfrm>
              <a:off x="12065000" y="0"/>
              <a:ext cx="127000" cy="5143500"/>
            </a:xfrm>
            <a:custGeom>
              <a:avLst/>
              <a:gdLst/>
              <a:ahLst/>
              <a:cxnLst/>
              <a:rect l="l" t="t" r="r" b="b"/>
              <a:pathLst>
                <a:path w="127000" h="5143500">
                  <a:moveTo>
                    <a:pt x="0" y="5143500"/>
                  </a:moveTo>
                  <a:lnTo>
                    <a:pt x="127000" y="5143500"/>
                  </a:lnTo>
                  <a:lnTo>
                    <a:pt x="127000" y="0"/>
                  </a:lnTo>
                  <a:lnTo>
                    <a:pt x="0" y="0"/>
                  </a:lnTo>
                  <a:lnTo>
                    <a:pt x="0" y="5143500"/>
                  </a:lnTo>
                  <a:close/>
                </a:path>
              </a:pathLst>
            </a:custGeom>
            <a:solidFill>
              <a:schemeClr val="tx2"/>
            </a:solidFill>
          </p:spPr>
          <p:txBody>
            <a:bodyPr wrap="square" lIns="0" tIns="0" rIns="0" bIns="0" rtlCol="0"/>
            <a:lstStyle/>
            <a:p>
              <a:endParaRPr/>
            </a:p>
          </p:txBody>
        </p:sp>
        <p:sp>
          <p:nvSpPr>
            <p:cNvPr id="20" name="object 15">
              <a:extLst>
                <a:ext uri="{FF2B5EF4-FFF2-40B4-BE49-F238E27FC236}">
                  <a16:creationId xmlns:a16="http://schemas.microsoft.com/office/drawing/2014/main" id="{C8D469FA-9FDD-EF41-ACCC-B01BE68742AB}"/>
                </a:ext>
              </a:extLst>
            </p:cNvPr>
            <p:cNvSpPr/>
            <p:nvPr/>
          </p:nvSpPr>
          <p:spPr>
            <a:xfrm>
              <a:off x="12065000" y="5143500"/>
              <a:ext cx="127000" cy="1714500"/>
            </a:xfrm>
            <a:custGeom>
              <a:avLst/>
              <a:gdLst/>
              <a:ahLst/>
              <a:cxnLst/>
              <a:rect l="l" t="t" r="r" b="b"/>
              <a:pathLst>
                <a:path w="127000" h="1714500">
                  <a:moveTo>
                    <a:pt x="127000" y="0"/>
                  </a:moveTo>
                  <a:lnTo>
                    <a:pt x="0" y="0"/>
                  </a:lnTo>
                  <a:lnTo>
                    <a:pt x="0" y="1714500"/>
                  </a:lnTo>
                  <a:lnTo>
                    <a:pt x="127000" y="1714500"/>
                  </a:lnTo>
                  <a:lnTo>
                    <a:pt x="127000" y="0"/>
                  </a:lnTo>
                  <a:close/>
                </a:path>
              </a:pathLst>
            </a:custGeom>
            <a:solidFill>
              <a:schemeClr val="bg2"/>
            </a:solidFill>
          </p:spPr>
          <p:txBody>
            <a:bodyPr wrap="square" lIns="0" tIns="0" rIns="0" bIns="0" rtlCol="0"/>
            <a:lstStyle/>
            <a:p>
              <a:endParaRPr/>
            </a:p>
          </p:txBody>
        </p:sp>
      </p:grpSp>
      <p:sp>
        <p:nvSpPr>
          <p:cNvPr id="11" name="object 27">
            <a:extLst>
              <a:ext uri="{FF2B5EF4-FFF2-40B4-BE49-F238E27FC236}">
                <a16:creationId xmlns:a16="http://schemas.microsoft.com/office/drawing/2014/main" id="{FFC84441-6692-4387-9720-108E5AFC0481}"/>
              </a:ext>
            </a:extLst>
          </p:cNvPr>
          <p:cNvSpPr txBox="1"/>
          <p:nvPr userDrawn="1"/>
        </p:nvSpPr>
        <p:spPr>
          <a:xfrm>
            <a:off x="1283625" y="6509295"/>
            <a:ext cx="2540000" cy="166712"/>
          </a:xfrm>
          <a:prstGeom prst="rect">
            <a:avLst/>
          </a:prstGeom>
        </p:spPr>
        <p:txBody>
          <a:bodyPr vert="horz" wrap="square" lIns="0" tIns="12700" rIns="0" bIns="0" rtlCol="0">
            <a:spAutoFit/>
          </a:bodyPr>
          <a:lstStyle/>
          <a:p>
            <a:pPr marL="12700">
              <a:lnSpc>
                <a:spcPct val="100000"/>
              </a:lnSpc>
              <a:spcBef>
                <a:spcPts val="100"/>
              </a:spcBef>
            </a:pPr>
            <a:r>
              <a:rPr lang="en" sz="1000" b="1" i="0" spc="-5">
                <a:solidFill>
                  <a:schemeClr val="tx2"/>
                </a:solidFill>
                <a:latin typeface="+mj-ea"/>
                <a:ea typeface="+mj-ea"/>
                <a:cs typeface="Arial"/>
              </a:rPr>
              <a:t>NSW Inc. </a:t>
            </a:r>
            <a:r>
              <a:rPr lang="en" sz="1000" b="0" i="0" spc="-5">
                <a:solidFill>
                  <a:schemeClr val="tx2"/>
                </a:solidFill>
                <a:latin typeface="+mj-ea"/>
                <a:ea typeface="+mj-ea"/>
                <a:cs typeface="Arial"/>
              </a:rPr>
              <a:t>| Confidential and Proprietary</a:t>
            </a:r>
            <a:endParaRPr sz="1000" b="0" i="0">
              <a:solidFill>
                <a:schemeClr val="tx2"/>
              </a:solidFill>
              <a:latin typeface="+mj-ea"/>
              <a:ea typeface="+mj-ea"/>
              <a:cs typeface="Arial"/>
            </a:endParaRPr>
          </a:p>
        </p:txBody>
      </p:sp>
      <p:pic>
        <p:nvPicPr>
          <p:cNvPr id="15" name="図 14" descr="ロゴ&#10;&#10;自動的に生成された説明">
            <a:extLst>
              <a:ext uri="{FF2B5EF4-FFF2-40B4-BE49-F238E27FC236}">
                <a16:creationId xmlns:a16="http://schemas.microsoft.com/office/drawing/2014/main" id="{2285CD2C-186C-4154-82B7-0EFE7BED1747}"/>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322681" y="6418445"/>
            <a:ext cx="776605" cy="257561"/>
          </a:xfrm>
          <a:prstGeom prst="rect">
            <a:avLst/>
          </a:prstGeom>
        </p:spPr>
      </p:pic>
      <p:sp>
        <p:nvSpPr>
          <p:cNvPr id="21" name="コンテンツ プレースホルダー 2">
            <a:extLst>
              <a:ext uri="{FF2B5EF4-FFF2-40B4-BE49-F238E27FC236}">
                <a16:creationId xmlns:a16="http://schemas.microsoft.com/office/drawing/2014/main" id="{C554BFA8-19F3-D7AE-5D1D-BFA430CABECD}"/>
              </a:ext>
            </a:extLst>
          </p:cNvPr>
          <p:cNvSpPr>
            <a:spLocks noGrp="1"/>
          </p:cNvSpPr>
          <p:nvPr>
            <p:ph sz="half" idx="1" hasCustomPrompt="1"/>
          </p:nvPr>
        </p:nvSpPr>
        <p:spPr>
          <a:xfrm>
            <a:off x="337038" y="1274764"/>
            <a:ext cx="8523382" cy="396000"/>
          </a:xfrm>
          <a:prstGeom prst="rect">
            <a:avLst/>
          </a:prstGeom>
        </p:spPr>
        <p:txBody>
          <a:bodyPr lIns="0" tIns="36000" rIns="0" bIns="36000"/>
          <a:lstStyle>
            <a:lvl1pPr marL="360000" indent="-360000">
              <a:lnSpc>
                <a:spcPct val="120000"/>
              </a:lnSpc>
              <a:spcBef>
                <a:spcPts val="0"/>
              </a:spcBef>
              <a:spcAft>
                <a:spcPts val="0"/>
              </a:spcAft>
              <a:buClr>
                <a:schemeClr val="bg2"/>
              </a:buClr>
              <a:buSzPct val="100000"/>
              <a:buFont typeface="Wingdings" panose="05000000000000000000" pitchFamily="2" charset="2"/>
              <a:buChar char="l"/>
              <a:defRPr sz="2500" b="0">
                <a:solidFill>
                  <a:schemeClr val="tx1"/>
                </a:solidFill>
                <a:latin typeface="+mj-lt"/>
                <a:ea typeface="+mn-ea"/>
              </a:defRPr>
            </a:lvl1pPr>
            <a:lvl2pPr marL="702900" indent="-342900">
              <a:lnSpc>
                <a:spcPct val="120000"/>
              </a:lnSpc>
              <a:buClr>
                <a:schemeClr val="bg2"/>
              </a:buClr>
              <a:buFont typeface="Arial" panose="020B0604020202020204" pitchFamily="34" charset="0"/>
              <a:buChar char="•"/>
              <a:defRPr sz="2500" b="0">
                <a:solidFill>
                  <a:schemeClr val="tx1"/>
                </a:solidFill>
                <a:latin typeface="+mj-lt"/>
                <a:ea typeface="+mn-ea"/>
              </a:defRPr>
            </a:lvl2pPr>
            <a:lvl3pPr marL="1062900" indent="-342900">
              <a:lnSpc>
                <a:spcPct val="120000"/>
              </a:lnSpc>
              <a:spcBef>
                <a:spcPts val="0"/>
              </a:spcBef>
              <a:buClr>
                <a:schemeClr val="bg2"/>
              </a:buClr>
              <a:buFont typeface="Arial" panose="020B0604020202020204" pitchFamily="34" charset="0"/>
              <a:buChar char="•"/>
              <a:defRPr sz="2500" b="0">
                <a:solidFill>
                  <a:schemeClr val="tx1"/>
                </a:solidFill>
                <a:latin typeface="+mj-lt"/>
                <a:ea typeface="+mn-ea"/>
              </a:defRPr>
            </a:lvl3pPr>
            <a:lvl4pPr marL="1422900" indent="-342900">
              <a:lnSpc>
                <a:spcPct val="120000"/>
              </a:lnSpc>
              <a:spcBef>
                <a:spcPts val="0"/>
              </a:spcBef>
              <a:buClr>
                <a:schemeClr val="bg2"/>
              </a:buClr>
              <a:buFont typeface="Arial" panose="020B0604020202020204" pitchFamily="34" charset="0"/>
              <a:buChar char="•"/>
              <a:defRPr sz="2500" b="0">
                <a:solidFill>
                  <a:schemeClr val="tx1"/>
                </a:solidFill>
                <a:latin typeface="+mj-lt"/>
                <a:ea typeface="+mn-ea"/>
              </a:defRPr>
            </a:lvl4pPr>
            <a:lvl5pPr marL="1782900" indent="-342900">
              <a:lnSpc>
                <a:spcPct val="120000"/>
              </a:lnSpc>
              <a:spcBef>
                <a:spcPts val="0"/>
              </a:spcBef>
              <a:buClr>
                <a:schemeClr val="bg2"/>
              </a:buClr>
              <a:buFont typeface="Arial" panose="020B0604020202020204" pitchFamily="34" charset="0"/>
              <a:buChar char="•"/>
              <a:defRPr sz="2500" b="0">
                <a:solidFill>
                  <a:schemeClr val="tx1"/>
                </a:solidFill>
                <a:latin typeface="+mj-lt"/>
                <a:ea typeface="+mn-ea"/>
              </a:defRPr>
            </a:lvl5pPr>
            <a:lvl6pPr marL="2338179" indent="0">
              <a:buClrTx/>
              <a:buFont typeface="Arial" panose="020B0604020202020204" pitchFamily="34" charset="0"/>
              <a:buNone/>
              <a:defRPr sz="2400">
                <a:solidFill>
                  <a:schemeClr val="bg2"/>
                </a:solidFill>
                <a:latin typeface="+mn-ea"/>
                <a:ea typeface="+mn-ea"/>
              </a:defRPr>
            </a:lvl6pPr>
            <a:lvl7pPr marL="2805815" indent="0">
              <a:buClrTx/>
              <a:buFont typeface="Arial" panose="020B0604020202020204" pitchFamily="34" charset="0"/>
              <a:buNone/>
              <a:defRPr sz="2400">
                <a:solidFill>
                  <a:schemeClr val="bg2"/>
                </a:solidFill>
                <a:latin typeface="+mn-ea"/>
                <a:ea typeface="+mn-ea"/>
              </a:defRPr>
            </a:lvl7pPr>
            <a:lvl8pPr>
              <a:defRPr sz="1841"/>
            </a:lvl8pPr>
            <a:lvl9pPr>
              <a:defRPr sz="1841"/>
            </a:lvl9pPr>
          </a:lstStyle>
          <a:p>
            <a:pPr lvl="0"/>
            <a:r>
              <a:rPr lang="ja-JP" altLang="en-US"/>
              <a:t>テキスト（リスト：箇条書き）</a:t>
            </a:r>
            <a:endParaRPr lang="en-US" altLang="ja-JP"/>
          </a:p>
          <a:p>
            <a:pPr lvl="1"/>
            <a:r>
              <a:rPr lang="ja-JP" altLang="en-US"/>
              <a:t>テキスト</a:t>
            </a:r>
            <a:endParaRPr lang="en-US" altLang="ja-JP"/>
          </a:p>
          <a:p>
            <a:pPr lvl="2"/>
            <a:r>
              <a:rPr lang="ja-JP" altLang="en-US"/>
              <a:t>テキスト</a:t>
            </a:r>
            <a:endParaRPr lang="en-US" altLang="ja-JP"/>
          </a:p>
          <a:p>
            <a:pPr lvl="3"/>
            <a:r>
              <a:rPr lang="ja-JP" altLang="en-US"/>
              <a:t>テキスト</a:t>
            </a:r>
            <a:endParaRPr lang="en-US" altLang="ja-JP"/>
          </a:p>
          <a:p>
            <a:pPr lvl="4"/>
            <a:r>
              <a:rPr lang="ja-JP" altLang="en-US"/>
              <a:t>テキスト</a:t>
            </a:r>
            <a:endParaRPr lang="en-US" altLang="ja-JP"/>
          </a:p>
        </p:txBody>
      </p:sp>
    </p:spTree>
    <p:extLst>
      <p:ext uri="{BB962C8B-B14F-4D97-AF65-F5344CB8AC3E}">
        <p14:creationId xmlns:p14="http://schemas.microsoft.com/office/powerpoint/2010/main" val="1522872456"/>
      </p:ext>
    </p:extLst>
  </p:cSld>
  <p:clrMapOvr>
    <a:masterClrMapping/>
  </p:clrMapOvr>
  <p:extLst>
    <p:ext uri="{DCECCB84-F9BA-43D5-87BE-67443E8EF086}">
      <p15:sldGuideLst xmlns:p15="http://schemas.microsoft.com/office/powerpoint/2012/main">
        <p15:guide id="1" orient="horz" pos="3884">
          <p15:clr>
            <a:srgbClr val="FBAE40"/>
          </p15:clr>
        </p15:guide>
        <p15:guide id="3" orient="horz" pos="142">
          <p15:clr>
            <a:srgbClr val="FBAE40"/>
          </p15:clr>
        </p15:guide>
        <p15:guide id="4" pos="211">
          <p15:clr>
            <a:srgbClr val="FBAE40"/>
          </p15:clr>
        </p15:guide>
        <p15:guide id="5" pos="7469">
          <p15:clr>
            <a:srgbClr val="FBAE40"/>
          </p15:clr>
        </p15:guide>
        <p15:guide id="6" orient="horz" pos="527">
          <p15:clr>
            <a:srgbClr val="FBAE40"/>
          </p15:clr>
        </p15:guide>
        <p15:guide id="7" pos="3704">
          <p15:clr>
            <a:srgbClr val="FBAE40"/>
          </p15:clr>
        </p15:guide>
        <p15:guide id="8" pos="3976">
          <p15:clr>
            <a:srgbClr val="FBAE40"/>
          </p15:clr>
        </p15:guide>
        <p15:guide id="9" orient="horz" pos="216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BASIC＋NAGA＿D">
    <p:spTree>
      <p:nvGrpSpPr>
        <p:cNvPr id="1" name=""/>
        <p:cNvGrpSpPr/>
        <p:nvPr/>
      </p:nvGrpSpPr>
      <p:grpSpPr>
        <a:xfrm>
          <a:off x="0" y="0"/>
          <a:ext cx="0" cy="0"/>
          <a:chOff x="0" y="0"/>
          <a:chExt cx="0" cy="0"/>
        </a:xfrm>
      </p:grpSpPr>
      <p:pic>
        <p:nvPicPr>
          <p:cNvPr id="14" name="図 13" descr="グラフィカル ユーザー インターフェイス, アプリケーション&#10;&#10;自動的に生成された説明">
            <a:extLst>
              <a:ext uri="{FF2B5EF4-FFF2-40B4-BE49-F238E27FC236}">
                <a16:creationId xmlns:a16="http://schemas.microsoft.com/office/drawing/2014/main" id="{346B4444-2EF4-F155-D3D9-ABA8D44A831D}"/>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12" name="Holder 2">
            <a:extLst>
              <a:ext uri="{FF2B5EF4-FFF2-40B4-BE49-F238E27FC236}">
                <a16:creationId xmlns:a16="http://schemas.microsoft.com/office/drawing/2014/main" id="{BCA7EB43-4EB5-3748-ACFE-C4696148CB6A}"/>
              </a:ext>
            </a:extLst>
          </p:cNvPr>
          <p:cNvSpPr>
            <a:spLocks noGrp="1"/>
          </p:cNvSpPr>
          <p:nvPr>
            <p:ph type="title"/>
          </p:nvPr>
        </p:nvSpPr>
        <p:spPr>
          <a:xfrm>
            <a:off x="590308" y="225425"/>
            <a:ext cx="11266729" cy="604519"/>
          </a:xfrm>
          <a:prstGeom prst="rect">
            <a:avLst/>
          </a:prstGeom>
        </p:spPr>
        <p:txBody>
          <a:bodyPr lIns="0" tIns="0" rIns="0" bIns="0"/>
          <a:lstStyle>
            <a:lvl1pPr>
              <a:defRPr sz="3800" b="0" i="0" spc="-70" baseline="0">
                <a:solidFill>
                  <a:schemeClr val="tx2"/>
                </a:solidFill>
                <a:latin typeface="+mj-ea"/>
                <a:ea typeface="+mj-ea"/>
                <a:cs typeface="游ゴシック" panose="020B0400000000000000" pitchFamily="50" charset="-128"/>
              </a:defRPr>
            </a:lvl1pPr>
          </a:lstStyle>
          <a:p>
            <a:endParaRPr/>
          </a:p>
        </p:txBody>
      </p:sp>
      <p:sp>
        <p:nvSpPr>
          <p:cNvPr id="13" name="Holder 6">
            <a:extLst>
              <a:ext uri="{FF2B5EF4-FFF2-40B4-BE49-F238E27FC236}">
                <a16:creationId xmlns:a16="http://schemas.microsoft.com/office/drawing/2014/main" id="{F2D706C3-33A9-5243-B948-806E9E28E951}"/>
              </a:ext>
            </a:extLst>
          </p:cNvPr>
          <p:cNvSpPr>
            <a:spLocks noGrp="1"/>
          </p:cNvSpPr>
          <p:nvPr>
            <p:ph type="sldNum" sz="quarter" idx="7"/>
          </p:nvPr>
        </p:nvSpPr>
        <p:spPr>
          <a:xfrm>
            <a:off x="11521440" y="6518701"/>
            <a:ext cx="375920" cy="150246"/>
          </a:xfrm>
          <a:prstGeom prst="rect">
            <a:avLst/>
          </a:prstGeom>
        </p:spPr>
        <p:txBody>
          <a:bodyPr lIns="0" tIns="0" rIns="0" bIns="0"/>
          <a:lstStyle>
            <a:lvl1pPr algn="r">
              <a:defRPr sz="1200" b="0" i="0">
                <a:solidFill>
                  <a:schemeClr val="bg1"/>
                </a:solidFill>
                <a:latin typeface="+mn-ea"/>
                <a:ea typeface="+mn-ea"/>
              </a:defRPr>
            </a:lvl1pPr>
          </a:lstStyle>
          <a:p>
            <a:fld id="{B6F15528-21DE-4FAA-801E-634DDDAF4B2B}" type="slidenum">
              <a:rPr lang="en-US" altLang="ja-JP" smtClean="0"/>
              <a:pPr/>
              <a:t>‹#›</a:t>
            </a:fld>
            <a:endParaRPr lang="en-US" altLang="ja-JP"/>
          </a:p>
        </p:txBody>
      </p:sp>
      <p:sp>
        <p:nvSpPr>
          <p:cNvPr id="16" name="object 10">
            <a:extLst>
              <a:ext uri="{FF2B5EF4-FFF2-40B4-BE49-F238E27FC236}">
                <a16:creationId xmlns:a16="http://schemas.microsoft.com/office/drawing/2014/main" id="{C606A044-4610-7C43-8D37-13180508D5CA}"/>
              </a:ext>
            </a:extLst>
          </p:cNvPr>
          <p:cNvSpPr/>
          <p:nvPr/>
        </p:nvSpPr>
        <p:spPr>
          <a:xfrm>
            <a:off x="127000" y="325499"/>
            <a:ext cx="190500" cy="706755"/>
          </a:xfrm>
          <a:custGeom>
            <a:avLst/>
            <a:gdLst/>
            <a:ahLst/>
            <a:cxnLst/>
            <a:rect l="l" t="t" r="r" b="b"/>
            <a:pathLst>
              <a:path w="190500" h="706755">
                <a:moveTo>
                  <a:pt x="190500" y="0"/>
                </a:moveTo>
                <a:lnTo>
                  <a:pt x="0" y="0"/>
                </a:lnTo>
                <a:lnTo>
                  <a:pt x="0" y="706501"/>
                </a:lnTo>
                <a:lnTo>
                  <a:pt x="190500" y="516000"/>
                </a:lnTo>
                <a:lnTo>
                  <a:pt x="190500" y="0"/>
                </a:lnTo>
                <a:close/>
              </a:path>
            </a:pathLst>
          </a:custGeom>
          <a:solidFill>
            <a:schemeClr val="bg2"/>
          </a:solidFill>
        </p:spPr>
        <p:txBody>
          <a:bodyPr wrap="square" lIns="0" tIns="0" rIns="0" bIns="0" rtlCol="0"/>
          <a:lstStyle/>
          <a:p>
            <a:endParaRPr/>
          </a:p>
        </p:txBody>
      </p:sp>
      <p:sp>
        <p:nvSpPr>
          <p:cNvPr id="17" name="object 11">
            <a:extLst>
              <a:ext uri="{FF2B5EF4-FFF2-40B4-BE49-F238E27FC236}">
                <a16:creationId xmlns:a16="http://schemas.microsoft.com/office/drawing/2014/main" id="{BA922A8D-7A60-6446-AE73-13BDFB0ADE71}"/>
              </a:ext>
            </a:extLst>
          </p:cNvPr>
          <p:cNvSpPr/>
          <p:nvPr/>
        </p:nvSpPr>
        <p:spPr>
          <a:xfrm>
            <a:off x="0" y="0"/>
            <a:ext cx="317500" cy="6858000"/>
          </a:xfrm>
          <a:custGeom>
            <a:avLst/>
            <a:gdLst/>
            <a:ahLst/>
            <a:cxnLst/>
            <a:rect l="l" t="t" r="r" b="b"/>
            <a:pathLst>
              <a:path w="317500" h="6858000">
                <a:moveTo>
                  <a:pt x="317500" y="0"/>
                </a:moveTo>
                <a:lnTo>
                  <a:pt x="0" y="0"/>
                </a:lnTo>
                <a:lnTo>
                  <a:pt x="0" y="6858000"/>
                </a:lnTo>
                <a:lnTo>
                  <a:pt x="127000" y="6858000"/>
                </a:lnTo>
                <a:lnTo>
                  <a:pt x="127000" y="897001"/>
                </a:lnTo>
                <a:lnTo>
                  <a:pt x="317500" y="706501"/>
                </a:lnTo>
                <a:lnTo>
                  <a:pt x="317500" y="0"/>
                </a:lnTo>
                <a:close/>
              </a:path>
            </a:pathLst>
          </a:custGeom>
          <a:solidFill>
            <a:schemeClr val="tx2"/>
          </a:solidFill>
        </p:spPr>
        <p:txBody>
          <a:bodyPr wrap="square" lIns="0" tIns="0" rIns="0" bIns="0" rtlCol="0"/>
          <a:lstStyle/>
          <a:p>
            <a:endParaRPr/>
          </a:p>
        </p:txBody>
      </p:sp>
      <p:grpSp>
        <p:nvGrpSpPr>
          <p:cNvPr id="18" name="object 13">
            <a:extLst>
              <a:ext uri="{FF2B5EF4-FFF2-40B4-BE49-F238E27FC236}">
                <a16:creationId xmlns:a16="http://schemas.microsoft.com/office/drawing/2014/main" id="{3B9CA242-E922-4046-A4A0-2A19F5515D15}"/>
              </a:ext>
            </a:extLst>
          </p:cNvPr>
          <p:cNvGrpSpPr/>
          <p:nvPr userDrawn="1"/>
        </p:nvGrpSpPr>
        <p:grpSpPr>
          <a:xfrm>
            <a:off x="12065000" y="0"/>
            <a:ext cx="127000" cy="6858000"/>
            <a:chOff x="12065000" y="0"/>
            <a:chExt cx="127000" cy="6858000"/>
          </a:xfrm>
        </p:grpSpPr>
        <p:sp>
          <p:nvSpPr>
            <p:cNvPr id="19" name="object 14">
              <a:extLst>
                <a:ext uri="{FF2B5EF4-FFF2-40B4-BE49-F238E27FC236}">
                  <a16:creationId xmlns:a16="http://schemas.microsoft.com/office/drawing/2014/main" id="{CA4B219B-A175-EF40-A15F-A701A079558D}"/>
                </a:ext>
              </a:extLst>
            </p:cNvPr>
            <p:cNvSpPr/>
            <p:nvPr/>
          </p:nvSpPr>
          <p:spPr>
            <a:xfrm>
              <a:off x="12065000" y="0"/>
              <a:ext cx="127000" cy="5143500"/>
            </a:xfrm>
            <a:custGeom>
              <a:avLst/>
              <a:gdLst/>
              <a:ahLst/>
              <a:cxnLst/>
              <a:rect l="l" t="t" r="r" b="b"/>
              <a:pathLst>
                <a:path w="127000" h="5143500">
                  <a:moveTo>
                    <a:pt x="0" y="5143500"/>
                  </a:moveTo>
                  <a:lnTo>
                    <a:pt x="127000" y="5143500"/>
                  </a:lnTo>
                  <a:lnTo>
                    <a:pt x="127000" y="0"/>
                  </a:lnTo>
                  <a:lnTo>
                    <a:pt x="0" y="0"/>
                  </a:lnTo>
                  <a:lnTo>
                    <a:pt x="0" y="5143500"/>
                  </a:lnTo>
                  <a:close/>
                </a:path>
              </a:pathLst>
            </a:custGeom>
            <a:solidFill>
              <a:schemeClr val="tx2"/>
            </a:solidFill>
          </p:spPr>
          <p:txBody>
            <a:bodyPr wrap="square" lIns="0" tIns="0" rIns="0" bIns="0" rtlCol="0"/>
            <a:lstStyle/>
            <a:p>
              <a:endParaRPr/>
            </a:p>
          </p:txBody>
        </p:sp>
        <p:sp>
          <p:nvSpPr>
            <p:cNvPr id="20" name="object 15">
              <a:extLst>
                <a:ext uri="{FF2B5EF4-FFF2-40B4-BE49-F238E27FC236}">
                  <a16:creationId xmlns:a16="http://schemas.microsoft.com/office/drawing/2014/main" id="{C8D469FA-9FDD-EF41-ACCC-B01BE68742AB}"/>
                </a:ext>
              </a:extLst>
            </p:cNvPr>
            <p:cNvSpPr/>
            <p:nvPr/>
          </p:nvSpPr>
          <p:spPr>
            <a:xfrm>
              <a:off x="12065000" y="5143500"/>
              <a:ext cx="127000" cy="1714500"/>
            </a:xfrm>
            <a:custGeom>
              <a:avLst/>
              <a:gdLst/>
              <a:ahLst/>
              <a:cxnLst/>
              <a:rect l="l" t="t" r="r" b="b"/>
              <a:pathLst>
                <a:path w="127000" h="1714500">
                  <a:moveTo>
                    <a:pt x="127000" y="0"/>
                  </a:moveTo>
                  <a:lnTo>
                    <a:pt x="0" y="0"/>
                  </a:lnTo>
                  <a:lnTo>
                    <a:pt x="0" y="1714500"/>
                  </a:lnTo>
                  <a:lnTo>
                    <a:pt x="127000" y="1714500"/>
                  </a:lnTo>
                  <a:lnTo>
                    <a:pt x="127000" y="0"/>
                  </a:lnTo>
                  <a:close/>
                </a:path>
              </a:pathLst>
            </a:custGeom>
            <a:solidFill>
              <a:schemeClr val="bg2"/>
            </a:solidFill>
          </p:spPr>
          <p:txBody>
            <a:bodyPr wrap="square" lIns="0" tIns="0" rIns="0" bIns="0" rtlCol="0"/>
            <a:lstStyle/>
            <a:p>
              <a:endParaRPr/>
            </a:p>
          </p:txBody>
        </p:sp>
      </p:grpSp>
      <p:sp>
        <p:nvSpPr>
          <p:cNvPr id="11" name="object 27">
            <a:extLst>
              <a:ext uri="{FF2B5EF4-FFF2-40B4-BE49-F238E27FC236}">
                <a16:creationId xmlns:a16="http://schemas.microsoft.com/office/drawing/2014/main" id="{FFC84441-6692-4387-9720-108E5AFC0481}"/>
              </a:ext>
            </a:extLst>
          </p:cNvPr>
          <p:cNvSpPr txBox="1"/>
          <p:nvPr userDrawn="1"/>
        </p:nvSpPr>
        <p:spPr>
          <a:xfrm>
            <a:off x="1283625" y="6509295"/>
            <a:ext cx="2540000" cy="166712"/>
          </a:xfrm>
          <a:prstGeom prst="rect">
            <a:avLst/>
          </a:prstGeom>
        </p:spPr>
        <p:txBody>
          <a:bodyPr vert="horz" wrap="square" lIns="0" tIns="12700" rIns="0" bIns="0" rtlCol="0">
            <a:spAutoFit/>
          </a:bodyPr>
          <a:lstStyle/>
          <a:p>
            <a:pPr marL="12700">
              <a:lnSpc>
                <a:spcPct val="100000"/>
              </a:lnSpc>
              <a:spcBef>
                <a:spcPts val="100"/>
              </a:spcBef>
            </a:pPr>
            <a:r>
              <a:rPr lang="en" sz="1000" b="1" i="0" spc="-5">
                <a:solidFill>
                  <a:schemeClr val="tx2"/>
                </a:solidFill>
                <a:latin typeface="+mj-ea"/>
                <a:ea typeface="+mj-ea"/>
                <a:cs typeface="Arial"/>
              </a:rPr>
              <a:t>NSW Inc. </a:t>
            </a:r>
            <a:r>
              <a:rPr lang="en" sz="1000" b="0" i="0" spc="-5">
                <a:solidFill>
                  <a:schemeClr val="tx2"/>
                </a:solidFill>
                <a:latin typeface="+mj-ea"/>
                <a:ea typeface="+mj-ea"/>
                <a:cs typeface="Arial"/>
              </a:rPr>
              <a:t>| Confidential and Proprietary</a:t>
            </a:r>
            <a:endParaRPr sz="1000" b="0" i="0">
              <a:solidFill>
                <a:schemeClr val="tx2"/>
              </a:solidFill>
              <a:latin typeface="+mj-ea"/>
              <a:ea typeface="+mj-ea"/>
              <a:cs typeface="Arial"/>
            </a:endParaRPr>
          </a:p>
        </p:txBody>
      </p:sp>
      <p:pic>
        <p:nvPicPr>
          <p:cNvPr id="15" name="図 14" descr="ロゴ&#10;&#10;自動的に生成された説明">
            <a:extLst>
              <a:ext uri="{FF2B5EF4-FFF2-40B4-BE49-F238E27FC236}">
                <a16:creationId xmlns:a16="http://schemas.microsoft.com/office/drawing/2014/main" id="{2285CD2C-186C-4154-82B7-0EFE7BED1747}"/>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322681" y="6418445"/>
            <a:ext cx="776605" cy="257561"/>
          </a:xfrm>
          <a:prstGeom prst="rect">
            <a:avLst/>
          </a:prstGeom>
        </p:spPr>
      </p:pic>
      <p:sp>
        <p:nvSpPr>
          <p:cNvPr id="21" name="コンテンツ プレースホルダー 2">
            <a:extLst>
              <a:ext uri="{FF2B5EF4-FFF2-40B4-BE49-F238E27FC236}">
                <a16:creationId xmlns:a16="http://schemas.microsoft.com/office/drawing/2014/main" id="{C554BFA8-19F3-D7AE-5D1D-BFA430CABECD}"/>
              </a:ext>
            </a:extLst>
          </p:cNvPr>
          <p:cNvSpPr>
            <a:spLocks noGrp="1"/>
          </p:cNvSpPr>
          <p:nvPr>
            <p:ph sz="half" idx="1" hasCustomPrompt="1"/>
          </p:nvPr>
        </p:nvSpPr>
        <p:spPr>
          <a:xfrm>
            <a:off x="337038" y="1274764"/>
            <a:ext cx="8523382" cy="396000"/>
          </a:xfrm>
          <a:prstGeom prst="rect">
            <a:avLst/>
          </a:prstGeom>
        </p:spPr>
        <p:txBody>
          <a:bodyPr lIns="0" tIns="36000" rIns="0" bIns="36000"/>
          <a:lstStyle>
            <a:lvl1pPr marL="360000" indent="-360000">
              <a:lnSpc>
                <a:spcPct val="120000"/>
              </a:lnSpc>
              <a:spcBef>
                <a:spcPts val="0"/>
              </a:spcBef>
              <a:spcAft>
                <a:spcPts val="0"/>
              </a:spcAft>
              <a:buClr>
                <a:schemeClr val="bg2"/>
              </a:buClr>
              <a:buSzPct val="100000"/>
              <a:buFont typeface="Wingdings" panose="05000000000000000000" pitchFamily="2" charset="2"/>
              <a:buChar char="l"/>
              <a:defRPr sz="2500" b="0">
                <a:solidFill>
                  <a:schemeClr val="tx1"/>
                </a:solidFill>
                <a:latin typeface="+mj-lt"/>
                <a:ea typeface="+mn-ea"/>
              </a:defRPr>
            </a:lvl1pPr>
            <a:lvl2pPr marL="702900" indent="-342900">
              <a:lnSpc>
                <a:spcPct val="120000"/>
              </a:lnSpc>
              <a:buClr>
                <a:schemeClr val="bg2"/>
              </a:buClr>
              <a:buFont typeface="Arial" panose="020B0604020202020204" pitchFamily="34" charset="0"/>
              <a:buChar char="•"/>
              <a:defRPr sz="2500" b="0">
                <a:solidFill>
                  <a:schemeClr val="tx1"/>
                </a:solidFill>
                <a:latin typeface="+mj-lt"/>
                <a:ea typeface="+mn-ea"/>
              </a:defRPr>
            </a:lvl2pPr>
            <a:lvl3pPr marL="1062900" indent="-342900">
              <a:lnSpc>
                <a:spcPct val="120000"/>
              </a:lnSpc>
              <a:spcBef>
                <a:spcPts val="0"/>
              </a:spcBef>
              <a:buClr>
                <a:schemeClr val="bg2"/>
              </a:buClr>
              <a:buFont typeface="Arial" panose="020B0604020202020204" pitchFamily="34" charset="0"/>
              <a:buChar char="•"/>
              <a:defRPr sz="2500" b="0">
                <a:solidFill>
                  <a:schemeClr val="tx1"/>
                </a:solidFill>
                <a:latin typeface="+mj-lt"/>
                <a:ea typeface="+mn-ea"/>
              </a:defRPr>
            </a:lvl3pPr>
            <a:lvl4pPr marL="1422900" indent="-342900">
              <a:lnSpc>
                <a:spcPct val="120000"/>
              </a:lnSpc>
              <a:spcBef>
                <a:spcPts val="0"/>
              </a:spcBef>
              <a:buClr>
                <a:schemeClr val="bg2"/>
              </a:buClr>
              <a:buFont typeface="Arial" panose="020B0604020202020204" pitchFamily="34" charset="0"/>
              <a:buChar char="•"/>
              <a:defRPr sz="2500" b="0">
                <a:solidFill>
                  <a:schemeClr val="tx1"/>
                </a:solidFill>
                <a:latin typeface="+mj-lt"/>
                <a:ea typeface="+mn-ea"/>
              </a:defRPr>
            </a:lvl4pPr>
            <a:lvl5pPr marL="1782900" indent="-342900">
              <a:lnSpc>
                <a:spcPct val="120000"/>
              </a:lnSpc>
              <a:spcBef>
                <a:spcPts val="0"/>
              </a:spcBef>
              <a:buClr>
                <a:schemeClr val="bg2"/>
              </a:buClr>
              <a:buFont typeface="Arial" panose="020B0604020202020204" pitchFamily="34" charset="0"/>
              <a:buChar char="•"/>
              <a:defRPr sz="2500" b="0">
                <a:solidFill>
                  <a:schemeClr val="tx1"/>
                </a:solidFill>
                <a:latin typeface="+mj-lt"/>
                <a:ea typeface="+mn-ea"/>
              </a:defRPr>
            </a:lvl5pPr>
            <a:lvl6pPr marL="2338179" indent="0">
              <a:buClrTx/>
              <a:buFont typeface="Arial" panose="020B0604020202020204" pitchFamily="34" charset="0"/>
              <a:buNone/>
              <a:defRPr sz="2400">
                <a:solidFill>
                  <a:schemeClr val="bg2"/>
                </a:solidFill>
                <a:latin typeface="+mn-ea"/>
                <a:ea typeface="+mn-ea"/>
              </a:defRPr>
            </a:lvl6pPr>
            <a:lvl7pPr marL="2805815" indent="0">
              <a:buClrTx/>
              <a:buFont typeface="Arial" panose="020B0604020202020204" pitchFamily="34" charset="0"/>
              <a:buNone/>
              <a:defRPr sz="2400">
                <a:solidFill>
                  <a:schemeClr val="bg2"/>
                </a:solidFill>
                <a:latin typeface="+mn-ea"/>
                <a:ea typeface="+mn-ea"/>
              </a:defRPr>
            </a:lvl7pPr>
            <a:lvl8pPr>
              <a:defRPr sz="1841"/>
            </a:lvl8pPr>
            <a:lvl9pPr>
              <a:defRPr sz="1841"/>
            </a:lvl9pPr>
          </a:lstStyle>
          <a:p>
            <a:pPr lvl="0"/>
            <a:r>
              <a:rPr lang="ja-JP" altLang="en-US"/>
              <a:t>テキスト（リスト：箇条書き）</a:t>
            </a:r>
            <a:endParaRPr lang="en-US" altLang="ja-JP"/>
          </a:p>
          <a:p>
            <a:pPr lvl="1"/>
            <a:r>
              <a:rPr lang="ja-JP" altLang="en-US"/>
              <a:t>テキスト</a:t>
            </a:r>
            <a:endParaRPr lang="en-US" altLang="ja-JP"/>
          </a:p>
          <a:p>
            <a:pPr lvl="2"/>
            <a:r>
              <a:rPr lang="ja-JP" altLang="en-US"/>
              <a:t>テキスト</a:t>
            </a:r>
            <a:endParaRPr lang="en-US" altLang="ja-JP"/>
          </a:p>
          <a:p>
            <a:pPr lvl="3"/>
            <a:r>
              <a:rPr lang="ja-JP" altLang="en-US"/>
              <a:t>テキスト</a:t>
            </a:r>
            <a:endParaRPr lang="en-US" altLang="ja-JP"/>
          </a:p>
          <a:p>
            <a:pPr lvl="4"/>
            <a:r>
              <a:rPr lang="ja-JP" altLang="en-US"/>
              <a:t>テキスト</a:t>
            </a:r>
            <a:endParaRPr lang="en-US" altLang="ja-JP"/>
          </a:p>
        </p:txBody>
      </p:sp>
    </p:spTree>
    <p:extLst>
      <p:ext uri="{BB962C8B-B14F-4D97-AF65-F5344CB8AC3E}">
        <p14:creationId xmlns:p14="http://schemas.microsoft.com/office/powerpoint/2010/main" val="344353045"/>
      </p:ext>
    </p:extLst>
  </p:cSld>
  <p:clrMapOvr>
    <a:masterClrMapping/>
  </p:clrMapOvr>
  <p:extLst>
    <p:ext uri="{DCECCB84-F9BA-43D5-87BE-67443E8EF086}">
      <p15:sldGuideLst xmlns:p15="http://schemas.microsoft.com/office/powerpoint/2012/main">
        <p15:guide id="1" orient="horz" pos="3884">
          <p15:clr>
            <a:srgbClr val="FBAE40"/>
          </p15:clr>
        </p15:guide>
        <p15:guide id="3" orient="horz" pos="142">
          <p15:clr>
            <a:srgbClr val="FBAE40"/>
          </p15:clr>
        </p15:guide>
        <p15:guide id="4" pos="211">
          <p15:clr>
            <a:srgbClr val="FBAE40"/>
          </p15:clr>
        </p15:guide>
        <p15:guide id="5" pos="7469">
          <p15:clr>
            <a:srgbClr val="FBAE40"/>
          </p15:clr>
        </p15:guide>
        <p15:guide id="6" orient="horz" pos="527">
          <p15:clr>
            <a:srgbClr val="FBAE40"/>
          </p15:clr>
        </p15:guide>
        <p15:guide id="7" pos="3704">
          <p15:clr>
            <a:srgbClr val="FBAE40"/>
          </p15:clr>
        </p15:guide>
        <p15:guide id="8" pos="3976">
          <p15:clr>
            <a:srgbClr val="FBAE40"/>
          </p15:clr>
        </p15:guide>
        <p15:guide id="9" orient="horz" pos="216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End_2A">
    <p:spTree>
      <p:nvGrpSpPr>
        <p:cNvPr id="1" name=""/>
        <p:cNvGrpSpPr/>
        <p:nvPr/>
      </p:nvGrpSpPr>
      <p:grpSpPr>
        <a:xfrm>
          <a:off x="0" y="0"/>
          <a:ext cx="0" cy="0"/>
          <a:chOff x="0" y="0"/>
          <a:chExt cx="0" cy="0"/>
        </a:xfrm>
      </p:grpSpPr>
      <p:sp>
        <p:nvSpPr>
          <p:cNvPr id="3" name="Holder 6">
            <a:extLst>
              <a:ext uri="{FF2B5EF4-FFF2-40B4-BE49-F238E27FC236}">
                <a16:creationId xmlns:a16="http://schemas.microsoft.com/office/drawing/2014/main" id="{2E802A7A-3293-4D62-807F-50017565664B}"/>
              </a:ext>
            </a:extLst>
          </p:cNvPr>
          <p:cNvSpPr>
            <a:spLocks noGrp="1"/>
          </p:cNvSpPr>
          <p:nvPr>
            <p:ph type="sldNum" sz="quarter" idx="7"/>
          </p:nvPr>
        </p:nvSpPr>
        <p:spPr>
          <a:xfrm>
            <a:off x="11521440" y="6518701"/>
            <a:ext cx="375920" cy="150246"/>
          </a:xfrm>
          <a:prstGeom prst="rect">
            <a:avLst/>
          </a:prstGeom>
        </p:spPr>
        <p:txBody>
          <a:bodyPr lIns="0" tIns="0" rIns="0" bIns="0"/>
          <a:lstStyle>
            <a:lvl1pPr algn="r">
              <a:defRPr sz="1200" b="0" i="0">
                <a:solidFill>
                  <a:schemeClr val="tx1"/>
                </a:solidFill>
                <a:latin typeface="+mn-ea"/>
                <a:ea typeface="+mn-ea"/>
              </a:defRPr>
            </a:lvl1pPr>
          </a:lstStyle>
          <a:p>
            <a:fld id="{B6F15528-21DE-4FAA-801E-634DDDAF4B2B}" type="slidenum">
              <a:rPr lang="en-US" altLang="ja-JP" smtClean="0"/>
              <a:pPr/>
              <a:t>‹#›</a:t>
            </a:fld>
            <a:endParaRPr lang="en-US" altLang="ja-JP"/>
          </a:p>
        </p:txBody>
      </p:sp>
      <p:pic>
        <p:nvPicPr>
          <p:cNvPr id="4" name="図 3" descr="背景パターン&#10;&#10;自動的に生成された説明">
            <a:extLst>
              <a:ext uri="{FF2B5EF4-FFF2-40B4-BE49-F238E27FC236}">
                <a16:creationId xmlns:a16="http://schemas.microsoft.com/office/drawing/2014/main" id="{A4A08382-8AA8-B244-9471-1B4138C40FC9}"/>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5" name="object 15">
            <a:extLst>
              <a:ext uri="{FF2B5EF4-FFF2-40B4-BE49-F238E27FC236}">
                <a16:creationId xmlns:a16="http://schemas.microsoft.com/office/drawing/2014/main" id="{3B73208B-EF34-A34F-9B01-975B8F3E6317}"/>
              </a:ext>
            </a:extLst>
          </p:cNvPr>
          <p:cNvSpPr/>
          <p:nvPr userDrawn="1"/>
        </p:nvSpPr>
        <p:spPr>
          <a:xfrm>
            <a:off x="12065000" y="1"/>
            <a:ext cx="129600" cy="6858000"/>
          </a:xfrm>
          <a:custGeom>
            <a:avLst/>
            <a:gdLst/>
            <a:ahLst/>
            <a:cxnLst/>
            <a:rect l="l" t="t" r="r" b="b"/>
            <a:pathLst>
              <a:path w="127000" h="1714500">
                <a:moveTo>
                  <a:pt x="127000" y="0"/>
                </a:moveTo>
                <a:lnTo>
                  <a:pt x="0" y="0"/>
                </a:lnTo>
                <a:lnTo>
                  <a:pt x="0" y="1714500"/>
                </a:lnTo>
                <a:lnTo>
                  <a:pt x="127000" y="1714500"/>
                </a:lnTo>
                <a:lnTo>
                  <a:pt x="127000" y="0"/>
                </a:lnTo>
                <a:close/>
              </a:path>
            </a:pathLst>
          </a:custGeom>
          <a:solidFill>
            <a:srgbClr val="3278E6"/>
          </a:solidFill>
        </p:spPr>
        <p:txBody>
          <a:bodyPr wrap="square" lIns="0" tIns="0" rIns="0" bIns="0" rtlCol="0"/>
          <a:lstStyle/>
          <a:p>
            <a:endParaRPr/>
          </a:p>
        </p:txBody>
      </p:sp>
      <p:sp>
        <p:nvSpPr>
          <p:cNvPr id="6" name="object 15">
            <a:extLst>
              <a:ext uri="{FF2B5EF4-FFF2-40B4-BE49-F238E27FC236}">
                <a16:creationId xmlns:a16="http://schemas.microsoft.com/office/drawing/2014/main" id="{15244AA4-D3CF-024F-B8D3-BEC21C75A00D}"/>
              </a:ext>
            </a:extLst>
          </p:cNvPr>
          <p:cNvSpPr/>
          <p:nvPr userDrawn="1"/>
        </p:nvSpPr>
        <p:spPr>
          <a:xfrm>
            <a:off x="0" y="1"/>
            <a:ext cx="129600" cy="6858000"/>
          </a:xfrm>
          <a:custGeom>
            <a:avLst/>
            <a:gdLst/>
            <a:ahLst/>
            <a:cxnLst/>
            <a:rect l="l" t="t" r="r" b="b"/>
            <a:pathLst>
              <a:path w="127000" h="1714500">
                <a:moveTo>
                  <a:pt x="127000" y="0"/>
                </a:moveTo>
                <a:lnTo>
                  <a:pt x="0" y="0"/>
                </a:lnTo>
                <a:lnTo>
                  <a:pt x="0" y="1714500"/>
                </a:lnTo>
                <a:lnTo>
                  <a:pt x="127000" y="1714500"/>
                </a:lnTo>
                <a:lnTo>
                  <a:pt x="127000" y="0"/>
                </a:lnTo>
                <a:close/>
              </a:path>
            </a:pathLst>
          </a:custGeom>
          <a:solidFill>
            <a:srgbClr val="3278E6"/>
          </a:solidFill>
        </p:spPr>
        <p:txBody>
          <a:bodyPr wrap="square" lIns="0" tIns="0" rIns="0" bIns="0" rtlCol="0"/>
          <a:lstStyle/>
          <a:p>
            <a:endParaRPr/>
          </a:p>
        </p:txBody>
      </p:sp>
      <p:pic>
        <p:nvPicPr>
          <p:cNvPr id="7" name="図 6" descr="ロゴ&#10;&#10;自動的に生成された説明">
            <a:extLst>
              <a:ext uri="{FF2B5EF4-FFF2-40B4-BE49-F238E27FC236}">
                <a16:creationId xmlns:a16="http://schemas.microsoft.com/office/drawing/2014/main" id="{18AE93D2-8BA9-9E47-A317-37336748B2CD}"/>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4163218" y="2536027"/>
            <a:ext cx="3865740" cy="1282072"/>
          </a:xfrm>
          <a:prstGeom prst="rect">
            <a:avLst/>
          </a:prstGeom>
        </p:spPr>
      </p:pic>
      <p:pic>
        <p:nvPicPr>
          <p:cNvPr id="8" name="図 7">
            <a:extLst>
              <a:ext uri="{FF2B5EF4-FFF2-40B4-BE49-F238E27FC236}">
                <a16:creationId xmlns:a16="http://schemas.microsoft.com/office/drawing/2014/main" id="{26819ACD-70A0-E941-B6B3-B30595BCD06A}"/>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4036741" y="4283865"/>
            <a:ext cx="3962400" cy="406400"/>
          </a:xfrm>
          <a:prstGeom prst="rect">
            <a:avLst/>
          </a:prstGeom>
        </p:spPr>
      </p:pic>
    </p:spTree>
    <p:extLst>
      <p:ext uri="{BB962C8B-B14F-4D97-AF65-F5344CB8AC3E}">
        <p14:creationId xmlns:p14="http://schemas.microsoft.com/office/powerpoint/2010/main" val="552224669"/>
      </p:ext>
    </p:extLst>
  </p:cSld>
  <p:clrMapOvr>
    <a:masterClrMapping/>
  </p:clrMapOvr>
  <p:extLst>
    <p:ext uri="{DCECCB84-F9BA-43D5-87BE-67443E8EF086}">
      <p15:sldGuideLst xmlns:p15="http://schemas.microsoft.com/office/powerpoint/2012/main">
        <p15:guide id="1" orient="horz" pos="3838">
          <p15:clr>
            <a:srgbClr val="FBAE40"/>
          </p15:clr>
        </p15:guide>
        <p15:guide id="2" pos="2275">
          <p15:clr>
            <a:srgbClr val="FBAE40"/>
          </p15:clr>
        </p15:guide>
        <p15:guide id="3" orient="horz" pos="346">
          <p15:clr>
            <a:srgbClr val="FBAE40"/>
          </p15:clr>
        </p15:guide>
        <p15:guide id="4" pos="619">
          <p15:clr>
            <a:srgbClr val="FBAE40"/>
          </p15:clr>
        </p15:guide>
        <p15:guide id="5" pos="706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End_2B">
    <p:spTree>
      <p:nvGrpSpPr>
        <p:cNvPr id="1" name=""/>
        <p:cNvGrpSpPr/>
        <p:nvPr/>
      </p:nvGrpSpPr>
      <p:grpSpPr>
        <a:xfrm>
          <a:off x="0" y="0"/>
          <a:ext cx="0" cy="0"/>
          <a:chOff x="0" y="0"/>
          <a:chExt cx="0" cy="0"/>
        </a:xfrm>
      </p:grpSpPr>
      <p:sp>
        <p:nvSpPr>
          <p:cNvPr id="3" name="Holder 6">
            <a:extLst>
              <a:ext uri="{FF2B5EF4-FFF2-40B4-BE49-F238E27FC236}">
                <a16:creationId xmlns:a16="http://schemas.microsoft.com/office/drawing/2014/main" id="{2E802A7A-3293-4D62-807F-50017565664B}"/>
              </a:ext>
            </a:extLst>
          </p:cNvPr>
          <p:cNvSpPr>
            <a:spLocks noGrp="1"/>
          </p:cNvSpPr>
          <p:nvPr>
            <p:ph type="sldNum" sz="quarter" idx="7"/>
          </p:nvPr>
        </p:nvSpPr>
        <p:spPr>
          <a:xfrm>
            <a:off x="11521440" y="6518701"/>
            <a:ext cx="375920" cy="150246"/>
          </a:xfrm>
          <a:prstGeom prst="rect">
            <a:avLst/>
          </a:prstGeom>
        </p:spPr>
        <p:txBody>
          <a:bodyPr lIns="0" tIns="0" rIns="0" bIns="0"/>
          <a:lstStyle>
            <a:lvl1pPr algn="r">
              <a:defRPr sz="1200" b="0" i="0">
                <a:solidFill>
                  <a:schemeClr val="tx1"/>
                </a:solidFill>
                <a:latin typeface="+mn-ea"/>
                <a:ea typeface="+mn-ea"/>
              </a:defRPr>
            </a:lvl1pPr>
          </a:lstStyle>
          <a:p>
            <a:fld id="{B6F15528-21DE-4FAA-801E-634DDDAF4B2B}" type="slidenum">
              <a:rPr lang="en-US" altLang="ja-JP" smtClean="0"/>
              <a:pPr/>
              <a:t>‹#›</a:t>
            </a:fld>
            <a:endParaRPr lang="en-US" altLang="ja-JP"/>
          </a:p>
        </p:txBody>
      </p:sp>
      <p:pic>
        <p:nvPicPr>
          <p:cNvPr id="4" name="図 3" descr="凧, ボート, 飛ぶ, 水 が含まれている画像&#10;&#10;自動的に生成された説明">
            <a:extLst>
              <a:ext uri="{FF2B5EF4-FFF2-40B4-BE49-F238E27FC236}">
                <a16:creationId xmlns:a16="http://schemas.microsoft.com/office/drawing/2014/main" id="{D160CCA7-4A67-D44A-98CE-B0BFE0D948F5}"/>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5" name="object 15">
            <a:extLst>
              <a:ext uri="{FF2B5EF4-FFF2-40B4-BE49-F238E27FC236}">
                <a16:creationId xmlns:a16="http://schemas.microsoft.com/office/drawing/2014/main" id="{C55D8B58-DBE9-5A4C-A06C-46C9DF7EB254}"/>
              </a:ext>
            </a:extLst>
          </p:cNvPr>
          <p:cNvSpPr/>
          <p:nvPr userDrawn="1"/>
        </p:nvSpPr>
        <p:spPr>
          <a:xfrm>
            <a:off x="12065000" y="1"/>
            <a:ext cx="129600" cy="6858000"/>
          </a:xfrm>
          <a:custGeom>
            <a:avLst/>
            <a:gdLst/>
            <a:ahLst/>
            <a:cxnLst/>
            <a:rect l="l" t="t" r="r" b="b"/>
            <a:pathLst>
              <a:path w="127000" h="1714500">
                <a:moveTo>
                  <a:pt x="127000" y="0"/>
                </a:moveTo>
                <a:lnTo>
                  <a:pt x="0" y="0"/>
                </a:lnTo>
                <a:lnTo>
                  <a:pt x="0" y="1714500"/>
                </a:lnTo>
                <a:lnTo>
                  <a:pt x="127000" y="1714500"/>
                </a:lnTo>
                <a:lnTo>
                  <a:pt x="127000" y="0"/>
                </a:lnTo>
                <a:close/>
              </a:path>
            </a:pathLst>
          </a:custGeom>
          <a:solidFill>
            <a:srgbClr val="3278E6"/>
          </a:solidFill>
        </p:spPr>
        <p:txBody>
          <a:bodyPr wrap="square" lIns="0" tIns="0" rIns="0" bIns="0" rtlCol="0"/>
          <a:lstStyle/>
          <a:p>
            <a:endParaRPr/>
          </a:p>
        </p:txBody>
      </p:sp>
      <p:sp>
        <p:nvSpPr>
          <p:cNvPr id="6" name="object 15">
            <a:extLst>
              <a:ext uri="{FF2B5EF4-FFF2-40B4-BE49-F238E27FC236}">
                <a16:creationId xmlns:a16="http://schemas.microsoft.com/office/drawing/2014/main" id="{BD73E2F1-4958-114F-8A1A-1F7057D20AD6}"/>
              </a:ext>
            </a:extLst>
          </p:cNvPr>
          <p:cNvSpPr/>
          <p:nvPr userDrawn="1"/>
        </p:nvSpPr>
        <p:spPr>
          <a:xfrm>
            <a:off x="0" y="1"/>
            <a:ext cx="129600" cy="6858000"/>
          </a:xfrm>
          <a:custGeom>
            <a:avLst/>
            <a:gdLst/>
            <a:ahLst/>
            <a:cxnLst/>
            <a:rect l="l" t="t" r="r" b="b"/>
            <a:pathLst>
              <a:path w="127000" h="1714500">
                <a:moveTo>
                  <a:pt x="127000" y="0"/>
                </a:moveTo>
                <a:lnTo>
                  <a:pt x="0" y="0"/>
                </a:lnTo>
                <a:lnTo>
                  <a:pt x="0" y="1714500"/>
                </a:lnTo>
                <a:lnTo>
                  <a:pt x="127000" y="1714500"/>
                </a:lnTo>
                <a:lnTo>
                  <a:pt x="127000" y="0"/>
                </a:lnTo>
                <a:close/>
              </a:path>
            </a:pathLst>
          </a:custGeom>
          <a:solidFill>
            <a:srgbClr val="3278E6"/>
          </a:solidFill>
        </p:spPr>
        <p:txBody>
          <a:bodyPr wrap="square" lIns="0" tIns="0" rIns="0" bIns="0" rtlCol="0"/>
          <a:lstStyle/>
          <a:p>
            <a:endParaRPr/>
          </a:p>
        </p:txBody>
      </p:sp>
      <p:pic>
        <p:nvPicPr>
          <p:cNvPr id="7" name="図 6" descr="ロゴ&#10;&#10;自動的に生成された説明">
            <a:extLst>
              <a:ext uri="{FF2B5EF4-FFF2-40B4-BE49-F238E27FC236}">
                <a16:creationId xmlns:a16="http://schemas.microsoft.com/office/drawing/2014/main" id="{3C4EE72B-A3F3-534D-B7AD-2BED2A4A7E94}"/>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4163218" y="2536027"/>
            <a:ext cx="3865740" cy="1282072"/>
          </a:xfrm>
          <a:prstGeom prst="rect">
            <a:avLst/>
          </a:prstGeom>
        </p:spPr>
      </p:pic>
      <p:pic>
        <p:nvPicPr>
          <p:cNvPr id="8" name="図 7">
            <a:extLst>
              <a:ext uri="{FF2B5EF4-FFF2-40B4-BE49-F238E27FC236}">
                <a16:creationId xmlns:a16="http://schemas.microsoft.com/office/drawing/2014/main" id="{1982C802-9772-0445-BAD8-3995B9147159}"/>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4036741" y="4283865"/>
            <a:ext cx="3962400" cy="406400"/>
          </a:xfrm>
          <a:prstGeom prst="rect">
            <a:avLst/>
          </a:prstGeom>
        </p:spPr>
      </p:pic>
    </p:spTree>
    <p:extLst>
      <p:ext uri="{BB962C8B-B14F-4D97-AF65-F5344CB8AC3E}">
        <p14:creationId xmlns:p14="http://schemas.microsoft.com/office/powerpoint/2010/main" val="791279635"/>
      </p:ext>
    </p:extLst>
  </p:cSld>
  <p:clrMapOvr>
    <a:masterClrMapping/>
  </p:clrMapOvr>
  <p:extLst>
    <p:ext uri="{DCECCB84-F9BA-43D5-87BE-67443E8EF086}">
      <p15:sldGuideLst xmlns:p15="http://schemas.microsoft.com/office/powerpoint/2012/main">
        <p15:guide id="1" orient="horz" pos="3838">
          <p15:clr>
            <a:srgbClr val="FBAE40"/>
          </p15:clr>
        </p15:guide>
        <p15:guide id="2" pos="2275">
          <p15:clr>
            <a:srgbClr val="FBAE40"/>
          </p15:clr>
        </p15:guide>
        <p15:guide id="3" orient="horz" pos="346">
          <p15:clr>
            <a:srgbClr val="FBAE40"/>
          </p15:clr>
        </p15:guide>
        <p15:guide id="4" pos="619">
          <p15:clr>
            <a:srgbClr val="FBAE40"/>
          </p15:clr>
        </p15:guide>
        <p15:guide id="5" pos="706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タイトルとコンテンツ">
    <p:spTree>
      <p:nvGrpSpPr>
        <p:cNvPr id="1" name=""/>
        <p:cNvGrpSpPr/>
        <p:nvPr/>
      </p:nvGrpSpPr>
      <p:grpSpPr>
        <a:xfrm>
          <a:off x="0" y="0"/>
          <a:ext cx="0" cy="0"/>
          <a:chOff x="0" y="0"/>
          <a:chExt cx="0" cy="0"/>
        </a:xfrm>
      </p:grpSpPr>
      <p:sp>
        <p:nvSpPr>
          <p:cNvPr id="8" name="Rectangle 5"/>
          <p:cNvSpPr>
            <a:spLocks noGrp="1" noChangeArrowheads="1"/>
          </p:cNvSpPr>
          <p:nvPr>
            <p:ph type="title" hasCustomPrompt="1"/>
          </p:nvPr>
        </p:nvSpPr>
        <p:spPr bwMode="white">
          <a:xfrm>
            <a:off x="239349" y="116632"/>
            <a:ext cx="11713303" cy="569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defRPr sz="2400">
                <a:latin typeface="メイリオ" panose="020B0604030504040204" pitchFamily="50" charset="-128"/>
                <a:ea typeface="メイリオ" panose="020B0604030504040204" pitchFamily="50" charset="-128"/>
              </a:defRPr>
            </a:lvl1pPr>
          </a:lstStyle>
          <a:p>
            <a:pPr lvl="0"/>
            <a:r>
              <a:rPr lang="ja-JP" altLang="en-US"/>
              <a:t>タイトル</a:t>
            </a:r>
          </a:p>
        </p:txBody>
      </p:sp>
    </p:spTree>
    <p:extLst>
      <p:ext uri="{BB962C8B-B14F-4D97-AF65-F5344CB8AC3E}">
        <p14:creationId xmlns:p14="http://schemas.microsoft.com/office/powerpoint/2010/main" val="66108723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2_BASIC">
    <p:spTree>
      <p:nvGrpSpPr>
        <p:cNvPr id="1" name=""/>
        <p:cNvGrpSpPr/>
        <p:nvPr/>
      </p:nvGrpSpPr>
      <p:grpSpPr>
        <a:xfrm>
          <a:off x="0" y="0"/>
          <a:ext cx="0" cy="0"/>
          <a:chOff x="0" y="0"/>
          <a:chExt cx="0" cy="0"/>
        </a:xfrm>
      </p:grpSpPr>
      <p:sp>
        <p:nvSpPr>
          <p:cNvPr id="12" name="Holder 2">
            <a:extLst>
              <a:ext uri="{FF2B5EF4-FFF2-40B4-BE49-F238E27FC236}">
                <a16:creationId xmlns:a16="http://schemas.microsoft.com/office/drawing/2014/main" id="{BCA7EB43-4EB5-3748-ACFE-C4696148CB6A}"/>
              </a:ext>
            </a:extLst>
          </p:cNvPr>
          <p:cNvSpPr>
            <a:spLocks noGrp="1"/>
          </p:cNvSpPr>
          <p:nvPr>
            <p:ph type="title"/>
          </p:nvPr>
        </p:nvSpPr>
        <p:spPr>
          <a:xfrm>
            <a:off x="1019175" y="234190"/>
            <a:ext cx="10153650" cy="604519"/>
          </a:xfrm>
          <a:prstGeom prst="rect">
            <a:avLst/>
          </a:prstGeom>
        </p:spPr>
        <p:txBody>
          <a:bodyPr lIns="0" tIns="0" rIns="0" bIns="0"/>
          <a:lstStyle>
            <a:lvl1pPr>
              <a:defRPr sz="3800" b="0" i="0" spc="-70" baseline="0">
                <a:solidFill>
                  <a:schemeClr val="tx2"/>
                </a:solidFill>
                <a:latin typeface="+mj-ea"/>
                <a:ea typeface="+mj-ea"/>
                <a:cs typeface="游ゴシック" panose="020B0400000000000000" pitchFamily="50" charset="-128"/>
              </a:defRPr>
            </a:lvl1pPr>
          </a:lstStyle>
          <a:p>
            <a:endParaRPr/>
          </a:p>
        </p:txBody>
      </p:sp>
      <p:sp>
        <p:nvSpPr>
          <p:cNvPr id="13" name="Holder 6">
            <a:extLst>
              <a:ext uri="{FF2B5EF4-FFF2-40B4-BE49-F238E27FC236}">
                <a16:creationId xmlns:a16="http://schemas.microsoft.com/office/drawing/2014/main" id="{F2D706C3-33A9-5243-B948-806E9E28E951}"/>
              </a:ext>
            </a:extLst>
          </p:cNvPr>
          <p:cNvSpPr>
            <a:spLocks noGrp="1"/>
          </p:cNvSpPr>
          <p:nvPr>
            <p:ph type="sldNum" sz="quarter" idx="7"/>
          </p:nvPr>
        </p:nvSpPr>
        <p:spPr>
          <a:xfrm>
            <a:off x="11521440" y="6518701"/>
            <a:ext cx="375920" cy="150246"/>
          </a:xfrm>
          <a:prstGeom prst="rect">
            <a:avLst/>
          </a:prstGeom>
        </p:spPr>
        <p:txBody>
          <a:bodyPr lIns="0" tIns="0" rIns="0" bIns="0"/>
          <a:lstStyle>
            <a:lvl1pPr algn="r">
              <a:defRPr sz="1200" b="0" i="0">
                <a:solidFill>
                  <a:schemeClr val="tx1"/>
                </a:solidFill>
                <a:latin typeface="+mn-ea"/>
                <a:ea typeface="+mn-ea"/>
              </a:defRPr>
            </a:lvl1pPr>
          </a:lstStyle>
          <a:p>
            <a:fld id="{B6F15528-21DE-4FAA-801E-634DDDAF4B2B}" type="slidenum">
              <a:rPr lang="en-US" altLang="ja-JP" smtClean="0"/>
              <a:pPr/>
              <a:t>‹#›</a:t>
            </a:fld>
            <a:endParaRPr lang="en-US" altLang="ja-JP"/>
          </a:p>
        </p:txBody>
      </p:sp>
      <p:sp>
        <p:nvSpPr>
          <p:cNvPr id="16" name="object 10">
            <a:extLst>
              <a:ext uri="{FF2B5EF4-FFF2-40B4-BE49-F238E27FC236}">
                <a16:creationId xmlns:a16="http://schemas.microsoft.com/office/drawing/2014/main" id="{C606A044-4610-7C43-8D37-13180508D5CA}"/>
              </a:ext>
            </a:extLst>
          </p:cNvPr>
          <p:cNvSpPr/>
          <p:nvPr/>
        </p:nvSpPr>
        <p:spPr>
          <a:xfrm>
            <a:off x="127000" y="325499"/>
            <a:ext cx="190500" cy="706755"/>
          </a:xfrm>
          <a:custGeom>
            <a:avLst/>
            <a:gdLst/>
            <a:ahLst/>
            <a:cxnLst/>
            <a:rect l="l" t="t" r="r" b="b"/>
            <a:pathLst>
              <a:path w="190500" h="706755">
                <a:moveTo>
                  <a:pt x="190500" y="0"/>
                </a:moveTo>
                <a:lnTo>
                  <a:pt x="0" y="0"/>
                </a:lnTo>
                <a:lnTo>
                  <a:pt x="0" y="706501"/>
                </a:lnTo>
                <a:lnTo>
                  <a:pt x="190500" y="516000"/>
                </a:lnTo>
                <a:lnTo>
                  <a:pt x="190500" y="0"/>
                </a:lnTo>
                <a:close/>
              </a:path>
            </a:pathLst>
          </a:custGeom>
          <a:solidFill>
            <a:schemeClr val="bg2"/>
          </a:solidFill>
        </p:spPr>
        <p:txBody>
          <a:bodyPr wrap="square" lIns="0" tIns="0" rIns="0" bIns="0" rtlCol="0"/>
          <a:lstStyle/>
          <a:p>
            <a:endParaRPr/>
          </a:p>
        </p:txBody>
      </p:sp>
      <p:sp>
        <p:nvSpPr>
          <p:cNvPr id="17" name="object 11">
            <a:extLst>
              <a:ext uri="{FF2B5EF4-FFF2-40B4-BE49-F238E27FC236}">
                <a16:creationId xmlns:a16="http://schemas.microsoft.com/office/drawing/2014/main" id="{BA922A8D-7A60-6446-AE73-13BDFB0ADE71}"/>
              </a:ext>
            </a:extLst>
          </p:cNvPr>
          <p:cNvSpPr/>
          <p:nvPr/>
        </p:nvSpPr>
        <p:spPr>
          <a:xfrm>
            <a:off x="0" y="0"/>
            <a:ext cx="317500" cy="6858000"/>
          </a:xfrm>
          <a:custGeom>
            <a:avLst/>
            <a:gdLst/>
            <a:ahLst/>
            <a:cxnLst/>
            <a:rect l="l" t="t" r="r" b="b"/>
            <a:pathLst>
              <a:path w="317500" h="6858000">
                <a:moveTo>
                  <a:pt x="317500" y="0"/>
                </a:moveTo>
                <a:lnTo>
                  <a:pt x="0" y="0"/>
                </a:lnTo>
                <a:lnTo>
                  <a:pt x="0" y="6858000"/>
                </a:lnTo>
                <a:lnTo>
                  <a:pt x="127000" y="6858000"/>
                </a:lnTo>
                <a:lnTo>
                  <a:pt x="127000" y="897001"/>
                </a:lnTo>
                <a:lnTo>
                  <a:pt x="317500" y="706501"/>
                </a:lnTo>
                <a:lnTo>
                  <a:pt x="317500" y="0"/>
                </a:lnTo>
                <a:close/>
              </a:path>
            </a:pathLst>
          </a:custGeom>
          <a:solidFill>
            <a:schemeClr val="tx2"/>
          </a:solidFill>
        </p:spPr>
        <p:txBody>
          <a:bodyPr wrap="square" lIns="0" tIns="0" rIns="0" bIns="0" rtlCol="0"/>
          <a:lstStyle/>
          <a:p>
            <a:endParaRPr/>
          </a:p>
        </p:txBody>
      </p:sp>
      <p:grpSp>
        <p:nvGrpSpPr>
          <p:cNvPr id="18" name="object 13">
            <a:extLst>
              <a:ext uri="{FF2B5EF4-FFF2-40B4-BE49-F238E27FC236}">
                <a16:creationId xmlns:a16="http://schemas.microsoft.com/office/drawing/2014/main" id="{3B9CA242-E922-4046-A4A0-2A19F5515D15}"/>
              </a:ext>
            </a:extLst>
          </p:cNvPr>
          <p:cNvGrpSpPr/>
          <p:nvPr userDrawn="1"/>
        </p:nvGrpSpPr>
        <p:grpSpPr>
          <a:xfrm>
            <a:off x="12065000" y="0"/>
            <a:ext cx="127000" cy="6858000"/>
            <a:chOff x="12065000" y="0"/>
            <a:chExt cx="127000" cy="6858000"/>
          </a:xfrm>
        </p:grpSpPr>
        <p:sp>
          <p:nvSpPr>
            <p:cNvPr id="19" name="object 14">
              <a:extLst>
                <a:ext uri="{FF2B5EF4-FFF2-40B4-BE49-F238E27FC236}">
                  <a16:creationId xmlns:a16="http://schemas.microsoft.com/office/drawing/2014/main" id="{CA4B219B-A175-EF40-A15F-A701A079558D}"/>
                </a:ext>
              </a:extLst>
            </p:cNvPr>
            <p:cNvSpPr/>
            <p:nvPr/>
          </p:nvSpPr>
          <p:spPr>
            <a:xfrm>
              <a:off x="12065000" y="0"/>
              <a:ext cx="127000" cy="5143500"/>
            </a:xfrm>
            <a:custGeom>
              <a:avLst/>
              <a:gdLst/>
              <a:ahLst/>
              <a:cxnLst/>
              <a:rect l="l" t="t" r="r" b="b"/>
              <a:pathLst>
                <a:path w="127000" h="5143500">
                  <a:moveTo>
                    <a:pt x="0" y="5143500"/>
                  </a:moveTo>
                  <a:lnTo>
                    <a:pt x="127000" y="5143500"/>
                  </a:lnTo>
                  <a:lnTo>
                    <a:pt x="127000" y="0"/>
                  </a:lnTo>
                  <a:lnTo>
                    <a:pt x="0" y="0"/>
                  </a:lnTo>
                  <a:lnTo>
                    <a:pt x="0" y="5143500"/>
                  </a:lnTo>
                  <a:close/>
                </a:path>
              </a:pathLst>
            </a:custGeom>
            <a:solidFill>
              <a:schemeClr val="tx2"/>
            </a:solidFill>
          </p:spPr>
          <p:txBody>
            <a:bodyPr wrap="square" lIns="0" tIns="0" rIns="0" bIns="0" rtlCol="0"/>
            <a:lstStyle/>
            <a:p>
              <a:endParaRPr/>
            </a:p>
          </p:txBody>
        </p:sp>
        <p:sp>
          <p:nvSpPr>
            <p:cNvPr id="20" name="object 15">
              <a:extLst>
                <a:ext uri="{FF2B5EF4-FFF2-40B4-BE49-F238E27FC236}">
                  <a16:creationId xmlns:a16="http://schemas.microsoft.com/office/drawing/2014/main" id="{C8D469FA-9FDD-EF41-ACCC-B01BE68742AB}"/>
                </a:ext>
              </a:extLst>
            </p:cNvPr>
            <p:cNvSpPr/>
            <p:nvPr/>
          </p:nvSpPr>
          <p:spPr>
            <a:xfrm>
              <a:off x="12065000" y="5143500"/>
              <a:ext cx="127000" cy="1714500"/>
            </a:xfrm>
            <a:custGeom>
              <a:avLst/>
              <a:gdLst/>
              <a:ahLst/>
              <a:cxnLst/>
              <a:rect l="l" t="t" r="r" b="b"/>
              <a:pathLst>
                <a:path w="127000" h="1714500">
                  <a:moveTo>
                    <a:pt x="127000" y="0"/>
                  </a:moveTo>
                  <a:lnTo>
                    <a:pt x="0" y="0"/>
                  </a:lnTo>
                  <a:lnTo>
                    <a:pt x="0" y="1714500"/>
                  </a:lnTo>
                  <a:lnTo>
                    <a:pt x="127000" y="1714500"/>
                  </a:lnTo>
                  <a:lnTo>
                    <a:pt x="127000" y="0"/>
                  </a:lnTo>
                  <a:close/>
                </a:path>
              </a:pathLst>
            </a:custGeom>
            <a:solidFill>
              <a:schemeClr val="bg2"/>
            </a:solidFill>
          </p:spPr>
          <p:txBody>
            <a:bodyPr wrap="square" lIns="0" tIns="0" rIns="0" bIns="0" rtlCol="0"/>
            <a:lstStyle/>
            <a:p>
              <a:endParaRPr/>
            </a:p>
          </p:txBody>
        </p:sp>
      </p:grpSp>
      <p:sp>
        <p:nvSpPr>
          <p:cNvPr id="11" name="object 27">
            <a:extLst>
              <a:ext uri="{FF2B5EF4-FFF2-40B4-BE49-F238E27FC236}">
                <a16:creationId xmlns:a16="http://schemas.microsoft.com/office/drawing/2014/main" id="{FFC84441-6692-4387-9720-108E5AFC0481}"/>
              </a:ext>
            </a:extLst>
          </p:cNvPr>
          <p:cNvSpPr txBox="1"/>
          <p:nvPr userDrawn="1"/>
        </p:nvSpPr>
        <p:spPr>
          <a:xfrm>
            <a:off x="1283625" y="6509295"/>
            <a:ext cx="2540000" cy="166712"/>
          </a:xfrm>
          <a:prstGeom prst="rect">
            <a:avLst/>
          </a:prstGeom>
        </p:spPr>
        <p:txBody>
          <a:bodyPr vert="horz" wrap="square" lIns="0" tIns="12700" rIns="0" bIns="0" rtlCol="0">
            <a:spAutoFit/>
          </a:bodyPr>
          <a:lstStyle/>
          <a:p>
            <a:pPr marL="12700">
              <a:lnSpc>
                <a:spcPct val="100000"/>
              </a:lnSpc>
              <a:spcBef>
                <a:spcPts val="100"/>
              </a:spcBef>
            </a:pPr>
            <a:r>
              <a:rPr lang="en" sz="1000" b="1" i="0" spc="-5">
                <a:solidFill>
                  <a:schemeClr val="tx2"/>
                </a:solidFill>
                <a:latin typeface="+mj-ea"/>
                <a:ea typeface="+mj-ea"/>
                <a:cs typeface="Arial"/>
              </a:rPr>
              <a:t>NSW Inc. </a:t>
            </a:r>
            <a:r>
              <a:rPr lang="en" sz="1000" b="0" i="0" spc="-5">
                <a:solidFill>
                  <a:schemeClr val="tx2"/>
                </a:solidFill>
                <a:latin typeface="+mj-ea"/>
                <a:ea typeface="+mj-ea"/>
                <a:cs typeface="Arial"/>
              </a:rPr>
              <a:t>| Confidential and Proprietary</a:t>
            </a:r>
            <a:endParaRPr sz="1000" b="0" i="0">
              <a:solidFill>
                <a:schemeClr val="tx2"/>
              </a:solidFill>
              <a:latin typeface="+mj-ea"/>
              <a:ea typeface="+mj-ea"/>
              <a:cs typeface="Arial"/>
            </a:endParaRPr>
          </a:p>
        </p:txBody>
      </p:sp>
      <p:pic>
        <p:nvPicPr>
          <p:cNvPr id="15" name="図 14" descr="ロゴ&#10;&#10;自動的に生成された説明">
            <a:extLst>
              <a:ext uri="{FF2B5EF4-FFF2-40B4-BE49-F238E27FC236}">
                <a16:creationId xmlns:a16="http://schemas.microsoft.com/office/drawing/2014/main" id="{2285CD2C-186C-4154-82B7-0EFE7BED1747}"/>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22681" y="6418445"/>
            <a:ext cx="776605" cy="257561"/>
          </a:xfrm>
          <a:prstGeom prst="rect">
            <a:avLst/>
          </a:prstGeom>
        </p:spPr>
      </p:pic>
    </p:spTree>
    <p:extLst>
      <p:ext uri="{BB962C8B-B14F-4D97-AF65-F5344CB8AC3E}">
        <p14:creationId xmlns:p14="http://schemas.microsoft.com/office/powerpoint/2010/main" val="79639110"/>
      </p:ext>
    </p:extLst>
  </p:cSld>
  <p:clrMapOvr>
    <a:masterClrMapping/>
  </p:clrMapOvr>
  <p:extLst>
    <p:ext uri="{DCECCB84-F9BA-43D5-87BE-67443E8EF086}">
      <p15:sldGuideLst xmlns:p15="http://schemas.microsoft.com/office/powerpoint/2012/main">
        <p15:guide id="1" orient="horz" pos="3884">
          <p15:clr>
            <a:srgbClr val="FBAE40"/>
          </p15:clr>
        </p15:guide>
        <p15:guide id="3" orient="horz" pos="142">
          <p15:clr>
            <a:srgbClr val="FBAE40"/>
          </p15:clr>
        </p15:guide>
        <p15:guide id="4" pos="642">
          <p15:clr>
            <a:srgbClr val="FBAE40"/>
          </p15:clr>
        </p15:guide>
        <p15:guide id="5" pos="7038">
          <p15:clr>
            <a:srgbClr val="FBAE40"/>
          </p15:clr>
        </p15:guide>
        <p15:guide id="6" orient="horz" pos="777">
          <p15:clr>
            <a:srgbClr val="FBAE40"/>
          </p15:clr>
        </p15:guide>
        <p15:guide id="7" pos="3704">
          <p15:clr>
            <a:srgbClr val="FBAE40"/>
          </p15:clr>
        </p15:guide>
        <p15:guide id="8" pos="3976">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userDrawn="1">
  <p:cSld name="セクション見出し">
    <p:spTree>
      <p:nvGrpSpPr>
        <p:cNvPr id="1" name=""/>
        <p:cNvGrpSpPr/>
        <p:nvPr/>
      </p:nvGrpSpPr>
      <p:grpSpPr>
        <a:xfrm>
          <a:off x="0" y="0"/>
          <a:ext cx="0" cy="0"/>
          <a:chOff x="0" y="0"/>
          <a:chExt cx="0" cy="0"/>
        </a:xfrm>
      </p:grpSpPr>
      <p:pic>
        <p:nvPicPr>
          <p:cNvPr id="5" name="図 4" descr="写真, 座る, 男, 部屋 が含まれている画像&#10;&#10;自動的に生成された説明">
            <a:extLst>
              <a:ext uri="{FF2B5EF4-FFF2-40B4-BE49-F238E27FC236}">
                <a16:creationId xmlns:a16="http://schemas.microsoft.com/office/drawing/2014/main" id="{C96AA957-996B-437D-A6ED-977F9B33081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1" name="Slide Number Placeholder 10">
            <a:extLst>
              <a:ext uri="{FF2B5EF4-FFF2-40B4-BE49-F238E27FC236}">
                <a16:creationId xmlns:a16="http://schemas.microsoft.com/office/drawing/2014/main" id="{B969D926-C499-4858-8E17-03A5868B7FED}"/>
              </a:ext>
            </a:extLst>
          </p:cNvPr>
          <p:cNvSpPr>
            <a:spLocks noGrp="1" noChangeArrowheads="1"/>
          </p:cNvSpPr>
          <p:nvPr>
            <p:ph type="sldNum" sz="quarter" idx="4"/>
          </p:nvPr>
        </p:nvSpPr>
        <p:spPr bwMode="ltGray">
          <a:xfrm>
            <a:off x="11054447" y="6479805"/>
            <a:ext cx="998971" cy="241300"/>
          </a:xfrm>
          <a:prstGeom prst="rect">
            <a:avLst/>
          </a:prstGeom>
          <a:noFill/>
          <a:ln>
            <a:noFill/>
          </a:ln>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108000" bIns="0" numCol="1" anchor="t" anchorCtr="0" compatLnSpc="1">
            <a:prstTxWarp prst="textNoShape">
              <a:avLst/>
            </a:prstTxWarp>
          </a:bodyPr>
          <a:lstStyle>
            <a:lvl1pPr algn="r">
              <a:defRPr kumimoji="1" sz="1800" b="1">
                <a:solidFill>
                  <a:schemeClr val="bg1"/>
                </a:solidFill>
                <a:latin typeface="Arial" pitchFamily="34" charset="0"/>
                <a:ea typeface="ＭＳ Ｐゴシック" pitchFamily="50" charset="-128"/>
              </a:defRPr>
            </a:lvl1pPr>
          </a:lstStyle>
          <a:p>
            <a:pPr eaLnBrk="1" hangingPunct="1"/>
            <a:fld id="{E025C43D-97FC-4CE9-9332-5BE2A99BA935}" type="slidenum">
              <a:rPr lang="en-US" altLang="ja-JP" smtClean="0">
                <a:cs typeface="メイリオ" pitchFamily="50" charset="-128"/>
              </a:rPr>
              <a:pPr eaLnBrk="1" hangingPunct="1"/>
              <a:t>‹#›</a:t>
            </a:fld>
            <a:endParaRPr lang="en-US" altLang="ja-JP">
              <a:cs typeface="メイリオ" pitchFamily="50" charset="-128"/>
            </a:endParaRPr>
          </a:p>
        </p:txBody>
      </p:sp>
      <p:sp>
        <p:nvSpPr>
          <p:cNvPr id="3" name="テキスト プレースホルダー 2">
            <a:extLst>
              <a:ext uri="{FF2B5EF4-FFF2-40B4-BE49-F238E27FC236}">
                <a16:creationId xmlns:a16="http://schemas.microsoft.com/office/drawing/2014/main" id="{7FA80670-11C8-4A5C-9BA3-4A8FD729E126}"/>
              </a:ext>
            </a:extLst>
          </p:cNvPr>
          <p:cNvSpPr>
            <a:spLocks noGrp="1"/>
          </p:cNvSpPr>
          <p:nvPr>
            <p:ph type="body" sz="quarter" idx="10" hasCustomPrompt="1"/>
          </p:nvPr>
        </p:nvSpPr>
        <p:spPr>
          <a:xfrm>
            <a:off x="794540" y="2698750"/>
            <a:ext cx="11062500" cy="1025304"/>
          </a:xfrm>
          <a:noFill/>
        </p:spPr>
        <p:txBody>
          <a:bodyPr tIns="0" anchor="ctr" anchorCtr="0"/>
          <a:lstStyle>
            <a:lvl1pPr>
              <a:defRPr sz="4800" b="1">
                <a:solidFill>
                  <a:schemeClr val="bg1"/>
                </a:solidFill>
              </a:defRPr>
            </a:lvl1pPr>
          </a:lstStyle>
          <a:p>
            <a:pPr lvl="0"/>
            <a:r>
              <a:rPr kumimoji="1" lang="ja-JP" altLang="en-US"/>
              <a:t>タイトル</a:t>
            </a:r>
          </a:p>
        </p:txBody>
      </p:sp>
      <p:sp>
        <p:nvSpPr>
          <p:cNvPr id="4" name="フローチャート: 手操作入力 3">
            <a:extLst>
              <a:ext uri="{FF2B5EF4-FFF2-40B4-BE49-F238E27FC236}">
                <a16:creationId xmlns:a16="http://schemas.microsoft.com/office/drawing/2014/main" id="{CD79F7BF-C653-4080-BA2A-4E59933043C5}"/>
              </a:ext>
            </a:extLst>
          </p:cNvPr>
          <p:cNvSpPr/>
          <p:nvPr userDrawn="1"/>
        </p:nvSpPr>
        <p:spPr bwMode="auto">
          <a:xfrm rot="5400000">
            <a:off x="-19338" y="2904812"/>
            <a:ext cx="1025304" cy="602452"/>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 fmla="*/ 0 w 10025"/>
              <a:gd name="connsiteY0" fmla="*/ 5177 h 13177"/>
              <a:gd name="connsiteX1" fmla="*/ 10025 w 10025"/>
              <a:gd name="connsiteY1" fmla="*/ 0 h 13177"/>
              <a:gd name="connsiteX2" fmla="*/ 10000 w 10025"/>
              <a:gd name="connsiteY2" fmla="*/ 13177 h 13177"/>
              <a:gd name="connsiteX3" fmla="*/ 0 w 10025"/>
              <a:gd name="connsiteY3" fmla="*/ 13177 h 13177"/>
              <a:gd name="connsiteX4" fmla="*/ 0 w 10025"/>
              <a:gd name="connsiteY4" fmla="*/ 5177 h 131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25" h="13177">
                <a:moveTo>
                  <a:pt x="0" y="5177"/>
                </a:moveTo>
                <a:lnTo>
                  <a:pt x="10025" y="0"/>
                </a:lnTo>
                <a:cubicBezTo>
                  <a:pt x="10017" y="4392"/>
                  <a:pt x="10008" y="8785"/>
                  <a:pt x="10000" y="13177"/>
                </a:cubicBezTo>
                <a:lnTo>
                  <a:pt x="0" y="13177"/>
                </a:lnTo>
                <a:lnTo>
                  <a:pt x="0" y="5177"/>
                </a:lnTo>
                <a:close/>
              </a:path>
            </a:pathLst>
          </a:custGeom>
          <a:gradFill>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gradFill>
          <a:ln>
            <a:noFill/>
          </a:ln>
          <a:effectLst/>
        </p:spPr>
        <p:txBody>
          <a:bodyPr vert="horz" wrap="square" lIns="108000" tIns="144000" rIns="108000" bIns="108000" numCol="1" rtlCol="0" anchor="ctr" anchorCtr="0" compatLnSpc="1">
            <a:prstTxWarp prst="textNoShape">
              <a:avLst/>
            </a:prstTxWarp>
          </a:bodyPr>
          <a:lstStyle/>
          <a:p>
            <a:pPr algn="l" eaLnBrk="1" hangingPunct="1">
              <a:lnSpc>
                <a:spcPct val="120000"/>
              </a:lnSpc>
            </a:pPr>
            <a:endParaRPr kumimoji="1" lang="ja-JP" altLang="en-US" sz="2400" b="1">
              <a:solidFill>
                <a:schemeClr val="bg1"/>
              </a:solidFill>
              <a:latin typeface="+mj-ea"/>
              <a:ea typeface="+mj-ea"/>
              <a:cs typeface="メイリオ" pitchFamily="50" charset="-128"/>
            </a:endParaRPr>
          </a:p>
        </p:txBody>
      </p:sp>
    </p:spTree>
    <p:extLst>
      <p:ext uri="{BB962C8B-B14F-4D97-AF65-F5344CB8AC3E}">
        <p14:creationId xmlns:p14="http://schemas.microsoft.com/office/powerpoint/2010/main" val="736767818"/>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10_製品紹介">
    <p:spTree>
      <p:nvGrpSpPr>
        <p:cNvPr id="1" name=""/>
        <p:cNvGrpSpPr/>
        <p:nvPr/>
      </p:nvGrpSpPr>
      <p:grpSpPr>
        <a:xfrm>
          <a:off x="0" y="0"/>
          <a:ext cx="0" cy="0"/>
          <a:chOff x="0" y="0"/>
          <a:chExt cx="0" cy="0"/>
        </a:xfrm>
      </p:grpSpPr>
      <p:sp>
        <p:nvSpPr>
          <p:cNvPr id="22" name="タイトル 1">
            <a:extLst>
              <a:ext uri="{FF2B5EF4-FFF2-40B4-BE49-F238E27FC236}">
                <a16:creationId xmlns:a16="http://schemas.microsoft.com/office/drawing/2014/main" id="{3BBA4D72-D869-D1CB-3BB2-BF99439E7167}"/>
              </a:ext>
            </a:extLst>
          </p:cNvPr>
          <p:cNvSpPr>
            <a:spLocks noGrp="1"/>
          </p:cNvSpPr>
          <p:nvPr>
            <p:ph type="title"/>
          </p:nvPr>
        </p:nvSpPr>
        <p:spPr>
          <a:xfrm>
            <a:off x="456225" y="235651"/>
            <a:ext cx="10153650" cy="371357"/>
          </a:xfrm>
        </p:spPr>
        <p:txBody>
          <a:bodyPr vert="horz" lIns="0" tIns="0" rIns="0" bIns="0" rtlCol="0" anchor="ctr">
            <a:normAutofit/>
          </a:bodyPr>
          <a:lstStyle>
            <a:lvl1pPr>
              <a:defRPr lang="ja-JP" altLang="en-US" sz="2400" b="0" i="0" spc="-70" baseline="0">
                <a:solidFill>
                  <a:srgbClr val="014097"/>
                </a:solidFill>
                <a:latin typeface="+mj-ea"/>
                <a:ea typeface="+mj-ea"/>
                <a:cs typeface="游ゴシック" panose="020B0400000000000000" pitchFamily="50" charset="-128"/>
              </a:defRPr>
            </a:lvl1pPr>
          </a:lstStyle>
          <a:p>
            <a:pPr marL="0" lvl="0" algn="l"/>
            <a:r>
              <a:rPr kumimoji="1" lang="ja-JP" altLang="en-US" dirty="0"/>
              <a:t>マスター タイトルの書式設定</a:t>
            </a:r>
          </a:p>
        </p:txBody>
      </p:sp>
      <p:sp>
        <p:nvSpPr>
          <p:cNvPr id="12" name="Holder 6">
            <a:extLst>
              <a:ext uri="{FF2B5EF4-FFF2-40B4-BE49-F238E27FC236}">
                <a16:creationId xmlns:a16="http://schemas.microsoft.com/office/drawing/2014/main" id="{D3293195-3905-1D14-999E-CA8011163C31}"/>
              </a:ext>
            </a:extLst>
          </p:cNvPr>
          <p:cNvSpPr>
            <a:spLocks noGrp="1"/>
          </p:cNvSpPr>
          <p:nvPr>
            <p:ph type="sldNum" sz="quarter" idx="7"/>
          </p:nvPr>
        </p:nvSpPr>
        <p:spPr>
          <a:xfrm>
            <a:off x="11521440" y="6518701"/>
            <a:ext cx="375920" cy="150246"/>
          </a:xfrm>
          <a:prstGeom prst="rect">
            <a:avLst/>
          </a:prstGeom>
        </p:spPr>
        <p:txBody>
          <a:bodyPr lIns="0" tIns="0" rIns="0" bIns="0"/>
          <a:lstStyle>
            <a:lvl1pPr algn="r">
              <a:defRPr sz="1200" b="0" i="0">
                <a:solidFill>
                  <a:schemeClr val="tx1"/>
                </a:solidFill>
                <a:latin typeface="+mn-ea"/>
                <a:ea typeface="+mn-ea"/>
              </a:defRPr>
            </a:lvl1pPr>
          </a:lstStyle>
          <a:p>
            <a:fld id="{16A3B98A-6DFF-402C-99E3-E5C4F9E506D7}" type="slidenum">
              <a:rPr kumimoji="1" lang="ja-JP" altLang="en-US" smtClean="0"/>
              <a:t>‹#›</a:t>
            </a:fld>
            <a:endParaRPr kumimoji="1" lang="ja-JP" altLang="en-US"/>
          </a:p>
        </p:txBody>
      </p:sp>
      <p:pic>
        <p:nvPicPr>
          <p:cNvPr id="19" name="図 18" descr="ロゴ&#10;&#10;自動的に生成された説明">
            <a:extLst>
              <a:ext uri="{FF2B5EF4-FFF2-40B4-BE49-F238E27FC236}">
                <a16:creationId xmlns:a16="http://schemas.microsoft.com/office/drawing/2014/main" id="{52273CC4-B0D1-D8C2-1FE8-355ECA3FB5DB}"/>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322681" y="6418445"/>
            <a:ext cx="776605" cy="257561"/>
          </a:xfrm>
          <a:prstGeom prst="rect">
            <a:avLst/>
          </a:prstGeom>
        </p:spPr>
      </p:pic>
      <p:sp>
        <p:nvSpPr>
          <p:cNvPr id="28" name="正方形/長方形 27">
            <a:extLst>
              <a:ext uri="{FF2B5EF4-FFF2-40B4-BE49-F238E27FC236}">
                <a16:creationId xmlns:a16="http://schemas.microsoft.com/office/drawing/2014/main" id="{B6622E04-3044-D8D7-D4DD-A4A61793B4D9}"/>
              </a:ext>
            </a:extLst>
          </p:cNvPr>
          <p:cNvSpPr/>
          <p:nvPr/>
        </p:nvSpPr>
        <p:spPr>
          <a:xfrm flipV="1">
            <a:off x="322681" y="691713"/>
            <a:ext cx="11574679" cy="45719"/>
          </a:xfrm>
          <a:prstGeom prst="rect">
            <a:avLst/>
          </a:prstGeom>
          <a:solidFill>
            <a:srgbClr val="0140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
        <p:nvSpPr>
          <p:cNvPr id="25" name="テキスト プレースホルダー 3">
            <a:extLst>
              <a:ext uri="{FF2B5EF4-FFF2-40B4-BE49-F238E27FC236}">
                <a16:creationId xmlns:a16="http://schemas.microsoft.com/office/drawing/2014/main" id="{EDE6447D-796D-95A3-C35A-DDA464A26DE2}"/>
              </a:ext>
            </a:extLst>
          </p:cNvPr>
          <p:cNvSpPr>
            <a:spLocks noGrp="1"/>
          </p:cNvSpPr>
          <p:nvPr>
            <p:ph type="body" sz="half" idx="2"/>
          </p:nvPr>
        </p:nvSpPr>
        <p:spPr>
          <a:xfrm>
            <a:off x="1015273" y="692197"/>
            <a:ext cx="10155600" cy="473409"/>
          </a:xfrm>
        </p:spPr>
        <p:txBody>
          <a:bodyPr anchor="ctr">
            <a:normAutofit/>
          </a:bodyPr>
          <a:lstStyle>
            <a:lvl1pPr marL="0" indent="0" algn="ctr">
              <a:buNone/>
              <a:defRPr sz="18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a:t>マスター テキストの書式設定</a:t>
            </a:r>
          </a:p>
        </p:txBody>
      </p:sp>
    </p:spTree>
    <p:extLst>
      <p:ext uri="{BB962C8B-B14F-4D97-AF65-F5344CB8AC3E}">
        <p14:creationId xmlns:p14="http://schemas.microsoft.com/office/powerpoint/2010/main" val="154255456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3_BASIC">
    <p:spTree>
      <p:nvGrpSpPr>
        <p:cNvPr id="1" name=""/>
        <p:cNvGrpSpPr/>
        <p:nvPr/>
      </p:nvGrpSpPr>
      <p:grpSpPr>
        <a:xfrm>
          <a:off x="0" y="0"/>
          <a:ext cx="0" cy="0"/>
          <a:chOff x="0" y="0"/>
          <a:chExt cx="0" cy="0"/>
        </a:xfrm>
      </p:grpSpPr>
      <p:sp>
        <p:nvSpPr>
          <p:cNvPr id="12" name="Holder 2">
            <a:extLst>
              <a:ext uri="{FF2B5EF4-FFF2-40B4-BE49-F238E27FC236}">
                <a16:creationId xmlns:a16="http://schemas.microsoft.com/office/drawing/2014/main" id="{BCA7EB43-4EB5-3748-ACFE-C4696148CB6A}"/>
              </a:ext>
            </a:extLst>
          </p:cNvPr>
          <p:cNvSpPr>
            <a:spLocks noGrp="1"/>
          </p:cNvSpPr>
          <p:nvPr>
            <p:ph type="title"/>
          </p:nvPr>
        </p:nvSpPr>
        <p:spPr>
          <a:xfrm>
            <a:off x="1019175" y="234190"/>
            <a:ext cx="10153650" cy="604519"/>
          </a:xfrm>
          <a:prstGeom prst="rect">
            <a:avLst/>
          </a:prstGeom>
        </p:spPr>
        <p:txBody>
          <a:bodyPr lIns="0" tIns="0" rIns="0" bIns="0"/>
          <a:lstStyle>
            <a:lvl1pPr>
              <a:defRPr sz="2800" b="0" i="0" spc="-70" baseline="0">
                <a:solidFill>
                  <a:schemeClr val="tx2"/>
                </a:solidFill>
                <a:latin typeface="+mj-ea"/>
                <a:ea typeface="+mj-ea"/>
                <a:cs typeface="游ゴシック" panose="020B0400000000000000" pitchFamily="50" charset="-128"/>
              </a:defRPr>
            </a:lvl1pPr>
          </a:lstStyle>
          <a:p>
            <a:endParaRPr dirty="0"/>
          </a:p>
        </p:txBody>
      </p:sp>
      <p:sp>
        <p:nvSpPr>
          <p:cNvPr id="13" name="Holder 6">
            <a:extLst>
              <a:ext uri="{FF2B5EF4-FFF2-40B4-BE49-F238E27FC236}">
                <a16:creationId xmlns:a16="http://schemas.microsoft.com/office/drawing/2014/main" id="{F2D706C3-33A9-5243-B948-806E9E28E951}"/>
              </a:ext>
            </a:extLst>
          </p:cNvPr>
          <p:cNvSpPr>
            <a:spLocks noGrp="1"/>
          </p:cNvSpPr>
          <p:nvPr>
            <p:ph type="sldNum" sz="quarter" idx="7"/>
          </p:nvPr>
        </p:nvSpPr>
        <p:spPr>
          <a:xfrm>
            <a:off x="11521440" y="6518701"/>
            <a:ext cx="375920" cy="150246"/>
          </a:xfrm>
          <a:prstGeom prst="rect">
            <a:avLst/>
          </a:prstGeom>
        </p:spPr>
        <p:txBody>
          <a:bodyPr lIns="0" tIns="0" rIns="0" bIns="0"/>
          <a:lstStyle>
            <a:lvl1pPr algn="r">
              <a:defRPr sz="1200" b="0" i="0">
                <a:solidFill>
                  <a:schemeClr val="tx1"/>
                </a:solidFill>
                <a:latin typeface="+mn-ea"/>
                <a:ea typeface="+mn-ea"/>
              </a:defRPr>
            </a:lvl1pPr>
          </a:lstStyle>
          <a:p>
            <a:fld id="{B6F15528-21DE-4FAA-801E-634DDDAF4B2B}" type="slidenum">
              <a:rPr lang="en-US" altLang="ja-JP" smtClean="0"/>
              <a:pPr/>
              <a:t>‹#›</a:t>
            </a:fld>
            <a:endParaRPr lang="en-US" altLang="ja-JP"/>
          </a:p>
        </p:txBody>
      </p:sp>
      <p:sp>
        <p:nvSpPr>
          <p:cNvPr id="16" name="object 10">
            <a:extLst>
              <a:ext uri="{FF2B5EF4-FFF2-40B4-BE49-F238E27FC236}">
                <a16:creationId xmlns:a16="http://schemas.microsoft.com/office/drawing/2014/main" id="{C606A044-4610-7C43-8D37-13180508D5CA}"/>
              </a:ext>
            </a:extLst>
          </p:cNvPr>
          <p:cNvSpPr/>
          <p:nvPr/>
        </p:nvSpPr>
        <p:spPr>
          <a:xfrm>
            <a:off x="127000" y="325499"/>
            <a:ext cx="190500" cy="706755"/>
          </a:xfrm>
          <a:custGeom>
            <a:avLst/>
            <a:gdLst/>
            <a:ahLst/>
            <a:cxnLst/>
            <a:rect l="l" t="t" r="r" b="b"/>
            <a:pathLst>
              <a:path w="190500" h="706755">
                <a:moveTo>
                  <a:pt x="190500" y="0"/>
                </a:moveTo>
                <a:lnTo>
                  <a:pt x="0" y="0"/>
                </a:lnTo>
                <a:lnTo>
                  <a:pt x="0" y="706501"/>
                </a:lnTo>
                <a:lnTo>
                  <a:pt x="190500" y="516000"/>
                </a:lnTo>
                <a:lnTo>
                  <a:pt x="190500" y="0"/>
                </a:lnTo>
                <a:close/>
              </a:path>
            </a:pathLst>
          </a:custGeom>
          <a:solidFill>
            <a:schemeClr val="bg2"/>
          </a:solidFill>
        </p:spPr>
        <p:txBody>
          <a:bodyPr wrap="square" lIns="0" tIns="0" rIns="0" bIns="0" rtlCol="0"/>
          <a:lstStyle/>
          <a:p>
            <a:endParaRPr/>
          </a:p>
        </p:txBody>
      </p:sp>
      <p:sp>
        <p:nvSpPr>
          <p:cNvPr id="17" name="object 11">
            <a:extLst>
              <a:ext uri="{FF2B5EF4-FFF2-40B4-BE49-F238E27FC236}">
                <a16:creationId xmlns:a16="http://schemas.microsoft.com/office/drawing/2014/main" id="{BA922A8D-7A60-6446-AE73-13BDFB0ADE71}"/>
              </a:ext>
            </a:extLst>
          </p:cNvPr>
          <p:cNvSpPr/>
          <p:nvPr/>
        </p:nvSpPr>
        <p:spPr>
          <a:xfrm>
            <a:off x="0" y="0"/>
            <a:ext cx="317500" cy="6858000"/>
          </a:xfrm>
          <a:custGeom>
            <a:avLst/>
            <a:gdLst/>
            <a:ahLst/>
            <a:cxnLst/>
            <a:rect l="l" t="t" r="r" b="b"/>
            <a:pathLst>
              <a:path w="317500" h="6858000">
                <a:moveTo>
                  <a:pt x="317500" y="0"/>
                </a:moveTo>
                <a:lnTo>
                  <a:pt x="0" y="0"/>
                </a:lnTo>
                <a:lnTo>
                  <a:pt x="0" y="6858000"/>
                </a:lnTo>
                <a:lnTo>
                  <a:pt x="127000" y="6858000"/>
                </a:lnTo>
                <a:lnTo>
                  <a:pt x="127000" y="897001"/>
                </a:lnTo>
                <a:lnTo>
                  <a:pt x="317500" y="706501"/>
                </a:lnTo>
                <a:lnTo>
                  <a:pt x="317500" y="0"/>
                </a:lnTo>
                <a:close/>
              </a:path>
            </a:pathLst>
          </a:custGeom>
          <a:solidFill>
            <a:schemeClr val="tx2"/>
          </a:solidFill>
        </p:spPr>
        <p:txBody>
          <a:bodyPr wrap="square" lIns="0" tIns="0" rIns="0" bIns="0" rtlCol="0"/>
          <a:lstStyle/>
          <a:p>
            <a:endParaRPr/>
          </a:p>
        </p:txBody>
      </p:sp>
      <p:grpSp>
        <p:nvGrpSpPr>
          <p:cNvPr id="18" name="object 13">
            <a:extLst>
              <a:ext uri="{FF2B5EF4-FFF2-40B4-BE49-F238E27FC236}">
                <a16:creationId xmlns:a16="http://schemas.microsoft.com/office/drawing/2014/main" id="{3B9CA242-E922-4046-A4A0-2A19F5515D15}"/>
              </a:ext>
            </a:extLst>
          </p:cNvPr>
          <p:cNvGrpSpPr/>
          <p:nvPr userDrawn="1"/>
        </p:nvGrpSpPr>
        <p:grpSpPr>
          <a:xfrm>
            <a:off x="12065000" y="0"/>
            <a:ext cx="127000" cy="6858000"/>
            <a:chOff x="12065000" y="0"/>
            <a:chExt cx="127000" cy="6858000"/>
          </a:xfrm>
        </p:grpSpPr>
        <p:sp>
          <p:nvSpPr>
            <p:cNvPr id="19" name="object 14">
              <a:extLst>
                <a:ext uri="{FF2B5EF4-FFF2-40B4-BE49-F238E27FC236}">
                  <a16:creationId xmlns:a16="http://schemas.microsoft.com/office/drawing/2014/main" id="{CA4B219B-A175-EF40-A15F-A701A079558D}"/>
                </a:ext>
              </a:extLst>
            </p:cNvPr>
            <p:cNvSpPr/>
            <p:nvPr/>
          </p:nvSpPr>
          <p:spPr>
            <a:xfrm>
              <a:off x="12065000" y="0"/>
              <a:ext cx="127000" cy="5143500"/>
            </a:xfrm>
            <a:custGeom>
              <a:avLst/>
              <a:gdLst/>
              <a:ahLst/>
              <a:cxnLst/>
              <a:rect l="l" t="t" r="r" b="b"/>
              <a:pathLst>
                <a:path w="127000" h="5143500">
                  <a:moveTo>
                    <a:pt x="0" y="5143500"/>
                  </a:moveTo>
                  <a:lnTo>
                    <a:pt x="127000" y="5143500"/>
                  </a:lnTo>
                  <a:lnTo>
                    <a:pt x="127000" y="0"/>
                  </a:lnTo>
                  <a:lnTo>
                    <a:pt x="0" y="0"/>
                  </a:lnTo>
                  <a:lnTo>
                    <a:pt x="0" y="5143500"/>
                  </a:lnTo>
                  <a:close/>
                </a:path>
              </a:pathLst>
            </a:custGeom>
            <a:solidFill>
              <a:schemeClr val="tx2"/>
            </a:solidFill>
          </p:spPr>
          <p:txBody>
            <a:bodyPr wrap="square" lIns="0" tIns="0" rIns="0" bIns="0" rtlCol="0"/>
            <a:lstStyle/>
            <a:p>
              <a:endParaRPr/>
            </a:p>
          </p:txBody>
        </p:sp>
        <p:sp>
          <p:nvSpPr>
            <p:cNvPr id="20" name="object 15">
              <a:extLst>
                <a:ext uri="{FF2B5EF4-FFF2-40B4-BE49-F238E27FC236}">
                  <a16:creationId xmlns:a16="http://schemas.microsoft.com/office/drawing/2014/main" id="{C8D469FA-9FDD-EF41-ACCC-B01BE68742AB}"/>
                </a:ext>
              </a:extLst>
            </p:cNvPr>
            <p:cNvSpPr/>
            <p:nvPr/>
          </p:nvSpPr>
          <p:spPr>
            <a:xfrm>
              <a:off x="12065000" y="5143500"/>
              <a:ext cx="127000" cy="1714500"/>
            </a:xfrm>
            <a:custGeom>
              <a:avLst/>
              <a:gdLst/>
              <a:ahLst/>
              <a:cxnLst/>
              <a:rect l="l" t="t" r="r" b="b"/>
              <a:pathLst>
                <a:path w="127000" h="1714500">
                  <a:moveTo>
                    <a:pt x="127000" y="0"/>
                  </a:moveTo>
                  <a:lnTo>
                    <a:pt x="0" y="0"/>
                  </a:lnTo>
                  <a:lnTo>
                    <a:pt x="0" y="1714500"/>
                  </a:lnTo>
                  <a:lnTo>
                    <a:pt x="127000" y="1714500"/>
                  </a:lnTo>
                  <a:lnTo>
                    <a:pt x="127000" y="0"/>
                  </a:lnTo>
                  <a:close/>
                </a:path>
              </a:pathLst>
            </a:custGeom>
            <a:solidFill>
              <a:schemeClr val="bg2"/>
            </a:solidFill>
          </p:spPr>
          <p:txBody>
            <a:bodyPr wrap="square" lIns="0" tIns="0" rIns="0" bIns="0" rtlCol="0"/>
            <a:lstStyle/>
            <a:p>
              <a:endParaRPr/>
            </a:p>
          </p:txBody>
        </p:sp>
      </p:grpSp>
      <p:sp>
        <p:nvSpPr>
          <p:cNvPr id="11" name="object 27">
            <a:extLst>
              <a:ext uri="{FF2B5EF4-FFF2-40B4-BE49-F238E27FC236}">
                <a16:creationId xmlns:a16="http://schemas.microsoft.com/office/drawing/2014/main" id="{FFC84441-6692-4387-9720-108E5AFC0481}"/>
              </a:ext>
            </a:extLst>
          </p:cNvPr>
          <p:cNvSpPr txBox="1"/>
          <p:nvPr userDrawn="1"/>
        </p:nvSpPr>
        <p:spPr>
          <a:xfrm>
            <a:off x="1283625" y="6509295"/>
            <a:ext cx="2540000" cy="166712"/>
          </a:xfrm>
          <a:prstGeom prst="rect">
            <a:avLst/>
          </a:prstGeom>
        </p:spPr>
        <p:txBody>
          <a:bodyPr vert="horz" wrap="square" lIns="0" tIns="12700" rIns="0" bIns="0" rtlCol="0">
            <a:spAutoFit/>
          </a:bodyPr>
          <a:lstStyle/>
          <a:p>
            <a:pPr marL="12700">
              <a:lnSpc>
                <a:spcPct val="100000"/>
              </a:lnSpc>
              <a:spcBef>
                <a:spcPts val="100"/>
              </a:spcBef>
            </a:pPr>
            <a:r>
              <a:rPr lang="en" sz="1000" b="1" i="0" spc="-5">
                <a:solidFill>
                  <a:schemeClr val="tx2"/>
                </a:solidFill>
                <a:latin typeface="+mj-ea"/>
                <a:ea typeface="+mj-ea"/>
                <a:cs typeface="Arial"/>
              </a:rPr>
              <a:t>NSW Inc. </a:t>
            </a:r>
            <a:r>
              <a:rPr lang="en" sz="1000" b="0" i="0" spc="-5">
                <a:solidFill>
                  <a:schemeClr val="tx2"/>
                </a:solidFill>
                <a:latin typeface="+mj-ea"/>
                <a:ea typeface="+mj-ea"/>
                <a:cs typeface="Arial"/>
              </a:rPr>
              <a:t>| Confidential and Proprietary</a:t>
            </a:r>
            <a:endParaRPr sz="1000" b="0" i="0">
              <a:solidFill>
                <a:schemeClr val="tx2"/>
              </a:solidFill>
              <a:latin typeface="+mj-ea"/>
              <a:ea typeface="+mj-ea"/>
              <a:cs typeface="Arial"/>
            </a:endParaRPr>
          </a:p>
        </p:txBody>
      </p:sp>
      <p:pic>
        <p:nvPicPr>
          <p:cNvPr id="15" name="図 14" descr="ロゴ&#10;&#10;自動的に生成された説明">
            <a:extLst>
              <a:ext uri="{FF2B5EF4-FFF2-40B4-BE49-F238E27FC236}">
                <a16:creationId xmlns:a16="http://schemas.microsoft.com/office/drawing/2014/main" id="{2285CD2C-186C-4154-82B7-0EFE7BED1747}"/>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22681" y="6418445"/>
            <a:ext cx="776605" cy="257561"/>
          </a:xfrm>
          <a:prstGeom prst="rect">
            <a:avLst/>
          </a:prstGeom>
        </p:spPr>
      </p:pic>
      <p:sp>
        <p:nvSpPr>
          <p:cNvPr id="5" name="テキスト プレースホルダー 2">
            <a:extLst>
              <a:ext uri="{FF2B5EF4-FFF2-40B4-BE49-F238E27FC236}">
                <a16:creationId xmlns:a16="http://schemas.microsoft.com/office/drawing/2014/main" id="{D3FB0093-003A-7F43-DA11-5025D20DBAA8}"/>
              </a:ext>
            </a:extLst>
          </p:cNvPr>
          <p:cNvSpPr>
            <a:spLocks noGrp="1"/>
          </p:cNvSpPr>
          <p:nvPr>
            <p:ph type="body" sz="quarter" idx="10"/>
          </p:nvPr>
        </p:nvSpPr>
        <p:spPr>
          <a:xfrm>
            <a:off x="1019174" y="1010966"/>
            <a:ext cx="10153649" cy="914400"/>
          </a:xfrm>
          <a:prstGeom prst="rect">
            <a:avLst/>
          </a:prstGeom>
        </p:spPr>
        <p:txBody>
          <a:bodyPr/>
          <a:lstStyle>
            <a:lvl1pPr>
              <a:defRPr sz="2000"/>
            </a:lvl1pPr>
            <a:lvl2pPr>
              <a:defRPr sz="2000"/>
            </a:lvl2pPr>
            <a:lvl3pPr>
              <a:defRPr sz="2000"/>
            </a:lvl3pPr>
            <a:lvl4pPr>
              <a:defRPr sz="2000"/>
            </a:lvl4pPr>
            <a:lvl5pPr>
              <a:defRPr sz="2000"/>
            </a:lvl5pPr>
          </a:lstStyle>
          <a:p>
            <a:pPr lvl="0"/>
            <a:r>
              <a:rPr kumimoji="1" lang="ja-JP" altLang="en-US" dirty="0"/>
              <a:t>マスター テキストの書式設定</a:t>
            </a:r>
          </a:p>
        </p:txBody>
      </p:sp>
    </p:spTree>
    <p:extLst>
      <p:ext uri="{BB962C8B-B14F-4D97-AF65-F5344CB8AC3E}">
        <p14:creationId xmlns:p14="http://schemas.microsoft.com/office/powerpoint/2010/main" val="2362542050"/>
      </p:ext>
    </p:extLst>
  </p:cSld>
  <p:clrMapOvr>
    <a:masterClrMapping/>
  </p:clrMapOvr>
  <p:extLst>
    <p:ext uri="{DCECCB84-F9BA-43D5-87BE-67443E8EF086}">
      <p15:sldGuideLst xmlns:p15="http://schemas.microsoft.com/office/powerpoint/2012/main">
        <p15:guide id="1" orient="horz" pos="3884">
          <p15:clr>
            <a:srgbClr val="FBAE40"/>
          </p15:clr>
        </p15:guide>
        <p15:guide id="3" orient="horz" pos="142">
          <p15:clr>
            <a:srgbClr val="FBAE40"/>
          </p15:clr>
        </p15:guide>
        <p15:guide id="4" pos="642">
          <p15:clr>
            <a:srgbClr val="FBAE40"/>
          </p15:clr>
        </p15:guide>
        <p15:guide id="5" pos="7038">
          <p15:clr>
            <a:srgbClr val="FBAE40"/>
          </p15:clr>
        </p15:guide>
        <p15:guide id="6" orient="horz" pos="777">
          <p15:clr>
            <a:srgbClr val="FBAE40"/>
          </p15:clr>
        </p15:guide>
        <p15:guide id="7" pos="3704">
          <p15:clr>
            <a:srgbClr val="FBAE40"/>
          </p15:clr>
        </p15:guide>
        <p15:guide id="8" pos="3976">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9" name="Holder 6">
            <a:extLst>
              <a:ext uri="{FF2B5EF4-FFF2-40B4-BE49-F238E27FC236}">
                <a16:creationId xmlns:a16="http://schemas.microsoft.com/office/drawing/2014/main" id="{6969A12A-5999-484E-9AFE-A3FE252CDB3D}"/>
              </a:ext>
            </a:extLst>
          </p:cNvPr>
          <p:cNvSpPr>
            <a:spLocks noGrp="1"/>
          </p:cNvSpPr>
          <p:nvPr>
            <p:ph type="sldNum" sz="quarter" idx="4"/>
          </p:nvPr>
        </p:nvSpPr>
        <p:spPr>
          <a:xfrm>
            <a:off x="11521440" y="6518701"/>
            <a:ext cx="375920" cy="150246"/>
          </a:xfrm>
          <a:prstGeom prst="rect">
            <a:avLst/>
          </a:prstGeom>
        </p:spPr>
        <p:txBody>
          <a:bodyPr lIns="0" tIns="0" rIns="0" bIns="0"/>
          <a:lstStyle>
            <a:lvl1pPr algn="r">
              <a:defRPr sz="1200" b="0" i="0">
                <a:solidFill>
                  <a:schemeClr val="tx1"/>
                </a:solidFill>
                <a:latin typeface="+mn-ea"/>
                <a:ea typeface="+mn-ea"/>
              </a:defRPr>
            </a:lvl1pPr>
          </a:lstStyle>
          <a:p>
            <a:fld id="{B6F15528-21DE-4FAA-801E-634DDDAF4B2B}" type="slidenum">
              <a:rPr lang="en-US" altLang="ja-JP" smtClean="0"/>
              <a:pPr/>
              <a:t>‹#›</a:t>
            </a:fld>
            <a:endParaRPr lang="en-US" altLang="ja-JP"/>
          </a:p>
        </p:txBody>
      </p:sp>
    </p:spTree>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36" r:id="rId5"/>
    <p:sldLayoutId id="2147483737" r:id="rId6"/>
    <p:sldLayoutId id="2147483738" r:id="rId7"/>
    <p:sldLayoutId id="2147483727" r:id="rId8"/>
    <p:sldLayoutId id="2147483661" r:id="rId9"/>
    <p:sldLayoutId id="2147483718" r:id="rId10"/>
    <p:sldLayoutId id="2147483719" r:id="rId11"/>
    <p:sldLayoutId id="2147483721" r:id="rId12"/>
    <p:sldLayoutId id="2147483739" r:id="rId13"/>
    <p:sldLayoutId id="2147483740" r:id="rId14"/>
    <p:sldLayoutId id="2147483723" r:id="rId15"/>
    <p:sldLayoutId id="2147483728" r:id="rId16"/>
    <p:sldLayoutId id="2147483729" r:id="rId17"/>
    <p:sldLayoutId id="2147483730" r:id="rId18"/>
    <p:sldLayoutId id="2147483732" r:id="rId19"/>
    <p:sldLayoutId id="2147483733" r:id="rId20"/>
    <p:sldLayoutId id="2147483734" r:id="rId21"/>
    <p:sldLayoutId id="2147483735" r:id="rId22"/>
    <p:sldLayoutId id="2147483676" r:id="rId23"/>
    <p:sldLayoutId id="2147483677" r:id="rId24"/>
    <p:sldLayoutId id="2147483767" r:id="rId25"/>
    <p:sldLayoutId id="2147483794" r:id="rId26"/>
    <p:sldLayoutId id="2147483795" r:id="rId27"/>
    <p:sldLayoutId id="2147483796" r:id="rId28"/>
    <p:sldLayoutId id="2147483797" r:id="rId29"/>
  </p:sldLayoutIdLst>
  <p:hf hdr="0" ftr="0" dt="0"/>
  <p:txStyles>
    <p:titleStyle>
      <a:lvl1pPr>
        <a:defRPr sz="5000" b="0">
          <a:latin typeface="+mj-ea"/>
          <a:ea typeface="+mj-ea"/>
          <a:cs typeface="+mj-cs"/>
        </a:defRPr>
      </a:lvl1pPr>
    </p:titleStyle>
    <p:bodyStyle>
      <a:lvl1pPr marL="0">
        <a:defRPr sz="1400">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jpeg"/><Relationship Id="rId1" Type="http://schemas.openxmlformats.org/officeDocument/2006/relationships/slideLayout" Target="../slideLayouts/slideLayout26.xml"/></Relationships>
</file>

<file path=ppt/slides/_rels/slide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6.png"/><Relationship Id="rId1" Type="http://schemas.openxmlformats.org/officeDocument/2006/relationships/slideLayout" Target="../slideLayouts/slideLayout26.xml"/><Relationship Id="rId5" Type="http://schemas.microsoft.com/office/2007/relationships/hdphoto" Target="../media/hdphoto3.wdp"/><Relationship Id="rId4" Type="http://schemas.openxmlformats.org/officeDocument/2006/relationships/image" Target="../media/image27.png"/></Relationships>
</file>

<file path=ppt/slides/_rels/slide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6.xml"/></Relationships>
</file>

<file path=ppt/slides/_rels/slide9.xml.rels><?xml version="1.0" encoding="UTF-8" standalone="yes"?>
<Relationships xmlns="http://schemas.openxmlformats.org/package/2006/relationships"><Relationship Id="rId8" Type="http://schemas.openxmlformats.org/officeDocument/2006/relationships/image" Target="../media/image34.png"/><Relationship Id="rId3" Type="http://schemas.microsoft.com/office/2007/relationships/hdphoto" Target="../media/hdphoto4.wdp"/><Relationship Id="rId7" Type="http://schemas.openxmlformats.org/officeDocument/2006/relationships/image" Target="../media/image33.png"/><Relationship Id="rId2" Type="http://schemas.openxmlformats.org/officeDocument/2006/relationships/image" Target="../media/image29.png"/><Relationship Id="rId1" Type="http://schemas.openxmlformats.org/officeDocument/2006/relationships/slideLayout" Target="../slideLayouts/slideLayout26.xml"/><Relationship Id="rId6" Type="http://schemas.openxmlformats.org/officeDocument/2006/relationships/image" Target="../media/image32.png"/><Relationship Id="rId5" Type="http://schemas.openxmlformats.org/officeDocument/2006/relationships/image" Target="../media/image31.png"/><Relationship Id="rId10" Type="http://schemas.openxmlformats.org/officeDocument/2006/relationships/image" Target="../media/image36.png"/><Relationship Id="rId4" Type="http://schemas.openxmlformats.org/officeDocument/2006/relationships/image" Target="../media/image30.png"/><Relationship Id="rId9" Type="http://schemas.openxmlformats.org/officeDocument/2006/relationships/image" Target="../media/image35.jpeg"/></Relationships>
</file>

<file path=ppt/slides/_rels/slide10.xml.rels><?xml version="1.0" encoding="UTF-8" standalone="yes"?>
<Relationships xmlns="http://schemas.openxmlformats.org/package/2006/relationships"><Relationship Id="rId8" Type="http://schemas.openxmlformats.org/officeDocument/2006/relationships/image" Target="../media/image41.png"/><Relationship Id="rId13" Type="http://schemas.openxmlformats.org/officeDocument/2006/relationships/image" Target="../media/image46.png"/><Relationship Id="rId3" Type="http://schemas.openxmlformats.org/officeDocument/2006/relationships/image" Target="../media/image37.png"/><Relationship Id="rId7" Type="http://schemas.openxmlformats.org/officeDocument/2006/relationships/image" Target="../media/image40.png"/><Relationship Id="rId12" Type="http://schemas.openxmlformats.org/officeDocument/2006/relationships/image" Target="../media/image45.jpeg"/><Relationship Id="rId2" Type="http://schemas.openxmlformats.org/officeDocument/2006/relationships/notesSlide" Target="../notesSlides/notesSlide2.xml"/><Relationship Id="rId1" Type="http://schemas.openxmlformats.org/officeDocument/2006/relationships/slideLayout" Target="../slideLayouts/slideLayout8.xml"/><Relationship Id="rId6" Type="http://schemas.openxmlformats.org/officeDocument/2006/relationships/image" Target="../media/image39.png"/><Relationship Id="rId11" Type="http://schemas.openxmlformats.org/officeDocument/2006/relationships/image" Target="../media/image44.jpeg"/><Relationship Id="rId5" Type="http://schemas.openxmlformats.org/officeDocument/2006/relationships/image" Target="../media/image38.jpeg"/><Relationship Id="rId15" Type="http://schemas.openxmlformats.org/officeDocument/2006/relationships/image" Target="../media/image48.png"/><Relationship Id="rId10" Type="http://schemas.openxmlformats.org/officeDocument/2006/relationships/image" Target="../media/image43.png"/><Relationship Id="rId4" Type="http://schemas.microsoft.com/office/2007/relationships/hdphoto" Target="../media/hdphoto5.wdp"/><Relationship Id="rId9" Type="http://schemas.openxmlformats.org/officeDocument/2006/relationships/image" Target="../media/image42.png"/><Relationship Id="rId14" Type="http://schemas.openxmlformats.org/officeDocument/2006/relationships/image" Target="../media/image47.jpeg"/></Relationships>
</file>

<file path=ppt/slides/_rels/slide11.xml.rels><?xml version="1.0" encoding="UTF-8" standalone="yes"?>
<Relationships xmlns="http://schemas.openxmlformats.org/package/2006/relationships"><Relationship Id="rId3" Type="http://schemas.microsoft.com/office/2007/relationships/hdphoto" Target="../media/hdphoto4.wdp"/><Relationship Id="rId7" Type="http://schemas.openxmlformats.org/officeDocument/2006/relationships/image" Target="../media/image52.png"/><Relationship Id="rId2" Type="http://schemas.openxmlformats.org/officeDocument/2006/relationships/image" Target="../media/image29.png"/><Relationship Id="rId1" Type="http://schemas.openxmlformats.org/officeDocument/2006/relationships/slideLayout" Target="../slideLayouts/slideLayout26.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3" Type="http://schemas.openxmlformats.org/officeDocument/2006/relationships/diagramColors" Target="../diagrams/colors1.xml"/><Relationship Id="rId18" Type="http://schemas.openxmlformats.org/officeDocument/2006/relationships/image" Target="../media/image67.png"/><Relationship Id="rId26" Type="http://schemas.openxmlformats.org/officeDocument/2006/relationships/image" Target="../media/image75.png"/><Relationship Id="rId39" Type="http://schemas.openxmlformats.org/officeDocument/2006/relationships/image" Target="../media/image88.jpeg"/><Relationship Id="rId21" Type="http://schemas.openxmlformats.org/officeDocument/2006/relationships/image" Target="../media/image70.png"/><Relationship Id="rId34" Type="http://schemas.openxmlformats.org/officeDocument/2006/relationships/image" Target="../media/image83.png"/><Relationship Id="rId7" Type="http://schemas.openxmlformats.org/officeDocument/2006/relationships/image" Target="../media/image61.png"/><Relationship Id="rId12" Type="http://schemas.openxmlformats.org/officeDocument/2006/relationships/diagramQuickStyle" Target="../diagrams/quickStyle1.xml"/><Relationship Id="rId17" Type="http://schemas.openxmlformats.org/officeDocument/2006/relationships/image" Target="../media/image66.png"/><Relationship Id="rId25" Type="http://schemas.openxmlformats.org/officeDocument/2006/relationships/image" Target="../media/image74.png"/><Relationship Id="rId33" Type="http://schemas.openxmlformats.org/officeDocument/2006/relationships/image" Target="../media/image82.png"/><Relationship Id="rId38" Type="http://schemas.openxmlformats.org/officeDocument/2006/relationships/image" Target="../media/image87.png"/><Relationship Id="rId2" Type="http://schemas.openxmlformats.org/officeDocument/2006/relationships/image" Target="../media/image56.jpeg"/><Relationship Id="rId16" Type="http://schemas.openxmlformats.org/officeDocument/2006/relationships/image" Target="../media/image65.png"/><Relationship Id="rId20" Type="http://schemas.openxmlformats.org/officeDocument/2006/relationships/image" Target="../media/image69.png"/><Relationship Id="rId29" Type="http://schemas.openxmlformats.org/officeDocument/2006/relationships/image" Target="../media/image78.png"/><Relationship Id="rId1" Type="http://schemas.openxmlformats.org/officeDocument/2006/relationships/slideLayout" Target="../slideLayouts/slideLayout8.xml"/><Relationship Id="rId6" Type="http://schemas.openxmlformats.org/officeDocument/2006/relationships/image" Target="../media/image60.emf"/><Relationship Id="rId11" Type="http://schemas.openxmlformats.org/officeDocument/2006/relationships/diagramLayout" Target="../diagrams/layout1.xml"/><Relationship Id="rId24" Type="http://schemas.openxmlformats.org/officeDocument/2006/relationships/image" Target="../media/image73.png"/><Relationship Id="rId32" Type="http://schemas.openxmlformats.org/officeDocument/2006/relationships/image" Target="../media/image81.png"/><Relationship Id="rId37" Type="http://schemas.openxmlformats.org/officeDocument/2006/relationships/image" Target="../media/image86.png"/><Relationship Id="rId40" Type="http://schemas.openxmlformats.org/officeDocument/2006/relationships/image" Target="../media/image89.png"/><Relationship Id="rId5" Type="http://schemas.openxmlformats.org/officeDocument/2006/relationships/image" Target="../media/image59.jpeg"/><Relationship Id="rId15" Type="http://schemas.openxmlformats.org/officeDocument/2006/relationships/image" Target="../media/image64.png"/><Relationship Id="rId23" Type="http://schemas.openxmlformats.org/officeDocument/2006/relationships/image" Target="../media/image72.png"/><Relationship Id="rId28" Type="http://schemas.openxmlformats.org/officeDocument/2006/relationships/image" Target="../media/image77.png"/><Relationship Id="rId36" Type="http://schemas.openxmlformats.org/officeDocument/2006/relationships/image" Target="../media/image85.png"/><Relationship Id="rId10" Type="http://schemas.openxmlformats.org/officeDocument/2006/relationships/diagramData" Target="../diagrams/data1.xml"/><Relationship Id="rId19" Type="http://schemas.openxmlformats.org/officeDocument/2006/relationships/image" Target="../media/image68.png"/><Relationship Id="rId31" Type="http://schemas.openxmlformats.org/officeDocument/2006/relationships/image" Target="../media/image80.png"/><Relationship Id="rId4" Type="http://schemas.openxmlformats.org/officeDocument/2006/relationships/image" Target="../media/image58.png"/><Relationship Id="rId9" Type="http://schemas.openxmlformats.org/officeDocument/2006/relationships/image" Target="../media/image63.png"/><Relationship Id="rId14" Type="http://schemas.microsoft.com/office/2007/relationships/diagramDrawing" Target="../diagrams/drawing1.xml"/><Relationship Id="rId22" Type="http://schemas.openxmlformats.org/officeDocument/2006/relationships/image" Target="../media/image71.png"/><Relationship Id="rId27" Type="http://schemas.openxmlformats.org/officeDocument/2006/relationships/image" Target="../media/image76.png"/><Relationship Id="rId30" Type="http://schemas.openxmlformats.org/officeDocument/2006/relationships/image" Target="../media/image79.png"/><Relationship Id="rId35" Type="http://schemas.openxmlformats.org/officeDocument/2006/relationships/image" Target="../media/image84.png"/><Relationship Id="rId8" Type="http://schemas.openxmlformats.org/officeDocument/2006/relationships/image" Target="../media/image62.png"/><Relationship Id="rId3" Type="http://schemas.openxmlformats.org/officeDocument/2006/relationships/image" Target="../media/image57.png"/></Relationships>
</file>

<file path=ppt/slides/_rels/slide17.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8" Type="http://schemas.openxmlformats.org/officeDocument/2006/relationships/image" Target="../media/image97.png"/><Relationship Id="rId13" Type="http://schemas.openxmlformats.org/officeDocument/2006/relationships/image" Target="../media/image102.png"/><Relationship Id="rId18" Type="http://schemas.openxmlformats.org/officeDocument/2006/relationships/image" Target="../media/image107.jpeg"/><Relationship Id="rId3" Type="http://schemas.openxmlformats.org/officeDocument/2006/relationships/image" Target="../media/image92.png"/><Relationship Id="rId7" Type="http://schemas.openxmlformats.org/officeDocument/2006/relationships/image" Target="../media/image96.jpeg"/><Relationship Id="rId12" Type="http://schemas.openxmlformats.org/officeDocument/2006/relationships/image" Target="../media/image101.png"/><Relationship Id="rId17" Type="http://schemas.openxmlformats.org/officeDocument/2006/relationships/image" Target="../media/image106.png"/><Relationship Id="rId2" Type="http://schemas.openxmlformats.org/officeDocument/2006/relationships/image" Target="../media/image91.png"/><Relationship Id="rId16" Type="http://schemas.openxmlformats.org/officeDocument/2006/relationships/image" Target="../media/image105.png"/><Relationship Id="rId1" Type="http://schemas.openxmlformats.org/officeDocument/2006/relationships/slideLayout" Target="../slideLayouts/slideLayout8.xml"/><Relationship Id="rId6" Type="http://schemas.openxmlformats.org/officeDocument/2006/relationships/image" Target="../media/image95.emf"/><Relationship Id="rId11" Type="http://schemas.openxmlformats.org/officeDocument/2006/relationships/image" Target="../media/image100.png"/><Relationship Id="rId5" Type="http://schemas.openxmlformats.org/officeDocument/2006/relationships/image" Target="../media/image94.png"/><Relationship Id="rId15" Type="http://schemas.openxmlformats.org/officeDocument/2006/relationships/image" Target="../media/image104.png"/><Relationship Id="rId10" Type="http://schemas.openxmlformats.org/officeDocument/2006/relationships/image" Target="../media/image99.png"/><Relationship Id="rId19" Type="http://schemas.openxmlformats.org/officeDocument/2006/relationships/image" Target="../media/image108.png"/><Relationship Id="rId4" Type="http://schemas.openxmlformats.org/officeDocument/2006/relationships/image" Target="../media/image93.png"/><Relationship Id="rId9" Type="http://schemas.openxmlformats.org/officeDocument/2006/relationships/image" Target="../media/image98.jpeg"/><Relationship Id="rId14" Type="http://schemas.openxmlformats.org/officeDocument/2006/relationships/image" Target="../media/image103.png"/></Relationships>
</file>

<file path=ppt/slides/_rels/slide19.xml.rels><?xml version="1.0" encoding="UTF-8" standalone="yes"?>
<Relationships xmlns="http://schemas.openxmlformats.org/package/2006/relationships"><Relationship Id="rId8" Type="http://schemas.openxmlformats.org/officeDocument/2006/relationships/image" Target="../media/image115.png"/><Relationship Id="rId3" Type="http://schemas.openxmlformats.org/officeDocument/2006/relationships/image" Target="../media/image110.png"/><Relationship Id="rId7" Type="http://schemas.openxmlformats.org/officeDocument/2006/relationships/image" Target="../media/image114.gif"/><Relationship Id="rId2" Type="http://schemas.openxmlformats.org/officeDocument/2006/relationships/image" Target="../media/image109.jpeg"/><Relationship Id="rId1" Type="http://schemas.openxmlformats.org/officeDocument/2006/relationships/slideLayout" Target="../slideLayouts/slideLayout26.xml"/><Relationship Id="rId6" Type="http://schemas.openxmlformats.org/officeDocument/2006/relationships/image" Target="../media/image113.jpeg"/><Relationship Id="rId5" Type="http://schemas.openxmlformats.org/officeDocument/2006/relationships/image" Target="../media/image112.jpeg"/><Relationship Id="rId10" Type="http://schemas.openxmlformats.org/officeDocument/2006/relationships/image" Target="../media/image116.png"/><Relationship Id="rId4" Type="http://schemas.openxmlformats.org/officeDocument/2006/relationships/image" Target="../media/image111.jpeg"/><Relationship Id="rId9" Type="http://schemas.microsoft.com/office/2007/relationships/hdphoto" Target="../media/hdphoto6.wdp"/></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notesSlide" Target="../notesSlides/notesSlide3.xml"/><Relationship Id="rId1" Type="http://schemas.openxmlformats.org/officeDocument/2006/relationships/slideLayout" Target="../slideLayouts/slideLayout29.xml"/></Relationships>
</file>

<file path=ppt/slides/_rels/slide23.xml.rels><?xml version="1.0" encoding="UTF-8" standalone="yes"?>
<Relationships xmlns="http://schemas.openxmlformats.org/package/2006/relationships"><Relationship Id="rId3" Type="http://schemas.openxmlformats.org/officeDocument/2006/relationships/image" Target="../media/image119.jpeg"/><Relationship Id="rId7" Type="http://schemas.openxmlformats.org/officeDocument/2006/relationships/image" Target="../media/image123.png"/><Relationship Id="rId2" Type="http://schemas.openxmlformats.org/officeDocument/2006/relationships/image" Target="../media/image118.png"/><Relationship Id="rId1" Type="http://schemas.openxmlformats.org/officeDocument/2006/relationships/slideLayout" Target="../slideLayouts/slideLayout29.xml"/><Relationship Id="rId6" Type="http://schemas.openxmlformats.org/officeDocument/2006/relationships/image" Target="../media/image122.png"/><Relationship Id="rId5" Type="http://schemas.openxmlformats.org/officeDocument/2006/relationships/image" Target="../media/image121.png"/><Relationship Id="rId4" Type="http://schemas.openxmlformats.org/officeDocument/2006/relationships/image" Target="../media/image120.jpeg"/></Relationships>
</file>

<file path=ppt/slides/_rels/slide24.xml.rels><?xml version="1.0" encoding="UTF-8" standalone="yes"?>
<Relationships xmlns="http://schemas.openxmlformats.org/package/2006/relationships"><Relationship Id="rId8" Type="http://schemas.openxmlformats.org/officeDocument/2006/relationships/image" Target="../media/image130.png"/><Relationship Id="rId3" Type="http://schemas.openxmlformats.org/officeDocument/2006/relationships/image" Target="../media/image125.png"/><Relationship Id="rId7" Type="http://schemas.openxmlformats.org/officeDocument/2006/relationships/image" Target="../media/image129.png"/><Relationship Id="rId2" Type="http://schemas.openxmlformats.org/officeDocument/2006/relationships/image" Target="../media/image124.png"/><Relationship Id="rId1" Type="http://schemas.openxmlformats.org/officeDocument/2006/relationships/slideLayout" Target="../slideLayouts/slideLayout29.xml"/><Relationship Id="rId6" Type="http://schemas.openxmlformats.org/officeDocument/2006/relationships/image" Target="../media/image128.png"/><Relationship Id="rId5" Type="http://schemas.openxmlformats.org/officeDocument/2006/relationships/image" Target="../media/image127.png"/><Relationship Id="rId10" Type="http://schemas.openxmlformats.org/officeDocument/2006/relationships/image" Target="../media/image123.png"/><Relationship Id="rId4" Type="http://schemas.openxmlformats.org/officeDocument/2006/relationships/image" Target="../media/image126.png"/><Relationship Id="rId9" Type="http://schemas.openxmlformats.org/officeDocument/2006/relationships/image" Target="../media/image131.png"/></Relationships>
</file>

<file path=ppt/slides/_rels/slide25.xml.rels><?xml version="1.0" encoding="UTF-8" standalone="yes"?>
<Relationships xmlns="http://schemas.openxmlformats.org/package/2006/relationships"><Relationship Id="rId3" Type="http://schemas.openxmlformats.org/officeDocument/2006/relationships/image" Target="../media/image118.png"/><Relationship Id="rId7" Type="http://schemas.openxmlformats.org/officeDocument/2006/relationships/image" Target="../media/image123.png"/><Relationship Id="rId2" Type="http://schemas.openxmlformats.org/officeDocument/2006/relationships/image" Target="../media/image132.png"/><Relationship Id="rId1" Type="http://schemas.openxmlformats.org/officeDocument/2006/relationships/slideLayout" Target="../slideLayouts/slideLayout29.xml"/><Relationship Id="rId6" Type="http://schemas.openxmlformats.org/officeDocument/2006/relationships/image" Target="../media/image133.png"/><Relationship Id="rId5" Type="http://schemas.openxmlformats.org/officeDocument/2006/relationships/image" Target="../media/image121.png"/><Relationship Id="rId4" Type="http://schemas.openxmlformats.org/officeDocument/2006/relationships/image" Target="../media/image120.jpe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7.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image" Target="../media/image134.png"/><Relationship Id="rId1" Type="http://schemas.openxmlformats.org/officeDocument/2006/relationships/slideLayout" Target="../slideLayouts/slideLayout29.xml"/></Relationships>
</file>

<file path=ppt/slides/_rels/slide28.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image" Target="../media/image135.png"/><Relationship Id="rId1" Type="http://schemas.openxmlformats.org/officeDocument/2006/relationships/slideLayout" Target="../slideLayouts/slideLayout29.xml"/></Relationships>
</file>

<file path=ppt/slides/_rels/slide29.xml.rels><?xml version="1.0" encoding="UTF-8" standalone="yes"?>
<Relationships xmlns="http://schemas.openxmlformats.org/package/2006/relationships"><Relationship Id="rId2" Type="http://schemas.openxmlformats.org/officeDocument/2006/relationships/image" Target="../media/image123.png"/><Relationship Id="rId1" Type="http://schemas.openxmlformats.org/officeDocument/2006/relationships/slideLayout" Target="../slideLayouts/slideLayout29.xml"/></Relationships>
</file>

<file path=ppt/slides/_rels/slide30.xml.rels><?xml version="1.0" encoding="UTF-8" standalone="yes"?>
<Relationships xmlns="http://schemas.openxmlformats.org/package/2006/relationships"><Relationship Id="rId3" Type="http://schemas.openxmlformats.org/officeDocument/2006/relationships/image" Target="../media/image136.png"/><Relationship Id="rId7" Type="http://schemas.openxmlformats.org/officeDocument/2006/relationships/image" Target="../media/image140.png"/><Relationship Id="rId2" Type="http://schemas.openxmlformats.org/officeDocument/2006/relationships/notesSlide" Target="../notesSlides/notesSlide4.xml"/><Relationship Id="rId1" Type="http://schemas.openxmlformats.org/officeDocument/2006/relationships/slideLayout" Target="../slideLayouts/slideLayout29.xml"/><Relationship Id="rId6" Type="http://schemas.openxmlformats.org/officeDocument/2006/relationships/image" Target="../media/image139.png"/><Relationship Id="rId5" Type="http://schemas.openxmlformats.org/officeDocument/2006/relationships/image" Target="../media/image138.png"/><Relationship Id="rId4" Type="http://schemas.openxmlformats.org/officeDocument/2006/relationships/image" Target="../media/image137.png"/></Relationships>
</file>

<file path=ppt/slides/_rels/slide31.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notesSlide" Target="../notesSlides/notesSlide5.xml"/><Relationship Id="rId1" Type="http://schemas.openxmlformats.org/officeDocument/2006/relationships/slideLayout" Target="../slideLayouts/slideLayout29.xml"/><Relationship Id="rId5" Type="http://schemas.openxmlformats.org/officeDocument/2006/relationships/image" Target="../media/image143.png"/><Relationship Id="rId4" Type="http://schemas.openxmlformats.org/officeDocument/2006/relationships/image" Target="../media/image142.png"/></Relationships>
</file>

<file path=ppt/slides/_rels/slide32.xml.rels><?xml version="1.0" encoding="UTF-8" standalone="yes"?>
<Relationships xmlns="http://schemas.openxmlformats.org/package/2006/relationships"><Relationship Id="rId3" Type="http://schemas.openxmlformats.org/officeDocument/2006/relationships/image" Target="../media/image144.png"/><Relationship Id="rId2" Type="http://schemas.openxmlformats.org/officeDocument/2006/relationships/notesSlide" Target="../notesSlides/notesSlide6.xml"/><Relationship Id="rId1" Type="http://schemas.openxmlformats.org/officeDocument/2006/relationships/slideLayout" Target="../slideLayouts/slideLayout29.xml"/></Relationships>
</file>

<file path=ppt/slides/_rels/slide33.xml.rels><?xml version="1.0" encoding="UTF-8" standalone="yes"?>
<Relationships xmlns="http://schemas.openxmlformats.org/package/2006/relationships"><Relationship Id="rId3" Type="http://schemas.openxmlformats.org/officeDocument/2006/relationships/image" Target="../media/image146.png"/><Relationship Id="rId7" Type="http://schemas.openxmlformats.org/officeDocument/2006/relationships/image" Target="../media/image150.png"/><Relationship Id="rId2" Type="http://schemas.openxmlformats.org/officeDocument/2006/relationships/image" Target="../media/image145.png"/><Relationship Id="rId1" Type="http://schemas.openxmlformats.org/officeDocument/2006/relationships/slideLayout" Target="../slideLayouts/slideLayout26.xml"/><Relationship Id="rId6" Type="http://schemas.openxmlformats.org/officeDocument/2006/relationships/image" Target="../media/image149.png"/><Relationship Id="rId5" Type="http://schemas.openxmlformats.org/officeDocument/2006/relationships/image" Target="../media/image148.png"/><Relationship Id="rId4" Type="http://schemas.openxmlformats.org/officeDocument/2006/relationships/image" Target="../media/image14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3" Type="http://schemas.openxmlformats.org/officeDocument/2006/relationships/image" Target="../media/image151.svg"/><Relationship Id="rId2" Type="http://schemas.openxmlformats.org/officeDocument/2006/relationships/notesSlide" Target="../notesSlides/notesSlide8.xml"/><Relationship Id="rId1" Type="http://schemas.openxmlformats.org/officeDocument/2006/relationships/slideLayout" Target="../slideLayouts/slideLayout9.xml"/><Relationship Id="rId6" Type="http://schemas.openxmlformats.org/officeDocument/2006/relationships/image" Target="../media/image154.svg"/><Relationship Id="rId5" Type="http://schemas.openxmlformats.org/officeDocument/2006/relationships/image" Target="../media/image153.svg"/><Relationship Id="rId4" Type="http://schemas.openxmlformats.org/officeDocument/2006/relationships/image" Target="../media/image152.sv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9.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9.xml"/></Relationships>
</file>

<file path=ppt/slides/_rels/slide43.xml.rels><?xml version="1.0" encoding="UTF-8" standalone="yes"?>
<Relationships xmlns="http://schemas.openxmlformats.org/package/2006/relationships"><Relationship Id="rId3" Type="http://schemas.openxmlformats.org/officeDocument/2006/relationships/image" Target="../media/image155.svg"/><Relationship Id="rId2" Type="http://schemas.openxmlformats.org/officeDocument/2006/relationships/notesSlide" Target="../notesSlides/notesSlide14.xml"/><Relationship Id="rId1" Type="http://schemas.openxmlformats.org/officeDocument/2006/relationships/slideLayout" Target="../slideLayouts/slideLayout9.xml"/><Relationship Id="rId6" Type="http://schemas.openxmlformats.org/officeDocument/2006/relationships/hyperlink" Target="https://www.asprova.jp/products/movies/000413p.html" TargetMode="External"/><Relationship Id="rId5" Type="http://schemas.openxmlformats.org/officeDocument/2006/relationships/image" Target="../media/image157.svg"/><Relationship Id="rId4" Type="http://schemas.openxmlformats.org/officeDocument/2006/relationships/image" Target="../media/image156.svg"/></Relationships>
</file>

<file path=ppt/slides/_rels/slide44.xml.rels><?xml version="1.0" encoding="UTF-8" standalone="yes"?>
<Relationships xmlns="http://schemas.openxmlformats.org/package/2006/relationships"><Relationship Id="rId3" Type="http://schemas.openxmlformats.org/officeDocument/2006/relationships/image" Target="../media/image158.png"/><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47.xml.rels><?xml version="1.0" encoding="UTF-8" standalone="yes"?>
<Relationships xmlns="http://schemas.openxmlformats.org/package/2006/relationships"><Relationship Id="rId8" Type="http://schemas.openxmlformats.org/officeDocument/2006/relationships/image" Target="../media/image164.png"/><Relationship Id="rId3" Type="http://schemas.openxmlformats.org/officeDocument/2006/relationships/image" Target="../media/image159.png"/><Relationship Id="rId7" Type="http://schemas.openxmlformats.org/officeDocument/2006/relationships/image" Target="../media/image163.png"/><Relationship Id="rId2" Type="http://schemas.openxmlformats.org/officeDocument/2006/relationships/notesSlide" Target="../notesSlides/notesSlide17.xml"/><Relationship Id="rId1" Type="http://schemas.openxmlformats.org/officeDocument/2006/relationships/slideLayout" Target="../slideLayouts/slideLayout9.xml"/><Relationship Id="rId6" Type="http://schemas.openxmlformats.org/officeDocument/2006/relationships/image" Target="../media/image162.png"/><Relationship Id="rId5" Type="http://schemas.openxmlformats.org/officeDocument/2006/relationships/image" Target="../media/image161.png"/><Relationship Id="rId4" Type="http://schemas.openxmlformats.org/officeDocument/2006/relationships/image" Target="../media/image160.png"/><Relationship Id="rId9" Type="http://schemas.openxmlformats.org/officeDocument/2006/relationships/image" Target="../media/image165.png"/></Relationships>
</file>

<file path=ppt/slides/_rels/slide48.xml.rels><?xml version="1.0" encoding="UTF-8" standalone="yes"?>
<Relationships xmlns="http://schemas.openxmlformats.org/package/2006/relationships"><Relationship Id="rId3" Type="http://schemas.openxmlformats.org/officeDocument/2006/relationships/image" Target="../media/image166.svg"/><Relationship Id="rId2" Type="http://schemas.openxmlformats.org/officeDocument/2006/relationships/notesSlide" Target="../notesSlides/notesSlide18.xml"/><Relationship Id="rId1" Type="http://schemas.openxmlformats.org/officeDocument/2006/relationships/slideLayout" Target="../slideLayouts/slideLayout9.xml"/><Relationship Id="rId6" Type="http://schemas.openxmlformats.org/officeDocument/2006/relationships/image" Target="../media/image169.png"/><Relationship Id="rId5" Type="http://schemas.openxmlformats.org/officeDocument/2006/relationships/image" Target="../media/image168.png"/><Relationship Id="rId4" Type="http://schemas.openxmlformats.org/officeDocument/2006/relationships/image" Target="../media/image167.png"/></Relationships>
</file>

<file path=ppt/slides/_rels/slide49.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19.xml"/><Relationship Id="rId1" Type="http://schemas.openxmlformats.org/officeDocument/2006/relationships/slideLayout" Target="../slideLayouts/slideLayout9.xml"/></Relationships>
</file>

<file path=ppt/slides/_rels/slide50.xml.rels><?xml version="1.0" encoding="UTF-8" standalone="yes"?>
<Relationships xmlns="http://schemas.openxmlformats.org/package/2006/relationships"><Relationship Id="rId3" Type="http://schemas.openxmlformats.org/officeDocument/2006/relationships/image" Target="../media/image171.png"/><Relationship Id="rId2" Type="http://schemas.openxmlformats.org/officeDocument/2006/relationships/notesSlide" Target="../notesSlides/notesSlide20.xml"/><Relationship Id="rId1" Type="http://schemas.openxmlformats.org/officeDocument/2006/relationships/slideLayout" Target="../slideLayouts/slideLayout9.xml"/><Relationship Id="rId4" Type="http://schemas.openxmlformats.org/officeDocument/2006/relationships/image" Target="../media/image172.png"/></Relationships>
</file>

<file path=ppt/slides/_rels/slide51.xml.rels><?xml version="1.0" encoding="UTF-8" standalone="yes"?>
<Relationships xmlns="http://schemas.openxmlformats.org/package/2006/relationships"><Relationship Id="rId3" Type="http://schemas.openxmlformats.org/officeDocument/2006/relationships/image" Target="../media/image173.png"/><Relationship Id="rId2" Type="http://schemas.openxmlformats.org/officeDocument/2006/relationships/notesSlide" Target="../notesSlides/notesSlide21.xml"/><Relationship Id="rId1" Type="http://schemas.openxmlformats.org/officeDocument/2006/relationships/slideLayout" Target="../slideLayouts/slideLayout9.xml"/><Relationship Id="rId4" Type="http://schemas.openxmlformats.org/officeDocument/2006/relationships/image" Target="../media/image174.png"/></Relationships>
</file>

<file path=ppt/slides/_rels/slide52.xml.rels><?xml version="1.0" encoding="UTF-8" standalone="yes"?>
<Relationships xmlns="http://schemas.openxmlformats.org/package/2006/relationships"><Relationship Id="rId3" Type="http://schemas.openxmlformats.org/officeDocument/2006/relationships/image" Target="../media/image175.png"/><Relationship Id="rId2" Type="http://schemas.openxmlformats.org/officeDocument/2006/relationships/notesSlide" Target="../notesSlides/notesSlide22.xml"/><Relationship Id="rId1" Type="http://schemas.openxmlformats.org/officeDocument/2006/relationships/slideLayout" Target="../slideLayouts/slideLayout9.xml"/><Relationship Id="rId4" Type="http://schemas.openxmlformats.org/officeDocument/2006/relationships/image" Target="../media/image176.png"/></Relationships>
</file>

<file path=ppt/slides/_rels/slide53.xml.rels><?xml version="1.0" encoding="UTF-8" standalone="yes"?>
<Relationships xmlns="http://schemas.openxmlformats.org/package/2006/relationships"><Relationship Id="rId3" Type="http://schemas.openxmlformats.org/officeDocument/2006/relationships/image" Target="../media/image177.png"/><Relationship Id="rId2" Type="http://schemas.openxmlformats.org/officeDocument/2006/relationships/notesSlide" Target="../notesSlides/notesSlide23.xml"/><Relationship Id="rId1" Type="http://schemas.openxmlformats.org/officeDocument/2006/relationships/slideLayout" Target="../slideLayouts/slideLayout9.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9.xml"/></Relationships>
</file>

<file path=ppt/slides/_rels/slide56.xml.rels><?xml version="1.0" encoding="UTF-8" standalone="yes"?>
<Relationships xmlns="http://schemas.openxmlformats.org/package/2006/relationships"><Relationship Id="rId3" Type="http://schemas.openxmlformats.org/officeDocument/2006/relationships/image" Target="../media/image178.png"/><Relationship Id="rId2" Type="http://schemas.openxmlformats.org/officeDocument/2006/relationships/notesSlide" Target="../notesSlides/notesSlide26.xml"/><Relationship Id="rId1" Type="http://schemas.openxmlformats.org/officeDocument/2006/relationships/slideLayout" Target="../slideLayouts/slideLayout9.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9.xml"/></Relationships>
</file>

<file path=ppt/slides/_rels/slide58.xml.rels><?xml version="1.0" encoding="UTF-8" standalone="yes"?>
<Relationships xmlns="http://schemas.openxmlformats.org/package/2006/relationships"><Relationship Id="rId3" Type="http://schemas.openxmlformats.org/officeDocument/2006/relationships/image" Target="../media/image179.emf"/><Relationship Id="rId2" Type="http://schemas.openxmlformats.org/officeDocument/2006/relationships/notesSlide" Target="../notesSlides/notesSlide28.xml"/><Relationship Id="rId1" Type="http://schemas.openxmlformats.org/officeDocument/2006/relationships/slideLayout" Target="../slideLayouts/slideLayout9.xml"/></Relationships>
</file>

<file path=ppt/slides/_rels/slide59.xml.rels><?xml version="1.0" encoding="UTF-8" standalone="yes"?>
<Relationships xmlns="http://schemas.openxmlformats.org/package/2006/relationships"><Relationship Id="rId2" Type="http://schemas.openxmlformats.org/officeDocument/2006/relationships/image" Target="../media/image180.png"/><Relationship Id="rId1" Type="http://schemas.openxmlformats.org/officeDocument/2006/relationships/slideLayout" Target="../slideLayouts/slideLayout2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ACC5016B-9C2E-3600-6778-F917BBAD494C}"/>
              </a:ext>
            </a:extLst>
          </p:cNvPr>
          <p:cNvSpPr>
            <a:spLocks noGrp="1"/>
          </p:cNvSpPr>
          <p:nvPr>
            <p:ph type="body" sz="quarter" idx="10"/>
          </p:nvPr>
        </p:nvSpPr>
        <p:spPr>
          <a:xfrm>
            <a:off x="8586216" y="5164351"/>
            <a:ext cx="3605784" cy="928474"/>
          </a:xfrm>
        </p:spPr>
        <p:txBody>
          <a:bodyPr/>
          <a:lstStyle/>
          <a:p>
            <a:r>
              <a:rPr kumimoji="1" lang="en-US" altLang="ja-JP" dirty="0"/>
              <a:t>2026</a:t>
            </a:r>
            <a:r>
              <a:rPr kumimoji="1" lang="ja-JP" altLang="en-US" dirty="0"/>
              <a:t>年</a:t>
            </a:r>
            <a:r>
              <a:rPr kumimoji="1" lang="en-US" altLang="ja-JP" dirty="0"/>
              <a:t> 4</a:t>
            </a:r>
            <a:r>
              <a:rPr kumimoji="1" lang="ja-JP" altLang="en-US" dirty="0"/>
              <a:t>月</a:t>
            </a:r>
            <a:r>
              <a:rPr kumimoji="1" lang="en-US" altLang="ja-JP" dirty="0"/>
              <a:t>  v1.0</a:t>
            </a:r>
          </a:p>
          <a:p>
            <a:r>
              <a:rPr kumimoji="1" lang="en-US" altLang="ja-JP" dirty="0"/>
              <a:t>NSW</a:t>
            </a:r>
            <a:r>
              <a:rPr kumimoji="1" lang="ja-JP" altLang="en-US" dirty="0"/>
              <a:t>株式会社</a:t>
            </a:r>
            <a:endParaRPr kumimoji="1" lang="en-US" altLang="ja-JP" dirty="0"/>
          </a:p>
          <a:p>
            <a:r>
              <a:rPr kumimoji="1" lang="ja-JP" altLang="en-US" dirty="0"/>
              <a:t>サービスソリューション事業本部</a:t>
            </a:r>
          </a:p>
          <a:p>
            <a:r>
              <a:rPr kumimoji="1" lang="ja-JP" altLang="en-US" dirty="0"/>
              <a:t>営業統括部　第一営業部</a:t>
            </a:r>
            <a:endParaRPr kumimoji="1" lang="en-US" altLang="ja-JP" dirty="0"/>
          </a:p>
        </p:txBody>
      </p:sp>
      <p:sp>
        <p:nvSpPr>
          <p:cNvPr id="6" name="タイトル 2">
            <a:extLst>
              <a:ext uri="{FF2B5EF4-FFF2-40B4-BE49-F238E27FC236}">
                <a16:creationId xmlns:a16="http://schemas.microsoft.com/office/drawing/2014/main" id="{94E744DB-E62D-71DC-8E13-28BF90A739D0}"/>
              </a:ext>
            </a:extLst>
          </p:cNvPr>
          <p:cNvSpPr>
            <a:spLocks noGrp="1"/>
          </p:cNvSpPr>
          <p:nvPr>
            <p:ph type="title"/>
          </p:nvPr>
        </p:nvSpPr>
        <p:spPr>
          <a:xfrm>
            <a:off x="4483100" y="1868488"/>
            <a:ext cx="7708900" cy="2549603"/>
          </a:xfrm>
        </p:spPr>
        <p:txBody>
          <a:bodyPr/>
          <a:lstStyle/>
          <a:p>
            <a:r>
              <a:rPr kumimoji="1" lang="ja-JP" altLang="en-US" sz="1800" dirty="0"/>
              <a:t>ヒト・モノ・資源をつなぐ生産スケジューラ</a:t>
            </a:r>
            <a:br>
              <a:rPr kumimoji="1" lang="en-US" altLang="ja-JP" sz="4800" dirty="0"/>
            </a:br>
            <a:r>
              <a:rPr kumimoji="1" lang="en-US" altLang="ja-JP" sz="8000" dirty="0" err="1"/>
              <a:t>Asprova</a:t>
            </a:r>
            <a:r>
              <a:rPr lang="ja-JP" altLang="en-US" sz="8000" dirty="0"/>
              <a:t> </a:t>
            </a:r>
            <a:r>
              <a:rPr lang="en-US" altLang="ja-JP" sz="8000" dirty="0"/>
              <a:t>APS</a:t>
            </a:r>
            <a:br>
              <a:rPr lang="en-US" altLang="ja-JP" sz="6600" dirty="0"/>
            </a:br>
            <a:r>
              <a:rPr kumimoji="1" lang="ja-JP" altLang="en-US" sz="4800" dirty="0"/>
              <a:t>ご紹介資料</a:t>
            </a:r>
          </a:p>
        </p:txBody>
      </p:sp>
      <p:sp>
        <p:nvSpPr>
          <p:cNvPr id="4" name="テキスト ボックス 3">
            <a:extLst>
              <a:ext uri="{FF2B5EF4-FFF2-40B4-BE49-F238E27FC236}">
                <a16:creationId xmlns:a16="http://schemas.microsoft.com/office/drawing/2014/main" id="{E406CBB4-10EB-3D6A-5C8A-F57798BB0146}"/>
              </a:ext>
            </a:extLst>
          </p:cNvPr>
          <p:cNvSpPr txBox="1"/>
          <p:nvPr/>
        </p:nvSpPr>
        <p:spPr>
          <a:xfrm>
            <a:off x="3143250" y="860618"/>
            <a:ext cx="6096000" cy="523220"/>
          </a:xfrm>
          <a:prstGeom prst="rect">
            <a:avLst/>
          </a:prstGeom>
          <a:noFill/>
        </p:spPr>
        <p:txBody>
          <a:bodyPr wrap="square">
            <a:spAutoFit/>
          </a:bodyPr>
          <a:lstStyle/>
          <a:p>
            <a:r>
              <a:rPr lang="zh-TW" altLang="en-US" sz="2800" b="1" i="0" dirty="0">
                <a:solidFill>
                  <a:schemeClr val="bg1"/>
                </a:solidFill>
                <a:effectLst/>
                <a:latin typeface="Meiryo" panose="020B0604030504040204" pitchFamily="50" charset="-128"/>
                <a:ea typeface="Meiryo" panose="020B0604030504040204" pitchFamily="50" charset="-128"/>
              </a:rPr>
              <a:t>株式会社</a:t>
            </a:r>
            <a:r>
              <a:rPr lang="ja-JP" altLang="en-US" sz="2800" b="1" i="0" dirty="0">
                <a:solidFill>
                  <a:schemeClr val="bg1"/>
                </a:solidFill>
                <a:effectLst/>
                <a:latin typeface="Meiryo" panose="020B0604030504040204" pitchFamily="50" charset="-128"/>
                <a:ea typeface="Meiryo" panose="020B0604030504040204" pitchFamily="50" charset="-128"/>
              </a:rPr>
              <a:t>〇〇〇〇　御中</a:t>
            </a:r>
            <a:endParaRPr lang="ja-JP" altLang="en-US" sz="2800" b="1" dirty="0">
              <a:solidFill>
                <a:schemeClr val="bg1"/>
              </a:solidFill>
            </a:endParaRPr>
          </a:p>
        </p:txBody>
      </p:sp>
    </p:spTree>
    <p:extLst>
      <p:ext uri="{BB962C8B-B14F-4D97-AF65-F5344CB8AC3E}">
        <p14:creationId xmlns:p14="http://schemas.microsoft.com/office/powerpoint/2010/main" val="41700421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コンテンツ プレースホルダー 6">
            <a:extLst>
              <a:ext uri="{FF2B5EF4-FFF2-40B4-BE49-F238E27FC236}">
                <a16:creationId xmlns:a16="http://schemas.microsoft.com/office/drawing/2014/main" id="{95E97543-857F-50C1-04C4-EE3DC4A82BBA}"/>
              </a:ext>
            </a:extLst>
          </p:cNvPr>
          <p:cNvSpPr>
            <a:spLocks noGrp="1"/>
          </p:cNvSpPr>
          <p:nvPr>
            <p:ph sz="half" idx="1"/>
          </p:nvPr>
        </p:nvSpPr>
        <p:spPr>
          <a:xfrm>
            <a:off x="4454982" y="265939"/>
            <a:ext cx="7562070" cy="5543550"/>
          </a:xfrm>
        </p:spPr>
        <p:txBody>
          <a:bodyPr/>
          <a:lstStyle/>
          <a:p>
            <a:pPr marL="0" indent="0">
              <a:buNone/>
            </a:pPr>
            <a:r>
              <a:rPr lang="ja-JP" altLang="en-US" sz="2000" dirty="0"/>
              <a:t>　　はじめに（</a:t>
            </a:r>
            <a:r>
              <a:rPr lang="en-US" altLang="ja-JP" sz="2000" dirty="0"/>
              <a:t>Introduction</a:t>
            </a:r>
            <a:r>
              <a:rPr lang="ja-JP" altLang="en-US" sz="2000" dirty="0"/>
              <a:t>）</a:t>
            </a:r>
            <a:br>
              <a:rPr lang="ja-JP" altLang="en-US" sz="1600" dirty="0"/>
            </a:br>
            <a:r>
              <a:rPr lang="ja-JP" altLang="en-US" sz="1600" dirty="0"/>
              <a:t>　　　　</a:t>
            </a:r>
            <a:r>
              <a:rPr lang="en-US" altLang="ja-JP" sz="1600" dirty="0"/>
              <a:t>-NSW</a:t>
            </a:r>
            <a:r>
              <a:rPr lang="ja-JP" altLang="en-US" sz="1600" dirty="0"/>
              <a:t>会社概要</a:t>
            </a:r>
            <a:br>
              <a:rPr lang="ja-JP" altLang="en-US" sz="1600" dirty="0"/>
            </a:br>
            <a:r>
              <a:rPr lang="ja-JP" altLang="en-US" sz="1600" dirty="0"/>
              <a:t>　　　　</a:t>
            </a:r>
            <a:r>
              <a:rPr lang="en-US" altLang="ja-JP" sz="1600" dirty="0"/>
              <a:t>-</a:t>
            </a:r>
            <a:r>
              <a:rPr lang="ja-JP" altLang="en-US" sz="1600" dirty="0"/>
              <a:t>ＮＳＷの取り組み　</a:t>
            </a:r>
            <a:endParaRPr lang="en-US" altLang="ja-JP" sz="1600" dirty="0"/>
          </a:p>
          <a:p>
            <a:pPr marL="0" indent="0">
              <a:buNone/>
            </a:pPr>
            <a:br>
              <a:rPr lang="ja-JP" altLang="en-US" sz="1600" dirty="0"/>
            </a:br>
            <a:r>
              <a:rPr lang="ja-JP" altLang="en-US" sz="2000" dirty="0"/>
              <a:t>　　生産スケジューラ「</a:t>
            </a:r>
            <a:r>
              <a:rPr lang="en-US" altLang="ja-JP" sz="2000" dirty="0" err="1"/>
              <a:t>Asprova</a:t>
            </a:r>
            <a:r>
              <a:rPr lang="ja-JP" altLang="en-US" sz="2000" dirty="0"/>
              <a:t>」とは</a:t>
            </a:r>
            <a:br>
              <a:rPr lang="ja-JP" altLang="en-US" sz="1600" dirty="0"/>
            </a:br>
            <a:r>
              <a:rPr lang="ja-JP" altLang="en-US" sz="1600" dirty="0"/>
              <a:t>　　　　</a:t>
            </a:r>
            <a:r>
              <a:rPr lang="en-US" altLang="ja-JP" sz="1600" dirty="0"/>
              <a:t>-</a:t>
            </a:r>
            <a:r>
              <a:rPr lang="ja-JP" altLang="en-US" sz="1600" dirty="0"/>
              <a:t>「</a:t>
            </a:r>
            <a:r>
              <a:rPr lang="en-US" altLang="ja-JP" sz="1600" dirty="0" err="1"/>
              <a:t>AsprovaAPS</a:t>
            </a:r>
            <a:r>
              <a:rPr lang="ja-JP" altLang="en-US" sz="1600" dirty="0"/>
              <a:t>」製品紹介</a:t>
            </a:r>
            <a:br>
              <a:rPr lang="ja-JP" altLang="en-US" sz="1600" dirty="0"/>
            </a:br>
            <a:r>
              <a:rPr lang="ja-JP" altLang="en-US" sz="1600" dirty="0"/>
              <a:t>　　　　</a:t>
            </a:r>
            <a:r>
              <a:rPr lang="en-US" altLang="ja-JP" sz="1600" dirty="0"/>
              <a:t>-</a:t>
            </a:r>
            <a:r>
              <a:rPr lang="ja-JP" altLang="en-US" sz="1600" dirty="0"/>
              <a:t>導入の流れと</a:t>
            </a:r>
            <a:r>
              <a:rPr lang="en-US" altLang="ja-JP" sz="1600" dirty="0"/>
              <a:t>NSW</a:t>
            </a:r>
            <a:r>
              <a:rPr lang="ja-JP" altLang="en-US" sz="1600" dirty="0"/>
              <a:t>サポート</a:t>
            </a:r>
            <a:endParaRPr lang="en-US" altLang="ja-JP" sz="1600" dirty="0"/>
          </a:p>
          <a:p>
            <a:pPr marL="0" indent="0">
              <a:buNone/>
            </a:pPr>
            <a:r>
              <a:rPr lang="ja-JP" altLang="en-US" sz="1600" dirty="0"/>
              <a:t>　　　　</a:t>
            </a:r>
            <a:r>
              <a:rPr lang="en-US" altLang="ja-JP" sz="1600" dirty="0"/>
              <a:t>-</a:t>
            </a:r>
            <a:r>
              <a:rPr lang="ja-JP" altLang="en-US" sz="1600" dirty="0"/>
              <a:t>ローコード開発・</a:t>
            </a:r>
            <a:r>
              <a:rPr lang="en-US" altLang="ja-JP" sz="1600" dirty="0" err="1"/>
              <a:t>Asprova</a:t>
            </a:r>
            <a:r>
              <a:rPr lang="ja-JP" altLang="en-US" sz="1600" dirty="0"/>
              <a:t>運用支援ツール</a:t>
            </a:r>
            <a:r>
              <a:rPr lang="en-US" altLang="ja-JP" sz="1600" dirty="0"/>
              <a:t> TALON</a:t>
            </a:r>
            <a:r>
              <a:rPr lang="ja-JP" altLang="en-US" sz="1600" dirty="0"/>
              <a:t>について</a:t>
            </a:r>
            <a:endParaRPr lang="en-US" altLang="ja-JP" sz="1600" dirty="0"/>
          </a:p>
          <a:p>
            <a:pPr marL="0" indent="0">
              <a:buNone/>
            </a:pPr>
            <a:endParaRPr lang="en-US" altLang="ja-JP" sz="1600" dirty="0"/>
          </a:p>
          <a:p>
            <a:pPr marL="0" indent="0">
              <a:buNone/>
            </a:pPr>
            <a:r>
              <a:rPr lang="ja-JP" altLang="en-US" sz="1600" dirty="0"/>
              <a:t>　　</a:t>
            </a:r>
            <a:r>
              <a:rPr lang="ja-JP" altLang="en-US" sz="2000" dirty="0"/>
              <a:t>参考費用</a:t>
            </a:r>
            <a:endParaRPr lang="en-US" altLang="ja-JP" sz="2000" dirty="0"/>
          </a:p>
        </p:txBody>
      </p:sp>
    </p:spTree>
    <p:extLst>
      <p:ext uri="{BB962C8B-B14F-4D97-AF65-F5344CB8AC3E}">
        <p14:creationId xmlns:p14="http://schemas.microsoft.com/office/powerpoint/2010/main" val="4890686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430DD0-B5B0-820B-72D3-DC5179264892}"/>
            </a:ext>
          </a:extLst>
        </p:cNvPr>
        <p:cNvGrpSpPr/>
        <p:nvPr/>
      </p:nvGrpSpPr>
      <p:grpSpPr>
        <a:xfrm>
          <a:off x="0" y="0"/>
          <a:ext cx="0" cy="0"/>
          <a:chOff x="0" y="0"/>
          <a:chExt cx="0" cy="0"/>
        </a:xfrm>
      </p:grpSpPr>
      <p:sp>
        <p:nvSpPr>
          <p:cNvPr id="4" name="テキスト プレースホルダー 3">
            <a:extLst>
              <a:ext uri="{FF2B5EF4-FFF2-40B4-BE49-F238E27FC236}">
                <a16:creationId xmlns:a16="http://schemas.microsoft.com/office/drawing/2014/main" id="{332BBCF5-FD28-B8F8-8CE5-94B3ADAF0978}"/>
              </a:ext>
            </a:extLst>
          </p:cNvPr>
          <p:cNvSpPr>
            <a:spLocks noGrp="1"/>
          </p:cNvSpPr>
          <p:nvPr>
            <p:ph type="body" sz="quarter" idx="10"/>
          </p:nvPr>
        </p:nvSpPr>
        <p:spPr/>
        <p:txBody>
          <a:bodyPr/>
          <a:lstStyle/>
          <a:p>
            <a:r>
              <a:rPr lang="ja-JP" altLang="en-US" dirty="0"/>
              <a:t>はじめに</a:t>
            </a:r>
          </a:p>
        </p:txBody>
      </p:sp>
      <p:sp>
        <p:nvSpPr>
          <p:cNvPr id="2" name="スライド番号プレースホルダー 1">
            <a:extLst>
              <a:ext uri="{FF2B5EF4-FFF2-40B4-BE49-F238E27FC236}">
                <a16:creationId xmlns:a16="http://schemas.microsoft.com/office/drawing/2014/main" id="{4A687989-CD6A-17A5-68C7-1A29826465E8}"/>
              </a:ext>
            </a:extLst>
          </p:cNvPr>
          <p:cNvSpPr txBox="1">
            <a:spLocks/>
          </p:cNvSpPr>
          <p:nvPr/>
        </p:nvSpPr>
        <p:spPr bwMode="ltGray">
          <a:xfrm>
            <a:off x="10855405" y="6532510"/>
            <a:ext cx="998971" cy="241300"/>
          </a:xfrm>
          <a:prstGeom prst="rect">
            <a:avLst/>
          </a:prstGeom>
          <a:noFill/>
          <a:ln>
            <a:noFill/>
          </a:ln>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defPPr>
              <a:defRPr lang="ja-JP"/>
            </a:defPPr>
            <a:lvl1pPr marL="0" algn="r" defTabSz="914400" rtl="0" eaLnBrk="1" latinLnBrk="0" hangingPunct="1">
              <a:defRPr kumimoji="1" sz="1800" b="1" i="0" kern="1200">
                <a:solidFill>
                  <a:schemeClr val="bg1"/>
                </a:solidFill>
                <a:latin typeface="Arial" pitchFamily="34" charset="0"/>
                <a:ea typeface="ＭＳ Ｐゴシック" pitchFamily="50" charset="-128"/>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E025C43D-97FC-4CE9-9332-5BE2A99BA935}" type="slidenum">
              <a:rPr lang="en-US" altLang="ja-JP" sz="1400" smtClean="0">
                <a:latin typeface="+mn-ea"/>
                <a:ea typeface="+mn-ea"/>
                <a:cs typeface="メイリオ" pitchFamily="50" charset="-128"/>
              </a:rPr>
              <a:pPr/>
              <a:t>3</a:t>
            </a:fld>
            <a:endParaRPr lang="en-US" altLang="ja-JP" sz="1400">
              <a:latin typeface="+mn-ea"/>
              <a:ea typeface="+mn-ea"/>
              <a:cs typeface="メイリオ" pitchFamily="50" charset="-128"/>
            </a:endParaRPr>
          </a:p>
        </p:txBody>
      </p:sp>
    </p:spTree>
    <p:extLst>
      <p:ext uri="{BB962C8B-B14F-4D97-AF65-F5344CB8AC3E}">
        <p14:creationId xmlns:p14="http://schemas.microsoft.com/office/powerpoint/2010/main" val="18253507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79E3E2-C99E-5430-95BB-79634AA1885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52FAE7C-323E-5F34-7DAE-202655298815}"/>
              </a:ext>
            </a:extLst>
          </p:cNvPr>
          <p:cNvSpPr>
            <a:spLocks noGrp="1"/>
          </p:cNvSpPr>
          <p:nvPr>
            <p:ph type="title"/>
          </p:nvPr>
        </p:nvSpPr>
        <p:spPr/>
        <p:txBody>
          <a:bodyPr/>
          <a:lstStyle/>
          <a:p>
            <a:r>
              <a:rPr kumimoji="1" lang="ja-JP" altLang="en-US" dirty="0"/>
              <a:t>はじめに</a:t>
            </a:r>
          </a:p>
        </p:txBody>
      </p:sp>
      <p:sp>
        <p:nvSpPr>
          <p:cNvPr id="3" name="スライド番号プレースホルダー 2">
            <a:extLst>
              <a:ext uri="{FF2B5EF4-FFF2-40B4-BE49-F238E27FC236}">
                <a16:creationId xmlns:a16="http://schemas.microsoft.com/office/drawing/2014/main" id="{48C09CD5-091F-1B45-FE33-CE3AAAA6724E}"/>
              </a:ext>
            </a:extLst>
          </p:cNvPr>
          <p:cNvSpPr>
            <a:spLocks noGrp="1"/>
          </p:cNvSpPr>
          <p:nvPr>
            <p:ph type="sldNum" sz="quarter" idx="7"/>
          </p:nvPr>
        </p:nvSpPr>
        <p:spPr/>
        <p:txBody>
          <a:bodyPr/>
          <a:lstStyle/>
          <a:p>
            <a:fld id="{B6F15528-21DE-4FAA-801E-634DDDAF4B2B}" type="slidenum">
              <a:rPr lang="en-US" altLang="ja-JP" smtClean="0"/>
              <a:pPr/>
              <a:t>4</a:t>
            </a:fld>
            <a:endParaRPr lang="en-US" altLang="ja-JP"/>
          </a:p>
        </p:txBody>
      </p:sp>
      <p:sp>
        <p:nvSpPr>
          <p:cNvPr id="4" name="コンテンツ プレースホルダー 3">
            <a:extLst>
              <a:ext uri="{FF2B5EF4-FFF2-40B4-BE49-F238E27FC236}">
                <a16:creationId xmlns:a16="http://schemas.microsoft.com/office/drawing/2014/main" id="{B7E8F4FE-812D-2918-241A-A374412E5581}"/>
              </a:ext>
            </a:extLst>
          </p:cNvPr>
          <p:cNvSpPr>
            <a:spLocks noGrp="1"/>
          </p:cNvSpPr>
          <p:nvPr>
            <p:ph sz="half" idx="4294967295"/>
          </p:nvPr>
        </p:nvSpPr>
        <p:spPr>
          <a:xfrm>
            <a:off x="1019174" y="955675"/>
            <a:ext cx="10153649" cy="504825"/>
          </a:xfrm>
          <a:prstGeom prst="rect">
            <a:avLst/>
          </a:prstGeom>
        </p:spPr>
        <p:txBody>
          <a:bodyPr/>
          <a:lstStyle/>
          <a:p>
            <a:r>
              <a:rPr lang="ja-JP" altLang="en-US" dirty="0"/>
              <a:t>拝啓　時下ますますご清祥のこととお慶び申し上げます。</a:t>
            </a:r>
            <a:br>
              <a:rPr lang="ja-JP" altLang="en-US" dirty="0"/>
            </a:br>
            <a:br>
              <a:rPr lang="ja-JP" altLang="en-US" dirty="0"/>
            </a:br>
            <a:r>
              <a:rPr lang="ja-JP" altLang="en-US" dirty="0"/>
              <a:t>この度は、株式会社〇〇様の将来競争力を左右する生産計画基盤の高度化につきまして、</a:t>
            </a:r>
            <a:br>
              <a:rPr lang="ja-JP" altLang="en-US" dirty="0"/>
            </a:br>
            <a:r>
              <a:rPr lang="ja-JP" altLang="en-US" dirty="0"/>
              <a:t>ご紹介の機会を賜りましたこと、心より御礼申し上げます。</a:t>
            </a:r>
            <a:endParaRPr lang="en-US" altLang="ja-JP" dirty="0"/>
          </a:p>
          <a:p>
            <a:endParaRPr lang="ja-JP" altLang="en-US" dirty="0"/>
          </a:p>
          <a:p>
            <a:r>
              <a:rPr lang="ja-JP" altLang="en-US" dirty="0"/>
              <a:t>本資料は、生産スケジューラ「</a:t>
            </a:r>
            <a:r>
              <a:rPr lang="en-US" altLang="ja-JP" dirty="0" err="1"/>
              <a:t>Asprova</a:t>
            </a:r>
            <a:r>
              <a:rPr lang="ja-JP" altLang="en-US" dirty="0"/>
              <a:t>」のご紹介に加え、これまでの製造業様へのご支援実績を踏まえ、</a:t>
            </a:r>
            <a:r>
              <a:rPr lang="ja-JP" altLang="en-US" b="1" dirty="0">
                <a:solidFill>
                  <a:srgbClr val="0000CC"/>
                </a:solidFill>
              </a:rPr>
              <a:t>「納期対応力」と「収益性」の両立に向けた生産計画高度化の考え方</a:t>
            </a:r>
            <a:r>
              <a:rPr lang="ja-JP" altLang="en-US" dirty="0"/>
              <a:t>を整理したものです。</a:t>
            </a:r>
            <a:endParaRPr lang="en-US" altLang="ja-JP" dirty="0"/>
          </a:p>
          <a:p>
            <a:endParaRPr lang="en-US" altLang="ja-JP" dirty="0"/>
          </a:p>
          <a:p>
            <a:r>
              <a:rPr lang="ja-JP" altLang="en-US" dirty="0"/>
              <a:t>貴社におかれましては、複雑な制約条件のもとで高品質なものづくりを実現されておりますが、今後は、短納期化の進展や需給変動の増大、人材確保の難化などにより、生産計画の高度化がこれまで以上に経営課題として重要性を増すものと拝察いたします。</a:t>
            </a:r>
            <a:endParaRPr lang="en-US" altLang="ja-JP" dirty="0"/>
          </a:p>
          <a:p>
            <a:endParaRPr lang="ja-JP" altLang="en-US" dirty="0"/>
          </a:p>
          <a:p>
            <a:r>
              <a:rPr lang="ja-JP" altLang="en-US" dirty="0"/>
              <a:t>このような環境下においては、</a:t>
            </a:r>
            <a:r>
              <a:rPr lang="ja-JP" altLang="en-US" b="1" dirty="0">
                <a:solidFill>
                  <a:srgbClr val="0000CC"/>
                </a:solidFill>
              </a:rPr>
              <a:t>従来の経験や属人的判断に依存した計画運用から、データに基づき迅速かつ再現性のある意思決定が可能な仕組みへの転換</a:t>
            </a:r>
            <a:r>
              <a:rPr lang="ja-JP" altLang="en-US" dirty="0"/>
              <a:t>が不可欠であると考えております。</a:t>
            </a:r>
            <a:endParaRPr lang="en-US" altLang="ja-JP" dirty="0"/>
          </a:p>
          <a:p>
            <a:endParaRPr lang="ja-JP" altLang="en-US" dirty="0"/>
          </a:p>
          <a:p>
            <a:r>
              <a:rPr lang="ja-JP" altLang="en-US" dirty="0"/>
              <a:t>本提案は、単なるシステム導入ではなく、</a:t>
            </a:r>
            <a:br>
              <a:rPr lang="ja-JP" altLang="en-US" dirty="0"/>
            </a:br>
            <a:r>
              <a:rPr lang="ja-JP" altLang="en-US" b="1" dirty="0">
                <a:solidFill>
                  <a:srgbClr val="0000CC"/>
                </a:solidFill>
              </a:rPr>
              <a:t>「利益を生み出す生産のあり方」を実現するための経営基盤強化</a:t>
            </a:r>
            <a:r>
              <a:rPr lang="ja-JP" altLang="en-US" dirty="0"/>
              <a:t>の一環として位置付けております。</a:t>
            </a:r>
            <a:br>
              <a:rPr lang="ja-JP" altLang="en-US" dirty="0"/>
            </a:br>
            <a:r>
              <a:rPr lang="en-US" altLang="ja-JP" dirty="0" err="1"/>
              <a:t>Asprova</a:t>
            </a:r>
            <a:r>
              <a:rPr lang="ja-JP" altLang="en-US" dirty="0"/>
              <a:t>の活用により、貴社の強みである品質に加え、納期対応力と生産効率のさらなる向上をご支援できるものと確信しております。</a:t>
            </a:r>
          </a:p>
          <a:p>
            <a:endParaRPr lang="en-US" altLang="ja-JP" dirty="0"/>
          </a:p>
          <a:p>
            <a:r>
              <a:rPr lang="ja-JP" altLang="en-US" dirty="0"/>
              <a:t>本資料が、貴社の今後の戦略的なご判断の一助となれば幸いです。</a:t>
            </a:r>
            <a:br>
              <a:rPr lang="ja-JP" altLang="en-US" dirty="0"/>
            </a:br>
            <a:endParaRPr lang="en-US" altLang="ja-JP" dirty="0"/>
          </a:p>
          <a:p>
            <a:r>
              <a:rPr lang="ja-JP" altLang="en-US" dirty="0"/>
              <a:t>何卒よろしくお願い申し上げます。</a:t>
            </a:r>
          </a:p>
          <a:p>
            <a:pPr algn="r"/>
            <a:endParaRPr lang="en-US" altLang="ja-JP" dirty="0"/>
          </a:p>
          <a:p>
            <a:pPr algn="r"/>
            <a:r>
              <a:rPr lang="ja-JP" altLang="en-US" dirty="0"/>
              <a:t>敬具</a:t>
            </a:r>
          </a:p>
        </p:txBody>
      </p:sp>
    </p:spTree>
    <p:extLst>
      <p:ext uri="{BB962C8B-B14F-4D97-AF65-F5344CB8AC3E}">
        <p14:creationId xmlns:p14="http://schemas.microsoft.com/office/powerpoint/2010/main" val="21047504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C05026-1A28-4D90-72E0-C141E26E1D00}"/>
            </a:ext>
          </a:extLst>
        </p:cNvPr>
        <p:cNvGrpSpPr/>
        <p:nvPr/>
      </p:nvGrpSpPr>
      <p:grpSpPr>
        <a:xfrm>
          <a:off x="0" y="0"/>
          <a:ext cx="0" cy="0"/>
          <a:chOff x="0" y="0"/>
          <a:chExt cx="0" cy="0"/>
        </a:xfrm>
      </p:grpSpPr>
      <p:sp>
        <p:nvSpPr>
          <p:cNvPr id="4" name="タイトル 3">
            <a:extLst>
              <a:ext uri="{FF2B5EF4-FFF2-40B4-BE49-F238E27FC236}">
                <a16:creationId xmlns:a16="http://schemas.microsoft.com/office/drawing/2014/main" id="{A1E1729A-BA04-6E6C-60B5-AAFF90C5D3F9}"/>
              </a:ext>
            </a:extLst>
          </p:cNvPr>
          <p:cNvSpPr>
            <a:spLocks noGrp="1"/>
          </p:cNvSpPr>
          <p:nvPr>
            <p:ph type="title"/>
          </p:nvPr>
        </p:nvSpPr>
        <p:spPr/>
        <p:txBody>
          <a:bodyPr/>
          <a:lstStyle/>
          <a:p>
            <a:r>
              <a:rPr lang="en-US" altLang="ja-JP"/>
              <a:t>NSW</a:t>
            </a:r>
            <a:r>
              <a:rPr lang="ja-JP" altLang="en-US"/>
              <a:t>会社概要</a:t>
            </a:r>
          </a:p>
        </p:txBody>
      </p:sp>
      <p:sp>
        <p:nvSpPr>
          <p:cNvPr id="5" name="スライド番号プレースホルダー 1">
            <a:extLst>
              <a:ext uri="{FF2B5EF4-FFF2-40B4-BE49-F238E27FC236}">
                <a16:creationId xmlns:a16="http://schemas.microsoft.com/office/drawing/2014/main" id="{ACE28404-9D09-1E52-96E4-CD0FBE6BD685}"/>
              </a:ext>
            </a:extLst>
          </p:cNvPr>
          <p:cNvSpPr txBox="1">
            <a:spLocks/>
          </p:cNvSpPr>
          <p:nvPr/>
        </p:nvSpPr>
        <p:spPr bwMode="ltGray">
          <a:xfrm>
            <a:off x="10855405" y="6532510"/>
            <a:ext cx="998971" cy="241300"/>
          </a:xfrm>
          <a:prstGeom prst="rect">
            <a:avLst/>
          </a:prstGeom>
          <a:noFill/>
          <a:ln>
            <a:noFill/>
          </a:ln>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defPPr>
              <a:defRPr lang="ja-JP"/>
            </a:defPPr>
            <a:lvl1pPr marL="0" algn="r" defTabSz="914400" rtl="0" eaLnBrk="1" latinLnBrk="0" hangingPunct="1">
              <a:defRPr kumimoji="1" sz="1800" b="1" i="0" kern="1200">
                <a:solidFill>
                  <a:schemeClr val="bg1"/>
                </a:solidFill>
                <a:latin typeface="Arial" pitchFamily="34" charset="0"/>
                <a:ea typeface="ＭＳ Ｐゴシック" pitchFamily="50" charset="-128"/>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E025C43D-97FC-4CE9-9332-5BE2A99BA935}" type="slidenum">
              <a:rPr lang="en-US" altLang="ja-JP" sz="1400" smtClean="0">
                <a:solidFill>
                  <a:schemeClr val="tx1"/>
                </a:solidFill>
                <a:latin typeface="+mn-ea"/>
                <a:ea typeface="+mn-ea"/>
                <a:cs typeface="メイリオ" pitchFamily="50" charset="-128"/>
              </a:rPr>
              <a:pPr/>
              <a:t>5</a:t>
            </a:fld>
            <a:endParaRPr lang="en-US" altLang="ja-JP" sz="1400">
              <a:solidFill>
                <a:schemeClr val="tx1"/>
              </a:solidFill>
              <a:latin typeface="+mn-ea"/>
              <a:ea typeface="+mn-ea"/>
              <a:cs typeface="メイリオ" pitchFamily="50" charset="-128"/>
            </a:endParaRPr>
          </a:p>
        </p:txBody>
      </p:sp>
    </p:spTree>
    <p:extLst>
      <p:ext uri="{BB962C8B-B14F-4D97-AF65-F5344CB8AC3E}">
        <p14:creationId xmlns:p14="http://schemas.microsoft.com/office/powerpoint/2010/main" val="36866645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図 9" descr="グラフィカル ユーザー インターフェイス&#10;&#10;自動的に生成された説明">
            <a:extLst>
              <a:ext uri="{FF2B5EF4-FFF2-40B4-BE49-F238E27FC236}">
                <a16:creationId xmlns:a16="http://schemas.microsoft.com/office/drawing/2014/main" id="{0FCC59D3-9117-01B3-A19E-7BFF0DE263BA}"/>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a:xfrm>
            <a:off x="6311900" y="0"/>
            <a:ext cx="5873749" cy="6858000"/>
          </a:xfrm>
          <a:prstGeom prst="rect">
            <a:avLst/>
          </a:prstGeom>
        </p:spPr>
      </p:pic>
      <p:sp>
        <p:nvSpPr>
          <p:cNvPr id="6" name="スライド番号プレースホルダー 1">
            <a:extLst>
              <a:ext uri="{FF2B5EF4-FFF2-40B4-BE49-F238E27FC236}">
                <a16:creationId xmlns:a16="http://schemas.microsoft.com/office/drawing/2014/main" id="{F6816ACE-C4B1-0E79-D7B2-C270154AE977}"/>
              </a:ext>
            </a:extLst>
          </p:cNvPr>
          <p:cNvSpPr txBox="1">
            <a:spLocks/>
          </p:cNvSpPr>
          <p:nvPr/>
        </p:nvSpPr>
        <p:spPr bwMode="ltGray">
          <a:xfrm>
            <a:off x="10855405" y="6532510"/>
            <a:ext cx="998971" cy="241300"/>
          </a:xfrm>
          <a:prstGeom prst="rect">
            <a:avLst/>
          </a:prstGeom>
          <a:noFill/>
          <a:ln>
            <a:noFill/>
          </a:ln>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defPPr>
              <a:defRPr lang="ja-JP"/>
            </a:defPPr>
            <a:lvl1pPr marL="0" algn="r" defTabSz="914400" rtl="0" eaLnBrk="1" latinLnBrk="0" hangingPunct="1">
              <a:defRPr kumimoji="1" sz="1800" b="1" i="0" kern="1200">
                <a:solidFill>
                  <a:schemeClr val="bg1"/>
                </a:solidFill>
                <a:latin typeface="Arial" pitchFamily="34" charset="0"/>
                <a:ea typeface="ＭＳ Ｐゴシック" pitchFamily="50" charset="-128"/>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E025C43D-97FC-4CE9-9332-5BE2A99BA935}" type="slidenum">
              <a:rPr lang="en-US" altLang="ja-JP" sz="1400" smtClean="0">
                <a:latin typeface="+mn-ea"/>
                <a:ea typeface="+mn-ea"/>
                <a:cs typeface="メイリオ" pitchFamily="50" charset="-128"/>
              </a:rPr>
              <a:pPr/>
              <a:t>6</a:t>
            </a:fld>
            <a:endParaRPr lang="en-US" altLang="ja-JP" sz="1400">
              <a:latin typeface="+mn-ea"/>
              <a:ea typeface="+mn-ea"/>
              <a:cs typeface="メイリオ" pitchFamily="50" charset="-128"/>
            </a:endParaRPr>
          </a:p>
        </p:txBody>
      </p:sp>
      <p:sp>
        <p:nvSpPr>
          <p:cNvPr id="9" name="タイトル 4">
            <a:extLst>
              <a:ext uri="{FF2B5EF4-FFF2-40B4-BE49-F238E27FC236}">
                <a16:creationId xmlns:a16="http://schemas.microsoft.com/office/drawing/2014/main" id="{A81375EB-18DA-9635-354B-729BA6CF03B4}"/>
              </a:ext>
            </a:extLst>
          </p:cNvPr>
          <p:cNvSpPr txBox="1">
            <a:spLocks/>
          </p:cNvSpPr>
          <p:nvPr/>
        </p:nvSpPr>
        <p:spPr>
          <a:xfrm>
            <a:off x="552853" y="237467"/>
            <a:ext cx="11266729" cy="604519"/>
          </a:xfrm>
          <a:prstGeom prst="rect">
            <a:avLst/>
          </a:prstGeom>
        </p:spPr>
        <p:txBody>
          <a:bodyPr lIns="90000" tIns="46800" rIns="90000" bIns="46800"/>
          <a:lstStyle>
            <a:lvl1pPr>
              <a:defRPr sz="3800" b="0" i="0" spc="-70" baseline="0">
                <a:solidFill>
                  <a:schemeClr val="tx2"/>
                </a:solidFill>
                <a:latin typeface="+mj-ea"/>
                <a:ea typeface="+mj-ea"/>
                <a:cs typeface="游ゴシック" panose="020B0400000000000000" pitchFamily="50" charset="-128"/>
              </a:defRPr>
            </a:lvl1pPr>
          </a:lstStyle>
          <a:p>
            <a:r>
              <a:rPr lang="ja-JP" altLang="en-US" sz="3600"/>
              <a:t>概要</a:t>
            </a:r>
            <a:endParaRPr kumimoji="0" lang="ja-JP" altLang="en-US" sz="3600" kern="0"/>
          </a:p>
        </p:txBody>
      </p:sp>
      <p:pic>
        <p:nvPicPr>
          <p:cNvPr id="11" name="図 10" descr="黒い背景と男性の絵&#10;&#10;中程度の精度で自動的に生成された説明">
            <a:extLst>
              <a:ext uri="{FF2B5EF4-FFF2-40B4-BE49-F238E27FC236}">
                <a16:creationId xmlns:a16="http://schemas.microsoft.com/office/drawing/2014/main" id="{A4DD78B7-D745-E0DA-7209-40B387335210}"/>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7340699" y="500738"/>
            <a:ext cx="3094808" cy="3627115"/>
          </a:xfrm>
          <a:prstGeom prst="rect">
            <a:avLst/>
          </a:prstGeom>
        </p:spPr>
      </p:pic>
      <p:graphicFrame>
        <p:nvGraphicFramePr>
          <p:cNvPr id="12" name="表 6">
            <a:extLst>
              <a:ext uri="{FF2B5EF4-FFF2-40B4-BE49-F238E27FC236}">
                <a16:creationId xmlns:a16="http://schemas.microsoft.com/office/drawing/2014/main" id="{5CDBFC2D-7FA0-14DE-A866-F30B5A8577B5}"/>
              </a:ext>
            </a:extLst>
          </p:cNvPr>
          <p:cNvGraphicFramePr>
            <a:graphicFrameLocks noGrp="1"/>
          </p:cNvGraphicFramePr>
          <p:nvPr/>
        </p:nvGraphicFramePr>
        <p:xfrm>
          <a:off x="630632" y="910169"/>
          <a:ext cx="5249468" cy="5532692"/>
        </p:xfrm>
        <a:graphic>
          <a:graphicData uri="http://schemas.openxmlformats.org/drawingml/2006/table">
            <a:tbl>
              <a:tblPr firstRow="1" bandRow="1"/>
              <a:tblGrid>
                <a:gridCol w="1250527">
                  <a:extLst>
                    <a:ext uri="{9D8B030D-6E8A-4147-A177-3AD203B41FA5}">
                      <a16:colId xmlns:a16="http://schemas.microsoft.com/office/drawing/2014/main" val="2055700911"/>
                    </a:ext>
                  </a:extLst>
                </a:gridCol>
                <a:gridCol w="3998941">
                  <a:extLst>
                    <a:ext uri="{9D8B030D-6E8A-4147-A177-3AD203B41FA5}">
                      <a16:colId xmlns:a16="http://schemas.microsoft.com/office/drawing/2014/main" val="2296368825"/>
                    </a:ext>
                  </a:extLst>
                </a:gridCol>
              </a:tblGrid>
              <a:tr h="309410">
                <a:tc>
                  <a:txBody>
                    <a:bodyPr/>
                    <a:lstStyle/>
                    <a:p>
                      <a:pPr marL="36000" marR="0" lvl="0" indent="0" defTabSz="914400" eaLnBrk="1" fontAlgn="auto" latinLnBrk="0" hangingPunct="1">
                        <a:lnSpc>
                          <a:spcPct val="130000"/>
                        </a:lnSpc>
                        <a:spcBef>
                          <a:spcPts val="0"/>
                        </a:spcBef>
                        <a:spcAft>
                          <a:spcPts val="0"/>
                        </a:spcAft>
                        <a:buClrTx/>
                        <a:buSzTx/>
                        <a:buFontTx/>
                        <a:buNone/>
                        <a:tabLst/>
                        <a:defRPr/>
                      </a:pPr>
                      <a:r>
                        <a:rPr lang="ja-JP" altLang="en-US" sz="1400" b="1">
                          <a:solidFill>
                            <a:srgbClr val="014097"/>
                          </a:solidFill>
                          <a:effectLst/>
                          <a:latin typeface="+mn-ea"/>
                          <a:ea typeface="+mn-ea"/>
                          <a:cs typeface="+mn-cs"/>
                        </a:rPr>
                        <a:t>商号</a:t>
                      </a: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014097"/>
                      </a:solidFill>
                      <a:prstDash val="solid"/>
                      <a:round/>
                      <a:headEnd type="none" w="med" len="med"/>
                      <a:tailEnd type="none" w="med" len="med"/>
                    </a:lnT>
                    <a:lnB w="6350" cap="flat" cmpd="sng" algn="ctr">
                      <a:solidFill>
                        <a:srgbClr val="014097"/>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nSpc>
                          <a:spcPct val="130000"/>
                        </a:lnSpc>
                      </a:pPr>
                      <a:r>
                        <a:rPr lang="en" altLang="ja-JP" sz="1400">
                          <a:solidFill>
                            <a:schemeClr val="tx1"/>
                          </a:solidFill>
                          <a:effectLst/>
                          <a:latin typeface="+mn-ea"/>
                          <a:ea typeface="+mn-ea"/>
                          <a:cs typeface="+mn-cs"/>
                        </a:rPr>
                        <a:t>NSW </a:t>
                      </a:r>
                      <a:r>
                        <a:rPr lang="ja-JP" altLang="en-US" sz="1400">
                          <a:solidFill>
                            <a:schemeClr val="tx1"/>
                          </a:solidFill>
                          <a:effectLst/>
                          <a:latin typeface="+mn-ea"/>
                          <a:ea typeface="+mn-ea"/>
                          <a:cs typeface="+mn-cs"/>
                        </a:rPr>
                        <a:t>株式会社</a:t>
                      </a:r>
                      <a:endParaRPr kumimoji="1" lang="ja-JP" altLang="en-US" sz="1400">
                        <a:latin typeface="+mn-ea"/>
                        <a:ea typeface="+mn-ea"/>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014097"/>
                      </a:solidFill>
                      <a:prstDash val="solid"/>
                      <a:round/>
                      <a:headEnd type="none" w="med" len="med"/>
                      <a:tailEnd type="none" w="med" len="med"/>
                    </a:lnT>
                    <a:lnB w="6350" cap="flat" cmpd="sng" algn="ctr">
                      <a:solidFill>
                        <a:srgbClr val="014097"/>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17456943"/>
                  </a:ext>
                </a:extLst>
              </a:tr>
              <a:tr h="309410">
                <a:tc>
                  <a:txBody>
                    <a:bodyPr/>
                    <a:lstStyle/>
                    <a:p>
                      <a:pPr marL="36000" marR="0" lvl="0" indent="0" defTabSz="914400" eaLnBrk="1" fontAlgn="auto" latinLnBrk="0" hangingPunct="1">
                        <a:lnSpc>
                          <a:spcPct val="130000"/>
                        </a:lnSpc>
                        <a:spcBef>
                          <a:spcPts val="0"/>
                        </a:spcBef>
                        <a:spcAft>
                          <a:spcPts val="0"/>
                        </a:spcAft>
                        <a:buClrTx/>
                        <a:buSzTx/>
                        <a:buFontTx/>
                        <a:buNone/>
                        <a:tabLst/>
                        <a:defRPr/>
                      </a:pPr>
                      <a:r>
                        <a:rPr lang="ja-JP" altLang="en-US" sz="1400" b="1">
                          <a:solidFill>
                            <a:srgbClr val="014097"/>
                          </a:solidFill>
                          <a:effectLst/>
                          <a:latin typeface="+mn-ea"/>
                          <a:ea typeface="+mn-ea"/>
                          <a:cs typeface="+mn-cs"/>
                        </a:rPr>
                        <a:t>ブランド名</a:t>
                      </a: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014097"/>
                      </a:solidFill>
                      <a:prstDash val="solid"/>
                      <a:round/>
                      <a:headEnd type="none" w="med" len="med"/>
                      <a:tailEnd type="none" w="med" len="med"/>
                    </a:lnT>
                    <a:lnB w="6350" cap="flat" cmpd="sng" algn="ctr">
                      <a:solidFill>
                        <a:srgbClr val="014097"/>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nSpc>
                          <a:spcPct val="130000"/>
                        </a:lnSpc>
                      </a:pPr>
                      <a:r>
                        <a:rPr lang="en" altLang="ja-JP" sz="1400">
                          <a:solidFill>
                            <a:schemeClr val="tx1"/>
                          </a:solidFill>
                          <a:effectLst/>
                          <a:latin typeface="+mn-ea"/>
                          <a:ea typeface="+mn-ea"/>
                          <a:cs typeface="+mn-cs"/>
                        </a:rPr>
                        <a:t>NSW</a:t>
                      </a:r>
                      <a:endParaRPr kumimoji="1" lang="ja-JP" altLang="en-US" sz="1400">
                        <a:latin typeface="+mn-ea"/>
                        <a:ea typeface="+mn-ea"/>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014097"/>
                      </a:solidFill>
                      <a:prstDash val="solid"/>
                      <a:round/>
                      <a:headEnd type="none" w="med" len="med"/>
                      <a:tailEnd type="none" w="med" len="med"/>
                    </a:lnT>
                    <a:lnB w="6350" cap="flat" cmpd="sng" algn="ctr">
                      <a:solidFill>
                        <a:srgbClr val="014097"/>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58185122"/>
                  </a:ext>
                </a:extLst>
              </a:tr>
              <a:tr h="309410">
                <a:tc>
                  <a:txBody>
                    <a:bodyPr/>
                    <a:lstStyle/>
                    <a:p>
                      <a:pPr marL="36000" marR="0" lvl="0" indent="0" defTabSz="914400" eaLnBrk="1" fontAlgn="auto" latinLnBrk="0" hangingPunct="1">
                        <a:lnSpc>
                          <a:spcPct val="130000"/>
                        </a:lnSpc>
                        <a:spcBef>
                          <a:spcPts val="0"/>
                        </a:spcBef>
                        <a:spcAft>
                          <a:spcPts val="0"/>
                        </a:spcAft>
                        <a:buClrTx/>
                        <a:buSzTx/>
                        <a:buFontTx/>
                        <a:buNone/>
                        <a:tabLst/>
                        <a:defRPr/>
                      </a:pPr>
                      <a:r>
                        <a:rPr lang="ja-JP" altLang="en-US" sz="1400" b="1">
                          <a:solidFill>
                            <a:srgbClr val="014097"/>
                          </a:solidFill>
                          <a:effectLst/>
                          <a:latin typeface="+mn-ea"/>
                          <a:ea typeface="+mn-ea"/>
                          <a:cs typeface="+mn-cs"/>
                        </a:rPr>
                        <a:t>企業理念</a:t>
                      </a: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014097"/>
                      </a:solidFill>
                      <a:prstDash val="solid"/>
                      <a:round/>
                      <a:headEnd type="none" w="med" len="med"/>
                      <a:tailEnd type="none" w="med" len="med"/>
                    </a:lnT>
                    <a:lnB w="6350" cap="flat" cmpd="sng" algn="ctr">
                      <a:solidFill>
                        <a:srgbClr val="014097"/>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nSpc>
                          <a:spcPct val="130000"/>
                        </a:lnSpc>
                      </a:pPr>
                      <a:r>
                        <a:rPr lang="en" altLang="ja-JP" sz="1400">
                          <a:solidFill>
                            <a:schemeClr val="tx1"/>
                          </a:solidFill>
                          <a:effectLst/>
                          <a:latin typeface="+mn-ea"/>
                          <a:ea typeface="+mn-ea"/>
                          <a:cs typeface="+mn-cs"/>
                        </a:rPr>
                        <a:t>Humanware By Systemware</a:t>
                      </a: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014097"/>
                      </a:solidFill>
                      <a:prstDash val="solid"/>
                      <a:round/>
                      <a:headEnd type="none" w="med" len="med"/>
                      <a:tailEnd type="none" w="med" len="med"/>
                    </a:lnT>
                    <a:lnB w="6350" cap="flat" cmpd="sng" algn="ctr">
                      <a:solidFill>
                        <a:srgbClr val="014097"/>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81697266"/>
                  </a:ext>
                </a:extLst>
              </a:tr>
              <a:tr h="309410">
                <a:tc>
                  <a:txBody>
                    <a:bodyPr/>
                    <a:lstStyle/>
                    <a:p>
                      <a:pPr marL="36000" marR="0" lvl="0" indent="0" defTabSz="914400" eaLnBrk="1" fontAlgn="auto" latinLnBrk="0" hangingPunct="1">
                        <a:lnSpc>
                          <a:spcPct val="130000"/>
                        </a:lnSpc>
                        <a:spcBef>
                          <a:spcPts val="0"/>
                        </a:spcBef>
                        <a:spcAft>
                          <a:spcPts val="0"/>
                        </a:spcAft>
                        <a:buClrTx/>
                        <a:buSzTx/>
                        <a:buFontTx/>
                        <a:buNone/>
                        <a:tabLst/>
                        <a:defRPr/>
                      </a:pPr>
                      <a:r>
                        <a:rPr lang="ja-JP" altLang="en-US" sz="1400" b="1">
                          <a:solidFill>
                            <a:srgbClr val="014097"/>
                          </a:solidFill>
                          <a:effectLst/>
                          <a:latin typeface="+mn-ea"/>
                          <a:ea typeface="+mn-ea"/>
                          <a:cs typeface="+mn-cs"/>
                        </a:rPr>
                        <a:t>設立</a:t>
                      </a: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014097"/>
                      </a:solidFill>
                      <a:prstDash val="solid"/>
                      <a:round/>
                      <a:headEnd type="none" w="med" len="med"/>
                      <a:tailEnd type="none" w="med" len="med"/>
                    </a:lnT>
                    <a:lnB w="6350" cap="flat" cmpd="sng" algn="ctr">
                      <a:solidFill>
                        <a:srgbClr val="014097"/>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nSpc>
                          <a:spcPct val="130000"/>
                        </a:lnSpc>
                      </a:pPr>
                      <a:r>
                        <a:rPr lang="en-US" altLang="ja-JP" sz="1400">
                          <a:solidFill>
                            <a:schemeClr val="tx1"/>
                          </a:solidFill>
                          <a:effectLst/>
                          <a:latin typeface="+mn-ea"/>
                          <a:ea typeface="+mn-ea"/>
                          <a:cs typeface="+mn-cs"/>
                        </a:rPr>
                        <a:t>1966</a:t>
                      </a:r>
                      <a:r>
                        <a:rPr lang="ja-JP" altLang="en-US" sz="1400">
                          <a:solidFill>
                            <a:schemeClr val="tx1"/>
                          </a:solidFill>
                          <a:effectLst/>
                          <a:latin typeface="+mn-ea"/>
                          <a:ea typeface="+mn-ea"/>
                          <a:cs typeface="+mn-cs"/>
                        </a:rPr>
                        <a:t>年</a:t>
                      </a:r>
                      <a:r>
                        <a:rPr lang="en-US" altLang="ja-JP" sz="1400">
                          <a:solidFill>
                            <a:schemeClr val="tx1"/>
                          </a:solidFill>
                          <a:effectLst/>
                          <a:latin typeface="+mn-ea"/>
                          <a:ea typeface="+mn-ea"/>
                          <a:cs typeface="+mn-cs"/>
                        </a:rPr>
                        <a:t>8</a:t>
                      </a:r>
                      <a:r>
                        <a:rPr lang="ja-JP" altLang="en-US" sz="1400">
                          <a:solidFill>
                            <a:schemeClr val="tx1"/>
                          </a:solidFill>
                          <a:effectLst/>
                          <a:latin typeface="+mn-ea"/>
                          <a:ea typeface="+mn-ea"/>
                          <a:cs typeface="+mn-cs"/>
                        </a:rPr>
                        <a:t>月</a:t>
                      </a:r>
                      <a:r>
                        <a:rPr lang="en-US" altLang="ja-JP" sz="1400">
                          <a:solidFill>
                            <a:schemeClr val="tx1"/>
                          </a:solidFill>
                          <a:effectLst/>
                          <a:latin typeface="+mn-ea"/>
                          <a:ea typeface="+mn-ea"/>
                          <a:cs typeface="+mn-cs"/>
                        </a:rPr>
                        <a:t>3</a:t>
                      </a:r>
                      <a:r>
                        <a:rPr lang="ja-JP" altLang="en-US" sz="1400">
                          <a:solidFill>
                            <a:schemeClr val="tx1"/>
                          </a:solidFill>
                          <a:effectLst/>
                          <a:latin typeface="+mn-ea"/>
                          <a:ea typeface="+mn-ea"/>
                          <a:cs typeface="+mn-cs"/>
                        </a:rPr>
                        <a:t>日</a:t>
                      </a:r>
                      <a:endParaRPr kumimoji="1" lang="ja-JP" altLang="en-US" sz="1400">
                        <a:latin typeface="+mn-ea"/>
                        <a:ea typeface="+mn-ea"/>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014097"/>
                      </a:solidFill>
                      <a:prstDash val="solid"/>
                      <a:round/>
                      <a:headEnd type="none" w="med" len="med"/>
                      <a:tailEnd type="none" w="med" len="med"/>
                    </a:lnT>
                    <a:lnB w="6350" cap="flat" cmpd="sng" algn="ctr">
                      <a:solidFill>
                        <a:srgbClr val="014097"/>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20247058"/>
                  </a:ext>
                </a:extLst>
              </a:tr>
              <a:tr h="309410">
                <a:tc>
                  <a:txBody>
                    <a:bodyPr/>
                    <a:lstStyle/>
                    <a:p>
                      <a:pPr marL="36000" marR="0" lvl="0" indent="0" defTabSz="914400" eaLnBrk="1" fontAlgn="auto" latinLnBrk="0" hangingPunct="1">
                        <a:lnSpc>
                          <a:spcPct val="130000"/>
                        </a:lnSpc>
                        <a:spcBef>
                          <a:spcPts val="0"/>
                        </a:spcBef>
                        <a:spcAft>
                          <a:spcPts val="0"/>
                        </a:spcAft>
                        <a:buClrTx/>
                        <a:buSzTx/>
                        <a:buFontTx/>
                        <a:buNone/>
                        <a:tabLst/>
                        <a:defRPr/>
                      </a:pPr>
                      <a:r>
                        <a:rPr lang="ja-JP" altLang="en-US" sz="1400" b="1">
                          <a:solidFill>
                            <a:srgbClr val="014097"/>
                          </a:solidFill>
                          <a:effectLst/>
                          <a:latin typeface="+mn-ea"/>
                          <a:ea typeface="+mn-ea"/>
                          <a:cs typeface="+mn-cs"/>
                        </a:rPr>
                        <a:t>代表者</a:t>
                      </a: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014097"/>
                      </a:solidFill>
                      <a:prstDash val="solid"/>
                      <a:round/>
                      <a:headEnd type="none" w="med" len="med"/>
                      <a:tailEnd type="none" w="med" len="med"/>
                    </a:lnT>
                    <a:lnB w="6350" cap="flat" cmpd="sng" algn="ctr">
                      <a:solidFill>
                        <a:srgbClr val="014097"/>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nSpc>
                          <a:spcPct val="130000"/>
                        </a:lnSpc>
                      </a:pPr>
                      <a:r>
                        <a:rPr lang="ja-JP" altLang="en-US" sz="1400">
                          <a:solidFill>
                            <a:schemeClr val="tx1"/>
                          </a:solidFill>
                          <a:effectLst/>
                          <a:latin typeface="+mn-ea"/>
                          <a:ea typeface="+mn-ea"/>
                          <a:cs typeface="+mn-cs"/>
                        </a:rPr>
                        <a:t>代表取締役 執行役員社長　多田 尚二</a:t>
                      </a:r>
                      <a:endParaRPr kumimoji="1" lang="ja-JP" altLang="en-US" sz="1400">
                        <a:latin typeface="+mn-ea"/>
                        <a:ea typeface="+mn-ea"/>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014097"/>
                      </a:solidFill>
                      <a:prstDash val="solid"/>
                      <a:round/>
                      <a:headEnd type="none" w="med" len="med"/>
                      <a:tailEnd type="none" w="med" len="med"/>
                    </a:lnT>
                    <a:lnB w="6350" cap="flat" cmpd="sng" algn="ctr">
                      <a:solidFill>
                        <a:srgbClr val="014097"/>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417313"/>
                  </a:ext>
                </a:extLst>
              </a:tr>
              <a:tr h="309410">
                <a:tc>
                  <a:txBody>
                    <a:bodyPr/>
                    <a:lstStyle/>
                    <a:p>
                      <a:pPr marL="36000" marR="0" lvl="0" indent="0" defTabSz="914400" eaLnBrk="1" fontAlgn="auto" latinLnBrk="0" hangingPunct="1">
                        <a:lnSpc>
                          <a:spcPct val="130000"/>
                        </a:lnSpc>
                        <a:spcBef>
                          <a:spcPts val="0"/>
                        </a:spcBef>
                        <a:spcAft>
                          <a:spcPts val="0"/>
                        </a:spcAft>
                        <a:buClrTx/>
                        <a:buSzTx/>
                        <a:buFontTx/>
                        <a:buNone/>
                        <a:tabLst/>
                        <a:defRPr/>
                      </a:pPr>
                      <a:r>
                        <a:rPr lang="ja-JP" altLang="en-US" sz="1400" b="1">
                          <a:solidFill>
                            <a:srgbClr val="014097"/>
                          </a:solidFill>
                          <a:effectLst/>
                          <a:latin typeface="+mn-ea"/>
                          <a:ea typeface="+mn-ea"/>
                          <a:cs typeface="+mn-cs"/>
                        </a:rPr>
                        <a:t>本社</a:t>
                      </a: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014097"/>
                      </a:solidFill>
                      <a:prstDash val="solid"/>
                      <a:round/>
                      <a:headEnd type="none" w="med" len="med"/>
                      <a:tailEnd type="none" w="med" len="med"/>
                    </a:lnT>
                    <a:lnB w="6350" cap="flat" cmpd="sng" algn="ctr">
                      <a:solidFill>
                        <a:srgbClr val="014097"/>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nSpc>
                          <a:spcPct val="130000"/>
                        </a:lnSpc>
                      </a:pPr>
                      <a:r>
                        <a:rPr lang="ja-JP" altLang="en-US" sz="1400">
                          <a:solidFill>
                            <a:schemeClr val="tx1"/>
                          </a:solidFill>
                          <a:effectLst/>
                          <a:latin typeface="+mn-ea"/>
                          <a:ea typeface="+mn-ea"/>
                          <a:cs typeface="+mn-cs"/>
                        </a:rPr>
                        <a:t>東京都渋谷区桜丘町</a:t>
                      </a:r>
                      <a:r>
                        <a:rPr lang="en-US" altLang="ja-JP" sz="1400">
                          <a:solidFill>
                            <a:schemeClr val="tx1"/>
                          </a:solidFill>
                          <a:effectLst/>
                          <a:latin typeface="+mn-ea"/>
                          <a:ea typeface="+mn-ea"/>
                          <a:cs typeface="+mn-cs"/>
                        </a:rPr>
                        <a:t>31-11</a:t>
                      </a:r>
                      <a:endParaRPr kumimoji="1" lang="ja-JP" altLang="en-US" sz="1400">
                        <a:latin typeface="+mn-ea"/>
                        <a:ea typeface="+mn-ea"/>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014097"/>
                      </a:solidFill>
                      <a:prstDash val="solid"/>
                      <a:round/>
                      <a:headEnd type="none" w="med" len="med"/>
                      <a:tailEnd type="none" w="med" len="med"/>
                    </a:lnT>
                    <a:lnB w="6350" cap="flat" cmpd="sng" algn="ctr">
                      <a:solidFill>
                        <a:srgbClr val="014097"/>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16674581"/>
                  </a:ext>
                </a:extLst>
              </a:tr>
              <a:tr h="309410">
                <a:tc>
                  <a:txBody>
                    <a:bodyPr/>
                    <a:lstStyle/>
                    <a:p>
                      <a:pPr marL="36000" marR="0" lvl="0" indent="0" defTabSz="914400" eaLnBrk="1" fontAlgn="auto" latinLnBrk="0" hangingPunct="1">
                        <a:lnSpc>
                          <a:spcPct val="130000"/>
                        </a:lnSpc>
                        <a:spcBef>
                          <a:spcPts val="0"/>
                        </a:spcBef>
                        <a:spcAft>
                          <a:spcPts val="0"/>
                        </a:spcAft>
                        <a:buClrTx/>
                        <a:buSzTx/>
                        <a:buFontTx/>
                        <a:buNone/>
                        <a:tabLst/>
                        <a:defRPr/>
                      </a:pPr>
                      <a:r>
                        <a:rPr lang="ja-JP" altLang="en-US" sz="1400" b="1">
                          <a:solidFill>
                            <a:srgbClr val="014097"/>
                          </a:solidFill>
                          <a:effectLst/>
                          <a:latin typeface="+mn-ea"/>
                          <a:ea typeface="+mn-ea"/>
                          <a:cs typeface="+mn-cs"/>
                        </a:rPr>
                        <a:t>資本金</a:t>
                      </a: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014097"/>
                      </a:solidFill>
                      <a:prstDash val="solid"/>
                      <a:round/>
                      <a:headEnd type="none" w="med" len="med"/>
                      <a:tailEnd type="none" w="med" len="med"/>
                    </a:lnT>
                    <a:lnB w="6350" cap="flat" cmpd="sng" algn="ctr">
                      <a:solidFill>
                        <a:srgbClr val="014097"/>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nSpc>
                          <a:spcPct val="130000"/>
                        </a:lnSpc>
                      </a:pPr>
                      <a:r>
                        <a:rPr lang="en-US" altLang="ja-JP" sz="1400">
                          <a:solidFill>
                            <a:schemeClr val="tx1"/>
                          </a:solidFill>
                          <a:effectLst/>
                          <a:latin typeface="+mn-ea"/>
                          <a:ea typeface="+mn-ea"/>
                          <a:cs typeface="+mn-cs"/>
                        </a:rPr>
                        <a:t>55</a:t>
                      </a:r>
                      <a:r>
                        <a:rPr lang="ja-JP" altLang="en-US" sz="1400">
                          <a:solidFill>
                            <a:schemeClr val="tx1"/>
                          </a:solidFill>
                          <a:effectLst/>
                          <a:latin typeface="+mn-ea"/>
                          <a:ea typeface="+mn-ea"/>
                          <a:cs typeface="+mn-cs"/>
                        </a:rPr>
                        <a:t>億円</a:t>
                      </a: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014097"/>
                      </a:solidFill>
                      <a:prstDash val="solid"/>
                      <a:round/>
                      <a:headEnd type="none" w="med" len="med"/>
                      <a:tailEnd type="none" w="med" len="med"/>
                    </a:lnT>
                    <a:lnB w="6350" cap="flat" cmpd="sng" algn="ctr">
                      <a:solidFill>
                        <a:srgbClr val="014097"/>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76111916"/>
                  </a:ext>
                </a:extLst>
              </a:tr>
              <a:tr h="309410">
                <a:tc>
                  <a:txBody>
                    <a:bodyPr/>
                    <a:lstStyle/>
                    <a:p>
                      <a:pPr marL="36000" marR="0" lvl="0" indent="0" defTabSz="914400" eaLnBrk="1" fontAlgn="auto" latinLnBrk="0" hangingPunct="1">
                        <a:lnSpc>
                          <a:spcPct val="130000"/>
                        </a:lnSpc>
                        <a:spcBef>
                          <a:spcPts val="0"/>
                        </a:spcBef>
                        <a:spcAft>
                          <a:spcPts val="0"/>
                        </a:spcAft>
                        <a:buClrTx/>
                        <a:buSzTx/>
                        <a:buFontTx/>
                        <a:buNone/>
                        <a:tabLst/>
                        <a:defRPr/>
                      </a:pPr>
                      <a:r>
                        <a:rPr lang="ja-JP" altLang="en-US" sz="1400" b="1">
                          <a:solidFill>
                            <a:srgbClr val="014097"/>
                          </a:solidFill>
                          <a:effectLst/>
                          <a:latin typeface="+mn-ea"/>
                          <a:ea typeface="+mn-ea"/>
                          <a:cs typeface="+mn-cs"/>
                        </a:rPr>
                        <a:t>上場市場</a:t>
                      </a: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014097"/>
                      </a:solidFill>
                      <a:prstDash val="solid"/>
                      <a:round/>
                      <a:headEnd type="none" w="med" len="med"/>
                      <a:tailEnd type="none" w="med" len="med"/>
                    </a:lnT>
                    <a:lnB w="6350" cap="flat" cmpd="sng" algn="ctr">
                      <a:solidFill>
                        <a:srgbClr val="014097"/>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nSpc>
                          <a:spcPct val="130000"/>
                        </a:lnSpc>
                      </a:pPr>
                      <a:r>
                        <a:rPr lang="ja-JP" altLang="en-US" sz="1400">
                          <a:solidFill>
                            <a:schemeClr val="tx1"/>
                          </a:solidFill>
                          <a:effectLst/>
                          <a:latin typeface="+mn-ea"/>
                          <a:ea typeface="+mn-ea"/>
                          <a:cs typeface="+mn-cs"/>
                        </a:rPr>
                        <a:t>東京証券取引所プライム市場</a:t>
                      </a:r>
                      <a:endParaRPr lang="en-US" altLang="ja-JP" sz="1400">
                        <a:solidFill>
                          <a:schemeClr val="tx1"/>
                        </a:solidFill>
                        <a:effectLst/>
                        <a:latin typeface="+mn-ea"/>
                        <a:ea typeface="+mn-ea"/>
                        <a:cs typeface="+mn-cs"/>
                      </a:endParaRPr>
                    </a:p>
                    <a:p>
                      <a:pPr marL="36000">
                        <a:lnSpc>
                          <a:spcPct val="130000"/>
                        </a:lnSpc>
                      </a:pPr>
                      <a:r>
                        <a:rPr lang="ja-JP" altLang="en-US" sz="1400">
                          <a:solidFill>
                            <a:schemeClr val="tx1"/>
                          </a:solidFill>
                          <a:effectLst/>
                          <a:latin typeface="+mn-ea"/>
                          <a:ea typeface="+mn-ea"/>
                          <a:cs typeface="+mn-cs"/>
                        </a:rPr>
                        <a:t>（証券コード：</a:t>
                      </a:r>
                      <a:r>
                        <a:rPr lang="en-US" altLang="ja-JP" sz="1400">
                          <a:solidFill>
                            <a:schemeClr val="tx1"/>
                          </a:solidFill>
                          <a:effectLst/>
                          <a:latin typeface="+mn-ea"/>
                          <a:ea typeface="+mn-ea"/>
                          <a:cs typeface="+mn-cs"/>
                        </a:rPr>
                        <a:t>9739</a:t>
                      </a:r>
                      <a:r>
                        <a:rPr lang="ja-JP" altLang="en-US" sz="1400">
                          <a:solidFill>
                            <a:schemeClr val="tx1"/>
                          </a:solidFill>
                          <a:effectLst/>
                          <a:latin typeface="+mn-ea"/>
                          <a:ea typeface="+mn-ea"/>
                          <a:cs typeface="+mn-cs"/>
                        </a:rPr>
                        <a:t>）</a:t>
                      </a: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014097"/>
                      </a:solidFill>
                      <a:prstDash val="solid"/>
                      <a:round/>
                      <a:headEnd type="none" w="med" len="med"/>
                      <a:tailEnd type="none" w="med" len="med"/>
                    </a:lnT>
                    <a:lnB w="6350" cap="flat" cmpd="sng" algn="ctr">
                      <a:solidFill>
                        <a:srgbClr val="014097"/>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16590081"/>
                  </a:ext>
                </a:extLst>
              </a:tr>
              <a:tr h="309410">
                <a:tc>
                  <a:txBody>
                    <a:bodyPr/>
                    <a:lstStyle/>
                    <a:p>
                      <a:pPr marL="36000" marR="0" lvl="0" indent="0" defTabSz="914400" eaLnBrk="1" fontAlgn="auto" latinLnBrk="0" hangingPunct="1">
                        <a:lnSpc>
                          <a:spcPct val="130000"/>
                        </a:lnSpc>
                        <a:spcBef>
                          <a:spcPts val="0"/>
                        </a:spcBef>
                        <a:spcAft>
                          <a:spcPts val="0"/>
                        </a:spcAft>
                        <a:buClrTx/>
                        <a:buSzTx/>
                        <a:buFontTx/>
                        <a:buNone/>
                        <a:tabLst/>
                        <a:defRPr/>
                      </a:pPr>
                      <a:r>
                        <a:rPr lang="ja-JP" altLang="en-US" sz="1400" b="1">
                          <a:solidFill>
                            <a:srgbClr val="014097"/>
                          </a:solidFill>
                          <a:effectLst/>
                          <a:latin typeface="+mn-ea"/>
                          <a:ea typeface="+mn-ea"/>
                          <a:cs typeface="+mn-cs"/>
                        </a:rPr>
                        <a:t>業種</a:t>
                      </a: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014097"/>
                      </a:solidFill>
                      <a:prstDash val="solid"/>
                      <a:round/>
                      <a:headEnd type="none" w="med" len="med"/>
                      <a:tailEnd type="none" w="med" len="med"/>
                    </a:lnT>
                    <a:lnB w="6350" cap="flat" cmpd="sng" algn="ctr">
                      <a:solidFill>
                        <a:srgbClr val="014097"/>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nSpc>
                          <a:spcPct val="130000"/>
                        </a:lnSpc>
                      </a:pPr>
                      <a:r>
                        <a:rPr lang="ja-JP" altLang="en-US" sz="1400">
                          <a:solidFill>
                            <a:schemeClr val="tx1"/>
                          </a:solidFill>
                          <a:effectLst/>
                          <a:latin typeface="+mn-ea"/>
                          <a:ea typeface="+mn-ea"/>
                          <a:cs typeface="+mn-cs"/>
                        </a:rPr>
                        <a:t>情報・通信</a:t>
                      </a: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014097"/>
                      </a:solidFill>
                      <a:prstDash val="solid"/>
                      <a:round/>
                      <a:headEnd type="none" w="med" len="med"/>
                      <a:tailEnd type="none" w="med" len="med"/>
                    </a:lnT>
                    <a:lnB w="6350" cap="flat" cmpd="sng" algn="ctr">
                      <a:solidFill>
                        <a:srgbClr val="014097"/>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57908446"/>
                  </a:ext>
                </a:extLst>
              </a:tr>
              <a:tr h="764425">
                <a:tc>
                  <a:txBody>
                    <a:bodyPr/>
                    <a:lstStyle/>
                    <a:p>
                      <a:pPr marL="36000" marR="0" lvl="0" indent="0" defTabSz="914400" eaLnBrk="1" fontAlgn="auto" latinLnBrk="0" hangingPunct="1">
                        <a:lnSpc>
                          <a:spcPct val="130000"/>
                        </a:lnSpc>
                        <a:spcBef>
                          <a:spcPts val="0"/>
                        </a:spcBef>
                        <a:spcAft>
                          <a:spcPts val="0"/>
                        </a:spcAft>
                        <a:buClrTx/>
                        <a:buSzTx/>
                        <a:buFontTx/>
                        <a:buNone/>
                        <a:tabLst/>
                        <a:defRPr/>
                      </a:pPr>
                      <a:r>
                        <a:rPr lang="ja-JP" altLang="en-US" sz="1400" b="1">
                          <a:solidFill>
                            <a:srgbClr val="014097"/>
                          </a:solidFill>
                          <a:effectLst/>
                          <a:latin typeface="+mn-ea"/>
                          <a:ea typeface="+mn-ea"/>
                          <a:cs typeface="+mn-cs"/>
                        </a:rPr>
                        <a:t>事業内容</a:t>
                      </a: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014097"/>
                      </a:solidFill>
                      <a:prstDash val="solid"/>
                      <a:round/>
                      <a:headEnd type="none" w="med" len="med"/>
                      <a:tailEnd type="none" w="med" len="med"/>
                    </a:lnT>
                    <a:lnB w="6350" cap="flat" cmpd="sng" algn="ctr">
                      <a:solidFill>
                        <a:srgbClr val="014097"/>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nSpc>
                          <a:spcPct val="130000"/>
                        </a:lnSpc>
                      </a:pPr>
                      <a:r>
                        <a:rPr lang="ja-JP" altLang="en-US" sz="1400">
                          <a:solidFill>
                            <a:schemeClr val="tx1"/>
                          </a:solidFill>
                          <a:effectLst/>
                          <a:latin typeface="+mn-ea"/>
                          <a:ea typeface="+mn-ea"/>
                          <a:cs typeface="+mn-cs"/>
                        </a:rPr>
                        <a:t>エンタープライズソリューション</a:t>
                      </a:r>
                    </a:p>
                    <a:p>
                      <a:pPr marL="36000">
                        <a:lnSpc>
                          <a:spcPct val="130000"/>
                        </a:lnSpc>
                      </a:pPr>
                      <a:r>
                        <a:rPr lang="ja-JP" altLang="en-US" sz="1400">
                          <a:solidFill>
                            <a:schemeClr val="tx1"/>
                          </a:solidFill>
                          <a:effectLst/>
                          <a:latin typeface="+mn-ea"/>
                          <a:ea typeface="+mn-ea"/>
                          <a:cs typeface="+mn-cs"/>
                        </a:rPr>
                        <a:t>サービスソリューション</a:t>
                      </a:r>
                      <a:endParaRPr lang="en-US" altLang="ja-JP" sz="1400">
                        <a:solidFill>
                          <a:schemeClr val="tx1"/>
                        </a:solidFill>
                        <a:effectLst/>
                        <a:latin typeface="+mn-ea"/>
                        <a:ea typeface="+mn-ea"/>
                        <a:cs typeface="+mn-cs"/>
                      </a:endParaRPr>
                    </a:p>
                    <a:p>
                      <a:pPr marL="36000">
                        <a:lnSpc>
                          <a:spcPct val="130000"/>
                        </a:lnSpc>
                      </a:pPr>
                      <a:r>
                        <a:rPr lang="ja-JP" altLang="en-US" sz="1400">
                          <a:solidFill>
                            <a:schemeClr val="tx1"/>
                          </a:solidFill>
                          <a:effectLst/>
                          <a:latin typeface="+mn-ea"/>
                          <a:ea typeface="+mn-ea"/>
                          <a:cs typeface="+mn-cs"/>
                        </a:rPr>
                        <a:t>エンベデッドソリューション</a:t>
                      </a:r>
                      <a:endParaRPr lang="en-US" altLang="ja-JP" sz="1400">
                        <a:solidFill>
                          <a:schemeClr val="tx1"/>
                        </a:solidFill>
                        <a:effectLst/>
                        <a:latin typeface="+mn-ea"/>
                        <a:ea typeface="+mn-ea"/>
                        <a:cs typeface="+mn-cs"/>
                      </a:endParaRPr>
                    </a:p>
                    <a:p>
                      <a:pPr marL="36000">
                        <a:lnSpc>
                          <a:spcPct val="130000"/>
                        </a:lnSpc>
                      </a:pPr>
                      <a:r>
                        <a:rPr lang="ja-JP" altLang="en-US" sz="1400">
                          <a:solidFill>
                            <a:schemeClr val="tx1"/>
                          </a:solidFill>
                          <a:effectLst/>
                          <a:latin typeface="+mn-ea"/>
                          <a:ea typeface="+mn-ea"/>
                          <a:cs typeface="+mn-cs"/>
                        </a:rPr>
                        <a:t>デバイスソリューション</a:t>
                      </a: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014097"/>
                      </a:solidFill>
                      <a:prstDash val="solid"/>
                      <a:round/>
                      <a:headEnd type="none" w="med" len="med"/>
                      <a:tailEnd type="none" w="med" len="med"/>
                    </a:lnT>
                    <a:lnB w="6350" cap="flat" cmpd="sng" algn="ctr">
                      <a:solidFill>
                        <a:srgbClr val="014097"/>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59544000"/>
                  </a:ext>
                </a:extLst>
              </a:tr>
              <a:tr h="309410">
                <a:tc>
                  <a:txBody>
                    <a:bodyPr/>
                    <a:lstStyle/>
                    <a:p>
                      <a:pPr marL="36000" marR="0" lvl="0" indent="0" defTabSz="914400" eaLnBrk="1" fontAlgn="auto" latinLnBrk="0" hangingPunct="1">
                        <a:lnSpc>
                          <a:spcPct val="130000"/>
                        </a:lnSpc>
                        <a:spcBef>
                          <a:spcPts val="0"/>
                        </a:spcBef>
                        <a:spcAft>
                          <a:spcPts val="0"/>
                        </a:spcAft>
                        <a:buClrTx/>
                        <a:buSzTx/>
                        <a:buFontTx/>
                        <a:buNone/>
                        <a:tabLst/>
                        <a:defRPr/>
                      </a:pPr>
                      <a:r>
                        <a:rPr lang="ja-JP" altLang="en-US" sz="1400" b="1">
                          <a:solidFill>
                            <a:srgbClr val="014097"/>
                          </a:solidFill>
                          <a:effectLst/>
                          <a:latin typeface="+mn-ea"/>
                          <a:ea typeface="+mn-ea"/>
                          <a:cs typeface="+mn-cs"/>
                        </a:rPr>
                        <a:t>連結売上高</a:t>
                      </a: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014097"/>
                      </a:solidFill>
                      <a:prstDash val="solid"/>
                      <a:round/>
                      <a:headEnd type="none" w="med" len="med"/>
                      <a:tailEnd type="none" w="med" len="med"/>
                    </a:lnT>
                    <a:lnB w="6350" cap="flat" cmpd="sng" algn="ctr">
                      <a:solidFill>
                        <a:srgbClr val="014097"/>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6000" marR="0" lvl="0" indent="0" defTabSz="914400" eaLnBrk="1" fontAlgn="auto" latinLnBrk="0" hangingPunct="1">
                        <a:lnSpc>
                          <a:spcPct val="130000"/>
                        </a:lnSpc>
                        <a:spcBef>
                          <a:spcPts val="0"/>
                        </a:spcBef>
                        <a:spcAft>
                          <a:spcPts val="0"/>
                        </a:spcAft>
                        <a:buClrTx/>
                        <a:buSzTx/>
                        <a:buFontTx/>
                        <a:buNone/>
                        <a:tabLst/>
                        <a:defRPr/>
                      </a:pPr>
                      <a:r>
                        <a:rPr lang="en-US" altLang="ja-JP" sz="1400" dirty="0">
                          <a:solidFill>
                            <a:schemeClr val="tx1"/>
                          </a:solidFill>
                          <a:effectLst/>
                          <a:latin typeface="+mn-ea"/>
                          <a:ea typeface="+mn-ea"/>
                          <a:cs typeface="+mn-cs"/>
                        </a:rPr>
                        <a:t>500</a:t>
                      </a:r>
                      <a:r>
                        <a:rPr lang="ja-JP" altLang="en-US" sz="1400" dirty="0">
                          <a:solidFill>
                            <a:schemeClr val="tx1"/>
                          </a:solidFill>
                          <a:effectLst/>
                          <a:latin typeface="+mn-ea"/>
                          <a:ea typeface="+mn-ea"/>
                          <a:cs typeface="+mn-cs"/>
                        </a:rPr>
                        <a:t>億円  </a:t>
                      </a:r>
                      <a:r>
                        <a:rPr lang="en-US" altLang="ja-JP" sz="1400" dirty="0">
                          <a:solidFill>
                            <a:schemeClr val="tx1"/>
                          </a:solidFill>
                          <a:effectLst/>
                          <a:latin typeface="+mn-ea"/>
                          <a:ea typeface="+mn-ea"/>
                          <a:cs typeface="+mn-cs"/>
                        </a:rPr>
                        <a:t>※2025</a:t>
                      </a:r>
                      <a:r>
                        <a:rPr lang="ja-JP" altLang="en-US" sz="1400" dirty="0">
                          <a:solidFill>
                            <a:schemeClr val="tx1"/>
                          </a:solidFill>
                          <a:effectLst/>
                          <a:latin typeface="+mn-ea"/>
                          <a:ea typeface="+mn-ea"/>
                          <a:cs typeface="+mn-cs"/>
                        </a:rPr>
                        <a:t>年</a:t>
                      </a:r>
                      <a:r>
                        <a:rPr lang="en-US" altLang="ja-JP" sz="1400" dirty="0">
                          <a:solidFill>
                            <a:schemeClr val="tx1"/>
                          </a:solidFill>
                          <a:effectLst/>
                          <a:latin typeface="+mn-ea"/>
                          <a:ea typeface="+mn-ea"/>
                          <a:cs typeface="+mn-cs"/>
                        </a:rPr>
                        <a:t>3</a:t>
                      </a:r>
                      <a:r>
                        <a:rPr lang="ja-JP" altLang="en-US" sz="1400" dirty="0">
                          <a:solidFill>
                            <a:schemeClr val="tx1"/>
                          </a:solidFill>
                          <a:effectLst/>
                          <a:latin typeface="+mn-ea"/>
                          <a:ea typeface="+mn-ea"/>
                          <a:cs typeface="+mn-cs"/>
                        </a:rPr>
                        <a:t>月期 </a:t>
                      </a: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014097"/>
                      </a:solidFill>
                      <a:prstDash val="solid"/>
                      <a:round/>
                      <a:headEnd type="none" w="med" len="med"/>
                      <a:tailEnd type="none" w="med" len="med"/>
                    </a:lnT>
                    <a:lnB w="6350" cap="flat" cmpd="sng" algn="ctr">
                      <a:solidFill>
                        <a:srgbClr val="014097"/>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96156713"/>
                  </a:ext>
                </a:extLst>
              </a:tr>
              <a:tr h="309410">
                <a:tc>
                  <a:txBody>
                    <a:bodyPr/>
                    <a:lstStyle/>
                    <a:p>
                      <a:pPr marL="36000" marR="0" lvl="0" indent="0" defTabSz="914400" eaLnBrk="1" fontAlgn="auto" latinLnBrk="0" hangingPunct="1">
                        <a:lnSpc>
                          <a:spcPct val="130000"/>
                        </a:lnSpc>
                        <a:spcBef>
                          <a:spcPts val="0"/>
                        </a:spcBef>
                        <a:spcAft>
                          <a:spcPts val="0"/>
                        </a:spcAft>
                        <a:buClrTx/>
                        <a:buSzTx/>
                        <a:buFontTx/>
                        <a:buNone/>
                        <a:tabLst/>
                        <a:defRPr/>
                      </a:pPr>
                      <a:r>
                        <a:rPr lang="ja-JP" altLang="en-US" sz="1400" b="1">
                          <a:solidFill>
                            <a:srgbClr val="014097"/>
                          </a:solidFill>
                          <a:effectLst/>
                          <a:latin typeface="+mn-ea"/>
                          <a:ea typeface="+mn-ea"/>
                          <a:cs typeface="+mn-cs"/>
                        </a:rPr>
                        <a:t>連結従業員数</a:t>
                      </a: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014097"/>
                      </a:solidFill>
                      <a:prstDash val="solid"/>
                      <a:round/>
                      <a:headEnd type="none" w="med" len="med"/>
                      <a:tailEnd type="none" w="med" len="med"/>
                    </a:lnT>
                    <a:lnB w="6350" cap="flat" cmpd="sng" algn="ctr">
                      <a:solidFill>
                        <a:srgbClr val="014097"/>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nSpc>
                          <a:spcPct val="130000"/>
                        </a:lnSpc>
                      </a:pPr>
                      <a:r>
                        <a:rPr lang="en-US" altLang="ja-JP" sz="1400" dirty="0">
                          <a:solidFill>
                            <a:schemeClr val="tx1"/>
                          </a:solidFill>
                          <a:effectLst/>
                          <a:latin typeface="+mn-ea"/>
                          <a:ea typeface="+mn-ea"/>
                          <a:cs typeface="+mn-cs"/>
                        </a:rPr>
                        <a:t>2,487</a:t>
                      </a:r>
                      <a:r>
                        <a:rPr lang="ja-JP" altLang="en-US" sz="1400" dirty="0">
                          <a:solidFill>
                            <a:schemeClr val="tx1"/>
                          </a:solidFill>
                          <a:effectLst/>
                          <a:latin typeface="+mn-ea"/>
                          <a:ea typeface="+mn-ea"/>
                          <a:cs typeface="+mn-cs"/>
                        </a:rPr>
                        <a:t>名（単独 </a:t>
                      </a:r>
                      <a:r>
                        <a:rPr lang="en-US" altLang="ja-JP" sz="1400" dirty="0">
                          <a:solidFill>
                            <a:schemeClr val="tx1"/>
                          </a:solidFill>
                          <a:effectLst/>
                          <a:latin typeface="+mn-ea"/>
                          <a:ea typeface="+mn-ea"/>
                          <a:cs typeface="+mn-cs"/>
                        </a:rPr>
                        <a:t>2,024</a:t>
                      </a:r>
                      <a:r>
                        <a:rPr lang="ja-JP" altLang="en-US" sz="1400" dirty="0">
                          <a:solidFill>
                            <a:schemeClr val="tx1"/>
                          </a:solidFill>
                          <a:effectLst/>
                          <a:latin typeface="+mn-ea"/>
                          <a:ea typeface="+mn-ea"/>
                          <a:cs typeface="+mn-cs"/>
                        </a:rPr>
                        <a:t>名）　</a:t>
                      </a:r>
                      <a:r>
                        <a:rPr lang="en-US" altLang="ja-JP" sz="1400" dirty="0">
                          <a:solidFill>
                            <a:schemeClr val="tx1"/>
                          </a:solidFill>
                          <a:effectLst/>
                          <a:latin typeface="+mn-ea"/>
                          <a:ea typeface="+mn-ea"/>
                          <a:cs typeface="+mn-cs"/>
                        </a:rPr>
                        <a:t>※2025</a:t>
                      </a:r>
                      <a:r>
                        <a:rPr lang="ja-JP" altLang="en-US" sz="1400" dirty="0">
                          <a:solidFill>
                            <a:schemeClr val="tx1"/>
                          </a:solidFill>
                          <a:effectLst/>
                          <a:latin typeface="+mn-ea"/>
                          <a:ea typeface="+mn-ea"/>
                          <a:cs typeface="+mn-cs"/>
                        </a:rPr>
                        <a:t>年</a:t>
                      </a:r>
                      <a:r>
                        <a:rPr lang="en-US" altLang="ja-JP" sz="1400" dirty="0">
                          <a:solidFill>
                            <a:schemeClr val="tx1"/>
                          </a:solidFill>
                          <a:effectLst/>
                          <a:latin typeface="+mn-ea"/>
                          <a:ea typeface="+mn-ea"/>
                          <a:cs typeface="+mn-cs"/>
                        </a:rPr>
                        <a:t>3</a:t>
                      </a:r>
                      <a:r>
                        <a:rPr lang="ja-JP" altLang="en-US" sz="1400" dirty="0">
                          <a:solidFill>
                            <a:schemeClr val="tx1"/>
                          </a:solidFill>
                          <a:effectLst/>
                          <a:latin typeface="+mn-ea"/>
                          <a:ea typeface="+mn-ea"/>
                          <a:cs typeface="+mn-cs"/>
                        </a:rPr>
                        <a:t>月末現在</a:t>
                      </a: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014097"/>
                      </a:solidFill>
                      <a:prstDash val="solid"/>
                      <a:round/>
                      <a:headEnd type="none" w="med" len="med"/>
                      <a:tailEnd type="none" w="med" len="med"/>
                    </a:lnT>
                    <a:lnB w="6350" cap="flat" cmpd="sng" algn="ctr">
                      <a:solidFill>
                        <a:srgbClr val="014097"/>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11179100"/>
                  </a:ext>
                </a:extLst>
              </a:tr>
              <a:tr h="764425">
                <a:tc>
                  <a:txBody>
                    <a:bodyPr/>
                    <a:lstStyle/>
                    <a:p>
                      <a:pPr marL="36000" marR="0" lvl="0" indent="0" defTabSz="914400" eaLnBrk="1" fontAlgn="auto" latinLnBrk="0" hangingPunct="1">
                        <a:lnSpc>
                          <a:spcPct val="130000"/>
                        </a:lnSpc>
                        <a:spcBef>
                          <a:spcPts val="0"/>
                        </a:spcBef>
                        <a:spcAft>
                          <a:spcPts val="0"/>
                        </a:spcAft>
                        <a:buClrTx/>
                        <a:buSzTx/>
                        <a:buFontTx/>
                        <a:buNone/>
                        <a:tabLst/>
                        <a:defRPr/>
                      </a:pPr>
                      <a:r>
                        <a:rPr lang="ja-JP" altLang="en-US" sz="1400" b="1">
                          <a:solidFill>
                            <a:srgbClr val="014097"/>
                          </a:solidFill>
                          <a:effectLst/>
                          <a:latin typeface="+mn-ea"/>
                          <a:ea typeface="+mn-ea"/>
                          <a:cs typeface="+mn-cs"/>
                        </a:rPr>
                        <a:t>連結子会社</a:t>
                      </a: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014097"/>
                      </a:solidFill>
                      <a:prstDash val="solid"/>
                      <a:round/>
                      <a:headEnd type="none" w="med" len="med"/>
                      <a:tailEnd type="none" w="med" len="med"/>
                    </a:lnT>
                    <a:lnB w="6350" cap="flat" cmpd="sng" algn="ctr">
                      <a:solidFill>
                        <a:srgbClr val="014097"/>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nSpc>
                          <a:spcPct val="130000"/>
                        </a:lnSpc>
                      </a:pPr>
                      <a:r>
                        <a:rPr lang="en-US" altLang="ja-JP" sz="1400" dirty="0">
                          <a:solidFill>
                            <a:schemeClr val="tx1"/>
                          </a:solidFill>
                          <a:effectLst/>
                          <a:latin typeface="+mn-ea"/>
                          <a:ea typeface="+mn-ea"/>
                          <a:cs typeface="+mn-cs"/>
                        </a:rPr>
                        <a:t>NSS</a:t>
                      </a:r>
                      <a:r>
                        <a:rPr lang="ja-JP" altLang="en-US" sz="1400" dirty="0">
                          <a:solidFill>
                            <a:schemeClr val="tx1"/>
                          </a:solidFill>
                          <a:effectLst/>
                          <a:latin typeface="+mn-ea"/>
                          <a:ea typeface="+mn-ea"/>
                          <a:cs typeface="+mn-cs"/>
                        </a:rPr>
                        <a:t>株式会社</a:t>
                      </a:r>
                    </a:p>
                    <a:p>
                      <a:pPr marL="36000">
                        <a:lnSpc>
                          <a:spcPct val="130000"/>
                        </a:lnSpc>
                      </a:pPr>
                      <a:r>
                        <a:rPr lang="zh-TW" altLang="en-US" sz="1400" dirty="0">
                          <a:solidFill>
                            <a:schemeClr val="tx1"/>
                          </a:solidFill>
                          <a:effectLst/>
                          <a:latin typeface="+mn-ea"/>
                          <a:ea typeface="+mn-ea"/>
                          <a:cs typeface="+mn-cs"/>
                        </a:rPr>
                        <a:t>恩斯達信息技術</a:t>
                      </a:r>
                      <a:r>
                        <a:rPr lang="en-US" altLang="ja-JP" sz="1400" dirty="0">
                          <a:solidFill>
                            <a:schemeClr val="tx1"/>
                          </a:solidFill>
                          <a:effectLst/>
                          <a:latin typeface="+mn-ea"/>
                          <a:ea typeface="+mn-ea"/>
                          <a:cs typeface="+mn-cs"/>
                        </a:rPr>
                        <a:t>( </a:t>
                      </a:r>
                      <a:r>
                        <a:rPr lang="ja-JP" altLang="en-US" sz="1400" dirty="0">
                          <a:solidFill>
                            <a:schemeClr val="tx1"/>
                          </a:solidFill>
                          <a:effectLst/>
                          <a:latin typeface="+mn-ea"/>
                          <a:ea typeface="+mn-ea"/>
                          <a:cs typeface="+mn-cs"/>
                        </a:rPr>
                        <a:t>北京 </a:t>
                      </a:r>
                      <a:r>
                        <a:rPr lang="en-US" altLang="ja-JP" sz="1400" dirty="0">
                          <a:solidFill>
                            <a:schemeClr val="tx1"/>
                          </a:solidFill>
                          <a:effectLst/>
                          <a:latin typeface="+mn-ea"/>
                          <a:ea typeface="+mn-ea"/>
                          <a:cs typeface="+mn-cs"/>
                        </a:rPr>
                        <a:t>) </a:t>
                      </a:r>
                      <a:r>
                        <a:rPr lang="ja-JP" altLang="en-US" sz="1400" dirty="0">
                          <a:solidFill>
                            <a:schemeClr val="tx1"/>
                          </a:solidFill>
                          <a:effectLst/>
                          <a:latin typeface="+mn-ea"/>
                          <a:ea typeface="+mn-ea"/>
                          <a:cs typeface="+mn-cs"/>
                        </a:rPr>
                        <a:t>有限公司</a:t>
                      </a:r>
                    </a:p>
                    <a:p>
                      <a:pPr marL="36000">
                        <a:lnSpc>
                          <a:spcPct val="130000"/>
                        </a:lnSpc>
                      </a:pPr>
                      <a:r>
                        <a:rPr lang="en" altLang="ja-JP" sz="1400" dirty="0">
                          <a:solidFill>
                            <a:schemeClr val="tx1"/>
                          </a:solidFill>
                          <a:effectLst/>
                          <a:latin typeface="+mn-ea"/>
                          <a:ea typeface="+mn-ea"/>
                          <a:cs typeface="+mn-cs"/>
                        </a:rPr>
                        <a:t>NS</a:t>
                      </a:r>
                      <a:r>
                        <a:rPr lang="en-US" altLang="ja-JP" sz="1400" dirty="0">
                          <a:solidFill>
                            <a:schemeClr val="tx1"/>
                          </a:solidFill>
                          <a:effectLst/>
                          <a:latin typeface="+mn-ea"/>
                          <a:ea typeface="+mn-ea"/>
                          <a:cs typeface="+mn-cs"/>
                        </a:rPr>
                        <a:t>A</a:t>
                      </a:r>
                      <a:r>
                        <a:rPr lang="ja-JP" altLang="en-US" sz="1400" dirty="0">
                          <a:solidFill>
                            <a:schemeClr val="tx1"/>
                          </a:solidFill>
                          <a:effectLst/>
                          <a:latin typeface="+mn-ea"/>
                          <a:ea typeface="+mn-ea"/>
                          <a:cs typeface="+mn-cs"/>
                        </a:rPr>
                        <a:t>株式会社</a:t>
                      </a: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014097"/>
                      </a:solidFill>
                      <a:prstDash val="solid"/>
                      <a:round/>
                      <a:headEnd type="none" w="med" len="med"/>
                      <a:tailEnd type="none" w="med" len="med"/>
                    </a:lnT>
                    <a:lnB w="6350" cap="flat" cmpd="sng" algn="ctr">
                      <a:solidFill>
                        <a:srgbClr val="014097"/>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63159330"/>
                  </a:ext>
                </a:extLst>
              </a:tr>
            </a:tbl>
          </a:graphicData>
        </a:graphic>
      </p:graphicFrame>
      <p:sp>
        <p:nvSpPr>
          <p:cNvPr id="13" name="object 105">
            <a:extLst>
              <a:ext uri="{FF2B5EF4-FFF2-40B4-BE49-F238E27FC236}">
                <a16:creationId xmlns:a16="http://schemas.microsoft.com/office/drawing/2014/main" id="{4639CB78-3A72-32D1-9397-5298920CB1A7}"/>
              </a:ext>
            </a:extLst>
          </p:cNvPr>
          <p:cNvSpPr txBox="1"/>
          <p:nvPr/>
        </p:nvSpPr>
        <p:spPr>
          <a:xfrm>
            <a:off x="6617502" y="209963"/>
            <a:ext cx="1896110" cy="307777"/>
          </a:xfrm>
          <a:prstGeom prst="rect">
            <a:avLst/>
          </a:prstGeom>
        </p:spPr>
        <p:txBody>
          <a:bodyPr vert="horz" wrap="square" lIns="0" tIns="0" rIns="0" bIns="0" rtlCol="0">
            <a:spAutoFit/>
          </a:bodyPr>
          <a:lstStyle/>
          <a:p>
            <a:pPr marL="12700">
              <a:lnSpc>
                <a:spcPct val="100000"/>
              </a:lnSpc>
              <a:spcBef>
                <a:spcPts val="100"/>
              </a:spcBef>
            </a:pPr>
            <a:r>
              <a:rPr sz="2000">
                <a:solidFill>
                  <a:srgbClr val="FFFFFF"/>
                </a:solidFill>
                <a:latin typeface="+mj-ea"/>
                <a:ea typeface="+mj-ea"/>
                <a:cs typeface="NotoSansJP-Light"/>
              </a:rPr>
              <a:t>［</a:t>
            </a:r>
            <a:r>
              <a:rPr sz="2000" spc="-160">
                <a:solidFill>
                  <a:srgbClr val="FFFFFF"/>
                </a:solidFill>
                <a:latin typeface="+mj-ea"/>
                <a:ea typeface="+mj-ea"/>
                <a:cs typeface="NotoSansJP-Light"/>
              </a:rPr>
              <a:t> </a:t>
            </a:r>
            <a:r>
              <a:rPr sz="2000" spc="-80">
                <a:solidFill>
                  <a:srgbClr val="FFFFFF"/>
                </a:solidFill>
                <a:latin typeface="+mj-ea"/>
                <a:ea typeface="+mj-ea"/>
                <a:cs typeface="NotoSansJP-Light"/>
              </a:rPr>
              <a:t>事業拠</a:t>
            </a:r>
            <a:r>
              <a:rPr sz="2000">
                <a:solidFill>
                  <a:srgbClr val="FFFFFF"/>
                </a:solidFill>
                <a:latin typeface="+mj-ea"/>
                <a:ea typeface="+mj-ea"/>
                <a:cs typeface="NotoSansJP-Light"/>
              </a:rPr>
              <a:t>点</a:t>
            </a:r>
            <a:r>
              <a:rPr sz="2000" spc="-160">
                <a:solidFill>
                  <a:srgbClr val="FFFFFF"/>
                </a:solidFill>
                <a:latin typeface="+mj-ea"/>
                <a:ea typeface="+mj-ea"/>
                <a:cs typeface="NotoSansJP-Light"/>
              </a:rPr>
              <a:t> </a:t>
            </a:r>
            <a:r>
              <a:rPr sz="2000">
                <a:solidFill>
                  <a:srgbClr val="FFFFFF"/>
                </a:solidFill>
                <a:latin typeface="+mj-ea"/>
                <a:ea typeface="+mj-ea"/>
                <a:cs typeface="NotoSansJP-Light"/>
              </a:rPr>
              <a:t>］</a:t>
            </a:r>
            <a:endParaRPr sz="2000">
              <a:latin typeface="+mj-ea"/>
              <a:ea typeface="+mj-ea"/>
              <a:cs typeface="NotoSansJP-Light"/>
            </a:endParaRPr>
          </a:p>
        </p:txBody>
      </p:sp>
      <p:sp>
        <p:nvSpPr>
          <p:cNvPr id="14" name="object 15">
            <a:extLst>
              <a:ext uri="{FF2B5EF4-FFF2-40B4-BE49-F238E27FC236}">
                <a16:creationId xmlns:a16="http://schemas.microsoft.com/office/drawing/2014/main" id="{677DC1AB-2BC7-A8F3-E037-6B0EAFFA7485}"/>
              </a:ext>
            </a:extLst>
          </p:cNvPr>
          <p:cNvSpPr txBox="1"/>
          <p:nvPr/>
        </p:nvSpPr>
        <p:spPr>
          <a:xfrm>
            <a:off x="6725522" y="978733"/>
            <a:ext cx="1897200" cy="614977"/>
          </a:xfrm>
          <a:prstGeom prst="rect">
            <a:avLst/>
          </a:prstGeom>
        </p:spPr>
        <p:txBody>
          <a:bodyPr vert="horz" wrap="square" lIns="0" tIns="0" rIns="0" bIns="0" rtlCol="0">
            <a:spAutoFit/>
          </a:bodyPr>
          <a:lstStyle/>
          <a:p>
            <a:pPr marR="5080">
              <a:lnSpc>
                <a:spcPct val="120000"/>
              </a:lnSpc>
            </a:pPr>
            <a:r>
              <a:rPr lang="ja-JP" altLang="en-US" sz="1400" b="1" dirty="0">
                <a:solidFill>
                  <a:schemeClr val="bg1"/>
                </a:solidFill>
                <a:latin typeface="+mj-ea"/>
                <a:ea typeface="+mj-ea"/>
                <a:cs typeface="Noto Sans JP Regular"/>
              </a:rPr>
              <a:t>大阪事業所</a:t>
            </a:r>
            <a:endParaRPr lang="en-US" altLang="ja-JP" sz="1400" b="1" dirty="0">
              <a:solidFill>
                <a:schemeClr val="bg1"/>
              </a:solidFill>
              <a:latin typeface="+mj-ea"/>
              <a:ea typeface="+mj-ea"/>
              <a:cs typeface="Noto Sans JP Regular"/>
            </a:endParaRPr>
          </a:p>
          <a:p>
            <a:pPr marR="5080">
              <a:lnSpc>
                <a:spcPct val="120000"/>
              </a:lnSpc>
            </a:pPr>
            <a:r>
              <a:rPr lang="ja-JP" altLang="en-US" sz="1000" dirty="0">
                <a:solidFill>
                  <a:schemeClr val="bg1"/>
                </a:solidFill>
                <a:latin typeface="+mj-ea"/>
                <a:ea typeface="+mj-ea"/>
                <a:cs typeface="Noto Sans JP Regular"/>
              </a:rPr>
              <a:t>大阪府大阪市西区南堀江</a:t>
            </a:r>
            <a:r>
              <a:rPr lang="en-US" altLang="ja-JP" sz="1000" dirty="0">
                <a:solidFill>
                  <a:schemeClr val="bg1"/>
                </a:solidFill>
                <a:latin typeface="+mj-ea"/>
                <a:ea typeface="+mj-ea"/>
                <a:cs typeface="Noto Sans JP Regular"/>
              </a:rPr>
              <a:t>1-18-4</a:t>
            </a:r>
            <a:r>
              <a:rPr lang="ja-JP" altLang="en-US" sz="1000" dirty="0">
                <a:solidFill>
                  <a:schemeClr val="bg1"/>
                </a:solidFill>
                <a:latin typeface="+mj-ea"/>
                <a:ea typeface="+mj-ea"/>
                <a:cs typeface="Noto Sans JP Regular"/>
              </a:rPr>
              <a:t>　</a:t>
            </a:r>
            <a:r>
              <a:rPr lang="en-US" altLang="ja-JP" sz="1000" dirty="0">
                <a:solidFill>
                  <a:schemeClr val="bg1"/>
                </a:solidFill>
                <a:latin typeface="+mj-ea"/>
                <a:ea typeface="+mj-ea"/>
                <a:cs typeface="Noto Sans JP Regular"/>
              </a:rPr>
              <a:t>Osaka Metro</a:t>
            </a:r>
            <a:r>
              <a:rPr lang="ja-JP" altLang="en-US" sz="1000" dirty="0">
                <a:solidFill>
                  <a:schemeClr val="bg1"/>
                </a:solidFill>
                <a:latin typeface="+mj-ea"/>
                <a:ea typeface="+mj-ea"/>
                <a:cs typeface="Noto Sans JP Regular"/>
              </a:rPr>
              <a:t>南堀江ビル</a:t>
            </a:r>
            <a:r>
              <a:rPr lang="en-US" altLang="ja-JP" sz="1000" dirty="0">
                <a:solidFill>
                  <a:schemeClr val="bg1"/>
                </a:solidFill>
                <a:latin typeface="+mj-ea"/>
                <a:ea typeface="+mj-ea"/>
                <a:cs typeface="Noto Sans JP Regular"/>
              </a:rPr>
              <a:t>2</a:t>
            </a:r>
            <a:r>
              <a:rPr lang="ja-JP" altLang="en-US" sz="1000" dirty="0">
                <a:solidFill>
                  <a:schemeClr val="bg1"/>
                </a:solidFill>
                <a:latin typeface="+mj-ea"/>
                <a:ea typeface="+mj-ea"/>
                <a:cs typeface="Noto Sans JP Regular"/>
              </a:rPr>
              <a:t>階</a:t>
            </a:r>
            <a:endParaRPr lang="en-US" altLang="ja-JP" sz="1000" dirty="0">
              <a:solidFill>
                <a:schemeClr val="bg1"/>
              </a:solidFill>
              <a:latin typeface="+mj-ea"/>
              <a:ea typeface="+mj-ea"/>
              <a:cs typeface="Noto Sans JP Regular"/>
            </a:endParaRPr>
          </a:p>
        </p:txBody>
      </p:sp>
      <p:sp>
        <p:nvSpPr>
          <p:cNvPr id="15" name="object 15">
            <a:extLst>
              <a:ext uri="{FF2B5EF4-FFF2-40B4-BE49-F238E27FC236}">
                <a16:creationId xmlns:a16="http://schemas.microsoft.com/office/drawing/2014/main" id="{2F191CD8-1DFD-CE4C-1211-4A8C164E41C1}"/>
              </a:ext>
            </a:extLst>
          </p:cNvPr>
          <p:cNvSpPr txBox="1"/>
          <p:nvPr/>
        </p:nvSpPr>
        <p:spPr>
          <a:xfrm>
            <a:off x="6725522" y="1734103"/>
            <a:ext cx="1897200" cy="247760"/>
          </a:xfrm>
          <a:prstGeom prst="rect">
            <a:avLst/>
          </a:prstGeom>
        </p:spPr>
        <p:txBody>
          <a:bodyPr vert="horz" wrap="square" lIns="0" tIns="0" rIns="0" bIns="0" rtlCol="0">
            <a:spAutoFit/>
          </a:bodyPr>
          <a:lstStyle/>
          <a:p>
            <a:pPr marR="5080">
              <a:lnSpc>
                <a:spcPct val="120000"/>
              </a:lnSpc>
            </a:pPr>
            <a:r>
              <a:rPr lang="ja-JP" altLang="en-US" sz="1400" b="1" err="1">
                <a:solidFill>
                  <a:schemeClr val="bg1"/>
                </a:solidFill>
                <a:latin typeface="+mj-ea"/>
                <a:ea typeface="+mj-ea"/>
                <a:cs typeface="Noto Sans JP Regular"/>
              </a:rPr>
              <a:t>高松</a:t>
            </a:r>
            <a:r>
              <a:rPr lang="en" altLang="ja-JP" sz="1400" b="1" err="1">
                <a:solidFill>
                  <a:schemeClr val="bg1"/>
                </a:solidFill>
                <a:latin typeface="+mj-ea"/>
                <a:ea typeface="+mj-ea"/>
                <a:cs typeface="Noto Sans JP Regular"/>
              </a:rPr>
              <a:t>IT</a:t>
            </a:r>
            <a:r>
              <a:rPr lang="ja-JP" altLang="en-US" sz="1400" b="1" err="1">
                <a:solidFill>
                  <a:schemeClr val="bg1"/>
                </a:solidFill>
                <a:latin typeface="+mj-ea"/>
                <a:ea typeface="+mj-ea"/>
                <a:cs typeface="Noto Sans JP Regular"/>
              </a:rPr>
              <a:t>センター</a:t>
            </a:r>
            <a:endParaRPr lang="en-US" altLang="ja-JP" sz="900">
              <a:solidFill>
                <a:schemeClr val="bg1"/>
              </a:solidFill>
              <a:latin typeface="+mj-ea"/>
              <a:ea typeface="+mj-ea"/>
              <a:cs typeface="Noto Sans JP Regular"/>
            </a:endParaRPr>
          </a:p>
        </p:txBody>
      </p:sp>
      <p:sp>
        <p:nvSpPr>
          <p:cNvPr id="16" name="object 15">
            <a:extLst>
              <a:ext uri="{FF2B5EF4-FFF2-40B4-BE49-F238E27FC236}">
                <a16:creationId xmlns:a16="http://schemas.microsoft.com/office/drawing/2014/main" id="{22D9ADAA-4877-8FF3-C422-C484B83099FD}"/>
              </a:ext>
            </a:extLst>
          </p:cNvPr>
          <p:cNvSpPr txBox="1"/>
          <p:nvPr/>
        </p:nvSpPr>
        <p:spPr>
          <a:xfrm>
            <a:off x="6725522" y="2122256"/>
            <a:ext cx="1897200" cy="1021242"/>
          </a:xfrm>
          <a:prstGeom prst="rect">
            <a:avLst/>
          </a:prstGeom>
        </p:spPr>
        <p:txBody>
          <a:bodyPr vert="horz" wrap="square" lIns="0" tIns="0" rIns="0" bIns="0" rtlCol="0">
            <a:spAutoFit/>
          </a:bodyPr>
          <a:lstStyle/>
          <a:p>
            <a:pPr marR="5080">
              <a:lnSpc>
                <a:spcPct val="120000"/>
              </a:lnSpc>
            </a:pPr>
            <a:r>
              <a:rPr lang="ja-JP" altLang="en-US" sz="1400" b="1">
                <a:solidFill>
                  <a:schemeClr val="bg1"/>
                </a:solidFill>
                <a:latin typeface="+mj-ea"/>
                <a:ea typeface="+mj-ea"/>
                <a:cs typeface="Noto Sans JP Regular"/>
              </a:rPr>
              <a:t>広島事業所</a:t>
            </a:r>
            <a:endParaRPr lang="en-US" altLang="ja-JP" sz="1400" b="1">
              <a:solidFill>
                <a:schemeClr val="bg1"/>
              </a:solidFill>
              <a:latin typeface="+mj-ea"/>
              <a:ea typeface="+mj-ea"/>
              <a:cs typeface="Noto Sans JP Regular"/>
            </a:endParaRPr>
          </a:p>
          <a:p>
            <a:pPr marR="5080">
              <a:lnSpc>
                <a:spcPct val="120000"/>
              </a:lnSpc>
            </a:pPr>
            <a:r>
              <a:rPr lang="ja-JP" altLang="en-US" sz="1000">
                <a:solidFill>
                  <a:schemeClr val="bg1"/>
                </a:solidFill>
                <a:latin typeface="+mj-ea"/>
                <a:ea typeface="+mj-ea"/>
                <a:cs typeface="Noto Sans JP Regular"/>
              </a:rPr>
              <a:t>広島県広島市</a:t>
            </a:r>
          </a:p>
          <a:p>
            <a:pPr marR="5080">
              <a:lnSpc>
                <a:spcPct val="120000"/>
              </a:lnSpc>
            </a:pPr>
            <a:r>
              <a:rPr lang="ja-JP" altLang="en-US" sz="1000">
                <a:solidFill>
                  <a:schemeClr val="bg1"/>
                </a:solidFill>
                <a:latin typeface="+mj-ea"/>
                <a:ea typeface="+mj-ea"/>
                <a:cs typeface="Noto Sans JP Regular"/>
              </a:rPr>
              <a:t>中区幟町</a:t>
            </a:r>
            <a:r>
              <a:rPr lang="en-US" altLang="ja-JP" sz="1000">
                <a:solidFill>
                  <a:schemeClr val="bg1"/>
                </a:solidFill>
                <a:latin typeface="+mj-ea"/>
                <a:ea typeface="+mj-ea"/>
                <a:cs typeface="Noto Sans JP Regular"/>
              </a:rPr>
              <a:t>13-11 </a:t>
            </a:r>
          </a:p>
          <a:p>
            <a:pPr marR="5080">
              <a:lnSpc>
                <a:spcPct val="120000"/>
              </a:lnSpc>
            </a:pPr>
            <a:r>
              <a:rPr lang="ja-JP" altLang="en-US" sz="1000">
                <a:solidFill>
                  <a:schemeClr val="bg1"/>
                </a:solidFill>
                <a:latin typeface="+mj-ea"/>
                <a:ea typeface="+mj-ea"/>
                <a:cs typeface="Noto Sans JP Regular"/>
              </a:rPr>
              <a:t>明治安田生命</a:t>
            </a:r>
          </a:p>
          <a:p>
            <a:pPr marR="5080">
              <a:lnSpc>
                <a:spcPct val="120000"/>
              </a:lnSpc>
            </a:pPr>
            <a:r>
              <a:rPr lang="ja-JP" altLang="en-US" sz="1000">
                <a:solidFill>
                  <a:schemeClr val="bg1"/>
                </a:solidFill>
                <a:latin typeface="+mj-ea"/>
                <a:ea typeface="+mj-ea"/>
                <a:cs typeface="Noto Sans JP Regular"/>
              </a:rPr>
              <a:t>広島幟町ビル </a:t>
            </a:r>
            <a:r>
              <a:rPr lang="en-US" altLang="ja-JP" sz="1000">
                <a:solidFill>
                  <a:schemeClr val="bg1"/>
                </a:solidFill>
                <a:latin typeface="+mj-ea"/>
                <a:ea typeface="+mj-ea"/>
                <a:cs typeface="Noto Sans JP Regular"/>
              </a:rPr>
              <a:t>8</a:t>
            </a:r>
            <a:r>
              <a:rPr lang="ja-JP" altLang="en-US" sz="1000">
                <a:solidFill>
                  <a:schemeClr val="bg1"/>
                </a:solidFill>
                <a:latin typeface="+mj-ea"/>
                <a:ea typeface="+mj-ea"/>
                <a:cs typeface="Noto Sans JP Regular"/>
              </a:rPr>
              <a:t>階</a:t>
            </a:r>
            <a:endParaRPr lang="en-US" altLang="ja-JP" sz="1000">
              <a:solidFill>
                <a:schemeClr val="bg1"/>
              </a:solidFill>
              <a:latin typeface="+mj-ea"/>
              <a:ea typeface="+mj-ea"/>
              <a:cs typeface="Noto Sans JP Regular"/>
            </a:endParaRPr>
          </a:p>
        </p:txBody>
      </p:sp>
      <p:sp>
        <p:nvSpPr>
          <p:cNvPr id="17" name="object 15">
            <a:extLst>
              <a:ext uri="{FF2B5EF4-FFF2-40B4-BE49-F238E27FC236}">
                <a16:creationId xmlns:a16="http://schemas.microsoft.com/office/drawing/2014/main" id="{B6FD0DBE-1571-63EC-96AC-4D2608AE40E1}"/>
              </a:ext>
            </a:extLst>
          </p:cNvPr>
          <p:cNvSpPr txBox="1"/>
          <p:nvPr/>
        </p:nvSpPr>
        <p:spPr>
          <a:xfrm>
            <a:off x="10363225" y="978733"/>
            <a:ext cx="1800000" cy="430311"/>
          </a:xfrm>
          <a:prstGeom prst="rect">
            <a:avLst/>
          </a:prstGeom>
        </p:spPr>
        <p:txBody>
          <a:bodyPr vert="horz" wrap="square" lIns="0" tIns="0" rIns="0" bIns="0" rtlCol="0">
            <a:spAutoFit/>
          </a:bodyPr>
          <a:lstStyle/>
          <a:p>
            <a:pPr marR="5080">
              <a:lnSpc>
                <a:spcPct val="120000"/>
              </a:lnSpc>
            </a:pPr>
            <a:r>
              <a:rPr lang="ja-JP" altLang="en-US" sz="1400" b="1">
                <a:solidFill>
                  <a:schemeClr val="bg1"/>
                </a:solidFill>
                <a:latin typeface="+mj-ea"/>
                <a:ea typeface="+mj-ea"/>
                <a:cs typeface="Noto Sans JP Regular"/>
              </a:rPr>
              <a:t>本社</a:t>
            </a:r>
            <a:endParaRPr lang="en-US" altLang="ja-JP" sz="1400" b="1">
              <a:solidFill>
                <a:schemeClr val="bg1"/>
              </a:solidFill>
              <a:latin typeface="+mj-ea"/>
              <a:ea typeface="+mj-ea"/>
              <a:cs typeface="Noto Sans JP Regular"/>
            </a:endParaRPr>
          </a:p>
          <a:p>
            <a:pPr marR="5080">
              <a:lnSpc>
                <a:spcPct val="120000"/>
              </a:lnSpc>
            </a:pPr>
            <a:r>
              <a:rPr lang="ja-JP" altLang="en-US" sz="1000">
                <a:solidFill>
                  <a:schemeClr val="bg1"/>
                </a:solidFill>
                <a:latin typeface="+mj-ea"/>
                <a:ea typeface="+mj-ea"/>
                <a:cs typeface="Noto Sans JP Regular"/>
              </a:rPr>
              <a:t>東京都渋谷区桜丘町</a:t>
            </a:r>
            <a:r>
              <a:rPr lang="en-US" altLang="ja-JP" sz="1000">
                <a:solidFill>
                  <a:schemeClr val="bg1"/>
                </a:solidFill>
                <a:latin typeface="+mj-ea"/>
                <a:ea typeface="+mj-ea"/>
                <a:cs typeface="Noto Sans JP Regular"/>
              </a:rPr>
              <a:t>31-11</a:t>
            </a:r>
          </a:p>
        </p:txBody>
      </p:sp>
      <p:sp>
        <p:nvSpPr>
          <p:cNvPr id="18" name="object 15">
            <a:extLst>
              <a:ext uri="{FF2B5EF4-FFF2-40B4-BE49-F238E27FC236}">
                <a16:creationId xmlns:a16="http://schemas.microsoft.com/office/drawing/2014/main" id="{14EC11FC-810E-DA88-F254-030B5870DF12}"/>
              </a:ext>
            </a:extLst>
          </p:cNvPr>
          <p:cNvSpPr txBox="1"/>
          <p:nvPr/>
        </p:nvSpPr>
        <p:spPr>
          <a:xfrm>
            <a:off x="10363225" y="1442105"/>
            <a:ext cx="1800000" cy="430311"/>
          </a:xfrm>
          <a:prstGeom prst="rect">
            <a:avLst/>
          </a:prstGeom>
        </p:spPr>
        <p:txBody>
          <a:bodyPr vert="horz" wrap="square" lIns="0" tIns="0" rIns="0" bIns="0" rtlCol="0">
            <a:spAutoFit/>
          </a:bodyPr>
          <a:lstStyle/>
          <a:p>
            <a:pPr marR="5080">
              <a:lnSpc>
                <a:spcPct val="120000"/>
              </a:lnSpc>
            </a:pPr>
            <a:r>
              <a:rPr lang="ja-JP" altLang="en-US" sz="1400" b="1">
                <a:solidFill>
                  <a:schemeClr val="bg1"/>
                </a:solidFill>
                <a:latin typeface="+mj-ea"/>
                <a:ea typeface="+mj-ea"/>
                <a:cs typeface="Noto Sans JP Regular"/>
              </a:rPr>
              <a:t>渋谷</a:t>
            </a:r>
            <a:r>
              <a:rPr lang="en" altLang="ja-JP" sz="1400" b="1">
                <a:solidFill>
                  <a:schemeClr val="bg1"/>
                </a:solidFill>
                <a:latin typeface="+mj-ea"/>
                <a:ea typeface="+mj-ea"/>
                <a:cs typeface="Noto Sans JP Regular"/>
              </a:rPr>
              <a:t>IT</a:t>
            </a:r>
            <a:r>
              <a:rPr lang="ja-JP" altLang="en-US" sz="1400" b="1">
                <a:solidFill>
                  <a:schemeClr val="bg1"/>
                </a:solidFill>
                <a:latin typeface="+mj-ea"/>
                <a:ea typeface="+mj-ea"/>
                <a:cs typeface="Noto Sans JP Regular"/>
              </a:rPr>
              <a:t>コア</a:t>
            </a:r>
            <a:endParaRPr lang="en-US" altLang="ja-JP" sz="1400" b="1">
              <a:solidFill>
                <a:schemeClr val="bg1"/>
              </a:solidFill>
              <a:latin typeface="+mj-ea"/>
              <a:ea typeface="+mj-ea"/>
              <a:cs typeface="Noto Sans JP Regular"/>
            </a:endParaRPr>
          </a:p>
          <a:p>
            <a:pPr marR="5080">
              <a:lnSpc>
                <a:spcPct val="120000"/>
              </a:lnSpc>
            </a:pPr>
            <a:r>
              <a:rPr lang="ja-JP" altLang="en-US" sz="1000">
                <a:solidFill>
                  <a:schemeClr val="bg1"/>
                </a:solidFill>
                <a:latin typeface="+mj-ea"/>
                <a:ea typeface="+mj-ea"/>
                <a:cs typeface="Noto Sans JP Regular"/>
              </a:rPr>
              <a:t>東京都渋谷区南平台町</a:t>
            </a:r>
            <a:r>
              <a:rPr lang="en-US" altLang="ja-JP" sz="1000">
                <a:solidFill>
                  <a:schemeClr val="bg1"/>
                </a:solidFill>
                <a:latin typeface="+mj-ea"/>
                <a:ea typeface="+mj-ea"/>
                <a:cs typeface="Noto Sans JP Regular"/>
              </a:rPr>
              <a:t>1-1</a:t>
            </a:r>
          </a:p>
        </p:txBody>
      </p:sp>
      <p:sp>
        <p:nvSpPr>
          <p:cNvPr id="19" name="object 15">
            <a:extLst>
              <a:ext uri="{FF2B5EF4-FFF2-40B4-BE49-F238E27FC236}">
                <a16:creationId xmlns:a16="http://schemas.microsoft.com/office/drawing/2014/main" id="{CE5CC5C1-FBCE-4161-4FA6-8EDB8CD4DA1A}"/>
              </a:ext>
            </a:extLst>
          </p:cNvPr>
          <p:cNvSpPr txBox="1"/>
          <p:nvPr/>
        </p:nvSpPr>
        <p:spPr>
          <a:xfrm>
            <a:off x="10363225" y="1915652"/>
            <a:ext cx="1800000" cy="430311"/>
          </a:xfrm>
          <a:prstGeom prst="rect">
            <a:avLst/>
          </a:prstGeom>
        </p:spPr>
        <p:txBody>
          <a:bodyPr vert="horz" wrap="square" lIns="0" tIns="0" rIns="0" bIns="0" rtlCol="0">
            <a:spAutoFit/>
          </a:bodyPr>
          <a:lstStyle/>
          <a:p>
            <a:pPr marR="5080">
              <a:lnSpc>
                <a:spcPct val="120000"/>
              </a:lnSpc>
            </a:pPr>
            <a:r>
              <a:rPr lang="ja-JP" altLang="en-US" sz="1400" b="1">
                <a:solidFill>
                  <a:schemeClr val="bg1"/>
                </a:solidFill>
                <a:latin typeface="+mj-ea"/>
                <a:ea typeface="+mj-ea"/>
                <a:cs typeface="Noto Sans JP Regular"/>
              </a:rPr>
              <a:t>渋谷事業所</a:t>
            </a:r>
            <a:endParaRPr lang="en-US" altLang="ja-JP" sz="1400" b="1">
              <a:solidFill>
                <a:schemeClr val="bg1"/>
              </a:solidFill>
              <a:latin typeface="+mj-ea"/>
              <a:ea typeface="+mj-ea"/>
              <a:cs typeface="Noto Sans JP Regular"/>
            </a:endParaRPr>
          </a:p>
          <a:p>
            <a:pPr marR="5080">
              <a:lnSpc>
                <a:spcPct val="120000"/>
              </a:lnSpc>
            </a:pPr>
            <a:r>
              <a:rPr lang="ja-JP" altLang="en-US" sz="1000">
                <a:solidFill>
                  <a:schemeClr val="bg1"/>
                </a:solidFill>
                <a:latin typeface="+mj-ea"/>
                <a:ea typeface="+mj-ea"/>
                <a:cs typeface="Noto Sans JP Regular"/>
              </a:rPr>
              <a:t>東京都渋谷区南平台町</a:t>
            </a:r>
            <a:r>
              <a:rPr lang="en-US" altLang="ja-JP" sz="1000">
                <a:solidFill>
                  <a:schemeClr val="bg1"/>
                </a:solidFill>
                <a:latin typeface="+mj-ea"/>
                <a:ea typeface="+mj-ea"/>
                <a:cs typeface="Noto Sans JP Regular"/>
              </a:rPr>
              <a:t>2-15</a:t>
            </a:r>
          </a:p>
        </p:txBody>
      </p:sp>
      <p:sp>
        <p:nvSpPr>
          <p:cNvPr id="20" name="object 15">
            <a:extLst>
              <a:ext uri="{FF2B5EF4-FFF2-40B4-BE49-F238E27FC236}">
                <a16:creationId xmlns:a16="http://schemas.microsoft.com/office/drawing/2014/main" id="{45CEE165-E21A-6DCA-F27E-DCF10F1C35C8}"/>
              </a:ext>
            </a:extLst>
          </p:cNvPr>
          <p:cNvSpPr txBox="1"/>
          <p:nvPr/>
        </p:nvSpPr>
        <p:spPr>
          <a:xfrm>
            <a:off x="10363225" y="2389199"/>
            <a:ext cx="1800000" cy="430311"/>
          </a:xfrm>
          <a:prstGeom prst="rect">
            <a:avLst/>
          </a:prstGeom>
        </p:spPr>
        <p:txBody>
          <a:bodyPr vert="horz" wrap="square" lIns="0" tIns="0" rIns="0" bIns="0" rtlCol="0">
            <a:spAutoFit/>
          </a:bodyPr>
          <a:lstStyle/>
          <a:p>
            <a:pPr marR="5080">
              <a:lnSpc>
                <a:spcPct val="120000"/>
              </a:lnSpc>
            </a:pPr>
            <a:r>
              <a:rPr lang="ja-JP" altLang="en-US" sz="1400" b="1">
                <a:solidFill>
                  <a:schemeClr val="bg1"/>
                </a:solidFill>
                <a:latin typeface="+mj-ea"/>
                <a:ea typeface="+mj-ea"/>
                <a:cs typeface="Noto Sans JP Regular"/>
              </a:rPr>
              <a:t>渋谷</a:t>
            </a:r>
            <a:r>
              <a:rPr lang="en" altLang="ja-JP" sz="1400" b="1">
                <a:solidFill>
                  <a:schemeClr val="bg1"/>
                </a:solidFill>
                <a:latin typeface="+mj-ea"/>
                <a:ea typeface="+mj-ea"/>
                <a:cs typeface="Noto Sans JP Regular"/>
              </a:rPr>
              <a:t>CI</a:t>
            </a:r>
            <a:r>
              <a:rPr lang="ja-JP" altLang="en-US" sz="1400" b="1">
                <a:solidFill>
                  <a:schemeClr val="bg1"/>
                </a:solidFill>
                <a:latin typeface="+mj-ea"/>
                <a:ea typeface="+mj-ea"/>
                <a:cs typeface="Noto Sans JP Regular"/>
              </a:rPr>
              <a:t>ビル</a:t>
            </a:r>
            <a:endParaRPr lang="en-US" altLang="ja-JP" sz="1400" b="1">
              <a:solidFill>
                <a:schemeClr val="bg1"/>
              </a:solidFill>
              <a:latin typeface="+mj-ea"/>
              <a:ea typeface="+mj-ea"/>
              <a:cs typeface="Noto Sans JP Regular"/>
            </a:endParaRPr>
          </a:p>
          <a:p>
            <a:pPr marR="5080">
              <a:lnSpc>
                <a:spcPct val="120000"/>
              </a:lnSpc>
            </a:pPr>
            <a:r>
              <a:rPr lang="ja-JP" altLang="en-US" sz="1000">
                <a:solidFill>
                  <a:schemeClr val="bg1"/>
                </a:solidFill>
                <a:latin typeface="+mj-ea"/>
                <a:ea typeface="+mj-ea"/>
                <a:cs typeface="Noto Sans JP Regular"/>
              </a:rPr>
              <a:t>東京都渋谷区桜丘町</a:t>
            </a:r>
            <a:r>
              <a:rPr lang="en-US" altLang="ja-JP" sz="1000">
                <a:solidFill>
                  <a:schemeClr val="bg1"/>
                </a:solidFill>
                <a:latin typeface="+mj-ea"/>
                <a:ea typeface="+mj-ea"/>
                <a:cs typeface="Noto Sans JP Regular"/>
              </a:rPr>
              <a:t>31-10</a:t>
            </a:r>
          </a:p>
        </p:txBody>
      </p:sp>
      <p:sp>
        <p:nvSpPr>
          <p:cNvPr id="21" name="object 15">
            <a:extLst>
              <a:ext uri="{FF2B5EF4-FFF2-40B4-BE49-F238E27FC236}">
                <a16:creationId xmlns:a16="http://schemas.microsoft.com/office/drawing/2014/main" id="{29C4FF62-9F60-2BDC-33A9-07ABB7AEC448}"/>
              </a:ext>
            </a:extLst>
          </p:cNvPr>
          <p:cNvSpPr txBox="1"/>
          <p:nvPr/>
        </p:nvSpPr>
        <p:spPr>
          <a:xfrm>
            <a:off x="10363225" y="2862746"/>
            <a:ext cx="1800000" cy="617798"/>
          </a:xfrm>
          <a:prstGeom prst="rect">
            <a:avLst/>
          </a:prstGeom>
        </p:spPr>
        <p:txBody>
          <a:bodyPr vert="horz" wrap="square" lIns="0" tIns="0" rIns="0" bIns="0" rtlCol="0">
            <a:spAutoFit/>
          </a:bodyPr>
          <a:lstStyle/>
          <a:p>
            <a:pPr marR="5080">
              <a:lnSpc>
                <a:spcPct val="120000"/>
              </a:lnSpc>
            </a:pPr>
            <a:r>
              <a:rPr lang="ja-JP" altLang="en-US" sz="1400" b="1">
                <a:solidFill>
                  <a:schemeClr val="bg1"/>
                </a:solidFill>
                <a:latin typeface="+mj-ea"/>
                <a:ea typeface="+mj-ea"/>
                <a:cs typeface="Noto Sans JP Regular"/>
              </a:rPr>
              <a:t>桜丘開発センター</a:t>
            </a:r>
            <a:endParaRPr lang="en-US" altLang="ja-JP" sz="1400" b="1">
              <a:solidFill>
                <a:schemeClr val="bg1"/>
              </a:solidFill>
              <a:latin typeface="+mj-ea"/>
              <a:ea typeface="+mj-ea"/>
              <a:cs typeface="Noto Sans JP Regular"/>
            </a:endParaRPr>
          </a:p>
          <a:p>
            <a:pPr marR="5080">
              <a:lnSpc>
                <a:spcPct val="120000"/>
              </a:lnSpc>
            </a:pPr>
            <a:r>
              <a:rPr lang="ja-JP" altLang="en-US" sz="1000">
                <a:solidFill>
                  <a:schemeClr val="bg1"/>
                </a:solidFill>
                <a:latin typeface="+mj-ea"/>
                <a:ea typeface="+mj-ea"/>
                <a:cs typeface="Noto Sans JP Regular"/>
              </a:rPr>
              <a:t>東京都渋谷区桜丘町</a:t>
            </a:r>
            <a:r>
              <a:rPr lang="en-US" altLang="ja-JP" sz="1000">
                <a:solidFill>
                  <a:schemeClr val="bg1"/>
                </a:solidFill>
                <a:latin typeface="+mj-ea"/>
                <a:ea typeface="+mj-ea"/>
                <a:cs typeface="Noto Sans JP Regular"/>
              </a:rPr>
              <a:t>31-15</a:t>
            </a:r>
          </a:p>
          <a:p>
            <a:pPr marR="5080">
              <a:lnSpc>
                <a:spcPct val="120000"/>
              </a:lnSpc>
            </a:pPr>
            <a:r>
              <a:rPr lang="en-US" altLang="ja-JP" sz="1000">
                <a:solidFill>
                  <a:schemeClr val="bg1"/>
                </a:solidFill>
                <a:latin typeface="+mj-ea"/>
                <a:ea typeface="+mj-ea"/>
                <a:cs typeface="Noto Sans JP Regular"/>
              </a:rPr>
              <a:t>JMF</a:t>
            </a:r>
            <a:r>
              <a:rPr lang="ja-JP" altLang="en-US" sz="1000">
                <a:solidFill>
                  <a:schemeClr val="bg1"/>
                </a:solidFill>
                <a:latin typeface="+mj-ea"/>
                <a:ea typeface="+mj-ea"/>
                <a:cs typeface="Noto Sans JP Regular"/>
              </a:rPr>
              <a:t>ビル渋谷</a:t>
            </a:r>
            <a:r>
              <a:rPr lang="en-US" altLang="ja-JP" sz="1000">
                <a:solidFill>
                  <a:schemeClr val="bg1"/>
                </a:solidFill>
                <a:latin typeface="+mj-ea"/>
                <a:ea typeface="+mj-ea"/>
                <a:cs typeface="Noto Sans JP Regular"/>
              </a:rPr>
              <a:t>02</a:t>
            </a:r>
          </a:p>
        </p:txBody>
      </p:sp>
      <p:sp>
        <p:nvSpPr>
          <p:cNvPr id="22" name="object 15">
            <a:extLst>
              <a:ext uri="{FF2B5EF4-FFF2-40B4-BE49-F238E27FC236}">
                <a16:creationId xmlns:a16="http://schemas.microsoft.com/office/drawing/2014/main" id="{3B3EE24D-CBF1-67CA-A7D2-9A80FBF7E4B2}"/>
              </a:ext>
            </a:extLst>
          </p:cNvPr>
          <p:cNvSpPr txBox="1"/>
          <p:nvPr/>
        </p:nvSpPr>
        <p:spPr>
          <a:xfrm>
            <a:off x="10363225" y="4264098"/>
            <a:ext cx="1800000" cy="247760"/>
          </a:xfrm>
          <a:prstGeom prst="rect">
            <a:avLst/>
          </a:prstGeom>
        </p:spPr>
        <p:txBody>
          <a:bodyPr vert="horz" wrap="square" lIns="0" tIns="0" rIns="0" bIns="0" rtlCol="0">
            <a:spAutoFit/>
          </a:bodyPr>
          <a:lstStyle/>
          <a:p>
            <a:pPr marR="5080">
              <a:lnSpc>
                <a:spcPct val="120000"/>
              </a:lnSpc>
            </a:pPr>
            <a:r>
              <a:rPr lang="ja-JP" altLang="en-US" sz="1400" b="1" err="1">
                <a:solidFill>
                  <a:schemeClr val="bg1"/>
                </a:solidFill>
                <a:latin typeface="+mj-ea"/>
                <a:ea typeface="+mj-ea"/>
                <a:cs typeface="Noto Sans JP Regular"/>
              </a:rPr>
              <a:t>山梨</a:t>
            </a:r>
            <a:r>
              <a:rPr lang="en" altLang="ja-JP" sz="1400" b="1" err="1">
                <a:solidFill>
                  <a:schemeClr val="bg1"/>
                </a:solidFill>
                <a:latin typeface="+mj-ea"/>
                <a:ea typeface="+mj-ea"/>
                <a:cs typeface="Noto Sans JP Regular"/>
              </a:rPr>
              <a:t>IT</a:t>
            </a:r>
            <a:r>
              <a:rPr lang="ja-JP" altLang="en-US" sz="1400" b="1" err="1">
                <a:solidFill>
                  <a:schemeClr val="bg1"/>
                </a:solidFill>
                <a:latin typeface="+mj-ea"/>
                <a:ea typeface="+mj-ea"/>
                <a:cs typeface="Noto Sans JP Regular"/>
              </a:rPr>
              <a:t>センター</a:t>
            </a:r>
            <a:endParaRPr lang="en-US" altLang="ja-JP" sz="900">
              <a:solidFill>
                <a:schemeClr val="bg1"/>
              </a:solidFill>
              <a:latin typeface="+mj-ea"/>
              <a:ea typeface="+mj-ea"/>
              <a:cs typeface="Noto Sans JP Regular"/>
            </a:endParaRPr>
          </a:p>
        </p:txBody>
      </p:sp>
      <p:sp>
        <p:nvSpPr>
          <p:cNvPr id="23" name="object 15">
            <a:extLst>
              <a:ext uri="{FF2B5EF4-FFF2-40B4-BE49-F238E27FC236}">
                <a16:creationId xmlns:a16="http://schemas.microsoft.com/office/drawing/2014/main" id="{EBA1BE1D-CDE9-80BD-5FF5-D296A7987DCB}"/>
              </a:ext>
            </a:extLst>
          </p:cNvPr>
          <p:cNvSpPr txBox="1"/>
          <p:nvPr/>
        </p:nvSpPr>
        <p:spPr>
          <a:xfrm>
            <a:off x="10363225" y="4953474"/>
            <a:ext cx="1800000" cy="799642"/>
          </a:xfrm>
          <a:prstGeom prst="rect">
            <a:avLst/>
          </a:prstGeom>
        </p:spPr>
        <p:txBody>
          <a:bodyPr vert="horz" wrap="square" lIns="0" tIns="0" rIns="0" bIns="0" rtlCol="0">
            <a:spAutoFit/>
          </a:bodyPr>
          <a:lstStyle/>
          <a:p>
            <a:pPr marR="5080">
              <a:lnSpc>
                <a:spcPct val="120000"/>
              </a:lnSpc>
            </a:pPr>
            <a:r>
              <a:rPr lang="ja-JP" altLang="en-US" sz="1400" b="1">
                <a:solidFill>
                  <a:schemeClr val="bg1"/>
                </a:solidFill>
                <a:latin typeface="+mj-ea"/>
                <a:ea typeface="+mj-ea"/>
                <a:cs typeface="Noto Sans JP Regular"/>
              </a:rPr>
              <a:t>名古屋事業所</a:t>
            </a:r>
            <a:endParaRPr lang="en-US" altLang="ja-JP" sz="1400" b="1">
              <a:solidFill>
                <a:schemeClr val="bg1"/>
              </a:solidFill>
              <a:latin typeface="+mj-ea"/>
              <a:ea typeface="+mj-ea"/>
              <a:cs typeface="Noto Sans JP Regular"/>
            </a:endParaRPr>
          </a:p>
          <a:p>
            <a:pPr marR="5080">
              <a:lnSpc>
                <a:spcPct val="120000"/>
              </a:lnSpc>
            </a:pPr>
            <a:r>
              <a:rPr lang="ja-JP" altLang="en-US" sz="1000">
                <a:solidFill>
                  <a:schemeClr val="bg1"/>
                </a:solidFill>
                <a:latin typeface="+mj-ea"/>
                <a:ea typeface="+mj-ea"/>
                <a:cs typeface="Noto Sans JP Regular"/>
              </a:rPr>
              <a:t>愛知県名古屋市</a:t>
            </a:r>
          </a:p>
          <a:p>
            <a:pPr marR="5080">
              <a:lnSpc>
                <a:spcPct val="120000"/>
              </a:lnSpc>
            </a:pPr>
            <a:r>
              <a:rPr lang="ja-JP" altLang="en-US" sz="1000">
                <a:solidFill>
                  <a:schemeClr val="bg1"/>
                </a:solidFill>
                <a:latin typeface="+mj-ea"/>
                <a:ea typeface="+mj-ea"/>
                <a:cs typeface="Noto Sans JP Regular"/>
              </a:rPr>
              <a:t>中村区名駅南</a:t>
            </a:r>
            <a:r>
              <a:rPr lang="en-US" altLang="ja-JP" sz="1000">
                <a:solidFill>
                  <a:schemeClr val="bg1"/>
                </a:solidFill>
                <a:latin typeface="+mj-ea"/>
                <a:ea typeface="+mj-ea"/>
                <a:cs typeface="Noto Sans JP Regular"/>
              </a:rPr>
              <a:t>2-14-19 </a:t>
            </a:r>
          </a:p>
          <a:p>
            <a:pPr marR="5080">
              <a:lnSpc>
                <a:spcPct val="120000"/>
              </a:lnSpc>
            </a:pPr>
            <a:r>
              <a:rPr lang="ja-JP" altLang="en-US" sz="1000">
                <a:solidFill>
                  <a:schemeClr val="bg1"/>
                </a:solidFill>
                <a:latin typeface="+mj-ea"/>
                <a:ea typeface="+mj-ea"/>
                <a:cs typeface="Noto Sans JP Regular"/>
              </a:rPr>
              <a:t>住友生命名古屋ビル</a:t>
            </a:r>
            <a:r>
              <a:rPr lang="en-US" altLang="ja-JP" sz="1000">
                <a:solidFill>
                  <a:schemeClr val="bg1"/>
                </a:solidFill>
                <a:latin typeface="+mj-ea"/>
                <a:ea typeface="+mj-ea"/>
                <a:cs typeface="Noto Sans JP Regular"/>
              </a:rPr>
              <a:t>22</a:t>
            </a:r>
            <a:r>
              <a:rPr lang="ja-JP" altLang="en-US" sz="1000">
                <a:solidFill>
                  <a:schemeClr val="bg1"/>
                </a:solidFill>
                <a:latin typeface="+mj-ea"/>
                <a:ea typeface="+mj-ea"/>
                <a:cs typeface="Noto Sans JP Regular"/>
              </a:rPr>
              <a:t>階</a:t>
            </a:r>
            <a:endParaRPr lang="en-US" altLang="ja-JP" sz="1000">
              <a:solidFill>
                <a:schemeClr val="bg1"/>
              </a:solidFill>
              <a:latin typeface="+mj-ea"/>
              <a:ea typeface="+mj-ea"/>
              <a:cs typeface="Noto Sans JP Regular"/>
            </a:endParaRPr>
          </a:p>
        </p:txBody>
      </p:sp>
      <p:sp>
        <p:nvSpPr>
          <p:cNvPr id="24" name="object 15">
            <a:extLst>
              <a:ext uri="{FF2B5EF4-FFF2-40B4-BE49-F238E27FC236}">
                <a16:creationId xmlns:a16="http://schemas.microsoft.com/office/drawing/2014/main" id="{C19AC9C0-5FEF-9C43-E165-830B25703FC7}"/>
              </a:ext>
            </a:extLst>
          </p:cNvPr>
          <p:cNvSpPr txBox="1"/>
          <p:nvPr/>
        </p:nvSpPr>
        <p:spPr>
          <a:xfrm>
            <a:off x="9391321" y="6045885"/>
            <a:ext cx="1896110" cy="614977"/>
          </a:xfrm>
          <a:prstGeom prst="rect">
            <a:avLst/>
          </a:prstGeom>
        </p:spPr>
        <p:txBody>
          <a:bodyPr vert="horz" wrap="square" lIns="0" tIns="0" rIns="0" bIns="0" rtlCol="0">
            <a:spAutoFit/>
          </a:bodyPr>
          <a:lstStyle/>
          <a:p>
            <a:pPr marR="5080">
              <a:lnSpc>
                <a:spcPct val="120000"/>
              </a:lnSpc>
            </a:pPr>
            <a:r>
              <a:rPr lang="en" altLang="ja-JP" sz="1400" b="1">
                <a:solidFill>
                  <a:schemeClr val="bg1"/>
                </a:solidFill>
                <a:latin typeface="+mj-ea"/>
                <a:ea typeface="+mj-ea"/>
                <a:cs typeface="Noto Sans JP Regular"/>
              </a:rPr>
              <a:t>NSW </a:t>
            </a:r>
            <a:r>
              <a:rPr lang="ja-JP" altLang="en-US" sz="1400" b="1">
                <a:solidFill>
                  <a:schemeClr val="bg1"/>
                </a:solidFill>
                <a:latin typeface="+mj-ea"/>
                <a:ea typeface="+mj-ea"/>
                <a:cs typeface="Noto Sans JP Regular"/>
              </a:rPr>
              <a:t>台湾オフィス</a:t>
            </a:r>
            <a:endParaRPr lang="en-US" altLang="ja-JP" sz="1400" b="1">
              <a:solidFill>
                <a:schemeClr val="bg1"/>
              </a:solidFill>
              <a:latin typeface="+mj-ea"/>
              <a:ea typeface="+mj-ea"/>
              <a:cs typeface="Noto Sans JP Regular"/>
            </a:endParaRPr>
          </a:p>
          <a:p>
            <a:pPr marR="5080">
              <a:lnSpc>
                <a:spcPct val="120000"/>
              </a:lnSpc>
            </a:pPr>
            <a:r>
              <a:rPr lang="ja-JP" altLang="en-US" sz="1000">
                <a:solidFill>
                  <a:schemeClr val="bg1"/>
                </a:solidFill>
                <a:latin typeface="+mj-ea"/>
                <a:ea typeface="+mj-ea"/>
                <a:cs typeface="Noto Sans JP Regular"/>
              </a:rPr>
              <a:t>台北市大同區市民大道</a:t>
            </a:r>
          </a:p>
          <a:p>
            <a:pPr marR="5080">
              <a:lnSpc>
                <a:spcPct val="120000"/>
              </a:lnSpc>
            </a:pPr>
            <a:r>
              <a:rPr lang="en-US" altLang="ja-JP" sz="1000">
                <a:solidFill>
                  <a:schemeClr val="bg1"/>
                </a:solidFill>
                <a:latin typeface="+mj-ea"/>
                <a:ea typeface="+mj-ea"/>
                <a:cs typeface="Noto Sans JP Regular"/>
              </a:rPr>
              <a:t>1</a:t>
            </a:r>
            <a:r>
              <a:rPr lang="ja-JP" altLang="en-US" sz="1000">
                <a:solidFill>
                  <a:schemeClr val="bg1"/>
                </a:solidFill>
                <a:latin typeface="+mj-ea"/>
                <a:ea typeface="+mj-ea"/>
                <a:cs typeface="Noto Sans JP Regular"/>
              </a:rPr>
              <a:t>段</a:t>
            </a:r>
            <a:r>
              <a:rPr lang="en-US" altLang="ja-JP" sz="1000">
                <a:solidFill>
                  <a:schemeClr val="bg1"/>
                </a:solidFill>
                <a:latin typeface="+mj-ea"/>
                <a:ea typeface="+mj-ea"/>
                <a:cs typeface="Noto Sans JP Regular"/>
              </a:rPr>
              <a:t>209</a:t>
            </a:r>
            <a:r>
              <a:rPr lang="ja-JP" altLang="en-US" sz="1000">
                <a:solidFill>
                  <a:schemeClr val="bg1"/>
                </a:solidFill>
                <a:latin typeface="+mj-ea"/>
                <a:ea typeface="+mj-ea"/>
                <a:cs typeface="Noto Sans JP Regular"/>
              </a:rPr>
              <a:t>號</a:t>
            </a:r>
            <a:r>
              <a:rPr lang="en-US" altLang="ja-JP" sz="1000">
                <a:solidFill>
                  <a:schemeClr val="bg1"/>
                </a:solidFill>
                <a:latin typeface="+mj-ea"/>
                <a:ea typeface="+mj-ea"/>
                <a:cs typeface="Noto Sans JP Regular"/>
              </a:rPr>
              <a:t>11</a:t>
            </a:r>
            <a:r>
              <a:rPr lang="ja-JP" altLang="en-US" sz="1000">
                <a:solidFill>
                  <a:schemeClr val="bg1"/>
                </a:solidFill>
                <a:latin typeface="+mj-ea"/>
                <a:ea typeface="+mj-ea"/>
                <a:cs typeface="Noto Sans JP Regular"/>
              </a:rPr>
              <a:t>樓</a:t>
            </a:r>
            <a:endParaRPr lang="en-US" altLang="ja-JP" sz="1000">
              <a:solidFill>
                <a:schemeClr val="bg1"/>
              </a:solidFill>
              <a:latin typeface="+mj-ea"/>
              <a:ea typeface="+mj-ea"/>
              <a:cs typeface="Noto Sans JP Regular"/>
            </a:endParaRPr>
          </a:p>
        </p:txBody>
      </p:sp>
      <p:sp>
        <p:nvSpPr>
          <p:cNvPr id="25" name="object 15">
            <a:extLst>
              <a:ext uri="{FF2B5EF4-FFF2-40B4-BE49-F238E27FC236}">
                <a16:creationId xmlns:a16="http://schemas.microsoft.com/office/drawing/2014/main" id="{1AB022E2-E257-E00E-9F4B-83CE26AE5DC1}"/>
              </a:ext>
            </a:extLst>
          </p:cNvPr>
          <p:cNvSpPr txBox="1"/>
          <p:nvPr/>
        </p:nvSpPr>
        <p:spPr>
          <a:xfrm>
            <a:off x="6725522" y="6045885"/>
            <a:ext cx="1896110" cy="614977"/>
          </a:xfrm>
          <a:prstGeom prst="rect">
            <a:avLst/>
          </a:prstGeom>
        </p:spPr>
        <p:txBody>
          <a:bodyPr vert="horz" wrap="square" lIns="0" tIns="0" rIns="0" bIns="0" rtlCol="0">
            <a:spAutoFit/>
          </a:bodyPr>
          <a:lstStyle/>
          <a:p>
            <a:pPr marR="5080">
              <a:lnSpc>
                <a:spcPct val="120000"/>
              </a:lnSpc>
            </a:pPr>
            <a:r>
              <a:rPr lang="en" altLang="ja-JP" sz="1400" b="1">
                <a:solidFill>
                  <a:schemeClr val="bg1"/>
                </a:solidFill>
                <a:latin typeface="+mj-ea"/>
                <a:ea typeface="+mj-ea"/>
                <a:cs typeface="Noto Sans JP Regular"/>
              </a:rPr>
              <a:t>NSW China</a:t>
            </a:r>
          </a:p>
          <a:p>
            <a:pPr marR="5080">
              <a:lnSpc>
                <a:spcPct val="120000"/>
              </a:lnSpc>
            </a:pPr>
            <a:r>
              <a:rPr lang="ja-JP" altLang="en-US" sz="1000">
                <a:solidFill>
                  <a:schemeClr val="bg1"/>
                </a:solidFill>
                <a:latin typeface="+mj-ea"/>
                <a:ea typeface="+mj-ea"/>
                <a:cs typeface="Noto Sans JP Regular"/>
              </a:rPr>
              <a:t>中国北京市朝陽区</a:t>
            </a:r>
          </a:p>
          <a:p>
            <a:pPr marR="5080">
              <a:lnSpc>
                <a:spcPct val="120000"/>
              </a:lnSpc>
            </a:pPr>
            <a:r>
              <a:rPr lang="ja-JP" altLang="en-US" sz="1000">
                <a:solidFill>
                  <a:schemeClr val="bg1"/>
                </a:solidFill>
                <a:latin typeface="+mj-ea"/>
                <a:ea typeface="+mj-ea"/>
                <a:cs typeface="Noto Sans JP Regular"/>
              </a:rPr>
              <a:t>静安東里</a:t>
            </a:r>
            <a:r>
              <a:rPr lang="en-US" altLang="ja-JP" sz="1000">
                <a:solidFill>
                  <a:schemeClr val="bg1"/>
                </a:solidFill>
                <a:latin typeface="+mj-ea"/>
                <a:ea typeface="+mj-ea"/>
                <a:cs typeface="Noto Sans JP Regular"/>
              </a:rPr>
              <a:t>12</a:t>
            </a:r>
            <a:r>
              <a:rPr lang="ja-JP" altLang="en-US" sz="1000">
                <a:solidFill>
                  <a:schemeClr val="bg1"/>
                </a:solidFill>
                <a:latin typeface="+mj-ea"/>
                <a:ea typeface="+mj-ea"/>
                <a:cs typeface="Noto Sans JP Regular"/>
              </a:rPr>
              <a:t>号院</a:t>
            </a:r>
            <a:r>
              <a:rPr lang="en-US" altLang="ja-JP" sz="1000">
                <a:solidFill>
                  <a:schemeClr val="bg1"/>
                </a:solidFill>
                <a:latin typeface="+mj-ea"/>
                <a:ea typeface="+mj-ea"/>
                <a:cs typeface="Noto Sans JP Regular"/>
              </a:rPr>
              <a:t>2</a:t>
            </a:r>
            <a:r>
              <a:rPr lang="ja-JP" altLang="en-US" sz="1000">
                <a:solidFill>
                  <a:schemeClr val="bg1"/>
                </a:solidFill>
                <a:latin typeface="+mj-ea"/>
                <a:ea typeface="+mj-ea"/>
                <a:cs typeface="Noto Sans JP Regular"/>
              </a:rPr>
              <a:t>号楼三階</a:t>
            </a:r>
            <a:r>
              <a:rPr lang="en" altLang="ja-JP" sz="1000">
                <a:solidFill>
                  <a:schemeClr val="bg1"/>
                </a:solidFill>
                <a:latin typeface="+mj-ea"/>
                <a:ea typeface="+mj-ea"/>
                <a:cs typeface="Noto Sans JP Regular"/>
              </a:rPr>
              <a:t>C317</a:t>
            </a:r>
            <a:endParaRPr lang="en-US" altLang="ja-JP" sz="1000">
              <a:solidFill>
                <a:schemeClr val="bg1"/>
              </a:solidFill>
              <a:latin typeface="+mj-ea"/>
              <a:ea typeface="+mj-ea"/>
              <a:cs typeface="Noto Sans JP Regular"/>
            </a:endParaRPr>
          </a:p>
        </p:txBody>
      </p:sp>
      <p:sp>
        <p:nvSpPr>
          <p:cNvPr id="26" name="object 15">
            <a:extLst>
              <a:ext uri="{FF2B5EF4-FFF2-40B4-BE49-F238E27FC236}">
                <a16:creationId xmlns:a16="http://schemas.microsoft.com/office/drawing/2014/main" id="{358BEB74-D23C-5BF5-55FC-8643F4BDB2DE}"/>
              </a:ext>
            </a:extLst>
          </p:cNvPr>
          <p:cNvSpPr txBox="1"/>
          <p:nvPr/>
        </p:nvSpPr>
        <p:spPr>
          <a:xfrm>
            <a:off x="6725522" y="5138139"/>
            <a:ext cx="3074406" cy="614977"/>
          </a:xfrm>
          <a:prstGeom prst="rect">
            <a:avLst/>
          </a:prstGeom>
        </p:spPr>
        <p:txBody>
          <a:bodyPr vert="horz" wrap="square" lIns="0" tIns="0" rIns="0" bIns="0" rtlCol="0">
            <a:spAutoFit/>
          </a:bodyPr>
          <a:lstStyle/>
          <a:p>
            <a:pPr marR="5080">
              <a:lnSpc>
                <a:spcPct val="120000"/>
              </a:lnSpc>
            </a:pPr>
            <a:r>
              <a:rPr lang="ja-JP" altLang="en-US" sz="1400" b="1">
                <a:solidFill>
                  <a:schemeClr val="bg1"/>
                </a:solidFill>
                <a:latin typeface="+mj-ea"/>
                <a:ea typeface="+mj-ea"/>
                <a:cs typeface="Noto Sans JP Regular"/>
              </a:rPr>
              <a:t>北九州オフィス</a:t>
            </a:r>
            <a:endParaRPr lang="en-US" altLang="ja-JP" sz="1400" b="1">
              <a:solidFill>
                <a:schemeClr val="bg1"/>
              </a:solidFill>
              <a:latin typeface="+mj-ea"/>
              <a:ea typeface="+mj-ea"/>
              <a:cs typeface="Noto Sans JP Regular"/>
            </a:endParaRPr>
          </a:p>
          <a:p>
            <a:pPr marR="5080">
              <a:lnSpc>
                <a:spcPct val="120000"/>
              </a:lnSpc>
            </a:pPr>
            <a:r>
              <a:rPr lang="ja-JP" altLang="en-US" sz="1000">
                <a:solidFill>
                  <a:schemeClr val="bg1"/>
                </a:solidFill>
                <a:latin typeface="+mj-ea"/>
                <a:ea typeface="+mj-ea"/>
                <a:cs typeface="Noto Sans JP Regular"/>
              </a:rPr>
              <a:t>福岡県北九州市小倉北区浅野</a:t>
            </a:r>
            <a:r>
              <a:rPr lang="en-US" altLang="ja-JP" sz="1000">
                <a:solidFill>
                  <a:schemeClr val="bg1"/>
                </a:solidFill>
                <a:latin typeface="+mj-ea"/>
                <a:ea typeface="+mj-ea"/>
                <a:cs typeface="Noto Sans JP Regular"/>
              </a:rPr>
              <a:t>3-8-1 </a:t>
            </a:r>
            <a:r>
              <a:rPr lang="en" altLang="ja-JP" sz="1000">
                <a:solidFill>
                  <a:schemeClr val="bg1"/>
                </a:solidFill>
                <a:latin typeface="+mj-ea"/>
                <a:ea typeface="+mj-ea"/>
                <a:cs typeface="Noto Sans JP Regular"/>
              </a:rPr>
              <a:t>AIM</a:t>
            </a:r>
            <a:r>
              <a:rPr lang="ja-JP" altLang="en-US" sz="1000">
                <a:solidFill>
                  <a:schemeClr val="bg1"/>
                </a:solidFill>
                <a:latin typeface="+mj-ea"/>
                <a:ea typeface="+mj-ea"/>
                <a:cs typeface="Noto Sans JP Regular"/>
              </a:rPr>
              <a:t>ビル</a:t>
            </a:r>
            <a:r>
              <a:rPr lang="en-US" altLang="ja-JP" sz="1000">
                <a:solidFill>
                  <a:schemeClr val="bg1"/>
                </a:solidFill>
                <a:latin typeface="+mj-ea"/>
                <a:ea typeface="+mj-ea"/>
                <a:cs typeface="Noto Sans JP Regular"/>
              </a:rPr>
              <a:t>6</a:t>
            </a:r>
            <a:r>
              <a:rPr lang="en" altLang="ja-JP" sz="1000">
                <a:solidFill>
                  <a:schemeClr val="bg1"/>
                </a:solidFill>
                <a:latin typeface="+mj-ea"/>
                <a:ea typeface="+mj-ea"/>
                <a:cs typeface="Noto Sans JP Regular"/>
              </a:rPr>
              <a:t>F </a:t>
            </a:r>
          </a:p>
          <a:p>
            <a:pPr marR="5080">
              <a:lnSpc>
                <a:spcPct val="120000"/>
              </a:lnSpc>
            </a:pPr>
            <a:r>
              <a:rPr lang="ja-JP" altLang="en-US" sz="1000">
                <a:solidFill>
                  <a:schemeClr val="bg1"/>
                </a:solidFill>
                <a:latin typeface="+mj-ea"/>
                <a:ea typeface="+mj-ea"/>
                <a:cs typeface="Noto Sans JP Regular"/>
              </a:rPr>
              <a:t>北九州テレワークセンター内</a:t>
            </a:r>
            <a:r>
              <a:rPr lang="en-US" altLang="ja-JP" sz="1000">
                <a:solidFill>
                  <a:schemeClr val="bg1"/>
                </a:solidFill>
                <a:latin typeface="+mj-ea"/>
                <a:ea typeface="+mj-ea"/>
                <a:cs typeface="Noto Sans JP Regular"/>
              </a:rPr>
              <a:t>201</a:t>
            </a:r>
          </a:p>
        </p:txBody>
      </p:sp>
      <p:sp>
        <p:nvSpPr>
          <p:cNvPr id="27" name="object 15">
            <a:extLst>
              <a:ext uri="{FF2B5EF4-FFF2-40B4-BE49-F238E27FC236}">
                <a16:creationId xmlns:a16="http://schemas.microsoft.com/office/drawing/2014/main" id="{4E032E48-F1AA-F8C1-B4D0-6E4AF98FA796}"/>
              </a:ext>
            </a:extLst>
          </p:cNvPr>
          <p:cNvSpPr txBox="1"/>
          <p:nvPr/>
        </p:nvSpPr>
        <p:spPr>
          <a:xfrm>
            <a:off x="6725522" y="4448463"/>
            <a:ext cx="1897200" cy="614977"/>
          </a:xfrm>
          <a:prstGeom prst="rect">
            <a:avLst/>
          </a:prstGeom>
        </p:spPr>
        <p:txBody>
          <a:bodyPr vert="horz" wrap="square" lIns="0" tIns="0" rIns="0" bIns="0" rtlCol="0">
            <a:spAutoFit/>
          </a:bodyPr>
          <a:lstStyle/>
          <a:p>
            <a:pPr marR="5080">
              <a:lnSpc>
                <a:spcPct val="120000"/>
              </a:lnSpc>
            </a:pPr>
            <a:r>
              <a:rPr lang="ja-JP" altLang="en-US" sz="1400" b="1">
                <a:solidFill>
                  <a:schemeClr val="bg1"/>
                </a:solidFill>
                <a:latin typeface="+mj-ea"/>
                <a:ea typeface="+mj-ea"/>
                <a:cs typeface="Noto Sans JP Regular"/>
              </a:rPr>
              <a:t>福岡事業所</a:t>
            </a:r>
            <a:endParaRPr lang="en-US" altLang="ja-JP" sz="1400" b="1">
              <a:solidFill>
                <a:schemeClr val="bg1"/>
              </a:solidFill>
              <a:latin typeface="+mj-ea"/>
              <a:ea typeface="+mj-ea"/>
              <a:cs typeface="Noto Sans JP Regular"/>
            </a:endParaRPr>
          </a:p>
          <a:p>
            <a:pPr marR="5080">
              <a:lnSpc>
                <a:spcPct val="120000"/>
              </a:lnSpc>
            </a:pPr>
            <a:r>
              <a:rPr lang="ja-JP" altLang="en-US" sz="1000">
                <a:solidFill>
                  <a:schemeClr val="bg1"/>
                </a:solidFill>
                <a:latin typeface="+mj-ea"/>
                <a:ea typeface="+mj-ea"/>
                <a:cs typeface="Noto Sans JP Regular"/>
              </a:rPr>
              <a:t>福岡県福岡市博多区</a:t>
            </a:r>
          </a:p>
          <a:p>
            <a:pPr marR="5080">
              <a:lnSpc>
                <a:spcPct val="120000"/>
              </a:lnSpc>
            </a:pPr>
            <a:r>
              <a:rPr lang="ja-JP" altLang="en-US" sz="1000">
                <a:solidFill>
                  <a:schemeClr val="bg1"/>
                </a:solidFill>
                <a:latin typeface="+mj-ea"/>
                <a:ea typeface="+mj-ea"/>
                <a:cs typeface="Noto Sans JP Regular"/>
              </a:rPr>
              <a:t>博多駅東</a:t>
            </a:r>
            <a:r>
              <a:rPr lang="en-US" altLang="ja-JP" sz="1000">
                <a:solidFill>
                  <a:schemeClr val="bg1"/>
                </a:solidFill>
                <a:latin typeface="+mj-ea"/>
                <a:ea typeface="+mj-ea"/>
                <a:cs typeface="Noto Sans JP Regular"/>
              </a:rPr>
              <a:t>2-17-5 </a:t>
            </a:r>
            <a:r>
              <a:rPr lang="en" altLang="ja-JP" sz="1000">
                <a:solidFill>
                  <a:schemeClr val="bg1"/>
                </a:solidFill>
                <a:latin typeface="+mj-ea"/>
                <a:ea typeface="+mj-ea"/>
                <a:cs typeface="Noto Sans JP Regular"/>
              </a:rPr>
              <a:t>A.R.K</a:t>
            </a:r>
            <a:r>
              <a:rPr lang="ja-JP" altLang="en-US" sz="1000">
                <a:solidFill>
                  <a:schemeClr val="bg1"/>
                </a:solidFill>
                <a:latin typeface="+mj-ea"/>
                <a:ea typeface="+mj-ea"/>
                <a:cs typeface="Noto Sans JP Regular"/>
              </a:rPr>
              <a:t>ビル </a:t>
            </a:r>
            <a:r>
              <a:rPr lang="en-US" altLang="ja-JP" sz="1000">
                <a:solidFill>
                  <a:schemeClr val="bg1"/>
                </a:solidFill>
                <a:latin typeface="+mj-ea"/>
                <a:ea typeface="+mj-ea"/>
                <a:cs typeface="Noto Sans JP Regular"/>
              </a:rPr>
              <a:t>8</a:t>
            </a:r>
            <a:r>
              <a:rPr lang="ja-JP" altLang="en-US" sz="1000">
                <a:solidFill>
                  <a:schemeClr val="bg1"/>
                </a:solidFill>
                <a:latin typeface="+mj-ea"/>
                <a:ea typeface="+mj-ea"/>
                <a:cs typeface="Noto Sans JP Regular"/>
              </a:rPr>
              <a:t>階</a:t>
            </a:r>
            <a:endParaRPr lang="en-US" altLang="ja-JP" sz="1000">
              <a:solidFill>
                <a:schemeClr val="bg1"/>
              </a:solidFill>
              <a:latin typeface="+mj-ea"/>
              <a:ea typeface="+mj-ea"/>
              <a:cs typeface="Noto Sans JP Regular"/>
            </a:endParaRPr>
          </a:p>
        </p:txBody>
      </p:sp>
      <p:sp>
        <p:nvSpPr>
          <p:cNvPr id="28" name="正方形/長方形 13">
            <a:extLst>
              <a:ext uri="{FF2B5EF4-FFF2-40B4-BE49-F238E27FC236}">
                <a16:creationId xmlns:a16="http://schemas.microsoft.com/office/drawing/2014/main" id="{C27B420C-AA52-CC08-E6EB-946C41FD74F6}"/>
              </a:ext>
            </a:extLst>
          </p:cNvPr>
          <p:cNvSpPr/>
          <p:nvPr/>
        </p:nvSpPr>
        <p:spPr>
          <a:xfrm>
            <a:off x="8051145" y="1844992"/>
            <a:ext cx="232082" cy="1480459"/>
          </a:xfrm>
          <a:custGeom>
            <a:avLst/>
            <a:gdLst>
              <a:gd name="connsiteX0" fmla="*/ 0 w 413657"/>
              <a:gd name="connsiteY0" fmla="*/ 0 h 943429"/>
              <a:gd name="connsiteX1" fmla="*/ 413657 w 413657"/>
              <a:gd name="connsiteY1" fmla="*/ 0 h 943429"/>
              <a:gd name="connsiteX2" fmla="*/ 413657 w 413657"/>
              <a:gd name="connsiteY2" fmla="*/ 943429 h 943429"/>
              <a:gd name="connsiteX3" fmla="*/ 0 w 413657"/>
              <a:gd name="connsiteY3" fmla="*/ 943429 h 943429"/>
              <a:gd name="connsiteX4" fmla="*/ 0 w 413657"/>
              <a:gd name="connsiteY4" fmla="*/ 0 h 943429"/>
              <a:gd name="connsiteX0" fmla="*/ 0 w 413657"/>
              <a:gd name="connsiteY0" fmla="*/ 943429 h 1034869"/>
              <a:gd name="connsiteX1" fmla="*/ 0 w 413657"/>
              <a:gd name="connsiteY1" fmla="*/ 0 h 1034869"/>
              <a:gd name="connsiteX2" fmla="*/ 413657 w 413657"/>
              <a:gd name="connsiteY2" fmla="*/ 0 h 1034869"/>
              <a:gd name="connsiteX3" fmla="*/ 413657 w 413657"/>
              <a:gd name="connsiteY3" fmla="*/ 943429 h 1034869"/>
              <a:gd name="connsiteX4" fmla="*/ 91440 w 413657"/>
              <a:gd name="connsiteY4" fmla="*/ 1034869 h 1034869"/>
              <a:gd name="connsiteX0" fmla="*/ 0 w 413657"/>
              <a:gd name="connsiteY0" fmla="*/ 943429 h 943429"/>
              <a:gd name="connsiteX1" fmla="*/ 0 w 413657"/>
              <a:gd name="connsiteY1" fmla="*/ 0 h 943429"/>
              <a:gd name="connsiteX2" fmla="*/ 413657 w 413657"/>
              <a:gd name="connsiteY2" fmla="*/ 0 h 943429"/>
              <a:gd name="connsiteX3" fmla="*/ 413657 w 413657"/>
              <a:gd name="connsiteY3" fmla="*/ 943429 h 943429"/>
              <a:gd name="connsiteX0" fmla="*/ 0 w 413657"/>
              <a:gd name="connsiteY0" fmla="*/ 0 h 943429"/>
              <a:gd name="connsiteX1" fmla="*/ 413657 w 413657"/>
              <a:gd name="connsiteY1" fmla="*/ 0 h 943429"/>
              <a:gd name="connsiteX2" fmla="*/ 413657 w 413657"/>
              <a:gd name="connsiteY2" fmla="*/ 943429 h 943429"/>
            </a:gdLst>
            <a:ahLst/>
            <a:cxnLst>
              <a:cxn ang="0">
                <a:pos x="connsiteX0" y="connsiteY0"/>
              </a:cxn>
              <a:cxn ang="0">
                <a:pos x="connsiteX1" y="connsiteY1"/>
              </a:cxn>
              <a:cxn ang="0">
                <a:pos x="connsiteX2" y="connsiteY2"/>
              </a:cxn>
            </a:cxnLst>
            <a:rect l="l" t="t" r="r" b="b"/>
            <a:pathLst>
              <a:path w="413657" h="943429">
                <a:moveTo>
                  <a:pt x="0" y="0"/>
                </a:moveTo>
                <a:lnTo>
                  <a:pt x="413657" y="0"/>
                </a:lnTo>
                <a:lnTo>
                  <a:pt x="413657" y="943429"/>
                </a:lnTo>
              </a:path>
            </a:pathLst>
          </a:custGeom>
          <a:noFill/>
          <a:ln w="6350">
            <a:solidFill>
              <a:schemeClr val="bg1"/>
            </a:solidFill>
            <a:miter lim="800000"/>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j-ea"/>
              <a:ea typeface="+mj-ea"/>
            </a:endParaRPr>
          </a:p>
        </p:txBody>
      </p:sp>
      <p:sp>
        <p:nvSpPr>
          <p:cNvPr id="29" name="正方形/長方形 13">
            <a:extLst>
              <a:ext uri="{FF2B5EF4-FFF2-40B4-BE49-F238E27FC236}">
                <a16:creationId xmlns:a16="http://schemas.microsoft.com/office/drawing/2014/main" id="{22231B1F-7C31-8274-2C16-5D4681DF21A4}"/>
              </a:ext>
            </a:extLst>
          </p:cNvPr>
          <p:cNvSpPr/>
          <p:nvPr/>
        </p:nvSpPr>
        <p:spPr>
          <a:xfrm>
            <a:off x="7676892" y="1092919"/>
            <a:ext cx="944739" cy="2140654"/>
          </a:xfrm>
          <a:custGeom>
            <a:avLst/>
            <a:gdLst>
              <a:gd name="connsiteX0" fmla="*/ 0 w 413657"/>
              <a:gd name="connsiteY0" fmla="*/ 0 h 943429"/>
              <a:gd name="connsiteX1" fmla="*/ 413657 w 413657"/>
              <a:gd name="connsiteY1" fmla="*/ 0 h 943429"/>
              <a:gd name="connsiteX2" fmla="*/ 413657 w 413657"/>
              <a:gd name="connsiteY2" fmla="*/ 943429 h 943429"/>
              <a:gd name="connsiteX3" fmla="*/ 0 w 413657"/>
              <a:gd name="connsiteY3" fmla="*/ 943429 h 943429"/>
              <a:gd name="connsiteX4" fmla="*/ 0 w 413657"/>
              <a:gd name="connsiteY4" fmla="*/ 0 h 943429"/>
              <a:gd name="connsiteX0" fmla="*/ 0 w 413657"/>
              <a:gd name="connsiteY0" fmla="*/ 943429 h 1034869"/>
              <a:gd name="connsiteX1" fmla="*/ 0 w 413657"/>
              <a:gd name="connsiteY1" fmla="*/ 0 h 1034869"/>
              <a:gd name="connsiteX2" fmla="*/ 413657 w 413657"/>
              <a:gd name="connsiteY2" fmla="*/ 0 h 1034869"/>
              <a:gd name="connsiteX3" fmla="*/ 413657 w 413657"/>
              <a:gd name="connsiteY3" fmla="*/ 943429 h 1034869"/>
              <a:gd name="connsiteX4" fmla="*/ 91440 w 413657"/>
              <a:gd name="connsiteY4" fmla="*/ 1034869 h 1034869"/>
              <a:gd name="connsiteX0" fmla="*/ 0 w 413657"/>
              <a:gd name="connsiteY0" fmla="*/ 943429 h 943429"/>
              <a:gd name="connsiteX1" fmla="*/ 0 w 413657"/>
              <a:gd name="connsiteY1" fmla="*/ 0 h 943429"/>
              <a:gd name="connsiteX2" fmla="*/ 413657 w 413657"/>
              <a:gd name="connsiteY2" fmla="*/ 0 h 943429"/>
              <a:gd name="connsiteX3" fmla="*/ 413657 w 413657"/>
              <a:gd name="connsiteY3" fmla="*/ 943429 h 943429"/>
              <a:gd name="connsiteX0" fmla="*/ 0 w 413657"/>
              <a:gd name="connsiteY0" fmla="*/ 0 h 943429"/>
              <a:gd name="connsiteX1" fmla="*/ 413657 w 413657"/>
              <a:gd name="connsiteY1" fmla="*/ 0 h 943429"/>
              <a:gd name="connsiteX2" fmla="*/ 413657 w 413657"/>
              <a:gd name="connsiteY2" fmla="*/ 943429 h 943429"/>
            </a:gdLst>
            <a:ahLst/>
            <a:cxnLst>
              <a:cxn ang="0">
                <a:pos x="connsiteX0" y="connsiteY0"/>
              </a:cxn>
              <a:cxn ang="0">
                <a:pos x="connsiteX1" y="connsiteY1"/>
              </a:cxn>
              <a:cxn ang="0">
                <a:pos x="connsiteX2" y="connsiteY2"/>
              </a:cxn>
            </a:cxnLst>
            <a:rect l="l" t="t" r="r" b="b"/>
            <a:pathLst>
              <a:path w="413657" h="943429">
                <a:moveTo>
                  <a:pt x="0" y="0"/>
                </a:moveTo>
                <a:lnTo>
                  <a:pt x="413657" y="0"/>
                </a:lnTo>
                <a:lnTo>
                  <a:pt x="413657" y="943429"/>
                </a:lnTo>
              </a:path>
            </a:pathLst>
          </a:custGeom>
          <a:noFill/>
          <a:ln w="6350">
            <a:solidFill>
              <a:schemeClr val="bg1"/>
            </a:solidFill>
            <a:miter lim="800000"/>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j-ea"/>
              <a:ea typeface="+mj-ea"/>
            </a:endParaRPr>
          </a:p>
        </p:txBody>
      </p:sp>
      <p:sp>
        <p:nvSpPr>
          <p:cNvPr id="30" name="正方形/長方形 13">
            <a:extLst>
              <a:ext uri="{FF2B5EF4-FFF2-40B4-BE49-F238E27FC236}">
                <a16:creationId xmlns:a16="http://schemas.microsoft.com/office/drawing/2014/main" id="{32A5FFC4-D414-BD82-5816-FCDFD570F686}"/>
              </a:ext>
            </a:extLst>
          </p:cNvPr>
          <p:cNvSpPr/>
          <p:nvPr/>
        </p:nvSpPr>
        <p:spPr>
          <a:xfrm>
            <a:off x="7676892" y="2236799"/>
            <a:ext cx="306084" cy="1032806"/>
          </a:xfrm>
          <a:custGeom>
            <a:avLst/>
            <a:gdLst>
              <a:gd name="connsiteX0" fmla="*/ 0 w 413657"/>
              <a:gd name="connsiteY0" fmla="*/ 0 h 943429"/>
              <a:gd name="connsiteX1" fmla="*/ 413657 w 413657"/>
              <a:gd name="connsiteY1" fmla="*/ 0 h 943429"/>
              <a:gd name="connsiteX2" fmla="*/ 413657 w 413657"/>
              <a:gd name="connsiteY2" fmla="*/ 943429 h 943429"/>
              <a:gd name="connsiteX3" fmla="*/ 0 w 413657"/>
              <a:gd name="connsiteY3" fmla="*/ 943429 h 943429"/>
              <a:gd name="connsiteX4" fmla="*/ 0 w 413657"/>
              <a:gd name="connsiteY4" fmla="*/ 0 h 943429"/>
              <a:gd name="connsiteX0" fmla="*/ 0 w 413657"/>
              <a:gd name="connsiteY0" fmla="*/ 943429 h 1034869"/>
              <a:gd name="connsiteX1" fmla="*/ 0 w 413657"/>
              <a:gd name="connsiteY1" fmla="*/ 0 h 1034869"/>
              <a:gd name="connsiteX2" fmla="*/ 413657 w 413657"/>
              <a:gd name="connsiteY2" fmla="*/ 0 h 1034869"/>
              <a:gd name="connsiteX3" fmla="*/ 413657 w 413657"/>
              <a:gd name="connsiteY3" fmla="*/ 943429 h 1034869"/>
              <a:gd name="connsiteX4" fmla="*/ 91440 w 413657"/>
              <a:gd name="connsiteY4" fmla="*/ 1034869 h 1034869"/>
              <a:gd name="connsiteX0" fmla="*/ 0 w 413657"/>
              <a:gd name="connsiteY0" fmla="*/ 943429 h 943429"/>
              <a:gd name="connsiteX1" fmla="*/ 0 w 413657"/>
              <a:gd name="connsiteY1" fmla="*/ 0 h 943429"/>
              <a:gd name="connsiteX2" fmla="*/ 413657 w 413657"/>
              <a:gd name="connsiteY2" fmla="*/ 0 h 943429"/>
              <a:gd name="connsiteX3" fmla="*/ 413657 w 413657"/>
              <a:gd name="connsiteY3" fmla="*/ 943429 h 943429"/>
              <a:gd name="connsiteX0" fmla="*/ 0 w 413657"/>
              <a:gd name="connsiteY0" fmla="*/ 0 h 943429"/>
              <a:gd name="connsiteX1" fmla="*/ 413657 w 413657"/>
              <a:gd name="connsiteY1" fmla="*/ 0 h 943429"/>
              <a:gd name="connsiteX2" fmla="*/ 413657 w 413657"/>
              <a:gd name="connsiteY2" fmla="*/ 943429 h 943429"/>
            </a:gdLst>
            <a:ahLst/>
            <a:cxnLst>
              <a:cxn ang="0">
                <a:pos x="connsiteX0" y="connsiteY0"/>
              </a:cxn>
              <a:cxn ang="0">
                <a:pos x="connsiteX1" y="connsiteY1"/>
              </a:cxn>
              <a:cxn ang="0">
                <a:pos x="connsiteX2" y="connsiteY2"/>
              </a:cxn>
            </a:cxnLst>
            <a:rect l="l" t="t" r="r" b="b"/>
            <a:pathLst>
              <a:path w="413657" h="943429">
                <a:moveTo>
                  <a:pt x="0" y="0"/>
                </a:moveTo>
                <a:lnTo>
                  <a:pt x="413657" y="0"/>
                </a:lnTo>
                <a:lnTo>
                  <a:pt x="413657" y="943429"/>
                </a:lnTo>
              </a:path>
            </a:pathLst>
          </a:custGeom>
          <a:noFill/>
          <a:ln w="6350">
            <a:solidFill>
              <a:schemeClr val="bg1"/>
            </a:solidFill>
            <a:miter lim="800000"/>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j-ea"/>
              <a:ea typeface="+mj-ea"/>
            </a:endParaRPr>
          </a:p>
        </p:txBody>
      </p:sp>
      <p:sp>
        <p:nvSpPr>
          <p:cNvPr id="31" name="正方形/長方形 13">
            <a:extLst>
              <a:ext uri="{FF2B5EF4-FFF2-40B4-BE49-F238E27FC236}">
                <a16:creationId xmlns:a16="http://schemas.microsoft.com/office/drawing/2014/main" id="{21220D78-C2BE-890C-B559-E092F6ED0EA3}"/>
              </a:ext>
            </a:extLst>
          </p:cNvPr>
          <p:cNvSpPr/>
          <p:nvPr/>
        </p:nvSpPr>
        <p:spPr>
          <a:xfrm rot="16200000">
            <a:off x="6709212" y="3622695"/>
            <a:ext cx="936000" cy="684000"/>
          </a:xfrm>
          <a:custGeom>
            <a:avLst/>
            <a:gdLst>
              <a:gd name="connsiteX0" fmla="*/ 0 w 413657"/>
              <a:gd name="connsiteY0" fmla="*/ 0 h 943429"/>
              <a:gd name="connsiteX1" fmla="*/ 413657 w 413657"/>
              <a:gd name="connsiteY1" fmla="*/ 0 h 943429"/>
              <a:gd name="connsiteX2" fmla="*/ 413657 w 413657"/>
              <a:gd name="connsiteY2" fmla="*/ 943429 h 943429"/>
              <a:gd name="connsiteX3" fmla="*/ 0 w 413657"/>
              <a:gd name="connsiteY3" fmla="*/ 943429 h 943429"/>
              <a:gd name="connsiteX4" fmla="*/ 0 w 413657"/>
              <a:gd name="connsiteY4" fmla="*/ 0 h 943429"/>
              <a:gd name="connsiteX0" fmla="*/ 0 w 413657"/>
              <a:gd name="connsiteY0" fmla="*/ 943429 h 1034869"/>
              <a:gd name="connsiteX1" fmla="*/ 0 w 413657"/>
              <a:gd name="connsiteY1" fmla="*/ 0 h 1034869"/>
              <a:gd name="connsiteX2" fmla="*/ 413657 w 413657"/>
              <a:gd name="connsiteY2" fmla="*/ 0 h 1034869"/>
              <a:gd name="connsiteX3" fmla="*/ 413657 w 413657"/>
              <a:gd name="connsiteY3" fmla="*/ 943429 h 1034869"/>
              <a:gd name="connsiteX4" fmla="*/ 91440 w 413657"/>
              <a:gd name="connsiteY4" fmla="*/ 1034869 h 1034869"/>
              <a:gd name="connsiteX0" fmla="*/ 0 w 413657"/>
              <a:gd name="connsiteY0" fmla="*/ 943429 h 943429"/>
              <a:gd name="connsiteX1" fmla="*/ 0 w 413657"/>
              <a:gd name="connsiteY1" fmla="*/ 0 h 943429"/>
              <a:gd name="connsiteX2" fmla="*/ 413657 w 413657"/>
              <a:gd name="connsiteY2" fmla="*/ 0 h 943429"/>
              <a:gd name="connsiteX3" fmla="*/ 413657 w 413657"/>
              <a:gd name="connsiteY3" fmla="*/ 943429 h 943429"/>
              <a:gd name="connsiteX0" fmla="*/ 0 w 413657"/>
              <a:gd name="connsiteY0" fmla="*/ 0 h 943429"/>
              <a:gd name="connsiteX1" fmla="*/ 413657 w 413657"/>
              <a:gd name="connsiteY1" fmla="*/ 0 h 943429"/>
              <a:gd name="connsiteX2" fmla="*/ 413657 w 413657"/>
              <a:gd name="connsiteY2" fmla="*/ 943429 h 943429"/>
            </a:gdLst>
            <a:ahLst/>
            <a:cxnLst>
              <a:cxn ang="0">
                <a:pos x="connsiteX0" y="connsiteY0"/>
              </a:cxn>
              <a:cxn ang="0">
                <a:pos x="connsiteX1" y="connsiteY1"/>
              </a:cxn>
              <a:cxn ang="0">
                <a:pos x="connsiteX2" y="connsiteY2"/>
              </a:cxn>
            </a:cxnLst>
            <a:rect l="l" t="t" r="r" b="b"/>
            <a:pathLst>
              <a:path w="413657" h="943429">
                <a:moveTo>
                  <a:pt x="0" y="0"/>
                </a:moveTo>
                <a:lnTo>
                  <a:pt x="413657" y="0"/>
                </a:lnTo>
                <a:lnTo>
                  <a:pt x="413657" y="943429"/>
                </a:lnTo>
              </a:path>
            </a:pathLst>
          </a:custGeom>
          <a:noFill/>
          <a:ln w="6350">
            <a:solidFill>
              <a:schemeClr val="bg1"/>
            </a:solidFill>
            <a:miter lim="800000"/>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j-ea"/>
              <a:ea typeface="+mj-ea"/>
            </a:endParaRPr>
          </a:p>
        </p:txBody>
      </p:sp>
      <p:sp>
        <p:nvSpPr>
          <p:cNvPr id="32" name="正方形/長方形 13">
            <a:extLst>
              <a:ext uri="{FF2B5EF4-FFF2-40B4-BE49-F238E27FC236}">
                <a16:creationId xmlns:a16="http://schemas.microsoft.com/office/drawing/2014/main" id="{DD9BBA1F-8E6D-B38A-E6E2-AB6A9CD56AB9}"/>
              </a:ext>
            </a:extLst>
          </p:cNvPr>
          <p:cNvSpPr/>
          <p:nvPr/>
        </p:nvSpPr>
        <p:spPr>
          <a:xfrm flipH="1">
            <a:off x="9471760" y="1092919"/>
            <a:ext cx="818508" cy="1871844"/>
          </a:xfrm>
          <a:custGeom>
            <a:avLst/>
            <a:gdLst>
              <a:gd name="connsiteX0" fmla="*/ 0 w 413657"/>
              <a:gd name="connsiteY0" fmla="*/ 0 h 943429"/>
              <a:gd name="connsiteX1" fmla="*/ 413657 w 413657"/>
              <a:gd name="connsiteY1" fmla="*/ 0 h 943429"/>
              <a:gd name="connsiteX2" fmla="*/ 413657 w 413657"/>
              <a:gd name="connsiteY2" fmla="*/ 943429 h 943429"/>
              <a:gd name="connsiteX3" fmla="*/ 0 w 413657"/>
              <a:gd name="connsiteY3" fmla="*/ 943429 h 943429"/>
              <a:gd name="connsiteX4" fmla="*/ 0 w 413657"/>
              <a:gd name="connsiteY4" fmla="*/ 0 h 943429"/>
              <a:gd name="connsiteX0" fmla="*/ 0 w 413657"/>
              <a:gd name="connsiteY0" fmla="*/ 943429 h 1034869"/>
              <a:gd name="connsiteX1" fmla="*/ 0 w 413657"/>
              <a:gd name="connsiteY1" fmla="*/ 0 h 1034869"/>
              <a:gd name="connsiteX2" fmla="*/ 413657 w 413657"/>
              <a:gd name="connsiteY2" fmla="*/ 0 h 1034869"/>
              <a:gd name="connsiteX3" fmla="*/ 413657 w 413657"/>
              <a:gd name="connsiteY3" fmla="*/ 943429 h 1034869"/>
              <a:gd name="connsiteX4" fmla="*/ 91440 w 413657"/>
              <a:gd name="connsiteY4" fmla="*/ 1034869 h 1034869"/>
              <a:gd name="connsiteX0" fmla="*/ 0 w 413657"/>
              <a:gd name="connsiteY0" fmla="*/ 943429 h 943429"/>
              <a:gd name="connsiteX1" fmla="*/ 0 w 413657"/>
              <a:gd name="connsiteY1" fmla="*/ 0 h 943429"/>
              <a:gd name="connsiteX2" fmla="*/ 413657 w 413657"/>
              <a:gd name="connsiteY2" fmla="*/ 0 h 943429"/>
              <a:gd name="connsiteX3" fmla="*/ 413657 w 413657"/>
              <a:gd name="connsiteY3" fmla="*/ 943429 h 943429"/>
              <a:gd name="connsiteX0" fmla="*/ 0 w 413657"/>
              <a:gd name="connsiteY0" fmla="*/ 0 h 943429"/>
              <a:gd name="connsiteX1" fmla="*/ 413657 w 413657"/>
              <a:gd name="connsiteY1" fmla="*/ 0 h 943429"/>
              <a:gd name="connsiteX2" fmla="*/ 413657 w 413657"/>
              <a:gd name="connsiteY2" fmla="*/ 943429 h 943429"/>
            </a:gdLst>
            <a:ahLst/>
            <a:cxnLst>
              <a:cxn ang="0">
                <a:pos x="connsiteX0" y="connsiteY0"/>
              </a:cxn>
              <a:cxn ang="0">
                <a:pos x="connsiteX1" y="connsiteY1"/>
              </a:cxn>
              <a:cxn ang="0">
                <a:pos x="connsiteX2" y="connsiteY2"/>
              </a:cxn>
            </a:cxnLst>
            <a:rect l="l" t="t" r="r" b="b"/>
            <a:pathLst>
              <a:path w="413657" h="943429">
                <a:moveTo>
                  <a:pt x="0" y="0"/>
                </a:moveTo>
                <a:lnTo>
                  <a:pt x="413657" y="0"/>
                </a:lnTo>
                <a:lnTo>
                  <a:pt x="413657" y="943429"/>
                </a:lnTo>
              </a:path>
            </a:pathLst>
          </a:custGeom>
          <a:noFill/>
          <a:ln w="6350">
            <a:solidFill>
              <a:schemeClr val="bg1"/>
            </a:solidFill>
            <a:miter lim="800000"/>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j-ea"/>
              <a:ea typeface="+mj-ea"/>
            </a:endParaRPr>
          </a:p>
        </p:txBody>
      </p:sp>
      <p:cxnSp>
        <p:nvCxnSpPr>
          <p:cNvPr id="33" name="直線コネクタ 32">
            <a:extLst>
              <a:ext uri="{FF2B5EF4-FFF2-40B4-BE49-F238E27FC236}">
                <a16:creationId xmlns:a16="http://schemas.microsoft.com/office/drawing/2014/main" id="{6BD4B500-E569-7E3B-FDA4-2E431D75E09F}"/>
              </a:ext>
            </a:extLst>
          </p:cNvPr>
          <p:cNvCxnSpPr>
            <a:cxnSpLocks/>
          </p:cNvCxnSpPr>
          <p:nvPr/>
        </p:nvCxnSpPr>
        <p:spPr>
          <a:xfrm>
            <a:off x="6725522" y="5913950"/>
            <a:ext cx="5124540" cy="0"/>
          </a:xfrm>
          <a:prstGeom prst="line">
            <a:avLst/>
          </a:prstGeom>
          <a:ln w="6350">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34" name="正方形/長方形 13">
            <a:extLst>
              <a:ext uri="{FF2B5EF4-FFF2-40B4-BE49-F238E27FC236}">
                <a16:creationId xmlns:a16="http://schemas.microsoft.com/office/drawing/2014/main" id="{137BBC22-AFFD-70E5-24C2-7A2EE08DB4FF}"/>
              </a:ext>
            </a:extLst>
          </p:cNvPr>
          <p:cNvSpPr/>
          <p:nvPr/>
        </p:nvSpPr>
        <p:spPr>
          <a:xfrm flipH="1" flipV="1">
            <a:off x="9266428" y="3014160"/>
            <a:ext cx="1023840" cy="1369505"/>
          </a:xfrm>
          <a:custGeom>
            <a:avLst/>
            <a:gdLst>
              <a:gd name="connsiteX0" fmla="*/ 0 w 413657"/>
              <a:gd name="connsiteY0" fmla="*/ 0 h 943429"/>
              <a:gd name="connsiteX1" fmla="*/ 413657 w 413657"/>
              <a:gd name="connsiteY1" fmla="*/ 0 h 943429"/>
              <a:gd name="connsiteX2" fmla="*/ 413657 w 413657"/>
              <a:gd name="connsiteY2" fmla="*/ 943429 h 943429"/>
              <a:gd name="connsiteX3" fmla="*/ 0 w 413657"/>
              <a:gd name="connsiteY3" fmla="*/ 943429 h 943429"/>
              <a:gd name="connsiteX4" fmla="*/ 0 w 413657"/>
              <a:gd name="connsiteY4" fmla="*/ 0 h 943429"/>
              <a:gd name="connsiteX0" fmla="*/ 0 w 413657"/>
              <a:gd name="connsiteY0" fmla="*/ 943429 h 1034869"/>
              <a:gd name="connsiteX1" fmla="*/ 0 w 413657"/>
              <a:gd name="connsiteY1" fmla="*/ 0 h 1034869"/>
              <a:gd name="connsiteX2" fmla="*/ 413657 w 413657"/>
              <a:gd name="connsiteY2" fmla="*/ 0 h 1034869"/>
              <a:gd name="connsiteX3" fmla="*/ 413657 w 413657"/>
              <a:gd name="connsiteY3" fmla="*/ 943429 h 1034869"/>
              <a:gd name="connsiteX4" fmla="*/ 91440 w 413657"/>
              <a:gd name="connsiteY4" fmla="*/ 1034869 h 1034869"/>
              <a:gd name="connsiteX0" fmla="*/ 0 w 413657"/>
              <a:gd name="connsiteY0" fmla="*/ 943429 h 943429"/>
              <a:gd name="connsiteX1" fmla="*/ 0 w 413657"/>
              <a:gd name="connsiteY1" fmla="*/ 0 h 943429"/>
              <a:gd name="connsiteX2" fmla="*/ 413657 w 413657"/>
              <a:gd name="connsiteY2" fmla="*/ 0 h 943429"/>
              <a:gd name="connsiteX3" fmla="*/ 413657 w 413657"/>
              <a:gd name="connsiteY3" fmla="*/ 943429 h 943429"/>
              <a:gd name="connsiteX0" fmla="*/ 0 w 413657"/>
              <a:gd name="connsiteY0" fmla="*/ 0 h 943429"/>
              <a:gd name="connsiteX1" fmla="*/ 413657 w 413657"/>
              <a:gd name="connsiteY1" fmla="*/ 0 h 943429"/>
              <a:gd name="connsiteX2" fmla="*/ 413657 w 413657"/>
              <a:gd name="connsiteY2" fmla="*/ 943429 h 943429"/>
            </a:gdLst>
            <a:ahLst/>
            <a:cxnLst>
              <a:cxn ang="0">
                <a:pos x="connsiteX0" y="connsiteY0"/>
              </a:cxn>
              <a:cxn ang="0">
                <a:pos x="connsiteX1" y="connsiteY1"/>
              </a:cxn>
              <a:cxn ang="0">
                <a:pos x="connsiteX2" y="connsiteY2"/>
              </a:cxn>
            </a:cxnLst>
            <a:rect l="l" t="t" r="r" b="b"/>
            <a:pathLst>
              <a:path w="413657" h="943429">
                <a:moveTo>
                  <a:pt x="0" y="0"/>
                </a:moveTo>
                <a:lnTo>
                  <a:pt x="413657" y="0"/>
                </a:lnTo>
                <a:lnTo>
                  <a:pt x="413657" y="943429"/>
                </a:lnTo>
              </a:path>
            </a:pathLst>
          </a:custGeom>
          <a:noFill/>
          <a:ln w="6350">
            <a:solidFill>
              <a:schemeClr val="bg1"/>
            </a:solidFill>
            <a:miter lim="800000"/>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j-ea"/>
              <a:ea typeface="+mj-ea"/>
            </a:endParaRPr>
          </a:p>
        </p:txBody>
      </p:sp>
      <p:sp>
        <p:nvSpPr>
          <p:cNvPr id="35" name="正方形/長方形 13">
            <a:extLst>
              <a:ext uri="{FF2B5EF4-FFF2-40B4-BE49-F238E27FC236}">
                <a16:creationId xmlns:a16="http://schemas.microsoft.com/office/drawing/2014/main" id="{1CDFB24E-B332-84CF-092C-C2BB0132D59B}"/>
              </a:ext>
            </a:extLst>
          </p:cNvPr>
          <p:cNvSpPr/>
          <p:nvPr/>
        </p:nvSpPr>
        <p:spPr>
          <a:xfrm flipH="1" flipV="1">
            <a:off x="8912733" y="3143497"/>
            <a:ext cx="1377534" cy="1919935"/>
          </a:xfrm>
          <a:custGeom>
            <a:avLst/>
            <a:gdLst>
              <a:gd name="connsiteX0" fmla="*/ 0 w 413657"/>
              <a:gd name="connsiteY0" fmla="*/ 0 h 943429"/>
              <a:gd name="connsiteX1" fmla="*/ 413657 w 413657"/>
              <a:gd name="connsiteY1" fmla="*/ 0 h 943429"/>
              <a:gd name="connsiteX2" fmla="*/ 413657 w 413657"/>
              <a:gd name="connsiteY2" fmla="*/ 943429 h 943429"/>
              <a:gd name="connsiteX3" fmla="*/ 0 w 413657"/>
              <a:gd name="connsiteY3" fmla="*/ 943429 h 943429"/>
              <a:gd name="connsiteX4" fmla="*/ 0 w 413657"/>
              <a:gd name="connsiteY4" fmla="*/ 0 h 943429"/>
              <a:gd name="connsiteX0" fmla="*/ 0 w 413657"/>
              <a:gd name="connsiteY0" fmla="*/ 943429 h 1034869"/>
              <a:gd name="connsiteX1" fmla="*/ 0 w 413657"/>
              <a:gd name="connsiteY1" fmla="*/ 0 h 1034869"/>
              <a:gd name="connsiteX2" fmla="*/ 413657 w 413657"/>
              <a:gd name="connsiteY2" fmla="*/ 0 h 1034869"/>
              <a:gd name="connsiteX3" fmla="*/ 413657 w 413657"/>
              <a:gd name="connsiteY3" fmla="*/ 943429 h 1034869"/>
              <a:gd name="connsiteX4" fmla="*/ 91440 w 413657"/>
              <a:gd name="connsiteY4" fmla="*/ 1034869 h 1034869"/>
              <a:gd name="connsiteX0" fmla="*/ 0 w 413657"/>
              <a:gd name="connsiteY0" fmla="*/ 943429 h 943429"/>
              <a:gd name="connsiteX1" fmla="*/ 0 w 413657"/>
              <a:gd name="connsiteY1" fmla="*/ 0 h 943429"/>
              <a:gd name="connsiteX2" fmla="*/ 413657 w 413657"/>
              <a:gd name="connsiteY2" fmla="*/ 0 h 943429"/>
              <a:gd name="connsiteX3" fmla="*/ 413657 w 413657"/>
              <a:gd name="connsiteY3" fmla="*/ 943429 h 943429"/>
              <a:gd name="connsiteX0" fmla="*/ 0 w 413657"/>
              <a:gd name="connsiteY0" fmla="*/ 0 h 943429"/>
              <a:gd name="connsiteX1" fmla="*/ 413657 w 413657"/>
              <a:gd name="connsiteY1" fmla="*/ 0 h 943429"/>
              <a:gd name="connsiteX2" fmla="*/ 413657 w 413657"/>
              <a:gd name="connsiteY2" fmla="*/ 943429 h 943429"/>
            </a:gdLst>
            <a:ahLst/>
            <a:cxnLst>
              <a:cxn ang="0">
                <a:pos x="connsiteX0" y="connsiteY0"/>
              </a:cxn>
              <a:cxn ang="0">
                <a:pos x="connsiteX1" y="connsiteY1"/>
              </a:cxn>
              <a:cxn ang="0">
                <a:pos x="connsiteX2" y="connsiteY2"/>
              </a:cxn>
            </a:cxnLst>
            <a:rect l="l" t="t" r="r" b="b"/>
            <a:pathLst>
              <a:path w="413657" h="943429">
                <a:moveTo>
                  <a:pt x="0" y="0"/>
                </a:moveTo>
                <a:lnTo>
                  <a:pt x="413657" y="0"/>
                </a:lnTo>
                <a:lnTo>
                  <a:pt x="413657" y="943429"/>
                </a:lnTo>
              </a:path>
            </a:pathLst>
          </a:custGeom>
          <a:noFill/>
          <a:ln w="6350">
            <a:solidFill>
              <a:schemeClr val="bg1"/>
            </a:solidFill>
            <a:miter lim="800000"/>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j-ea"/>
              <a:ea typeface="+mj-ea"/>
            </a:endParaRPr>
          </a:p>
        </p:txBody>
      </p:sp>
      <p:sp>
        <p:nvSpPr>
          <p:cNvPr id="36" name="object 15">
            <a:extLst>
              <a:ext uri="{FF2B5EF4-FFF2-40B4-BE49-F238E27FC236}">
                <a16:creationId xmlns:a16="http://schemas.microsoft.com/office/drawing/2014/main" id="{D73C30AA-64F2-CA40-1DD9-A4119ED4391E}"/>
              </a:ext>
            </a:extLst>
          </p:cNvPr>
          <p:cNvSpPr txBox="1"/>
          <p:nvPr/>
        </p:nvSpPr>
        <p:spPr>
          <a:xfrm>
            <a:off x="10363225" y="4610485"/>
            <a:ext cx="1800000" cy="244362"/>
          </a:xfrm>
          <a:prstGeom prst="rect">
            <a:avLst/>
          </a:prstGeom>
        </p:spPr>
        <p:txBody>
          <a:bodyPr vert="horz" wrap="square" lIns="0" tIns="0" rIns="0" bIns="0" rtlCol="0">
            <a:spAutoFit/>
          </a:bodyPr>
          <a:lstStyle/>
          <a:p>
            <a:pPr marR="5080">
              <a:lnSpc>
                <a:spcPct val="120000"/>
              </a:lnSpc>
            </a:pPr>
            <a:r>
              <a:rPr lang="ja-JP" altLang="en-US" sz="1400" b="1">
                <a:solidFill>
                  <a:schemeClr val="bg1"/>
                </a:solidFill>
                <a:latin typeface="+mj-ea"/>
                <a:ea typeface="+mj-ea"/>
                <a:cs typeface="Noto Sans JP Regular"/>
              </a:rPr>
              <a:t>塩尻オフィス</a:t>
            </a:r>
            <a:endParaRPr lang="en-US" altLang="ja-JP" sz="1000">
              <a:solidFill>
                <a:schemeClr val="bg1"/>
              </a:solidFill>
              <a:latin typeface="+mj-ea"/>
              <a:ea typeface="+mj-ea"/>
              <a:cs typeface="Noto Sans JP Regular"/>
            </a:endParaRPr>
          </a:p>
        </p:txBody>
      </p:sp>
      <p:sp>
        <p:nvSpPr>
          <p:cNvPr id="37" name="正方形/長方形 13">
            <a:extLst>
              <a:ext uri="{FF2B5EF4-FFF2-40B4-BE49-F238E27FC236}">
                <a16:creationId xmlns:a16="http://schemas.microsoft.com/office/drawing/2014/main" id="{BCA8DFC5-1163-D8FD-5D8D-2B61F20F9EA7}"/>
              </a:ext>
            </a:extLst>
          </p:cNvPr>
          <p:cNvSpPr/>
          <p:nvPr/>
        </p:nvSpPr>
        <p:spPr>
          <a:xfrm flipH="1" flipV="1">
            <a:off x="9096232" y="2866231"/>
            <a:ext cx="1194036" cy="1863421"/>
          </a:xfrm>
          <a:custGeom>
            <a:avLst/>
            <a:gdLst>
              <a:gd name="connsiteX0" fmla="*/ 0 w 413657"/>
              <a:gd name="connsiteY0" fmla="*/ 0 h 943429"/>
              <a:gd name="connsiteX1" fmla="*/ 413657 w 413657"/>
              <a:gd name="connsiteY1" fmla="*/ 0 h 943429"/>
              <a:gd name="connsiteX2" fmla="*/ 413657 w 413657"/>
              <a:gd name="connsiteY2" fmla="*/ 943429 h 943429"/>
              <a:gd name="connsiteX3" fmla="*/ 0 w 413657"/>
              <a:gd name="connsiteY3" fmla="*/ 943429 h 943429"/>
              <a:gd name="connsiteX4" fmla="*/ 0 w 413657"/>
              <a:gd name="connsiteY4" fmla="*/ 0 h 943429"/>
              <a:gd name="connsiteX0" fmla="*/ 0 w 413657"/>
              <a:gd name="connsiteY0" fmla="*/ 943429 h 1034869"/>
              <a:gd name="connsiteX1" fmla="*/ 0 w 413657"/>
              <a:gd name="connsiteY1" fmla="*/ 0 h 1034869"/>
              <a:gd name="connsiteX2" fmla="*/ 413657 w 413657"/>
              <a:gd name="connsiteY2" fmla="*/ 0 h 1034869"/>
              <a:gd name="connsiteX3" fmla="*/ 413657 w 413657"/>
              <a:gd name="connsiteY3" fmla="*/ 943429 h 1034869"/>
              <a:gd name="connsiteX4" fmla="*/ 91440 w 413657"/>
              <a:gd name="connsiteY4" fmla="*/ 1034869 h 1034869"/>
              <a:gd name="connsiteX0" fmla="*/ 0 w 413657"/>
              <a:gd name="connsiteY0" fmla="*/ 943429 h 943429"/>
              <a:gd name="connsiteX1" fmla="*/ 0 w 413657"/>
              <a:gd name="connsiteY1" fmla="*/ 0 h 943429"/>
              <a:gd name="connsiteX2" fmla="*/ 413657 w 413657"/>
              <a:gd name="connsiteY2" fmla="*/ 0 h 943429"/>
              <a:gd name="connsiteX3" fmla="*/ 413657 w 413657"/>
              <a:gd name="connsiteY3" fmla="*/ 943429 h 943429"/>
              <a:gd name="connsiteX0" fmla="*/ 0 w 413657"/>
              <a:gd name="connsiteY0" fmla="*/ 0 h 943429"/>
              <a:gd name="connsiteX1" fmla="*/ 413657 w 413657"/>
              <a:gd name="connsiteY1" fmla="*/ 0 h 943429"/>
              <a:gd name="connsiteX2" fmla="*/ 413657 w 413657"/>
              <a:gd name="connsiteY2" fmla="*/ 943429 h 943429"/>
            </a:gdLst>
            <a:ahLst/>
            <a:cxnLst>
              <a:cxn ang="0">
                <a:pos x="connsiteX0" y="connsiteY0"/>
              </a:cxn>
              <a:cxn ang="0">
                <a:pos x="connsiteX1" y="connsiteY1"/>
              </a:cxn>
              <a:cxn ang="0">
                <a:pos x="connsiteX2" y="connsiteY2"/>
              </a:cxn>
            </a:cxnLst>
            <a:rect l="l" t="t" r="r" b="b"/>
            <a:pathLst>
              <a:path w="413657" h="943429">
                <a:moveTo>
                  <a:pt x="0" y="0"/>
                </a:moveTo>
                <a:lnTo>
                  <a:pt x="413657" y="0"/>
                </a:lnTo>
                <a:lnTo>
                  <a:pt x="413657" y="943429"/>
                </a:lnTo>
              </a:path>
            </a:pathLst>
          </a:custGeom>
          <a:noFill/>
          <a:ln w="6350">
            <a:solidFill>
              <a:schemeClr val="bg1"/>
            </a:solidFill>
            <a:miter lim="800000"/>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j-ea"/>
              <a:ea typeface="+mj-ea"/>
            </a:endParaRPr>
          </a:p>
        </p:txBody>
      </p:sp>
      <p:sp>
        <p:nvSpPr>
          <p:cNvPr id="38" name="object 15">
            <a:extLst>
              <a:ext uri="{FF2B5EF4-FFF2-40B4-BE49-F238E27FC236}">
                <a16:creationId xmlns:a16="http://schemas.microsoft.com/office/drawing/2014/main" id="{699548DF-9DBC-EC5B-D27B-28BC728605D8}"/>
              </a:ext>
            </a:extLst>
          </p:cNvPr>
          <p:cNvSpPr txBox="1"/>
          <p:nvPr/>
        </p:nvSpPr>
        <p:spPr>
          <a:xfrm>
            <a:off x="10363225" y="3642025"/>
            <a:ext cx="1800000" cy="244362"/>
          </a:xfrm>
          <a:prstGeom prst="rect">
            <a:avLst/>
          </a:prstGeom>
        </p:spPr>
        <p:txBody>
          <a:bodyPr vert="horz" wrap="square" lIns="0" tIns="0" rIns="0" bIns="0" rtlCol="0">
            <a:spAutoFit/>
          </a:bodyPr>
          <a:lstStyle/>
          <a:p>
            <a:pPr marR="5080">
              <a:lnSpc>
                <a:spcPct val="120000"/>
              </a:lnSpc>
            </a:pPr>
            <a:r>
              <a:rPr lang="ja-JP" altLang="en-US" sz="1400" b="1">
                <a:solidFill>
                  <a:schemeClr val="bg1"/>
                </a:solidFill>
                <a:latin typeface="+mj-ea"/>
                <a:ea typeface="+mj-ea"/>
                <a:cs typeface="Noto Sans JP Regular"/>
              </a:rPr>
              <a:t>府中オフィス</a:t>
            </a:r>
            <a:endParaRPr lang="en-US" altLang="ja-JP" sz="900">
              <a:solidFill>
                <a:schemeClr val="bg1"/>
              </a:solidFill>
              <a:latin typeface="+mj-ea"/>
              <a:ea typeface="+mj-ea"/>
              <a:cs typeface="Noto Sans JP Regular"/>
            </a:endParaRPr>
          </a:p>
        </p:txBody>
      </p:sp>
      <p:sp>
        <p:nvSpPr>
          <p:cNvPr id="39" name="正方形/長方形 13">
            <a:extLst>
              <a:ext uri="{FF2B5EF4-FFF2-40B4-BE49-F238E27FC236}">
                <a16:creationId xmlns:a16="http://schemas.microsoft.com/office/drawing/2014/main" id="{DFB2D843-96AA-4344-FFD5-05C83EC8C5FB}"/>
              </a:ext>
            </a:extLst>
          </p:cNvPr>
          <p:cNvSpPr/>
          <p:nvPr/>
        </p:nvSpPr>
        <p:spPr>
          <a:xfrm flipH="1" flipV="1">
            <a:off x="9391320" y="2955716"/>
            <a:ext cx="898948" cy="804360"/>
          </a:xfrm>
          <a:custGeom>
            <a:avLst/>
            <a:gdLst>
              <a:gd name="connsiteX0" fmla="*/ 0 w 413657"/>
              <a:gd name="connsiteY0" fmla="*/ 0 h 943429"/>
              <a:gd name="connsiteX1" fmla="*/ 413657 w 413657"/>
              <a:gd name="connsiteY1" fmla="*/ 0 h 943429"/>
              <a:gd name="connsiteX2" fmla="*/ 413657 w 413657"/>
              <a:gd name="connsiteY2" fmla="*/ 943429 h 943429"/>
              <a:gd name="connsiteX3" fmla="*/ 0 w 413657"/>
              <a:gd name="connsiteY3" fmla="*/ 943429 h 943429"/>
              <a:gd name="connsiteX4" fmla="*/ 0 w 413657"/>
              <a:gd name="connsiteY4" fmla="*/ 0 h 943429"/>
              <a:gd name="connsiteX0" fmla="*/ 0 w 413657"/>
              <a:gd name="connsiteY0" fmla="*/ 943429 h 1034869"/>
              <a:gd name="connsiteX1" fmla="*/ 0 w 413657"/>
              <a:gd name="connsiteY1" fmla="*/ 0 h 1034869"/>
              <a:gd name="connsiteX2" fmla="*/ 413657 w 413657"/>
              <a:gd name="connsiteY2" fmla="*/ 0 h 1034869"/>
              <a:gd name="connsiteX3" fmla="*/ 413657 w 413657"/>
              <a:gd name="connsiteY3" fmla="*/ 943429 h 1034869"/>
              <a:gd name="connsiteX4" fmla="*/ 91440 w 413657"/>
              <a:gd name="connsiteY4" fmla="*/ 1034869 h 1034869"/>
              <a:gd name="connsiteX0" fmla="*/ 0 w 413657"/>
              <a:gd name="connsiteY0" fmla="*/ 943429 h 943429"/>
              <a:gd name="connsiteX1" fmla="*/ 0 w 413657"/>
              <a:gd name="connsiteY1" fmla="*/ 0 h 943429"/>
              <a:gd name="connsiteX2" fmla="*/ 413657 w 413657"/>
              <a:gd name="connsiteY2" fmla="*/ 0 h 943429"/>
              <a:gd name="connsiteX3" fmla="*/ 413657 w 413657"/>
              <a:gd name="connsiteY3" fmla="*/ 943429 h 943429"/>
              <a:gd name="connsiteX0" fmla="*/ 0 w 413657"/>
              <a:gd name="connsiteY0" fmla="*/ 0 h 943429"/>
              <a:gd name="connsiteX1" fmla="*/ 413657 w 413657"/>
              <a:gd name="connsiteY1" fmla="*/ 0 h 943429"/>
              <a:gd name="connsiteX2" fmla="*/ 413657 w 413657"/>
              <a:gd name="connsiteY2" fmla="*/ 943429 h 943429"/>
            </a:gdLst>
            <a:ahLst/>
            <a:cxnLst>
              <a:cxn ang="0">
                <a:pos x="connsiteX0" y="connsiteY0"/>
              </a:cxn>
              <a:cxn ang="0">
                <a:pos x="connsiteX1" y="connsiteY1"/>
              </a:cxn>
              <a:cxn ang="0">
                <a:pos x="connsiteX2" y="connsiteY2"/>
              </a:cxn>
            </a:cxnLst>
            <a:rect l="l" t="t" r="r" b="b"/>
            <a:pathLst>
              <a:path w="413657" h="943429">
                <a:moveTo>
                  <a:pt x="0" y="0"/>
                </a:moveTo>
                <a:lnTo>
                  <a:pt x="413657" y="0"/>
                </a:lnTo>
                <a:lnTo>
                  <a:pt x="413657" y="943429"/>
                </a:lnTo>
              </a:path>
            </a:pathLst>
          </a:custGeom>
          <a:noFill/>
          <a:ln w="6350">
            <a:solidFill>
              <a:schemeClr val="bg1"/>
            </a:solidFill>
            <a:miter lim="800000"/>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j-ea"/>
              <a:ea typeface="+mj-ea"/>
            </a:endParaRPr>
          </a:p>
        </p:txBody>
      </p:sp>
      <p:sp>
        <p:nvSpPr>
          <p:cNvPr id="40" name="object 15">
            <a:extLst>
              <a:ext uri="{FF2B5EF4-FFF2-40B4-BE49-F238E27FC236}">
                <a16:creationId xmlns:a16="http://schemas.microsoft.com/office/drawing/2014/main" id="{3E3B774D-BB56-4745-1A44-170E929791AB}"/>
              </a:ext>
            </a:extLst>
          </p:cNvPr>
          <p:cNvSpPr txBox="1"/>
          <p:nvPr/>
        </p:nvSpPr>
        <p:spPr>
          <a:xfrm>
            <a:off x="10363225" y="3921109"/>
            <a:ext cx="1800000" cy="244362"/>
          </a:xfrm>
          <a:prstGeom prst="rect">
            <a:avLst/>
          </a:prstGeom>
        </p:spPr>
        <p:txBody>
          <a:bodyPr vert="horz" wrap="square" lIns="0" tIns="0" rIns="0" bIns="0" rtlCol="0">
            <a:spAutoFit/>
          </a:bodyPr>
          <a:lstStyle/>
          <a:p>
            <a:pPr marR="5080">
              <a:lnSpc>
                <a:spcPct val="120000"/>
              </a:lnSpc>
            </a:pPr>
            <a:r>
              <a:rPr lang="ja-JP" altLang="en-US" sz="1400" b="1">
                <a:solidFill>
                  <a:schemeClr val="bg1"/>
                </a:solidFill>
                <a:latin typeface="+mj-ea"/>
                <a:ea typeface="+mj-ea"/>
                <a:cs typeface="Noto Sans JP Regular"/>
              </a:rPr>
              <a:t>日野オフィス</a:t>
            </a:r>
            <a:endParaRPr lang="en-US" altLang="ja-JP" sz="900">
              <a:solidFill>
                <a:schemeClr val="bg1"/>
              </a:solidFill>
              <a:latin typeface="+mj-ea"/>
              <a:ea typeface="+mj-ea"/>
              <a:cs typeface="Noto Sans JP Regular"/>
            </a:endParaRPr>
          </a:p>
        </p:txBody>
      </p:sp>
    </p:spTree>
    <p:extLst>
      <p:ext uri="{BB962C8B-B14F-4D97-AF65-F5344CB8AC3E}">
        <p14:creationId xmlns:p14="http://schemas.microsoft.com/office/powerpoint/2010/main" val="725956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5" name="図 64" descr="背景パターン&#10;&#10;自動的に生成された説明">
            <a:extLst>
              <a:ext uri="{FF2B5EF4-FFF2-40B4-BE49-F238E27FC236}">
                <a16:creationId xmlns:a16="http://schemas.microsoft.com/office/drawing/2014/main" id="{C1F1EA14-7E94-28DE-0ACE-953DB3EC32F7}"/>
              </a:ext>
            </a:extLst>
          </p:cNvPr>
          <p:cNvPicPr>
            <a:picLocks noChangeAspect="1"/>
          </p:cNvPicPr>
          <p:nvPr/>
        </p:nvPicPr>
        <p:blipFill>
          <a:blip r:embed="rId2" cstate="email">
            <a:alphaModFix amt="10000"/>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tretch>
            <a:fillRect/>
          </a:stretch>
        </p:blipFill>
        <p:spPr>
          <a:xfrm>
            <a:off x="0" y="-6164"/>
            <a:ext cx="12060072" cy="6858000"/>
          </a:xfrm>
          <a:prstGeom prst="rect">
            <a:avLst/>
          </a:prstGeom>
        </p:spPr>
      </p:pic>
      <p:pic>
        <p:nvPicPr>
          <p:cNvPr id="10" name="図 9" descr="夜の街のcg&#10;&#10;低い精度で自動的に生成された説明">
            <a:extLst>
              <a:ext uri="{FF2B5EF4-FFF2-40B4-BE49-F238E27FC236}">
                <a16:creationId xmlns:a16="http://schemas.microsoft.com/office/drawing/2014/main" id="{4A2FB88D-D5E1-0642-A987-5EAB907DE84B}"/>
              </a:ext>
            </a:extLst>
          </p:cNvPr>
          <p:cNvPicPr>
            <a:picLocks noChangeAspect="1"/>
          </p:cNvPicPr>
          <p:nvPr/>
        </p:nvPicPr>
        <p:blipFill>
          <a:blip r:embed="rId4" cstate="email">
            <a:alphaModFix amt="85000"/>
            <a:extLst>
              <a:ext uri="{BEBA8EAE-BF5A-486C-A8C5-ECC9F3942E4B}">
                <a14:imgProps xmlns:a14="http://schemas.microsoft.com/office/drawing/2010/main">
                  <a14:imgLayer r:embed="rId5">
                    <a14:imgEffect>
                      <a14:colorTemperature colorTemp="4700"/>
                    </a14:imgEffect>
                  </a14:imgLayer>
                </a14:imgProps>
              </a:ext>
              <a:ext uri="{28A0092B-C50C-407E-A947-70E740481C1C}">
                <a14:useLocalDpi xmlns:a14="http://schemas.microsoft.com/office/drawing/2010/main"/>
              </a:ext>
            </a:extLst>
          </a:blip>
          <a:srcRect/>
          <a:stretch>
            <a:fillRect/>
          </a:stretch>
        </p:blipFill>
        <p:spPr>
          <a:xfrm>
            <a:off x="12700" y="2000810"/>
            <a:ext cx="12179300" cy="4857190"/>
          </a:xfrm>
          <a:custGeom>
            <a:avLst/>
            <a:gdLst>
              <a:gd name="connsiteX0" fmla="*/ 12134692 w 12179300"/>
              <a:gd name="connsiteY0" fmla="*/ 0 h 4857190"/>
              <a:gd name="connsiteX1" fmla="*/ 12179300 w 12179300"/>
              <a:gd name="connsiteY1" fmla="*/ 0 h 4857190"/>
              <a:gd name="connsiteX2" fmla="*/ 12179300 w 12179300"/>
              <a:gd name="connsiteY2" fmla="*/ 4857190 h 4857190"/>
              <a:gd name="connsiteX3" fmla="*/ 14325 w 12179300"/>
              <a:gd name="connsiteY3" fmla="*/ 4857190 h 4857190"/>
              <a:gd name="connsiteX4" fmla="*/ 873 w 12179300"/>
              <a:gd name="connsiteY4" fmla="*/ 3207489 h 4857190"/>
              <a:gd name="connsiteX5" fmla="*/ 0 w 12179300"/>
              <a:gd name="connsiteY5" fmla="*/ 3100440 h 4857190"/>
              <a:gd name="connsiteX6" fmla="*/ 0 w 12179300"/>
              <a:gd name="connsiteY6" fmla="*/ 2321043 h 4857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79300" h="4857190">
                <a:moveTo>
                  <a:pt x="12134692" y="0"/>
                </a:moveTo>
                <a:lnTo>
                  <a:pt x="12179300" y="0"/>
                </a:lnTo>
                <a:lnTo>
                  <a:pt x="12179300" y="4857190"/>
                </a:lnTo>
                <a:lnTo>
                  <a:pt x="14325" y="4857190"/>
                </a:lnTo>
                <a:cubicBezTo>
                  <a:pt x="11903" y="4561499"/>
                  <a:pt x="5946" y="3830021"/>
                  <a:pt x="873" y="3207489"/>
                </a:cubicBezTo>
                <a:lnTo>
                  <a:pt x="0" y="3100440"/>
                </a:lnTo>
                <a:lnTo>
                  <a:pt x="0" y="2321043"/>
                </a:lnTo>
                <a:close/>
              </a:path>
            </a:pathLst>
          </a:custGeom>
        </p:spPr>
      </p:pic>
      <p:sp>
        <p:nvSpPr>
          <p:cNvPr id="3" name="スライド番号プレースホルダー 2">
            <a:extLst>
              <a:ext uri="{FF2B5EF4-FFF2-40B4-BE49-F238E27FC236}">
                <a16:creationId xmlns:a16="http://schemas.microsoft.com/office/drawing/2014/main" id="{54CF770F-C98E-3939-B945-7FC26AC86446}"/>
              </a:ext>
            </a:extLst>
          </p:cNvPr>
          <p:cNvSpPr>
            <a:spLocks noGrp="1"/>
          </p:cNvSpPr>
          <p:nvPr>
            <p:ph type="sldNum" sz="quarter" idx="4294967295"/>
          </p:nvPr>
        </p:nvSpPr>
        <p:spPr>
          <a:xfrm>
            <a:off x="11521440" y="6518701"/>
            <a:ext cx="375920" cy="150246"/>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1" lang="en-US" altLang="ja-JP" sz="1200" b="0" i="0" u="none" strike="noStrike" kern="1200" cap="none" spc="0" normalizeH="0" baseline="0" noProof="0" smtClean="0">
                <a:ln>
                  <a:noFill/>
                </a:ln>
                <a:solidFill>
                  <a:srgbClr val="000000"/>
                </a:solidFill>
                <a:effectLst/>
                <a:uLnTx/>
                <a:uFillTx/>
                <a:latin typeface="游ゴシック"/>
                <a:ea typeface="游ゴシック"/>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1" lang="en-US" altLang="ja-JP" sz="1200" b="0" i="0" u="none" strike="noStrike" kern="1200" cap="none" spc="0" normalizeH="0" baseline="0" noProof="0">
              <a:ln>
                <a:noFill/>
              </a:ln>
              <a:solidFill>
                <a:srgbClr val="000000"/>
              </a:solidFill>
              <a:effectLst/>
              <a:uLnTx/>
              <a:uFillTx/>
              <a:latin typeface="游ゴシック"/>
              <a:ea typeface="游ゴシック"/>
              <a:cs typeface="+mn-cs"/>
            </a:endParaRPr>
          </a:p>
        </p:txBody>
      </p:sp>
      <p:sp>
        <p:nvSpPr>
          <p:cNvPr id="7" name="正方形/長方形 4" hidden="1">
            <a:extLst>
              <a:ext uri="{FF2B5EF4-FFF2-40B4-BE49-F238E27FC236}">
                <a16:creationId xmlns:a16="http://schemas.microsoft.com/office/drawing/2014/main" id="{4E138CF7-1C04-9111-6F4E-BDDFE8D05FD3}"/>
              </a:ext>
            </a:extLst>
          </p:cNvPr>
          <p:cNvSpPr/>
          <p:nvPr/>
        </p:nvSpPr>
        <p:spPr>
          <a:xfrm>
            <a:off x="12700" y="1991761"/>
            <a:ext cx="12188352" cy="4866239"/>
          </a:xfrm>
          <a:custGeom>
            <a:avLst/>
            <a:gdLst>
              <a:gd name="connsiteX0" fmla="*/ 0 w 9478979"/>
              <a:gd name="connsiteY0" fmla="*/ 0 h 3259247"/>
              <a:gd name="connsiteX1" fmla="*/ 9478979 w 9478979"/>
              <a:gd name="connsiteY1" fmla="*/ 0 h 3259247"/>
              <a:gd name="connsiteX2" fmla="*/ 9478979 w 9478979"/>
              <a:gd name="connsiteY2" fmla="*/ 3259247 h 3259247"/>
              <a:gd name="connsiteX3" fmla="*/ 0 w 9478979"/>
              <a:gd name="connsiteY3" fmla="*/ 3259247 h 3259247"/>
              <a:gd name="connsiteX4" fmla="*/ 0 w 9478979"/>
              <a:gd name="connsiteY4" fmla="*/ 0 h 3259247"/>
              <a:gd name="connsiteX0" fmla="*/ 0 w 9488032"/>
              <a:gd name="connsiteY0" fmla="*/ 2308634 h 3259247"/>
              <a:gd name="connsiteX1" fmla="*/ 9488032 w 9488032"/>
              <a:gd name="connsiteY1" fmla="*/ 0 h 3259247"/>
              <a:gd name="connsiteX2" fmla="*/ 9488032 w 9488032"/>
              <a:gd name="connsiteY2" fmla="*/ 3259247 h 3259247"/>
              <a:gd name="connsiteX3" fmla="*/ 9053 w 9488032"/>
              <a:gd name="connsiteY3" fmla="*/ 3259247 h 3259247"/>
              <a:gd name="connsiteX4" fmla="*/ 0 w 9488032"/>
              <a:gd name="connsiteY4" fmla="*/ 2308634 h 3259247"/>
              <a:gd name="connsiteX0" fmla="*/ 209619 w 9479011"/>
              <a:gd name="connsiteY0" fmla="*/ 1606041 h 3259247"/>
              <a:gd name="connsiteX1" fmla="*/ 9479011 w 9479011"/>
              <a:gd name="connsiteY1" fmla="*/ 0 h 3259247"/>
              <a:gd name="connsiteX2" fmla="*/ 9479011 w 9479011"/>
              <a:gd name="connsiteY2" fmla="*/ 3259247 h 3259247"/>
              <a:gd name="connsiteX3" fmla="*/ 32 w 9479011"/>
              <a:gd name="connsiteY3" fmla="*/ 3259247 h 3259247"/>
              <a:gd name="connsiteX4" fmla="*/ 209619 w 9479011"/>
              <a:gd name="connsiteY4" fmla="*/ 1606041 h 3259247"/>
              <a:gd name="connsiteX0" fmla="*/ 0 w 9495085"/>
              <a:gd name="connsiteY0" fmla="*/ 1561432 h 3259247"/>
              <a:gd name="connsiteX1" fmla="*/ 9495085 w 9495085"/>
              <a:gd name="connsiteY1" fmla="*/ 0 h 3259247"/>
              <a:gd name="connsiteX2" fmla="*/ 9495085 w 9495085"/>
              <a:gd name="connsiteY2" fmla="*/ 3259247 h 3259247"/>
              <a:gd name="connsiteX3" fmla="*/ 16106 w 9495085"/>
              <a:gd name="connsiteY3" fmla="*/ 3259247 h 3259247"/>
              <a:gd name="connsiteX4" fmla="*/ 0 w 9495085"/>
              <a:gd name="connsiteY4" fmla="*/ 1561432 h 32592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95085" h="3259247">
                <a:moveTo>
                  <a:pt x="0" y="1561432"/>
                </a:moveTo>
                <a:lnTo>
                  <a:pt x="9495085" y="0"/>
                </a:lnTo>
                <a:lnTo>
                  <a:pt x="9495085" y="3259247"/>
                </a:lnTo>
                <a:lnTo>
                  <a:pt x="16106" y="3259247"/>
                </a:lnTo>
                <a:cubicBezTo>
                  <a:pt x="13088" y="2942376"/>
                  <a:pt x="3018" y="1878303"/>
                  <a:pt x="0" y="1561432"/>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1" i="0" u="none" strike="noStrike" kern="1200" cap="none" spc="0" normalizeH="0" baseline="0" noProof="0">
              <a:ln>
                <a:noFill/>
              </a:ln>
              <a:solidFill>
                <a:srgbClr val="000000">
                  <a:lumMod val="85000"/>
                  <a:lumOff val="15000"/>
                </a:srgbClr>
              </a:solidFill>
              <a:effectLst/>
              <a:uLnTx/>
              <a:uFillTx/>
              <a:latin typeface="游ゴシック"/>
              <a:ea typeface="游ゴシック"/>
              <a:cs typeface="+mn-cs"/>
            </a:endParaRPr>
          </a:p>
        </p:txBody>
      </p:sp>
      <p:sp>
        <p:nvSpPr>
          <p:cNvPr id="14" name="object 10">
            <a:extLst>
              <a:ext uri="{FF2B5EF4-FFF2-40B4-BE49-F238E27FC236}">
                <a16:creationId xmlns:a16="http://schemas.microsoft.com/office/drawing/2014/main" id="{E4850DF3-8CC7-87A1-05FC-798599890880}"/>
              </a:ext>
            </a:extLst>
          </p:cNvPr>
          <p:cNvSpPr/>
          <p:nvPr/>
        </p:nvSpPr>
        <p:spPr>
          <a:xfrm>
            <a:off x="127000" y="325499"/>
            <a:ext cx="190500" cy="706755"/>
          </a:xfrm>
          <a:custGeom>
            <a:avLst/>
            <a:gdLst/>
            <a:ahLst/>
            <a:cxnLst/>
            <a:rect l="l" t="t" r="r" b="b"/>
            <a:pathLst>
              <a:path w="190500" h="706755">
                <a:moveTo>
                  <a:pt x="190500" y="0"/>
                </a:moveTo>
                <a:lnTo>
                  <a:pt x="0" y="0"/>
                </a:lnTo>
                <a:lnTo>
                  <a:pt x="0" y="706501"/>
                </a:lnTo>
                <a:lnTo>
                  <a:pt x="190500" y="516000"/>
                </a:lnTo>
                <a:lnTo>
                  <a:pt x="190500" y="0"/>
                </a:lnTo>
                <a:close/>
              </a:path>
            </a:pathLst>
          </a:custGeom>
          <a:solidFill>
            <a:schemeClr val="bg2"/>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sz="1800" b="0" i="0" u="none" strike="noStrike" kern="1200" cap="none" spc="0" normalizeH="0" baseline="0" noProof="0">
              <a:ln>
                <a:noFill/>
              </a:ln>
              <a:solidFill>
                <a:srgbClr val="000000"/>
              </a:solidFill>
              <a:effectLst/>
              <a:uLnTx/>
              <a:uFillTx/>
              <a:latin typeface="游ゴシック"/>
              <a:ea typeface="游ゴシック"/>
              <a:cs typeface="+mn-cs"/>
            </a:endParaRPr>
          </a:p>
        </p:txBody>
      </p:sp>
      <p:sp>
        <p:nvSpPr>
          <p:cNvPr id="15" name="object 11">
            <a:extLst>
              <a:ext uri="{FF2B5EF4-FFF2-40B4-BE49-F238E27FC236}">
                <a16:creationId xmlns:a16="http://schemas.microsoft.com/office/drawing/2014/main" id="{EF81EC7F-353C-71CB-6640-64C437A0A3A5}"/>
              </a:ext>
            </a:extLst>
          </p:cNvPr>
          <p:cNvSpPr/>
          <p:nvPr/>
        </p:nvSpPr>
        <p:spPr>
          <a:xfrm>
            <a:off x="0" y="0"/>
            <a:ext cx="317500" cy="6858000"/>
          </a:xfrm>
          <a:custGeom>
            <a:avLst/>
            <a:gdLst/>
            <a:ahLst/>
            <a:cxnLst/>
            <a:rect l="l" t="t" r="r" b="b"/>
            <a:pathLst>
              <a:path w="317500" h="6858000">
                <a:moveTo>
                  <a:pt x="317500" y="0"/>
                </a:moveTo>
                <a:lnTo>
                  <a:pt x="0" y="0"/>
                </a:lnTo>
                <a:lnTo>
                  <a:pt x="0" y="6858000"/>
                </a:lnTo>
                <a:lnTo>
                  <a:pt x="127000" y="6858000"/>
                </a:lnTo>
                <a:lnTo>
                  <a:pt x="127000" y="897001"/>
                </a:lnTo>
                <a:lnTo>
                  <a:pt x="317500" y="706501"/>
                </a:lnTo>
                <a:lnTo>
                  <a:pt x="317500" y="0"/>
                </a:lnTo>
                <a:close/>
              </a:path>
            </a:pathLst>
          </a:custGeom>
          <a:solidFill>
            <a:schemeClr val="tx2"/>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sz="1800" b="0" i="0" u="none" strike="noStrike" kern="1200" cap="none" spc="0" normalizeH="0" baseline="0" noProof="0">
              <a:ln>
                <a:noFill/>
              </a:ln>
              <a:solidFill>
                <a:srgbClr val="000000"/>
              </a:solidFill>
              <a:effectLst/>
              <a:uLnTx/>
              <a:uFillTx/>
              <a:latin typeface="游ゴシック"/>
              <a:ea typeface="游ゴシック"/>
              <a:cs typeface="+mn-cs"/>
            </a:endParaRPr>
          </a:p>
        </p:txBody>
      </p:sp>
      <p:grpSp>
        <p:nvGrpSpPr>
          <p:cNvPr id="16" name="object 13">
            <a:extLst>
              <a:ext uri="{FF2B5EF4-FFF2-40B4-BE49-F238E27FC236}">
                <a16:creationId xmlns:a16="http://schemas.microsoft.com/office/drawing/2014/main" id="{66D1249D-8636-5DF2-B731-65CD14840412}"/>
              </a:ext>
            </a:extLst>
          </p:cNvPr>
          <p:cNvGrpSpPr/>
          <p:nvPr/>
        </p:nvGrpSpPr>
        <p:grpSpPr>
          <a:xfrm>
            <a:off x="12065000" y="0"/>
            <a:ext cx="127000" cy="6858000"/>
            <a:chOff x="12065000" y="0"/>
            <a:chExt cx="127000" cy="6858000"/>
          </a:xfrm>
        </p:grpSpPr>
        <p:sp>
          <p:nvSpPr>
            <p:cNvPr id="17" name="object 14">
              <a:extLst>
                <a:ext uri="{FF2B5EF4-FFF2-40B4-BE49-F238E27FC236}">
                  <a16:creationId xmlns:a16="http://schemas.microsoft.com/office/drawing/2014/main" id="{7C314E35-6B8A-6F39-B26C-C91650F546D5}"/>
                </a:ext>
              </a:extLst>
            </p:cNvPr>
            <p:cNvSpPr/>
            <p:nvPr/>
          </p:nvSpPr>
          <p:spPr>
            <a:xfrm>
              <a:off x="12065000" y="0"/>
              <a:ext cx="127000" cy="5143500"/>
            </a:xfrm>
            <a:custGeom>
              <a:avLst/>
              <a:gdLst/>
              <a:ahLst/>
              <a:cxnLst/>
              <a:rect l="l" t="t" r="r" b="b"/>
              <a:pathLst>
                <a:path w="127000" h="5143500">
                  <a:moveTo>
                    <a:pt x="0" y="5143500"/>
                  </a:moveTo>
                  <a:lnTo>
                    <a:pt x="127000" y="5143500"/>
                  </a:lnTo>
                  <a:lnTo>
                    <a:pt x="127000" y="0"/>
                  </a:lnTo>
                  <a:lnTo>
                    <a:pt x="0" y="0"/>
                  </a:lnTo>
                  <a:lnTo>
                    <a:pt x="0" y="5143500"/>
                  </a:lnTo>
                  <a:close/>
                </a:path>
              </a:pathLst>
            </a:custGeom>
            <a:solidFill>
              <a:schemeClr val="tx2"/>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sz="1800" b="0" i="0" u="none" strike="noStrike" kern="1200" cap="none" spc="0" normalizeH="0" baseline="0" noProof="0">
                <a:ln>
                  <a:noFill/>
                </a:ln>
                <a:solidFill>
                  <a:srgbClr val="000000"/>
                </a:solidFill>
                <a:effectLst/>
                <a:uLnTx/>
                <a:uFillTx/>
                <a:latin typeface="游ゴシック"/>
                <a:ea typeface="游ゴシック"/>
                <a:cs typeface="+mn-cs"/>
              </a:endParaRPr>
            </a:p>
          </p:txBody>
        </p:sp>
        <p:sp>
          <p:nvSpPr>
            <p:cNvPr id="18" name="object 15">
              <a:extLst>
                <a:ext uri="{FF2B5EF4-FFF2-40B4-BE49-F238E27FC236}">
                  <a16:creationId xmlns:a16="http://schemas.microsoft.com/office/drawing/2014/main" id="{E8FBD042-D222-FA51-8DD9-B44EC0BF08F7}"/>
                </a:ext>
              </a:extLst>
            </p:cNvPr>
            <p:cNvSpPr/>
            <p:nvPr/>
          </p:nvSpPr>
          <p:spPr>
            <a:xfrm>
              <a:off x="12065000" y="5143500"/>
              <a:ext cx="127000" cy="1714500"/>
            </a:xfrm>
            <a:custGeom>
              <a:avLst/>
              <a:gdLst/>
              <a:ahLst/>
              <a:cxnLst/>
              <a:rect l="l" t="t" r="r" b="b"/>
              <a:pathLst>
                <a:path w="127000" h="1714500">
                  <a:moveTo>
                    <a:pt x="127000" y="0"/>
                  </a:moveTo>
                  <a:lnTo>
                    <a:pt x="0" y="0"/>
                  </a:lnTo>
                  <a:lnTo>
                    <a:pt x="0" y="1714500"/>
                  </a:lnTo>
                  <a:lnTo>
                    <a:pt x="127000" y="1714500"/>
                  </a:lnTo>
                  <a:lnTo>
                    <a:pt x="127000" y="0"/>
                  </a:lnTo>
                  <a:close/>
                </a:path>
              </a:pathLst>
            </a:custGeom>
            <a:solidFill>
              <a:schemeClr val="bg2"/>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sz="1800" b="0" i="0" u="none" strike="noStrike" kern="1200" cap="none" spc="0" normalizeH="0" baseline="0" noProof="0">
                <a:ln>
                  <a:noFill/>
                </a:ln>
                <a:solidFill>
                  <a:srgbClr val="000000"/>
                </a:solidFill>
                <a:effectLst/>
                <a:uLnTx/>
                <a:uFillTx/>
                <a:latin typeface="游ゴシック"/>
                <a:ea typeface="游ゴシック"/>
                <a:cs typeface="+mn-cs"/>
              </a:endParaRPr>
            </a:p>
          </p:txBody>
        </p:sp>
      </p:grpSp>
      <p:sp>
        <p:nvSpPr>
          <p:cNvPr id="19" name="タイトル 1">
            <a:extLst>
              <a:ext uri="{FF2B5EF4-FFF2-40B4-BE49-F238E27FC236}">
                <a16:creationId xmlns:a16="http://schemas.microsoft.com/office/drawing/2014/main" id="{217EFD75-814C-DE03-22EC-1A214FB71DF0}"/>
              </a:ext>
            </a:extLst>
          </p:cNvPr>
          <p:cNvSpPr>
            <a:spLocks noGrp="1"/>
          </p:cNvSpPr>
          <p:nvPr>
            <p:ph type="title"/>
          </p:nvPr>
        </p:nvSpPr>
        <p:spPr>
          <a:xfrm>
            <a:off x="615548" y="171454"/>
            <a:ext cx="10153650" cy="385736"/>
          </a:xfrm>
        </p:spPr>
        <p:txBody>
          <a:bodyPr/>
          <a:lstStyle/>
          <a:p>
            <a:r>
              <a:rPr kumimoji="0" lang="en-US" altLang="ja-JP" kern="0" dirty="0"/>
              <a:t>HISTORY</a:t>
            </a:r>
            <a:r>
              <a:rPr kumimoji="0" lang="ja-JP" altLang="en-US" sz="3200" kern="0" dirty="0"/>
              <a:t>（沿革）</a:t>
            </a:r>
            <a:endParaRPr kumimoji="1" lang="ja-JP" altLang="en-US" dirty="0">
              <a:solidFill>
                <a:srgbClr val="FF7C80"/>
              </a:solidFill>
            </a:endParaRPr>
          </a:p>
        </p:txBody>
      </p:sp>
      <p:cxnSp>
        <p:nvCxnSpPr>
          <p:cNvPr id="22" name="直線コネクタ 21">
            <a:extLst>
              <a:ext uri="{FF2B5EF4-FFF2-40B4-BE49-F238E27FC236}">
                <a16:creationId xmlns:a16="http://schemas.microsoft.com/office/drawing/2014/main" id="{134A2D68-810B-5D49-D6BD-267DEA0DE8A4}"/>
              </a:ext>
            </a:extLst>
          </p:cNvPr>
          <p:cNvCxnSpPr>
            <a:cxnSpLocks/>
          </p:cNvCxnSpPr>
          <p:nvPr/>
        </p:nvCxnSpPr>
        <p:spPr>
          <a:xfrm flipV="1">
            <a:off x="756625" y="2643909"/>
            <a:ext cx="0" cy="1440873"/>
          </a:xfrm>
          <a:prstGeom prst="line">
            <a:avLst/>
          </a:prstGeom>
          <a:ln w="19050">
            <a:solidFill>
              <a:srgbClr val="014097"/>
            </a:solidFill>
            <a:headEnd type="oval"/>
          </a:ln>
        </p:spPr>
        <p:style>
          <a:lnRef idx="1">
            <a:schemeClr val="accent1"/>
          </a:lnRef>
          <a:fillRef idx="0">
            <a:schemeClr val="accent1"/>
          </a:fillRef>
          <a:effectRef idx="0">
            <a:schemeClr val="accent1"/>
          </a:effectRef>
          <a:fontRef idx="minor">
            <a:schemeClr val="tx1"/>
          </a:fontRef>
        </p:style>
      </p:cxnSp>
      <p:cxnSp>
        <p:nvCxnSpPr>
          <p:cNvPr id="24" name="直線コネクタ 23">
            <a:extLst>
              <a:ext uri="{FF2B5EF4-FFF2-40B4-BE49-F238E27FC236}">
                <a16:creationId xmlns:a16="http://schemas.microsoft.com/office/drawing/2014/main" id="{99E72468-0320-3A10-1785-5523DAF95703}"/>
              </a:ext>
            </a:extLst>
          </p:cNvPr>
          <p:cNvCxnSpPr>
            <a:cxnSpLocks/>
          </p:cNvCxnSpPr>
          <p:nvPr/>
        </p:nvCxnSpPr>
        <p:spPr>
          <a:xfrm flipV="1">
            <a:off x="3540383" y="2063382"/>
            <a:ext cx="0" cy="1440873"/>
          </a:xfrm>
          <a:prstGeom prst="line">
            <a:avLst/>
          </a:prstGeom>
          <a:ln w="19050">
            <a:solidFill>
              <a:srgbClr val="014097"/>
            </a:solidFill>
            <a:headEnd type="oval"/>
          </a:ln>
        </p:spPr>
        <p:style>
          <a:lnRef idx="1">
            <a:schemeClr val="accent1"/>
          </a:lnRef>
          <a:fillRef idx="0">
            <a:schemeClr val="accent1"/>
          </a:fillRef>
          <a:effectRef idx="0">
            <a:schemeClr val="accent1"/>
          </a:effectRef>
          <a:fontRef idx="minor">
            <a:schemeClr val="tx1"/>
          </a:fontRef>
        </p:style>
      </p:cxnSp>
      <p:cxnSp>
        <p:nvCxnSpPr>
          <p:cNvPr id="26" name="直線コネクタ 25">
            <a:extLst>
              <a:ext uri="{FF2B5EF4-FFF2-40B4-BE49-F238E27FC236}">
                <a16:creationId xmlns:a16="http://schemas.microsoft.com/office/drawing/2014/main" id="{918EA51D-7219-C500-7237-86190BB2EAAB}"/>
              </a:ext>
            </a:extLst>
          </p:cNvPr>
          <p:cNvCxnSpPr>
            <a:cxnSpLocks/>
          </p:cNvCxnSpPr>
          <p:nvPr/>
        </p:nvCxnSpPr>
        <p:spPr>
          <a:xfrm flipV="1">
            <a:off x="6309409" y="1569715"/>
            <a:ext cx="0" cy="1440873"/>
          </a:xfrm>
          <a:prstGeom prst="line">
            <a:avLst/>
          </a:prstGeom>
          <a:ln w="19050">
            <a:solidFill>
              <a:srgbClr val="014097"/>
            </a:solidFill>
            <a:headEnd type="oval"/>
          </a:ln>
        </p:spPr>
        <p:style>
          <a:lnRef idx="1">
            <a:schemeClr val="accent1"/>
          </a:lnRef>
          <a:fillRef idx="0">
            <a:schemeClr val="accent1"/>
          </a:fillRef>
          <a:effectRef idx="0">
            <a:schemeClr val="accent1"/>
          </a:effectRef>
          <a:fontRef idx="minor">
            <a:schemeClr val="tx1"/>
          </a:fontRef>
        </p:style>
      </p:cxnSp>
      <p:cxnSp>
        <p:nvCxnSpPr>
          <p:cNvPr id="27" name="直線コネクタ 26">
            <a:extLst>
              <a:ext uri="{FF2B5EF4-FFF2-40B4-BE49-F238E27FC236}">
                <a16:creationId xmlns:a16="http://schemas.microsoft.com/office/drawing/2014/main" id="{F617CB98-4D1A-9EDA-7CAD-B04863D32AFD}"/>
              </a:ext>
            </a:extLst>
          </p:cNvPr>
          <p:cNvCxnSpPr>
            <a:cxnSpLocks/>
          </p:cNvCxnSpPr>
          <p:nvPr/>
        </p:nvCxnSpPr>
        <p:spPr>
          <a:xfrm flipV="1">
            <a:off x="8676099" y="1032254"/>
            <a:ext cx="0" cy="1440873"/>
          </a:xfrm>
          <a:prstGeom prst="line">
            <a:avLst/>
          </a:prstGeom>
          <a:ln w="19050">
            <a:solidFill>
              <a:srgbClr val="014097"/>
            </a:solidFill>
            <a:headEnd type="oval"/>
          </a:ln>
        </p:spPr>
        <p:style>
          <a:lnRef idx="1">
            <a:schemeClr val="accent1"/>
          </a:lnRef>
          <a:fillRef idx="0">
            <a:schemeClr val="accent1"/>
          </a:fillRef>
          <a:effectRef idx="0">
            <a:schemeClr val="accent1"/>
          </a:effectRef>
          <a:fontRef idx="minor">
            <a:schemeClr val="tx1"/>
          </a:fontRef>
        </p:style>
      </p:cxnSp>
      <p:cxnSp>
        <p:nvCxnSpPr>
          <p:cNvPr id="28" name="直線コネクタ 27">
            <a:extLst>
              <a:ext uri="{FF2B5EF4-FFF2-40B4-BE49-F238E27FC236}">
                <a16:creationId xmlns:a16="http://schemas.microsoft.com/office/drawing/2014/main" id="{E42766A1-BD47-D8FE-9CE5-4BDADC01E95A}"/>
              </a:ext>
            </a:extLst>
          </p:cNvPr>
          <p:cNvCxnSpPr>
            <a:cxnSpLocks/>
          </p:cNvCxnSpPr>
          <p:nvPr/>
        </p:nvCxnSpPr>
        <p:spPr>
          <a:xfrm>
            <a:off x="2426907" y="4044310"/>
            <a:ext cx="0" cy="1504255"/>
          </a:xfrm>
          <a:prstGeom prst="line">
            <a:avLst/>
          </a:prstGeom>
          <a:ln w="19050">
            <a:solidFill>
              <a:schemeClr val="bg1"/>
            </a:solidFill>
            <a:headEnd type="oval"/>
          </a:ln>
        </p:spPr>
        <p:style>
          <a:lnRef idx="1">
            <a:schemeClr val="accent1"/>
          </a:lnRef>
          <a:fillRef idx="0">
            <a:schemeClr val="accent1"/>
          </a:fillRef>
          <a:effectRef idx="0">
            <a:schemeClr val="accent1"/>
          </a:effectRef>
          <a:fontRef idx="minor">
            <a:schemeClr val="tx1"/>
          </a:fontRef>
        </p:style>
      </p:cxnSp>
      <p:cxnSp>
        <p:nvCxnSpPr>
          <p:cNvPr id="31" name="直線コネクタ 30">
            <a:extLst>
              <a:ext uri="{FF2B5EF4-FFF2-40B4-BE49-F238E27FC236}">
                <a16:creationId xmlns:a16="http://schemas.microsoft.com/office/drawing/2014/main" id="{25A24F0B-B554-8D2C-8724-AEEA7BED3C17}"/>
              </a:ext>
            </a:extLst>
          </p:cNvPr>
          <p:cNvCxnSpPr>
            <a:cxnSpLocks/>
          </p:cNvCxnSpPr>
          <p:nvPr/>
        </p:nvCxnSpPr>
        <p:spPr>
          <a:xfrm>
            <a:off x="5305849" y="3547231"/>
            <a:ext cx="0" cy="1504255"/>
          </a:xfrm>
          <a:prstGeom prst="line">
            <a:avLst/>
          </a:prstGeom>
          <a:ln w="19050">
            <a:solidFill>
              <a:schemeClr val="bg1"/>
            </a:solidFill>
            <a:headEnd type="oval"/>
          </a:ln>
        </p:spPr>
        <p:style>
          <a:lnRef idx="1">
            <a:schemeClr val="accent1"/>
          </a:lnRef>
          <a:fillRef idx="0">
            <a:schemeClr val="accent1"/>
          </a:fillRef>
          <a:effectRef idx="0">
            <a:schemeClr val="accent1"/>
          </a:effectRef>
          <a:fontRef idx="minor">
            <a:schemeClr val="tx1"/>
          </a:fontRef>
        </p:style>
      </p:cxnSp>
      <p:cxnSp>
        <p:nvCxnSpPr>
          <p:cNvPr id="32" name="直線コネクタ 31">
            <a:extLst>
              <a:ext uri="{FF2B5EF4-FFF2-40B4-BE49-F238E27FC236}">
                <a16:creationId xmlns:a16="http://schemas.microsoft.com/office/drawing/2014/main" id="{745F4183-0EE4-D653-EF62-5F969942F3EA}"/>
              </a:ext>
            </a:extLst>
          </p:cNvPr>
          <p:cNvCxnSpPr>
            <a:cxnSpLocks/>
          </p:cNvCxnSpPr>
          <p:nvPr/>
        </p:nvCxnSpPr>
        <p:spPr>
          <a:xfrm>
            <a:off x="7948628" y="2997765"/>
            <a:ext cx="0" cy="1504255"/>
          </a:xfrm>
          <a:prstGeom prst="line">
            <a:avLst/>
          </a:prstGeom>
          <a:ln w="19050">
            <a:solidFill>
              <a:schemeClr val="bg1"/>
            </a:solidFill>
            <a:headEnd type="oval"/>
          </a:ln>
        </p:spPr>
        <p:style>
          <a:lnRef idx="1">
            <a:schemeClr val="accent1"/>
          </a:lnRef>
          <a:fillRef idx="0">
            <a:schemeClr val="accent1"/>
          </a:fillRef>
          <a:effectRef idx="0">
            <a:schemeClr val="accent1"/>
          </a:effectRef>
          <a:fontRef idx="minor">
            <a:schemeClr val="tx1"/>
          </a:fontRef>
        </p:style>
      </p:cxnSp>
      <p:sp>
        <p:nvSpPr>
          <p:cNvPr id="34" name="object 105">
            <a:extLst>
              <a:ext uri="{FF2B5EF4-FFF2-40B4-BE49-F238E27FC236}">
                <a16:creationId xmlns:a16="http://schemas.microsoft.com/office/drawing/2014/main" id="{E610B9C2-86A6-B761-8AF8-D034DDAC0C6A}"/>
              </a:ext>
            </a:extLst>
          </p:cNvPr>
          <p:cNvSpPr txBox="1"/>
          <p:nvPr/>
        </p:nvSpPr>
        <p:spPr>
          <a:xfrm>
            <a:off x="632720" y="2583771"/>
            <a:ext cx="1059207" cy="369332"/>
          </a:xfrm>
          <a:prstGeom prst="rect">
            <a:avLst/>
          </a:prstGeom>
          <a:noFill/>
        </p:spPr>
        <p:txBody>
          <a:bodyPr vert="horz" wrap="square" lIns="3600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i="0" u="none" strike="noStrike" kern="1200" cap="none" spc="0" normalizeH="0" baseline="0" noProof="0">
                <a:ln>
                  <a:noFill/>
                </a:ln>
                <a:solidFill>
                  <a:srgbClr val="014097"/>
                </a:solidFill>
                <a:effectLst/>
                <a:uLnTx/>
                <a:uFillTx/>
                <a:latin typeface="游ゴシック"/>
                <a:ea typeface="游ゴシック"/>
                <a:cs typeface="Arial" panose="020B0604020202020204" pitchFamily="34" charset="0"/>
              </a:rPr>
              <a:t>1960</a:t>
            </a:r>
            <a:endParaRPr kumimoji="1" lang="en-US" altLang="ja-JP" sz="1600" b="1" i="0" u="none" strike="noStrike" kern="1200" cap="none" spc="0" normalizeH="0" baseline="0" noProof="0">
              <a:ln>
                <a:noFill/>
              </a:ln>
              <a:solidFill>
                <a:srgbClr val="014097"/>
              </a:solidFill>
              <a:effectLst/>
              <a:uLnTx/>
              <a:uFillTx/>
              <a:latin typeface="游ゴシック"/>
              <a:ea typeface="游ゴシック"/>
              <a:cs typeface="Arial" panose="020B0604020202020204" pitchFamily="34" charset="0"/>
            </a:endParaRPr>
          </a:p>
        </p:txBody>
      </p:sp>
      <p:sp>
        <p:nvSpPr>
          <p:cNvPr id="37" name="object 105">
            <a:extLst>
              <a:ext uri="{FF2B5EF4-FFF2-40B4-BE49-F238E27FC236}">
                <a16:creationId xmlns:a16="http://schemas.microsoft.com/office/drawing/2014/main" id="{0032CFCB-69FF-34DB-C6E5-6E4B464DD8AB}"/>
              </a:ext>
            </a:extLst>
          </p:cNvPr>
          <p:cNvSpPr txBox="1"/>
          <p:nvPr/>
        </p:nvSpPr>
        <p:spPr>
          <a:xfrm>
            <a:off x="7802540" y="4211433"/>
            <a:ext cx="1059207" cy="369332"/>
          </a:xfrm>
          <a:prstGeom prst="rect">
            <a:avLst/>
          </a:prstGeom>
          <a:noFill/>
        </p:spPr>
        <p:txBody>
          <a:bodyPr vert="horz" wrap="square" lIns="3600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i="0" u="none" strike="noStrike" kern="1200" cap="none" spc="0" normalizeH="0" baseline="0" noProof="0">
                <a:ln>
                  <a:noFill/>
                </a:ln>
                <a:solidFill>
                  <a:srgbClr val="FFFFFF"/>
                </a:solidFill>
                <a:effectLst/>
                <a:uLnTx/>
                <a:uFillTx/>
                <a:latin typeface="游ゴシック"/>
                <a:ea typeface="游ゴシック"/>
                <a:cs typeface="Arial" panose="020B0604020202020204" pitchFamily="34" charset="0"/>
              </a:rPr>
              <a:t>2010</a:t>
            </a:r>
            <a:endParaRPr kumimoji="1" lang="en-US" altLang="ja-JP" sz="1600" b="1" i="0" u="none" strike="noStrike" kern="1200" cap="none" spc="0" normalizeH="0" baseline="0" noProof="0">
              <a:ln>
                <a:noFill/>
              </a:ln>
              <a:solidFill>
                <a:srgbClr val="FFFFFF"/>
              </a:solidFill>
              <a:effectLst/>
              <a:uLnTx/>
              <a:uFillTx/>
              <a:latin typeface="游ゴシック"/>
              <a:ea typeface="游ゴシック"/>
              <a:cs typeface="Arial" panose="020B0604020202020204" pitchFamily="34" charset="0"/>
            </a:endParaRPr>
          </a:p>
        </p:txBody>
      </p:sp>
      <p:sp>
        <p:nvSpPr>
          <p:cNvPr id="38" name="object 105">
            <a:extLst>
              <a:ext uri="{FF2B5EF4-FFF2-40B4-BE49-F238E27FC236}">
                <a16:creationId xmlns:a16="http://schemas.microsoft.com/office/drawing/2014/main" id="{298CFCBF-AB87-8461-E558-4140686F6ACB}"/>
              </a:ext>
            </a:extLst>
          </p:cNvPr>
          <p:cNvSpPr txBox="1"/>
          <p:nvPr/>
        </p:nvSpPr>
        <p:spPr>
          <a:xfrm>
            <a:off x="2317618" y="5216489"/>
            <a:ext cx="1059207" cy="369332"/>
          </a:xfrm>
          <a:prstGeom prst="rect">
            <a:avLst/>
          </a:prstGeom>
          <a:noFill/>
        </p:spPr>
        <p:txBody>
          <a:bodyPr vert="horz" wrap="square" lIns="3600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i="0" u="none" strike="noStrike" kern="1200" cap="none" spc="0" normalizeH="0" baseline="0" noProof="0">
                <a:ln>
                  <a:noFill/>
                </a:ln>
                <a:solidFill>
                  <a:srgbClr val="FFFFFF"/>
                </a:solidFill>
                <a:effectLst/>
                <a:uLnTx/>
                <a:uFillTx/>
                <a:latin typeface="游ゴシック"/>
                <a:ea typeface="游ゴシック"/>
                <a:cs typeface="Arial" panose="020B0604020202020204" pitchFamily="34" charset="0"/>
              </a:rPr>
              <a:t>1970</a:t>
            </a:r>
            <a:endParaRPr kumimoji="1" lang="en-US" altLang="ja-JP" sz="1600" b="1" i="0" u="none" strike="noStrike" kern="1200" cap="none" spc="0" normalizeH="0" baseline="0" noProof="0">
              <a:ln>
                <a:noFill/>
              </a:ln>
              <a:solidFill>
                <a:srgbClr val="FFFFFF"/>
              </a:solidFill>
              <a:effectLst/>
              <a:uLnTx/>
              <a:uFillTx/>
              <a:latin typeface="游ゴシック"/>
              <a:ea typeface="游ゴシック"/>
              <a:cs typeface="Arial" panose="020B0604020202020204" pitchFamily="34" charset="0"/>
            </a:endParaRPr>
          </a:p>
        </p:txBody>
      </p:sp>
      <p:sp>
        <p:nvSpPr>
          <p:cNvPr id="39" name="object 105">
            <a:extLst>
              <a:ext uri="{FF2B5EF4-FFF2-40B4-BE49-F238E27FC236}">
                <a16:creationId xmlns:a16="http://schemas.microsoft.com/office/drawing/2014/main" id="{C4F5C868-41A6-C857-ADAA-42652847B721}"/>
              </a:ext>
            </a:extLst>
          </p:cNvPr>
          <p:cNvSpPr txBox="1"/>
          <p:nvPr/>
        </p:nvSpPr>
        <p:spPr>
          <a:xfrm>
            <a:off x="5162770" y="4746861"/>
            <a:ext cx="1059207" cy="369332"/>
          </a:xfrm>
          <a:prstGeom prst="rect">
            <a:avLst/>
          </a:prstGeom>
          <a:noFill/>
        </p:spPr>
        <p:txBody>
          <a:bodyPr vert="horz" wrap="square" lIns="3600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i="0" u="none" strike="noStrike" kern="1200" cap="none" spc="0" normalizeH="0" baseline="0" noProof="0">
                <a:ln>
                  <a:noFill/>
                </a:ln>
                <a:solidFill>
                  <a:srgbClr val="FFFFFF"/>
                </a:solidFill>
                <a:effectLst/>
                <a:uLnTx/>
                <a:uFillTx/>
                <a:latin typeface="游ゴシック"/>
                <a:ea typeface="游ゴシック"/>
                <a:cs typeface="Arial" panose="020B0604020202020204" pitchFamily="34" charset="0"/>
              </a:rPr>
              <a:t>1990</a:t>
            </a:r>
            <a:endParaRPr kumimoji="1" lang="en-US" altLang="ja-JP" sz="1600" b="1" i="0" u="none" strike="noStrike" kern="1200" cap="none" spc="0" normalizeH="0" baseline="0" noProof="0">
              <a:ln>
                <a:noFill/>
              </a:ln>
              <a:solidFill>
                <a:srgbClr val="FFFFFF"/>
              </a:solidFill>
              <a:effectLst/>
              <a:uLnTx/>
              <a:uFillTx/>
              <a:latin typeface="游ゴシック"/>
              <a:ea typeface="游ゴシック"/>
              <a:cs typeface="Arial" panose="020B0604020202020204" pitchFamily="34" charset="0"/>
            </a:endParaRPr>
          </a:p>
        </p:txBody>
      </p:sp>
      <p:sp>
        <p:nvSpPr>
          <p:cNvPr id="41" name="タイトル 10">
            <a:extLst>
              <a:ext uri="{FF2B5EF4-FFF2-40B4-BE49-F238E27FC236}">
                <a16:creationId xmlns:a16="http://schemas.microsoft.com/office/drawing/2014/main" id="{98BDB735-F6A7-6802-4164-69B2191531E3}"/>
              </a:ext>
            </a:extLst>
          </p:cNvPr>
          <p:cNvSpPr txBox="1">
            <a:spLocks/>
          </p:cNvSpPr>
          <p:nvPr/>
        </p:nvSpPr>
        <p:spPr>
          <a:xfrm>
            <a:off x="9190549" y="3438432"/>
            <a:ext cx="2869523" cy="742043"/>
          </a:xfrm>
          <a:prstGeom prst="rect">
            <a:avLst/>
          </a:prstGeom>
        </p:spPr>
        <p:txBody>
          <a:bodyPr lIns="0" tIns="0" rIns="0" bIns="0"/>
          <a:lstStyle>
            <a:lvl1pPr>
              <a:defRPr sz="2400" b="0" i="0" spc="-70" baseline="0">
                <a:solidFill>
                  <a:schemeClr val="tx2"/>
                </a:solidFill>
                <a:latin typeface="+mn-ea"/>
                <a:ea typeface="+mn-ea"/>
                <a:cs typeface="Meiryo UI" panose="020B0604030504040204" pitchFamily="50" charset="-128"/>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1200" b="0" i="0" u="none" strike="noStrike" kern="0" cap="none" spc="-70" normalizeH="0" baseline="0" noProof="0">
                <a:ln>
                  <a:noFill/>
                </a:ln>
                <a:solidFill>
                  <a:srgbClr val="FFFFFF"/>
                </a:solidFill>
                <a:effectLst/>
                <a:uLnTx/>
                <a:uFillTx/>
                <a:latin typeface="游ゴシック"/>
                <a:ea typeface="游ゴシック"/>
              </a:rPr>
              <a:t>日本システムウエア株式会社⇒</a:t>
            </a:r>
            <a:endParaRPr kumimoji="0" lang="en-US" altLang="ja-JP" sz="1200" b="0" i="0" u="none" strike="noStrike" kern="0" cap="none" spc="-70" normalizeH="0" baseline="0" noProof="0">
              <a:ln>
                <a:noFill/>
              </a:ln>
              <a:solidFill>
                <a:srgbClr val="FFFFFF"/>
              </a:solidFill>
              <a:effectLst/>
              <a:uLnTx/>
              <a:uFillTx/>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1200" b="0" i="0" u="none" strike="noStrike" kern="0" cap="none" spc="-70" normalizeH="0" baseline="0" noProof="0">
                <a:ln>
                  <a:noFill/>
                </a:ln>
                <a:solidFill>
                  <a:srgbClr val="FFFFFF"/>
                </a:solidFill>
                <a:effectLst/>
                <a:uLnTx/>
                <a:uFillTx/>
                <a:latin typeface="游ゴシック"/>
                <a:ea typeface="游ゴシック"/>
              </a:rPr>
              <a:t>NSW</a:t>
            </a:r>
            <a:r>
              <a:rPr kumimoji="0" lang="ja-JP" altLang="en-US" sz="1200" b="0" i="0" u="none" strike="noStrike" kern="0" cap="none" spc="-70" normalizeH="0" baseline="0" noProof="0">
                <a:ln>
                  <a:noFill/>
                </a:ln>
                <a:solidFill>
                  <a:srgbClr val="FFFFFF"/>
                </a:solidFill>
                <a:effectLst/>
                <a:uLnTx/>
                <a:uFillTx/>
                <a:latin typeface="游ゴシック"/>
                <a:ea typeface="游ゴシック"/>
              </a:rPr>
              <a:t>株式会社（</a:t>
            </a:r>
            <a:r>
              <a:rPr kumimoji="0" lang="en-US" altLang="ja-JP" sz="1200" b="0" i="0" u="none" strike="noStrike" kern="0" cap="none" spc="-70" normalizeH="0" baseline="0" noProof="0">
                <a:ln>
                  <a:noFill/>
                </a:ln>
                <a:solidFill>
                  <a:srgbClr val="FFFFFF"/>
                </a:solidFill>
                <a:effectLst/>
                <a:uLnTx/>
                <a:uFillTx/>
                <a:latin typeface="游ゴシック"/>
                <a:ea typeface="游ゴシック"/>
              </a:rPr>
              <a:t>NSW</a:t>
            </a:r>
            <a:r>
              <a:rPr kumimoji="0" lang="ja-JP" altLang="en-US" sz="1200" b="0" i="0" u="none" strike="noStrike" kern="0" cap="none" spc="-70" normalizeH="0" baseline="0" noProof="0">
                <a:ln>
                  <a:noFill/>
                </a:ln>
                <a:solidFill>
                  <a:srgbClr val="FFFFFF"/>
                </a:solidFill>
                <a:effectLst/>
                <a:uLnTx/>
                <a:uFillTx/>
                <a:latin typeface="游ゴシック"/>
                <a:ea typeface="游ゴシック"/>
              </a:rPr>
              <a:t> </a:t>
            </a:r>
            <a:r>
              <a:rPr kumimoji="0" lang="en-US" altLang="ja-JP" sz="1200" b="0" i="0" u="none" strike="noStrike" kern="0" cap="none" spc="-70" normalizeH="0" baseline="0" noProof="0">
                <a:ln>
                  <a:noFill/>
                </a:ln>
                <a:solidFill>
                  <a:srgbClr val="FFFFFF"/>
                </a:solidFill>
                <a:effectLst/>
                <a:uLnTx/>
                <a:uFillTx/>
                <a:latin typeface="游ゴシック"/>
                <a:ea typeface="游ゴシック"/>
              </a:rPr>
              <a:t>inc.</a:t>
            </a:r>
            <a:r>
              <a:rPr kumimoji="0" lang="ja-JP" altLang="en-US" sz="1200" b="0" i="0" u="none" strike="noStrike" kern="0" cap="none" spc="-70" normalizeH="0" baseline="0" noProof="0">
                <a:ln>
                  <a:noFill/>
                </a:ln>
                <a:solidFill>
                  <a:srgbClr val="FFFFFF"/>
                </a:solidFill>
                <a:effectLst/>
                <a:uLnTx/>
                <a:uFillTx/>
                <a:latin typeface="游ゴシック"/>
                <a:ea typeface="游ゴシック"/>
              </a:rPr>
              <a:t>） 商号変更</a:t>
            </a:r>
            <a:endParaRPr kumimoji="0" lang="ja-JP" altLang="en-US" sz="1200" b="0" i="0" u="none" strike="noStrike" kern="0" cap="none" spc="-70" normalizeH="0" baseline="0" noProof="0">
              <a:ln>
                <a:noFill/>
              </a:ln>
              <a:solidFill>
                <a:srgbClr val="FFFFFF"/>
              </a:solidFill>
              <a:effectLst/>
              <a:highlight>
                <a:srgbClr val="FFFF00"/>
              </a:highlight>
              <a:uLnTx/>
              <a:uFillTx/>
              <a:latin typeface="游ゴシック"/>
              <a:ea typeface="游ゴシック"/>
            </a:endParaRPr>
          </a:p>
        </p:txBody>
      </p:sp>
      <p:sp>
        <p:nvSpPr>
          <p:cNvPr id="42" name="タイトル 10">
            <a:extLst>
              <a:ext uri="{FF2B5EF4-FFF2-40B4-BE49-F238E27FC236}">
                <a16:creationId xmlns:a16="http://schemas.microsoft.com/office/drawing/2014/main" id="{12615B14-2A2E-A5ED-7C6A-742FD346E1AA}"/>
              </a:ext>
            </a:extLst>
          </p:cNvPr>
          <p:cNvSpPr txBox="1">
            <a:spLocks/>
          </p:cNvSpPr>
          <p:nvPr/>
        </p:nvSpPr>
        <p:spPr>
          <a:xfrm>
            <a:off x="887493" y="2916951"/>
            <a:ext cx="711084" cy="218862"/>
          </a:xfrm>
          <a:prstGeom prst="rect">
            <a:avLst/>
          </a:prstGeom>
        </p:spPr>
        <p:txBody>
          <a:bodyPr lIns="0" tIns="0" rIns="0" bIns="0"/>
          <a:lstStyle>
            <a:lvl1pPr>
              <a:defRPr sz="2400" b="0" i="0" spc="-70" baseline="0">
                <a:solidFill>
                  <a:schemeClr val="tx2"/>
                </a:solidFill>
                <a:latin typeface="+mn-ea"/>
                <a:ea typeface="+mn-ea"/>
                <a:cs typeface="Meiryo UI" panose="020B0604030504040204" pitchFamily="50" charset="-128"/>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1200" b="1" i="0" u="none" strike="noStrike" kern="0" cap="none" spc="-70" normalizeH="0" baseline="0" noProof="0">
                <a:ln>
                  <a:noFill/>
                </a:ln>
                <a:solidFill>
                  <a:srgbClr val="002060"/>
                </a:solidFill>
                <a:effectLst/>
                <a:uLnTx/>
                <a:uFillTx/>
                <a:latin typeface="游ゴシック"/>
                <a:ea typeface="游ゴシック"/>
              </a:rPr>
              <a:t>設立</a:t>
            </a:r>
            <a:endParaRPr kumimoji="0" lang="ja-JP" altLang="en-US" sz="1200" b="1" i="0" u="none" strike="noStrike" kern="0" cap="none" spc="-70" normalizeH="0" baseline="0" noProof="0">
              <a:ln>
                <a:noFill/>
              </a:ln>
              <a:solidFill>
                <a:srgbClr val="002060"/>
              </a:solidFill>
              <a:effectLst/>
              <a:highlight>
                <a:srgbClr val="FFFF00"/>
              </a:highlight>
              <a:uLnTx/>
              <a:uFillTx/>
              <a:latin typeface="游ゴシック"/>
              <a:ea typeface="游ゴシック"/>
            </a:endParaRPr>
          </a:p>
        </p:txBody>
      </p:sp>
      <p:sp>
        <p:nvSpPr>
          <p:cNvPr id="43" name="タイトル 10">
            <a:extLst>
              <a:ext uri="{FF2B5EF4-FFF2-40B4-BE49-F238E27FC236}">
                <a16:creationId xmlns:a16="http://schemas.microsoft.com/office/drawing/2014/main" id="{AA72DA0D-16BF-418E-4769-4F4CBB342563}"/>
              </a:ext>
            </a:extLst>
          </p:cNvPr>
          <p:cNvSpPr txBox="1">
            <a:spLocks/>
          </p:cNvSpPr>
          <p:nvPr/>
        </p:nvSpPr>
        <p:spPr>
          <a:xfrm>
            <a:off x="3979436" y="2825087"/>
            <a:ext cx="2725570" cy="214466"/>
          </a:xfrm>
          <a:prstGeom prst="rect">
            <a:avLst/>
          </a:prstGeom>
        </p:spPr>
        <p:txBody>
          <a:bodyPr lIns="0" tIns="0" rIns="0" bIns="0"/>
          <a:lstStyle>
            <a:lvl1pPr>
              <a:defRPr sz="2400" b="0" i="0" spc="-70" baseline="0">
                <a:solidFill>
                  <a:schemeClr val="tx2"/>
                </a:solidFill>
                <a:latin typeface="+mn-ea"/>
                <a:ea typeface="+mn-ea"/>
                <a:cs typeface="Meiryo UI" panose="020B0604030504040204" pitchFamily="50" charset="-128"/>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1200" b="1" i="0" u="none" strike="noStrike" kern="0" cap="none" spc="-70" normalizeH="0" baseline="0" noProof="0">
                <a:ln>
                  <a:noFill/>
                </a:ln>
                <a:solidFill>
                  <a:srgbClr val="002060"/>
                </a:solidFill>
                <a:effectLst/>
                <a:uLnTx/>
                <a:uFillTx/>
                <a:latin typeface="游ゴシック"/>
                <a:ea typeface="游ゴシック"/>
              </a:rPr>
              <a:t>システムインテグレーション事業</a:t>
            </a:r>
            <a:endParaRPr kumimoji="0" lang="ja-JP" altLang="en-US" sz="1200" b="1" i="0" u="none" strike="noStrike" kern="0" cap="none" spc="-70" normalizeH="0" baseline="0" noProof="0">
              <a:ln>
                <a:noFill/>
              </a:ln>
              <a:solidFill>
                <a:srgbClr val="002060"/>
              </a:solidFill>
              <a:effectLst/>
              <a:highlight>
                <a:srgbClr val="FFFF00"/>
              </a:highlight>
              <a:uLnTx/>
              <a:uFillTx/>
              <a:latin typeface="游ゴシック"/>
              <a:ea typeface="游ゴシック"/>
            </a:endParaRPr>
          </a:p>
        </p:txBody>
      </p:sp>
      <p:sp>
        <p:nvSpPr>
          <p:cNvPr id="44" name="タイトル 10">
            <a:extLst>
              <a:ext uri="{FF2B5EF4-FFF2-40B4-BE49-F238E27FC236}">
                <a16:creationId xmlns:a16="http://schemas.microsoft.com/office/drawing/2014/main" id="{34C31E47-C610-3D63-0ED0-4F251B8408E1}"/>
              </a:ext>
            </a:extLst>
          </p:cNvPr>
          <p:cNvSpPr txBox="1">
            <a:spLocks/>
          </p:cNvSpPr>
          <p:nvPr/>
        </p:nvSpPr>
        <p:spPr>
          <a:xfrm>
            <a:off x="4539684" y="2479591"/>
            <a:ext cx="1861274" cy="229498"/>
          </a:xfrm>
          <a:prstGeom prst="rect">
            <a:avLst/>
          </a:prstGeom>
        </p:spPr>
        <p:txBody>
          <a:bodyPr lIns="0" tIns="0" rIns="0" bIns="0"/>
          <a:lstStyle>
            <a:lvl1pPr>
              <a:defRPr sz="2400" b="0" i="0" spc="-70" baseline="0">
                <a:solidFill>
                  <a:schemeClr val="tx2"/>
                </a:solidFill>
                <a:latin typeface="+mn-ea"/>
                <a:ea typeface="+mn-ea"/>
                <a:cs typeface="Meiryo UI" panose="020B0604030504040204" pitchFamily="50" charset="-128"/>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1200" b="1" i="0" u="none" strike="noStrike" kern="0" cap="none" spc="-70" normalizeH="0" baseline="0" noProof="0">
                <a:ln>
                  <a:noFill/>
                </a:ln>
                <a:solidFill>
                  <a:srgbClr val="002060"/>
                </a:solidFill>
                <a:effectLst/>
                <a:uLnTx/>
                <a:uFillTx/>
                <a:latin typeface="游ゴシック"/>
                <a:ea typeface="游ゴシック"/>
              </a:rPr>
              <a:t>データセンター事業</a:t>
            </a:r>
            <a:endParaRPr kumimoji="0" lang="ja-JP" altLang="en-US" sz="1200" b="1" i="0" u="none" strike="noStrike" kern="0" cap="none" spc="-70" normalizeH="0" baseline="0" noProof="0">
              <a:ln>
                <a:noFill/>
              </a:ln>
              <a:solidFill>
                <a:srgbClr val="002060"/>
              </a:solidFill>
              <a:effectLst/>
              <a:highlight>
                <a:srgbClr val="FFFF00"/>
              </a:highlight>
              <a:uLnTx/>
              <a:uFillTx/>
              <a:latin typeface="游ゴシック"/>
              <a:ea typeface="游ゴシック"/>
            </a:endParaRPr>
          </a:p>
        </p:txBody>
      </p:sp>
      <p:sp>
        <p:nvSpPr>
          <p:cNvPr id="45" name="タイトル 10">
            <a:extLst>
              <a:ext uri="{FF2B5EF4-FFF2-40B4-BE49-F238E27FC236}">
                <a16:creationId xmlns:a16="http://schemas.microsoft.com/office/drawing/2014/main" id="{42C41933-98B5-F858-E8B7-E95890B22DFC}"/>
              </a:ext>
            </a:extLst>
          </p:cNvPr>
          <p:cNvSpPr txBox="1">
            <a:spLocks/>
          </p:cNvSpPr>
          <p:nvPr/>
        </p:nvSpPr>
        <p:spPr>
          <a:xfrm>
            <a:off x="6539004" y="2470937"/>
            <a:ext cx="1861274" cy="192420"/>
          </a:xfrm>
          <a:prstGeom prst="rect">
            <a:avLst/>
          </a:prstGeom>
        </p:spPr>
        <p:txBody>
          <a:bodyPr lIns="0" tIns="0" rIns="0" bIns="0"/>
          <a:lstStyle>
            <a:lvl1pPr>
              <a:defRPr sz="2400" b="0" i="0" spc="-70" baseline="0">
                <a:solidFill>
                  <a:schemeClr val="tx2"/>
                </a:solidFill>
                <a:latin typeface="+mn-ea"/>
                <a:ea typeface="+mn-ea"/>
                <a:cs typeface="Meiryo UI" panose="020B0604030504040204" pitchFamily="50" charset="-128"/>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1200" b="1" i="0" u="none" strike="noStrike" kern="0" cap="none" spc="-70" normalizeH="0" baseline="0" noProof="0">
                <a:ln>
                  <a:noFill/>
                </a:ln>
                <a:solidFill>
                  <a:srgbClr val="002060"/>
                </a:solidFill>
                <a:effectLst/>
                <a:uLnTx/>
                <a:uFillTx/>
                <a:latin typeface="游ゴシック"/>
                <a:ea typeface="游ゴシック"/>
              </a:rPr>
              <a:t>クラウドサービス事業</a:t>
            </a:r>
            <a:endParaRPr kumimoji="0" lang="ja-JP" altLang="en-US" sz="1200" b="1" i="0" u="none" strike="noStrike" kern="0" cap="none" spc="-70" normalizeH="0" baseline="0" noProof="0">
              <a:ln>
                <a:noFill/>
              </a:ln>
              <a:solidFill>
                <a:srgbClr val="002060"/>
              </a:solidFill>
              <a:effectLst/>
              <a:highlight>
                <a:srgbClr val="FFFF00"/>
              </a:highlight>
              <a:uLnTx/>
              <a:uFillTx/>
              <a:latin typeface="游ゴシック"/>
              <a:ea typeface="游ゴシック"/>
            </a:endParaRPr>
          </a:p>
        </p:txBody>
      </p:sp>
      <p:sp>
        <p:nvSpPr>
          <p:cNvPr id="46" name="タイトル 10">
            <a:extLst>
              <a:ext uri="{FF2B5EF4-FFF2-40B4-BE49-F238E27FC236}">
                <a16:creationId xmlns:a16="http://schemas.microsoft.com/office/drawing/2014/main" id="{A38DAD90-8AA4-D79F-E2DA-CFD5ADA1D381}"/>
              </a:ext>
            </a:extLst>
          </p:cNvPr>
          <p:cNvSpPr txBox="1">
            <a:spLocks/>
          </p:cNvSpPr>
          <p:nvPr/>
        </p:nvSpPr>
        <p:spPr>
          <a:xfrm>
            <a:off x="7074064" y="2009048"/>
            <a:ext cx="1027067" cy="184578"/>
          </a:xfrm>
          <a:prstGeom prst="rect">
            <a:avLst/>
          </a:prstGeom>
        </p:spPr>
        <p:txBody>
          <a:bodyPr lIns="0" tIns="0" rIns="0" bIns="0"/>
          <a:lstStyle>
            <a:lvl1pPr>
              <a:defRPr sz="2400" b="0" i="0" spc="-70" baseline="0">
                <a:solidFill>
                  <a:schemeClr val="tx2"/>
                </a:solidFill>
                <a:latin typeface="+mn-ea"/>
                <a:ea typeface="+mn-ea"/>
                <a:cs typeface="Meiryo UI" panose="020B0604030504040204" pitchFamily="50" charset="-128"/>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1200" b="1" i="0" u="none" strike="noStrike" kern="0" cap="none" spc="-70" normalizeH="0" baseline="0" noProof="0">
                <a:ln>
                  <a:noFill/>
                </a:ln>
                <a:solidFill>
                  <a:srgbClr val="002060"/>
                </a:solidFill>
                <a:effectLst/>
                <a:uLnTx/>
                <a:uFillTx/>
                <a:latin typeface="游ゴシック"/>
                <a:ea typeface="游ゴシック"/>
              </a:rPr>
              <a:t>IoT</a:t>
            </a:r>
            <a:r>
              <a:rPr kumimoji="0" lang="ja-JP" altLang="en-US" sz="1200" b="1" i="0" u="none" strike="noStrike" kern="0" cap="none" spc="-70" normalizeH="0" baseline="0" noProof="0">
                <a:ln>
                  <a:noFill/>
                </a:ln>
                <a:solidFill>
                  <a:srgbClr val="002060"/>
                </a:solidFill>
                <a:effectLst/>
                <a:uLnTx/>
                <a:uFillTx/>
                <a:latin typeface="游ゴシック"/>
                <a:ea typeface="游ゴシック"/>
              </a:rPr>
              <a:t>・</a:t>
            </a:r>
            <a:r>
              <a:rPr kumimoji="0" lang="en-US" altLang="ja-JP" sz="1200" b="1" i="0" u="none" strike="noStrike" kern="0" cap="none" spc="-70" normalizeH="0" baseline="0" noProof="0">
                <a:ln>
                  <a:noFill/>
                </a:ln>
                <a:solidFill>
                  <a:srgbClr val="002060"/>
                </a:solidFill>
                <a:effectLst/>
                <a:uLnTx/>
                <a:uFillTx/>
                <a:latin typeface="游ゴシック"/>
                <a:ea typeface="游ゴシック"/>
              </a:rPr>
              <a:t>M2M</a:t>
            </a:r>
            <a:r>
              <a:rPr kumimoji="0" lang="ja-JP" altLang="en-US" sz="1200" b="1" i="0" u="none" strike="noStrike" kern="0" cap="none" spc="-70" normalizeH="0" baseline="0" noProof="0">
                <a:ln>
                  <a:noFill/>
                </a:ln>
                <a:solidFill>
                  <a:srgbClr val="002060"/>
                </a:solidFill>
                <a:effectLst/>
                <a:uLnTx/>
                <a:uFillTx/>
                <a:latin typeface="游ゴシック"/>
                <a:ea typeface="游ゴシック"/>
              </a:rPr>
              <a:t>事業 </a:t>
            </a:r>
            <a:endParaRPr kumimoji="0" lang="ja-JP" altLang="en-US" sz="1200" b="1" i="0" u="none" strike="noStrike" kern="0" cap="none" spc="-70" normalizeH="0" baseline="0" noProof="0">
              <a:ln>
                <a:noFill/>
              </a:ln>
              <a:solidFill>
                <a:srgbClr val="002060"/>
              </a:solidFill>
              <a:effectLst/>
              <a:highlight>
                <a:srgbClr val="FFFF00"/>
              </a:highlight>
              <a:uLnTx/>
              <a:uFillTx/>
              <a:latin typeface="游ゴシック"/>
              <a:ea typeface="游ゴシック"/>
            </a:endParaRPr>
          </a:p>
        </p:txBody>
      </p:sp>
      <p:sp>
        <p:nvSpPr>
          <p:cNvPr id="49" name="タイトル 10">
            <a:extLst>
              <a:ext uri="{FF2B5EF4-FFF2-40B4-BE49-F238E27FC236}">
                <a16:creationId xmlns:a16="http://schemas.microsoft.com/office/drawing/2014/main" id="{0C0CE87B-6791-A52A-9ADC-9531043F584B}"/>
              </a:ext>
            </a:extLst>
          </p:cNvPr>
          <p:cNvSpPr txBox="1">
            <a:spLocks/>
          </p:cNvSpPr>
          <p:nvPr/>
        </p:nvSpPr>
        <p:spPr>
          <a:xfrm>
            <a:off x="6996703" y="5927175"/>
            <a:ext cx="1961451" cy="192942"/>
          </a:xfrm>
          <a:prstGeom prst="rect">
            <a:avLst/>
          </a:prstGeom>
        </p:spPr>
        <p:txBody>
          <a:bodyPr lIns="0" tIns="0" rIns="0" bIns="0"/>
          <a:lstStyle>
            <a:lvl1pPr>
              <a:defRPr sz="2400" b="0" i="0" spc="-70" baseline="0">
                <a:solidFill>
                  <a:schemeClr val="tx2"/>
                </a:solidFill>
                <a:latin typeface="+mn-ea"/>
                <a:ea typeface="+mn-ea"/>
                <a:cs typeface="Meiryo UI" panose="020B0604030504040204" pitchFamily="50" charset="-128"/>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50" b="0" i="0" u="none" strike="noStrike" kern="1200" cap="none" spc="-70" normalizeH="0" baseline="0" noProof="0">
                <a:ln>
                  <a:noFill/>
                </a:ln>
                <a:solidFill>
                  <a:srgbClr val="FFFFFF"/>
                </a:solidFill>
                <a:effectLst/>
                <a:uLnTx/>
                <a:uFillTx/>
                <a:latin typeface="游ゴシック"/>
                <a:ea typeface="游ゴシック"/>
              </a:rPr>
              <a:t>国際規格</a:t>
            </a:r>
            <a:r>
              <a:rPr kumimoji="1" lang="en-US" altLang="ja-JP" sz="1050" b="0" i="0" u="none" strike="noStrike" kern="1200" cap="none" spc="-70" normalizeH="0" baseline="0" noProof="0">
                <a:ln>
                  <a:noFill/>
                </a:ln>
                <a:solidFill>
                  <a:srgbClr val="FFFFFF"/>
                </a:solidFill>
                <a:effectLst/>
                <a:uLnTx/>
                <a:uFillTx/>
                <a:latin typeface="游ゴシック"/>
                <a:ea typeface="游ゴシック"/>
              </a:rPr>
              <a:t>ISO/IEC27001</a:t>
            </a:r>
            <a:r>
              <a:rPr kumimoji="1" lang="ja-JP" altLang="en-US" sz="1050" b="0" i="0" u="none" strike="noStrike" kern="1200" cap="none" spc="-70" normalizeH="0" baseline="0" noProof="0">
                <a:ln>
                  <a:noFill/>
                </a:ln>
                <a:solidFill>
                  <a:srgbClr val="FFFFFF"/>
                </a:solidFill>
                <a:effectLst/>
                <a:uLnTx/>
                <a:uFillTx/>
                <a:latin typeface="游ゴシック"/>
                <a:ea typeface="游ゴシック"/>
              </a:rPr>
              <a:t>認証取得</a:t>
            </a:r>
            <a:endParaRPr kumimoji="0" lang="ja-JP" altLang="en-US" sz="1200" b="0" i="0" u="none" strike="noStrike" kern="0" cap="none" spc="-70" normalizeH="0" baseline="0" noProof="0">
              <a:ln>
                <a:noFill/>
              </a:ln>
              <a:solidFill>
                <a:srgbClr val="FFFFFF"/>
              </a:solidFill>
              <a:effectLst/>
              <a:highlight>
                <a:srgbClr val="FFFF00"/>
              </a:highlight>
              <a:uLnTx/>
              <a:uFillTx/>
              <a:latin typeface="游ゴシック"/>
              <a:ea typeface="游ゴシック"/>
            </a:endParaRPr>
          </a:p>
        </p:txBody>
      </p:sp>
      <p:sp>
        <p:nvSpPr>
          <p:cNvPr id="51" name="タイトル 10">
            <a:extLst>
              <a:ext uri="{FF2B5EF4-FFF2-40B4-BE49-F238E27FC236}">
                <a16:creationId xmlns:a16="http://schemas.microsoft.com/office/drawing/2014/main" id="{0C14B264-0F80-8B79-4D56-509CE5D8F058}"/>
              </a:ext>
            </a:extLst>
          </p:cNvPr>
          <p:cNvSpPr txBox="1">
            <a:spLocks/>
          </p:cNvSpPr>
          <p:nvPr/>
        </p:nvSpPr>
        <p:spPr>
          <a:xfrm>
            <a:off x="6735074" y="6154064"/>
            <a:ext cx="1961451" cy="192942"/>
          </a:xfrm>
          <a:prstGeom prst="rect">
            <a:avLst/>
          </a:prstGeom>
        </p:spPr>
        <p:txBody>
          <a:bodyPr lIns="0" tIns="0" rIns="0" bIns="0"/>
          <a:lstStyle>
            <a:lvl1pPr>
              <a:defRPr sz="2400" b="0" i="0" spc="-70" baseline="0">
                <a:solidFill>
                  <a:schemeClr val="tx2"/>
                </a:solidFill>
                <a:latin typeface="+mn-ea"/>
                <a:ea typeface="+mn-ea"/>
                <a:cs typeface="Meiryo UI" panose="020B0604030504040204" pitchFamily="50" charset="-128"/>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50" b="0" i="0" u="none" strike="noStrike" kern="1200" cap="none" spc="-70" normalizeH="0" baseline="0" noProof="0">
                <a:ln>
                  <a:noFill/>
                </a:ln>
                <a:solidFill>
                  <a:srgbClr val="FFFFFF"/>
                </a:solidFill>
                <a:effectLst/>
                <a:uLnTx/>
                <a:uFillTx/>
                <a:latin typeface="游ゴシック"/>
                <a:ea typeface="游ゴシック"/>
              </a:rPr>
              <a:t>国際規格</a:t>
            </a:r>
            <a:r>
              <a:rPr kumimoji="1" lang="en-US" altLang="ja-JP" sz="1050" b="0" i="0" u="none" strike="noStrike" kern="1200" cap="none" spc="-70" normalizeH="0" baseline="0" noProof="0">
                <a:ln>
                  <a:noFill/>
                </a:ln>
                <a:solidFill>
                  <a:srgbClr val="FFFFFF"/>
                </a:solidFill>
                <a:effectLst/>
                <a:uLnTx/>
                <a:uFillTx/>
                <a:latin typeface="游ゴシック"/>
                <a:ea typeface="游ゴシック"/>
              </a:rPr>
              <a:t>ISO14001</a:t>
            </a:r>
            <a:r>
              <a:rPr kumimoji="1" lang="ja-JP" altLang="en-US" sz="1050" b="0" i="0" u="none" strike="noStrike" kern="1200" cap="none" spc="-70" normalizeH="0" baseline="0" noProof="0">
                <a:ln>
                  <a:noFill/>
                </a:ln>
                <a:solidFill>
                  <a:srgbClr val="FFFFFF"/>
                </a:solidFill>
                <a:effectLst/>
                <a:uLnTx/>
                <a:uFillTx/>
                <a:latin typeface="游ゴシック"/>
                <a:ea typeface="游ゴシック"/>
              </a:rPr>
              <a:t>認証取得</a:t>
            </a:r>
            <a:endParaRPr kumimoji="0" lang="ja-JP" altLang="en-US" sz="1200" b="0" i="0" u="none" strike="noStrike" kern="0" cap="none" spc="-70" normalizeH="0" baseline="0" noProof="0">
              <a:ln>
                <a:noFill/>
              </a:ln>
              <a:solidFill>
                <a:srgbClr val="FFFFFF"/>
              </a:solidFill>
              <a:effectLst/>
              <a:highlight>
                <a:srgbClr val="FFFF00"/>
              </a:highlight>
              <a:uLnTx/>
              <a:uFillTx/>
              <a:latin typeface="游ゴシック"/>
              <a:ea typeface="游ゴシック"/>
            </a:endParaRPr>
          </a:p>
        </p:txBody>
      </p:sp>
      <p:sp>
        <p:nvSpPr>
          <p:cNvPr id="52" name="タイトル 10">
            <a:extLst>
              <a:ext uri="{FF2B5EF4-FFF2-40B4-BE49-F238E27FC236}">
                <a16:creationId xmlns:a16="http://schemas.microsoft.com/office/drawing/2014/main" id="{DE2052C9-D8D6-9541-0395-61FFD0D6D403}"/>
              </a:ext>
            </a:extLst>
          </p:cNvPr>
          <p:cNvSpPr txBox="1">
            <a:spLocks/>
          </p:cNvSpPr>
          <p:nvPr/>
        </p:nvSpPr>
        <p:spPr>
          <a:xfrm>
            <a:off x="7585500" y="5720816"/>
            <a:ext cx="1961451" cy="192942"/>
          </a:xfrm>
          <a:prstGeom prst="rect">
            <a:avLst/>
          </a:prstGeom>
        </p:spPr>
        <p:txBody>
          <a:bodyPr lIns="0" tIns="0" rIns="0" bIns="0"/>
          <a:lstStyle>
            <a:lvl1pPr>
              <a:defRPr sz="2400" b="0" i="0" spc="-70" baseline="0">
                <a:solidFill>
                  <a:schemeClr val="tx2"/>
                </a:solidFill>
                <a:latin typeface="+mn-ea"/>
                <a:ea typeface="+mn-ea"/>
                <a:cs typeface="Meiryo UI" panose="020B0604030504040204" pitchFamily="50" charset="-128"/>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50" b="0" i="0" u="none" strike="noStrike" kern="1200" cap="none" spc="-70" normalizeH="0" baseline="0" noProof="0">
                <a:ln>
                  <a:noFill/>
                </a:ln>
                <a:solidFill>
                  <a:srgbClr val="FFFFFF"/>
                </a:solidFill>
                <a:effectLst/>
                <a:uLnTx/>
                <a:uFillTx/>
                <a:latin typeface="游ゴシック"/>
                <a:ea typeface="游ゴシック"/>
              </a:rPr>
              <a:t>国際規格</a:t>
            </a:r>
            <a:r>
              <a:rPr kumimoji="1" lang="en-US" altLang="ja-JP" sz="1050" b="0" i="0" u="none" strike="noStrike" kern="1200" cap="none" spc="-70" normalizeH="0" baseline="0" noProof="0">
                <a:ln>
                  <a:noFill/>
                </a:ln>
                <a:solidFill>
                  <a:srgbClr val="FFFFFF"/>
                </a:solidFill>
                <a:effectLst/>
                <a:uLnTx/>
                <a:uFillTx/>
                <a:latin typeface="游ゴシック"/>
                <a:ea typeface="游ゴシック"/>
              </a:rPr>
              <a:t>ISO/IEC20000</a:t>
            </a:r>
            <a:r>
              <a:rPr kumimoji="1" lang="ja-JP" altLang="en-US" sz="1050" b="0" i="0" u="none" strike="noStrike" kern="1200" cap="none" spc="-70" normalizeH="0" baseline="0" noProof="0">
                <a:ln>
                  <a:noFill/>
                </a:ln>
                <a:solidFill>
                  <a:srgbClr val="FFFFFF"/>
                </a:solidFill>
                <a:effectLst/>
                <a:uLnTx/>
                <a:uFillTx/>
                <a:latin typeface="游ゴシック"/>
                <a:ea typeface="游ゴシック"/>
              </a:rPr>
              <a:t>認証取得</a:t>
            </a:r>
            <a:endParaRPr kumimoji="0" lang="ja-JP" altLang="en-US" sz="1200" b="0" i="0" u="none" strike="noStrike" kern="0" cap="none" spc="-70" normalizeH="0" baseline="0" noProof="0">
              <a:ln>
                <a:noFill/>
              </a:ln>
              <a:solidFill>
                <a:srgbClr val="FFFFFF"/>
              </a:solidFill>
              <a:effectLst/>
              <a:highlight>
                <a:srgbClr val="FFFF00"/>
              </a:highlight>
              <a:uLnTx/>
              <a:uFillTx/>
              <a:latin typeface="游ゴシック"/>
              <a:ea typeface="游ゴシック"/>
            </a:endParaRPr>
          </a:p>
        </p:txBody>
      </p:sp>
      <p:sp>
        <p:nvSpPr>
          <p:cNvPr id="53" name="タイトル 10">
            <a:extLst>
              <a:ext uri="{FF2B5EF4-FFF2-40B4-BE49-F238E27FC236}">
                <a16:creationId xmlns:a16="http://schemas.microsoft.com/office/drawing/2014/main" id="{97AABB7B-006F-7B3B-4080-BC35615CE33B}"/>
              </a:ext>
            </a:extLst>
          </p:cNvPr>
          <p:cNvSpPr txBox="1">
            <a:spLocks/>
          </p:cNvSpPr>
          <p:nvPr/>
        </p:nvSpPr>
        <p:spPr>
          <a:xfrm>
            <a:off x="6476083" y="6385367"/>
            <a:ext cx="1961451" cy="192942"/>
          </a:xfrm>
          <a:prstGeom prst="rect">
            <a:avLst/>
          </a:prstGeom>
        </p:spPr>
        <p:txBody>
          <a:bodyPr lIns="0" tIns="0" rIns="0" bIns="0"/>
          <a:lstStyle>
            <a:lvl1pPr>
              <a:defRPr sz="2400" b="0" i="0" spc="-70" baseline="0">
                <a:solidFill>
                  <a:schemeClr val="tx2"/>
                </a:solidFill>
                <a:latin typeface="+mn-ea"/>
                <a:ea typeface="+mn-ea"/>
                <a:cs typeface="Meiryo UI" panose="020B0604030504040204" pitchFamily="50" charset="-128"/>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50" b="0" i="0" u="none" strike="noStrike" kern="1200" cap="none" spc="-70" normalizeH="0" baseline="0" noProof="0">
                <a:ln>
                  <a:noFill/>
                </a:ln>
                <a:solidFill>
                  <a:srgbClr val="FFFFFF"/>
                </a:solidFill>
                <a:effectLst/>
                <a:uLnTx/>
                <a:uFillTx/>
                <a:latin typeface="游ゴシック"/>
                <a:ea typeface="游ゴシック"/>
              </a:rPr>
              <a:t>国際規格</a:t>
            </a:r>
            <a:r>
              <a:rPr kumimoji="1" lang="en-US" altLang="ja-JP" sz="1050" b="0" i="0" u="none" strike="noStrike" kern="1200" cap="none" spc="-70" normalizeH="0" baseline="0" noProof="0">
                <a:ln>
                  <a:noFill/>
                </a:ln>
                <a:solidFill>
                  <a:srgbClr val="FFFFFF"/>
                </a:solidFill>
                <a:effectLst/>
                <a:uLnTx/>
                <a:uFillTx/>
                <a:latin typeface="游ゴシック"/>
                <a:ea typeface="游ゴシック"/>
              </a:rPr>
              <a:t>ISO9001</a:t>
            </a:r>
            <a:r>
              <a:rPr kumimoji="1" lang="ja-JP" altLang="en-US" sz="1050" b="0" i="0" u="none" strike="noStrike" kern="1200" cap="none" spc="-70" normalizeH="0" baseline="0" noProof="0">
                <a:ln>
                  <a:noFill/>
                </a:ln>
                <a:solidFill>
                  <a:srgbClr val="FFFFFF"/>
                </a:solidFill>
                <a:effectLst/>
                <a:uLnTx/>
                <a:uFillTx/>
                <a:latin typeface="游ゴシック"/>
                <a:ea typeface="游ゴシック"/>
              </a:rPr>
              <a:t>認証取得</a:t>
            </a:r>
            <a:endParaRPr kumimoji="0" lang="ja-JP" altLang="en-US" sz="1200" b="0" i="0" u="none" strike="noStrike" kern="0" cap="none" spc="-70" normalizeH="0" baseline="0" noProof="0">
              <a:ln>
                <a:noFill/>
              </a:ln>
              <a:solidFill>
                <a:srgbClr val="FFFFFF"/>
              </a:solidFill>
              <a:effectLst/>
              <a:highlight>
                <a:srgbClr val="FFFF00"/>
              </a:highlight>
              <a:uLnTx/>
              <a:uFillTx/>
              <a:latin typeface="游ゴシック"/>
              <a:ea typeface="游ゴシック"/>
            </a:endParaRPr>
          </a:p>
        </p:txBody>
      </p:sp>
      <p:sp>
        <p:nvSpPr>
          <p:cNvPr id="54" name="タイトル 10">
            <a:extLst>
              <a:ext uri="{FF2B5EF4-FFF2-40B4-BE49-F238E27FC236}">
                <a16:creationId xmlns:a16="http://schemas.microsoft.com/office/drawing/2014/main" id="{B3F06729-5C38-1D4A-225C-B1D52A94F75D}"/>
              </a:ext>
            </a:extLst>
          </p:cNvPr>
          <p:cNvSpPr txBox="1">
            <a:spLocks/>
          </p:cNvSpPr>
          <p:nvPr/>
        </p:nvSpPr>
        <p:spPr>
          <a:xfrm>
            <a:off x="8815177" y="5490558"/>
            <a:ext cx="1961451" cy="192942"/>
          </a:xfrm>
          <a:prstGeom prst="rect">
            <a:avLst/>
          </a:prstGeom>
        </p:spPr>
        <p:txBody>
          <a:bodyPr lIns="0" tIns="0" rIns="0" bIns="0"/>
          <a:lstStyle>
            <a:lvl1pPr>
              <a:defRPr sz="2400" b="0" i="0" spc="-70" baseline="0">
                <a:solidFill>
                  <a:schemeClr val="tx2"/>
                </a:solidFill>
                <a:latin typeface="+mn-ea"/>
                <a:ea typeface="+mn-ea"/>
                <a:cs typeface="Meiryo UI" panose="020B0604030504040204" pitchFamily="50" charset="-128"/>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50" b="0" i="0" u="none" strike="noStrike" kern="1200" cap="none" spc="-70" normalizeH="0" baseline="0" noProof="0">
                <a:ln>
                  <a:noFill/>
                </a:ln>
                <a:solidFill>
                  <a:srgbClr val="FFFFFF"/>
                </a:solidFill>
                <a:effectLst/>
                <a:uLnTx/>
                <a:uFillTx/>
                <a:latin typeface="游ゴシック"/>
                <a:ea typeface="游ゴシック"/>
              </a:rPr>
              <a:t>国際規格</a:t>
            </a:r>
            <a:r>
              <a:rPr kumimoji="1" lang="en-US" altLang="ja-JP" sz="1050" b="0" i="0" u="none" strike="noStrike" kern="1200" cap="none" spc="-70" normalizeH="0" baseline="0" noProof="0">
                <a:ln>
                  <a:noFill/>
                </a:ln>
                <a:solidFill>
                  <a:srgbClr val="FFFFFF"/>
                </a:solidFill>
                <a:effectLst/>
                <a:uLnTx/>
                <a:uFillTx/>
                <a:latin typeface="游ゴシック"/>
                <a:ea typeface="游ゴシック"/>
              </a:rPr>
              <a:t>ISO/IEC27017</a:t>
            </a:r>
            <a:r>
              <a:rPr kumimoji="1" lang="ja-JP" altLang="en-US" sz="1050" b="0" i="0" u="none" strike="noStrike" kern="1200" cap="none" spc="-70" normalizeH="0" baseline="0" noProof="0">
                <a:ln>
                  <a:noFill/>
                </a:ln>
                <a:solidFill>
                  <a:srgbClr val="FFFFFF"/>
                </a:solidFill>
                <a:effectLst/>
                <a:uLnTx/>
                <a:uFillTx/>
                <a:latin typeface="游ゴシック"/>
                <a:ea typeface="游ゴシック"/>
              </a:rPr>
              <a:t>認証取得</a:t>
            </a:r>
            <a:endParaRPr kumimoji="0" lang="ja-JP" altLang="en-US" sz="1200" b="0" i="0" u="none" strike="noStrike" kern="0" cap="none" spc="-70" normalizeH="0" baseline="0" noProof="0">
              <a:ln>
                <a:noFill/>
              </a:ln>
              <a:solidFill>
                <a:srgbClr val="FFFFFF"/>
              </a:solidFill>
              <a:effectLst/>
              <a:highlight>
                <a:srgbClr val="FFFF00"/>
              </a:highlight>
              <a:uLnTx/>
              <a:uFillTx/>
              <a:latin typeface="游ゴシック"/>
              <a:ea typeface="游ゴシック"/>
            </a:endParaRPr>
          </a:p>
        </p:txBody>
      </p:sp>
      <p:sp>
        <p:nvSpPr>
          <p:cNvPr id="55" name="タイトル 10">
            <a:extLst>
              <a:ext uri="{FF2B5EF4-FFF2-40B4-BE49-F238E27FC236}">
                <a16:creationId xmlns:a16="http://schemas.microsoft.com/office/drawing/2014/main" id="{7E89133F-5271-D2E3-8203-0D08EA1903C9}"/>
              </a:ext>
            </a:extLst>
          </p:cNvPr>
          <p:cNvSpPr txBox="1">
            <a:spLocks/>
          </p:cNvSpPr>
          <p:nvPr/>
        </p:nvSpPr>
        <p:spPr>
          <a:xfrm>
            <a:off x="6720422" y="6482890"/>
            <a:ext cx="1961451" cy="192942"/>
          </a:xfrm>
          <a:prstGeom prst="rect">
            <a:avLst/>
          </a:prstGeom>
        </p:spPr>
        <p:txBody>
          <a:bodyPr lIns="0" tIns="0" rIns="0" bIns="0"/>
          <a:lstStyle>
            <a:lvl1pPr>
              <a:defRPr sz="2400" b="0" i="0" spc="-70" baseline="0">
                <a:solidFill>
                  <a:schemeClr val="tx2"/>
                </a:solidFill>
                <a:latin typeface="+mn-ea"/>
                <a:ea typeface="+mn-ea"/>
                <a:cs typeface="Meiryo UI" panose="020B0604030504040204" pitchFamily="50" charset="-128"/>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200" b="0" i="0" u="none" strike="noStrike" kern="0" cap="none" spc="-70" normalizeH="0" baseline="0" noProof="0">
              <a:ln>
                <a:noFill/>
              </a:ln>
              <a:solidFill>
                <a:srgbClr val="FFFFFF"/>
              </a:solidFill>
              <a:effectLst/>
              <a:highlight>
                <a:srgbClr val="FFFF00"/>
              </a:highlight>
              <a:uLnTx/>
              <a:uFillTx/>
              <a:latin typeface="游ゴシック"/>
              <a:ea typeface="游ゴシック"/>
            </a:endParaRPr>
          </a:p>
        </p:txBody>
      </p:sp>
      <p:sp>
        <p:nvSpPr>
          <p:cNvPr id="56" name="タイトル 10">
            <a:extLst>
              <a:ext uri="{FF2B5EF4-FFF2-40B4-BE49-F238E27FC236}">
                <a16:creationId xmlns:a16="http://schemas.microsoft.com/office/drawing/2014/main" id="{53D1F6A1-22EE-1A8F-2A8C-A68432224766}"/>
              </a:ext>
            </a:extLst>
          </p:cNvPr>
          <p:cNvSpPr txBox="1">
            <a:spLocks/>
          </p:cNvSpPr>
          <p:nvPr/>
        </p:nvSpPr>
        <p:spPr>
          <a:xfrm>
            <a:off x="5946564" y="4432325"/>
            <a:ext cx="1264890" cy="159267"/>
          </a:xfrm>
          <a:prstGeom prst="rect">
            <a:avLst/>
          </a:prstGeom>
        </p:spPr>
        <p:txBody>
          <a:bodyPr lIns="0" tIns="0" rIns="0" bIns="0"/>
          <a:lstStyle>
            <a:lvl1pPr>
              <a:defRPr sz="2400" b="0" i="0" spc="-70" baseline="0">
                <a:solidFill>
                  <a:schemeClr val="tx2"/>
                </a:solidFill>
                <a:latin typeface="+mn-ea"/>
                <a:ea typeface="+mn-ea"/>
                <a:cs typeface="Meiryo UI" panose="020B0604030504040204" pitchFamily="50" charset="-128"/>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50" b="0" i="0" u="none" strike="noStrike" kern="1200" cap="none" spc="-70" normalizeH="0" baseline="0" noProof="0">
                <a:ln>
                  <a:noFill/>
                </a:ln>
                <a:solidFill>
                  <a:srgbClr val="FFFFFF"/>
                </a:solidFill>
                <a:effectLst/>
                <a:uLnTx/>
                <a:uFillTx/>
                <a:latin typeface="游ゴシック"/>
                <a:ea typeface="游ゴシック"/>
              </a:rPr>
              <a:t>山梨</a:t>
            </a:r>
            <a:r>
              <a:rPr kumimoji="1" lang="en-US" altLang="ja-JP" sz="1050" b="0" i="0" u="none" strike="noStrike" kern="1200" cap="none" spc="-70" normalizeH="0" baseline="0" noProof="0">
                <a:ln>
                  <a:noFill/>
                </a:ln>
                <a:solidFill>
                  <a:srgbClr val="FFFFFF"/>
                </a:solidFill>
                <a:effectLst/>
                <a:uLnTx/>
                <a:uFillTx/>
                <a:latin typeface="游ゴシック"/>
                <a:ea typeface="游ゴシック"/>
              </a:rPr>
              <a:t>IT</a:t>
            </a:r>
            <a:r>
              <a:rPr kumimoji="1" lang="ja-JP" altLang="en-US" sz="1050" b="0" i="0" u="none" strike="noStrike" kern="1200" cap="none" spc="-70" normalizeH="0" baseline="0" noProof="0">
                <a:ln>
                  <a:noFill/>
                </a:ln>
                <a:solidFill>
                  <a:srgbClr val="FFFFFF"/>
                </a:solidFill>
                <a:effectLst/>
                <a:uLnTx/>
                <a:uFillTx/>
                <a:latin typeface="游ゴシック"/>
                <a:ea typeface="游ゴシック"/>
              </a:rPr>
              <a:t>センター開設</a:t>
            </a:r>
            <a:endParaRPr kumimoji="0" lang="ja-JP" altLang="en-US" sz="1200" b="0" i="0" u="none" strike="noStrike" kern="0" cap="none" spc="-70" normalizeH="0" baseline="0" noProof="0">
              <a:ln>
                <a:noFill/>
              </a:ln>
              <a:solidFill>
                <a:srgbClr val="FFFFFF"/>
              </a:solidFill>
              <a:effectLst/>
              <a:highlight>
                <a:srgbClr val="FFFF00"/>
              </a:highlight>
              <a:uLnTx/>
              <a:uFillTx/>
              <a:latin typeface="游ゴシック"/>
              <a:ea typeface="游ゴシック"/>
            </a:endParaRPr>
          </a:p>
        </p:txBody>
      </p:sp>
      <p:sp>
        <p:nvSpPr>
          <p:cNvPr id="57" name="object 105">
            <a:extLst>
              <a:ext uri="{FF2B5EF4-FFF2-40B4-BE49-F238E27FC236}">
                <a16:creationId xmlns:a16="http://schemas.microsoft.com/office/drawing/2014/main" id="{1F1676F3-02C3-9AAA-1DDE-ABF29E51432A}"/>
              </a:ext>
            </a:extLst>
          </p:cNvPr>
          <p:cNvSpPr txBox="1"/>
          <p:nvPr/>
        </p:nvSpPr>
        <p:spPr>
          <a:xfrm>
            <a:off x="3456146" y="1980466"/>
            <a:ext cx="1059207" cy="369332"/>
          </a:xfrm>
          <a:prstGeom prst="rect">
            <a:avLst/>
          </a:prstGeom>
          <a:noFill/>
        </p:spPr>
        <p:txBody>
          <a:bodyPr vert="horz" wrap="square" lIns="3600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i="0" u="none" strike="noStrike" kern="1200" cap="none" spc="0" normalizeH="0" baseline="0" noProof="0">
                <a:ln>
                  <a:noFill/>
                </a:ln>
                <a:solidFill>
                  <a:srgbClr val="014097"/>
                </a:solidFill>
                <a:effectLst/>
                <a:uLnTx/>
                <a:uFillTx/>
                <a:latin typeface="游ゴシック"/>
                <a:ea typeface="游ゴシック"/>
                <a:cs typeface="Arial" panose="020B0604020202020204" pitchFamily="34" charset="0"/>
              </a:rPr>
              <a:t>1980</a:t>
            </a:r>
            <a:endParaRPr kumimoji="1" lang="en-US" altLang="ja-JP" sz="1600" b="1" i="0" u="none" strike="noStrike" kern="1200" cap="none" spc="0" normalizeH="0" baseline="0" noProof="0">
              <a:ln>
                <a:noFill/>
              </a:ln>
              <a:solidFill>
                <a:srgbClr val="014097"/>
              </a:solidFill>
              <a:effectLst/>
              <a:uLnTx/>
              <a:uFillTx/>
              <a:latin typeface="游ゴシック"/>
              <a:ea typeface="游ゴシック"/>
              <a:cs typeface="Arial" panose="020B0604020202020204" pitchFamily="34" charset="0"/>
            </a:endParaRPr>
          </a:p>
        </p:txBody>
      </p:sp>
      <p:sp>
        <p:nvSpPr>
          <p:cNvPr id="58" name="object 105">
            <a:extLst>
              <a:ext uri="{FF2B5EF4-FFF2-40B4-BE49-F238E27FC236}">
                <a16:creationId xmlns:a16="http://schemas.microsoft.com/office/drawing/2014/main" id="{258A6D34-A74B-B749-ECDF-1612FD22229F}"/>
              </a:ext>
            </a:extLst>
          </p:cNvPr>
          <p:cNvSpPr txBox="1"/>
          <p:nvPr/>
        </p:nvSpPr>
        <p:spPr>
          <a:xfrm>
            <a:off x="6183521" y="1473205"/>
            <a:ext cx="1059207" cy="369332"/>
          </a:xfrm>
          <a:prstGeom prst="rect">
            <a:avLst/>
          </a:prstGeom>
          <a:noFill/>
        </p:spPr>
        <p:txBody>
          <a:bodyPr vert="horz" wrap="square" lIns="3600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i="0" u="none" strike="noStrike" kern="1200" cap="none" spc="0" normalizeH="0" baseline="0" noProof="0">
                <a:ln>
                  <a:noFill/>
                </a:ln>
                <a:solidFill>
                  <a:srgbClr val="014097"/>
                </a:solidFill>
                <a:effectLst/>
                <a:uLnTx/>
                <a:uFillTx/>
                <a:latin typeface="游ゴシック"/>
                <a:ea typeface="游ゴシック"/>
                <a:cs typeface="Arial" panose="020B0604020202020204" pitchFamily="34" charset="0"/>
              </a:rPr>
              <a:t>2000</a:t>
            </a:r>
            <a:endParaRPr kumimoji="1" lang="en-US" altLang="ja-JP" sz="1600" b="1" i="0" u="none" strike="noStrike" kern="1200" cap="none" spc="0" normalizeH="0" baseline="0" noProof="0">
              <a:ln>
                <a:noFill/>
              </a:ln>
              <a:solidFill>
                <a:srgbClr val="014097"/>
              </a:solidFill>
              <a:effectLst/>
              <a:uLnTx/>
              <a:uFillTx/>
              <a:latin typeface="游ゴシック"/>
              <a:ea typeface="游ゴシック"/>
              <a:cs typeface="Arial" panose="020B0604020202020204" pitchFamily="34" charset="0"/>
            </a:endParaRPr>
          </a:p>
        </p:txBody>
      </p:sp>
      <p:sp>
        <p:nvSpPr>
          <p:cNvPr id="59" name="object 105">
            <a:extLst>
              <a:ext uri="{FF2B5EF4-FFF2-40B4-BE49-F238E27FC236}">
                <a16:creationId xmlns:a16="http://schemas.microsoft.com/office/drawing/2014/main" id="{E8011BFF-F85E-EFF1-6F54-1CBABB213152}"/>
              </a:ext>
            </a:extLst>
          </p:cNvPr>
          <p:cNvSpPr txBox="1"/>
          <p:nvPr/>
        </p:nvSpPr>
        <p:spPr>
          <a:xfrm>
            <a:off x="8532205" y="955531"/>
            <a:ext cx="1059207" cy="369332"/>
          </a:xfrm>
          <a:prstGeom prst="rect">
            <a:avLst/>
          </a:prstGeom>
          <a:noFill/>
        </p:spPr>
        <p:txBody>
          <a:bodyPr vert="horz" wrap="square" lIns="3600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i="0" u="none" strike="noStrike" kern="1200" cap="none" spc="0" normalizeH="0" baseline="0" noProof="0">
                <a:ln>
                  <a:noFill/>
                </a:ln>
                <a:solidFill>
                  <a:srgbClr val="014097"/>
                </a:solidFill>
                <a:effectLst/>
                <a:uLnTx/>
                <a:uFillTx/>
                <a:latin typeface="游ゴシック"/>
                <a:ea typeface="游ゴシック"/>
                <a:cs typeface="Arial" panose="020B0604020202020204" pitchFamily="34" charset="0"/>
              </a:rPr>
              <a:t>2020</a:t>
            </a:r>
            <a:endParaRPr kumimoji="1" lang="en-US" altLang="ja-JP" sz="1600" b="1" i="0" u="none" strike="noStrike" kern="1200" cap="none" spc="0" normalizeH="0" baseline="0" noProof="0">
              <a:ln>
                <a:noFill/>
              </a:ln>
              <a:solidFill>
                <a:srgbClr val="014097"/>
              </a:solidFill>
              <a:effectLst/>
              <a:uLnTx/>
              <a:uFillTx/>
              <a:latin typeface="游ゴシック"/>
              <a:ea typeface="游ゴシック"/>
              <a:cs typeface="Arial" panose="020B0604020202020204" pitchFamily="34" charset="0"/>
            </a:endParaRPr>
          </a:p>
        </p:txBody>
      </p:sp>
      <p:sp>
        <p:nvSpPr>
          <p:cNvPr id="60" name="タイトル 10">
            <a:extLst>
              <a:ext uri="{FF2B5EF4-FFF2-40B4-BE49-F238E27FC236}">
                <a16:creationId xmlns:a16="http://schemas.microsoft.com/office/drawing/2014/main" id="{4A7872AF-D116-A9CF-6DAF-318DC683E51D}"/>
              </a:ext>
            </a:extLst>
          </p:cNvPr>
          <p:cNvSpPr txBox="1">
            <a:spLocks/>
          </p:cNvSpPr>
          <p:nvPr/>
        </p:nvSpPr>
        <p:spPr>
          <a:xfrm>
            <a:off x="6307444" y="3995687"/>
            <a:ext cx="1264890" cy="159267"/>
          </a:xfrm>
          <a:prstGeom prst="rect">
            <a:avLst/>
          </a:prstGeom>
        </p:spPr>
        <p:txBody>
          <a:bodyPr lIns="0" tIns="0" rIns="0" bIns="0"/>
          <a:lstStyle>
            <a:lvl1pPr>
              <a:defRPr sz="2400" b="0" i="0" spc="-70" baseline="0">
                <a:solidFill>
                  <a:schemeClr val="tx2"/>
                </a:solidFill>
                <a:latin typeface="+mn-ea"/>
                <a:ea typeface="+mn-ea"/>
                <a:cs typeface="Meiryo UI" panose="020B0604030504040204" pitchFamily="50" charset="-128"/>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50" b="0" i="0" u="none" strike="noStrike" kern="1200" cap="none" spc="-70" normalizeH="0" baseline="0" noProof="0">
                <a:ln>
                  <a:noFill/>
                </a:ln>
                <a:solidFill>
                  <a:srgbClr val="FFFFFF"/>
                </a:solidFill>
                <a:effectLst/>
                <a:uLnTx/>
                <a:uFillTx/>
                <a:latin typeface="游ゴシック"/>
                <a:ea typeface="游ゴシック"/>
              </a:rPr>
              <a:t>名古屋事業所開設</a:t>
            </a:r>
            <a:endParaRPr kumimoji="0" lang="ja-JP" altLang="en-US" sz="1200" b="0" i="0" u="none" strike="noStrike" kern="0" cap="none" spc="-70" normalizeH="0" baseline="0" noProof="0">
              <a:ln>
                <a:noFill/>
              </a:ln>
              <a:solidFill>
                <a:srgbClr val="FFFFFF"/>
              </a:solidFill>
              <a:effectLst/>
              <a:highlight>
                <a:srgbClr val="FFFF00"/>
              </a:highlight>
              <a:uLnTx/>
              <a:uFillTx/>
              <a:latin typeface="游ゴシック"/>
              <a:ea typeface="游ゴシック"/>
            </a:endParaRPr>
          </a:p>
        </p:txBody>
      </p:sp>
      <p:sp>
        <p:nvSpPr>
          <p:cNvPr id="61" name="タイトル 10">
            <a:extLst>
              <a:ext uri="{FF2B5EF4-FFF2-40B4-BE49-F238E27FC236}">
                <a16:creationId xmlns:a16="http://schemas.microsoft.com/office/drawing/2014/main" id="{C6FE7084-F10D-8D5B-71C3-FC93B4A9086D}"/>
              </a:ext>
            </a:extLst>
          </p:cNvPr>
          <p:cNvSpPr txBox="1">
            <a:spLocks/>
          </p:cNvSpPr>
          <p:nvPr/>
        </p:nvSpPr>
        <p:spPr>
          <a:xfrm>
            <a:off x="6318798" y="3777600"/>
            <a:ext cx="1264890" cy="159267"/>
          </a:xfrm>
          <a:prstGeom prst="rect">
            <a:avLst/>
          </a:prstGeom>
        </p:spPr>
        <p:txBody>
          <a:bodyPr lIns="0" tIns="0" rIns="0" bIns="0"/>
          <a:lstStyle>
            <a:lvl1pPr>
              <a:defRPr sz="2400" b="0" i="0" spc="-70" baseline="0">
                <a:solidFill>
                  <a:schemeClr val="tx2"/>
                </a:solidFill>
                <a:latin typeface="+mn-ea"/>
                <a:ea typeface="+mn-ea"/>
                <a:cs typeface="Meiryo UI" panose="020B0604030504040204" pitchFamily="50" charset="-128"/>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50" b="0" i="0" u="none" strike="noStrike" kern="1200" cap="none" spc="-70" normalizeH="0" baseline="0" noProof="0">
                <a:ln>
                  <a:noFill/>
                </a:ln>
                <a:solidFill>
                  <a:srgbClr val="FFFFFF"/>
                </a:solidFill>
                <a:effectLst/>
                <a:uLnTx/>
                <a:uFillTx/>
                <a:latin typeface="游ゴシック"/>
                <a:ea typeface="游ゴシック"/>
              </a:rPr>
              <a:t>広島事業所開設</a:t>
            </a:r>
            <a:endParaRPr kumimoji="0" lang="ja-JP" altLang="en-US" sz="1200" b="0" i="0" u="none" strike="noStrike" kern="0" cap="none" spc="-70" normalizeH="0" baseline="0" noProof="0">
              <a:ln>
                <a:noFill/>
              </a:ln>
              <a:solidFill>
                <a:srgbClr val="FFFFFF"/>
              </a:solidFill>
              <a:effectLst/>
              <a:highlight>
                <a:srgbClr val="FFFF00"/>
              </a:highlight>
              <a:uLnTx/>
              <a:uFillTx/>
              <a:latin typeface="游ゴシック"/>
              <a:ea typeface="游ゴシック"/>
            </a:endParaRPr>
          </a:p>
        </p:txBody>
      </p:sp>
      <p:sp>
        <p:nvSpPr>
          <p:cNvPr id="62" name="タイトル 10">
            <a:extLst>
              <a:ext uri="{FF2B5EF4-FFF2-40B4-BE49-F238E27FC236}">
                <a16:creationId xmlns:a16="http://schemas.microsoft.com/office/drawing/2014/main" id="{BD2B98C8-FB76-AE21-365A-64E5072E746B}"/>
              </a:ext>
            </a:extLst>
          </p:cNvPr>
          <p:cNvSpPr txBox="1">
            <a:spLocks/>
          </p:cNvSpPr>
          <p:nvPr/>
        </p:nvSpPr>
        <p:spPr>
          <a:xfrm>
            <a:off x="6110156" y="4219000"/>
            <a:ext cx="1264890" cy="198876"/>
          </a:xfrm>
          <a:prstGeom prst="rect">
            <a:avLst/>
          </a:prstGeom>
        </p:spPr>
        <p:txBody>
          <a:bodyPr lIns="0" tIns="0" rIns="0" bIns="0"/>
          <a:lstStyle>
            <a:lvl1pPr>
              <a:defRPr sz="2400" b="0" i="0" spc="-70" baseline="0">
                <a:solidFill>
                  <a:schemeClr val="tx2"/>
                </a:solidFill>
                <a:latin typeface="+mn-ea"/>
                <a:ea typeface="+mn-ea"/>
                <a:cs typeface="Meiryo UI" panose="020B0604030504040204" pitchFamily="50" charset="-128"/>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50" b="0" i="0" u="none" strike="noStrike" kern="1200" cap="none" spc="-70" normalizeH="0" baseline="0" noProof="0">
                <a:ln>
                  <a:noFill/>
                </a:ln>
                <a:solidFill>
                  <a:srgbClr val="FFFFFF"/>
                </a:solidFill>
                <a:effectLst/>
                <a:uLnTx/>
                <a:uFillTx/>
                <a:latin typeface="游ゴシック"/>
                <a:ea typeface="游ゴシック"/>
              </a:rPr>
              <a:t>渋谷事業所開設</a:t>
            </a:r>
            <a:endParaRPr kumimoji="0" lang="ja-JP" altLang="en-US" sz="1200" b="0" i="0" u="none" strike="noStrike" kern="0" cap="none" spc="-70" normalizeH="0" baseline="0" noProof="0">
              <a:ln>
                <a:noFill/>
              </a:ln>
              <a:solidFill>
                <a:srgbClr val="FFFFFF"/>
              </a:solidFill>
              <a:effectLst/>
              <a:highlight>
                <a:srgbClr val="FFFF00"/>
              </a:highlight>
              <a:uLnTx/>
              <a:uFillTx/>
              <a:latin typeface="游ゴシック"/>
              <a:ea typeface="游ゴシック"/>
            </a:endParaRPr>
          </a:p>
        </p:txBody>
      </p:sp>
      <p:sp>
        <p:nvSpPr>
          <p:cNvPr id="63" name="タイトル 10">
            <a:extLst>
              <a:ext uri="{FF2B5EF4-FFF2-40B4-BE49-F238E27FC236}">
                <a16:creationId xmlns:a16="http://schemas.microsoft.com/office/drawing/2014/main" id="{9556CC4E-D10B-3F17-4EBD-F1EDD28C3BFB}"/>
              </a:ext>
            </a:extLst>
          </p:cNvPr>
          <p:cNvSpPr txBox="1">
            <a:spLocks/>
          </p:cNvSpPr>
          <p:nvPr/>
        </p:nvSpPr>
        <p:spPr>
          <a:xfrm>
            <a:off x="9001755" y="1317128"/>
            <a:ext cx="2895605" cy="885908"/>
          </a:xfrm>
          <a:prstGeom prst="rect">
            <a:avLst/>
          </a:prstGeom>
        </p:spPr>
        <p:txBody>
          <a:bodyPr lIns="0" tIns="0" rIns="0" bIns="0"/>
          <a:lstStyle>
            <a:lvl1pPr>
              <a:defRPr sz="2400" b="0" i="0" spc="-70" baseline="0">
                <a:solidFill>
                  <a:schemeClr val="tx2"/>
                </a:solidFill>
                <a:latin typeface="+mn-ea"/>
                <a:ea typeface="+mn-ea"/>
                <a:cs typeface="Meiryo UI" panose="020B0604030504040204" pitchFamily="50" charset="-128"/>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70" normalizeH="0" baseline="0" noProof="0">
                <a:ln>
                  <a:noFill/>
                </a:ln>
                <a:solidFill>
                  <a:srgbClr val="FF7C80"/>
                </a:solidFill>
                <a:effectLst/>
                <a:uLnTx/>
                <a:uFillTx/>
                <a:latin typeface="游ゴシック"/>
                <a:ea typeface="游ゴシック"/>
              </a:rPr>
              <a:t>DX</a:t>
            </a:r>
            <a:r>
              <a:rPr kumimoji="0" lang="ja-JP" altLang="en-US" sz="1400" b="1" i="0" u="none" strike="noStrike" kern="0" cap="none" spc="-70" normalizeH="0" baseline="0" noProof="0">
                <a:ln>
                  <a:noFill/>
                </a:ln>
                <a:solidFill>
                  <a:srgbClr val="FF7C80"/>
                </a:solidFill>
                <a:effectLst/>
                <a:uLnTx/>
                <a:uFillTx/>
                <a:latin typeface="游ゴシック"/>
                <a:ea typeface="游ゴシック"/>
              </a:rPr>
              <a:t>事業</a:t>
            </a:r>
            <a:endParaRPr kumimoji="0" lang="en-US" altLang="ja-JP" sz="1400" b="1" i="0" u="none" strike="noStrike" kern="0" cap="none" spc="-70" normalizeH="0" baseline="0" noProof="0">
              <a:ln>
                <a:noFill/>
              </a:ln>
              <a:solidFill>
                <a:srgbClr val="FF7C80"/>
              </a:solidFill>
              <a:effectLst/>
              <a:uLnTx/>
              <a:uFillTx/>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1400" b="1" i="0" u="none" strike="noStrike" kern="0" cap="none" spc="-70" normalizeH="0" baseline="0" noProof="0">
                <a:ln>
                  <a:noFill/>
                </a:ln>
                <a:solidFill>
                  <a:srgbClr val="FF7C80"/>
                </a:solidFill>
                <a:effectLst/>
                <a:uLnTx/>
                <a:uFillTx/>
                <a:latin typeface="游ゴシック"/>
                <a:ea typeface="游ゴシック"/>
              </a:rPr>
              <a:t>クラウド・</a:t>
            </a:r>
            <a:r>
              <a:rPr kumimoji="0" lang="en-US" altLang="ja-JP" sz="1400" b="1" i="0" u="none" strike="noStrike" kern="0" cap="none" spc="-70" normalizeH="0" baseline="0" noProof="0">
                <a:ln>
                  <a:noFill/>
                </a:ln>
                <a:solidFill>
                  <a:srgbClr val="FF7C80"/>
                </a:solidFill>
                <a:effectLst/>
                <a:uLnTx/>
                <a:uFillTx/>
                <a:latin typeface="游ゴシック"/>
                <a:ea typeface="游ゴシック"/>
              </a:rPr>
              <a:t>IoT</a:t>
            </a:r>
            <a:r>
              <a:rPr kumimoji="0" lang="ja-JP" altLang="en-US" sz="1400" b="1" i="0" u="none" strike="noStrike" kern="0" cap="none" spc="-70" normalizeH="0" baseline="0" noProof="0">
                <a:ln>
                  <a:noFill/>
                </a:ln>
                <a:solidFill>
                  <a:srgbClr val="FF7C80"/>
                </a:solidFill>
                <a:effectLst/>
                <a:uLnTx/>
                <a:uFillTx/>
                <a:latin typeface="游ゴシック"/>
                <a:ea typeface="游ゴシック"/>
              </a:rPr>
              <a:t>・</a:t>
            </a:r>
            <a:r>
              <a:rPr kumimoji="0" lang="en-US" altLang="ja-JP" sz="1400" b="1" i="0" u="none" strike="noStrike" kern="0" cap="none" spc="-70" normalizeH="0" baseline="0" noProof="0">
                <a:ln>
                  <a:noFill/>
                </a:ln>
                <a:solidFill>
                  <a:srgbClr val="FF7C80"/>
                </a:solidFill>
                <a:effectLst/>
                <a:uLnTx/>
                <a:uFillTx/>
                <a:latin typeface="游ゴシック"/>
                <a:ea typeface="游ゴシック"/>
              </a:rPr>
              <a:t>AI</a:t>
            </a:r>
            <a:r>
              <a:rPr kumimoji="0" lang="ja-JP" altLang="en-US" sz="1400" b="1" i="0" u="none" strike="noStrike" kern="0" cap="none" spc="-70" normalizeH="0" baseline="0" noProof="0">
                <a:ln>
                  <a:noFill/>
                </a:ln>
                <a:solidFill>
                  <a:srgbClr val="FF7C80"/>
                </a:solidFill>
                <a:effectLst/>
                <a:uLnTx/>
                <a:uFillTx/>
                <a:latin typeface="游ゴシック"/>
                <a:ea typeface="游ゴシック"/>
              </a:rPr>
              <a:t>・ロボティクス</a:t>
            </a:r>
            <a:endParaRPr kumimoji="0" lang="en-US" altLang="ja-JP" sz="1400" b="1" i="0" u="none" strike="noStrike" kern="0" cap="none" spc="-70" normalizeH="0" baseline="0" noProof="0">
              <a:ln>
                <a:noFill/>
              </a:ln>
              <a:solidFill>
                <a:srgbClr val="FF7C80"/>
              </a:solidFill>
              <a:effectLst/>
              <a:uLnTx/>
              <a:uFillTx/>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1400" b="1" i="0" u="none" strike="noStrike" kern="0" cap="none" spc="-70" normalizeH="0" baseline="0" noProof="0">
                <a:ln>
                  <a:noFill/>
                </a:ln>
                <a:solidFill>
                  <a:srgbClr val="FF7C80"/>
                </a:solidFill>
                <a:effectLst/>
                <a:uLnTx/>
                <a:uFillTx/>
                <a:latin typeface="游ゴシック"/>
                <a:ea typeface="游ゴシック"/>
              </a:rPr>
              <a:t>先端技術を活用した共創ビジネス</a:t>
            </a:r>
            <a:endParaRPr kumimoji="0" lang="en-US" altLang="ja-JP" sz="1400" b="1" i="0" u="none" strike="noStrike" kern="0" cap="none" spc="-70" normalizeH="0" baseline="0" noProof="0">
              <a:ln>
                <a:noFill/>
              </a:ln>
              <a:solidFill>
                <a:srgbClr val="FF7C80"/>
              </a:solidFill>
              <a:effectLst/>
              <a:uLnTx/>
              <a:uFillTx/>
              <a:latin typeface="游ゴシック"/>
              <a:ea typeface="游ゴシック"/>
            </a:endParaRPr>
          </a:p>
        </p:txBody>
      </p:sp>
      <p:sp>
        <p:nvSpPr>
          <p:cNvPr id="64" name="タイトル 10">
            <a:extLst>
              <a:ext uri="{FF2B5EF4-FFF2-40B4-BE49-F238E27FC236}">
                <a16:creationId xmlns:a16="http://schemas.microsoft.com/office/drawing/2014/main" id="{EF85A5EB-7D74-DA41-FC8F-C5B94A4AC002}"/>
              </a:ext>
            </a:extLst>
          </p:cNvPr>
          <p:cNvSpPr txBox="1">
            <a:spLocks/>
          </p:cNvSpPr>
          <p:nvPr/>
        </p:nvSpPr>
        <p:spPr>
          <a:xfrm>
            <a:off x="989541" y="3525340"/>
            <a:ext cx="1761122" cy="275574"/>
          </a:xfrm>
          <a:prstGeom prst="rect">
            <a:avLst/>
          </a:prstGeom>
        </p:spPr>
        <p:txBody>
          <a:bodyPr lIns="0" tIns="0" rIns="0" bIns="0"/>
          <a:lstStyle>
            <a:lvl1pPr>
              <a:defRPr sz="2400" b="0" i="0" spc="-70" baseline="0">
                <a:solidFill>
                  <a:schemeClr val="tx2"/>
                </a:solidFill>
                <a:latin typeface="+mn-ea"/>
                <a:ea typeface="+mn-ea"/>
                <a:cs typeface="Meiryo UI" panose="020B0604030504040204" pitchFamily="50" charset="-128"/>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1200" b="1" i="0" u="none" strike="noStrike" kern="0" cap="none" spc="-70" normalizeH="0" baseline="0" noProof="0">
                <a:ln>
                  <a:noFill/>
                </a:ln>
                <a:solidFill>
                  <a:srgbClr val="002060"/>
                </a:solidFill>
                <a:effectLst/>
                <a:uLnTx/>
                <a:uFillTx/>
                <a:latin typeface="游ゴシック"/>
                <a:ea typeface="游ゴシック"/>
              </a:rPr>
              <a:t>ソフトウェア開発 </a:t>
            </a:r>
            <a:endParaRPr kumimoji="0" lang="ja-JP" altLang="en-US" sz="1200" b="1" i="0" u="none" strike="noStrike" kern="0" cap="none" spc="-70" normalizeH="0" baseline="0" noProof="0">
              <a:ln>
                <a:noFill/>
              </a:ln>
              <a:solidFill>
                <a:srgbClr val="002060"/>
              </a:solidFill>
              <a:effectLst/>
              <a:highlight>
                <a:srgbClr val="FFFF00"/>
              </a:highlight>
              <a:uLnTx/>
              <a:uFillTx/>
              <a:latin typeface="游ゴシック"/>
              <a:ea typeface="游ゴシック"/>
            </a:endParaRPr>
          </a:p>
        </p:txBody>
      </p:sp>
      <p:sp>
        <p:nvSpPr>
          <p:cNvPr id="66" name="タイトル 10">
            <a:extLst>
              <a:ext uri="{FF2B5EF4-FFF2-40B4-BE49-F238E27FC236}">
                <a16:creationId xmlns:a16="http://schemas.microsoft.com/office/drawing/2014/main" id="{8AF7902D-90A4-1F55-0694-6EA546D13803}"/>
              </a:ext>
            </a:extLst>
          </p:cNvPr>
          <p:cNvSpPr txBox="1">
            <a:spLocks/>
          </p:cNvSpPr>
          <p:nvPr/>
        </p:nvSpPr>
        <p:spPr>
          <a:xfrm>
            <a:off x="5099399" y="2135783"/>
            <a:ext cx="1861274" cy="240462"/>
          </a:xfrm>
          <a:prstGeom prst="rect">
            <a:avLst/>
          </a:prstGeom>
        </p:spPr>
        <p:txBody>
          <a:bodyPr lIns="0" tIns="0" rIns="0" bIns="0"/>
          <a:lstStyle>
            <a:lvl1pPr>
              <a:defRPr sz="2400" b="0" i="0" spc="-70" baseline="0">
                <a:solidFill>
                  <a:schemeClr val="tx2"/>
                </a:solidFill>
                <a:latin typeface="+mn-ea"/>
                <a:ea typeface="+mn-ea"/>
                <a:cs typeface="Meiryo UI" panose="020B0604030504040204" pitchFamily="50" charset="-128"/>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1200" b="1" i="0" u="none" strike="noStrike" kern="0" cap="none" spc="-70" normalizeH="0" baseline="0" noProof="0">
                <a:ln>
                  <a:noFill/>
                </a:ln>
                <a:solidFill>
                  <a:srgbClr val="002060"/>
                </a:solidFill>
                <a:effectLst/>
                <a:uLnTx/>
                <a:uFillTx/>
                <a:latin typeface="游ゴシック"/>
                <a:ea typeface="游ゴシック"/>
              </a:rPr>
              <a:t>組込み開発事業</a:t>
            </a:r>
            <a:endParaRPr kumimoji="0" lang="ja-JP" altLang="en-US" sz="1200" b="1" i="0" u="none" strike="noStrike" kern="0" cap="none" spc="-70" normalizeH="0" baseline="0" noProof="0">
              <a:ln>
                <a:noFill/>
              </a:ln>
              <a:solidFill>
                <a:srgbClr val="002060"/>
              </a:solidFill>
              <a:effectLst/>
              <a:highlight>
                <a:srgbClr val="FFFF00"/>
              </a:highlight>
              <a:uLnTx/>
              <a:uFillTx/>
              <a:latin typeface="游ゴシック"/>
              <a:ea typeface="游ゴシック"/>
            </a:endParaRPr>
          </a:p>
        </p:txBody>
      </p:sp>
      <p:sp>
        <p:nvSpPr>
          <p:cNvPr id="67" name="タイトル 10">
            <a:extLst>
              <a:ext uri="{FF2B5EF4-FFF2-40B4-BE49-F238E27FC236}">
                <a16:creationId xmlns:a16="http://schemas.microsoft.com/office/drawing/2014/main" id="{950572AF-07A9-B6BB-5108-5981EC88D2F5}"/>
              </a:ext>
            </a:extLst>
          </p:cNvPr>
          <p:cNvSpPr txBox="1">
            <a:spLocks/>
          </p:cNvSpPr>
          <p:nvPr/>
        </p:nvSpPr>
        <p:spPr>
          <a:xfrm>
            <a:off x="1766236" y="3183228"/>
            <a:ext cx="1761122" cy="275574"/>
          </a:xfrm>
          <a:prstGeom prst="rect">
            <a:avLst/>
          </a:prstGeom>
        </p:spPr>
        <p:txBody>
          <a:bodyPr lIns="0" tIns="0" rIns="0" bIns="0"/>
          <a:lstStyle>
            <a:lvl1pPr>
              <a:defRPr sz="2400" b="0" i="0" spc="-70" baseline="0">
                <a:solidFill>
                  <a:schemeClr val="tx2"/>
                </a:solidFill>
                <a:latin typeface="+mn-ea"/>
                <a:ea typeface="+mn-ea"/>
                <a:cs typeface="Meiryo UI" panose="020B0604030504040204" pitchFamily="50" charset="-128"/>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1200" b="1" i="0" u="none" strike="noStrike" kern="0" cap="none" spc="-70" normalizeH="0" baseline="0" noProof="0">
                <a:ln>
                  <a:noFill/>
                </a:ln>
                <a:solidFill>
                  <a:srgbClr val="002060"/>
                </a:solidFill>
                <a:effectLst/>
                <a:uLnTx/>
                <a:uFillTx/>
                <a:latin typeface="游ゴシック"/>
                <a:ea typeface="游ゴシック"/>
              </a:rPr>
              <a:t>情報処理サービス開発 </a:t>
            </a:r>
            <a:endParaRPr kumimoji="0" lang="ja-JP" altLang="en-US" sz="1200" b="1" i="0" u="none" strike="noStrike" kern="0" cap="none" spc="-70" normalizeH="0" baseline="0" noProof="0">
              <a:ln>
                <a:noFill/>
              </a:ln>
              <a:solidFill>
                <a:srgbClr val="002060"/>
              </a:solidFill>
              <a:effectLst/>
              <a:highlight>
                <a:srgbClr val="FFFF00"/>
              </a:highlight>
              <a:uLnTx/>
              <a:uFillTx/>
              <a:latin typeface="游ゴシック"/>
              <a:ea typeface="游ゴシック"/>
            </a:endParaRPr>
          </a:p>
        </p:txBody>
      </p:sp>
      <p:sp>
        <p:nvSpPr>
          <p:cNvPr id="68" name="タイトル 10">
            <a:extLst>
              <a:ext uri="{FF2B5EF4-FFF2-40B4-BE49-F238E27FC236}">
                <a16:creationId xmlns:a16="http://schemas.microsoft.com/office/drawing/2014/main" id="{B87D0D31-0E58-1077-E914-0D8313A87058}"/>
              </a:ext>
            </a:extLst>
          </p:cNvPr>
          <p:cNvSpPr txBox="1">
            <a:spLocks/>
          </p:cNvSpPr>
          <p:nvPr/>
        </p:nvSpPr>
        <p:spPr>
          <a:xfrm>
            <a:off x="2440529" y="2849441"/>
            <a:ext cx="1761122" cy="275574"/>
          </a:xfrm>
          <a:prstGeom prst="rect">
            <a:avLst/>
          </a:prstGeom>
        </p:spPr>
        <p:txBody>
          <a:bodyPr lIns="0" tIns="0" rIns="0" bIns="0"/>
          <a:lstStyle>
            <a:lvl1pPr>
              <a:defRPr sz="2400" b="0" i="0" spc="-70" baseline="0">
                <a:solidFill>
                  <a:schemeClr val="tx2"/>
                </a:solidFill>
                <a:latin typeface="+mn-ea"/>
                <a:ea typeface="+mn-ea"/>
                <a:cs typeface="Meiryo UI" panose="020B0604030504040204" pitchFamily="50" charset="-128"/>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1200" b="1" i="0" u="none" strike="noStrike" kern="0" cap="none" spc="-70" normalizeH="0" baseline="0" noProof="0">
                <a:ln>
                  <a:noFill/>
                </a:ln>
                <a:solidFill>
                  <a:srgbClr val="002060"/>
                </a:solidFill>
                <a:effectLst/>
                <a:uLnTx/>
                <a:uFillTx/>
                <a:latin typeface="游ゴシック"/>
                <a:ea typeface="游ゴシック"/>
              </a:rPr>
              <a:t>システム運用</a:t>
            </a:r>
            <a:endParaRPr kumimoji="0" lang="ja-JP" altLang="en-US" sz="1200" b="1" i="0" u="none" strike="noStrike" kern="0" cap="none" spc="-70" normalizeH="0" baseline="0" noProof="0">
              <a:ln>
                <a:noFill/>
              </a:ln>
              <a:solidFill>
                <a:srgbClr val="002060"/>
              </a:solidFill>
              <a:effectLst/>
              <a:highlight>
                <a:srgbClr val="FFFF00"/>
              </a:highlight>
              <a:uLnTx/>
              <a:uFillTx/>
              <a:latin typeface="游ゴシック"/>
              <a:ea typeface="游ゴシック"/>
            </a:endParaRPr>
          </a:p>
        </p:txBody>
      </p:sp>
      <p:sp>
        <p:nvSpPr>
          <p:cNvPr id="69" name="タイトル 10">
            <a:extLst>
              <a:ext uri="{FF2B5EF4-FFF2-40B4-BE49-F238E27FC236}">
                <a16:creationId xmlns:a16="http://schemas.microsoft.com/office/drawing/2014/main" id="{2D48D2CD-3C8F-6670-BB43-AE2FBCA946FA}"/>
              </a:ext>
            </a:extLst>
          </p:cNvPr>
          <p:cNvSpPr txBox="1">
            <a:spLocks/>
          </p:cNvSpPr>
          <p:nvPr/>
        </p:nvSpPr>
        <p:spPr>
          <a:xfrm>
            <a:off x="6866843" y="2235574"/>
            <a:ext cx="1861274" cy="192420"/>
          </a:xfrm>
          <a:prstGeom prst="rect">
            <a:avLst/>
          </a:prstGeom>
        </p:spPr>
        <p:txBody>
          <a:bodyPr lIns="0" tIns="0" rIns="0" bIns="0"/>
          <a:lstStyle>
            <a:lvl1pPr>
              <a:defRPr sz="2400" b="0" i="0" spc="-70" baseline="0">
                <a:solidFill>
                  <a:schemeClr val="tx2"/>
                </a:solidFill>
                <a:latin typeface="+mn-ea"/>
                <a:ea typeface="+mn-ea"/>
                <a:cs typeface="Meiryo UI" panose="020B0604030504040204" pitchFamily="50" charset="-128"/>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1200" b="1" i="0" u="none" strike="noStrike" kern="0" cap="none" spc="-70" normalizeH="0" baseline="0" noProof="0">
                <a:ln>
                  <a:noFill/>
                </a:ln>
                <a:solidFill>
                  <a:srgbClr val="002060"/>
                </a:solidFill>
                <a:effectLst/>
                <a:uLnTx/>
                <a:uFillTx/>
                <a:latin typeface="游ゴシック"/>
                <a:ea typeface="游ゴシック"/>
              </a:rPr>
              <a:t>データマネージメント事業</a:t>
            </a:r>
            <a:endParaRPr kumimoji="0" lang="ja-JP" altLang="en-US" sz="1200" b="1" i="0" u="none" strike="noStrike" kern="0" cap="none" spc="-70" normalizeH="0" baseline="0" noProof="0">
              <a:ln>
                <a:noFill/>
              </a:ln>
              <a:solidFill>
                <a:srgbClr val="002060"/>
              </a:solidFill>
              <a:effectLst/>
              <a:highlight>
                <a:srgbClr val="FFFF00"/>
              </a:highlight>
              <a:uLnTx/>
              <a:uFillTx/>
              <a:latin typeface="游ゴシック"/>
              <a:ea typeface="游ゴシック"/>
            </a:endParaRPr>
          </a:p>
        </p:txBody>
      </p:sp>
      <p:sp>
        <p:nvSpPr>
          <p:cNvPr id="70" name="タイトル 10">
            <a:extLst>
              <a:ext uri="{FF2B5EF4-FFF2-40B4-BE49-F238E27FC236}">
                <a16:creationId xmlns:a16="http://schemas.microsoft.com/office/drawing/2014/main" id="{DF56F1A4-A891-865D-9986-50FB3AA6FF1F}"/>
              </a:ext>
            </a:extLst>
          </p:cNvPr>
          <p:cNvSpPr txBox="1">
            <a:spLocks/>
          </p:cNvSpPr>
          <p:nvPr/>
        </p:nvSpPr>
        <p:spPr>
          <a:xfrm>
            <a:off x="8655874" y="4639138"/>
            <a:ext cx="2218438" cy="140344"/>
          </a:xfrm>
          <a:prstGeom prst="rect">
            <a:avLst/>
          </a:prstGeom>
        </p:spPr>
        <p:txBody>
          <a:bodyPr lIns="0" tIns="0" rIns="0" bIns="0"/>
          <a:lstStyle>
            <a:lvl1pPr>
              <a:defRPr sz="2400" b="0" i="0" spc="-70" baseline="0">
                <a:solidFill>
                  <a:schemeClr val="tx2"/>
                </a:solidFill>
                <a:latin typeface="+mn-ea"/>
                <a:ea typeface="+mn-ea"/>
                <a:cs typeface="Meiryo UI" panose="020B0604030504040204" pitchFamily="50" charset="-128"/>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50" b="0" i="0" u="none" strike="noStrike" kern="1200" cap="none" spc="-70" normalizeH="0" baseline="0" noProof="0">
                <a:ln>
                  <a:noFill/>
                </a:ln>
                <a:solidFill>
                  <a:srgbClr val="FFFFFF"/>
                </a:solidFill>
                <a:effectLst/>
                <a:uLnTx/>
                <a:uFillTx/>
                <a:latin typeface="游ゴシック"/>
                <a:ea typeface="游ゴシック"/>
              </a:rPr>
              <a:t>京石刻恩信息技術</a:t>
            </a:r>
            <a:r>
              <a:rPr kumimoji="1" lang="en-US" altLang="ja-JP" sz="1050" b="0" i="0" u="none" strike="noStrike" kern="1200" cap="none" spc="-70" normalizeH="0" baseline="0" noProof="0">
                <a:ln>
                  <a:noFill/>
                </a:ln>
                <a:solidFill>
                  <a:srgbClr val="FFFFFF"/>
                </a:solidFill>
                <a:effectLst/>
                <a:uLnTx/>
                <a:uFillTx/>
                <a:latin typeface="游ゴシック"/>
                <a:ea typeface="游ゴシック"/>
              </a:rPr>
              <a:t>(</a:t>
            </a:r>
            <a:r>
              <a:rPr kumimoji="1" lang="ja-JP" altLang="en-US" sz="1050" b="0" i="0" u="none" strike="noStrike" kern="1200" cap="none" spc="-70" normalizeH="0" baseline="0" noProof="0">
                <a:ln>
                  <a:noFill/>
                </a:ln>
                <a:solidFill>
                  <a:srgbClr val="FFFFFF"/>
                </a:solidFill>
                <a:effectLst/>
                <a:uLnTx/>
                <a:uFillTx/>
                <a:latin typeface="游ゴシック"/>
                <a:ea typeface="游ゴシック"/>
              </a:rPr>
              <a:t>北京</a:t>
            </a:r>
            <a:r>
              <a:rPr kumimoji="1" lang="en-US" altLang="ja-JP" sz="1050" b="0" i="0" u="none" strike="noStrike" kern="1200" cap="none" spc="-70" normalizeH="0" baseline="0" noProof="0">
                <a:ln>
                  <a:noFill/>
                </a:ln>
                <a:solidFill>
                  <a:srgbClr val="FFFFFF"/>
                </a:solidFill>
                <a:effectLst/>
                <a:uLnTx/>
                <a:uFillTx/>
                <a:latin typeface="游ゴシック"/>
                <a:ea typeface="游ゴシック"/>
              </a:rPr>
              <a:t>)</a:t>
            </a:r>
            <a:r>
              <a:rPr kumimoji="1" lang="ja-JP" altLang="en-US" sz="1050" b="0" i="0" u="none" strike="noStrike" kern="1200" cap="none" spc="-70" normalizeH="0" baseline="0" noProof="0">
                <a:ln>
                  <a:noFill/>
                </a:ln>
                <a:solidFill>
                  <a:srgbClr val="FFFFFF"/>
                </a:solidFill>
                <a:effectLst/>
                <a:uLnTx/>
                <a:uFillTx/>
                <a:latin typeface="游ゴシック"/>
                <a:ea typeface="游ゴシック"/>
              </a:rPr>
              <a:t>有限公司設立</a:t>
            </a:r>
            <a:endParaRPr kumimoji="0" lang="ja-JP" altLang="en-US" sz="1200" b="0" i="0" u="none" strike="noStrike" kern="0" cap="none" spc="-70" normalizeH="0" baseline="0" noProof="0">
              <a:ln>
                <a:noFill/>
              </a:ln>
              <a:solidFill>
                <a:srgbClr val="FFFFFF"/>
              </a:solidFill>
              <a:effectLst/>
              <a:highlight>
                <a:srgbClr val="FFFF00"/>
              </a:highlight>
              <a:uLnTx/>
              <a:uFillTx/>
              <a:latin typeface="游ゴシック"/>
              <a:ea typeface="游ゴシック"/>
            </a:endParaRPr>
          </a:p>
        </p:txBody>
      </p:sp>
      <p:sp>
        <p:nvSpPr>
          <p:cNvPr id="71" name="タイトル 10">
            <a:extLst>
              <a:ext uri="{FF2B5EF4-FFF2-40B4-BE49-F238E27FC236}">
                <a16:creationId xmlns:a16="http://schemas.microsoft.com/office/drawing/2014/main" id="{338148F1-A3A8-C140-7B90-23B55B79B077}"/>
              </a:ext>
            </a:extLst>
          </p:cNvPr>
          <p:cNvSpPr txBox="1">
            <a:spLocks/>
          </p:cNvSpPr>
          <p:nvPr/>
        </p:nvSpPr>
        <p:spPr>
          <a:xfrm>
            <a:off x="2646797" y="5945674"/>
            <a:ext cx="2182119" cy="229961"/>
          </a:xfrm>
          <a:prstGeom prst="rect">
            <a:avLst/>
          </a:prstGeom>
        </p:spPr>
        <p:txBody>
          <a:bodyPr lIns="0" tIns="0" rIns="0" bIns="0"/>
          <a:lstStyle>
            <a:lvl1pPr>
              <a:defRPr sz="2400" b="0" i="0" spc="-70" baseline="0">
                <a:solidFill>
                  <a:schemeClr val="tx2"/>
                </a:solidFill>
                <a:latin typeface="+mn-ea"/>
                <a:ea typeface="+mn-ea"/>
                <a:cs typeface="Meiryo UI" panose="020B0604030504040204" pitchFamily="50" charset="-128"/>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50" b="0" i="0" u="none" strike="noStrike" kern="1200" cap="none" spc="-70" normalizeH="0" baseline="0" noProof="0">
                <a:ln>
                  <a:noFill/>
                </a:ln>
                <a:solidFill>
                  <a:srgbClr val="FFFFFF"/>
                </a:solidFill>
                <a:effectLst/>
                <a:uLnTx/>
                <a:uFillTx/>
                <a:latin typeface="游ゴシック"/>
                <a:ea typeface="游ゴシック"/>
              </a:rPr>
              <a:t>自社ビル </a:t>
            </a:r>
            <a:r>
              <a:rPr kumimoji="1" lang="en-US" altLang="ja-JP" sz="1050" b="0" i="0" u="none" strike="noStrike" kern="1200" cap="none" spc="-70" normalizeH="0" baseline="0" noProof="0">
                <a:ln>
                  <a:noFill/>
                </a:ln>
                <a:solidFill>
                  <a:srgbClr val="FFFFFF"/>
                </a:solidFill>
                <a:effectLst/>
                <a:uLnTx/>
                <a:uFillTx/>
                <a:latin typeface="游ゴシック"/>
                <a:ea typeface="游ゴシック"/>
              </a:rPr>
              <a:t>(</a:t>
            </a:r>
            <a:r>
              <a:rPr kumimoji="1" lang="ja-JP" altLang="en-US" sz="1050" b="0" i="0" u="none" strike="noStrike" kern="1200" cap="none" spc="-70" normalizeH="0" baseline="0" noProof="0">
                <a:ln>
                  <a:noFill/>
                </a:ln>
                <a:solidFill>
                  <a:srgbClr val="FFFFFF"/>
                </a:solidFill>
                <a:effectLst/>
                <a:uLnTx/>
                <a:uFillTx/>
                <a:latin typeface="游ゴシック"/>
                <a:ea typeface="游ゴシック"/>
              </a:rPr>
              <a:t>本社</a:t>
            </a:r>
            <a:r>
              <a:rPr kumimoji="1" lang="en-US" altLang="ja-JP" sz="1050" b="0" i="0" u="none" strike="noStrike" kern="1200" cap="none" spc="-70" normalizeH="0" baseline="0" noProof="0">
                <a:ln>
                  <a:noFill/>
                </a:ln>
                <a:solidFill>
                  <a:srgbClr val="FFFFFF"/>
                </a:solidFill>
                <a:effectLst/>
                <a:uLnTx/>
                <a:uFillTx/>
                <a:latin typeface="游ゴシック"/>
                <a:ea typeface="游ゴシック"/>
              </a:rPr>
              <a:t>)</a:t>
            </a:r>
            <a:r>
              <a:rPr kumimoji="1" lang="ja-JP" altLang="en-US" sz="1050" b="0" i="0" u="none" strike="noStrike" kern="1200" cap="none" spc="-70" normalizeH="0" baseline="0" noProof="0">
                <a:ln>
                  <a:noFill/>
                </a:ln>
                <a:solidFill>
                  <a:srgbClr val="FFFFFF"/>
                </a:solidFill>
                <a:effectLst/>
                <a:uLnTx/>
                <a:uFillTx/>
                <a:latin typeface="游ゴシック"/>
                <a:ea typeface="游ゴシック"/>
              </a:rPr>
              <a:t>東京都渋谷区に取得</a:t>
            </a:r>
            <a:endParaRPr kumimoji="0" lang="ja-JP" altLang="en-US" sz="1200" b="0" i="0" u="none" strike="noStrike" kern="0" cap="none" spc="-70" normalizeH="0" baseline="0" noProof="0">
              <a:ln>
                <a:noFill/>
              </a:ln>
              <a:solidFill>
                <a:srgbClr val="FFFFFF"/>
              </a:solidFill>
              <a:effectLst/>
              <a:highlight>
                <a:srgbClr val="FFFF00"/>
              </a:highlight>
              <a:uLnTx/>
              <a:uFillTx/>
              <a:latin typeface="游ゴシック"/>
              <a:ea typeface="游ゴシック"/>
            </a:endParaRPr>
          </a:p>
        </p:txBody>
      </p:sp>
      <p:sp>
        <p:nvSpPr>
          <p:cNvPr id="72" name="タイトル 10">
            <a:extLst>
              <a:ext uri="{FF2B5EF4-FFF2-40B4-BE49-F238E27FC236}">
                <a16:creationId xmlns:a16="http://schemas.microsoft.com/office/drawing/2014/main" id="{6D9978FC-1732-9260-3346-66E68FCAFCCF}"/>
              </a:ext>
            </a:extLst>
          </p:cNvPr>
          <p:cNvSpPr txBox="1">
            <a:spLocks/>
          </p:cNvSpPr>
          <p:nvPr/>
        </p:nvSpPr>
        <p:spPr>
          <a:xfrm>
            <a:off x="3668949" y="3112821"/>
            <a:ext cx="1632554" cy="128460"/>
          </a:xfrm>
          <a:prstGeom prst="rect">
            <a:avLst/>
          </a:prstGeom>
        </p:spPr>
        <p:txBody>
          <a:bodyPr lIns="0" tIns="0" rIns="0" bIns="0"/>
          <a:lstStyle>
            <a:lvl1pPr>
              <a:defRPr sz="2400" b="0" i="0" spc="-70" baseline="0">
                <a:solidFill>
                  <a:schemeClr val="tx2"/>
                </a:solidFill>
                <a:latin typeface="+mn-ea"/>
                <a:ea typeface="+mn-ea"/>
                <a:cs typeface="Meiryo UI" panose="020B0604030504040204" pitchFamily="50" charset="-128"/>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1200" b="1" i="0" u="none" strike="noStrike" kern="0" cap="none" spc="-70" normalizeH="0" baseline="0" noProof="0">
                <a:ln>
                  <a:noFill/>
                </a:ln>
                <a:solidFill>
                  <a:srgbClr val="002060"/>
                </a:solidFill>
                <a:effectLst/>
                <a:uLnTx/>
                <a:uFillTx/>
                <a:latin typeface="游ゴシック"/>
                <a:ea typeface="游ゴシック"/>
              </a:rPr>
              <a:t>OA</a:t>
            </a:r>
            <a:r>
              <a:rPr kumimoji="0" lang="ja-JP" altLang="en-US" sz="1200" b="1" i="0" u="none" strike="noStrike" kern="0" cap="none" spc="-70" normalizeH="0" baseline="0" noProof="0">
                <a:ln>
                  <a:noFill/>
                </a:ln>
                <a:solidFill>
                  <a:srgbClr val="002060"/>
                </a:solidFill>
                <a:effectLst/>
                <a:uLnTx/>
                <a:uFillTx/>
                <a:latin typeface="游ゴシック"/>
                <a:ea typeface="游ゴシック"/>
              </a:rPr>
              <a:t>機器販売</a:t>
            </a:r>
            <a:endParaRPr kumimoji="0" lang="ja-JP" altLang="en-US" sz="1200" b="1" i="0" u="none" strike="noStrike" kern="0" cap="none" spc="-70" normalizeH="0" baseline="0" noProof="0">
              <a:ln>
                <a:noFill/>
              </a:ln>
              <a:solidFill>
                <a:srgbClr val="002060"/>
              </a:solidFill>
              <a:effectLst/>
              <a:highlight>
                <a:srgbClr val="FFFF00"/>
              </a:highlight>
              <a:uLnTx/>
              <a:uFillTx/>
              <a:latin typeface="游ゴシック"/>
              <a:ea typeface="游ゴシック"/>
            </a:endParaRPr>
          </a:p>
        </p:txBody>
      </p:sp>
      <p:sp>
        <p:nvSpPr>
          <p:cNvPr id="73" name="タイトル 10">
            <a:extLst>
              <a:ext uri="{FF2B5EF4-FFF2-40B4-BE49-F238E27FC236}">
                <a16:creationId xmlns:a16="http://schemas.microsoft.com/office/drawing/2014/main" id="{49A4CDE4-93C1-8B95-31A4-DC5CD7069BBC}"/>
              </a:ext>
            </a:extLst>
          </p:cNvPr>
          <p:cNvSpPr txBox="1">
            <a:spLocks/>
          </p:cNvSpPr>
          <p:nvPr/>
        </p:nvSpPr>
        <p:spPr>
          <a:xfrm>
            <a:off x="6719997" y="3570909"/>
            <a:ext cx="1264890" cy="159267"/>
          </a:xfrm>
          <a:prstGeom prst="rect">
            <a:avLst/>
          </a:prstGeom>
        </p:spPr>
        <p:txBody>
          <a:bodyPr lIns="0" tIns="0" rIns="0" bIns="0"/>
          <a:lstStyle>
            <a:lvl1pPr>
              <a:defRPr sz="2400" b="0" i="0" spc="-70" baseline="0">
                <a:solidFill>
                  <a:schemeClr val="tx2"/>
                </a:solidFill>
                <a:latin typeface="+mn-ea"/>
                <a:ea typeface="+mn-ea"/>
                <a:cs typeface="Meiryo UI" panose="020B0604030504040204" pitchFamily="50" charset="-128"/>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50" b="0" i="0" u="none" strike="noStrike" kern="1200" cap="none" spc="-70" normalizeH="0" baseline="0" noProof="0">
                <a:ln>
                  <a:noFill/>
                </a:ln>
                <a:solidFill>
                  <a:srgbClr val="FFFFFF"/>
                </a:solidFill>
                <a:effectLst/>
                <a:uLnTx/>
                <a:uFillTx/>
                <a:latin typeface="游ゴシック"/>
                <a:ea typeface="游ゴシック"/>
              </a:rPr>
              <a:t>渋谷</a:t>
            </a:r>
            <a:r>
              <a:rPr kumimoji="1" lang="en-US" altLang="ja-JP" sz="1050" b="0" i="0" u="none" strike="noStrike" kern="1200" cap="none" spc="-70" normalizeH="0" baseline="0" noProof="0">
                <a:ln>
                  <a:noFill/>
                </a:ln>
                <a:solidFill>
                  <a:srgbClr val="FFFFFF"/>
                </a:solidFill>
                <a:effectLst/>
                <a:uLnTx/>
                <a:uFillTx/>
                <a:latin typeface="游ゴシック"/>
                <a:ea typeface="游ゴシック"/>
              </a:rPr>
              <a:t>IT</a:t>
            </a:r>
            <a:r>
              <a:rPr kumimoji="1" lang="ja-JP" altLang="en-US" sz="1050" b="0" i="0" u="none" strike="noStrike" kern="1200" cap="none" spc="-70" normalizeH="0" baseline="0" noProof="0">
                <a:ln>
                  <a:noFill/>
                </a:ln>
                <a:solidFill>
                  <a:srgbClr val="FFFFFF"/>
                </a:solidFill>
                <a:effectLst/>
                <a:uLnTx/>
                <a:uFillTx/>
                <a:latin typeface="游ゴシック"/>
                <a:ea typeface="游ゴシック"/>
              </a:rPr>
              <a:t>センター開設</a:t>
            </a:r>
            <a:endParaRPr kumimoji="0" lang="ja-JP" altLang="en-US" sz="1200" b="0" i="0" u="none" strike="noStrike" kern="0" cap="none" spc="-70" normalizeH="0" baseline="0" noProof="0">
              <a:ln>
                <a:noFill/>
              </a:ln>
              <a:solidFill>
                <a:srgbClr val="FFFFFF"/>
              </a:solidFill>
              <a:effectLst/>
              <a:highlight>
                <a:srgbClr val="FFFF00"/>
              </a:highlight>
              <a:uLnTx/>
              <a:uFillTx/>
              <a:latin typeface="游ゴシック"/>
              <a:ea typeface="游ゴシック"/>
            </a:endParaRPr>
          </a:p>
        </p:txBody>
      </p:sp>
      <p:sp>
        <p:nvSpPr>
          <p:cNvPr id="74" name="タイトル 10">
            <a:extLst>
              <a:ext uri="{FF2B5EF4-FFF2-40B4-BE49-F238E27FC236}">
                <a16:creationId xmlns:a16="http://schemas.microsoft.com/office/drawing/2014/main" id="{ED18C746-CCE9-AF5C-80DF-707921E17AC5}"/>
              </a:ext>
            </a:extLst>
          </p:cNvPr>
          <p:cNvSpPr txBox="1">
            <a:spLocks/>
          </p:cNvSpPr>
          <p:nvPr/>
        </p:nvSpPr>
        <p:spPr>
          <a:xfrm>
            <a:off x="9132648" y="4350406"/>
            <a:ext cx="1264890" cy="159267"/>
          </a:xfrm>
          <a:prstGeom prst="rect">
            <a:avLst/>
          </a:prstGeom>
        </p:spPr>
        <p:txBody>
          <a:bodyPr lIns="0" tIns="0" rIns="0" bIns="0"/>
          <a:lstStyle>
            <a:lvl1pPr>
              <a:defRPr sz="2400" b="0" i="0" spc="-70" baseline="0">
                <a:solidFill>
                  <a:schemeClr val="tx2"/>
                </a:solidFill>
                <a:latin typeface="+mn-ea"/>
                <a:ea typeface="+mn-ea"/>
                <a:cs typeface="Meiryo UI" panose="020B0604030504040204" pitchFamily="50" charset="-128"/>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50" b="0" i="0" u="none" strike="noStrike" kern="1200" cap="none" spc="-70" normalizeH="0" baseline="0" noProof="0">
                <a:ln>
                  <a:noFill/>
                </a:ln>
                <a:solidFill>
                  <a:srgbClr val="FFFFFF"/>
                </a:solidFill>
                <a:effectLst/>
                <a:uLnTx/>
                <a:uFillTx/>
                <a:latin typeface="游ゴシック"/>
                <a:ea typeface="游ゴシック"/>
              </a:rPr>
              <a:t>桜丘開発センター開設</a:t>
            </a:r>
            <a:endParaRPr kumimoji="0" lang="ja-JP" altLang="en-US" sz="1200" b="0" i="0" u="none" strike="noStrike" kern="0" cap="none" spc="-70" normalizeH="0" baseline="0" noProof="0">
              <a:ln>
                <a:noFill/>
              </a:ln>
              <a:solidFill>
                <a:srgbClr val="FFFFFF"/>
              </a:solidFill>
              <a:effectLst/>
              <a:highlight>
                <a:srgbClr val="FFFF00"/>
              </a:highlight>
              <a:uLnTx/>
              <a:uFillTx/>
              <a:latin typeface="游ゴシック"/>
              <a:ea typeface="游ゴシック"/>
            </a:endParaRPr>
          </a:p>
        </p:txBody>
      </p:sp>
      <p:sp>
        <p:nvSpPr>
          <p:cNvPr id="76" name="タイトル 10">
            <a:extLst>
              <a:ext uri="{FF2B5EF4-FFF2-40B4-BE49-F238E27FC236}">
                <a16:creationId xmlns:a16="http://schemas.microsoft.com/office/drawing/2014/main" id="{5932D3C6-CEDE-B4A8-DDB1-46AA4FC61C60}"/>
              </a:ext>
            </a:extLst>
          </p:cNvPr>
          <p:cNvSpPr txBox="1">
            <a:spLocks/>
          </p:cNvSpPr>
          <p:nvPr/>
        </p:nvSpPr>
        <p:spPr>
          <a:xfrm>
            <a:off x="6585276" y="5135112"/>
            <a:ext cx="2467551" cy="134082"/>
          </a:xfrm>
          <a:prstGeom prst="rect">
            <a:avLst/>
          </a:prstGeom>
        </p:spPr>
        <p:txBody>
          <a:bodyPr lIns="0" tIns="0" rIns="0" bIns="0"/>
          <a:lstStyle>
            <a:lvl1pPr>
              <a:defRPr sz="2400" b="0" i="0" spc="-70" baseline="0">
                <a:solidFill>
                  <a:schemeClr val="tx2"/>
                </a:solidFill>
                <a:latin typeface="+mn-ea"/>
                <a:ea typeface="+mn-ea"/>
                <a:cs typeface="Meiryo UI" panose="020B0604030504040204" pitchFamily="50" charset="-128"/>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50" b="0" i="0" u="none" strike="noStrike" kern="1200" cap="none" spc="-70" normalizeH="0" baseline="0" noProof="0">
                <a:ln>
                  <a:noFill/>
                </a:ln>
                <a:solidFill>
                  <a:srgbClr val="FFFFFF"/>
                </a:solidFill>
                <a:effectLst/>
                <a:uLnTx/>
                <a:uFillTx/>
                <a:latin typeface="游ゴシック"/>
                <a:ea typeface="游ゴシック"/>
              </a:rPr>
              <a:t>プライバシーマーク使用許諾事業者認定</a:t>
            </a:r>
            <a:endParaRPr kumimoji="0" lang="ja-JP" altLang="en-US" sz="1200" b="0" i="0" u="none" strike="noStrike" kern="0" cap="none" spc="-70" normalizeH="0" baseline="0" noProof="0">
              <a:ln>
                <a:noFill/>
              </a:ln>
              <a:solidFill>
                <a:srgbClr val="FFFFFF"/>
              </a:solidFill>
              <a:effectLst/>
              <a:highlight>
                <a:srgbClr val="FFFF00"/>
              </a:highlight>
              <a:uLnTx/>
              <a:uFillTx/>
              <a:latin typeface="游ゴシック"/>
              <a:ea typeface="游ゴシック"/>
            </a:endParaRPr>
          </a:p>
        </p:txBody>
      </p:sp>
      <p:sp>
        <p:nvSpPr>
          <p:cNvPr id="77" name="タイトル 10">
            <a:extLst>
              <a:ext uri="{FF2B5EF4-FFF2-40B4-BE49-F238E27FC236}">
                <a16:creationId xmlns:a16="http://schemas.microsoft.com/office/drawing/2014/main" id="{CF059D96-D8F9-CFF4-D006-9654E65487BB}"/>
              </a:ext>
            </a:extLst>
          </p:cNvPr>
          <p:cNvSpPr txBox="1">
            <a:spLocks/>
          </p:cNvSpPr>
          <p:nvPr/>
        </p:nvSpPr>
        <p:spPr>
          <a:xfrm>
            <a:off x="6826900" y="4923817"/>
            <a:ext cx="2467551" cy="134082"/>
          </a:xfrm>
          <a:prstGeom prst="rect">
            <a:avLst/>
          </a:prstGeom>
        </p:spPr>
        <p:txBody>
          <a:bodyPr lIns="0" tIns="0" rIns="0" bIns="0"/>
          <a:lstStyle>
            <a:lvl1pPr>
              <a:defRPr sz="2400" b="0" i="0" spc="-70" baseline="0">
                <a:solidFill>
                  <a:schemeClr val="tx2"/>
                </a:solidFill>
                <a:latin typeface="+mn-ea"/>
                <a:ea typeface="+mn-ea"/>
                <a:cs typeface="Meiryo UI" panose="020B0604030504040204" pitchFamily="50" charset="-128"/>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0" i="0" u="none" strike="noStrike" kern="1200" cap="none" spc="-70" normalizeH="0" baseline="0" noProof="0">
                <a:ln>
                  <a:noFill/>
                </a:ln>
                <a:solidFill>
                  <a:srgbClr val="FFFFFF"/>
                </a:solidFill>
                <a:effectLst/>
                <a:uLnTx/>
                <a:uFillTx/>
                <a:latin typeface="游ゴシック"/>
                <a:ea typeface="游ゴシック"/>
              </a:rPr>
              <a:t>ISMS</a:t>
            </a:r>
            <a:r>
              <a:rPr kumimoji="1" lang="ja-JP" altLang="en-US" sz="1050" b="0" i="0" u="none" strike="noStrike" kern="1200" cap="none" spc="-70" normalizeH="0" baseline="0" noProof="0">
                <a:ln>
                  <a:noFill/>
                </a:ln>
                <a:solidFill>
                  <a:srgbClr val="FFFFFF"/>
                </a:solidFill>
                <a:effectLst/>
                <a:uLnTx/>
                <a:uFillTx/>
                <a:latin typeface="游ゴシック"/>
                <a:ea typeface="游ゴシック"/>
              </a:rPr>
              <a:t>適合性評価制度認定取得</a:t>
            </a:r>
            <a:endParaRPr kumimoji="0" lang="ja-JP" altLang="en-US" sz="1200" b="0" i="0" u="none" strike="noStrike" kern="0" cap="none" spc="-70" normalizeH="0" baseline="0" noProof="0">
              <a:ln>
                <a:noFill/>
              </a:ln>
              <a:solidFill>
                <a:srgbClr val="FFFFFF"/>
              </a:solidFill>
              <a:effectLst/>
              <a:highlight>
                <a:srgbClr val="FFFF00"/>
              </a:highlight>
              <a:uLnTx/>
              <a:uFillTx/>
              <a:latin typeface="游ゴシック"/>
              <a:ea typeface="游ゴシック"/>
            </a:endParaRPr>
          </a:p>
        </p:txBody>
      </p:sp>
      <p:sp>
        <p:nvSpPr>
          <p:cNvPr id="78" name="タイトル 10">
            <a:extLst>
              <a:ext uri="{FF2B5EF4-FFF2-40B4-BE49-F238E27FC236}">
                <a16:creationId xmlns:a16="http://schemas.microsoft.com/office/drawing/2014/main" id="{07B044F9-704D-FEBB-B4C4-BE64AF8E7F58}"/>
              </a:ext>
            </a:extLst>
          </p:cNvPr>
          <p:cNvSpPr txBox="1">
            <a:spLocks/>
          </p:cNvSpPr>
          <p:nvPr/>
        </p:nvSpPr>
        <p:spPr>
          <a:xfrm>
            <a:off x="4925554" y="5359845"/>
            <a:ext cx="2042020" cy="144213"/>
          </a:xfrm>
          <a:prstGeom prst="rect">
            <a:avLst/>
          </a:prstGeom>
        </p:spPr>
        <p:txBody>
          <a:bodyPr lIns="0" tIns="0" rIns="0" bIns="0"/>
          <a:lstStyle>
            <a:lvl1pPr>
              <a:defRPr sz="2400" b="0" i="0" spc="-70" baseline="0">
                <a:solidFill>
                  <a:schemeClr val="tx2"/>
                </a:solidFill>
                <a:latin typeface="+mn-ea"/>
                <a:ea typeface="+mn-ea"/>
                <a:cs typeface="Meiryo UI" panose="020B0604030504040204" pitchFamily="50" charset="-128"/>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50" b="0" i="0" u="none" strike="noStrike" kern="1200" cap="none" spc="-70" normalizeH="0" baseline="0" noProof="0">
                <a:ln>
                  <a:noFill/>
                </a:ln>
                <a:solidFill>
                  <a:srgbClr val="FFFFFF"/>
                </a:solidFill>
                <a:effectLst/>
                <a:uLnTx/>
                <a:uFillTx/>
                <a:latin typeface="游ゴシック"/>
                <a:ea typeface="游ゴシック"/>
              </a:rPr>
              <a:t>日本テクノウェイブ株式会社開設</a:t>
            </a:r>
            <a:endParaRPr kumimoji="0" lang="ja-JP" altLang="en-US" sz="1200" b="0" i="0" u="none" strike="noStrike" kern="0" cap="none" spc="-70" normalizeH="0" baseline="0" noProof="0">
              <a:ln>
                <a:noFill/>
              </a:ln>
              <a:solidFill>
                <a:srgbClr val="FFFFFF"/>
              </a:solidFill>
              <a:effectLst/>
              <a:highlight>
                <a:srgbClr val="FFFF00"/>
              </a:highlight>
              <a:uLnTx/>
              <a:uFillTx/>
              <a:latin typeface="游ゴシック"/>
              <a:ea typeface="游ゴシック"/>
            </a:endParaRPr>
          </a:p>
        </p:txBody>
      </p:sp>
      <p:sp>
        <p:nvSpPr>
          <p:cNvPr id="79" name="タイトル 10">
            <a:extLst>
              <a:ext uri="{FF2B5EF4-FFF2-40B4-BE49-F238E27FC236}">
                <a16:creationId xmlns:a16="http://schemas.microsoft.com/office/drawing/2014/main" id="{1864BCBE-20FA-E59D-1CBC-5F9198F137B5}"/>
              </a:ext>
            </a:extLst>
          </p:cNvPr>
          <p:cNvSpPr txBox="1">
            <a:spLocks/>
          </p:cNvSpPr>
          <p:nvPr/>
        </p:nvSpPr>
        <p:spPr>
          <a:xfrm>
            <a:off x="4354362" y="4485813"/>
            <a:ext cx="1264890" cy="159267"/>
          </a:xfrm>
          <a:prstGeom prst="rect">
            <a:avLst/>
          </a:prstGeom>
        </p:spPr>
        <p:txBody>
          <a:bodyPr lIns="0" tIns="0" rIns="0" bIns="0"/>
          <a:lstStyle>
            <a:lvl1pPr>
              <a:defRPr sz="2400" b="0" i="0" spc="-70" baseline="0">
                <a:solidFill>
                  <a:schemeClr val="tx2"/>
                </a:solidFill>
                <a:latin typeface="+mn-ea"/>
                <a:ea typeface="+mn-ea"/>
                <a:cs typeface="Meiryo UI" panose="020B0604030504040204" pitchFamily="50" charset="-128"/>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50" b="0" i="0" u="none" strike="noStrike" kern="1200" cap="none" spc="-70" normalizeH="0" baseline="0" noProof="0">
                <a:ln>
                  <a:noFill/>
                </a:ln>
                <a:solidFill>
                  <a:srgbClr val="FFFFFF"/>
                </a:solidFill>
                <a:effectLst/>
                <a:uLnTx/>
                <a:uFillTx/>
                <a:latin typeface="游ゴシック"/>
                <a:ea typeface="游ゴシック"/>
              </a:rPr>
              <a:t>福岡事業所開設</a:t>
            </a:r>
            <a:endParaRPr kumimoji="0" lang="ja-JP" altLang="en-US" sz="1200" b="0" i="0" u="none" strike="noStrike" kern="0" cap="none" spc="-70" normalizeH="0" baseline="0" noProof="0">
              <a:ln>
                <a:noFill/>
              </a:ln>
              <a:solidFill>
                <a:srgbClr val="FFFFFF"/>
              </a:solidFill>
              <a:effectLst/>
              <a:highlight>
                <a:srgbClr val="FFFF00"/>
              </a:highlight>
              <a:uLnTx/>
              <a:uFillTx/>
              <a:latin typeface="游ゴシック"/>
              <a:ea typeface="游ゴシック"/>
            </a:endParaRPr>
          </a:p>
        </p:txBody>
      </p:sp>
      <p:sp>
        <p:nvSpPr>
          <p:cNvPr id="80" name="タイトル 10">
            <a:extLst>
              <a:ext uri="{FF2B5EF4-FFF2-40B4-BE49-F238E27FC236}">
                <a16:creationId xmlns:a16="http://schemas.microsoft.com/office/drawing/2014/main" id="{3839BAD5-36F1-D615-9399-75A96418202B}"/>
              </a:ext>
            </a:extLst>
          </p:cNvPr>
          <p:cNvSpPr txBox="1">
            <a:spLocks/>
          </p:cNvSpPr>
          <p:nvPr/>
        </p:nvSpPr>
        <p:spPr>
          <a:xfrm>
            <a:off x="3251231" y="5676378"/>
            <a:ext cx="2347242" cy="163904"/>
          </a:xfrm>
          <a:prstGeom prst="rect">
            <a:avLst/>
          </a:prstGeom>
        </p:spPr>
        <p:txBody>
          <a:bodyPr lIns="0" tIns="0" rIns="0" bIns="0"/>
          <a:lstStyle>
            <a:lvl1pPr>
              <a:defRPr sz="2400" b="0" i="0" spc="-70" baseline="0">
                <a:solidFill>
                  <a:schemeClr val="tx2"/>
                </a:solidFill>
                <a:latin typeface="+mn-ea"/>
                <a:ea typeface="+mn-ea"/>
                <a:cs typeface="Meiryo UI" panose="020B0604030504040204" pitchFamily="50" charset="-128"/>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50" b="0" i="0" u="none" strike="noStrike" kern="1200" cap="none" spc="-70" normalizeH="0" baseline="0" noProof="0">
                <a:ln>
                  <a:noFill/>
                </a:ln>
                <a:solidFill>
                  <a:srgbClr val="FFFFFF"/>
                </a:solidFill>
                <a:effectLst/>
                <a:uLnTx/>
                <a:uFillTx/>
                <a:latin typeface="游ゴシック"/>
                <a:ea typeface="游ゴシック"/>
              </a:rPr>
              <a:t>一般社団法人情報サービス産業協会加盟</a:t>
            </a:r>
            <a:endParaRPr kumimoji="0" lang="ja-JP" altLang="en-US" sz="1200" b="0" i="0" u="none" strike="noStrike" kern="0" cap="none" spc="-70" normalizeH="0" baseline="0" noProof="0">
              <a:ln>
                <a:noFill/>
              </a:ln>
              <a:solidFill>
                <a:srgbClr val="FFFFFF"/>
              </a:solidFill>
              <a:effectLst/>
              <a:highlight>
                <a:srgbClr val="FFFF00"/>
              </a:highlight>
              <a:uLnTx/>
              <a:uFillTx/>
              <a:latin typeface="游ゴシック"/>
              <a:ea typeface="游ゴシック"/>
            </a:endParaRPr>
          </a:p>
        </p:txBody>
      </p:sp>
    </p:spTree>
    <p:extLst>
      <p:ext uri="{BB962C8B-B14F-4D97-AF65-F5344CB8AC3E}">
        <p14:creationId xmlns:p14="http://schemas.microsoft.com/office/powerpoint/2010/main" val="29833929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D8DB9C75-3327-47C1-9CD1-C284C03C3214}"/>
              </a:ext>
            </a:extLst>
          </p:cNvPr>
          <p:cNvSpPr>
            <a:spLocks noGrp="1"/>
          </p:cNvSpPr>
          <p:nvPr>
            <p:ph type="title"/>
          </p:nvPr>
        </p:nvSpPr>
        <p:spPr>
          <a:xfrm>
            <a:off x="719403" y="152418"/>
            <a:ext cx="10153651" cy="604519"/>
          </a:xfrm>
        </p:spPr>
        <p:txBody>
          <a:bodyPr/>
          <a:lstStyle/>
          <a:p>
            <a:r>
              <a:rPr lang="ja-JP" altLang="en-US"/>
              <a:t>組織図</a:t>
            </a:r>
            <a:endParaRPr kumimoji="1" lang="ja-JP" altLang="en-US"/>
          </a:p>
        </p:txBody>
      </p:sp>
      <p:sp>
        <p:nvSpPr>
          <p:cNvPr id="2" name="スライド番号プレースホルダー 1">
            <a:extLst>
              <a:ext uri="{FF2B5EF4-FFF2-40B4-BE49-F238E27FC236}">
                <a16:creationId xmlns:a16="http://schemas.microsoft.com/office/drawing/2014/main" id="{77504149-A067-4825-9119-A34CC20BD9BB}"/>
              </a:ext>
            </a:extLst>
          </p:cNvPr>
          <p:cNvSpPr>
            <a:spLocks noGrp="1"/>
          </p:cNvSpPr>
          <p:nvPr>
            <p:ph type="sldNum" sz="quarter" idx="7"/>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4EC30C6-7A88-42D0-96FD-99B4ECB33331}" type="slidenum">
              <a:rPr kumimoji="1" lang="ja-JP" altLang="en-US" sz="1200" b="0" i="0" u="none" strike="noStrike" kern="1200" cap="none" spc="0" normalizeH="0" baseline="0" noProof="0" smtClean="0">
                <a:ln>
                  <a:noFill/>
                </a:ln>
                <a:solidFill>
                  <a:srgbClr val="000000"/>
                </a:solidFill>
                <a:effectLst/>
                <a:uLnTx/>
                <a:uFillTx/>
                <a:latin typeface="游ゴシック"/>
                <a:ea typeface="游ゴシック"/>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1" lang="ja-JP" altLang="en-US" sz="1200" b="0" i="0" u="none" strike="noStrike" kern="1200" cap="none" spc="0" normalizeH="0" baseline="0" noProof="0">
              <a:ln>
                <a:noFill/>
              </a:ln>
              <a:solidFill>
                <a:srgbClr val="000000"/>
              </a:solidFill>
              <a:effectLst/>
              <a:uLnTx/>
              <a:uFillTx/>
              <a:latin typeface="游ゴシック"/>
              <a:ea typeface="游ゴシック"/>
              <a:cs typeface="+mn-cs"/>
            </a:endParaRPr>
          </a:p>
        </p:txBody>
      </p:sp>
      <p:pic>
        <p:nvPicPr>
          <p:cNvPr id="7" name="図 6">
            <a:extLst>
              <a:ext uri="{FF2B5EF4-FFF2-40B4-BE49-F238E27FC236}">
                <a16:creationId xmlns:a16="http://schemas.microsoft.com/office/drawing/2014/main" id="{29859809-D055-CF28-3367-53020F252363}"/>
              </a:ext>
            </a:extLst>
          </p:cNvPr>
          <p:cNvPicPr>
            <a:picLocks noChangeAspect="1"/>
          </p:cNvPicPr>
          <p:nvPr/>
        </p:nvPicPr>
        <p:blipFill>
          <a:blip r:embed="rId2" cstate="email">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703675" y="0"/>
            <a:ext cx="11173407" cy="6858000"/>
          </a:xfrm>
          <a:prstGeom prst="rect">
            <a:avLst/>
          </a:prstGeom>
        </p:spPr>
      </p:pic>
    </p:spTree>
    <p:extLst>
      <p:ext uri="{BB962C8B-B14F-4D97-AF65-F5344CB8AC3E}">
        <p14:creationId xmlns:p14="http://schemas.microsoft.com/office/powerpoint/2010/main" val="19966405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図 24" descr="背景パターン&#10;&#10;自動的に生成された説明">
            <a:extLst>
              <a:ext uri="{FF2B5EF4-FFF2-40B4-BE49-F238E27FC236}">
                <a16:creationId xmlns:a16="http://schemas.microsoft.com/office/drawing/2014/main" id="{DBD83D85-8153-E1C2-19DB-0EFF881A0B12}"/>
              </a:ext>
            </a:extLst>
          </p:cNvPr>
          <p:cNvPicPr>
            <a:picLocks noGrp="1" noRot="1" noChangeAspect="1" noMove="1" noResize="1" noEditPoints="1" noAdjustHandles="1" noChangeArrowheads="1" noChangeShapeType="1" noCrop="1"/>
          </p:cNvPicPr>
          <p:nvPr/>
        </p:nvPicPr>
        <p:blipFill>
          <a:blip r:embed="rId2" cstate="email">
            <a:alphaModFix amt="20000"/>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tretch>
            <a:fillRect/>
          </a:stretch>
        </p:blipFill>
        <p:spPr>
          <a:xfrm>
            <a:off x="-1" y="3361"/>
            <a:ext cx="12113537" cy="6858000"/>
          </a:xfrm>
          <a:prstGeom prst="rect">
            <a:avLst/>
          </a:prstGeom>
        </p:spPr>
      </p:pic>
      <p:sp>
        <p:nvSpPr>
          <p:cNvPr id="2" name="正方形/長方形 1">
            <a:extLst>
              <a:ext uri="{FF2B5EF4-FFF2-40B4-BE49-F238E27FC236}">
                <a16:creationId xmlns:a16="http://schemas.microsoft.com/office/drawing/2014/main" id="{60E4DA2B-51E4-DE26-96CD-6F2369A5840F}"/>
              </a:ext>
            </a:extLst>
          </p:cNvPr>
          <p:cNvSpPr/>
          <p:nvPr/>
        </p:nvSpPr>
        <p:spPr>
          <a:xfrm>
            <a:off x="447778" y="3039166"/>
            <a:ext cx="3274246" cy="1558442"/>
          </a:xfrm>
          <a:prstGeom prst="rect">
            <a:avLst/>
          </a:prstGeom>
          <a:solidFill>
            <a:srgbClr val="014097"/>
          </a:solidFill>
          <a:ln>
            <a:noFill/>
          </a:ln>
        </p:spPr>
        <p:style>
          <a:lnRef idx="1">
            <a:schemeClr val="accent2"/>
          </a:lnRef>
          <a:fillRef idx="2">
            <a:schemeClr val="accent2"/>
          </a:fillRef>
          <a:effectRef idx="1">
            <a:schemeClr val="accent2"/>
          </a:effectRef>
          <a:fontRef idx="minor">
            <a:schemeClr val="dk1"/>
          </a:fontRef>
        </p:style>
        <p:txBody>
          <a:bodyPr tIns="0" bIns="0" numCol="1" rtlCol="0" anchor="ctr" anchorCtr="0"/>
          <a:lstStyle>
            <a:defPPr>
              <a:defRPr lang="ja-JP"/>
            </a:defPPr>
            <a:lvl1pPr algn="ctr" rtl="0" eaLnBrk="0" fontAlgn="ctr" hangingPunct="0">
              <a:spcBef>
                <a:spcPct val="50000"/>
              </a:spcBef>
              <a:spcAft>
                <a:spcPct val="0"/>
              </a:spcAft>
              <a:defRPr kumimoji="1" sz="1000" kern="1200">
                <a:solidFill>
                  <a:schemeClr val="dk1"/>
                </a:solidFill>
                <a:latin typeface="+mn-lt"/>
                <a:ea typeface="+mn-ea"/>
                <a:cs typeface="+mn-cs"/>
              </a:defRPr>
            </a:lvl1pPr>
            <a:lvl2pPr marL="457200" algn="ctr" rtl="0" eaLnBrk="0" fontAlgn="ctr" hangingPunct="0">
              <a:spcBef>
                <a:spcPct val="50000"/>
              </a:spcBef>
              <a:spcAft>
                <a:spcPct val="0"/>
              </a:spcAft>
              <a:defRPr kumimoji="1" sz="1000" kern="1200">
                <a:solidFill>
                  <a:schemeClr val="dk1"/>
                </a:solidFill>
                <a:latin typeface="+mn-lt"/>
                <a:ea typeface="+mn-ea"/>
                <a:cs typeface="+mn-cs"/>
              </a:defRPr>
            </a:lvl2pPr>
            <a:lvl3pPr marL="914400" algn="ctr" rtl="0" eaLnBrk="0" fontAlgn="ctr" hangingPunct="0">
              <a:spcBef>
                <a:spcPct val="50000"/>
              </a:spcBef>
              <a:spcAft>
                <a:spcPct val="0"/>
              </a:spcAft>
              <a:defRPr kumimoji="1" sz="1000" kern="1200">
                <a:solidFill>
                  <a:schemeClr val="dk1"/>
                </a:solidFill>
                <a:latin typeface="+mn-lt"/>
                <a:ea typeface="+mn-ea"/>
                <a:cs typeface="+mn-cs"/>
              </a:defRPr>
            </a:lvl3pPr>
            <a:lvl4pPr marL="1371600" algn="ctr" rtl="0" eaLnBrk="0" fontAlgn="ctr" hangingPunct="0">
              <a:spcBef>
                <a:spcPct val="50000"/>
              </a:spcBef>
              <a:spcAft>
                <a:spcPct val="0"/>
              </a:spcAft>
              <a:defRPr kumimoji="1" sz="1000" kern="1200">
                <a:solidFill>
                  <a:schemeClr val="dk1"/>
                </a:solidFill>
                <a:latin typeface="+mn-lt"/>
                <a:ea typeface="+mn-ea"/>
                <a:cs typeface="+mn-cs"/>
              </a:defRPr>
            </a:lvl4pPr>
            <a:lvl5pPr marL="1828800" algn="ctr" rtl="0" eaLnBrk="0" fontAlgn="ctr" hangingPunct="0">
              <a:spcBef>
                <a:spcPct val="50000"/>
              </a:spcBef>
              <a:spcAft>
                <a:spcPct val="0"/>
              </a:spcAft>
              <a:defRPr kumimoji="1" sz="1000" kern="1200">
                <a:solidFill>
                  <a:schemeClr val="dk1"/>
                </a:solidFill>
                <a:latin typeface="+mn-lt"/>
                <a:ea typeface="+mn-ea"/>
                <a:cs typeface="+mn-cs"/>
              </a:defRPr>
            </a:lvl5pPr>
            <a:lvl6pPr marL="2286000" algn="l" defTabSz="914400" rtl="0" eaLnBrk="1" latinLnBrk="0" hangingPunct="1">
              <a:defRPr kumimoji="1" sz="1000" kern="1200">
                <a:solidFill>
                  <a:schemeClr val="dk1"/>
                </a:solidFill>
                <a:latin typeface="+mn-lt"/>
                <a:ea typeface="+mn-ea"/>
                <a:cs typeface="+mn-cs"/>
              </a:defRPr>
            </a:lvl6pPr>
            <a:lvl7pPr marL="2743200" algn="l" defTabSz="914400" rtl="0" eaLnBrk="1" latinLnBrk="0" hangingPunct="1">
              <a:defRPr kumimoji="1" sz="1000" kern="1200">
                <a:solidFill>
                  <a:schemeClr val="dk1"/>
                </a:solidFill>
                <a:latin typeface="+mn-lt"/>
                <a:ea typeface="+mn-ea"/>
                <a:cs typeface="+mn-cs"/>
              </a:defRPr>
            </a:lvl7pPr>
            <a:lvl8pPr marL="3200400" algn="l" defTabSz="914400" rtl="0" eaLnBrk="1" latinLnBrk="0" hangingPunct="1">
              <a:defRPr kumimoji="1" sz="1000" kern="1200">
                <a:solidFill>
                  <a:schemeClr val="dk1"/>
                </a:solidFill>
                <a:latin typeface="+mn-lt"/>
                <a:ea typeface="+mn-ea"/>
                <a:cs typeface="+mn-cs"/>
              </a:defRPr>
            </a:lvl8pPr>
            <a:lvl9pPr marL="3657600" algn="l" defTabSz="914400" rtl="0" eaLnBrk="1" latinLnBrk="0" hangingPunct="1">
              <a:defRPr kumimoji="1" sz="1000" kern="1200">
                <a:solidFill>
                  <a:schemeClr val="dk1"/>
                </a:solidFill>
                <a:latin typeface="+mn-lt"/>
                <a:ea typeface="+mn-ea"/>
                <a:cs typeface="+mn-cs"/>
              </a:defRPr>
            </a:lvl9pPr>
          </a:lstStyle>
          <a:p>
            <a:pPr marL="0" marR="0" lvl="0" indent="0" algn="ctr" defTabSz="685800" rtl="0" eaLnBrk="0" fontAlgn="ctr" latinLnBrk="0" hangingPunct="0">
              <a:lnSpc>
                <a:spcPct val="100000"/>
              </a:lnSpc>
              <a:spcBef>
                <a:spcPts val="0"/>
              </a:spcBef>
              <a:spcAft>
                <a:spcPct val="0"/>
              </a:spcAft>
              <a:buClrTx/>
              <a:buSzTx/>
              <a:buFontTx/>
              <a:buNone/>
              <a:tabLst/>
              <a:defRPr/>
            </a:pPr>
            <a:endParaRPr kumimoji="1" lang="en-US" altLang="ja-JP" sz="1100" b="0" i="0" u="none" strike="noStrike" kern="1200" cap="none" spc="0" normalizeH="0" baseline="0" noProof="0">
              <a:ln>
                <a:noFill/>
              </a:ln>
              <a:solidFill>
                <a:srgbClr val="FFFFFF">
                  <a:lumMod val="95000"/>
                </a:srgbClr>
              </a:solidFill>
              <a:effectLst/>
              <a:uLnTx/>
              <a:uFillTx/>
              <a:latin typeface="游ゴシック"/>
              <a:ea typeface="游ゴシック"/>
              <a:cs typeface="Meiryo UI" panose="020B0604030504040204" pitchFamily="50" charset="-128"/>
            </a:endParaRPr>
          </a:p>
        </p:txBody>
      </p:sp>
      <p:sp>
        <p:nvSpPr>
          <p:cNvPr id="4" name="タイトル 4">
            <a:extLst>
              <a:ext uri="{FF2B5EF4-FFF2-40B4-BE49-F238E27FC236}">
                <a16:creationId xmlns:a16="http://schemas.microsoft.com/office/drawing/2014/main" id="{4A0B2146-A8A9-460A-AF8D-229168B1EF22}"/>
              </a:ext>
            </a:extLst>
          </p:cNvPr>
          <p:cNvSpPr>
            <a:spLocks noGrp="1"/>
          </p:cNvSpPr>
          <p:nvPr>
            <p:ph type="title"/>
          </p:nvPr>
        </p:nvSpPr>
        <p:spPr>
          <a:xfrm>
            <a:off x="539012" y="116942"/>
            <a:ext cx="10153650" cy="604519"/>
          </a:xfrm>
        </p:spPr>
        <p:txBody>
          <a:bodyPr/>
          <a:lstStyle/>
          <a:p>
            <a:r>
              <a:rPr kumimoji="1" lang="en-US" altLang="ja-JP" sz="2800" dirty="0"/>
              <a:t>NSW</a:t>
            </a:r>
            <a:r>
              <a:rPr kumimoji="1" lang="ja-JP" altLang="en-US" sz="2800" dirty="0"/>
              <a:t> </a:t>
            </a:r>
            <a:r>
              <a:rPr kumimoji="1" lang="en-US" altLang="ja-JP" sz="2800" dirty="0"/>
              <a:t>61</a:t>
            </a:r>
            <a:r>
              <a:rPr kumimoji="1" lang="ja-JP" altLang="en-US" sz="2800" dirty="0"/>
              <a:t>期組織図</a:t>
            </a:r>
            <a:endParaRPr lang="ja-JP" altLang="en-US" sz="2800" dirty="0"/>
          </a:p>
        </p:txBody>
      </p:sp>
      <p:sp>
        <p:nvSpPr>
          <p:cNvPr id="6" name="正方形/長方形 5">
            <a:extLst>
              <a:ext uri="{FF2B5EF4-FFF2-40B4-BE49-F238E27FC236}">
                <a16:creationId xmlns:a16="http://schemas.microsoft.com/office/drawing/2014/main" id="{52EF8DA0-32C3-497B-B981-8EF0D9D892CE}"/>
              </a:ext>
            </a:extLst>
          </p:cNvPr>
          <p:cNvSpPr/>
          <p:nvPr/>
        </p:nvSpPr>
        <p:spPr>
          <a:xfrm>
            <a:off x="8574688" y="3561657"/>
            <a:ext cx="2818800" cy="158400"/>
          </a:xfrm>
          <a:prstGeom prst="rect">
            <a:avLst/>
          </a:prstGeom>
          <a:solidFill>
            <a:srgbClr val="014097"/>
          </a:solidFill>
          <a:ln>
            <a:noFill/>
          </a:ln>
          <a:effectLst/>
        </p:spPr>
        <p:style>
          <a:lnRef idx="1">
            <a:schemeClr val="accent2"/>
          </a:lnRef>
          <a:fillRef idx="2">
            <a:schemeClr val="accent2"/>
          </a:fillRef>
          <a:effectRef idx="1">
            <a:schemeClr val="accent2"/>
          </a:effectRef>
          <a:fontRef idx="minor">
            <a:schemeClr val="dk1"/>
          </a:fontRef>
        </p:style>
        <p:txBody>
          <a:bodyPr tIns="0" bIns="0" numCol="1" rtlCol="0" anchor="ctr" anchorCtr="0"/>
          <a:lstStyle>
            <a:defPPr>
              <a:defRPr lang="ja-JP"/>
            </a:defPPr>
            <a:lvl1pPr algn="ctr" rtl="0" eaLnBrk="0" fontAlgn="ctr" hangingPunct="0">
              <a:spcBef>
                <a:spcPct val="50000"/>
              </a:spcBef>
              <a:spcAft>
                <a:spcPct val="0"/>
              </a:spcAft>
              <a:defRPr kumimoji="1" sz="1000" kern="1200">
                <a:solidFill>
                  <a:schemeClr val="dk1"/>
                </a:solidFill>
                <a:latin typeface="+mn-lt"/>
                <a:ea typeface="+mn-ea"/>
                <a:cs typeface="+mn-cs"/>
              </a:defRPr>
            </a:lvl1pPr>
            <a:lvl2pPr marL="457200" algn="ctr" rtl="0" eaLnBrk="0" fontAlgn="ctr" hangingPunct="0">
              <a:spcBef>
                <a:spcPct val="50000"/>
              </a:spcBef>
              <a:spcAft>
                <a:spcPct val="0"/>
              </a:spcAft>
              <a:defRPr kumimoji="1" sz="1000" kern="1200">
                <a:solidFill>
                  <a:schemeClr val="dk1"/>
                </a:solidFill>
                <a:latin typeface="+mn-lt"/>
                <a:ea typeface="+mn-ea"/>
                <a:cs typeface="+mn-cs"/>
              </a:defRPr>
            </a:lvl2pPr>
            <a:lvl3pPr marL="914400" algn="ctr" rtl="0" eaLnBrk="0" fontAlgn="ctr" hangingPunct="0">
              <a:spcBef>
                <a:spcPct val="50000"/>
              </a:spcBef>
              <a:spcAft>
                <a:spcPct val="0"/>
              </a:spcAft>
              <a:defRPr kumimoji="1" sz="1000" kern="1200">
                <a:solidFill>
                  <a:schemeClr val="dk1"/>
                </a:solidFill>
                <a:latin typeface="+mn-lt"/>
                <a:ea typeface="+mn-ea"/>
                <a:cs typeface="+mn-cs"/>
              </a:defRPr>
            </a:lvl3pPr>
            <a:lvl4pPr marL="1371600" algn="ctr" rtl="0" eaLnBrk="0" fontAlgn="ctr" hangingPunct="0">
              <a:spcBef>
                <a:spcPct val="50000"/>
              </a:spcBef>
              <a:spcAft>
                <a:spcPct val="0"/>
              </a:spcAft>
              <a:defRPr kumimoji="1" sz="1000" kern="1200">
                <a:solidFill>
                  <a:schemeClr val="dk1"/>
                </a:solidFill>
                <a:latin typeface="+mn-lt"/>
                <a:ea typeface="+mn-ea"/>
                <a:cs typeface="+mn-cs"/>
              </a:defRPr>
            </a:lvl4pPr>
            <a:lvl5pPr marL="1828800" algn="ctr" rtl="0" eaLnBrk="0" fontAlgn="ctr" hangingPunct="0">
              <a:spcBef>
                <a:spcPct val="50000"/>
              </a:spcBef>
              <a:spcAft>
                <a:spcPct val="0"/>
              </a:spcAft>
              <a:defRPr kumimoji="1" sz="1000" kern="1200">
                <a:solidFill>
                  <a:schemeClr val="dk1"/>
                </a:solidFill>
                <a:latin typeface="+mn-lt"/>
                <a:ea typeface="+mn-ea"/>
                <a:cs typeface="+mn-cs"/>
              </a:defRPr>
            </a:lvl5pPr>
            <a:lvl6pPr marL="2286000" algn="l" defTabSz="914400" rtl="0" eaLnBrk="1" latinLnBrk="0" hangingPunct="1">
              <a:defRPr kumimoji="1" sz="1000" kern="1200">
                <a:solidFill>
                  <a:schemeClr val="dk1"/>
                </a:solidFill>
                <a:latin typeface="+mn-lt"/>
                <a:ea typeface="+mn-ea"/>
                <a:cs typeface="+mn-cs"/>
              </a:defRPr>
            </a:lvl6pPr>
            <a:lvl7pPr marL="2743200" algn="l" defTabSz="914400" rtl="0" eaLnBrk="1" latinLnBrk="0" hangingPunct="1">
              <a:defRPr kumimoji="1" sz="1000" kern="1200">
                <a:solidFill>
                  <a:schemeClr val="dk1"/>
                </a:solidFill>
                <a:latin typeface="+mn-lt"/>
                <a:ea typeface="+mn-ea"/>
                <a:cs typeface="+mn-cs"/>
              </a:defRPr>
            </a:lvl7pPr>
            <a:lvl8pPr marL="3200400" algn="l" defTabSz="914400" rtl="0" eaLnBrk="1" latinLnBrk="0" hangingPunct="1">
              <a:defRPr kumimoji="1" sz="1000" kern="1200">
                <a:solidFill>
                  <a:schemeClr val="dk1"/>
                </a:solidFill>
                <a:latin typeface="+mn-lt"/>
                <a:ea typeface="+mn-ea"/>
                <a:cs typeface="+mn-cs"/>
              </a:defRPr>
            </a:lvl8pPr>
            <a:lvl9pPr marL="3657600" algn="l" defTabSz="914400" rtl="0" eaLnBrk="1" latinLnBrk="0" hangingPunct="1">
              <a:defRPr kumimoji="1" sz="1000" kern="1200">
                <a:solidFill>
                  <a:schemeClr val="dk1"/>
                </a:solidFill>
                <a:latin typeface="+mn-lt"/>
                <a:ea typeface="+mn-ea"/>
                <a:cs typeface="+mn-cs"/>
              </a:defRPr>
            </a:lvl9pPr>
          </a:lstStyle>
          <a:p>
            <a:pPr marL="0" marR="0" lvl="0" indent="0" algn="ctr" defTabSz="685800" rtl="0" eaLnBrk="0" fontAlgn="ctr" latinLnBrk="0" hangingPunct="0">
              <a:lnSpc>
                <a:spcPct val="100000"/>
              </a:lnSpc>
              <a:spcBef>
                <a:spcPts val="0"/>
              </a:spcBef>
              <a:spcAft>
                <a:spcPct val="0"/>
              </a:spcAft>
              <a:buClrTx/>
              <a:buSzTx/>
              <a:buFontTx/>
              <a:buNone/>
              <a:tabLst/>
              <a:defRPr/>
            </a:pPr>
            <a:r>
              <a:rPr kumimoji="1" lang="ja-JP" altLang="en-US" sz="1050" b="0" i="0" u="none" strike="noStrike" kern="1200" cap="none" spc="0" normalizeH="0" baseline="0" noProof="0">
                <a:ln>
                  <a:noFill/>
                </a:ln>
                <a:solidFill>
                  <a:srgbClr val="FFFFFF">
                    <a:lumMod val="95000"/>
                  </a:srgbClr>
                </a:solidFill>
                <a:effectLst/>
                <a:uLnTx/>
                <a:uFillTx/>
                <a:latin typeface="游ゴシック"/>
                <a:ea typeface="游ゴシック"/>
                <a:cs typeface="+mn-cs"/>
              </a:rPr>
              <a:t>モビリティ事業部</a:t>
            </a:r>
            <a:endParaRPr kumimoji="1" lang="en-US" altLang="ja-JP" sz="1050" b="0" i="0" u="none" strike="noStrike" kern="1200" cap="none" spc="0" normalizeH="0" baseline="0" noProof="0">
              <a:ln>
                <a:noFill/>
              </a:ln>
              <a:solidFill>
                <a:srgbClr val="FFFFFF">
                  <a:lumMod val="95000"/>
                </a:srgbClr>
              </a:solidFill>
              <a:effectLst/>
              <a:uLnTx/>
              <a:uFillTx/>
              <a:latin typeface="游ゴシック"/>
              <a:ea typeface="游ゴシック"/>
              <a:cs typeface="+mn-cs"/>
            </a:endParaRPr>
          </a:p>
        </p:txBody>
      </p:sp>
      <p:sp>
        <p:nvSpPr>
          <p:cNvPr id="7" name="正方形/長方形 6">
            <a:extLst>
              <a:ext uri="{FF2B5EF4-FFF2-40B4-BE49-F238E27FC236}">
                <a16:creationId xmlns:a16="http://schemas.microsoft.com/office/drawing/2014/main" id="{A871E1D7-83F0-4870-8FB4-4C23CA54FF4C}"/>
              </a:ext>
            </a:extLst>
          </p:cNvPr>
          <p:cNvSpPr/>
          <p:nvPr/>
        </p:nvSpPr>
        <p:spPr>
          <a:xfrm>
            <a:off x="8574688" y="3770122"/>
            <a:ext cx="2818800" cy="158400"/>
          </a:xfrm>
          <a:prstGeom prst="rect">
            <a:avLst/>
          </a:prstGeom>
          <a:solidFill>
            <a:srgbClr val="014097"/>
          </a:solidFill>
          <a:ln>
            <a:noFill/>
          </a:ln>
          <a:effectLst/>
        </p:spPr>
        <p:style>
          <a:lnRef idx="1">
            <a:schemeClr val="accent2"/>
          </a:lnRef>
          <a:fillRef idx="2">
            <a:schemeClr val="accent2"/>
          </a:fillRef>
          <a:effectRef idx="1">
            <a:schemeClr val="accent2"/>
          </a:effectRef>
          <a:fontRef idx="minor">
            <a:schemeClr val="dk1"/>
          </a:fontRef>
        </p:style>
        <p:txBody>
          <a:bodyPr tIns="0" bIns="0" numCol="1" rtlCol="0" anchor="ctr" anchorCtr="0"/>
          <a:lstStyle>
            <a:defPPr>
              <a:defRPr lang="ja-JP"/>
            </a:defPPr>
            <a:lvl1pPr algn="ctr" rtl="0" eaLnBrk="0" fontAlgn="ctr" hangingPunct="0">
              <a:spcBef>
                <a:spcPct val="50000"/>
              </a:spcBef>
              <a:spcAft>
                <a:spcPct val="0"/>
              </a:spcAft>
              <a:defRPr kumimoji="1" sz="1000" kern="1200">
                <a:solidFill>
                  <a:schemeClr val="dk1"/>
                </a:solidFill>
                <a:latin typeface="+mn-lt"/>
                <a:ea typeface="+mn-ea"/>
                <a:cs typeface="+mn-cs"/>
              </a:defRPr>
            </a:lvl1pPr>
            <a:lvl2pPr marL="457200" algn="ctr" rtl="0" eaLnBrk="0" fontAlgn="ctr" hangingPunct="0">
              <a:spcBef>
                <a:spcPct val="50000"/>
              </a:spcBef>
              <a:spcAft>
                <a:spcPct val="0"/>
              </a:spcAft>
              <a:defRPr kumimoji="1" sz="1000" kern="1200">
                <a:solidFill>
                  <a:schemeClr val="dk1"/>
                </a:solidFill>
                <a:latin typeface="+mn-lt"/>
                <a:ea typeface="+mn-ea"/>
                <a:cs typeface="+mn-cs"/>
              </a:defRPr>
            </a:lvl2pPr>
            <a:lvl3pPr marL="914400" algn="ctr" rtl="0" eaLnBrk="0" fontAlgn="ctr" hangingPunct="0">
              <a:spcBef>
                <a:spcPct val="50000"/>
              </a:spcBef>
              <a:spcAft>
                <a:spcPct val="0"/>
              </a:spcAft>
              <a:defRPr kumimoji="1" sz="1000" kern="1200">
                <a:solidFill>
                  <a:schemeClr val="dk1"/>
                </a:solidFill>
                <a:latin typeface="+mn-lt"/>
                <a:ea typeface="+mn-ea"/>
                <a:cs typeface="+mn-cs"/>
              </a:defRPr>
            </a:lvl3pPr>
            <a:lvl4pPr marL="1371600" algn="ctr" rtl="0" eaLnBrk="0" fontAlgn="ctr" hangingPunct="0">
              <a:spcBef>
                <a:spcPct val="50000"/>
              </a:spcBef>
              <a:spcAft>
                <a:spcPct val="0"/>
              </a:spcAft>
              <a:defRPr kumimoji="1" sz="1000" kern="1200">
                <a:solidFill>
                  <a:schemeClr val="dk1"/>
                </a:solidFill>
                <a:latin typeface="+mn-lt"/>
                <a:ea typeface="+mn-ea"/>
                <a:cs typeface="+mn-cs"/>
              </a:defRPr>
            </a:lvl4pPr>
            <a:lvl5pPr marL="1828800" algn="ctr" rtl="0" eaLnBrk="0" fontAlgn="ctr" hangingPunct="0">
              <a:spcBef>
                <a:spcPct val="50000"/>
              </a:spcBef>
              <a:spcAft>
                <a:spcPct val="0"/>
              </a:spcAft>
              <a:defRPr kumimoji="1" sz="1000" kern="1200">
                <a:solidFill>
                  <a:schemeClr val="dk1"/>
                </a:solidFill>
                <a:latin typeface="+mn-lt"/>
                <a:ea typeface="+mn-ea"/>
                <a:cs typeface="+mn-cs"/>
              </a:defRPr>
            </a:lvl5pPr>
            <a:lvl6pPr marL="2286000" algn="l" defTabSz="914400" rtl="0" eaLnBrk="1" latinLnBrk="0" hangingPunct="1">
              <a:defRPr kumimoji="1" sz="1000" kern="1200">
                <a:solidFill>
                  <a:schemeClr val="dk1"/>
                </a:solidFill>
                <a:latin typeface="+mn-lt"/>
                <a:ea typeface="+mn-ea"/>
                <a:cs typeface="+mn-cs"/>
              </a:defRPr>
            </a:lvl6pPr>
            <a:lvl7pPr marL="2743200" algn="l" defTabSz="914400" rtl="0" eaLnBrk="1" latinLnBrk="0" hangingPunct="1">
              <a:defRPr kumimoji="1" sz="1000" kern="1200">
                <a:solidFill>
                  <a:schemeClr val="dk1"/>
                </a:solidFill>
                <a:latin typeface="+mn-lt"/>
                <a:ea typeface="+mn-ea"/>
                <a:cs typeface="+mn-cs"/>
              </a:defRPr>
            </a:lvl7pPr>
            <a:lvl8pPr marL="3200400" algn="l" defTabSz="914400" rtl="0" eaLnBrk="1" latinLnBrk="0" hangingPunct="1">
              <a:defRPr kumimoji="1" sz="1000" kern="1200">
                <a:solidFill>
                  <a:schemeClr val="dk1"/>
                </a:solidFill>
                <a:latin typeface="+mn-lt"/>
                <a:ea typeface="+mn-ea"/>
                <a:cs typeface="+mn-cs"/>
              </a:defRPr>
            </a:lvl8pPr>
            <a:lvl9pPr marL="3657600" algn="l" defTabSz="914400" rtl="0" eaLnBrk="1" latinLnBrk="0" hangingPunct="1">
              <a:defRPr kumimoji="1" sz="1000" kern="1200">
                <a:solidFill>
                  <a:schemeClr val="dk1"/>
                </a:solidFill>
                <a:latin typeface="+mn-lt"/>
                <a:ea typeface="+mn-ea"/>
                <a:cs typeface="+mn-cs"/>
              </a:defRPr>
            </a:lvl9pPr>
          </a:lstStyle>
          <a:p>
            <a:pPr lvl="0" defTabSz="685800">
              <a:spcBef>
                <a:spcPts val="0"/>
              </a:spcBef>
              <a:defRPr/>
            </a:pPr>
            <a:r>
              <a:rPr lang="ja-JP" altLang="en-US" sz="1050">
                <a:solidFill>
                  <a:schemeClr val="bg1"/>
                </a:solidFill>
              </a:rPr>
              <a:t>コネクテッドテクノロジー事業部</a:t>
            </a:r>
            <a:endParaRPr kumimoji="1" lang="en-US" altLang="ja-JP" sz="1050" i="0" u="none" strike="noStrike" kern="1200" cap="none" spc="0" normalizeH="0" baseline="0" noProof="0">
              <a:ln>
                <a:noFill/>
              </a:ln>
              <a:solidFill>
                <a:schemeClr val="bg1"/>
              </a:solidFill>
              <a:effectLst/>
              <a:uLnTx/>
              <a:uFillTx/>
              <a:latin typeface="游ゴシック"/>
              <a:ea typeface="游ゴシック"/>
              <a:cs typeface="+mn-cs"/>
            </a:endParaRPr>
          </a:p>
        </p:txBody>
      </p:sp>
      <p:sp>
        <p:nvSpPr>
          <p:cNvPr id="8" name="正方形/長方形 7">
            <a:extLst>
              <a:ext uri="{FF2B5EF4-FFF2-40B4-BE49-F238E27FC236}">
                <a16:creationId xmlns:a16="http://schemas.microsoft.com/office/drawing/2014/main" id="{59DA9966-1BE0-4700-AF32-5E9ADBB5AAEE}"/>
              </a:ext>
            </a:extLst>
          </p:cNvPr>
          <p:cNvSpPr/>
          <p:nvPr/>
        </p:nvSpPr>
        <p:spPr>
          <a:xfrm>
            <a:off x="8574688" y="3144727"/>
            <a:ext cx="2818800" cy="158400"/>
          </a:xfrm>
          <a:prstGeom prst="rect">
            <a:avLst/>
          </a:prstGeom>
          <a:solidFill>
            <a:srgbClr val="014097"/>
          </a:solidFill>
          <a:ln>
            <a:noFill/>
          </a:ln>
          <a:effectLst/>
        </p:spPr>
        <p:style>
          <a:lnRef idx="1">
            <a:schemeClr val="accent2"/>
          </a:lnRef>
          <a:fillRef idx="2">
            <a:schemeClr val="accent2"/>
          </a:fillRef>
          <a:effectRef idx="1">
            <a:schemeClr val="accent2"/>
          </a:effectRef>
          <a:fontRef idx="minor">
            <a:schemeClr val="dk1"/>
          </a:fontRef>
        </p:style>
        <p:txBody>
          <a:bodyPr tIns="0" bIns="0" numCol="1" rtlCol="0" anchor="ctr" anchorCtr="0"/>
          <a:lstStyle>
            <a:defPPr>
              <a:defRPr lang="ja-JP"/>
            </a:defPPr>
            <a:lvl1pPr algn="ctr" rtl="0" eaLnBrk="0" fontAlgn="ctr" hangingPunct="0">
              <a:spcBef>
                <a:spcPct val="50000"/>
              </a:spcBef>
              <a:spcAft>
                <a:spcPct val="0"/>
              </a:spcAft>
              <a:defRPr kumimoji="1" sz="1000" kern="1200">
                <a:solidFill>
                  <a:schemeClr val="dk1"/>
                </a:solidFill>
                <a:latin typeface="+mn-lt"/>
                <a:ea typeface="+mn-ea"/>
                <a:cs typeface="+mn-cs"/>
              </a:defRPr>
            </a:lvl1pPr>
            <a:lvl2pPr marL="457200" algn="ctr" rtl="0" eaLnBrk="0" fontAlgn="ctr" hangingPunct="0">
              <a:spcBef>
                <a:spcPct val="50000"/>
              </a:spcBef>
              <a:spcAft>
                <a:spcPct val="0"/>
              </a:spcAft>
              <a:defRPr kumimoji="1" sz="1000" kern="1200">
                <a:solidFill>
                  <a:schemeClr val="dk1"/>
                </a:solidFill>
                <a:latin typeface="+mn-lt"/>
                <a:ea typeface="+mn-ea"/>
                <a:cs typeface="+mn-cs"/>
              </a:defRPr>
            </a:lvl2pPr>
            <a:lvl3pPr marL="914400" algn="ctr" rtl="0" eaLnBrk="0" fontAlgn="ctr" hangingPunct="0">
              <a:spcBef>
                <a:spcPct val="50000"/>
              </a:spcBef>
              <a:spcAft>
                <a:spcPct val="0"/>
              </a:spcAft>
              <a:defRPr kumimoji="1" sz="1000" kern="1200">
                <a:solidFill>
                  <a:schemeClr val="dk1"/>
                </a:solidFill>
                <a:latin typeface="+mn-lt"/>
                <a:ea typeface="+mn-ea"/>
                <a:cs typeface="+mn-cs"/>
              </a:defRPr>
            </a:lvl3pPr>
            <a:lvl4pPr marL="1371600" algn="ctr" rtl="0" eaLnBrk="0" fontAlgn="ctr" hangingPunct="0">
              <a:spcBef>
                <a:spcPct val="50000"/>
              </a:spcBef>
              <a:spcAft>
                <a:spcPct val="0"/>
              </a:spcAft>
              <a:defRPr kumimoji="1" sz="1000" kern="1200">
                <a:solidFill>
                  <a:schemeClr val="dk1"/>
                </a:solidFill>
                <a:latin typeface="+mn-lt"/>
                <a:ea typeface="+mn-ea"/>
                <a:cs typeface="+mn-cs"/>
              </a:defRPr>
            </a:lvl4pPr>
            <a:lvl5pPr marL="1828800" algn="ctr" rtl="0" eaLnBrk="0" fontAlgn="ctr" hangingPunct="0">
              <a:spcBef>
                <a:spcPct val="50000"/>
              </a:spcBef>
              <a:spcAft>
                <a:spcPct val="0"/>
              </a:spcAft>
              <a:defRPr kumimoji="1" sz="1000" kern="1200">
                <a:solidFill>
                  <a:schemeClr val="dk1"/>
                </a:solidFill>
                <a:latin typeface="+mn-lt"/>
                <a:ea typeface="+mn-ea"/>
                <a:cs typeface="+mn-cs"/>
              </a:defRPr>
            </a:lvl5pPr>
            <a:lvl6pPr marL="2286000" algn="l" defTabSz="914400" rtl="0" eaLnBrk="1" latinLnBrk="0" hangingPunct="1">
              <a:defRPr kumimoji="1" sz="1000" kern="1200">
                <a:solidFill>
                  <a:schemeClr val="dk1"/>
                </a:solidFill>
                <a:latin typeface="+mn-lt"/>
                <a:ea typeface="+mn-ea"/>
                <a:cs typeface="+mn-cs"/>
              </a:defRPr>
            </a:lvl6pPr>
            <a:lvl7pPr marL="2743200" algn="l" defTabSz="914400" rtl="0" eaLnBrk="1" latinLnBrk="0" hangingPunct="1">
              <a:defRPr kumimoji="1" sz="1000" kern="1200">
                <a:solidFill>
                  <a:schemeClr val="dk1"/>
                </a:solidFill>
                <a:latin typeface="+mn-lt"/>
                <a:ea typeface="+mn-ea"/>
                <a:cs typeface="+mn-cs"/>
              </a:defRPr>
            </a:lvl7pPr>
            <a:lvl8pPr marL="3200400" algn="l" defTabSz="914400" rtl="0" eaLnBrk="1" latinLnBrk="0" hangingPunct="1">
              <a:defRPr kumimoji="1" sz="1000" kern="1200">
                <a:solidFill>
                  <a:schemeClr val="dk1"/>
                </a:solidFill>
                <a:latin typeface="+mn-lt"/>
                <a:ea typeface="+mn-ea"/>
                <a:cs typeface="+mn-cs"/>
              </a:defRPr>
            </a:lvl8pPr>
            <a:lvl9pPr marL="3657600" algn="l" defTabSz="914400" rtl="0" eaLnBrk="1" latinLnBrk="0" hangingPunct="1">
              <a:defRPr kumimoji="1" sz="1000" kern="1200">
                <a:solidFill>
                  <a:schemeClr val="dk1"/>
                </a:solidFill>
                <a:latin typeface="+mn-lt"/>
                <a:ea typeface="+mn-ea"/>
                <a:cs typeface="+mn-cs"/>
              </a:defRPr>
            </a:lvl9pPr>
          </a:lstStyle>
          <a:p>
            <a:pPr marL="0" marR="0" lvl="0" indent="0" algn="ctr" defTabSz="685800" rtl="0" eaLnBrk="0" fontAlgn="ctr" latinLnBrk="0" hangingPunct="0">
              <a:lnSpc>
                <a:spcPct val="100000"/>
              </a:lnSpc>
              <a:spcBef>
                <a:spcPts val="0"/>
              </a:spcBef>
              <a:spcAft>
                <a:spcPct val="0"/>
              </a:spcAft>
              <a:buClrTx/>
              <a:buSzTx/>
              <a:buFontTx/>
              <a:buNone/>
              <a:tabLst/>
              <a:defRPr/>
            </a:pPr>
            <a:r>
              <a:rPr kumimoji="1" lang="ja-JP" altLang="en-US" sz="1050" b="0" i="0" u="none" strike="noStrike" kern="1200" cap="none" spc="0" normalizeH="0" baseline="0" noProof="0">
                <a:ln>
                  <a:noFill/>
                </a:ln>
                <a:solidFill>
                  <a:srgbClr val="FFFFFF">
                    <a:lumMod val="95000"/>
                  </a:srgbClr>
                </a:solidFill>
                <a:effectLst/>
                <a:uLnTx/>
                <a:uFillTx/>
                <a:latin typeface="游ゴシック"/>
                <a:ea typeface="游ゴシック"/>
                <a:cs typeface="+mn-cs"/>
              </a:rPr>
              <a:t>事業企画部</a:t>
            </a:r>
            <a:endParaRPr kumimoji="1" lang="en-US" altLang="ja-JP" sz="1050" b="0" i="0" u="none" strike="noStrike" kern="1200" cap="none" spc="0" normalizeH="0" baseline="0" noProof="0">
              <a:ln>
                <a:noFill/>
              </a:ln>
              <a:solidFill>
                <a:srgbClr val="FFFFFF">
                  <a:lumMod val="95000"/>
                </a:srgbClr>
              </a:solidFill>
              <a:effectLst/>
              <a:uLnTx/>
              <a:uFillTx/>
              <a:latin typeface="游ゴシック"/>
              <a:ea typeface="游ゴシック"/>
              <a:cs typeface="+mn-cs"/>
            </a:endParaRPr>
          </a:p>
        </p:txBody>
      </p:sp>
      <p:sp>
        <p:nvSpPr>
          <p:cNvPr id="9" name="正方形/長方形 8">
            <a:extLst>
              <a:ext uri="{FF2B5EF4-FFF2-40B4-BE49-F238E27FC236}">
                <a16:creationId xmlns:a16="http://schemas.microsoft.com/office/drawing/2014/main" id="{1694EC48-41A5-4969-A081-B50BB018AD20}"/>
              </a:ext>
            </a:extLst>
          </p:cNvPr>
          <p:cNvSpPr/>
          <p:nvPr/>
        </p:nvSpPr>
        <p:spPr>
          <a:xfrm>
            <a:off x="8574688" y="3353192"/>
            <a:ext cx="2818800" cy="158400"/>
          </a:xfrm>
          <a:prstGeom prst="rect">
            <a:avLst/>
          </a:prstGeom>
          <a:solidFill>
            <a:srgbClr val="014097"/>
          </a:solidFill>
          <a:ln>
            <a:noFill/>
          </a:ln>
          <a:effectLst/>
        </p:spPr>
        <p:style>
          <a:lnRef idx="1">
            <a:schemeClr val="accent2"/>
          </a:lnRef>
          <a:fillRef idx="2">
            <a:schemeClr val="accent2"/>
          </a:fillRef>
          <a:effectRef idx="1">
            <a:schemeClr val="accent2"/>
          </a:effectRef>
          <a:fontRef idx="minor">
            <a:schemeClr val="dk1"/>
          </a:fontRef>
        </p:style>
        <p:txBody>
          <a:bodyPr tIns="0" bIns="0" numCol="1" rtlCol="0" anchor="ctr" anchorCtr="0"/>
          <a:lstStyle>
            <a:defPPr>
              <a:defRPr lang="ja-JP"/>
            </a:defPPr>
            <a:lvl1pPr algn="ctr" rtl="0" eaLnBrk="0" fontAlgn="ctr" hangingPunct="0">
              <a:spcBef>
                <a:spcPct val="50000"/>
              </a:spcBef>
              <a:spcAft>
                <a:spcPct val="0"/>
              </a:spcAft>
              <a:defRPr kumimoji="1" sz="1000" kern="1200">
                <a:solidFill>
                  <a:schemeClr val="dk1"/>
                </a:solidFill>
                <a:latin typeface="+mn-lt"/>
                <a:ea typeface="+mn-ea"/>
                <a:cs typeface="+mn-cs"/>
              </a:defRPr>
            </a:lvl1pPr>
            <a:lvl2pPr marL="457200" algn="ctr" rtl="0" eaLnBrk="0" fontAlgn="ctr" hangingPunct="0">
              <a:spcBef>
                <a:spcPct val="50000"/>
              </a:spcBef>
              <a:spcAft>
                <a:spcPct val="0"/>
              </a:spcAft>
              <a:defRPr kumimoji="1" sz="1000" kern="1200">
                <a:solidFill>
                  <a:schemeClr val="dk1"/>
                </a:solidFill>
                <a:latin typeface="+mn-lt"/>
                <a:ea typeface="+mn-ea"/>
                <a:cs typeface="+mn-cs"/>
              </a:defRPr>
            </a:lvl2pPr>
            <a:lvl3pPr marL="914400" algn="ctr" rtl="0" eaLnBrk="0" fontAlgn="ctr" hangingPunct="0">
              <a:spcBef>
                <a:spcPct val="50000"/>
              </a:spcBef>
              <a:spcAft>
                <a:spcPct val="0"/>
              </a:spcAft>
              <a:defRPr kumimoji="1" sz="1000" kern="1200">
                <a:solidFill>
                  <a:schemeClr val="dk1"/>
                </a:solidFill>
                <a:latin typeface="+mn-lt"/>
                <a:ea typeface="+mn-ea"/>
                <a:cs typeface="+mn-cs"/>
              </a:defRPr>
            </a:lvl3pPr>
            <a:lvl4pPr marL="1371600" algn="ctr" rtl="0" eaLnBrk="0" fontAlgn="ctr" hangingPunct="0">
              <a:spcBef>
                <a:spcPct val="50000"/>
              </a:spcBef>
              <a:spcAft>
                <a:spcPct val="0"/>
              </a:spcAft>
              <a:defRPr kumimoji="1" sz="1000" kern="1200">
                <a:solidFill>
                  <a:schemeClr val="dk1"/>
                </a:solidFill>
                <a:latin typeface="+mn-lt"/>
                <a:ea typeface="+mn-ea"/>
                <a:cs typeface="+mn-cs"/>
              </a:defRPr>
            </a:lvl4pPr>
            <a:lvl5pPr marL="1828800" algn="ctr" rtl="0" eaLnBrk="0" fontAlgn="ctr" hangingPunct="0">
              <a:spcBef>
                <a:spcPct val="50000"/>
              </a:spcBef>
              <a:spcAft>
                <a:spcPct val="0"/>
              </a:spcAft>
              <a:defRPr kumimoji="1" sz="1000" kern="1200">
                <a:solidFill>
                  <a:schemeClr val="dk1"/>
                </a:solidFill>
                <a:latin typeface="+mn-lt"/>
                <a:ea typeface="+mn-ea"/>
                <a:cs typeface="+mn-cs"/>
              </a:defRPr>
            </a:lvl5pPr>
            <a:lvl6pPr marL="2286000" algn="l" defTabSz="914400" rtl="0" eaLnBrk="1" latinLnBrk="0" hangingPunct="1">
              <a:defRPr kumimoji="1" sz="1000" kern="1200">
                <a:solidFill>
                  <a:schemeClr val="dk1"/>
                </a:solidFill>
                <a:latin typeface="+mn-lt"/>
                <a:ea typeface="+mn-ea"/>
                <a:cs typeface="+mn-cs"/>
              </a:defRPr>
            </a:lvl6pPr>
            <a:lvl7pPr marL="2743200" algn="l" defTabSz="914400" rtl="0" eaLnBrk="1" latinLnBrk="0" hangingPunct="1">
              <a:defRPr kumimoji="1" sz="1000" kern="1200">
                <a:solidFill>
                  <a:schemeClr val="dk1"/>
                </a:solidFill>
                <a:latin typeface="+mn-lt"/>
                <a:ea typeface="+mn-ea"/>
                <a:cs typeface="+mn-cs"/>
              </a:defRPr>
            </a:lvl7pPr>
            <a:lvl8pPr marL="3200400" algn="l" defTabSz="914400" rtl="0" eaLnBrk="1" latinLnBrk="0" hangingPunct="1">
              <a:defRPr kumimoji="1" sz="1000" kern="1200">
                <a:solidFill>
                  <a:schemeClr val="dk1"/>
                </a:solidFill>
                <a:latin typeface="+mn-lt"/>
                <a:ea typeface="+mn-ea"/>
                <a:cs typeface="+mn-cs"/>
              </a:defRPr>
            </a:lvl8pPr>
            <a:lvl9pPr marL="3657600" algn="l" defTabSz="914400" rtl="0" eaLnBrk="1" latinLnBrk="0" hangingPunct="1">
              <a:defRPr kumimoji="1" sz="1000" kern="1200">
                <a:solidFill>
                  <a:schemeClr val="dk1"/>
                </a:solidFill>
                <a:latin typeface="+mn-lt"/>
                <a:ea typeface="+mn-ea"/>
                <a:cs typeface="+mn-cs"/>
              </a:defRPr>
            </a:lvl9pPr>
          </a:lstStyle>
          <a:p>
            <a:pPr marL="0" marR="0" lvl="0" indent="0" algn="ctr" defTabSz="685800" rtl="0" eaLnBrk="0" fontAlgn="ctr" latinLnBrk="0" hangingPunct="0">
              <a:lnSpc>
                <a:spcPct val="100000"/>
              </a:lnSpc>
              <a:spcBef>
                <a:spcPts val="0"/>
              </a:spcBef>
              <a:spcAft>
                <a:spcPct val="0"/>
              </a:spcAft>
              <a:buClrTx/>
              <a:buSzTx/>
              <a:buFontTx/>
              <a:buNone/>
              <a:tabLst/>
              <a:defRPr/>
            </a:pPr>
            <a:r>
              <a:rPr kumimoji="1" lang="ja-JP" altLang="en-US" sz="1050" b="0" i="0" u="none" strike="noStrike" kern="1200" cap="none" spc="0" normalizeH="0" baseline="0" noProof="0">
                <a:ln>
                  <a:noFill/>
                </a:ln>
                <a:solidFill>
                  <a:srgbClr val="FFFFFF">
                    <a:lumMod val="95000"/>
                  </a:srgbClr>
                </a:solidFill>
                <a:effectLst/>
                <a:uLnTx/>
                <a:uFillTx/>
                <a:latin typeface="游ゴシック"/>
                <a:ea typeface="游ゴシック"/>
                <a:cs typeface="+mn-cs"/>
              </a:rPr>
              <a:t>営業統括部</a:t>
            </a:r>
            <a:endParaRPr kumimoji="1" lang="en-US" altLang="ja-JP" sz="1050" b="0" i="0" u="none" strike="noStrike" kern="1200" cap="none" spc="0" normalizeH="0" baseline="0" noProof="0">
              <a:ln>
                <a:noFill/>
              </a:ln>
              <a:solidFill>
                <a:srgbClr val="FFFFFF">
                  <a:lumMod val="95000"/>
                </a:srgbClr>
              </a:solidFill>
              <a:effectLst/>
              <a:uLnTx/>
              <a:uFillTx/>
              <a:latin typeface="游ゴシック"/>
              <a:ea typeface="游ゴシック"/>
              <a:cs typeface="+mn-cs"/>
            </a:endParaRPr>
          </a:p>
        </p:txBody>
      </p:sp>
      <p:sp>
        <p:nvSpPr>
          <p:cNvPr id="10" name="正方形/長方形 9">
            <a:extLst>
              <a:ext uri="{FF2B5EF4-FFF2-40B4-BE49-F238E27FC236}">
                <a16:creationId xmlns:a16="http://schemas.microsoft.com/office/drawing/2014/main" id="{5CC40166-EFF1-49B7-9992-9F3530039C38}"/>
              </a:ext>
            </a:extLst>
          </p:cNvPr>
          <p:cNvSpPr/>
          <p:nvPr/>
        </p:nvSpPr>
        <p:spPr>
          <a:xfrm>
            <a:off x="8574688" y="3978588"/>
            <a:ext cx="2818800" cy="158400"/>
          </a:xfrm>
          <a:prstGeom prst="rect">
            <a:avLst/>
          </a:prstGeom>
          <a:solidFill>
            <a:srgbClr val="014097"/>
          </a:solidFill>
          <a:ln>
            <a:noFill/>
          </a:ln>
          <a:effectLst/>
        </p:spPr>
        <p:style>
          <a:lnRef idx="1">
            <a:schemeClr val="accent2"/>
          </a:lnRef>
          <a:fillRef idx="2">
            <a:schemeClr val="accent2"/>
          </a:fillRef>
          <a:effectRef idx="1">
            <a:schemeClr val="accent2"/>
          </a:effectRef>
          <a:fontRef idx="minor">
            <a:schemeClr val="dk1"/>
          </a:fontRef>
        </p:style>
        <p:txBody>
          <a:bodyPr tIns="0" bIns="0" numCol="1" rtlCol="0" anchor="ctr" anchorCtr="0"/>
          <a:lstStyle>
            <a:defPPr>
              <a:defRPr lang="ja-JP"/>
            </a:defPPr>
            <a:lvl1pPr algn="ctr" rtl="0" eaLnBrk="0" fontAlgn="ctr" hangingPunct="0">
              <a:spcBef>
                <a:spcPct val="50000"/>
              </a:spcBef>
              <a:spcAft>
                <a:spcPct val="0"/>
              </a:spcAft>
              <a:defRPr kumimoji="1" sz="1000" kern="1200">
                <a:solidFill>
                  <a:schemeClr val="dk1"/>
                </a:solidFill>
                <a:latin typeface="+mn-lt"/>
                <a:ea typeface="+mn-ea"/>
                <a:cs typeface="+mn-cs"/>
              </a:defRPr>
            </a:lvl1pPr>
            <a:lvl2pPr marL="457200" algn="ctr" rtl="0" eaLnBrk="0" fontAlgn="ctr" hangingPunct="0">
              <a:spcBef>
                <a:spcPct val="50000"/>
              </a:spcBef>
              <a:spcAft>
                <a:spcPct val="0"/>
              </a:spcAft>
              <a:defRPr kumimoji="1" sz="1000" kern="1200">
                <a:solidFill>
                  <a:schemeClr val="dk1"/>
                </a:solidFill>
                <a:latin typeface="+mn-lt"/>
                <a:ea typeface="+mn-ea"/>
                <a:cs typeface="+mn-cs"/>
              </a:defRPr>
            </a:lvl2pPr>
            <a:lvl3pPr marL="914400" algn="ctr" rtl="0" eaLnBrk="0" fontAlgn="ctr" hangingPunct="0">
              <a:spcBef>
                <a:spcPct val="50000"/>
              </a:spcBef>
              <a:spcAft>
                <a:spcPct val="0"/>
              </a:spcAft>
              <a:defRPr kumimoji="1" sz="1000" kern="1200">
                <a:solidFill>
                  <a:schemeClr val="dk1"/>
                </a:solidFill>
                <a:latin typeface="+mn-lt"/>
                <a:ea typeface="+mn-ea"/>
                <a:cs typeface="+mn-cs"/>
              </a:defRPr>
            </a:lvl3pPr>
            <a:lvl4pPr marL="1371600" algn="ctr" rtl="0" eaLnBrk="0" fontAlgn="ctr" hangingPunct="0">
              <a:spcBef>
                <a:spcPct val="50000"/>
              </a:spcBef>
              <a:spcAft>
                <a:spcPct val="0"/>
              </a:spcAft>
              <a:defRPr kumimoji="1" sz="1000" kern="1200">
                <a:solidFill>
                  <a:schemeClr val="dk1"/>
                </a:solidFill>
                <a:latin typeface="+mn-lt"/>
                <a:ea typeface="+mn-ea"/>
                <a:cs typeface="+mn-cs"/>
              </a:defRPr>
            </a:lvl4pPr>
            <a:lvl5pPr marL="1828800" algn="ctr" rtl="0" eaLnBrk="0" fontAlgn="ctr" hangingPunct="0">
              <a:spcBef>
                <a:spcPct val="50000"/>
              </a:spcBef>
              <a:spcAft>
                <a:spcPct val="0"/>
              </a:spcAft>
              <a:defRPr kumimoji="1" sz="1000" kern="1200">
                <a:solidFill>
                  <a:schemeClr val="dk1"/>
                </a:solidFill>
                <a:latin typeface="+mn-lt"/>
                <a:ea typeface="+mn-ea"/>
                <a:cs typeface="+mn-cs"/>
              </a:defRPr>
            </a:lvl5pPr>
            <a:lvl6pPr marL="2286000" algn="l" defTabSz="914400" rtl="0" eaLnBrk="1" latinLnBrk="0" hangingPunct="1">
              <a:defRPr kumimoji="1" sz="1000" kern="1200">
                <a:solidFill>
                  <a:schemeClr val="dk1"/>
                </a:solidFill>
                <a:latin typeface="+mn-lt"/>
                <a:ea typeface="+mn-ea"/>
                <a:cs typeface="+mn-cs"/>
              </a:defRPr>
            </a:lvl6pPr>
            <a:lvl7pPr marL="2743200" algn="l" defTabSz="914400" rtl="0" eaLnBrk="1" latinLnBrk="0" hangingPunct="1">
              <a:defRPr kumimoji="1" sz="1000" kern="1200">
                <a:solidFill>
                  <a:schemeClr val="dk1"/>
                </a:solidFill>
                <a:latin typeface="+mn-lt"/>
                <a:ea typeface="+mn-ea"/>
                <a:cs typeface="+mn-cs"/>
              </a:defRPr>
            </a:lvl7pPr>
            <a:lvl8pPr marL="3200400" algn="l" defTabSz="914400" rtl="0" eaLnBrk="1" latinLnBrk="0" hangingPunct="1">
              <a:defRPr kumimoji="1" sz="1000" kern="1200">
                <a:solidFill>
                  <a:schemeClr val="dk1"/>
                </a:solidFill>
                <a:latin typeface="+mn-lt"/>
                <a:ea typeface="+mn-ea"/>
                <a:cs typeface="+mn-cs"/>
              </a:defRPr>
            </a:lvl8pPr>
            <a:lvl9pPr marL="3657600" algn="l" defTabSz="914400" rtl="0" eaLnBrk="1" latinLnBrk="0" hangingPunct="1">
              <a:defRPr kumimoji="1" sz="1000" kern="1200">
                <a:solidFill>
                  <a:schemeClr val="dk1"/>
                </a:solidFill>
                <a:latin typeface="+mn-lt"/>
                <a:ea typeface="+mn-ea"/>
                <a:cs typeface="+mn-cs"/>
              </a:defRPr>
            </a:lvl9pPr>
          </a:lstStyle>
          <a:p>
            <a:pPr marL="0" marR="0" lvl="0" indent="0" algn="ctr" defTabSz="685800" rtl="0" eaLnBrk="0" fontAlgn="ctr" latinLnBrk="0" hangingPunct="0">
              <a:lnSpc>
                <a:spcPct val="100000"/>
              </a:lnSpc>
              <a:spcBef>
                <a:spcPts val="0"/>
              </a:spcBef>
              <a:spcAft>
                <a:spcPct val="0"/>
              </a:spcAft>
              <a:buClrTx/>
              <a:buSzTx/>
              <a:buFontTx/>
              <a:buNone/>
              <a:tabLst/>
              <a:defRPr/>
            </a:pPr>
            <a:r>
              <a:rPr kumimoji="1" lang="ja-JP" altLang="en-US" sz="1050" i="0" u="none" strike="noStrike" kern="1200" cap="none" spc="0" normalizeH="0" baseline="0" noProof="0">
                <a:ln>
                  <a:noFill/>
                </a:ln>
                <a:solidFill>
                  <a:schemeClr val="bg1"/>
                </a:solidFill>
                <a:effectLst/>
                <a:uLnTx/>
                <a:uFillTx/>
                <a:latin typeface="游ゴシック"/>
                <a:ea typeface="游ゴシック"/>
                <a:cs typeface="+mn-cs"/>
              </a:rPr>
              <a:t>クロスインダストリー事業部</a:t>
            </a:r>
            <a:endParaRPr kumimoji="1" lang="en-US" altLang="ja-JP" sz="1050" i="0" u="none" strike="noStrike" kern="1200" cap="none" spc="0" normalizeH="0" baseline="0" noProof="0">
              <a:ln>
                <a:noFill/>
              </a:ln>
              <a:solidFill>
                <a:schemeClr val="bg1"/>
              </a:solidFill>
              <a:effectLst/>
              <a:uLnTx/>
              <a:uFillTx/>
              <a:latin typeface="游ゴシック"/>
              <a:ea typeface="游ゴシック"/>
              <a:cs typeface="+mn-cs"/>
            </a:endParaRPr>
          </a:p>
        </p:txBody>
      </p:sp>
      <p:sp>
        <p:nvSpPr>
          <p:cNvPr id="13" name="正方形/長方形 12">
            <a:extLst>
              <a:ext uri="{FF2B5EF4-FFF2-40B4-BE49-F238E27FC236}">
                <a16:creationId xmlns:a16="http://schemas.microsoft.com/office/drawing/2014/main" id="{0B7A40DC-80F9-4974-9E7A-D8D972A391D5}"/>
              </a:ext>
            </a:extLst>
          </p:cNvPr>
          <p:cNvSpPr>
            <a:spLocks/>
          </p:cNvSpPr>
          <p:nvPr/>
        </p:nvSpPr>
        <p:spPr>
          <a:xfrm>
            <a:off x="8572073" y="753958"/>
            <a:ext cx="2818800" cy="158400"/>
          </a:xfrm>
          <a:prstGeom prst="rect">
            <a:avLst/>
          </a:prstGeom>
          <a:solidFill>
            <a:srgbClr val="014097"/>
          </a:solidFill>
          <a:ln>
            <a:noFill/>
          </a:ln>
          <a:effectLst/>
        </p:spPr>
        <p:style>
          <a:lnRef idx="1">
            <a:schemeClr val="accent2"/>
          </a:lnRef>
          <a:fillRef idx="2">
            <a:schemeClr val="accent2"/>
          </a:fillRef>
          <a:effectRef idx="1">
            <a:schemeClr val="accent2"/>
          </a:effectRef>
          <a:fontRef idx="minor">
            <a:schemeClr val="dk1"/>
          </a:fontRef>
        </p:style>
        <p:txBody>
          <a:bodyPr tIns="0" bIns="0" numCol="1" rtlCol="0" anchor="ctr" anchorCtr="0"/>
          <a:lstStyle>
            <a:defPPr>
              <a:defRPr lang="ja-JP"/>
            </a:defPPr>
            <a:lvl1pPr algn="ctr" rtl="0" eaLnBrk="0" fontAlgn="ctr" hangingPunct="0">
              <a:spcBef>
                <a:spcPct val="50000"/>
              </a:spcBef>
              <a:spcAft>
                <a:spcPct val="0"/>
              </a:spcAft>
              <a:defRPr kumimoji="1" sz="1000" kern="1200">
                <a:solidFill>
                  <a:schemeClr val="dk1"/>
                </a:solidFill>
                <a:latin typeface="+mn-lt"/>
                <a:ea typeface="+mn-ea"/>
                <a:cs typeface="+mn-cs"/>
              </a:defRPr>
            </a:lvl1pPr>
            <a:lvl2pPr marL="457200" algn="ctr" rtl="0" eaLnBrk="0" fontAlgn="ctr" hangingPunct="0">
              <a:spcBef>
                <a:spcPct val="50000"/>
              </a:spcBef>
              <a:spcAft>
                <a:spcPct val="0"/>
              </a:spcAft>
              <a:defRPr kumimoji="1" sz="1000" kern="1200">
                <a:solidFill>
                  <a:schemeClr val="dk1"/>
                </a:solidFill>
                <a:latin typeface="+mn-lt"/>
                <a:ea typeface="+mn-ea"/>
                <a:cs typeface="+mn-cs"/>
              </a:defRPr>
            </a:lvl2pPr>
            <a:lvl3pPr marL="914400" algn="ctr" rtl="0" eaLnBrk="0" fontAlgn="ctr" hangingPunct="0">
              <a:spcBef>
                <a:spcPct val="50000"/>
              </a:spcBef>
              <a:spcAft>
                <a:spcPct val="0"/>
              </a:spcAft>
              <a:defRPr kumimoji="1" sz="1000" kern="1200">
                <a:solidFill>
                  <a:schemeClr val="dk1"/>
                </a:solidFill>
                <a:latin typeface="+mn-lt"/>
                <a:ea typeface="+mn-ea"/>
                <a:cs typeface="+mn-cs"/>
              </a:defRPr>
            </a:lvl3pPr>
            <a:lvl4pPr marL="1371600" algn="ctr" rtl="0" eaLnBrk="0" fontAlgn="ctr" hangingPunct="0">
              <a:spcBef>
                <a:spcPct val="50000"/>
              </a:spcBef>
              <a:spcAft>
                <a:spcPct val="0"/>
              </a:spcAft>
              <a:defRPr kumimoji="1" sz="1000" kern="1200">
                <a:solidFill>
                  <a:schemeClr val="dk1"/>
                </a:solidFill>
                <a:latin typeface="+mn-lt"/>
                <a:ea typeface="+mn-ea"/>
                <a:cs typeface="+mn-cs"/>
              </a:defRPr>
            </a:lvl4pPr>
            <a:lvl5pPr marL="1828800" algn="ctr" rtl="0" eaLnBrk="0" fontAlgn="ctr" hangingPunct="0">
              <a:spcBef>
                <a:spcPct val="50000"/>
              </a:spcBef>
              <a:spcAft>
                <a:spcPct val="0"/>
              </a:spcAft>
              <a:defRPr kumimoji="1" sz="1000" kern="1200">
                <a:solidFill>
                  <a:schemeClr val="dk1"/>
                </a:solidFill>
                <a:latin typeface="+mn-lt"/>
                <a:ea typeface="+mn-ea"/>
                <a:cs typeface="+mn-cs"/>
              </a:defRPr>
            </a:lvl5pPr>
            <a:lvl6pPr marL="2286000" algn="l" defTabSz="914400" rtl="0" eaLnBrk="1" latinLnBrk="0" hangingPunct="1">
              <a:defRPr kumimoji="1" sz="1000" kern="1200">
                <a:solidFill>
                  <a:schemeClr val="dk1"/>
                </a:solidFill>
                <a:latin typeface="+mn-lt"/>
                <a:ea typeface="+mn-ea"/>
                <a:cs typeface="+mn-cs"/>
              </a:defRPr>
            </a:lvl6pPr>
            <a:lvl7pPr marL="2743200" algn="l" defTabSz="914400" rtl="0" eaLnBrk="1" latinLnBrk="0" hangingPunct="1">
              <a:defRPr kumimoji="1" sz="1000" kern="1200">
                <a:solidFill>
                  <a:schemeClr val="dk1"/>
                </a:solidFill>
                <a:latin typeface="+mn-lt"/>
                <a:ea typeface="+mn-ea"/>
                <a:cs typeface="+mn-cs"/>
              </a:defRPr>
            </a:lvl7pPr>
            <a:lvl8pPr marL="3200400" algn="l" defTabSz="914400" rtl="0" eaLnBrk="1" latinLnBrk="0" hangingPunct="1">
              <a:defRPr kumimoji="1" sz="1000" kern="1200">
                <a:solidFill>
                  <a:schemeClr val="dk1"/>
                </a:solidFill>
                <a:latin typeface="+mn-lt"/>
                <a:ea typeface="+mn-ea"/>
                <a:cs typeface="+mn-cs"/>
              </a:defRPr>
            </a:lvl8pPr>
            <a:lvl9pPr marL="3657600" algn="l" defTabSz="914400" rtl="0" eaLnBrk="1" latinLnBrk="0" hangingPunct="1">
              <a:defRPr kumimoji="1" sz="1000" kern="1200">
                <a:solidFill>
                  <a:schemeClr val="dk1"/>
                </a:solidFill>
                <a:latin typeface="+mn-lt"/>
                <a:ea typeface="+mn-ea"/>
                <a:cs typeface="+mn-cs"/>
              </a:defRPr>
            </a:lvl9pPr>
          </a:lstStyle>
          <a:p>
            <a:pPr marL="0" marR="0" lvl="0" indent="0" algn="ctr" defTabSz="685800" rtl="0" eaLnBrk="0" fontAlgn="ctr" latinLnBrk="0" hangingPunct="0">
              <a:lnSpc>
                <a:spcPct val="100000"/>
              </a:lnSpc>
              <a:spcBef>
                <a:spcPts val="0"/>
              </a:spcBef>
              <a:spcAft>
                <a:spcPct val="0"/>
              </a:spcAft>
              <a:buClrTx/>
              <a:buSzTx/>
              <a:buFontTx/>
              <a:buNone/>
              <a:tabLst/>
              <a:defRPr/>
            </a:pPr>
            <a:r>
              <a:rPr kumimoji="1" lang="ja-JP" altLang="en-US" sz="1050" b="0" i="0" u="none" strike="noStrike" kern="1200" cap="none" spc="0" normalizeH="0" baseline="0" noProof="0">
                <a:ln>
                  <a:noFill/>
                </a:ln>
                <a:solidFill>
                  <a:srgbClr val="FFFFFF">
                    <a:lumMod val="95000"/>
                  </a:srgbClr>
                </a:solidFill>
                <a:effectLst/>
                <a:uLnTx/>
                <a:uFillTx/>
                <a:latin typeface="游ゴシック"/>
                <a:ea typeface="游ゴシック"/>
                <a:cs typeface="+mn-cs"/>
              </a:rPr>
              <a:t>事業企画部</a:t>
            </a:r>
            <a:endParaRPr kumimoji="1" lang="en-US" altLang="ja-JP" sz="1050" b="0" i="0" u="none" strike="noStrike" kern="1200" cap="none" spc="0" normalizeH="0" baseline="0" noProof="0">
              <a:ln>
                <a:noFill/>
              </a:ln>
              <a:solidFill>
                <a:srgbClr val="FFFFFF">
                  <a:lumMod val="95000"/>
                </a:srgbClr>
              </a:solidFill>
              <a:effectLst/>
              <a:uLnTx/>
              <a:uFillTx/>
              <a:latin typeface="游ゴシック"/>
              <a:ea typeface="游ゴシック"/>
              <a:cs typeface="+mn-cs"/>
            </a:endParaRPr>
          </a:p>
        </p:txBody>
      </p:sp>
      <p:sp>
        <p:nvSpPr>
          <p:cNvPr id="14" name="正方形/長方形 13">
            <a:extLst>
              <a:ext uri="{FF2B5EF4-FFF2-40B4-BE49-F238E27FC236}">
                <a16:creationId xmlns:a16="http://schemas.microsoft.com/office/drawing/2014/main" id="{16E4F28E-28EA-4FFA-A78E-1C7D42C792F0}"/>
              </a:ext>
            </a:extLst>
          </p:cNvPr>
          <p:cNvSpPr>
            <a:spLocks/>
          </p:cNvSpPr>
          <p:nvPr/>
        </p:nvSpPr>
        <p:spPr>
          <a:xfrm>
            <a:off x="8574688" y="1149316"/>
            <a:ext cx="2818800" cy="158400"/>
          </a:xfrm>
          <a:prstGeom prst="rect">
            <a:avLst/>
          </a:prstGeom>
          <a:solidFill>
            <a:srgbClr val="014097"/>
          </a:solidFill>
          <a:ln>
            <a:noFill/>
          </a:ln>
          <a:effectLst/>
        </p:spPr>
        <p:style>
          <a:lnRef idx="1">
            <a:schemeClr val="accent2"/>
          </a:lnRef>
          <a:fillRef idx="2">
            <a:schemeClr val="accent2"/>
          </a:fillRef>
          <a:effectRef idx="1">
            <a:schemeClr val="accent2"/>
          </a:effectRef>
          <a:fontRef idx="minor">
            <a:schemeClr val="dk1"/>
          </a:fontRef>
        </p:style>
        <p:txBody>
          <a:bodyPr tIns="0" bIns="0" numCol="1" rtlCol="0" anchor="ctr" anchorCtr="0"/>
          <a:lstStyle>
            <a:defPPr>
              <a:defRPr lang="ja-JP"/>
            </a:defPPr>
            <a:lvl1pPr algn="ctr" rtl="0" eaLnBrk="0" fontAlgn="ctr" hangingPunct="0">
              <a:spcBef>
                <a:spcPct val="50000"/>
              </a:spcBef>
              <a:spcAft>
                <a:spcPct val="0"/>
              </a:spcAft>
              <a:defRPr kumimoji="1" sz="1000" kern="1200">
                <a:solidFill>
                  <a:schemeClr val="dk1"/>
                </a:solidFill>
                <a:latin typeface="+mn-lt"/>
                <a:ea typeface="+mn-ea"/>
                <a:cs typeface="+mn-cs"/>
              </a:defRPr>
            </a:lvl1pPr>
            <a:lvl2pPr marL="457200" algn="ctr" rtl="0" eaLnBrk="0" fontAlgn="ctr" hangingPunct="0">
              <a:spcBef>
                <a:spcPct val="50000"/>
              </a:spcBef>
              <a:spcAft>
                <a:spcPct val="0"/>
              </a:spcAft>
              <a:defRPr kumimoji="1" sz="1000" kern="1200">
                <a:solidFill>
                  <a:schemeClr val="dk1"/>
                </a:solidFill>
                <a:latin typeface="+mn-lt"/>
                <a:ea typeface="+mn-ea"/>
                <a:cs typeface="+mn-cs"/>
              </a:defRPr>
            </a:lvl2pPr>
            <a:lvl3pPr marL="914400" algn="ctr" rtl="0" eaLnBrk="0" fontAlgn="ctr" hangingPunct="0">
              <a:spcBef>
                <a:spcPct val="50000"/>
              </a:spcBef>
              <a:spcAft>
                <a:spcPct val="0"/>
              </a:spcAft>
              <a:defRPr kumimoji="1" sz="1000" kern="1200">
                <a:solidFill>
                  <a:schemeClr val="dk1"/>
                </a:solidFill>
                <a:latin typeface="+mn-lt"/>
                <a:ea typeface="+mn-ea"/>
                <a:cs typeface="+mn-cs"/>
              </a:defRPr>
            </a:lvl3pPr>
            <a:lvl4pPr marL="1371600" algn="ctr" rtl="0" eaLnBrk="0" fontAlgn="ctr" hangingPunct="0">
              <a:spcBef>
                <a:spcPct val="50000"/>
              </a:spcBef>
              <a:spcAft>
                <a:spcPct val="0"/>
              </a:spcAft>
              <a:defRPr kumimoji="1" sz="1000" kern="1200">
                <a:solidFill>
                  <a:schemeClr val="dk1"/>
                </a:solidFill>
                <a:latin typeface="+mn-lt"/>
                <a:ea typeface="+mn-ea"/>
                <a:cs typeface="+mn-cs"/>
              </a:defRPr>
            </a:lvl4pPr>
            <a:lvl5pPr marL="1828800" algn="ctr" rtl="0" eaLnBrk="0" fontAlgn="ctr" hangingPunct="0">
              <a:spcBef>
                <a:spcPct val="50000"/>
              </a:spcBef>
              <a:spcAft>
                <a:spcPct val="0"/>
              </a:spcAft>
              <a:defRPr kumimoji="1" sz="1000" kern="1200">
                <a:solidFill>
                  <a:schemeClr val="dk1"/>
                </a:solidFill>
                <a:latin typeface="+mn-lt"/>
                <a:ea typeface="+mn-ea"/>
                <a:cs typeface="+mn-cs"/>
              </a:defRPr>
            </a:lvl5pPr>
            <a:lvl6pPr marL="2286000" algn="l" defTabSz="914400" rtl="0" eaLnBrk="1" latinLnBrk="0" hangingPunct="1">
              <a:defRPr kumimoji="1" sz="1000" kern="1200">
                <a:solidFill>
                  <a:schemeClr val="dk1"/>
                </a:solidFill>
                <a:latin typeface="+mn-lt"/>
                <a:ea typeface="+mn-ea"/>
                <a:cs typeface="+mn-cs"/>
              </a:defRPr>
            </a:lvl6pPr>
            <a:lvl7pPr marL="2743200" algn="l" defTabSz="914400" rtl="0" eaLnBrk="1" latinLnBrk="0" hangingPunct="1">
              <a:defRPr kumimoji="1" sz="1000" kern="1200">
                <a:solidFill>
                  <a:schemeClr val="dk1"/>
                </a:solidFill>
                <a:latin typeface="+mn-lt"/>
                <a:ea typeface="+mn-ea"/>
                <a:cs typeface="+mn-cs"/>
              </a:defRPr>
            </a:lvl7pPr>
            <a:lvl8pPr marL="3200400" algn="l" defTabSz="914400" rtl="0" eaLnBrk="1" latinLnBrk="0" hangingPunct="1">
              <a:defRPr kumimoji="1" sz="1000" kern="1200">
                <a:solidFill>
                  <a:schemeClr val="dk1"/>
                </a:solidFill>
                <a:latin typeface="+mn-lt"/>
                <a:ea typeface="+mn-ea"/>
                <a:cs typeface="+mn-cs"/>
              </a:defRPr>
            </a:lvl8pPr>
            <a:lvl9pPr marL="3657600" algn="l" defTabSz="914400" rtl="0" eaLnBrk="1" latinLnBrk="0" hangingPunct="1">
              <a:defRPr kumimoji="1" sz="1000" kern="1200">
                <a:solidFill>
                  <a:schemeClr val="dk1"/>
                </a:solidFill>
                <a:latin typeface="+mn-lt"/>
                <a:ea typeface="+mn-ea"/>
                <a:cs typeface="+mn-cs"/>
              </a:defRPr>
            </a:lvl9pPr>
          </a:lstStyle>
          <a:p>
            <a:pPr marL="0" marR="0" lvl="0" indent="0" algn="ctr" defTabSz="685800" rtl="0" eaLnBrk="0" fontAlgn="ctr" latinLnBrk="0" hangingPunct="0">
              <a:lnSpc>
                <a:spcPct val="100000"/>
              </a:lnSpc>
              <a:spcBef>
                <a:spcPts val="0"/>
              </a:spcBef>
              <a:spcAft>
                <a:spcPct val="0"/>
              </a:spcAft>
              <a:buClrTx/>
              <a:buSzTx/>
              <a:buFontTx/>
              <a:buNone/>
              <a:tabLst/>
              <a:defRPr/>
            </a:pPr>
            <a:r>
              <a:rPr kumimoji="1" lang="ja-JP" altLang="en-US" sz="1050" i="0" u="none" strike="noStrike" kern="1200" cap="none" spc="0" normalizeH="0" baseline="0" noProof="0">
                <a:ln>
                  <a:noFill/>
                </a:ln>
                <a:solidFill>
                  <a:schemeClr val="bg1"/>
                </a:solidFill>
                <a:effectLst/>
                <a:uLnTx/>
                <a:uFillTx/>
                <a:latin typeface="游ゴシック"/>
                <a:ea typeface="游ゴシック"/>
                <a:cs typeface="+mn-cs"/>
              </a:rPr>
              <a:t>アカウントビジネス事業部</a:t>
            </a:r>
            <a:endParaRPr kumimoji="1" lang="en-US" altLang="ja-JP" sz="1050" i="0" u="none" strike="noStrike" kern="1200" cap="none" spc="0" normalizeH="0" baseline="0" noProof="0">
              <a:ln>
                <a:noFill/>
              </a:ln>
              <a:solidFill>
                <a:schemeClr val="bg1"/>
              </a:solidFill>
              <a:effectLst/>
              <a:uLnTx/>
              <a:uFillTx/>
              <a:latin typeface="游ゴシック"/>
              <a:ea typeface="游ゴシック"/>
              <a:cs typeface="+mn-cs"/>
            </a:endParaRPr>
          </a:p>
        </p:txBody>
      </p:sp>
      <p:sp>
        <p:nvSpPr>
          <p:cNvPr id="15" name="正方形/長方形 14">
            <a:extLst>
              <a:ext uri="{FF2B5EF4-FFF2-40B4-BE49-F238E27FC236}">
                <a16:creationId xmlns:a16="http://schemas.microsoft.com/office/drawing/2014/main" id="{B62154AA-CF18-4A65-8DA8-186B3038F49F}"/>
              </a:ext>
            </a:extLst>
          </p:cNvPr>
          <p:cNvSpPr/>
          <p:nvPr/>
        </p:nvSpPr>
        <p:spPr>
          <a:xfrm>
            <a:off x="8574688" y="2316220"/>
            <a:ext cx="2818800" cy="158400"/>
          </a:xfrm>
          <a:prstGeom prst="rect">
            <a:avLst/>
          </a:prstGeom>
          <a:solidFill>
            <a:srgbClr val="014097"/>
          </a:solidFill>
          <a:ln>
            <a:noFill/>
          </a:ln>
          <a:effectLst/>
        </p:spPr>
        <p:style>
          <a:lnRef idx="1">
            <a:schemeClr val="accent2"/>
          </a:lnRef>
          <a:fillRef idx="2">
            <a:schemeClr val="accent2"/>
          </a:fillRef>
          <a:effectRef idx="1">
            <a:schemeClr val="accent2"/>
          </a:effectRef>
          <a:fontRef idx="minor">
            <a:schemeClr val="dk1"/>
          </a:fontRef>
        </p:style>
        <p:txBody>
          <a:bodyPr tIns="0" bIns="0" numCol="1" rtlCol="0" anchor="ctr" anchorCtr="0"/>
          <a:lstStyle>
            <a:defPPr>
              <a:defRPr lang="ja-JP"/>
            </a:defPPr>
            <a:lvl1pPr algn="ctr" rtl="0" eaLnBrk="0" fontAlgn="ctr" hangingPunct="0">
              <a:spcBef>
                <a:spcPct val="50000"/>
              </a:spcBef>
              <a:spcAft>
                <a:spcPct val="0"/>
              </a:spcAft>
              <a:defRPr kumimoji="1" sz="1000" kern="1200">
                <a:solidFill>
                  <a:schemeClr val="dk1"/>
                </a:solidFill>
                <a:latin typeface="+mn-lt"/>
                <a:ea typeface="+mn-ea"/>
                <a:cs typeface="+mn-cs"/>
              </a:defRPr>
            </a:lvl1pPr>
            <a:lvl2pPr marL="457200" algn="ctr" rtl="0" eaLnBrk="0" fontAlgn="ctr" hangingPunct="0">
              <a:spcBef>
                <a:spcPct val="50000"/>
              </a:spcBef>
              <a:spcAft>
                <a:spcPct val="0"/>
              </a:spcAft>
              <a:defRPr kumimoji="1" sz="1000" kern="1200">
                <a:solidFill>
                  <a:schemeClr val="dk1"/>
                </a:solidFill>
                <a:latin typeface="+mn-lt"/>
                <a:ea typeface="+mn-ea"/>
                <a:cs typeface="+mn-cs"/>
              </a:defRPr>
            </a:lvl2pPr>
            <a:lvl3pPr marL="914400" algn="ctr" rtl="0" eaLnBrk="0" fontAlgn="ctr" hangingPunct="0">
              <a:spcBef>
                <a:spcPct val="50000"/>
              </a:spcBef>
              <a:spcAft>
                <a:spcPct val="0"/>
              </a:spcAft>
              <a:defRPr kumimoji="1" sz="1000" kern="1200">
                <a:solidFill>
                  <a:schemeClr val="dk1"/>
                </a:solidFill>
                <a:latin typeface="+mn-lt"/>
                <a:ea typeface="+mn-ea"/>
                <a:cs typeface="+mn-cs"/>
              </a:defRPr>
            </a:lvl3pPr>
            <a:lvl4pPr marL="1371600" algn="ctr" rtl="0" eaLnBrk="0" fontAlgn="ctr" hangingPunct="0">
              <a:spcBef>
                <a:spcPct val="50000"/>
              </a:spcBef>
              <a:spcAft>
                <a:spcPct val="0"/>
              </a:spcAft>
              <a:defRPr kumimoji="1" sz="1000" kern="1200">
                <a:solidFill>
                  <a:schemeClr val="dk1"/>
                </a:solidFill>
                <a:latin typeface="+mn-lt"/>
                <a:ea typeface="+mn-ea"/>
                <a:cs typeface="+mn-cs"/>
              </a:defRPr>
            </a:lvl4pPr>
            <a:lvl5pPr marL="1828800" algn="ctr" rtl="0" eaLnBrk="0" fontAlgn="ctr" hangingPunct="0">
              <a:spcBef>
                <a:spcPct val="50000"/>
              </a:spcBef>
              <a:spcAft>
                <a:spcPct val="0"/>
              </a:spcAft>
              <a:defRPr kumimoji="1" sz="1000" kern="1200">
                <a:solidFill>
                  <a:schemeClr val="dk1"/>
                </a:solidFill>
                <a:latin typeface="+mn-lt"/>
                <a:ea typeface="+mn-ea"/>
                <a:cs typeface="+mn-cs"/>
              </a:defRPr>
            </a:lvl5pPr>
            <a:lvl6pPr marL="2286000" algn="l" defTabSz="914400" rtl="0" eaLnBrk="1" latinLnBrk="0" hangingPunct="1">
              <a:defRPr kumimoji="1" sz="1000" kern="1200">
                <a:solidFill>
                  <a:schemeClr val="dk1"/>
                </a:solidFill>
                <a:latin typeface="+mn-lt"/>
                <a:ea typeface="+mn-ea"/>
                <a:cs typeface="+mn-cs"/>
              </a:defRPr>
            </a:lvl6pPr>
            <a:lvl7pPr marL="2743200" algn="l" defTabSz="914400" rtl="0" eaLnBrk="1" latinLnBrk="0" hangingPunct="1">
              <a:defRPr kumimoji="1" sz="1000" kern="1200">
                <a:solidFill>
                  <a:schemeClr val="dk1"/>
                </a:solidFill>
                <a:latin typeface="+mn-lt"/>
                <a:ea typeface="+mn-ea"/>
                <a:cs typeface="+mn-cs"/>
              </a:defRPr>
            </a:lvl7pPr>
            <a:lvl8pPr marL="3200400" algn="l" defTabSz="914400" rtl="0" eaLnBrk="1" latinLnBrk="0" hangingPunct="1">
              <a:defRPr kumimoji="1" sz="1000" kern="1200">
                <a:solidFill>
                  <a:schemeClr val="dk1"/>
                </a:solidFill>
                <a:latin typeface="+mn-lt"/>
                <a:ea typeface="+mn-ea"/>
                <a:cs typeface="+mn-cs"/>
              </a:defRPr>
            </a:lvl8pPr>
            <a:lvl9pPr marL="3657600" algn="l" defTabSz="914400" rtl="0" eaLnBrk="1" latinLnBrk="0" hangingPunct="1">
              <a:defRPr kumimoji="1" sz="1000" kern="1200">
                <a:solidFill>
                  <a:schemeClr val="dk1"/>
                </a:solidFill>
                <a:latin typeface="+mn-lt"/>
                <a:ea typeface="+mn-ea"/>
                <a:cs typeface="+mn-cs"/>
              </a:defRPr>
            </a:lvl9pPr>
          </a:lstStyle>
          <a:p>
            <a:pPr marL="0" marR="0" lvl="0" indent="0" algn="ctr" defTabSz="685800" rtl="0" eaLnBrk="0" fontAlgn="ctr" latinLnBrk="0" hangingPunct="0">
              <a:lnSpc>
                <a:spcPct val="100000"/>
              </a:lnSpc>
              <a:spcBef>
                <a:spcPts val="0"/>
              </a:spcBef>
              <a:spcAft>
                <a:spcPct val="0"/>
              </a:spcAft>
              <a:buClrTx/>
              <a:buSzTx/>
              <a:buFontTx/>
              <a:buNone/>
              <a:tabLst/>
              <a:defRPr/>
            </a:pPr>
            <a:r>
              <a:rPr kumimoji="1" lang="ja-JP" altLang="en-US" sz="1050" b="0" i="0" u="none" strike="noStrike" kern="1200" cap="none" spc="0" normalizeH="0" baseline="0" noProof="0">
                <a:ln>
                  <a:noFill/>
                </a:ln>
                <a:solidFill>
                  <a:srgbClr val="FFFFFF">
                    <a:lumMod val="95000"/>
                  </a:srgbClr>
                </a:solidFill>
                <a:effectLst/>
                <a:uLnTx/>
                <a:uFillTx/>
                <a:latin typeface="游ゴシック"/>
                <a:ea typeface="游ゴシック"/>
                <a:cs typeface="+mn-cs"/>
              </a:rPr>
              <a:t>ビジネスイノベーション事業部</a:t>
            </a:r>
            <a:endParaRPr kumimoji="1" lang="en-US" altLang="ja-JP" sz="1050" b="0" i="0" u="none" strike="noStrike" kern="1200" cap="none" spc="0" normalizeH="0" baseline="0" noProof="0">
              <a:ln>
                <a:noFill/>
              </a:ln>
              <a:solidFill>
                <a:srgbClr val="FFFFFF">
                  <a:lumMod val="95000"/>
                </a:srgbClr>
              </a:solidFill>
              <a:effectLst/>
              <a:uLnTx/>
              <a:uFillTx/>
              <a:latin typeface="游ゴシック"/>
              <a:ea typeface="游ゴシック"/>
              <a:cs typeface="+mn-cs"/>
            </a:endParaRPr>
          </a:p>
        </p:txBody>
      </p:sp>
      <p:sp>
        <p:nvSpPr>
          <p:cNvPr id="16" name="正方形/長方形 15">
            <a:extLst>
              <a:ext uri="{FF2B5EF4-FFF2-40B4-BE49-F238E27FC236}">
                <a16:creationId xmlns:a16="http://schemas.microsoft.com/office/drawing/2014/main" id="{581706CE-7FCB-4B40-8653-4D664489CDB0}"/>
              </a:ext>
            </a:extLst>
          </p:cNvPr>
          <p:cNvSpPr>
            <a:spLocks/>
          </p:cNvSpPr>
          <p:nvPr/>
        </p:nvSpPr>
        <p:spPr>
          <a:xfrm>
            <a:off x="8572073" y="1346995"/>
            <a:ext cx="2818800" cy="158400"/>
          </a:xfrm>
          <a:prstGeom prst="rect">
            <a:avLst/>
          </a:prstGeom>
          <a:solidFill>
            <a:srgbClr val="014097"/>
          </a:solidFill>
          <a:ln>
            <a:noFill/>
          </a:ln>
          <a:effectLst/>
        </p:spPr>
        <p:style>
          <a:lnRef idx="1">
            <a:schemeClr val="accent2"/>
          </a:lnRef>
          <a:fillRef idx="2">
            <a:schemeClr val="accent2"/>
          </a:fillRef>
          <a:effectRef idx="1">
            <a:schemeClr val="accent2"/>
          </a:effectRef>
          <a:fontRef idx="minor">
            <a:schemeClr val="dk1"/>
          </a:fontRef>
        </p:style>
        <p:txBody>
          <a:bodyPr tIns="0" bIns="0" numCol="1" rtlCol="0" anchor="ctr" anchorCtr="0"/>
          <a:lstStyle>
            <a:defPPr>
              <a:defRPr lang="ja-JP"/>
            </a:defPPr>
            <a:lvl1pPr algn="ctr" rtl="0" eaLnBrk="0" fontAlgn="ctr" hangingPunct="0">
              <a:spcBef>
                <a:spcPct val="50000"/>
              </a:spcBef>
              <a:spcAft>
                <a:spcPct val="0"/>
              </a:spcAft>
              <a:defRPr kumimoji="1" sz="1000" kern="1200">
                <a:solidFill>
                  <a:schemeClr val="dk1"/>
                </a:solidFill>
                <a:latin typeface="+mn-lt"/>
                <a:ea typeface="+mn-ea"/>
                <a:cs typeface="+mn-cs"/>
              </a:defRPr>
            </a:lvl1pPr>
            <a:lvl2pPr marL="457200" algn="ctr" rtl="0" eaLnBrk="0" fontAlgn="ctr" hangingPunct="0">
              <a:spcBef>
                <a:spcPct val="50000"/>
              </a:spcBef>
              <a:spcAft>
                <a:spcPct val="0"/>
              </a:spcAft>
              <a:defRPr kumimoji="1" sz="1000" kern="1200">
                <a:solidFill>
                  <a:schemeClr val="dk1"/>
                </a:solidFill>
                <a:latin typeface="+mn-lt"/>
                <a:ea typeface="+mn-ea"/>
                <a:cs typeface="+mn-cs"/>
              </a:defRPr>
            </a:lvl2pPr>
            <a:lvl3pPr marL="914400" algn="ctr" rtl="0" eaLnBrk="0" fontAlgn="ctr" hangingPunct="0">
              <a:spcBef>
                <a:spcPct val="50000"/>
              </a:spcBef>
              <a:spcAft>
                <a:spcPct val="0"/>
              </a:spcAft>
              <a:defRPr kumimoji="1" sz="1000" kern="1200">
                <a:solidFill>
                  <a:schemeClr val="dk1"/>
                </a:solidFill>
                <a:latin typeface="+mn-lt"/>
                <a:ea typeface="+mn-ea"/>
                <a:cs typeface="+mn-cs"/>
              </a:defRPr>
            </a:lvl3pPr>
            <a:lvl4pPr marL="1371600" algn="ctr" rtl="0" eaLnBrk="0" fontAlgn="ctr" hangingPunct="0">
              <a:spcBef>
                <a:spcPct val="50000"/>
              </a:spcBef>
              <a:spcAft>
                <a:spcPct val="0"/>
              </a:spcAft>
              <a:defRPr kumimoji="1" sz="1000" kern="1200">
                <a:solidFill>
                  <a:schemeClr val="dk1"/>
                </a:solidFill>
                <a:latin typeface="+mn-lt"/>
                <a:ea typeface="+mn-ea"/>
                <a:cs typeface="+mn-cs"/>
              </a:defRPr>
            </a:lvl4pPr>
            <a:lvl5pPr marL="1828800" algn="ctr" rtl="0" eaLnBrk="0" fontAlgn="ctr" hangingPunct="0">
              <a:spcBef>
                <a:spcPct val="50000"/>
              </a:spcBef>
              <a:spcAft>
                <a:spcPct val="0"/>
              </a:spcAft>
              <a:defRPr kumimoji="1" sz="1000" kern="1200">
                <a:solidFill>
                  <a:schemeClr val="dk1"/>
                </a:solidFill>
                <a:latin typeface="+mn-lt"/>
                <a:ea typeface="+mn-ea"/>
                <a:cs typeface="+mn-cs"/>
              </a:defRPr>
            </a:lvl5pPr>
            <a:lvl6pPr marL="2286000" algn="l" defTabSz="914400" rtl="0" eaLnBrk="1" latinLnBrk="0" hangingPunct="1">
              <a:defRPr kumimoji="1" sz="1000" kern="1200">
                <a:solidFill>
                  <a:schemeClr val="dk1"/>
                </a:solidFill>
                <a:latin typeface="+mn-lt"/>
                <a:ea typeface="+mn-ea"/>
                <a:cs typeface="+mn-cs"/>
              </a:defRPr>
            </a:lvl6pPr>
            <a:lvl7pPr marL="2743200" algn="l" defTabSz="914400" rtl="0" eaLnBrk="1" latinLnBrk="0" hangingPunct="1">
              <a:defRPr kumimoji="1" sz="1000" kern="1200">
                <a:solidFill>
                  <a:schemeClr val="dk1"/>
                </a:solidFill>
                <a:latin typeface="+mn-lt"/>
                <a:ea typeface="+mn-ea"/>
                <a:cs typeface="+mn-cs"/>
              </a:defRPr>
            </a:lvl7pPr>
            <a:lvl8pPr marL="3200400" algn="l" defTabSz="914400" rtl="0" eaLnBrk="1" latinLnBrk="0" hangingPunct="1">
              <a:defRPr kumimoji="1" sz="1000" kern="1200">
                <a:solidFill>
                  <a:schemeClr val="dk1"/>
                </a:solidFill>
                <a:latin typeface="+mn-lt"/>
                <a:ea typeface="+mn-ea"/>
                <a:cs typeface="+mn-cs"/>
              </a:defRPr>
            </a:lvl8pPr>
            <a:lvl9pPr marL="3657600" algn="l" defTabSz="914400" rtl="0" eaLnBrk="1" latinLnBrk="0" hangingPunct="1">
              <a:defRPr kumimoji="1" sz="1000" kern="1200">
                <a:solidFill>
                  <a:schemeClr val="dk1"/>
                </a:solidFill>
                <a:latin typeface="+mn-lt"/>
                <a:ea typeface="+mn-ea"/>
                <a:cs typeface="+mn-cs"/>
              </a:defRPr>
            </a:lvl9pPr>
          </a:lstStyle>
          <a:p>
            <a:pPr marL="0" marR="0" lvl="0" indent="0" algn="ctr" defTabSz="685800" rtl="0" eaLnBrk="0" fontAlgn="ctr" latinLnBrk="0" hangingPunct="0">
              <a:lnSpc>
                <a:spcPct val="100000"/>
              </a:lnSpc>
              <a:spcBef>
                <a:spcPts val="0"/>
              </a:spcBef>
              <a:spcAft>
                <a:spcPct val="0"/>
              </a:spcAft>
              <a:buClrTx/>
              <a:buSzTx/>
              <a:buFontTx/>
              <a:buNone/>
              <a:tabLst/>
              <a:defRPr/>
            </a:pPr>
            <a:r>
              <a:rPr kumimoji="1" lang="ja-JP" altLang="en-US" sz="1050" b="0" i="0" u="none" strike="noStrike" kern="1200" cap="none" spc="0" normalizeH="0" baseline="0" noProof="0">
                <a:ln>
                  <a:noFill/>
                </a:ln>
                <a:solidFill>
                  <a:srgbClr val="FFFFFF">
                    <a:lumMod val="95000"/>
                  </a:srgbClr>
                </a:solidFill>
                <a:effectLst/>
                <a:uLnTx/>
                <a:uFillTx/>
                <a:latin typeface="游ゴシック"/>
                <a:ea typeface="游ゴシック"/>
                <a:cs typeface="+mn-cs"/>
              </a:rPr>
              <a:t>ソーシャルイノベーション事業部</a:t>
            </a:r>
            <a:endParaRPr kumimoji="1" lang="en-US" altLang="ja-JP" sz="1050" b="0" i="0" u="none" strike="noStrike" kern="1200" cap="none" spc="0" normalizeH="0" baseline="0" noProof="0">
              <a:ln>
                <a:noFill/>
              </a:ln>
              <a:solidFill>
                <a:srgbClr val="FFFFFF">
                  <a:lumMod val="95000"/>
                </a:srgbClr>
              </a:solidFill>
              <a:effectLst/>
              <a:uLnTx/>
              <a:uFillTx/>
              <a:latin typeface="游ゴシック"/>
              <a:ea typeface="游ゴシック"/>
              <a:cs typeface="+mn-cs"/>
            </a:endParaRPr>
          </a:p>
        </p:txBody>
      </p:sp>
      <p:sp>
        <p:nvSpPr>
          <p:cNvPr id="17" name="正方形/長方形 16">
            <a:extLst>
              <a:ext uri="{FF2B5EF4-FFF2-40B4-BE49-F238E27FC236}">
                <a16:creationId xmlns:a16="http://schemas.microsoft.com/office/drawing/2014/main" id="{CBDC5BCA-1F30-41B9-9819-EC89147596C9}"/>
              </a:ext>
            </a:extLst>
          </p:cNvPr>
          <p:cNvSpPr/>
          <p:nvPr/>
        </p:nvSpPr>
        <p:spPr>
          <a:xfrm>
            <a:off x="8574688" y="2738851"/>
            <a:ext cx="2818800" cy="158400"/>
          </a:xfrm>
          <a:prstGeom prst="rect">
            <a:avLst/>
          </a:prstGeom>
          <a:solidFill>
            <a:srgbClr val="014097"/>
          </a:solidFill>
          <a:ln>
            <a:noFill/>
          </a:ln>
          <a:effectLst/>
        </p:spPr>
        <p:style>
          <a:lnRef idx="1">
            <a:schemeClr val="accent2"/>
          </a:lnRef>
          <a:fillRef idx="2">
            <a:schemeClr val="accent2"/>
          </a:fillRef>
          <a:effectRef idx="1">
            <a:schemeClr val="accent2"/>
          </a:effectRef>
          <a:fontRef idx="minor">
            <a:schemeClr val="dk1"/>
          </a:fontRef>
        </p:style>
        <p:txBody>
          <a:bodyPr tIns="0" bIns="0" numCol="1" rtlCol="0" anchor="ctr" anchorCtr="0"/>
          <a:lstStyle>
            <a:defPPr>
              <a:defRPr lang="ja-JP"/>
            </a:defPPr>
            <a:lvl1pPr algn="ctr" rtl="0" eaLnBrk="0" fontAlgn="ctr" hangingPunct="0">
              <a:spcBef>
                <a:spcPct val="50000"/>
              </a:spcBef>
              <a:spcAft>
                <a:spcPct val="0"/>
              </a:spcAft>
              <a:defRPr kumimoji="1" sz="1000" kern="1200">
                <a:solidFill>
                  <a:schemeClr val="dk1"/>
                </a:solidFill>
                <a:latin typeface="+mn-lt"/>
                <a:ea typeface="+mn-ea"/>
                <a:cs typeface="+mn-cs"/>
              </a:defRPr>
            </a:lvl1pPr>
            <a:lvl2pPr marL="457200" algn="ctr" rtl="0" eaLnBrk="0" fontAlgn="ctr" hangingPunct="0">
              <a:spcBef>
                <a:spcPct val="50000"/>
              </a:spcBef>
              <a:spcAft>
                <a:spcPct val="0"/>
              </a:spcAft>
              <a:defRPr kumimoji="1" sz="1000" kern="1200">
                <a:solidFill>
                  <a:schemeClr val="dk1"/>
                </a:solidFill>
                <a:latin typeface="+mn-lt"/>
                <a:ea typeface="+mn-ea"/>
                <a:cs typeface="+mn-cs"/>
              </a:defRPr>
            </a:lvl2pPr>
            <a:lvl3pPr marL="914400" algn="ctr" rtl="0" eaLnBrk="0" fontAlgn="ctr" hangingPunct="0">
              <a:spcBef>
                <a:spcPct val="50000"/>
              </a:spcBef>
              <a:spcAft>
                <a:spcPct val="0"/>
              </a:spcAft>
              <a:defRPr kumimoji="1" sz="1000" kern="1200">
                <a:solidFill>
                  <a:schemeClr val="dk1"/>
                </a:solidFill>
                <a:latin typeface="+mn-lt"/>
                <a:ea typeface="+mn-ea"/>
                <a:cs typeface="+mn-cs"/>
              </a:defRPr>
            </a:lvl3pPr>
            <a:lvl4pPr marL="1371600" algn="ctr" rtl="0" eaLnBrk="0" fontAlgn="ctr" hangingPunct="0">
              <a:spcBef>
                <a:spcPct val="50000"/>
              </a:spcBef>
              <a:spcAft>
                <a:spcPct val="0"/>
              </a:spcAft>
              <a:defRPr kumimoji="1" sz="1000" kern="1200">
                <a:solidFill>
                  <a:schemeClr val="dk1"/>
                </a:solidFill>
                <a:latin typeface="+mn-lt"/>
                <a:ea typeface="+mn-ea"/>
                <a:cs typeface="+mn-cs"/>
              </a:defRPr>
            </a:lvl4pPr>
            <a:lvl5pPr marL="1828800" algn="ctr" rtl="0" eaLnBrk="0" fontAlgn="ctr" hangingPunct="0">
              <a:spcBef>
                <a:spcPct val="50000"/>
              </a:spcBef>
              <a:spcAft>
                <a:spcPct val="0"/>
              </a:spcAft>
              <a:defRPr kumimoji="1" sz="1000" kern="1200">
                <a:solidFill>
                  <a:schemeClr val="dk1"/>
                </a:solidFill>
                <a:latin typeface="+mn-lt"/>
                <a:ea typeface="+mn-ea"/>
                <a:cs typeface="+mn-cs"/>
              </a:defRPr>
            </a:lvl5pPr>
            <a:lvl6pPr marL="2286000" algn="l" defTabSz="914400" rtl="0" eaLnBrk="1" latinLnBrk="0" hangingPunct="1">
              <a:defRPr kumimoji="1" sz="1000" kern="1200">
                <a:solidFill>
                  <a:schemeClr val="dk1"/>
                </a:solidFill>
                <a:latin typeface="+mn-lt"/>
                <a:ea typeface="+mn-ea"/>
                <a:cs typeface="+mn-cs"/>
              </a:defRPr>
            </a:lvl6pPr>
            <a:lvl7pPr marL="2743200" algn="l" defTabSz="914400" rtl="0" eaLnBrk="1" latinLnBrk="0" hangingPunct="1">
              <a:defRPr kumimoji="1" sz="1000" kern="1200">
                <a:solidFill>
                  <a:schemeClr val="dk1"/>
                </a:solidFill>
                <a:latin typeface="+mn-lt"/>
                <a:ea typeface="+mn-ea"/>
                <a:cs typeface="+mn-cs"/>
              </a:defRPr>
            </a:lvl7pPr>
            <a:lvl8pPr marL="3200400" algn="l" defTabSz="914400" rtl="0" eaLnBrk="1" latinLnBrk="0" hangingPunct="1">
              <a:defRPr kumimoji="1" sz="1000" kern="1200">
                <a:solidFill>
                  <a:schemeClr val="dk1"/>
                </a:solidFill>
                <a:latin typeface="+mn-lt"/>
                <a:ea typeface="+mn-ea"/>
                <a:cs typeface="+mn-cs"/>
              </a:defRPr>
            </a:lvl8pPr>
            <a:lvl9pPr marL="3657600" algn="l" defTabSz="914400" rtl="0" eaLnBrk="1" latinLnBrk="0" hangingPunct="1">
              <a:defRPr kumimoji="1" sz="1000" kern="1200">
                <a:solidFill>
                  <a:schemeClr val="dk1"/>
                </a:solidFill>
                <a:latin typeface="+mn-lt"/>
                <a:ea typeface="+mn-ea"/>
                <a:cs typeface="+mn-cs"/>
              </a:defRPr>
            </a:lvl9pPr>
          </a:lstStyle>
          <a:p>
            <a:pPr marL="0" marR="0" lvl="0" indent="0" algn="ctr" defTabSz="685800" rtl="0" eaLnBrk="0" fontAlgn="ctr" latinLnBrk="0" hangingPunct="0">
              <a:lnSpc>
                <a:spcPct val="100000"/>
              </a:lnSpc>
              <a:spcBef>
                <a:spcPts val="0"/>
              </a:spcBef>
              <a:spcAft>
                <a:spcPct val="0"/>
              </a:spcAft>
              <a:buClrTx/>
              <a:buSzTx/>
              <a:buFontTx/>
              <a:buNone/>
              <a:tabLst/>
              <a:defRPr/>
            </a:pPr>
            <a:r>
              <a:rPr kumimoji="1" lang="ja-JP" altLang="en-US" sz="1050" b="0" i="0" u="none" strike="noStrike" kern="1200" cap="none" spc="0" normalizeH="0" baseline="0" noProof="0">
                <a:ln>
                  <a:noFill/>
                </a:ln>
                <a:solidFill>
                  <a:srgbClr val="FFFFFF">
                    <a:lumMod val="95000"/>
                  </a:srgbClr>
                </a:solidFill>
                <a:effectLst/>
                <a:uLnTx/>
                <a:uFillTx/>
                <a:latin typeface="游ゴシック"/>
                <a:ea typeface="游ゴシック"/>
                <a:cs typeface="+mn-cs"/>
              </a:rPr>
              <a:t>クラウドアウトソーシング事業部</a:t>
            </a:r>
            <a:endParaRPr kumimoji="1" lang="en-US" altLang="ja-JP" sz="1050" b="0" i="0" u="none" strike="noStrike" kern="1200" cap="none" spc="0" normalizeH="0" baseline="0" noProof="0">
              <a:ln>
                <a:noFill/>
              </a:ln>
              <a:solidFill>
                <a:srgbClr val="FFFFFF">
                  <a:lumMod val="95000"/>
                </a:srgbClr>
              </a:solidFill>
              <a:effectLst/>
              <a:uLnTx/>
              <a:uFillTx/>
              <a:latin typeface="游ゴシック"/>
              <a:ea typeface="游ゴシック"/>
              <a:cs typeface="+mn-cs"/>
            </a:endParaRPr>
          </a:p>
        </p:txBody>
      </p:sp>
      <p:sp>
        <p:nvSpPr>
          <p:cNvPr id="18" name="正方形/長方形 17">
            <a:extLst>
              <a:ext uri="{FF2B5EF4-FFF2-40B4-BE49-F238E27FC236}">
                <a16:creationId xmlns:a16="http://schemas.microsoft.com/office/drawing/2014/main" id="{A49C42B1-8162-48E2-BED8-5AE79F1FF855}"/>
              </a:ext>
            </a:extLst>
          </p:cNvPr>
          <p:cNvSpPr/>
          <p:nvPr/>
        </p:nvSpPr>
        <p:spPr>
          <a:xfrm>
            <a:off x="8574688" y="1914341"/>
            <a:ext cx="2818800" cy="158400"/>
          </a:xfrm>
          <a:prstGeom prst="rect">
            <a:avLst/>
          </a:prstGeom>
          <a:solidFill>
            <a:srgbClr val="014097"/>
          </a:solidFill>
          <a:ln>
            <a:noFill/>
          </a:ln>
          <a:effectLst/>
        </p:spPr>
        <p:style>
          <a:lnRef idx="1">
            <a:schemeClr val="accent2"/>
          </a:lnRef>
          <a:fillRef idx="2">
            <a:schemeClr val="accent2"/>
          </a:fillRef>
          <a:effectRef idx="1">
            <a:schemeClr val="accent2"/>
          </a:effectRef>
          <a:fontRef idx="minor">
            <a:schemeClr val="dk1"/>
          </a:fontRef>
        </p:style>
        <p:txBody>
          <a:bodyPr tIns="0" bIns="0" numCol="1" rtlCol="0" anchor="ctr" anchorCtr="0"/>
          <a:lstStyle>
            <a:defPPr>
              <a:defRPr lang="ja-JP"/>
            </a:defPPr>
            <a:lvl1pPr algn="ctr" rtl="0" eaLnBrk="0" fontAlgn="ctr" hangingPunct="0">
              <a:spcBef>
                <a:spcPct val="50000"/>
              </a:spcBef>
              <a:spcAft>
                <a:spcPct val="0"/>
              </a:spcAft>
              <a:defRPr kumimoji="1" sz="1000" kern="1200">
                <a:solidFill>
                  <a:schemeClr val="dk1"/>
                </a:solidFill>
                <a:latin typeface="+mn-lt"/>
                <a:ea typeface="+mn-ea"/>
                <a:cs typeface="+mn-cs"/>
              </a:defRPr>
            </a:lvl1pPr>
            <a:lvl2pPr marL="457200" algn="ctr" rtl="0" eaLnBrk="0" fontAlgn="ctr" hangingPunct="0">
              <a:spcBef>
                <a:spcPct val="50000"/>
              </a:spcBef>
              <a:spcAft>
                <a:spcPct val="0"/>
              </a:spcAft>
              <a:defRPr kumimoji="1" sz="1000" kern="1200">
                <a:solidFill>
                  <a:schemeClr val="dk1"/>
                </a:solidFill>
                <a:latin typeface="+mn-lt"/>
                <a:ea typeface="+mn-ea"/>
                <a:cs typeface="+mn-cs"/>
              </a:defRPr>
            </a:lvl2pPr>
            <a:lvl3pPr marL="914400" algn="ctr" rtl="0" eaLnBrk="0" fontAlgn="ctr" hangingPunct="0">
              <a:spcBef>
                <a:spcPct val="50000"/>
              </a:spcBef>
              <a:spcAft>
                <a:spcPct val="0"/>
              </a:spcAft>
              <a:defRPr kumimoji="1" sz="1000" kern="1200">
                <a:solidFill>
                  <a:schemeClr val="dk1"/>
                </a:solidFill>
                <a:latin typeface="+mn-lt"/>
                <a:ea typeface="+mn-ea"/>
                <a:cs typeface="+mn-cs"/>
              </a:defRPr>
            </a:lvl3pPr>
            <a:lvl4pPr marL="1371600" algn="ctr" rtl="0" eaLnBrk="0" fontAlgn="ctr" hangingPunct="0">
              <a:spcBef>
                <a:spcPct val="50000"/>
              </a:spcBef>
              <a:spcAft>
                <a:spcPct val="0"/>
              </a:spcAft>
              <a:defRPr kumimoji="1" sz="1000" kern="1200">
                <a:solidFill>
                  <a:schemeClr val="dk1"/>
                </a:solidFill>
                <a:latin typeface="+mn-lt"/>
                <a:ea typeface="+mn-ea"/>
                <a:cs typeface="+mn-cs"/>
              </a:defRPr>
            </a:lvl4pPr>
            <a:lvl5pPr marL="1828800" algn="ctr" rtl="0" eaLnBrk="0" fontAlgn="ctr" hangingPunct="0">
              <a:spcBef>
                <a:spcPct val="50000"/>
              </a:spcBef>
              <a:spcAft>
                <a:spcPct val="0"/>
              </a:spcAft>
              <a:defRPr kumimoji="1" sz="1000" kern="1200">
                <a:solidFill>
                  <a:schemeClr val="dk1"/>
                </a:solidFill>
                <a:latin typeface="+mn-lt"/>
                <a:ea typeface="+mn-ea"/>
                <a:cs typeface="+mn-cs"/>
              </a:defRPr>
            </a:lvl5pPr>
            <a:lvl6pPr marL="2286000" algn="l" defTabSz="914400" rtl="0" eaLnBrk="1" latinLnBrk="0" hangingPunct="1">
              <a:defRPr kumimoji="1" sz="1000" kern="1200">
                <a:solidFill>
                  <a:schemeClr val="dk1"/>
                </a:solidFill>
                <a:latin typeface="+mn-lt"/>
                <a:ea typeface="+mn-ea"/>
                <a:cs typeface="+mn-cs"/>
              </a:defRPr>
            </a:lvl6pPr>
            <a:lvl7pPr marL="2743200" algn="l" defTabSz="914400" rtl="0" eaLnBrk="1" latinLnBrk="0" hangingPunct="1">
              <a:defRPr kumimoji="1" sz="1000" kern="1200">
                <a:solidFill>
                  <a:schemeClr val="dk1"/>
                </a:solidFill>
                <a:latin typeface="+mn-lt"/>
                <a:ea typeface="+mn-ea"/>
                <a:cs typeface="+mn-cs"/>
              </a:defRPr>
            </a:lvl7pPr>
            <a:lvl8pPr marL="3200400" algn="l" defTabSz="914400" rtl="0" eaLnBrk="1" latinLnBrk="0" hangingPunct="1">
              <a:defRPr kumimoji="1" sz="1000" kern="1200">
                <a:solidFill>
                  <a:schemeClr val="dk1"/>
                </a:solidFill>
                <a:latin typeface="+mn-lt"/>
                <a:ea typeface="+mn-ea"/>
                <a:cs typeface="+mn-cs"/>
              </a:defRPr>
            </a:lvl8pPr>
            <a:lvl9pPr marL="3657600" algn="l" defTabSz="914400" rtl="0" eaLnBrk="1" latinLnBrk="0" hangingPunct="1">
              <a:defRPr kumimoji="1" sz="1000" kern="1200">
                <a:solidFill>
                  <a:schemeClr val="dk1"/>
                </a:solidFill>
                <a:latin typeface="+mn-lt"/>
                <a:ea typeface="+mn-ea"/>
                <a:cs typeface="+mn-cs"/>
              </a:defRPr>
            </a:lvl9pPr>
          </a:lstStyle>
          <a:p>
            <a:pPr marL="0" marR="0" lvl="0" indent="0" algn="ctr" defTabSz="685800" rtl="0" eaLnBrk="0" fontAlgn="ctr" latinLnBrk="0" hangingPunct="0">
              <a:lnSpc>
                <a:spcPct val="100000"/>
              </a:lnSpc>
              <a:spcBef>
                <a:spcPts val="0"/>
              </a:spcBef>
              <a:spcAft>
                <a:spcPct val="0"/>
              </a:spcAft>
              <a:buClrTx/>
              <a:buSzTx/>
              <a:buFontTx/>
              <a:buNone/>
              <a:tabLst/>
              <a:defRPr/>
            </a:pPr>
            <a:r>
              <a:rPr kumimoji="1" lang="ja-JP" altLang="en-US" sz="1050" b="0" i="0" u="none" strike="noStrike" kern="1200" cap="none" spc="0" normalizeH="0" baseline="0" noProof="0">
                <a:ln>
                  <a:noFill/>
                </a:ln>
                <a:solidFill>
                  <a:srgbClr val="FFFFFF">
                    <a:lumMod val="95000"/>
                  </a:srgbClr>
                </a:solidFill>
                <a:effectLst/>
                <a:uLnTx/>
                <a:uFillTx/>
                <a:latin typeface="游ゴシック"/>
                <a:ea typeface="游ゴシック"/>
                <a:cs typeface="+mn-cs"/>
              </a:rPr>
              <a:t>事業企画部</a:t>
            </a:r>
            <a:endParaRPr kumimoji="1" lang="en-US" altLang="ja-JP" sz="1050" b="0" i="0" u="none" strike="noStrike" kern="1200" cap="none" spc="0" normalizeH="0" baseline="0" noProof="0">
              <a:ln>
                <a:noFill/>
              </a:ln>
              <a:solidFill>
                <a:srgbClr val="FFFFFF">
                  <a:lumMod val="95000"/>
                </a:srgbClr>
              </a:solidFill>
              <a:effectLst/>
              <a:uLnTx/>
              <a:uFillTx/>
              <a:latin typeface="游ゴシック"/>
              <a:ea typeface="游ゴシック"/>
              <a:cs typeface="+mn-cs"/>
            </a:endParaRPr>
          </a:p>
        </p:txBody>
      </p:sp>
      <p:sp>
        <p:nvSpPr>
          <p:cNvPr id="19" name="正方形/長方形 18">
            <a:extLst>
              <a:ext uri="{FF2B5EF4-FFF2-40B4-BE49-F238E27FC236}">
                <a16:creationId xmlns:a16="http://schemas.microsoft.com/office/drawing/2014/main" id="{3479F72F-EF20-46E3-8CFA-BD69659025DF}"/>
              </a:ext>
            </a:extLst>
          </p:cNvPr>
          <p:cNvSpPr/>
          <p:nvPr/>
        </p:nvSpPr>
        <p:spPr>
          <a:xfrm>
            <a:off x="8574689" y="2121920"/>
            <a:ext cx="2818800" cy="158400"/>
          </a:xfrm>
          <a:prstGeom prst="rect">
            <a:avLst/>
          </a:prstGeom>
          <a:solidFill>
            <a:srgbClr val="014097"/>
          </a:solidFill>
          <a:ln>
            <a:noFill/>
          </a:ln>
          <a:effectLst/>
        </p:spPr>
        <p:style>
          <a:lnRef idx="1">
            <a:schemeClr val="accent2"/>
          </a:lnRef>
          <a:fillRef idx="2">
            <a:schemeClr val="accent2"/>
          </a:fillRef>
          <a:effectRef idx="1">
            <a:schemeClr val="accent2"/>
          </a:effectRef>
          <a:fontRef idx="minor">
            <a:schemeClr val="dk1"/>
          </a:fontRef>
        </p:style>
        <p:txBody>
          <a:bodyPr tIns="0" bIns="0" numCol="1" rtlCol="0" anchor="ctr" anchorCtr="0"/>
          <a:lstStyle>
            <a:defPPr>
              <a:defRPr lang="ja-JP"/>
            </a:defPPr>
            <a:lvl1pPr algn="ctr" rtl="0" eaLnBrk="0" fontAlgn="ctr" hangingPunct="0">
              <a:spcBef>
                <a:spcPct val="50000"/>
              </a:spcBef>
              <a:spcAft>
                <a:spcPct val="0"/>
              </a:spcAft>
              <a:defRPr kumimoji="1" sz="1000" kern="1200">
                <a:solidFill>
                  <a:schemeClr val="dk1"/>
                </a:solidFill>
                <a:latin typeface="+mn-lt"/>
                <a:ea typeface="+mn-ea"/>
                <a:cs typeface="+mn-cs"/>
              </a:defRPr>
            </a:lvl1pPr>
            <a:lvl2pPr marL="457200" algn="ctr" rtl="0" eaLnBrk="0" fontAlgn="ctr" hangingPunct="0">
              <a:spcBef>
                <a:spcPct val="50000"/>
              </a:spcBef>
              <a:spcAft>
                <a:spcPct val="0"/>
              </a:spcAft>
              <a:defRPr kumimoji="1" sz="1000" kern="1200">
                <a:solidFill>
                  <a:schemeClr val="dk1"/>
                </a:solidFill>
                <a:latin typeface="+mn-lt"/>
                <a:ea typeface="+mn-ea"/>
                <a:cs typeface="+mn-cs"/>
              </a:defRPr>
            </a:lvl2pPr>
            <a:lvl3pPr marL="914400" algn="ctr" rtl="0" eaLnBrk="0" fontAlgn="ctr" hangingPunct="0">
              <a:spcBef>
                <a:spcPct val="50000"/>
              </a:spcBef>
              <a:spcAft>
                <a:spcPct val="0"/>
              </a:spcAft>
              <a:defRPr kumimoji="1" sz="1000" kern="1200">
                <a:solidFill>
                  <a:schemeClr val="dk1"/>
                </a:solidFill>
                <a:latin typeface="+mn-lt"/>
                <a:ea typeface="+mn-ea"/>
                <a:cs typeface="+mn-cs"/>
              </a:defRPr>
            </a:lvl3pPr>
            <a:lvl4pPr marL="1371600" algn="ctr" rtl="0" eaLnBrk="0" fontAlgn="ctr" hangingPunct="0">
              <a:spcBef>
                <a:spcPct val="50000"/>
              </a:spcBef>
              <a:spcAft>
                <a:spcPct val="0"/>
              </a:spcAft>
              <a:defRPr kumimoji="1" sz="1000" kern="1200">
                <a:solidFill>
                  <a:schemeClr val="dk1"/>
                </a:solidFill>
                <a:latin typeface="+mn-lt"/>
                <a:ea typeface="+mn-ea"/>
                <a:cs typeface="+mn-cs"/>
              </a:defRPr>
            </a:lvl4pPr>
            <a:lvl5pPr marL="1828800" algn="ctr" rtl="0" eaLnBrk="0" fontAlgn="ctr" hangingPunct="0">
              <a:spcBef>
                <a:spcPct val="50000"/>
              </a:spcBef>
              <a:spcAft>
                <a:spcPct val="0"/>
              </a:spcAft>
              <a:defRPr kumimoji="1" sz="1000" kern="1200">
                <a:solidFill>
                  <a:schemeClr val="dk1"/>
                </a:solidFill>
                <a:latin typeface="+mn-lt"/>
                <a:ea typeface="+mn-ea"/>
                <a:cs typeface="+mn-cs"/>
              </a:defRPr>
            </a:lvl5pPr>
            <a:lvl6pPr marL="2286000" algn="l" defTabSz="914400" rtl="0" eaLnBrk="1" latinLnBrk="0" hangingPunct="1">
              <a:defRPr kumimoji="1" sz="1000" kern="1200">
                <a:solidFill>
                  <a:schemeClr val="dk1"/>
                </a:solidFill>
                <a:latin typeface="+mn-lt"/>
                <a:ea typeface="+mn-ea"/>
                <a:cs typeface="+mn-cs"/>
              </a:defRPr>
            </a:lvl6pPr>
            <a:lvl7pPr marL="2743200" algn="l" defTabSz="914400" rtl="0" eaLnBrk="1" latinLnBrk="0" hangingPunct="1">
              <a:defRPr kumimoji="1" sz="1000" kern="1200">
                <a:solidFill>
                  <a:schemeClr val="dk1"/>
                </a:solidFill>
                <a:latin typeface="+mn-lt"/>
                <a:ea typeface="+mn-ea"/>
                <a:cs typeface="+mn-cs"/>
              </a:defRPr>
            </a:lvl7pPr>
            <a:lvl8pPr marL="3200400" algn="l" defTabSz="914400" rtl="0" eaLnBrk="1" latinLnBrk="0" hangingPunct="1">
              <a:defRPr kumimoji="1" sz="1000" kern="1200">
                <a:solidFill>
                  <a:schemeClr val="dk1"/>
                </a:solidFill>
                <a:latin typeface="+mn-lt"/>
                <a:ea typeface="+mn-ea"/>
                <a:cs typeface="+mn-cs"/>
              </a:defRPr>
            </a:lvl8pPr>
            <a:lvl9pPr marL="3657600" algn="l" defTabSz="914400" rtl="0" eaLnBrk="1" latinLnBrk="0" hangingPunct="1">
              <a:defRPr kumimoji="1" sz="1000" kern="1200">
                <a:solidFill>
                  <a:schemeClr val="dk1"/>
                </a:solidFill>
                <a:latin typeface="+mn-lt"/>
                <a:ea typeface="+mn-ea"/>
                <a:cs typeface="+mn-cs"/>
              </a:defRPr>
            </a:lvl9pPr>
          </a:lstStyle>
          <a:p>
            <a:pPr marL="0" marR="0" lvl="0" indent="0" algn="ctr" defTabSz="685800" rtl="0" eaLnBrk="0" fontAlgn="ctr" latinLnBrk="0" hangingPunct="0">
              <a:lnSpc>
                <a:spcPct val="100000"/>
              </a:lnSpc>
              <a:spcBef>
                <a:spcPts val="0"/>
              </a:spcBef>
              <a:spcAft>
                <a:spcPct val="0"/>
              </a:spcAft>
              <a:buClrTx/>
              <a:buSzTx/>
              <a:buFontTx/>
              <a:buNone/>
              <a:tabLst/>
              <a:defRPr/>
            </a:pPr>
            <a:r>
              <a:rPr kumimoji="1" lang="ja-JP" altLang="en-US" sz="1050" b="0" i="0" u="none" strike="noStrike" kern="1200" cap="none" spc="0" normalizeH="0" baseline="0" noProof="0">
                <a:ln>
                  <a:noFill/>
                </a:ln>
                <a:solidFill>
                  <a:srgbClr val="FFFFFF">
                    <a:lumMod val="95000"/>
                  </a:srgbClr>
                </a:solidFill>
                <a:effectLst/>
                <a:uLnTx/>
                <a:uFillTx/>
                <a:latin typeface="游ゴシック"/>
                <a:ea typeface="游ゴシック"/>
                <a:cs typeface="+mn-cs"/>
              </a:rPr>
              <a:t>営業統括部</a:t>
            </a:r>
            <a:endParaRPr kumimoji="1" lang="en-US" altLang="ja-JP" sz="1050" b="0" i="0" u="none" strike="noStrike" kern="1200" cap="none" spc="0" normalizeH="0" baseline="0" noProof="0">
              <a:ln>
                <a:noFill/>
              </a:ln>
              <a:solidFill>
                <a:srgbClr val="FFFFFF">
                  <a:lumMod val="95000"/>
                </a:srgbClr>
              </a:solidFill>
              <a:effectLst/>
              <a:uLnTx/>
              <a:uFillTx/>
              <a:latin typeface="游ゴシック"/>
              <a:ea typeface="游ゴシック"/>
              <a:cs typeface="+mn-cs"/>
            </a:endParaRPr>
          </a:p>
        </p:txBody>
      </p:sp>
      <p:sp>
        <p:nvSpPr>
          <p:cNvPr id="20" name="正方形/長方形 19">
            <a:extLst>
              <a:ext uri="{FF2B5EF4-FFF2-40B4-BE49-F238E27FC236}">
                <a16:creationId xmlns:a16="http://schemas.microsoft.com/office/drawing/2014/main" id="{ACF4E82E-0673-47CB-8B4B-2730CC5D00C8}"/>
              </a:ext>
            </a:extLst>
          </p:cNvPr>
          <p:cNvSpPr/>
          <p:nvPr/>
        </p:nvSpPr>
        <p:spPr>
          <a:xfrm>
            <a:off x="8574688" y="2523798"/>
            <a:ext cx="2818800" cy="158400"/>
          </a:xfrm>
          <a:prstGeom prst="rect">
            <a:avLst/>
          </a:prstGeom>
          <a:solidFill>
            <a:srgbClr val="014097"/>
          </a:solidFill>
          <a:ln>
            <a:noFill/>
          </a:ln>
          <a:effectLst/>
        </p:spPr>
        <p:style>
          <a:lnRef idx="1">
            <a:schemeClr val="accent2"/>
          </a:lnRef>
          <a:fillRef idx="2">
            <a:schemeClr val="accent2"/>
          </a:fillRef>
          <a:effectRef idx="1">
            <a:schemeClr val="accent2"/>
          </a:effectRef>
          <a:fontRef idx="minor">
            <a:schemeClr val="dk1"/>
          </a:fontRef>
        </p:style>
        <p:txBody>
          <a:bodyPr tIns="0" bIns="0" numCol="1" rtlCol="0" anchor="ctr" anchorCtr="0"/>
          <a:lstStyle>
            <a:defPPr>
              <a:defRPr lang="ja-JP"/>
            </a:defPPr>
            <a:lvl1pPr algn="ctr" rtl="0" eaLnBrk="0" fontAlgn="ctr" hangingPunct="0">
              <a:spcBef>
                <a:spcPct val="50000"/>
              </a:spcBef>
              <a:spcAft>
                <a:spcPct val="0"/>
              </a:spcAft>
              <a:defRPr kumimoji="1" sz="1000" kern="1200">
                <a:solidFill>
                  <a:schemeClr val="dk1"/>
                </a:solidFill>
                <a:latin typeface="+mn-lt"/>
                <a:ea typeface="+mn-ea"/>
                <a:cs typeface="+mn-cs"/>
              </a:defRPr>
            </a:lvl1pPr>
            <a:lvl2pPr marL="457200" algn="ctr" rtl="0" eaLnBrk="0" fontAlgn="ctr" hangingPunct="0">
              <a:spcBef>
                <a:spcPct val="50000"/>
              </a:spcBef>
              <a:spcAft>
                <a:spcPct val="0"/>
              </a:spcAft>
              <a:defRPr kumimoji="1" sz="1000" kern="1200">
                <a:solidFill>
                  <a:schemeClr val="dk1"/>
                </a:solidFill>
                <a:latin typeface="+mn-lt"/>
                <a:ea typeface="+mn-ea"/>
                <a:cs typeface="+mn-cs"/>
              </a:defRPr>
            </a:lvl2pPr>
            <a:lvl3pPr marL="914400" algn="ctr" rtl="0" eaLnBrk="0" fontAlgn="ctr" hangingPunct="0">
              <a:spcBef>
                <a:spcPct val="50000"/>
              </a:spcBef>
              <a:spcAft>
                <a:spcPct val="0"/>
              </a:spcAft>
              <a:defRPr kumimoji="1" sz="1000" kern="1200">
                <a:solidFill>
                  <a:schemeClr val="dk1"/>
                </a:solidFill>
                <a:latin typeface="+mn-lt"/>
                <a:ea typeface="+mn-ea"/>
                <a:cs typeface="+mn-cs"/>
              </a:defRPr>
            </a:lvl3pPr>
            <a:lvl4pPr marL="1371600" algn="ctr" rtl="0" eaLnBrk="0" fontAlgn="ctr" hangingPunct="0">
              <a:spcBef>
                <a:spcPct val="50000"/>
              </a:spcBef>
              <a:spcAft>
                <a:spcPct val="0"/>
              </a:spcAft>
              <a:defRPr kumimoji="1" sz="1000" kern="1200">
                <a:solidFill>
                  <a:schemeClr val="dk1"/>
                </a:solidFill>
                <a:latin typeface="+mn-lt"/>
                <a:ea typeface="+mn-ea"/>
                <a:cs typeface="+mn-cs"/>
              </a:defRPr>
            </a:lvl4pPr>
            <a:lvl5pPr marL="1828800" algn="ctr" rtl="0" eaLnBrk="0" fontAlgn="ctr" hangingPunct="0">
              <a:spcBef>
                <a:spcPct val="50000"/>
              </a:spcBef>
              <a:spcAft>
                <a:spcPct val="0"/>
              </a:spcAft>
              <a:defRPr kumimoji="1" sz="1000" kern="1200">
                <a:solidFill>
                  <a:schemeClr val="dk1"/>
                </a:solidFill>
                <a:latin typeface="+mn-lt"/>
                <a:ea typeface="+mn-ea"/>
                <a:cs typeface="+mn-cs"/>
              </a:defRPr>
            </a:lvl5pPr>
            <a:lvl6pPr marL="2286000" algn="l" defTabSz="914400" rtl="0" eaLnBrk="1" latinLnBrk="0" hangingPunct="1">
              <a:defRPr kumimoji="1" sz="1000" kern="1200">
                <a:solidFill>
                  <a:schemeClr val="dk1"/>
                </a:solidFill>
                <a:latin typeface="+mn-lt"/>
                <a:ea typeface="+mn-ea"/>
                <a:cs typeface="+mn-cs"/>
              </a:defRPr>
            </a:lvl6pPr>
            <a:lvl7pPr marL="2743200" algn="l" defTabSz="914400" rtl="0" eaLnBrk="1" latinLnBrk="0" hangingPunct="1">
              <a:defRPr kumimoji="1" sz="1000" kern="1200">
                <a:solidFill>
                  <a:schemeClr val="dk1"/>
                </a:solidFill>
                <a:latin typeface="+mn-lt"/>
                <a:ea typeface="+mn-ea"/>
                <a:cs typeface="+mn-cs"/>
              </a:defRPr>
            </a:lvl7pPr>
            <a:lvl8pPr marL="3200400" algn="l" defTabSz="914400" rtl="0" eaLnBrk="1" latinLnBrk="0" hangingPunct="1">
              <a:defRPr kumimoji="1" sz="1000" kern="1200">
                <a:solidFill>
                  <a:schemeClr val="dk1"/>
                </a:solidFill>
                <a:latin typeface="+mn-lt"/>
                <a:ea typeface="+mn-ea"/>
                <a:cs typeface="+mn-cs"/>
              </a:defRPr>
            </a:lvl8pPr>
            <a:lvl9pPr marL="3657600" algn="l" defTabSz="914400" rtl="0" eaLnBrk="1" latinLnBrk="0" hangingPunct="1">
              <a:defRPr kumimoji="1" sz="1000" kern="1200">
                <a:solidFill>
                  <a:schemeClr val="dk1"/>
                </a:solidFill>
                <a:latin typeface="+mn-lt"/>
                <a:ea typeface="+mn-ea"/>
                <a:cs typeface="+mn-cs"/>
              </a:defRPr>
            </a:lvl9pPr>
          </a:lstStyle>
          <a:p>
            <a:pPr marL="0" marR="0" lvl="0" indent="0" algn="ctr" defTabSz="685800" rtl="0" eaLnBrk="0" fontAlgn="ctr" latinLnBrk="0" hangingPunct="0">
              <a:lnSpc>
                <a:spcPct val="100000"/>
              </a:lnSpc>
              <a:spcBef>
                <a:spcPts val="0"/>
              </a:spcBef>
              <a:spcAft>
                <a:spcPct val="0"/>
              </a:spcAft>
              <a:buClrTx/>
              <a:buSzTx/>
              <a:buFontTx/>
              <a:buNone/>
              <a:tabLst/>
              <a:defRPr/>
            </a:pPr>
            <a:r>
              <a:rPr kumimoji="1" lang="ja-JP" altLang="en-US" sz="1050" b="0" i="0" u="none" strike="noStrike" kern="1200" cap="none" spc="0" normalizeH="0" baseline="0" noProof="0">
                <a:ln>
                  <a:noFill/>
                </a:ln>
                <a:solidFill>
                  <a:srgbClr val="FFFFFF">
                    <a:lumMod val="95000"/>
                  </a:srgbClr>
                </a:solidFill>
                <a:effectLst/>
                <a:uLnTx/>
                <a:uFillTx/>
                <a:latin typeface="游ゴシック"/>
                <a:ea typeface="游ゴシック"/>
                <a:cs typeface="+mn-cs"/>
              </a:rPr>
              <a:t>クラウドプラットフォーム事業部</a:t>
            </a:r>
            <a:endParaRPr kumimoji="1" lang="en-US" altLang="ja-JP" sz="1050" b="0" i="0" u="none" strike="noStrike" kern="1200" cap="none" spc="0" normalizeH="0" baseline="0" noProof="0">
              <a:ln>
                <a:noFill/>
              </a:ln>
              <a:solidFill>
                <a:srgbClr val="FFFFFF">
                  <a:lumMod val="95000"/>
                </a:srgbClr>
              </a:solidFill>
              <a:effectLst/>
              <a:uLnTx/>
              <a:uFillTx/>
              <a:latin typeface="游ゴシック"/>
              <a:ea typeface="游ゴシック"/>
              <a:cs typeface="+mn-cs"/>
            </a:endParaRPr>
          </a:p>
        </p:txBody>
      </p:sp>
      <p:sp>
        <p:nvSpPr>
          <p:cNvPr id="21" name="正方形/長方形 20">
            <a:extLst>
              <a:ext uri="{FF2B5EF4-FFF2-40B4-BE49-F238E27FC236}">
                <a16:creationId xmlns:a16="http://schemas.microsoft.com/office/drawing/2014/main" id="{384A1071-F2C3-4113-AB14-BDB0452C0393}"/>
              </a:ext>
            </a:extLst>
          </p:cNvPr>
          <p:cNvSpPr/>
          <p:nvPr/>
        </p:nvSpPr>
        <p:spPr>
          <a:xfrm>
            <a:off x="4131558" y="3176100"/>
            <a:ext cx="3872912" cy="900313"/>
          </a:xfrm>
          <a:prstGeom prst="rect">
            <a:avLst/>
          </a:prstGeom>
          <a:solidFill>
            <a:srgbClr val="014097"/>
          </a:solidFill>
          <a:ln>
            <a:noFill/>
          </a:ln>
          <a:effectLst/>
        </p:spPr>
        <p:style>
          <a:lnRef idx="1">
            <a:schemeClr val="accent2"/>
          </a:lnRef>
          <a:fillRef idx="2">
            <a:schemeClr val="accent2"/>
          </a:fillRef>
          <a:effectRef idx="1">
            <a:schemeClr val="accent2"/>
          </a:effectRef>
          <a:fontRef idx="minor">
            <a:schemeClr val="dk1"/>
          </a:fontRef>
        </p:style>
        <p:txBody>
          <a:bodyPr tIns="0" bIns="0" numCol="1" rtlCol="0" anchor="ctr" anchorCtr="0"/>
          <a:lstStyle>
            <a:defPPr>
              <a:defRPr lang="ja-JP"/>
            </a:defPPr>
            <a:lvl1pPr algn="ctr" rtl="0" eaLnBrk="0" fontAlgn="ctr" hangingPunct="0">
              <a:spcBef>
                <a:spcPct val="50000"/>
              </a:spcBef>
              <a:spcAft>
                <a:spcPct val="0"/>
              </a:spcAft>
              <a:defRPr kumimoji="1" sz="1000" kern="1200">
                <a:solidFill>
                  <a:schemeClr val="dk1"/>
                </a:solidFill>
                <a:latin typeface="+mn-lt"/>
                <a:ea typeface="+mn-ea"/>
                <a:cs typeface="+mn-cs"/>
              </a:defRPr>
            </a:lvl1pPr>
            <a:lvl2pPr marL="457200" algn="ctr" rtl="0" eaLnBrk="0" fontAlgn="ctr" hangingPunct="0">
              <a:spcBef>
                <a:spcPct val="50000"/>
              </a:spcBef>
              <a:spcAft>
                <a:spcPct val="0"/>
              </a:spcAft>
              <a:defRPr kumimoji="1" sz="1000" kern="1200">
                <a:solidFill>
                  <a:schemeClr val="dk1"/>
                </a:solidFill>
                <a:latin typeface="+mn-lt"/>
                <a:ea typeface="+mn-ea"/>
                <a:cs typeface="+mn-cs"/>
              </a:defRPr>
            </a:lvl2pPr>
            <a:lvl3pPr marL="914400" algn="ctr" rtl="0" eaLnBrk="0" fontAlgn="ctr" hangingPunct="0">
              <a:spcBef>
                <a:spcPct val="50000"/>
              </a:spcBef>
              <a:spcAft>
                <a:spcPct val="0"/>
              </a:spcAft>
              <a:defRPr kumimoji="1" sz="1000" kern="1200">
                <a:solidFill>
                  <a:schemeClr val="dk1"/>
                </a:solidFill>
                <a:latin typeface="+mn-lt"/>
                <a:ea typeface="+mn-ea"/>
                <a:cs typeface="+mn-cs"/>
              </a:defRPr>
            </a:lvl3pPr>
            <a:lvl4pPr marL="1371600" algn="ctr" rtl="0" eaLnBrk="0" fontAlgn="ctr" hangingPunct="0">
              <a:spcBef>
                <a:spcPct val="50000"/>
              </a:spcBef>
              <a:spcAft>
                <a:spcPct val="0"/>
              </a:spcAft>
              <a:defRPr kumimoji="1" sz="1000" kern="1200">
                <a:solidFill>
                  <a:schemeClr val="dk1"/>
                </a:solidFill>
                <a:latin typeface="+mn-lt"/>
                <a:ea typeface="+mn-ea"/>
                <a:cs typeface="+mn-cs"/>
              </a:defRPr>
            </a:lvl4pPr>
            <a:lvl5pPr marL="1828800" algn="ctr" rtl="0" eaLnBrk="0" fontAlgn="ctr" hangingPunct="0">
              <a:spcBef>
                <a:spcPct val="50000"/>
              </a:spcBef>
              <a:spcAft>
                <a:spcPct val="0"/>
              </a:spcAft>
              <a:defRPr kumimoji="1" sz="1000" kern="1200">
                <a:solidFill>
                  <a:schemeClr val="dk1"/>
                </a:solidFill>
                <a:latin typeface="+mn-lt"/>
                <a:ea typeface="+mn-ea"/>
                <a:cs typeface="+mn-cs"/>
              </a:defRPr>
            </a:lvl5pPr>
            <a:lvl6pPr marL="2286000" algn="l" defTabSz="914400" rtl="0" eaLnBrk="1" latinLnBrk="0" hangingPunct="1">
              <a:defRPr kumimoji="1" sz="1000" kern="1200">
                <a:solidFill>
                  <a:schemeClr val="dk1"/>
                </a:solidFill>
                <a:latin typeface="+mn-lt"/>
                <a:ea typeface="+mn-ea"/>
                <a:cs typeface="+mn-cs"/>
              </a:defRPr>
            </a:lvl6pPr>
            <a:lvl7pPr marL="2743200" algn="l" defTabSz="914400" rtl="0" eaLnBrk="1" latinLnBrk="0" hangingPunct="1">
              <a:defRPr kumimoji="1" sz="1000" kern="1200">
                <a:solidFill>
                  <a:schemeClr val="dk1"/>
                </a:solidFill>
                <a:latin typeface="+mn-lt"/>
                <a:ea typeface="+mn-ea"/>
                <a:cs typeface="+mn-cs"/>
              </a:defRPr>
            </a:lvl7pPr>
            <a:lvl8pPr marL="3200400" algn="l" defTabSz="914400" rtl="0" eaLnBrk="1" latinLnBrk="0" hangingPunct="1">
              <a:defRPr kumimoji="1" sz="1000" kern="1200">
                <a:solidFill>
                  <a:schemeClr val="dk1"/>
                </a:solidFill>
                <a:latin typeface="+mn-lt"/>
                <a:ea typeface="+mn-ea"/>
                <a:cs typeface="+mn-cs"/>
              </a:defRPr>
            </a:lvl8pPr>
            <a:lvl9pPr marL="3657600" algn="l" defTabSz="914400" rtl="0" eaLnBrk="1" latinLnBrk="0" hangingPunct="1">
              <a:defRPr kumimoji="1" sz="1000" kern="1200">
                <a:solidFill>
                  <a:schemeClr val="dk1"/>
                </a:solidFill>
                <a:latin typeface="+mn-lt"/>
                <a:ea typeface="+mn-ea"/>
                <a:cs typeface="+mn-cs"/>
              </a:defRPr>
            </a:lvl9pPr>
          </a:lstStyle>
          <a:p>
            <a:pPr marL="0" marR="0" lvl="0" indent="0" algn="l" defTabSz="685800" rtl="0" eaLnBrk="0" fontAlgn="ctr" latinLnBrk="0" hangingPunct="0">
              <a:lnSpc>
                <a:spcPct val="100000"/>
              </a:lnSpc>
              <a:spcBef>
                <a:spcPts val="0"/>
              </a:spcBef>
              <a:spcAft>
                <a:spcPct val="0"/>
              </a:spcAft>
              <a:buClrTx/>
              <a:buSzTx/>
              <a:buFontTx/>
              <a:buNone/>
              <a:tabLst/>
              <a:defRPr/>
            </a:pPr>
            <a:r>
              <a:rPr kumimoji="1" lang="ja-JP" altLang="en-US" sz="1100" b="0" i="0" u="none" strike="noStrike" kern="1200" cap="none" spc="0" normalizeH="0" baseline="0" noProof="0">
                <a:ln>
                  <a:noFill/>
                </a:ln>
                <a:solidFill>
                  <a:srgbClr val="FFFFFF">
                    <a:lumMod val="95000"/>
                  </a:srgbClr>
                </a:solidFill>
                <a:effectLst/>
                <a:uLnTx/>
                <a:uFillTx/>
                <a:latin typeface="游ゴシック"/>
                <a:ea typeface="游ゴシック"/>
                <a:cs typeface="Meiryo UI" panose="020B0604030504040204" pitchFamily="50" charset="-128"/>
              </a:rPr>
              <a:t>　　　　　　　</a:t>
            </a:r>
            <a:r>
              <a:rPr kumimoji="1" lang="ja-JP" altLang="en-US" sz="1100" b="1" i="0" u="none" strike="noStrike" kern="1200" cap="none" spc="0" normalizeH="0" baseline="0" noProof="0">
                <a:ln>
                  <a:noFill/>
                </a:ln>
                <a:solidFill>
                  <a:srgbClr val="FFFFFF">
                    <a:lumMod val="95000"/>
                  </a:srgbClr>
                </a:solidFill>
                <a:effectLst/>
                <a:uLnTx/>
                <a:uFillTx/>
                <a:latin typeface="游ゴシック"/>
                <a:ea typeface="游ゴシック"/>
                <a:cs typeface="Meiryo UI" panose="020B0604030504040204" pitchFamily="50" charset="-128"/>
              </a:rPr>
              <a:t>エンベデッドソリューション事業本部</a:t>
            </a:r>
            <a:endParaRPr kumimoji="1" lang="en-US" altLang="ja-JP" sz="1200" b="1" i="0" u="none" strike="noStrike" kern="1200" cap="none" spc="0" normalizeH="0" baseline="0" noProof="0">
              <a:ln>
                <a:noFill/>
              </a:ln>
              <a:solidFill>
                <a:srgbClr val="FFFFFF">
                  <a:lumMod val="95000"/>
                </a:srgbClr>
              </a:solidFill>
              <a:effectLst/>
              <a:uLnTx/>
              <a:uFillTx/>
              <a:latin typeface="游ゴシック"/>
              <a:ea typeface="游ゴシック"/>
              <a:cs typeface="Meiryo UI" panose="020B0604030504040204" pitchFamily="50" charset="-128"/>
            </a:endParaRPr>
          </a:p>
          <a:p>
            <a:pPr marL="0" marR="0" lvl="0" indent="0" algn="l" defTabSz="685800" rtl="0" eaLnBrk="0" fontAlgn="ctr" latinLnBrk="0" hangingPunct="0">
              <a:lnSpc>
                <a:spcPct val="100000"/>
              </a:lnSpc>
              <a:spcBef>
                <a:spcPts val="0"/>
              </a:spcBef>
              <a:spcAft>
                <a:spcPct val="0"/>
              </a:spcAft>
              <a:buClrTx/>
              <a:buSzTx/>
              <a:buFontTx/>
              <a:buNone/>
              <a:tabLst/>
              <a:defRPr/>
            </a:pPr>
            <a:endParaRPr kumimoji="1" lang="en-US" altLang="ja-JP" sz="1100" b="0" i="0" u="none" strike="noStrike" kern="1200" cap="none" spc="0" normalizeH="0" baseline="0" noProof="0">
              <a:ln>
                <a:noFill/>
              </a:ln>
              <a:solidFill>
                <a:srgbClr val="FFFFFF">
                  <a:lumMod val="95000"/>
                </a:srgbClr>
              </a:solidFill>
              <a:effectLst/>
              <a:uLnTx/>
              <a:uFillTx/>
              <a:latin typeface="游ゴシック"/>
              <a:ea typeface="游ゴシック"/>
              <a:cs typeface="Meiryo UI" panose="020B0604030504040204" pitchFamily="50" charset="-128"/>
            </a:endParaRPr>
          </a:p>
          <a:p>
            <a:pPr marL="0" marR="0" lvl="0" indent="0" algn="l" defTabSz="685800" rtl="0" eaLnBrk="0" fontAlgn="ctr" latinLnBrk="0" hangingPunct="0">
              <a:lnSpc>
                <a:spcPct val="100000"/>
              </a:lnSpc>
              <a:spcBef>
                <a:spcPts val="0"/>
              </a:spcBef>
              <a:spcAft>
                <a:spcPct val="0"/>
              </a:spcAft>
              <a:buClrTx/>
              <a:buSzTx/>
              <a:buFontTx/>
              <a:buNone/>
              <a:tabLst/>
              <a:defRPr/>
            </a:pPr>
            <a:r>
              <a:rPr kumimoji="1" lang="ja-JP" altLang="en-US" sz="1100" b="0" i="0" u="none" strike="noStrike" kern="1200" cap="none" spc="0" normalizeH="0" baseline="0" noProof="0">
                <a:ln>
                  <a:noFill/>
                </a:ln>
                <a:solidFill>
                  <a:srgbClr val="FFFFFF">
                    <a:lumMod val="95000"/>
                  </a:srgbClr>
                </a:solidFill>
                <a:effectLst/>
                <a:uLnTx/>
                <a:uFillTx/>
                <a:latin typeface="游ゴシック"/>
                <a:ea typeface="游ゴシック"/>
                <a:cs typeface="Meiryo UI" panose="020B0604030504040204" pitchFamily="50" charset="-128"/>
              </a:rPr>
              <a:t>　　　　　　　事業本部長　：我妻 誠</a:t>
            </a:r>
            <a:endParaRPr kumimoji="1" lang="en-US" altLang="ja-JP" sz="1100" b="0" i="0" u="none" strike="noStrike" kern="1200" cap="none" spc="0" normalizeH="0" baseline="0" noProof="0">
              <a:ln>
                <a:noFill/>
              </a:ln>
              <a:solidFill>
                <a:srgbClr val="FFFFFF">
                  <a:lumMod val="95000"/>
                </a:srgbClr>
              </a:solidFill>
              <a:effectLst/>
              <a:uLnTx/>
              <a:uFillTx/>
              <a:latin typeface="游ゴシック"/>
              <a:ea typeface="游ゴシック"/>
              <a:cs typeface="Meiryo UI" panose="020B0604030504040204" pitchFamily="50" charset="-128"/>
            </a:endParaRPr>
          </a:p>
          <a:p>
            <a:pPr marL="0" marR="0" lvl="0" indent="0" algn="l" defTabSz="685800" rtl="0" eaLnBrk="0" fontAlgn="ctr" latinLnBrk="0" hangingPunct="0">
              <a:lnSpc>
                <a:spcPct val="100000"/>
              </a:lnSpc>
              <a:spcBef>
                <a:spcPts val="0"/>
              </a:spcBef>
              <a:spcAft>
                <a:spcPct val="0"/>
              </a:spcAft>
              <a:buClrTx/>
              <a:buSzTx/>
              <a:buFontTx/>
              <a:buNone/>
              <a:tabLst/>
              <a:defRPr/>
            </a:pPr>
            <a:r>
              <a:rPr kumimoji="1" lang="ja-JP" altLang="en-US" sz="1100" b="0" i="0" u="none" strike="noStrike" kern="1200" cap="none" spc="0" normalizeH="0" baseline="0" noProof="0">
                <a:ln>
                  <a:noFill/>
                </a:ln>
                <a:solidFill>
                  <a:srgbClr val="FFFFFF">
                    <a:lumMod val="95000"/>
                  </a:srgbClr>
                </a:solidFill>
                <a:effectLst/>
                <a:uLnTx/>
                <a:uFillTx/>
                <a:latin typeface="游ゴシック"/>
                <a:ea typeface="游ゴシック"/>
                <a:cs typeface="Meiryo UI" panose="020B0604030504040204" pitchFamily="50" charset="-128"/>
              </a:rPr>
              <a:t>　　　　　　　副事業本部長：岡部 晴美</a:t>
            </a:r>
            <a:endParaRPr kumimoji="1" lang="en-US" altLang="ja-JP" sz="1100" b="0" i="0" u="none" strike="noStrike" kern="1200" cap="none" spc="0" normalizeH="0" baseline="0" noProof="0">
              <a:ln>
                <a:noFill/>
              </a:ln>
              <a:solidFill>
                <a:srgbClr val="FFFFFF">
                  <a:lumMod val="95000"/>
                </a:srgbClr>
              </a:solidFill>
              <a:effectLst/>
              <a:uLnTx/>
              <a:uFillTx/>
              <a:latin typeface="游ゴシック"/>
              <a:ea typeface="游ゴシック"/>
              <a:cs typeface="Meiryo UI" panose="020B0604030504040204" pitchFamily="50" charset="-128"/>
            </a:endParaRPr>
          </a:p>
          <a:p>
            <a:pPr marL="0" marR="0" lvl="0" indent="0" algn="l" defTabSz="685800" rtl="0" eaLnBrk="0" fontAlgn="ctr" latinLnBrk="0" hangingPunct="0">
              <a:lnSpc>
                <a:spcPct val="100000"/>
              </a:lnSpc>
              <a:spcBef>
                <a:spcPts val="0"/>
              </a:spcBef>
              <a:spcAft>
                <a:spcPct val="0"/>
              </a:spcAft>
              <a:buClrTx/>
              <a:buSzTx/>
              <a:buFontTx/>
              <a:buNone/>
              <a:tabLst/>
              <a:defRPr/>
            </a:pPr>
            <a:r>
              <a:rPr kumimoji="1" lang="ja-JP" altLang="en-US" sz="1100" b="0" i="0" u="none" strike="noStrike" kern="1200" cap="none" spc="0" normalizeH="0" baseline="0" noProof="0">
                <a:ln>
                  <a:noFill/>
                </a:ln>
                <a:solidFill>
                  <a:srgbClr val="FFFFFF">
                    <a:lumMod val="95000"/>
                  </a:srgbClr>
                </a:solidFill>
                <a:effectLst/>
                <a:uLnTx/>
                <a:uFillTx/>
                <a:latin typeface="游ゴシック"/>
                <a:ea typeface="游ゴシック"/>
                <a:cs typeface="Meiryo UI" panose="020B0604030504040204" pitchFamily="50" charset="-128"/>
              </a:rPr>
              <a:t>　　　　　　　副事業本部長：上野 伸二</a:t>
            </a:r>
            <a:endParaRPr kumimoji="1" lang="en-US" altLang="ja-JP" sz="1100" b="0" i="0" u="none" strike="noStrike" kern="1200" cap="none" spc="0" normalizeH="0" baseline="0" noProof="0">
              <a:ln>
                <a:noFill/>
              </a:ln>
              <a:solidFill>
                <a:srgbClr val="FFFFFF">
                  <a:lumMod val="95000"/>
                </a:srgbClr>
              </a:solidFill>
              <a:effectLst/>
              <a:uLnTx/>
              <a:uFillTx/>
              <a:latin typeface="游ゴシック"/>
              <a:ea typeface="游ゴシック"/>
              <a:cs typeface="Meiryo UI" panose="020B0604030504040204" pitchFamily="50" charset="-128"/>
            </a:endParaRPr>
          </a:p>
        </p:txBody>
      </p:sp>
      <p:sp>
        <p:nvSpPr>
          <p:cNvPr id="22" name="正方形/長方形 21">
            <a:extLst>
              <a:ext uri="{FF2B5EF4-FFF2-40B4-BE49-F238E27FC236}">
                <a16:creationId xmlns:a16="http://schemas.microsoft.com/office/drawing/2014/main" id="{023F40D9-D61D-4217-9FB5-5EEA11C84712}"/>
              </a:ext>
            </a:extLst>
          </p:cNvPr>
          <p:cNvSpPr/>
          <p:nvPr/>
        </p:nvSpPr>
        <p:spPr>
          <a:xfrm>
            <a:off x="4131558" y="1938751"/>
            <a:ext cx="3901441" cy="893575"/>
          </a:xfrm>
          <a:prstGeom prst="rect">
            <a:avLst/>
          </a:prstGeom>
          <a:solidFill>
            <a:srgbClr val="014097"/>
          </a:solidFill>
          <a:ln w="38100">
            <a:noFill/>
          </a:ln>
          <a:effectLst/>
        </p:spPr>
        <p:style>
          <a:lnRef idx="1">
            <a:schemeClr val="accent2"/>
          </a:lnRef>
          <a:fillRef idx="2">
            <a:schemeClr val="accent2"/>
          </a:fillRef>
          <a:effectRef idx="1">
            <a:schemeClr val="accent2"/>
          </a:effectRef>
          <a:fontRef idx="minor">
            <a:schemeClr val="dk1"/>
          </a:fontRef>
        </p:style>
        <p:txBody>
          <a:bodyPr tIns="0" bIns="0" numCol="1" rtlCol="0" anchor="ctr" anchorCtr="0"/>
          <a:lstStyle>
            <a:defPPr>
              <a:defRPr lang="ja-JP"/>
            </a:defPPr>
            <a:lvl1pPr algn="ctr" rtl="0" eaLnBrk="0" fontAlgn="ctr" hangingPunct="0">
              <a:spcBef>
                <a:spcPct val="50000"/>
              </a:spcBef>
              <a:spcAft>
                <a:spcPct val="0"/>
              </a:spcAft>
              <a:defRPr kumimoji="1" sz="1000" kern="1200">
                <a:solidFill>
                  <a:schemeClr val="dk1"/>
                </a:solidFill>
                <a:latin typeface="+mn-lt"/>
                <a:ea typeface="+mn-ea"/>
                <a:cs typeface="+mn-cs"/>
              </a:defRPr>
            </a:lvl1pPr>
            <a:lvl2pPr marL="457200" algn="ctr" rtl="0" eaLnBrk="0" fontAlgn="ctr" hangingPunct="0">
              <a:spcBef>
                <a:spcPct val="50000"/>
              </a:spcBef>
              <a:spcAft>
                <a:spcPct val="0"/>
              </a:spcAft>
              <a:defRPr kumimoji="1" sz="1000" kern="1200">
                <a:solidFill>
                  <a:schemeClr val="dk1"/>
                </a:solidFill>
                <a:latin typeface="+mn-lt"/>
                <a:ea typeface="+mn-ea"/>
                <a:cs typeface="+mn-cs"/>
              </a:defRPr>
            </a:lvl2pPr>
            <a:lvl3pPr marL="914400" algn="ctr" rtl="0" eaLnBrk="0" fontAlgn="ctr" hangingPunct="0">
              <a:spcBef>
                <a:spcPct val="50000"/>
              </a:spcBef>
              <a:spcAft>
                <a:spcPct val="0"/>
              </a:spcAft>
              <a:defRPr kumimoji="1" sz="1000" kern="1200">
                <a:solidFill>
                  <a:schemeClr val="dk1"/>
                </a:solidFill>
                <a:latin typeface="+mn-lt"/>
                <a:ea typeface="+mn-ea"/>
                <a:cs typeface="+mn-cs"/>
              </a:defRPr>
            </a:lvl3pPr>
            <a:lvl4pPr marL="1371600" algn="ctr" rtl="0" eaLnBrk="0" fontAlgn="ctr" hangingPunct="0">
              <a:spcBef>
                <a:spcPct val="50000"/>
              </a:spcBef>
              <a:spcAft>
                <a:spcPct val="0"/>
              </a:spcAft>
              <a:defRPr kumimoji="1" sz="1000" kern="1200">
                <a:solidFill>
                  <a:schemeClr val="dk1"/>
                </a:solidFill>
                <a:latin typeface="+mn-lt"/>
                <a:ea typeface="+mn-ea"/>
                <a:cs typeface="+mn-cs"/>
              </a:defRPr>
            </a:lvl4pPr>
            <a:lvl5pPr marL="1828800" algn="ctr" rtl="0" eaLnBrk="0" fontAlgn="ctr" hangingPunct="0">
              <a:spcBef>
                <a:spcPct val="50000"/>
              </a:spcBef>
              <a:spcAft>
                <a:spcPct val="0"/>
              </a:spcAft>
              <a:defRPr kumimoji="1" sz="1000" kern="1200">
                <a:solidFill>
                  <a:schemeClr val="dk1"/>
                </a:solidFill>
                <a:latin typeface="+mn-lt"/>
                <a:ea typeface="+mn-ea"/>
                <a:cs typeface="+mn-cs"/>
              </a:defRPr>
            </a:lvl5pPr>
            <a:lvl6pPr marL="2286000" algn="l" defTabSz="914400" rtl="0" eaLnBrk="1" latinLnBrk="0" hangingPunct="1">
              <a:defRPr kumimoji="1" sz="1000" kern="1200">
                <a:solidFill>
                  <a:schemeClr val="dk1"/>
                </a:solidFill>
                <a:latin typeface="+mn-lt"/>
                <a:ea typeface="+mn-ea"/>
                <a:cs typeface="+mn-cs"/>
              </a:defRPr>
            </a:lvl6pPr>
            <a:lvl7pPr marL="2743200" algn="l" defTabSz="914400" rtl="0" eaLnBrk="1" latinLnBrk="0" hangingPunct="1">
              <a:defRPr kumimoji="1" sz="1000" kern="1200">
                <a:solidFill>
                  <a:schemeClr val="dk1"/>
                </a:solidFill>
                <a:latin typeface="+mn-lt"/>
                <a:ea typeface="+mn-ea"/>
                <a:cs typeface="+mn-cs"/>
              </a:defRPr>
            </a:lvl7pPr>
            <a:lvl8pPr marL="3200400" algn="l" defTabSz="914400" rtl="0" eaLnBrk="1" latinLnBrk="0" hangingPunct="1">
              <a:defRPr kumimoji="1" sz="1000" kern="1200">
                <a:solidFill>
                  <a:schemeClr val="dk1"/>
                </a:solidFill>
                <a:latin typeface="+mn-lt"/>
                <a:ea typeface="+mn-ea"/>
                <a:cs typeface="+mn-cs"/>
              </a:defRPr>
            </a:lvl8pPr>
            <a:lvl9pPr marL="3657600" algn="l" defTabSz="914400" rtl="0" eaLnBrk="1" latinLnBrk="0" hangingPunct="1">
              <a:defRPr kumimoji="1" sz="1000" kern="1200">
                <a:solidFill>
                  <a:schemeClr val="dk1"/>
                </a:solidFill>
                <a:latin typeface="+mn-lt"/>
                <a:ea typeface="+mn-ea"/>
                <a:cs typeface="+mn-cs"/>
              </a:defRPr>
            </a:lvl9pPr>
          </a:lstStyle>
          <a:p>
            <a:pPr marL="0" marR="0" lvl="0" indent="0" algn="l" defTabSz="685800" rtl="0" eaLnBrk="0" fontAlgn="ctr" latinLnBrk="0" hangingPunct="0">
              <a:lnSpc>
                <a:spcPct val="100000"/>
              </a:lnSpc>
              <a:spcBef>
                <a:spcPts val="0"/>
              </a:spcBef>
              <a:spcAft>
                <a:spcPct val="0"/>
              </a:spcAft>
              <a:buClrTx/>
              <a:buSzTx/>
              <a:buFontTx/>
              <a:buNone/>
              <a:tabLst/>
              <a:defRPr/>
            </a:pPr>
            <a:r>
              <a:rPr kumimoji="1" lang="ja-JP" altLang="en-US" sz="1100" b="0" i="0" u="none" strike="noStrike" kern="1200" cap="none" spc="0" normalizeH="0" baseline="0" noProof="0">
                <a:ln>
                  <a:noFill/>
                </a:ln>
                <a:solidFill>
                  <a:srgbClr val="FFFFFF">
                    <a:lumMod val="95000"/>
                  </a:srgbClr>
                </a:solidFill>
                <a:effectLst/>
                <a:uLnTx/>
                <a:uFillTx/>
                <a:latin typeface="游ゴシック"/>
                <a:ea typeface="游ゴシック"/>
                <a:cs typeface="Meiryo UI" panose="020B0604030504040204" pitchFamily="50" charset="-128"/>
              </a:rPr>
              <a:t>　　　　　　　</a:t>
            </a:r>
            <a:r>
              <a:rPr kumimoji="1" lang="ja-JP" altLang="en-US" sz="1100" b="1" i="0" u="none" strike="noStrike" kern="1200" cap="none" spc="0" normalizeH="0" baseline="0" noProof="0">
                <a:ln>
                  <a:noFill/>
                </a:ln>
                <a:solidFill>
                  <a:srgbClr val="FFFFFF">
                    <a:lumMod val="95000"/>
                  </a:srgbClr>
                </a:solidFill>
                <a:effectLst/>
                <a:uLnTx/>
                <a:uFillTx/>
                <a:latin typeface="游ゴシック"/>
                <a:ea typeface="游ゴシック"/>
                <a:cs typeface="Meiryo UI" panose="020B0604030504040204" pitchFamily="50" charset="-128"/>
              </a:rPr>
              <a:t>サービスソリューション事業本部</a:t>
            </a:r>
            <a:endParaRPr kumimoji="1" lang="en-US" altLang="ja-JP" sz="1100" b="1" i="0" u="none" strike="noStrike" kern="1200" cap="none" spc="0" normalizeH="0" baseline="0" noProof="0">
              <a:ln>
                <a:noFill/>
              </a:ln>
              <a:solidFill>
                <a:srgbClr val="FFFFFF">
                  <a:lumMod val="95000"/>
                </a:srgbClr>
              </a:solidFill>
              <a:effectLst/>
              <a:uLnTx/>
              <a:uFillTx/>
              <a:latin typeface="游ゴシック"/>
              <a:ea typeface="游ゴシック"/>
              <a:cs typeface="Meiryo UI" panose="020B0604030504040204" pitchFamily="50" charset="-128"/>
            </a:endParaRPr>
          </a:p>
          <a:p>
            <a:pPr marL="0" marR="0" lvl="0" indent="0" algn="l" defTabSz="685800" rtl="0" eaLnBrk="0" fontAlgn="ctr" latinLnBrk="0" hangingPunct="0">
              <a:lnSpc>
                <a:spcPct val="100000"/>
              </a:lnSpc>
              <a:spcBef>
                <a:spcPts val="0"/>
              </a:spcBef>
              <a:spcAft>
                <a:spcPct val="0"/>
              </a:spcAft>
              <a:buClrTx/>
              <a:buSzTx/>
              <a:buFontTx/>
              <a:buNone/>
              <a:tabLst/>
              <a:defRPr/>
            </a:pPr>
            <a:endParaRPr kumimoji="1" lang="en-US" altLang="ja-JP" sz="1100" b="0" i="0" u="none" strike="noStrike" kern="1200" cap="none" spc="0" normalizeH="0" baseline="0" noProof="0">
              <a:ln>
                <a:noFill/>
              </a:ln>
              <a:solidFill>
                <a:srgbClr val="FFFFFF">
                  <a:lumMod val="95000"/>
                </a:srgbClr>
              </a:solidFill>
              <a:effectLst/>
              <a:uLnTx/>
              <a:uFillTx/>
              <a:latin typeface="游ゴシック"/>
              <a:ea typeface="游ゴシック"/>
              <a:cs typeface="Meiryo UI" panose="020B0604030504040204" pitchFamily="50" charset="-128"/>
            </a:endParaRPr>
          </a:p>
          <a:p>
            <a:pPr lvl="0" algn="l" defTabSz="685800">
              <a:spcBef>
                <a:spcPts val="0"/>
              </a:spcBef>
              <a:defRPr/>
            </a:pPr>
            <a:r>
              <a:rPr kumimoji="1" lang="ja-JP" altLang="en-US" sz="1100" b="0" i="0" u="none" strike="noStrike" kern="1200" cap="none" spc="0" normalizeH="0" baseline="0" noProof="0">
                <a:ln>
                  <a:noFill/>
                </a:ln>
                <a:solidFill>
                  <a:srgbClr val="FFFFFF">
                    <a:lumMod val="95000"/>
                  </a:srgbClr>
                </a:solidFill>
                <a:effectLst/>
                <a:uLnTx/>
                <a:uFillTx/>
                <a:latin typeface="游ゴシック"/>
                <a:ea typeface="游ゴシック"/>
                <a:cs typeface="Meiryo UI" panose="020B0604030504040204" pitchFamily="50" charset="-128"/>
              </a:rPr>
              <a:t>　　　　　　　</a:t>
            </a:r>
            <a:r>
              <a:rPr kumimoji="1" lang="ja-JP" altLang="en-US" sz="1100" i="0" u="none" strike="noStrike" kern="1200" cap="none" spc="0" normalizeH="0" baseline="0" noProof="0">
                <a:ln>
                  <a:noFill/>
                </a:ln>
                <a:solidFill>
                  <a:schemeClr val="bg1"/>
                </a:solidFill>
                <a:effectLst/>
                <a:uLnTx/>
                <a:uFillTx/>
                <a:latin typeface="游ゴシック"/>
                <a:ea typeface="游ゴシック"/>
                <a:cs typeface="Meiryo UI" panose="020B0604030504040204" pitchFamily="50" charset="-128"/>
              </a:rPr>
              <a:t>事業本部長　：</a:t>
            </a:r>
            <a:r>
              <a:rPr lang="ja-JP" altLang="en-US" sz="1100">
                <a:solidFill>
                  <a:schemeClr val="bg1"/>
                </a:solidFill>
                <a:cs typeface="Meiryo UI" panose="020B0604030504040204" pitchFamily="50" charset="-128"/>
              </a:rPr>
              <a:t>宇川 祐⾏</a:t>
            </a:r>
            <a:endParaRPr kumimoji="1" lang="en-US" altLang="ja-JP" sz="1100" i="0" u="none" strike="noStrike" kern="1200" cap="none" spc="0" normalizeH="0" baseline="0" noProof="0">
              <a:ln>
                <a:noFill/>
              </a:ln>
              <a:solidFill>
                <a:schemeClr val="bg1"/>
              </a:solidFill>
              <a:effectLst/>
              <a:uLnTx/>
              <a:uFillTx/>
              <a:latin typeface="游ゴシック"/>
              <a:ea typeface="游ゴシック"/>
              <a:cs typeface="Meiryo UI" panose="020B0604030504040204" pitchFamily="50" charset="-128"/>
            </a:endParaRPr>
          </a:p>
          <a:p>
            <a:pPr lvl="0" algn="l" defTabSz="685800">
              <a:spcBef>
                <a:spcPts val="0"/>
              </a:spcBef>
              <a:defRPr/>
            </a:pPr>
            <a:r>
              <a:rPr kumimoji="1" lang="ja-JP" altLang="en-US" sz="1100" i="0" u="none" strike="noStrike" kern="1200" cap="none" spc="0" normalizeH="0" baseline="0" noProof="0">
                <a:ln>
                  <a:noFill/>
                </a:ln>
                <a:solidFill>
                  <a:schemeClr val="bg1"/>
                </a:solidFill>
                <a:effectLst/>
                <a:uLnTx/>
                <a:uFillTx/>
                <a:latin typeface="游ゴシック"/>
                <a:ea typeface="游ゴシック"/>
                <a:cs typeface="Meiryo UI" panose="020B0604030504040204" pitchFamily="50" charset="-128"/>
              </a:rPr>
              <a:t>　　　　　　　副事業本部長：</a:t>
            </a:r>
            <a:r>
              <a:rPr lang="ja-JP" altLang="en-US" sz="1100">
                <a:solidFill>
                  <a:schemeClr val="bg1"/>
                </a:solidFill>
                <a:cs typeface="Meiryo UI" panose="020B0604030504040204" pitchFamily="50" charset="-128"/>
              </a:rPr>
              <a:t>下釜 裕治</a:t>
            </a:r>
            <a:endParaRPr kumimoji="1" lang="en-US" altLang="ja-JP" sz="1100" i="0" u="none" strike="noStrike" kern="1200" cap="none" spc="0" normalizeH="0" baseline="0" noProof="0">
              <a:ln>
                <a:noFill/>
              </a:ln>
              <a:solidFill>
                <a:schemeClr val="bg1"/>
              </a:solidFill>
              <a:effectLst/>
              <a:uLnTx/>
              <a:uFillTx/>
              <a:latin typeface="游ゴシック"/>
              <a:ea typeface="游ゴシック"/>
              <a:cs typeface="Meiryo UI" panose="020B0604030504040204" pitchFamily="50" charset="-128"/>
            </a:endParaRPr>
          </a:p>
        </p:txBody>
      </p:sp>
      <p:sp>
        <p:nvSpPr>
          <p:cNvPr id="23" name="正方形/長方形 22">
            <a:extLst>
              <a:ext uri="{FF2B5EF4-FFF2-40B4-BE49-F238E27FC236}">
                <a16:creationId xmlns:a16="http://schemas.microsoft.com/office/drawing/2014/main" id="{4F0AB1C9-5216-487B-9FBC-D4D8B687228B}"/>
              </a:ext>
            </a:extLst>
          </p:cNvPr>
          <p:cNvSpPr/>
          <p:nvPr/>
        </p:nvSpPr>
        <p:spPr>
          <a:xfrm>
            <a:off x="4133882" y="701402"/>
            <a:ext cx="3901441" cy="893575"/>
          </a:xfrm>
          <a:prstGeom prst="rect">
            <a:avLst/>
          </a:prstGeom>
          <a:solidFill>
            <a:srgbClr val="014097"/>
          </a:solidFill>
          <a:ln>
            <a:noFill/>
          </a:ln>
          <a:effectLst/>
        </p:spPr>
        <p:style>
          <a:lnRef idx="1">
            <a:schemeClr val="accent2"/>
          </a:lnRef>
          <a:fillRef idx="2">
            <a:schemeClr val="accent2"/>
          </a:fillRef>
          <a:effectRef idx="1">
            <a:schemeClr val="accent2"/>
          </a:effectRef>
          <a:fontRef idx="minor">
            <a:schemeClr val="dk1"/>
          </a:fontRef>
        </p:style>
        <p:txBody>
          <a:bodyPr tIns="0" bIns="0" numCol="1" rtlCol="0" anchor="ctr" anchorCtr="0"/>
          <a:lstStyle>
            <a:defPPr>
              <a:defRPr lang="ja-JP"/>
            </a:defPPr>
            <a:lvl1pPr algn="ctr" rtl="0" eaLnBrk="0" fontAlgn="ctr" hangingPunct="0">
              <a:spcBef>
                <a:spcPct val="50000"/>
              </a:spcBef>
              <a:spcAft>
                <a:spcPct val="0"/>
              </a:spcAft>
              <a:defRPr kumimoji="1" sz="1000" kern="1200">
                <a:solidFill>
                  <a:schemeClr val="dk1"/>
                </a:solidFill>
                <a:latin typeface="+mn-lt"/>
                <a:ea typeface="+mn-ea"/>
                <a:cs typeface="+mn-cs"/>
              </a:defRPr>
            </a:lvl1pPr>
            <a:lvl2pPr marL="457200" algn="ctr" rtl="0" eaLnBrk="0" fontAlgn="ctr" hangingPunct="0">
              <a:spcBef>
                <a:spcPct val="50000"/>
              </a:spcBef>
              <a:spcAft>
                <a:spcPct val="0"/>
              </a:spcAft>
              <a:defRPr kumimoji="1" sz="1000" kern="1200">
                <a:solidFill>
                  <a:schemeClr val="dk1"/>
                </a:solidFill>
                <a:latin typeface="+mn-lt"/>
                <a:ea typeface="+mn-ea"/>
                <a:cs typeface="+mn-cs"/>
              </a:defRPr>
            </a:lvl2pPr>
            <a:lvl3pPr marL="914400" algn="ctr" rtl="0" eaLnBrk="0" fontAlgn="ctr" hangingPunct="0">
              <a:spcBef>
                <a:spcPct val="50000"/>
              </a:spcBef>
              <a:spcAft>
                <a:spcPct val="0"/>
              </a:spcAft>
              <a:defRPr kumimoji="1" sz="1000" kern="1200">
                <a:solidFill>
                  <a:schemeClr val="dk1"/>
                </a:solidFill>
                <a:latin typeface="+mn-lt"/>
                <a:ea typeface="+mn-ea"/>
                <a:cs typeface="+mn-cs"/>
              </a:defRPr>
            </a:lvl3pPr>
            <a:lvl4pPr marL="1371600" algn="ctr" rtl="0" eaLnBrk="0" fontAlgn="ctr" hangingPunct="0">
              <a:spcBef>
                <a:spcPct val="50000"/>
              </a:spcBef>
              <a:spcAft>
                <a:spcPct val="0"/>
              </a:spcAft>
              <a:defRPr kumimoji="1" sz="1000" kern="1200">
                <a:solidFill>
                  <a:schemeClr val="dk1"/>
                </a:solidFill>
                <a:latin typeface="+mn-lt"/>
                <a:ea typeface="+mn-ea"/>
                <a:cs typeface="+mn-cs"/>
              </a:defRPr>
            </a:lvl4pPr>
            <a:lvl5pPr marL="1828800" algn="ctr" rtl="0" eaLnBrk="0" fontAlgn="ctr" hangingPunct="0">
              <a:spcBef>
                <a:spcPct val="50000"/>
              </a:spcBef>
              <a:spcAft>
                <a:spcPct val="0"/>
              </a:spcAft>
              <a:defRPr kumimoji="1" sz="1000" kern="1200">
                <a:solidFill>
                  <a:schemeClr val="dk1"/>
                </a:solidFill>
                <a:latin typeface="+mn-lt"/>
                <a:ea typeface="+mn-ea"/>
                <a:cs typeface="+mn-cs"/>
              </a:defRPr>
            </a:lvl5pPr>
            <a:lvl6pPr marL="2286000" algn="l" defTabSz="914400" rtl="0" eaLnBrk="1" latinLnBrk="0" hangingPunct="1">
              <a:defRPr kumimoji="1" sz="1000" kern="1200">
                <a:solidFill>
                  <a:schemeClr val="dk1"/>
                </a:solidFill>
                <a:latin typeface="+mn-lt"/>
                <a:ea typeface="+mn-ea"/>
                <a:cs typeface="+mn-cs"/>
              </a:defRPr>
            </a:lvl6pPr>
            <a:lvl7pPr marL="2743200" algn="l" defTabSz="914400" rtl="0" eaLnBrk="1" latinLnBrk="0" hangingPunct="1">
              <a:defRPr kumimoji="1" sz="1000" kern="1200">
                <a:solidFill>
                  <a:schemeClr val="dk1"/>
                </a:solidFill>
                <a:latin typeface="+mn-lt"/>
                <a:ea typeface="+mn-ea"/>
                <a:cs typeface="+mn-cs"/>
              </a:defRPr>
            </a:lvl7pPr>
            <a:lvl8pPr marL="3200400" algn="l" defTabSz="914400" rtl="0" eaLnBrk="1" latinLnBrk="0" hangingPunct="1">
              <a:defRPr kumimoji="1" sz="1000" kern="1200">
                <a:solidFill>
                  <a:schemeClr val="dk1"/>
                </a:solidFill>
                <a:latin typeface="+mn-lt"/>
                <a:ea typeface="+mn-ea"/>
                <a:cs typeface="+mn-cs"/>
              </a:defRPr>
            </a:lvl8pPr>
            <a:lvl9pPr marL="3657600" algn="l" defTabSz="914400" rtl="0" eaLnBrk="1" latinLnBrk="0" hangingPunct="1">
              <a:defRPr kumimoji="1" sz="1000" kern="1200">
                <a:solidFill>
                  <a:schemeClr val="dk1"/>
                </a:solidFill>
                <a:latin typeface="+mn-lt"/>
                <a:ea typeface="+mn-ea"/>
                <a:cs typeface="+mn-cs"/>
              </a:defRPr>
            </a:lvl9pPr>
          </a:lstStyle>
          <a:p>
            <a:pPr marL="0" marR="0" lvl="0" indent="0" algn="l" defTabSz="685800" rtl="0" eaLnBrk="0" fontAlgn="ctr" latinLnBrk="0" hangingPunct="0">
              <a:lnSpc>
                <a:spcPct val="100000"/>
              </a:lnSpc>
              <a:spcBef>
                <a:spcPts val="0"/>
              </a:spcBef>
              <a:spcAft>
                <a:spcPct val="0"/>
              </a:spcAft>
              <a:buClrTx/>
              <a:buSzTx/>
              <a:buFontTx/>
              <a:buNone/>
              <a:tabLst/>
              <a:defRPr/>
            </a:pPr>
            <a:r>
              <a:rPr kumimoji="1" lang="en-US" altLang="ja-JP" sz="1050" b="0" i="0" u="none" strike="noStrike" kern="1200" cap="none" spc="0" normalizeH="0" baseline="0" noProof="0">
                <a:ln>
                  <a:noFill/>
                </a:ln>
                <a:solidFill>
                  <a:srgbClr val="FFFFFF">
                    <a:lumMod val="95000"/>
                  </a:srgbClr>
                </a:solidFill>
                <a:effectLst/>
                <a:uLnTx/>
                <a:uFillTx/>
                <a:latin typeface="游ゴシック"/>
                <a:ea typeface="游ゴシック"/>
                <a:cs typeface="Meiryo UI" panose="020B0604030504040204" pitchFamily="50" charset="-128"/>
              </a:rPr>
              <a:t>	</a:t>
            </a:r>
            <a:r>
              <a:rPr kumimoji="1" lang="ja-JP" altLang="en-US" sz="1050" b="0" i="0" u="none" strike="noStrike" kern="1200" cap="none" spc="0" normalizeH="0" baseline="0" noProof="0">
                <a:ln>
                  <a:noFill/>
                </a:ln>
                <a:solidFill>
                  <a:srgbClr val="FFFFFF">
                    <a:lumMod val="95000"/>
                  </a:srgbClr>
                </a:solidFill>
                <a:effectLst/>
                <a:uLnTx/>
                <a:uFillTx/>
                <a:latin typeface="游ゴシック"/>
                <a:ea typeface="游ゴシック"/>
                <a:cs typeface="Meiryo UI" panose="020B0604030504040204" pitchFamily="50" charset="-128"/>
              </a:rPr>
              <a:t>　　</a:t>
            </a:r>
            <a:r>
              <a:rPr kumimoji="1" lang="ja-JP" altLang="en-US" sz="1100" b="1" i="0" u="none" strike="noStrike" kern="1200" cap="none" spc="0" normalizeH="0" baseline="0" noProof="0">
                <a:ln>
                  <a:noFill/>
                </a:ln>
                <a:solidFill>
                  <a:srgbClr val="FFFFFF">
                    <a:lumMod val="95000"/>
                  </a:srgbClr>
                </a:solidFill>
                <a:effectLst/>
                <a:uLnTx/>
                <a:uFillTx/>
                <a:latin typeface="游ゴシック"/>
                <a:ea typeface="游ゴシック"/>
                <a:cs typeface="Meiryo UI" panose="020B0604030504040204" pitchFamily="50" charset="-128"/>
              </a:rPr>
              <a:t>エンタープライズソリューション事業本部</a:t>
            </a:r>
            <a:endParaRPr kumimoji="1" lang="en-US" altLang="ja-JP" sz="1100" b="1" i="0" u="none" strike="noStrike" kern="1200" cap="none" spc="0" normalizeH="0" baseline="0" noProof="0">
              <a:ln>
                <a:noFill/>
              </a:ln>
              <a:solidFill>
                <a:srgbClr val="FFFFFF">
                  <a:lumMod val="95000"/>
                </a:srgbClr>
              </a:solidFill>
              <a:effectLst/>
              <a:uLnTx/>
              <a:uFillTx/>
              <a:latin typeface="游ゴシック"/>
              <a:ea typeface="游ゴシック"/>
              <a:cs typeface="Meiryo UI" panose="020B0604030504040204" pitchFamily="50" charset="-128"/>
            </a:endParaRPr>
          </a:p>
          <a:p>
            <a:pPr marL="0" marR="0" lvl="0" indent="0" algn="l" defTabSz="685800" rtl="0" eaLnBrk="0" fontAlgn="ctr" latinLnBrk="0" hangingPunct="0">
              <a:lnSpc>
                <a:spcPct val="100000"/>
              </a:lnSpc>
              <a:spcBef>
                <a:spcPts val="0"/>
              </a:spcBef>
              <a:spcAft>
                <a:spcPct val="0"/>
              </a:spcAft>
              <a:buClrTx/>
              <a:buSzTx/>
              <a:buFontTx/>
              <a:buNone/>
              <a:tabLst/>
              <a:defRPr/>
            </a:pPr>
            <a:r>
              <a:rPr kumimoji="1" lang="ja-JP" altLang="en-US" sz="1100" b="0" i="0" u="none" strike="noStrike" kern="1200" cap="none" spc="0" normalizeH="0" baseline="0" noProof="0">
                <a:ln>
                  <a:noFill/>
                </a:ln>
                <a:solidFill>
                  <a:srgbClr val="FFFFFF">
                    <a:lumMod val="95000"/>
                  </a:srgbClr>
                </a:solidFill>
                <a:effectLst/>
                <a:uLnTx/>
                <a:uFillTx/>
                <a:latin typeface="游ゴシック"/>
                <a:ea typeface="游ゴシック"/>
                <a:cs typeface="Meiryo UI" panose="020B0604030504040204" pitchFamily="50" charset="-128"/>
              </a:rPr>
              <a:t>　　　　　　　　　</a:t>
            </a:r>
            <a:endParaRPr kumimoji="1" lang="en-US" altLang="ja-JP" sz="1100" b="0" i="0" u="none" strike="noStrike" kern="1200" cap="none" spc="0" normalizeH="0" baseline="0" noProof="0">
              <a:ln>
                <a:noFill/>
              </a:ln>
              <a:solidFill>
                <a:srgbClr val="FFFFFF">
                  <a:lumMod val="95000"/>
                </a:srgbClr>
              </a:solidFill>
              <a:effectLst/>
              <a:uLnTx/>
              <a:uFillTx/>
              <a:latin typeface="游ゴシック"/>
              <a:ea typeface="游ゴシック"/>
              <a:cs typeface="Meiryo UI" panose="020B0604030504040204" pitchFamily="50" charset="-128"/>
            </a:endParaRPr>
          </a:p>
          <a:p>
            <a:pPr marL="0" marR="0" lvl="0" indent="0" algn="l" defTabSz="685800" rtl="0" eaLnBrk="0" fontAlgn="ctr" latinLnBrk="0" hangingPunct="0">
              <a:lnSpc>
                <a:spcPct val="100000"/>
              </a:lnSpc>
              <a:spcBef>
                <a:spcPts val="0"/>
              </a:spcBef>
              <a:spcAft>
                <a:spcPct val="0"/>
              </a:spcAft>
              <a:buClrTx/>
              <a:buSzTx/>
              <a:buFontTx/>
              <a:buNone/>
              <a:tabLst/>
              <a:defRPr/>
            </a:pPr>
            <a:r>
              <a:rPr kumimoji="1" lang="en-US" altLang="ja-JP" sz="1100" b="0" i="0" u="none" strike="noStrike" kern="1200" cap="none" spc="0" normalizeH="0" baseline="0" noProof="0">
                <a:ln>
                  <a:noFill/>
                </a:ln>
                <a:solidFill>
                  <a:srgbClr val="FFFFFF">
                    <a:lumMod val="95000"/>
                  </a:srgbClr>
                </a:solidFill>
                <a:effectLst/>
                <a:uLnTx/>
                <a:uFillTx/>
                <a:latin typeface="游ゴシック"/>
                <a:ea typeface="游ゴシック"/>
                <a:cs typeface="Meiryo UI" panose="020B0604030504040204" pitchFamily="50" charset="-128"/>
              </a:rPr>
              <a:t>	</a:t>
            </a:r>
            <a:r>
              <a:rPr kumimoji="1" lang="ja-JP" altLang="en-US" sz="1100" b="0" i="0" u="none" strike="noStrike" kern="1200" cap="none" spc="0" normalizeH="0" baseline="0" noProof="0">
                <a:ln>
                  <a:noFill/>
                </a:ln>
                <a:solidFill>
                  <a:srgbClr val="FFFFFF">
                    <a:lumMod val="95000"/>
                  </a:srgbClr>
                </a:solidFill>
                <a:effectLst/>
                <a:uLnTx/>
                <a:uFillTx/>
                <a:latin typeface="游ゴシック"/>
                <a:ea typeface="游ゴシック"/>
                <a:cs typeface="Meiryo UI" panose="020B0604030504040204" pitchFamily="50" charset="-128"/>
              </a:rPr>
              <a:t>　　事業本</a:t>
            </a:r>
            <a:r>
              <a:rPr kumimoji="1" lang="ja-JP" altLang="en-US" sz="1100" b="0" i="0" u="none" strike="noStrike" kern="1200" cap="none" spc="0" normalizeH="0" baseline="0" noProof="0">
                <a:ln>
                  <a:noFill/>
                </a:ln>
                <a:solidFill>
                  <a:srgbClr val="FFFFFF">
                    <a:lumMod val="95000"/>
                  </a:srgbClr>
                </a:solidFill>
                <a:effectLst/>
                <a:uLnTx/>
                <a:uFillTx/>
                <a:latin typeface="游ゴシック"/>
                <a:ea typeface="游ゴシック"/>
                <a:cs typeface="+mn-cs"/>
              </a:rPr>
              <a:t>部長　：</a:t>
            </a:r>
            <a:r>
              <a:rPr kumimoji="1" lang="ja-JP" altLang="en-US" sz="1100" i="0" u="none" strike="noStrike" kern="1200" cap="none" spc="0" normalizeH="0" baseline="0" noProof="0">
                <a:ln>
                  <a:noFill/>
                </a:ln>
                <a:solidFill>
                  <a:schemeClr val="bg1"/>
                </a:solidFill>
                <a:effectLst/>
                <a:uLnTx/>
                <a:uFillTx/>
                <a:latin typeface="游ゴシック"/>
                <a:ea typeface="游ゴシック"/>
                <a:cs typeface="+mn-cs"/>
              </a:rPr>
              <a:t>三塚 信也</a:t>
            </a:r>
            <a:endParaRPr kumimoji="1" lang="en-US" altLang="ja-JP" sz="1100" i="0" u="none" strike="noStrike" kern="1200" cap="none" spc="0" normalizeH="0" baseline="0" noProof="0">
              <a:ln>
                <a:noFill/>
              </a:ln>
              <a:solidFill>
                <a:schemeClr val="bg1"/>
              </a:solidFill>
              <a:effectLst/>
              <a:uLnTx/>
              <a:uFillTx/>
              <a:latin typeface="游ゴシック"/>
              <a:ea typeface="游ゴシック"/>
              <a:cs typeface="+mn-cs"/>
            </a:endParaRPr>
          </a:p>
          <a:p>
            <a:pPr marL="0" marR="0" lvl="0" indent="0" algn="l" defTabSz="685800" rtl="0" eaLnBrk="0" fontAlgn="ctr" latinLnBrk="0" hangingPunct="0">
              <a:lnSpc>
                <a:spcPct val="100000"/>
              </a:lnSpc>
              <a:spcBef>
                <a:spcPts val="0"/>
              </a:spcBef>
              <a:spcAft>
                <a:spcPct val="0"/>
              </a:spcAft>
              <a:buClrTx/>
              <a:buSzTx/>
              <a:buFontTx/>
              <a:buNone/>
              <a:tabLst/>
              <a:defRPr/>
            </a:pPr>
            <a:r>
              <a:rPr kumimoji="1" lang="en-US" altLang="ja-JP" sz="1100" i="0" u="none" strike="noStrike" kern="1200" cap="none" spc="0" normalizeH="0" baseline="0" noProof="0">
                <a:ln>
                  <a:noFill/>
                </a:ln>
                <a:solidFill>
                  <a:schemeClr val="bg1"/>
                </a:solidFill>
                <a:effectLst/>
                <a:uLnTx/>
                <a:uFillTx/>
                <a:latin typeface="游ゴシック"/>
                <a:ea typeface="游ゴシック"/>
                <a:cs typeface="+mn-cs"/>
              </a:rPr>
              <a:t>	</a:t>
            </a:r>
            <a:r>
              <a:rPr kumimoji="1" lang="ja-JP" altLang="en-US" sz="1100" i="0" u="none" strike="noStrike" kern="1200" cap="none" spc="0" normalizeH="0" baseline="0" noProof="0">
                <a:ln>
                  <a:noFill/>
                </a:ln>
                <a:solidFill>
                  <a:schemeClr val="bg1"/>
                </a:solidFill>
                <a:effectLst/>
                <a:uLnTx/>
                <a:uFillTx/>
                <a:latin typeface="游ゴシック"/>
                <a:ea typeface="游ゴシック"/>
                <a:cs typeface="+mn-cs"/>
              </a:rPr>
              <a:t>　　副事業本部長：佐藤 正芳</a:t>
            </a:r>
            <a:r>
              <a:rPr kumimoji="1" lang="en-US" altLang="ja-JP" sz="1100" b="1" i="0" u="none" strike="noStrike" kern="1200" cap="none" spc="0" normalizeH="0" baseline="0" noProof="0">
                <a:ln>
                  <a:noFill/>
                </a:ln>
                <a:solidFill>
                  <a:srgbClr val="FFFFFF">
                    <a:lumMod val="95000"/>
                  </a:srgbClr>
                </a:solidFill>
                <a:effectLst/>
                <a:uLnTx/>
                <a:uFillTx/>
                <a:latin typeface="游ゴシック"/>
                <a:ea typeface="游ゴシック"/>
                <a:cs typeface="+mn-cs"/>
              </a:rPr>
              <a:t>	</a:t>
            </a:r>
          </a:p>
        </p:txBody>
      </p:sp>
      <p:sp>
        <p:nvSpPr>
          <p:cNvPr id="24" name="正方形/長方形 23">
            <a:extLst>
              <a:ext uri="{FF2B5EF4-FFF2-40B4-BE49-F238E27FC236}">
                <a16:creationId xmlns:a16="http://schemas.microsoft.com/office/drawing/2014/main" id="{75B4336E-F884-4A09-BB19-518A65AE0C5B}"/>
              </a:ext>
            </a:extLst>
          </p:cNvPr>
          <p:cNvSpPr/>
          <p:nvPr/>
        </p:nvSpPr>
        <p:spPr>
          <a:xfrm>
            <a:off x="1530822" y="3429872"/>
            <a:ext cx="2145240" cy="646331"/>
          </a:xfrm>
          <a:prstGeom prst="rect">
            <a:avLst/>
          </a:prstGeom>
        </p:spPr>
        <p:txBody>
          <a:bodyPr wrap="square">
            <a:spAutoFit/>
          </a:bodyPr>
          <a:lstStyle>
            <a:defPPr>
              <a:defRPr lang="ja-JP"/>
            </a:defPPr>
            <a:lvl1pPr algn="ctr" rtl="0" eaLnBrk="0" fontAlgn="ctr" hangingPunct="0">
              <a:spcBef>
                <a:spcPct val="50000"/>
              </a:spcBef>
              <a:spcAft>
                <a:spcPct val="0"/>
              </a:spcAft>
              <a:defRPr kumimoji="1" sz="1000" kern="1200">
                <a:solidFill>
                  <a:srgbClr val="000000"/>
                </a:solidFill>
                <a:latin typeface="HGP創英角ｺﾞｼｯｸUB" pitchFamily="50" charset="-128"/>
                <a:ea typeface="HGP創英角ｺﾞｼｯｸUB" pitchFamily="50" charset="-128"/>
                <a:cs typeface="+mn-cs"/>
              </a:defRPr>
            </a:lvl1pPr>
            <a:lvl2pPr marL="457200" algn="ctr" rtl="0" eaLnBrk="0" fontAlgn="ctr" hangingPunct="0">
              <a:spcBef>
                <a:spcPct val="50000"/>
              </a:spcBef>
              <a:spcAft>
                <a:spcPct val="0"/>
              </a:spcAft>
              <a:defRPr kumimoji="1" sz="1000" kern="1200">
                <a:solidFill>
                  <a:srgbClr val="000000"/>
                </a:solidFill>
                <a:latin typeface="HGP創英角ｺﾞｼｯｸUB" pitchFamily="50" charset="-128"/>
                <a:ea typeface="HGP創英角ｺﾞｼｯｸUB" pitchFamily="50" charset="-128"/>
                <a:cs typeface="+mn-cs"/>
              </a:defRPr>
            </a:lvl2pPr>
            <a:lvl3pPr marL="914400" algn="ctr" rtl="0" eaLnBrk="0" fontAlgn="ctr" hangingPunct="0">
              <a:spcBef>
                <a:spcPct val="50000"/>
              </a:spcBef>
              <a:spcAft>
                <a:spcPct val="0"/>
              </a:spcAft>
              <a:defRPr kumimoji="1" sz="1000" kern="1200">
                <a:solidFill>
                  <a:srgbClr val="000000"/>
                </a:solidFill>
                <a:latin typeface="HGP創英角ｺﾞｼｯｸUB" pitchFamily="50" charset="-128"/>
                <a:ea typeface="HGP創英角ｺﾞｼｯｸUB" pitchFamily="50" charset="-128"/>
                <a:cs typeface="+mn-cs"/>
              </a:defRPr>
            </a:lvl3pPr>
            <a:lvl4pPr marL="1371600" algn="ctr" rtl="0" eaLnBrk="0" fontAlgn="ctr" hangingPunct="0">
              <a:spcBef>
                <a:spcPct val="50000"/>
              </a:spcBef>
              <a:spcAft>
                <a:spcPct val="0"/>
              </a:spcAft>
              <a:defRPr kumimoji="1" sz="1000" kern="1200">
                <a:solidFill>
                  <a:srgbClr val="000000"/>
                </a:solidFill>
                <a:latin typeface="HGP創英角ｺﾞｼｯｸUB" pitchFamily="50" charset="-128"/>
                <a:ea typeface="HGP創英角ｺﾞｼｯｸUB" pitchFamily="50" charset="-128"/>
                <a:cs typeface="+mn-cs"/>
              </a:defRPr>
            </a:lvl4pPr>
            <a:lvl5pPr marL="1828800" algn="ctr" rtl="0" eaLnBrk="0" fontAlgn="ctr" hangingPunct="0">
              <a:spcBef>
                <a:spcPct val="50000"/>
              </a:spcBef>
              <a:spcAft>
                <a:spcPct val="0"/>
              </a:spcAft>
              <a:defRPr kumimoji="1" sz="1000" kern="1200">
                <a:solidFill>
                  <a:srgbClr val="000000"/>
                </a:solidFill>
                <a:latin typeface="HGP創英角ｺﾞｼｯｸUB" pitchFamily="50" charset="-128"/>
                <a:ea typeface="HGP創英角ｺﾞｼｯｸUB" pitchFamily="50" charset="-128"/>
                <a:cs typeface="+mn-cs"/>
              </a:defRPr>
            </a:lvl5pPr>
            <a:lvl6pPr marL="2286000" algn="l" defTabSz="914400" rtl="0" eaLnBrk="1" latinLnBrk="0" hangingPunct="1">
              <a:defRPr kumimoji="1" sz="1000" kern="1200">
                <a:solidFill>
                  <a:srgbClr val="000000"/>
                </a:solidFill>
                <a:latin typeface="HGP創英角ｺﾞｼｯｸUB" pitchFamily="50" charset="-128"/>
                <a:ea typeface="HGP創英角ｺﾞｼｯｸUB" pitchFamily="50" charset="-128"/>
                <a:cs typeface="+mn-cs"/>
              </a:defRPr>
            </a:lvl6pPr>
            <a:lvl7pPr marL="2743200" algn="l" defTabSz="914400" rtl="0" eaLnBrk="1" latinLnBrk="0" hangingPunct="1">
              <a:defRPr kumimoji="1" sz="1000" kern="1200">
                <a:solidFill>
                  <a:srgbClr val="000000"/>
                </a:solidFill>
                <a:latin typeface="HGP創英角ｺﾞｼｯｸUB" pitchFamily="50" charset="-128"/>
                <a:ea typeface="HGP創英角ｺﾞｼｯｸUB" pitchFamily="50" charset="-128"/>
                <a:cs typeface="+mn-cs"/>
              </a:defRPr>
            </a:lvl7pPr>
            <a:lvl8pPr marL="3200400" algn="l" defTabSz="914400" rtl="0" eaLnBrk="1" latinLnBrk="0" hangingPunct="1">
              <a:defRPr kumimoji="1" sz="1000" kern="1200">
                <a:solidFill>
                  <a:srgbClr val="000000"/>
                </a:solidFill>
                <a:latin typeface="HGP創英角ｺﾞｼｯｸUB" pitchFamily="50" charset="-128"/>
                <a:ea typeface="HGP創英角ｺﾞｼｯｸUB" pitchFamily="50" charset="-128"/>
                <a:cs typeface="+mn-cs"/>
              </a:defRPr>
            </a:lvl8pPr>
            <a:lvl9pPr marL="3657600" algn="l" defTabSz="914400" rtl="0" eaLnBrk="1" latinLnBrk="0" hangingPunct="1">
              <a:defRPr kumimoji="1" sz="1000" kern="1200">
                <a:solidFill>
                  <a:srgbClr val="000000"/>
                </a:solidFill>
                <a:latin typeface="HGP創英角ｺﾞｼｯｸUB" pitchFamily="50" charset="-128"/>
                <a:ea typeface="HGP創英角ｺﾞｼｯｸUB" pitchFamily="50" charset="-128"/>
                <a:cs typeface="+mn-cs"/>
              </a:defRPr>
            </a:lvl9pPr>
          </a:lstStyle>
          <a:p>
            <a:pPr lvl="0" defTabSz="685800">
              <a:spcBef>
                <a:spcPts val="0"/>
              </a:spcBef>
              <a:defRPr/>
            </a:pPr>
            <a:r>
              <a:rPr lang="ja-JP" altLang="en-US" sz="1200" b="1">
                <a:solidFill>
                  <a:schemeClr val="bg1"/>
                </a:solidFill>
                <a:latin typeface="游ゴシック"/>
                <a:ea typeface="游ゴシック"/>
                <a:cs typeface="Meiryo UI" panose="020B0604030504040204" pitchFamily="50" charset="-128"/>
              </a:rPr>
              <a:t>代表取締役執⾏役員社⻑</a:t>
            </a:r>
            <a:endParaRPr lang="en-US" altLang="ja-JP" sz="1200" b="1">
              <a:solidFill>
                <a:schemeClr val="bg1"/>
              </a:solidFill>
              <a:latin typeface="游ゴシック"/>
              <a:ea typeface="游ゴシック"/>
              <a:cs typeface="Meiryo UI" panose="020B0604030504040204" pitchFamily="50" charset="-128"/>
            </a:endParaRPr>
          </a:p>
          <a:p>
            <a:pPr marL="0" marR="0" lvl="0" indent="0" algn="ctr" defTabSz="685800" rtl="0" eaLnBrk="0" fontAlgn="ctr" latinLnBrk="0" hangingPunct="0">
              <a:lnSpc>
                <a:spcPct val="100000"/>
              </a:lnSpc>
              <a:spcBef>
                <a:spcPts val="0"/>
              </a:spcBef>
              <a:spcAft>
                <a:spcPct val="0"/>
              </a:spcAft>
              <a:buClrTx/>
              <a:buSzTx/>
              <a:buFontTx/>
              <a:buNone/>
              <a:tabLst/>
              <a:defRPr/>
            </a:pPr>
            <a:r>
              <a:rPr kumimoji="1" lang="ja-JP" altLang="en-US" sz="1200" b="0" i="0" u="none" strike="noStrike" kern="1200" cap="none" spc="0" normalizeH="0" baseline="0" noProof="0">
                <a:ln>
                  <a:noFill/>
                </a:ln>
                <a:solidFill>
                  <a:schemeClr val="bg1"/>
                </a:solidFill>
                <a:effectLst/>
                <a:uLnTx/>
                <a:uFillTx/>
                <a:latin typeface="游ゴシック"/>
                <a:ea typeface="游ゴシック"/>
                <a:cs typeface="Meiryo UI" panose="020B0604030504040204" pitchFamily="50" charset="-128"/>
              </a:rPr>
              <a:t>　</a:t>
            </a:r>
            <a:endParaRPr kumimoji="1" lang="en-US" altLang="ja-JP" sz="1200" b="0" i="0" u="none" strike="noStrike" kern="1200" cap="none" spc="0" normalizeH="0" baseline="0" noProof="0">
              <a:ln>
                <a:noFill/>
              </a:ln>
              <a:solidFill>
                <a:schemeClr val="bg1"/>
              </a:solidFill>
              <a:effectLst/>
              <a:uLnTx/>
              <a:uFillTx/>
              <a:latin typeface="游ゴシック"/>
              <a:ea typeface="游ゴシック"/>
              <a:cs typeface="Meiryo UI" panose="020B0604030504040204" pitchFamily="50" charset="-128"/>
            </a:endParaRPr>
          </a:p>
          <a:p>
            <a:pPr lvl="0" defTabSz="685800">
              <a:spcBef>
                <a:spcPts val="0"/>
              </a:spcBef>
              <a:defRPr/>
            </a:pPr>
            <a:r>
              <a:rPr lang="ja-JP" altLang="en-US" sz="1200" b="1">
                <a:solidFill>
                  <a:schemeClr val="bg1"/>
                </a:solidFill>
                <a:latin typeface="游ゴシック"/>
                <a:ea typeface="游ゴシック"/>
                <a:cs typeface="Meiryo UI" panose="020B0604030504040204" pitchFamily="50" charset="-128"/>
              </a:rPr>
              <a:t>竹村 大助</a:t>
            </a:r>
            <a:endParaRPr kumimoji="1" lang="en-US" altLang="ja-JP" sz="1200" b="1" i="0" u="none" strike="noStrike" kern="1200" cap="none" spc="0" normalizeH="0" baseline="0" noProof="0">
              <a:ln>
                <a:noFill/>
              </a:ln>
              <a:solidFill>
                <a:schemeClr val="bg1"/>
              </a:solidFill>
              <a:effectLst/>
              <a:uLnTx/>
              <a:uFillTx/>
              <a:latin typeface="游ゴシック"/>
              <a:ea typeface="游ゴシック"/>
              <a:cs typeface="Meiryo UI" panose="020B0604030504040204" pitchFamily="50" charset="-128"/>
            </a:endParaRPr>
          </a:p>
        </p:txBody>
      </p:sp>
      <p:sp>
        <p:nvSpPr>
          <p:cNvPr id="28" name="正方形/長方形 27">
            <a:extLst>
              <a:ext uri="{FF2B5EF4-FFF2-40B4-BE49-F238E27FC236}">
                <a16:creationId xmlns:a16="http://schemas.microsoft.com/office/drawing/2014/main" id="{AD20B51C-675A-46C9-97E2-5E436C401087}"/>
              </a:ext>
            </a:extLst>
          </p:cNvPr>
          <p:cNvSpPr/>
          <p:nvPr/>
        </p:nvSpPr>
        <p:spPr>
          <a:xfrm>
            <a:off x="4131558" y="4420187"/>
            <a:ext cx="3902605" cy="900313"/>
          </a:xfrm>
          <a:prstGeom prst="rect">
            <a:avLst/>
          </a:prstGeom>
          <a:solidFill>
            <a:srgbClr val="014097"/>
          </a:solidFill>
          <a:ln>
            <a:noFill/>
          </a:ln>
          <a:effectLst/>
        </p:spPr>
        <p:style>
          <a:lnRef idx="1">
            <a:schemeClr val="accent2"/>
          </a:lnRef>
          <a:fillRef idx="2">
            <a:schemeClr val="accent2"/>
          </a:fillRef>
          <a:effectRef idx="1">
            <a:schemeClr val="accent2"/>
          </a:effectRef>
          <a:fontRef idx="minor">
            <a:schemeClr val="dk1"/>
          </a:fontRef>
        </p:style>
        <p:txBody>
          <a:bodyPr tIns="0" bIns="0" numCol="1" rtlCol="0" anchor="ctr" anchorCtr="0"/>
          <a:lstStyle>
            <a:defPPr>
              <a:defRPr lang="ja-JP"/>
            </a:defPPr>
            <a:lvl1pPr algn="ctr" rtl="0" eaLnBrk="0" fontAlgn="ctr" hangingPunct="0">
              <a:spcBef>
                <a:spcPct val="50000"/>
              </a:spcBef>
              <a:spcAft>
                <a:spcPct val="0"/>
              </a:spcAft>
              <a:defRPr kumimoji="1" sz="1000" kern="1200">
                <a:solidFill>
                  <a:schemeClr val="dk1"/>
                </a:solidFill>
                <a:latin typeface="+mn-lt"/>
                <a:ea typeface="+mn-ea"/>
                <a:cs typeface="+mn-cs"/>
              </a:defRPr>
            </a:lvl1pPr>
            <a:lvl2pPr marL="457200" algn="ctr" rtl="0" eaLnBrk="0" fontAlgn="ctr" hangingPunct="0">
              <a:spcBef>
                <a:spcPct val="50000"/>
              </a:spcBef>
              <a:spcAft>
                <a:spcPct val="0"/>
              </a:spcAft>
              <a:defRPr kumimoji="1" sz="1000" kern="1200">
                <a:solidFill>
                  <a:schemeClr val="dk1"/>
                </a:solidFill>
                <a:latin typeface="+mn-lt"/>
                <a:ea typeface="+mn-ea"/>
                <a:cs typeface="+mn-cs"/>
              </a:defRPr>
            </a:lvl2pPr>
            <a:lvl3pPr marL="914400" algn="ctr" rtl="0" eaLnBrk="0" fontAlgn="ctr" hangingPunct="0">
              <a:spcBef>
                <a:spcPct val="50000"/>
              </a:spcBef>
              <a:spcAft>
                <a:spcPct val="0"/>
              </a:spcAft>
              <a:defRPr kumimoji="1" sz="1000" kern="1200">
                <a:solidFill>
                  <a:schemeClr val="dk1"/>
                </a:solidFill>
                <a:latin typeface="+mn-lt"/>
                <a:ea typeface="+mn-ea"/>
                <a:cs typeface="+mn-cs"/>
              </a:defRPr>
            </a:lvl3pPr>
            <a:lvl4pPr marL="1371600" algn="ctr" rtl="0" eaLnBrk="0" fontAlgn="ctr" hangingPunct="0">
              <a:spcBef>
                <a:spcPct val="50000"/>
              </a:spcBef>
              <a:spcAft>
                <a:spcPct val="0"/>
              </a:spcAft>
              <a:defRPr kumimoji="1" sz="1000" kern="1200">
                <a:solidFill>
                  <a:schemeClr val="dk1"/>
                </a:solidFill>
                <a:latin typeface="+mn-lt"/>
                <a:ea typeface="+mn-ea"/>
                <a:cs typeface="+mn-cs"/>
              </a:defRPr>
            </a:lvl4pPr>
            <a:lvl5pPr marL="1828800" algn="ctr" rtl="0" eaLnBrk="0" fontAlgn="ctr" hangingPunct="0">
              <a:spcBef>
                <a:spcPct val="50000"/>
              </a:spcBef>
              <a:spcAft>
                <a:spcPct val="0"/>
              </a:spcAft>
              <a:defRPr kumimoji="1" sz="1000" kern="1200">
                <a:solidFill>
                  <a:schemeClr val="dk1"/>
                </a:solidFill>
                <a:latin typeface="+mn-lt"/>
                <a:ea typeface="+mn-ea"/>
                <a:cs typeface="+mn-cs"/>
              </a:defRPr>
            </a:lvl5pPr>
            <a:lvl6pPr marL="2286000" algn="l" defTabSz="914400" rtl="0" eaLnBrk="1" latinLnBrk="0" hangingPunct="1">
              <a:defRPr kumimoji="1" sz="1000" kern="1200">
                <a:solidFill>
                  <a:schemeClr val="dk1"/>
                </a:solidFill>
                <a:latin typeface="+mn-lt"/>
                <a:ea typeface="+mn-ea"/>
                <a:cs typeface="+mn-cs"/>
              </a:defRPr>
            </a:lvl6pPr>
            <a:lvl7pPr marL="2743200" algn="l" defTabSz="914400" rtl="0" eaLnBrk="1" latinLnBrk="0" hangingPunct="1">
              <a:defRPr kumimoji="1" sz="1000" kern="1200">
                <a:solidFill>
                  <a:schemeClr val="dk1"/>
                </a:solidFill>
                <a:latin typeface="+mn-lt"/>
                <a:ea typeface="+mn-ea"/>
                <a:cs typeface="+mn-cs"/>
              </a:defRPr>
            </a:lvl7pPr>
            <a:lvl8pPr marL="3200400" algn="l" defTabSz="914400" rtl="0" eaLnBrk="1" latinLnBrk="0" hangingPunct="1">
              <a:defRPr kumimoji="1" sz="1000" kern="1200">
                <a:solidFill>
                  <a:schemeClr val="dk1"/>
                </a:solidFill>
                <a:latin typeface="+mn-lt"/>
                <a:ea typeface="+mn-ea"/>
                <a:cs typeface="+mn-cs"/>
              </a:defRPr>
            </a:lvl8pPr>
            <a:lvl9pPr marL="3657600" algn="l" defTabSz="914400" rtl="0" eaLnBrk="1" latinLnBrk="0" hangingPunct="1">
              <a:defRPr kumimoji="1" sz="1000" kern="1200">
                <a:solidFill>
                  <a:schemeClr val="dk1"/>
                </a:solidFill>
                <a:latin typeface="+mn-lt"/>
                <a:ea typeface="+mn-ea"/>
                <a:cs typeface="+mn-cs"/>
              </a:defRPr>
            </a:lvl9pPr>
          </a:lstStyle>
          <a:p>
            <a:pPr marL="0" marR="0" lvl="0" indent="0" algn="l" defTabSz="685800" rtl="0" eaLnBrk="0" fontAlgn="ctr" latinLnBrk="0" hangingPunct="0">
              <a:lnSpc>
                <a:spcPct val="100000"/>
              </a:lnSpc>
              <a:spcBef>
                <a:spcPts val="0"/>
              </a:spcBef>
              <a:spcAft>
                <a:spcPct val="0"/>
              </a:spcAft>
              <a:buClrTx/>
              <a:buSzTx/>
              <a:buFontTx/>
              <a:buNone/>
              <a:tabLst/>
              <a:defRPr/>
            </a:pPr>
            <a:r>
              <a:rPr kumimoji="1" lang="ja-JP" altLang="en-US" sz="1100" b="0" i="0" u="none" strike="noStrike" kern="1200" cap="none" spc="0" normalizeH="0" baseline="0" noProof="0">
                <a:ln>
                  <a:noFill/>
                </a:ln>
                <a:solidFill>
                  <a:srgbClr val="FFFFFF">
                    <a:lumMod val="95000"/>
                  </a:srgbClr>
                </a:solidFill>
                <a:effectLst/>
                <a:uLnTx/>
                <a:uFillTx/>
                <a:latin typeface="游ゴシック"/>
                <a:ea typeface="游ゴシック"/>
                <a:cs typeface="Meiryo UI" panose="020B0604030504040204" pitchFamily="50" charset="-128"/>
              </a:rPr>
              <a:t>　　　　　　　</a:t>
            </a:r>
            <a:r>
              <a:rPr kumimoji="1" lang="ja-JP" altLang="en-US" sz="1200" b="1" i="0" u="none" strike="noStrike" kern="1200" cap="none" spc="0" normalizeH="0" baseline="0" noProof="0">
                <a:ln>
                  <a:noFill/>
                </a:ln>
                <a:solidFill>
                  <a:srgbClr val="FFFFFF">
                    <a:lumMod val="95000"/>
                  </a:srgbClr>
                </a:solidFill>
                <a:effectLst/>
                <a:uLnTx/>
                <a:uFillTx/>
                <a:latin typeface="游ゴシック"/>
                <a:ea typeface="游ゴシック"/>
                <a:cs typeface="Meiryo UI" panose="020B0604030504040204" pitchFamily="50" charset="-128"/>
              </a:rPr>
              <a:t>デバイスソリューション事業本部</a:t>
            </a:r>
            <a:endParaRPr kumimoji="1" lang="en-US" altLang="ja-JP" sz="1100" b="1" i="0" u="none" strike="noStrike" kern="1200" cap="none" spc="0" normalizeH="0" baseline="0" noProof="0">
              <a:ln>
                <a:noFill/>
              </a:ln>
              <a:solidFill>
                <a:srgbClr val="FFFFFF">
                  <a:lumMod val="95000"/>
                </a:srgbClr>
              </a:solidFill>
              <a:effectLst/>
              <a:uLnTx/>
              <a:uFillTx/>
              <a:latin typeface="游ゴシック"/>
              <a:ea typeface="游ゴシック"/>
              <a:cs typeface="Meiryo UI" panose="020B0604030504040204" pitchFamily="50" charset="-128"/>
            </a:endParaRPr>
          </a:p>
          <a:p>
            <a:pPr marL="0" marR="0" lvl="0" indent="0" algn="l" defTabSz="685800" rtl="0" eaLnBrk="0" fontAlgn="ctr" latinLnBrk="0" hangingPunct="0">
              <a:lnSpc>
                <a:spcPct val="100000"/>
              </a:lnSpc>
              <a:spcBef>
                <a:spcPts val="0"/>
              </a:spcBef>
              <a:spcAft>
                <a:spcPct val="0"/>
              </a:spcAft>
              <a:buClrTx/>
              <a:buSzTx/>
              <a:buFontTx/>
              <a:buNone/>
              <a:tabLst/>
              <a:defRPr/>
            </a:pPr>
            <a:endParaRPr kumimoji="1" lang="en-US" altLang="ja-JP" sz="1100" b="0" i="0" u="none" strike="noStrike" kern="1200" cap="none" spc="0" normalizeH="0" baseline="0" noProof="0">
              <a:ln>
                <a:noFill/>
              </a:ln>
              <a:solidFill>
                <a:srgbClr val="FFFFFF">
                  <a:lumMod val="95000"/>
                </a:srgbClr>
              </a:solidFill>
              <a:effectLst/>
              <a:uLnTx/>
              <a:uFillTx/>
              <a:latin typeface="游ゴシック"/>
              <a:ea typeface="游ゴシック"/>
              <a:cs typeface="Meiryo UI" panose="020B0604030504040204" pitchFamily="50" charset="-128"/>
            </a:endParaRPr>
          </a:p>
          <a:p>
            <a:pPr marL="0" marR="0" lvl="0" indent="0" algn="l" defTabSz="685800" rtl="0" eaLnBrk="0" fontAlgn="ctr" latinLnBrk="0" hangingPunct="0">
              <a:lnSpc>
                <a:spcPct val="100000"/>
              </a:lnSpc>
              <a:spcBef>
                <a:spcPts val="0"/>
              </a:spcBef>
              <a:spcAft>
                <a:spcPct val="0"/>
              </a:spcAft>
              <a:buClrTx/>
              <a:buSzTx/>
              <a:buFontTx/>
              <a:buNone/>
              <a:tabLst/>
              <a:defRPr/>
            </a:pPr>
            <a:r>
              <a:rPr kumimoji="1" lang="ja-JP" altLang="en-US" sz="1100" b="0" i="0" u="none" strike="noStrike" kern="1200" cap="none" spc="0" normalizeH="0" baseline="0" noProof="0">
                <a:ln>
                  <a:noFill/>
                </a:ln>
                <a:solidFill>
                  <a:srgbClr val="FFFFFF">
                    <a:lumMod val="95000"/>
                  </a:srgbClr>
                </a:solidFill>
                <a:effectLst/>
                <a:uLnTx/>
                <a:uFillTx/>
                <a:latin typeface="游ゴシック"/>
                <a:ea typeface="游ゴシック"/>
                <a:cs typeface="Meiryo UI" panose="020B0604030504040204" pitchFamily="50" charset="-128"/>
              </a:rPr>
              <a:t>　　　　　　　事業本部長　：阿部 徳之</a:t>
            </a:r>
            <a:endParaRPr kumimoji="1" lang="en-US" altLang="ja-JP" sz="1100" b="0" i="0" u="none" strike="noStrike" kern="1200" cap="none" spc="0" normalizeH="0" baseline="0" noProof="0">
              <a:ln>
                <a:noFill/>
              </a:ln>
              <a:solidFill>
                <a:srgbClr val="FFFFFF">
                  <a:lumMod val="95000"/>
                </a:srgbClr>
              </a:solidFill>
              <a:effectLst/>
              <a:uLnTx/>
              <a:uFillTx/>
              <a:latin typeface="游ゴシック"/>
              <a:ea typeface="游ゴシック"/>
              <a:cs typeface="Meiryo UI" panose="020B0604030504040204" pitchFamily="50" charset="-128"/>
            </a:endParaRPr>
          </a:p>
          <a:p>
            <a:pPr marL="0" marR="0" lvl="0" indent="0" algn="l" defTabSz="685800" rtl="0" eaLnBrk="0" fontAlgn="ctr" latinLnBrk="0" hangingPunct="0">
              <a:lnSpc>
                <a:spcPct val="100000"/>
              </a:lnSpc>
              <a:spcBef>
                <a:spcPts val="0"/>
              </a:spcBef>
              <a:spcAft>
                <a:spcPct val="0"/>
              </a:spcAft>
              <a:buClrTx/>
              <a:buSzTx/>
              <a:buFontTx/>
              <a:buNone/>
              <a:tabLst/>
              <a:defRPr/>
            </a:pPr>
            <a:r>
              <a:rPr kumimoji="1" lang="ja-JP" altLang="en-US" sz="1100" b="0" i="0" u="none" strike="noStrike" kern="1200" cap="none" spc="0" normalizeH="0" baseline="0" noProof="0">
                <a:ln>
                  <a:noFill/>
                </a:ln>
                <a:solidFill>
                  <a:srgbClr val="FFFFFF">
                    <a:lumMod val="95000"/>
                  </a:srgbClr>
                </a:solidFill>
                <a:effectLst/>
                <a:uLnTx/>
                <a:uFillTx/>
                <a:latin typeface="游ゴシック"/>
                <a:ea typeface="游ゴシック"/>
                <a:cs typeface="Meiryo UI" panose="020B0604030504040204" pitchFamily="50" charset="-128"/>
              </a:rPr>
              <a:t>　　　　　　　副事業本部長：福田 拓造</a:t>
            </a:r>
            <a:endParaRPr kumimoji="1" lang="en-US" altLang="ja-JP" sz="1100" b="0" i="0" u="none" strike="noStrike" kern="1200" cap="none" spc="0" normalizeH="0" baseline="0" noProof="0">
              <a:ln>
                <a:noFill/>
              </a:ln>
              <a:solidFill>
                <a:srgbClr val="FFFFFF">
                  <a:lumMod val="95000"/>
                </a:srgbClr>
              </a:solidFill>
              <a:effectLst/>
              <a:uLnTx/>
              <a:uFillTx/>
              <a:latin typeface="游ゴシック"/>
              <a:ea typeface="游ゴシック"/>
              <a:cs typeface="Meiryo UI" panose="020B0604030504040204" pitchFamily="50" charset="-128"/>
            </a:endParaRPr>
          </a:p>
        </p:txBody>
      </p:sp>
      <p:sp>
        <p:nvSpPr>
          <p:cNvPr id="29" name="正方形/長方形 28">
            <a:extLst>
              <a:ext uri="{FF2B5EF4-FFF2-40B4-BE49-F238E27FC236}">
                <a16:creationId xmlns:a16="http://schemas.microsoft.com/office/drawing/2014/main" id="{3B4A50C8-5945-440F-9FE0-2D5422623D0A}"/>
              </a:ext>
            </a:extLst>
          </p:cNvPr>
          <p:cNvSpPr/>
          <p:nvPr/>
        </p:nvSpPr>
        <p:spPr>
          <a:xfrm>
            <a:off x="8574688" y="4903474"/>
            <a:ext cx="2818800" cy="158400"/>
          </a:xfrm>
          <a:prstGeom prst="rect">
            <a:avLst/>
          </a:prstGeom>
          <a:solidFill>
            <a:srgbClr val="014097"/>
          </a:solidFill>
          <a:ln>
            <a:noFill/>
          </a:ln>
          <a:effectLst/>
        </p:spPr>
        <p:style>
          <a:lnRef idx="1">
            <a:schemeClr val="accent2"/>
          </a:lnRef>
          <a:fillRef idx="2">
            <a:schemeClr val="accent2"/>
          </a:fillRef>
          <a:effectRef idx="1">
            <a:schemeClr val="accent2"/>
          </a:effectRef>
          <a:fontRef idx="minor">
            <a:schemeClr val="dk1"/>
          </a:fontRef>
        </p:style>
        <p:txBody>
          <a:bodyPr tIns="0" bIns="0" numCol="1" rtlCol="0" anchor="ctr" anchorCtr="0"/>
          <a:lstStyle>
            <a:defPPr>
              <a:defRPr lang="ja-JP"/>
            </a:defPPr>
            <a:lvl1pPr algn="ctr" rtl="0" eaLnBrk="0" fontAlgn="ctr" hangingPunct="0">
              <a:spcBef>
                <a:spcPct val="50000"/>
              </a:spcBef>
              <a:spcAft>
                <a:spcPct val="0"/>
              </a:spcAft>
              <a:defRPr kumimoji="1" sz="1000" kern="1200">
                <a:solidFill>
                  <a:schemeClr val="dk1"/>
                </a:solidFill>
                <a:latin typeface="+mn-lt"/>
                <a:ea typeface="+mn-ea"/>
                <a:cs typeface="+mn-cs"/>
              </a:defRPr>
            </a:lvl1pPr>
            <a:lvl2pPr marL="457200" algn="ctr" rtl="0" eaLnBrk="0" fontAlgn="ctr" hangingPunct="0">
              <a:spcBef>
                <a:spcPct val="50000"/>
              </a:spcBef>
              <a:spcAft>
                <a:spcPct val="0"/>
              </a:spcAft>
              <a:defRPr kumimoji="1" sz="1000" kern="1200">
                <a:solidFill>
                  <a:schemeClr val="dk1"/>
                </a:solidFill>
                <a:latin typeface="+mn-lt"/>
                <a:ea typeface="+mn-ea"/>
                <a:cs typeface="+mn-cs"/>
              </a:defRPr>
            </a:lvl2pPr>
            <a:lvl3pPr marL="914400" algn="ctr" rtl="0" eaLnBrk="0" fontAlgn="ctr" hangingPunct="0">
              <a:spcBef>
                <a:spcPct val="50000"/>
              </a:spcBef>
              <a:spcAft>
                <a:spcPct val="0"/>
              </a:spcAft>
              <a:defRPr kumimoji="1" sz="1000" kern="1200">
                <a:solidFill>
                  <a:schemeClr val="dk1"/>
                </a:solidFill>
                <a:latin typeface="+mn-lt"/>
                <a:ea typeface="+mn-ea"/>
                <a:cs typeface="+mn-cs"/>
              </a:defRPr>
            </a:lvl3pPr>
            <a:lvl4pPr marL="1371600" algn="ctr" rtl="0" eaLnBrk="0" fontAlgn="ctr" hangingPunct="0">
              <a:spcBef>
                <a:spcPct val="50000"/>
              </a:spcBef>
              <a:spcAft>
                <a:spcPct val="0"/>
              </a:spcAft>
              <a:defRPr kumimoji="1" sz="1000" kern="1200">
                <a:solidFill>
                  <a:schemeClr val="dk1"/>
                </a:solidFill>
                <a:latin typeface="+mn-lt"/>
                <a:ea typeface="+mn-ea"/>
                <a:cs typeface="+mn-cs"/>
              </a:defRPr>
            </a:lvl4pPr>
            <a:lvl5pPr marL="1828800" algn="ctr" rtl="0" eaLnBrk="0" fontAlgn="ctr" hangingPunct="0">
              <a:spcBef>
                <a:spcPct val="50000"/>
              </a:spcBef>
              <a:spcAft>
                <a:spcPct val="0"/>
              </a:spcAft>
              <a:defRPr kumimoji="1" sz="1000" kern="1200">
                <a:solidFill>
                  <a:schemeClr val="dk1"/>
                </a:solidFill>
                <a:latin typeface="+mn-lt"/>
                <a:ea typeface="+mn-ea"/>
                <a:cs typeface="+mn-cs"/>
              </a:defRPr>
            </a:lvl5pPr>
            <a:lvl6pPr marL="2286000" algn="l" defTabSz="914400" rtl="0" eaLnBrk="1" latinLnBrk="0" hangingPunct="1">
              <a:defRPr kumimoji="1" sz="1000" kern="1200">
                <a:solidFill>
                  <a:schemeClr val="dk1"/>
                </a:solidFill>
                <a:latin typeface="+mn-lt"/>
                <a:ea typeface="+mn-ea"/>
                <a:cs typeface="+mn-cs"/>
              </a:defRPr>
            </a:lvl6pPr>
            <a:lvl7pPr marL="2743200" algn="l" defTabSz="914400" rtl="0" eaLnBrk="1" latinLnBrk="0" hangingPunct="1">
              <a:defRPr kumimoji="1" sz="1000" kern="1200">
                <a:solidFill>
                  <a:schemeClr val="dk1"/>
                </a:solidFill>
                <a:latin typeface="+mn-lt"/>
                <a:ea typeface="+mn-ea"/>
                <a:cs typeface="+mn-cs"/>
              </a:defRPr>
            </a:lvl7pPr>
            <a:lvl8pPr marL="3200400" algn="l" defTabSz="914400" rtl="0" eaLnBrk="1" latinLnBrk="0" hangingPunct="1">
              <a:defRPr kumimoji="1" sz="1000" kern="1200">
                <a:solidFill>
                  <a:schemeClr val="dk1"/>
                </a:solidFill>
                <a:latin typeface="+mn-lt"/>
                <a:ea typeface="+mn-ea"/>
                <a:cs typeface="+mn-cs"/>
              </a:defRPr>
            </a:lvl8pPr>
            <a:lvl9pPr marL="3657600" algn="l" defTabSz="914400" rtl="0" eaLnBrk="1" latinLnBrk="0" hangingPunct="1">
              <a:defRPr kumimoji="1" sz="1000" kern="1200">
                <a:solidFill>
                  <a:schemeClr val="dk1"/>
                </a:solidFill>
                <a:latin typeface="+mn-lt"/>
                <a:ea typeface="+mn-ea"/>
                <a:cs typeface="+mn-cs"/>
              </a:defRPr>
            </a:lvl9pPr>
          </a:lstStyle>
          <a:p>
            <a:pPr marL="0" marR="0" lvl="0" indent="0" algn="ctr" defTabSz="685800" rtl="0" eaLnBrk="0" fontAlgn="ctr" latinLnBrk="0" hangingPunct="0">
              <a:lnSpc>
                <a:spcPct val="100000"/>
              </a:lnSpc>
              <a:spcBef>
                <a:spcPts val="0"/>
              </a:spcBef>
              <a:spcAft>
                <a:spcPct val="0"/>
              </a:spcAft>
              <a:buClrTx/>
              <a:buSzTx/>
              <a:buFontTx/>
              <a:buNone/>
              <a:tabLst/>
              <a:defRPr/>
            </a:pPr>
            <a:r>
              <a:rPr kumimoji="1" lang="ja-JP" altLang="en-US" sz="1050" b="0" i="0" u="none" strike="noStrike" kern="1200" cap="none" spc="0" normalizeH="0" baseline="0" noProof="0">
                <a:ln>
                  <a:noFill/>
                </a:ln>
                <a:solidFill>
                  <a:srgbClr val="FFFFFF">
                    <a:lumMod val="95000"/>
                  </a:srgbClr>
                </a:solidFill>
                <a:effectLst/>
                <a:uLnTx/>
                <a:uFillTx/>
                <a:latin typeface="游ゴシック"/>
                <a:ea typeface="游ゴシック"/>
                <a:cs typeface="+mn-cs"/>
              </a:rPr>
              <a:t>システム事業部</a:t>
            </a:r>
            <a:endParaRPr kumimoji="1" lang="en-US" altLang="ja-JP" sz="1050" b="0" i="0" u="none" strike="noStrike" kern="1200" cap="none" spc="0" normalizeH="0" baseline="0" noProof="0">
              <a:ln>
                <a:noFill/>
              </a:ln>
              <a:solidFill>
                <a:srgbClr val="FFFFFF">
                  <a:lumMod val="95000"/>
                </a:srgbClr>
              </a:solidFill>
              <a:effectLst/>
              <a:uLnTx/>
              <a:uFillTx/>
              <a:latin typeface="游ゴシック"/>
              <a:ea typeface="游ゴシック"/>
              <a:cs typeface="+mn-cs"/>
            </a:endParaRPr>
          </a:p>
        </p:txBody>
      </p:sp>
      <p:sp>
        <p:nvSpPr>
          <p:cNvPr id="30" name="正方形/長方形 29">
            <a:extLst>
              <a:ext uri="{FF2B5EF4-FFF2-40B4-BE49-F238E27FC236}">
                <a16:creationId xmlns:a16="http://schemas.microsoft.com/office/drawing/2014/main" id="{F7062CB8-C418-4650-8621-8978BB1D738C}"/>
              </a:ext>
            </a:extLst>
          </p:cNvPr>
          <p:cNvSpPr/>
          <p:nvPr/>
        </p:nvSpPr>
        <p:spPr>
          <a:xfrm>
            <a:off x="8574688" y="5111941"/>
            <a:ext cx="2818800" cy="158400"/>
          </a:xfrm>
          <a:prstGeom prst="rect">
            <a:avLst/>
          </a:prstGeom>
          <a:solidFill>
            <a:srgbClr val="014097"/>
          </a:solidFill>
          <a:ln>
            <a:noFill/>
          </a:ln>
          <a:effectLst/>
        </p:spPr>
        <p:style>
          <a:lnRef idx="1">
            <a:schemeClr val="accent2"/>
          </a:lnRef>
          <a:fillRef idx="2">
            <a:schemeClr val="accent2"/>
          </a:fillRef>
          <a:effectRef idx="1">
            <a:schemeClr val="accent2"/>
          </a:effectRef>
          <a:fontRef idx="minor">
            <a:schemeClr val="dk1"/>
          </a:fontRef>
        </p:style>
        <p:txBody>
          <a:bodyPr tIns="0" bIns="0" numCol="1" rtlCol="0" anchor="ctr" anchorCtr="0"/>
          <a:lstStyle>
            <a:defPPr>
              <a:defRPr lang="ja-JP"/>
            </a:defPPr>
            <a:lvl1pPr algn="ctr" rtl="0" eaLnBrk="0" fontAlgn="ctr" hangingPunct="0">
              <a:spcBef>
                <a:spcPct val="50000"/>
              </a:spcBef>
              <a:spcAft>
                <a:spcPct val="0"/>
              </a:spcAft>
              <a:defRPr kumimoji="1" sz="1000" kern="1200">
                <a:solidFill>
                  <a:schemeClr val="dk1"/>
                </a:solidFill>
                <a:latin typeface="+mn-lt"/>
                <a:ea typeface="+mn-ea"/>
                <a:cs typeface="+mn-cs"/>
              </a:defRPr>
            </a:lvl1pPr>
            <a:lvl2pPr marL="457200" algn="ctr" rtl="0" eaLnBrk="0" fontAlgn="ctr" hangingPunct="0">
              <a:spcBef>
                <a:spcPct val="50000"/>
              </a:spcBef>
              <a:spcAft>
                <a:spcPct val="0"/>
              </a:spcAft>
              <a:defRPr kumimoji="1" sz="1000" kern="1200">
                <a:solidFill>
                  <a:schemeClr val="dk1"/>
                </a:solidFill>
                <a:latin typeface="+mn-lt"/>
                <a:ea typeface="+mn-ea"/>
                <a:cs typeface="+mn-cs"/>
              </a:defRPr>
            </a:lvl2pPr>
            <a:lvl3pPr marL="914400" algn="ctr" rtl="0" eaLnBrk="0" fontAlgn="ctr" hangingPunct="0">
              <a:spcBef>
                <a:spcPct val="50000"/>
              </a:spcBef>
              <a:spcAft>
                <a:spcPct val="0"/>
              </a:spcAft>
              <a:defRPr kumimoji="1" sz="1000" kern="1200">
                <a:solidFill>
                  <a:schemeClr val="dk1"/>
                </a:solidFill>
                <a:latin typeface="+mn-lt"/>
                <a:ea typeface="+mn-ea"/>
                <a:cs typeface="+mn-cs"/>
              </a:defRPr>
            </a:lvl3pPr>
            <a:lvl4pPr marL="1371600" algn="ctr" rtl="0" eaLnBrk="0" fontAlgn="ctr" hangingPunct="0">
              <a:spcBef>
                <a:spcPct val="50000"/>
              </a:spcBef>
              <a:spcAft>
                <a:spcPct val="0"/>
              </a:spcAft>
              <a:defRPr kumimoji="1" sz="1000" kern="1200">
                <a:solidFill>
                  <a:schemeClr val="dk1"/>
                </a:solidFill>
                <a:latin typeface="+mn-lt"/>
                <a:ea typeface="+mn-ea"/>
                <a:cs typeface="+mn-cs"/>
              </a:defRPr>
            </a:lvl4pPr>
            <a:lvl5pPr marL="1828800" algn="ctr" rtl="0" eaLnBrk="0" fontAlgn="ctr" hangingPunct="0">
              <a:spcBef>
                <a:spcPct val="50000"/>
              </a:spcBef>
              <a:spcAft>
                <a:spcPct val="0"/>
              </a:spcAft>
              <a:defRPr kumimoji="1" sz="1000" kern="1200">
                <a:solidFill>
                  <a:schemeClr val="dk1"/>
                </a:solidFill>
                <a:latin typeface="+mn-lt"/>
                <a:ea typeface="+mn-ea"/>
                <a:cs typeface="+mn-cs"/>
              </a:defRPr>
            </a:lvl5pPr>
            <a:lvl6pPr marL="2286000" algn="l" defTabSz="914400" rtl="0" eaLnBrk="1" latinLnBrk="0" hangingPunct="1">
              <a:defRPr kumimoji="1" sz="1000" kern="1200">
                <a:solidFill>
                  <a:schemeClr val="dk1"/>
                </a:solidFill>
                <a:latin typeface="+mn-lt"/>
                <a:ea typeface="+mn-ea"/>
                <a:cs typeface="+mn-cs"/>
              </a:defRPr>
            </a:lvl6pPr>
            <a:lvl7pPr marL="2743200" algn="l" defTabSz="914400" rtl="0" eaLnBrk="1" latinLnBrk="0" hangingPunct="1">
              <a:defRPr kumimoji="1" sz="1000" kern="1200">
                <a:solidFill>
                  <a:schemeClr val="dk1"/>
                </a:solidFill>
                <a:latin typeface="+mn-lt"/>
                <a:ea typeface="+mn-ea"/>
                <a:cs typeface="+mn-cs"/>
              </a:defRPr>
            </a:lvl7pPr>
            <a:lvl8pPr marL="3200400" algn="l" defTabSz="914400" rtl="0" eaLnBrk="1" latinLnBrk="0" hangingPunct="1">
              <a:defRPr kumimoji="1" sz="1000" kern="1200">
                <a:solidFill>
                  <a:schemeClr val="dk1"/>
                </a:solidFill>
                <a:latin typeface="+mn-lt"/>
                <a:ea typeface="+mn-ea"/>
                <a:cs typeface="+mn-cs"/>
              </a:defRPr>
            </a:lvl8pPr>
            <a:lvl9pPr marL="3657600" algn="l" defTabSz="914400" rtl="0" eaLnBrk="1" latinLnBrk="0" hangingPunct="1">
              <a:defRPr kumimoji="1" sz="1000" kern="1200">
                <a:solidFill>
                  <a:schemeClr val="dk1"/>
                </a:solidFill>
                <a:latin typeface="+mn-lt"/>
                <a:ea typeface="+mn-ea"/>
                <a:cs typeface="+mn-cs"/>
              </a:defRPr>
            </a:lvl9pPr>
          </a:lstStyle>
          <a:p>
            <a:pPr marL="0" marR="0" lvl="0" indent="0" algn="ctr" defTabSz="685800" rtl="0" eaLnBrk="0" fontAlgn="ctr" latinLnBrk="0" hangingPunct="0">
              <a:lnSpc>
                <a:spcPct val="100000"/>
              </a:lnSpc>
              <a:spcBef>
                <a:spcPts val="0"/>
              </a:spcBef>
              <a:spcAft>
                <a:spcPct val="0"/>
              </a:spcAft>
              <a:buClrTx/>
              <a:buSzTx/>
              <a:buFontTx/>
              <a:buNone/>
              <a:tabLst/>
              <a:defRPr/>
            </a:pPr>
            <a:r>
              <a:rPr kumimoji="1" lang="ja-JP" altLang="en-US" sz="1050" b="0" i="0" u="none" strike="noStrike" kern="1200" cap="none" spc="0" normalizeH="0" baseline="0" noProof="0">
                <a:ln>
                  <a:noFill/>
                </a:ln>
                <a:solidFill>
                  <a:srgbClr val="FFFFFF">
                    <a:lumMod val="95000"/>
                  </a:srgbClr>
                </a:solidFill>
                <a:effectLst/>
                <a:uLnTx/>
                <a:uFillTx/>
                <a:latin typeface="游ゴシック"/>
                <a:ea typeface="游ゴシック"/>
                <a:cs typeface="+mn-cs"/>
              </a:rPr>
              <a:t>デバイス事業部</a:t>
            </a:r>
            <a:endParaRPr kumimoji="1" lang="en-US" altLang="ja-JP" sz="1050" b="0" i="0" u="none" strike="noStrike" kern="1200" cap="none" spc="0" normalizeH="0" baseline="0" noProof="0">
              <a:ln>
                <a:noFill/>
              </a:ln>
              <a:solidFill>
                <a:srgbClr val="FFFFFF">
                  <a:lumMod val="95000"/>
                </a:srgbClr>
              </a:solidFill>
              <a:effectLst/>
              <a:uLnTx/>
              <a:uFillTx/>
              <a:latin typeface="游ゴシック"/>
              <a:ea typeface="游ゴシック"/>
              <a:cs typeface="+mn-cs"/>
            </a:endParaRPr>
          </a:p>
        </p:txBody>
      </p:sp>
      <p:sp>
        <p:nvSpPr>
          <p:cNvPr id="31" name="正方形/長方形 30">
            <a:extLst>
              <a:ext uri="{FF2B5EF4-FFF2-40B4-BE49-F238E27FC236}">
                <a16:creationId xmlns:a16="http://schemas.microsoft.com/office/drawing/2014/main" id="{5F0E8591-159E-4627-8F53-1AD17139D657}"/>
              </a:ext>
            </a:extLst>
          </p:cNvPr>
          <p:cNvSpPr/>
          <p:nvPr/>
        </p:nvSpPr>
        <p:spPr>
          <a:xfrm>
            <a:off x="8574688" y="4495163"/>
            <a:ext cx="2818800" cy="158400"/>
          </a:xfrm>
          <a:prstGeom prst="rect">
            <a:avLst/>
          </a:prstGeom>
          <a:solidFill>
            <a:srgbClr val="014097"/>
          </a:solidFill>
          <a:ln>
            <a:noFill/>
          </a:ln>
          <a:effectLst/>
        </p:spPr>
        <p:style>
          <a:lnRef idx="1">
            <a:schemeClr val="accent2"/>
          </a:lnRef>
          <a:fillRef idx="2">
            <a:schemeClr val="accent2"/>
          </a:fillRef>
          <a:effectRef idx="1">
            <a:schemeClr val="accent2"/>
          </a:effectRef>
          <a:fontRef idx="minor">
            <a:schemeClr val="dk1"/>
          </a:fontRef>
        </p:style>
        <p:txBody>
          <a:bodyPr tIns="0" bIns="0" numCol="1" rtlCol="0" anchor="ctr" anchorCtr="0"/>
          <a:lstStyle>
            <a:defPPr>
              <a:defRPr lang="ja-JP"/>
            </a:defPPr>
            <a:lvl1pPr algn="ctr" rtl="0" eaLnBrk="0" fontAlgn="ctr" hangingPunct="0">
              <a:spcBef>
                <a:spcPct val="50000"/>
              </a:spcBef>
              <a:spcAft>
                <a:spcPct val="0"/>
              </a:spcAft>
              <a:defRPr kumimoji="1" sz="1000" kern="1200">
                <a:solidFill>
                  <a:schemeClr val="dk1"/>
                </a:solidFill>
                <a:latin typeface="+mn-lt"/>
                <a:ea typeface="+mn-ea"/>
                <a:cs typeface="+mn-cs"/>
              </a:defRPr>
            </a:lvl1pPr>
            <a:lvl2pPr marL="457200" algn="ctr" rtl="0" eaLnBrk="0" fontAlgn="ctr" hangingPunct="0">
              <a:spcBef>
                <a:spcPct val="50000"/>
              </a:spcBef>
              <a:spcAft>
                <a:spcPct val="0"/>
              </a:spcAft>
              <a:defRPr kumimoji="1" sz="1000" kern="1200">
                <a:solidFill>
                  <a:schemeClr val="dk1"/>
                </a:solidFill>
                <a:latin typeface="+mn-lt"/>
                <a:ea typeface="+mn-ea"/>
                <a:cs typeface="+mn-cs"/>
              </a:defRPr>
            </a:lvl2pPr>
            <a:lvl3pPr marL="914400" algn="ctr" rtl="0" eaLnBrk="0" fontAlgn="ctr" hangingPunct="0">
              <a:spcBef>
                <a:spcPct val="50000"/>
              </a:spcBef>
              <a:spcAft>
                <a:spcPct val="0"/>
              </a:spcAft>
              <a:defRPr kumimoji="1" sz="1000" kern="1200">
                <a:solidFill>
                  <a:schemeClr val="dk1"/>
                </a:solidFill>
                <a:latin typeface="+mn-lt"/>
                <a:ea typeface="+mn-ea"/>
                <a:cs typeface="+mn-cs"/>
              </a:defRPr>
            </a:lvl3pPr>
            <a:lvl4pPr marL="1371600" algn="ctr" rtl="0" eaLnBrk="0" fontAlgn="ctr" hangingPunct="0">
              <a:spcBef>
                <a:spcPct val="50000"/>
              </a:spcBef>
              <a:spcAft>
                <a:spcPct val="0"/>
              </a:spcAft>
              <a:defRPr kumimoji="1" sz="1000" kern="1200">
                <a:solidFill>
                  <a:schemeClr val="dk1"/>
                </a:solidFill>
                <a:latin typeface="+mn-lt"/>
                <a:ea typeface="+mn-ea"/>
                <a:cs typeface="+mn-cs"/>
              </a:defRPr>
            </a:lvl4pPr>
            <a:lvl5pPr marL="1828800" algn="ctr" rtl="0" eaLnBrk="0" fontAlgn="ctr" hangingPunct="0">
              <a:spcBef>
                <a:spcPct val="50000"/>
              </a:spcBef>
              <a:spcAft>
                <a:spcPct val="0"/>
              </a:spcAft>
              <a:defRPr kumimoji="1" sz="1000" kern="1200">
                <a:solidFill>
                  <a:schemeClr val="dk1"/>
                </a:solidFill>
                <a:latin typeface="+mn-lt"/>
                <a:ea typeface="+mn-ea"/>
                <a:cs typeface="+mn-cs"/>
              </a:defRPr>
            </a:lvl5pPr>
            <a:lvl6pPr marL="2286000" algn="l" defTabSz="914400" rtl="0" eaLnBrk="1" latinLnBrk="0" hangingPunct="1">
              <a:defRPr kumimoji="1" sz="1000" kern="1200">
                <a:solidFill>
                  <a:schemeClr val="dk1"/>
                </a:solidFill>
                <a:latin typeface="+mn-lt"/>
                <a:ea typeface="+mn-ea"/>
                <a:cs typeface="+mn-cs"/>
              </a:defRPr>
            </a:lvl6pPr>
            <a:lvl7pPr marL="2743200" algn="l" defTabSz="914400" rtl="0" eaLnBrk="1" latinLnBrk="0" hangingPunct="1">
              <a:defRPr kumimoji="1" sz="1000" kern="1200">
                <a:solidFill>
                  <a:schemeClr val="dk1"/>
                </a:solidFill>
                <a:latin typeface="+mn-lt"/>
                <a:ea typeface="+mn-ea"/>
                <a:cs typeface="+mn-cs"/>
              </a:defRPr>
            </a:lvl7pPr>
            <a:lvl8pPr marL="3200400" algn="l" defTabSz="914400" rtl="0" eaLnBrk="1" latinLnBrk="0" hangingPunct="1">
              <a:defRPr kumimoji="1" sz="1000" kern="1200">
                <a:solidFill>
                  <a:schemeClr val="dk1"/>
                </a:solidFill>
                <a:latin typeface="+mn-lt"/>
                <a:ea typeface="+mn-ea"/>
                <a:cs typeface="+mn-cs"/>
              </a:defRPr>
            </a:lvl8pPr>
            <a:lvl9pPr marL="3657600" algn="l" defTabSz="914400" rtl="0" eaLnBrk="1" latinLnBrk="0" hangingPunct="1">
              <a:defRPr kumimoji="1" sz="1000" kern="1200">
                <a:solidFill>
                  <a:schemeClr val="dk1"/>
                </a:solidFill>
                <a:latin typeface="+mn-lt"/>
                <a:ea typeface="+mn-ea"/>
                <a:cs typeface="+mn-cs"/>
              </a:defRPr>
            </a:lvl9pPr>
          </a:lstStyle>
          <a:p>
            <a:pPr marL="0" marR="0" lvl="0" indent="0" algn="ctr" defTabSz="685800" rtl="0" eaLnBrk="0" fontAlgn="ctr" latinLnBrk="0" hangingPunct="0">
              <a:lnSpc>
                <a:spcPct val="100000"/>
              </a:lnSpc>
              <a:spcBef>
                <a:spcPts val="0"/>
              </a:spcBef>
              <a:spcAft>
                <a:spcPct val="0"/>
              </a:spcAft>
              <a:buClrTx/>
              <a:buSzTx/>
              <a:buFontTx/>
              <a:buNone/>
              <a:tabLst/>
              <a:defRPr/>
            </a:pPr>
            <a:r>
              <a:rPr kumimoji="1" lang="ja-JP" altLang="en-US" sz="1050" b="0" i="0" u="none" strike="noStrike" kern="1200" cap="none" spc="0" normalizeH="0" baseline="0" noProof="0">
                <a:ln>
                  <a:noFill/>
                </a:ln>
                <a:solidFill>
                  <a:srgbClr val="FFFFFF">
                    <a:lumMod val="95000"/>
                  </a:srgbClr>
                </a:solidFill>
                <a:effectLst/>
                <a:uLnTx/>
                <a:uFillTx/>
                <a:latin typeface="游ゴシック"/>
                <a:ea typeface="游ゴシック"/>
                <a:cs typeface="+mn-cs"/>
              </a:rPr>
              <a:t>事業企画部</a:t>
            </a:r>
            <a:endParaRPr kumimoji="1" lang="en-US" altLang="ja-JP" sz="1050" b="0" i="0" u="none" strike="noStrike" kern="1200" cap="none" spc="0" normalizeH="0" baseline="0" noProof="0">
              <a:ln>
                <a:noFill/>
              </a:ln>
              <a:solidFill>
                <a:srgbClr val="FFFFFF">
                  <a:lumMod val="95000"/>
                </a:srgbClr>
              </a:solidFill>
              <a:effectLst/>
              <a:uLnTx/>
              <a:uFillTx/>
              <a:latin typeface="游ゴシック"/>
              <a:ea typeface="游ゴシック"/>
              <a:cs typeface="+mn-cs"/>
            </a:endParaRPr>
          </a:p>
        </p:txBody>
      </p:sp>
      <p:sp>
        <p:nvSpPr>
          <p:cNvPr id="32" name="正方形/長方形 31">
            <a:extLst>
              <a:ext uri="{FF2B5EF4-FFF2-40B4-BE49-F238E27FC236}">
                <a16:creationId xmlns:a16="http://schemas.microsoft.com/office/drawing/2014/main" id="{9427C4CC-9465-4B1C-AC59-73DDA8E94555}"/>
              </a:ext>
            </a:extLst>
          </p:cNvPr>
          <p:cNvSpPr/>
          <p:nvPr/>
        </p:nvSpPr>
        <p:spPr>
          <a:xfrm>
            <a:off x="8574688" y="4703628"/>
            <a:ext cx="2818800" cy="158400"/>
          </a:xfrm>
          <a:prstGeom prst="rect">
            <a:avLst/>
          </a:prstGeom>
          <a:solidFill>
            <a:srgbClr val="014097"/>
          </a:solidFill>
          <a:ln>
            <a:noFill/>
          </a:ln>
          <a:effectLst/>
        </p:spPr>
        <p:style>
          <a:lnRef idx="1">
            <a:schemeClr val="accent2"/>
          </a:lnRef>
          <a:fillRef idx="2">
            <a:schemeClr val="accent2"/>
          </a:fillRef>
          <a:effectRef idx="1">
            <a:schemeClr val="accent2"/>
          </a:effectRef>
          <a:fontRef idx="minor">
            <a:schemeClr val="dk1"/>
          </a:fontRef>
        </p:style>
        <p:txBody>
          <a:bodyPr tIns="0" bIns="0" numCol="1" rtlCol="0" anchor="ctr" anchorCtr="0"/>
          <a:lstStyle>
            <a:defPPr>
              <a:defRPr lang="ja-JP"/>
            </a:defPPr>
            <a:lvl1pPr algn="ctr" rtl="0" eaLnBrk="0" fontAlgn="ctr" hangingPunct="0">
              <a:spcBef>
                <a:spcPct val="50000"/>
              </a:spcBef>
              <a:spcAft>
                <a:spcPct val="0"/>
              </a:spcAft>
              <a:defRPr kumimoji="1" sz="1000" kern="1200">
                <a:solidFill>
                  <a:schemeClr val="dk1"/>
                </a:solidFill>
                <a:latin typeface="+mn-lt"/>
                <a:ea typeface="+mn-ea"/>
                <a:cs typeface="+mn-cs"/>
              </a:defRPr>
            </a:lvl1pPr>
            <a:lvl2pPr marL="457200" algn="ctr" rtl="0" eaLnBrk="0" fontAlgn="ctr" hangingPunct="0">
              <a:spcBef>
                <a:spcPct val="50000"/>
              </a:spcBef>
              <a:spcAft>
                <a:spcPct val="0"/>
              </a:spcAft>
              <a:defRPr kumimoji="1" sz="1000" kern="1200">
                <a:solidFill>
                  <a:schemeClr val="dk1"/>
                </a:solidFill>
                <a:latin typeface="+mn-lt"/>
                <a:ea typeface="+mn-ea"/>
                <a:cs typeface="+mn-cs"/>
              </a:defRPr>
            </a:lvl2pPr>
            <a:lvl3pPr marL="914400" algn="ctr" rtl="0" eaLnBrk="0" fontAlgn="ctr" hangingPunct="0">
              <a:spcBef>
                <a:spcPct val="50000"/>
              </a:spcBef>
              <a:spcAft>
                <a:spcPct val="0"/>
              </a:spcAft>
              <a:defRPr kumimoji="1" sz="1000" kern="1200">
                <a:solidFill>
                  <a:schemeClr val="dk1"/>
                </a:solidFill>
                <a:latin typeface="+mn-lt"/>
                <a:ea typeface="+mn-ea"/>
                <a:cs typeface="+mn-cs"/>
              </a:defRPr>
            </a:lvl3pPr>
            <a:lvl4pPr marL="1371600" algn="ctr" rtl="0" eaLnBrk="0" fontAlgn="ctr" hangingPunct="0">
              <a:spcBef>
                <a:spcPct val="50000"/>
              </a:spcBef>
              <a:spcAft>
                <a:spcPct val="0"/>
              </a:spcAft>
              <a:defRPr kumimoji="1" sz="1000" kern="1200">
                <a:solidFill>
                  <a:schemeClr val="dk1"/>
                </a:solidFill>
                <a:latin typeface="+mn-lt"/>
                <a:ea typeface="+mn-ea"/>
                <a:cs typeface="+mn-cs"/>
              </a:defRPr>
            </a:lvl4pPr>
            <a:lvl5pPr marL="1828800" algn="ctr" rtl="0" eaLnBrk="0" fontAlgn="ctr" hangingPunct="0">
              <a:spcBef>
                <a:spcPct val="50000"/>
              </a:spcBef>
              <a:spcAft>
                <a:spcPct val="0"/>
              </a:spcAft>
              <a:defRPr kumimoji="1" sz="1000" kern="1200">
                <a:solidFill>
                  <a:schemeClr val="dk1"/>
                </a:solidFill>
                <a:latin typeface="+mn-lt"/>
                <a:ea typeface="+mn-ea"/>
                <a:cs typeface="+mn-cs"/>
              </a:defRPr>
            </a:lvl5pPr>
            <a:lvl6pPr marL="2286000" algn="l" defTabSz="914400" rtl="0" eaLnBrk="1" latinLnBrk="0" hangingPunct="1">
              <a:defRPr kumimoji="1" sz="1000" kern="1200">
                <a:solidFill>
                  <a:schemeClr val="dk1"/>
                </a:solidFill>
                <a:latin typeface="+mn-lt"/>
                <a:ea typeface="+mn-ea"/>
                <a:cs typeface="+mn-cs"/>
              </a:defRPr>
            </a:lvl6pPr>
            <a:lvl7pPr marL="2743200" algn="l" defTabSz="914400" rtl="0" eaLnBrk="1" latinLnBrk="0" hangingPunct="1">
              <a:defRPr kumimoji="1" sz="1000" kern="1200">
                <a:solidFill>
                  <a:schemeClr val="dk1"/>
                </a:solidFill>
                <a:latin typeface="+mn-lt"/>
                <a:ea typeface="+mn-ea"/>
                <a:cs typeface="+mn-cs"/>
              </a:defRPr>
            </a:lvl7pPr>
            <a:lvl8pPr marL="3200400" algn="l" defTabSz="914400" rtl="0" eaLnBrk="1" latinLnBrk="0" hangingPunct="1">
              <a:defRPr kumimoji="1" sz="1000" kern="1200">
                <a:solidFill>
                  <a:schemeClr val="dk1"/>
                </a:solidFill>
                <a:latin typeface="+mn-lt"/>
                <a:ea typeface="+mn-ea"/>
                <a:cs typeface="+mn-cs"/>
              </a:defRPr>
            </a:lvl8pPr>
            <a:lvl9pPr marL="3657600" algn="l" defTabSz="914400" rtl="0" eaLnBrk="1" latinLnBrk="0" hangingPunct="1">
              <a:defRPr kumimoji="1" sz="1000" kern="1200">
                <a:solidFill>
                  <a:schemeClr val="dk1"/>
                </a:solidFill>
                <a:latin typeface="+mn-lt"/>
                <a:ea typeface="+mn-ea"/>
                <a:cs typeface="+mn-cs"/>
              </a:defRPr>
            </a:lvl9pPr>
          </a:lstStyle>
          <a:p>
            <a:pPr marL="0" marR="0" lvl="0" indent="0" algn="ctr" defTabSz="685800" rtl="0" eaLnBrk="0" fontAlgn="ctr" latinLnBrk="0" hangingPunct="0">
              <a:lnSpc>
                <a:spcPct val="100000"/>
              </a:lnSpc>
              <a:spcBef>
                <a:spcPts val="0"/>
              </a:spcBef>
              <a:spcAft>
                <a:spcPct val="0"/>
              </a:spcAft>
              <a:buClrTx/>
              <a:buSzTx/>
              <a:buFontTx/>
              <a:buNone/>
              <a:tabLst/>
              <a:defRPr/>
            </a:pPr>
            <a:r>
              <a:rPr kumimoji="1" lang="ja-JP" altLang="en-US" sz="1050" b="0" i="0" u="none" strike="noStrike" kern="1200" cap="none" spc="0" normalizeH="0" baseline="0" noProof="0">
                <a:ln>
                  <a:noFill/>
                </a:ln>
                <a:solidFill>
                  <a:srgbClr val="FFFFFF">
                    <a:lumMod val="95000"/>
                  </a:srgbClr>
                </a:solidFill>
                <a:effectLst/>
                <a:uLnTx/>
                <a:uFillTx/>
                <a:latin typeface="游ゴシック"/>
                <a:ea typeface="游ゴシック"/>
                <a:cs typeface="+mn-cs"/>
              </a:rPr>
              <a:t>営業統括部</a:t>
            </a:r>
            <a:endParaRPr kumimoji="1" lang="en-US" altLang="ja-JP" sz="1050" b="0" i="0" u="none" strike="noStrike" kern="1200" cap="none" spc="0" normalizeH="0" baseline="0" noProof="0">
              <a:ln>
                <a:noFill/>
              </a:ln>
              <a:solidFill>
                <a:srgbClr val="FFFFFF">
                  <a:lumMod val="95000"/>
                </a:srgbClr>
              </a:solidFill>
              <a:effectLst/>
              <a:uLnTx/>
              <a:uFillTx/>
              <a:latin typeface="游ゴシック"/>
              <a:ea typeface="游ゴシック"/>
              <a:cs typeface="+mn-cs"/>
            </a:endParaRPr>
          </a:p>
        </p:txBody>
      </p:sp>
      <p:sp>
        <p:nvSpPr>
          <p:cNvPr id="33" name="正方形/長方形 32">
            <a:extLst>
              <a:ext uri="{FF2B5EF4-FFF2-40B4-BE49-F238E27FC236}">
                <a16:creationId xmlns:a16="http://schemas.microsoft.com/office/drawing/2014/main" id="{04D43A83-3DC3-42D5-8597-83AA6E2ACAEC}"/>
              </a:ext>
            </a:extLst>
          </p:cNvPr>
          <p:cNvSpPr/>
          <p:nvPr/>
        </p:nvSpPr>
        <p:spPr>
          <a:xfrm>
            <a:off x="4131558" y="5664274"/>
            <a:ext cx="3903185" cy="900313"/>
          </a:xfrm>
          <a:prstGeom prst="rect">
            <a:avLst/>
          </a:prstGeom>
          <a:solidFill>
            <a:srgbClr val="014097"/>
          </a:solidFill>
          <a:ln>
            <a:noFill/>
          </a:ln>
          <a:effectLst/>
        </p:spPr>
        <p:style>
          <a:lnRef idx="1">
            <a:schemeClr val="accent2"/>
          </a:lnRef>
          <a:fillRef idx="2">
            <a:schemeClr val="accent2"/>
          </a:fillRef>
          <a:effectRef idx="1">
            <a:schemeClr val="accent2"/>
          </a:effectRef>
          <a:fontRef idx="minor">
            <a:schemeClr val="dk1"/>
          </a:fontRef>
        </p:style>
        <p:txBody>
          <a:bodyPr tIns="0" bIns="0" numCol="1" rtlCol="0" anchor="ctr" anchorCtr="0"/>
          <a:lstStyle>
            <a:defPPr>
              <a:defRPr lang="ja-JP"/>
            </a:defPPr>
            <a:lvl1pPr algn="ctr" rtl="0" eaLnBrk="0" fontAlgn="ctr" hangingPunct="0">
              <a:spcBef>
                <a:spcPct val="50000"/>
              </a:spcBef>
              <a:spcAft>
                <a:spcPct val="0"/>
              </a:spcAft>
              <a:defRPr kumimoji="1" sz="1000" kern="1200">
                <a:solidFill>
                  <a:schemeClr val="dk1"/>
                </a:solidFill>
                <a:latin typeface="+mn-lt"/>
                <a:ea typeface="+mn-ea"/>
                <a:cs typeface="+mn-cs"/>
              </a:defRPr>
            </a:lvl1pPr>
            <a:lvl2pPr marL="457200" algn="ctr" rtl="0" eaLnBrk="0" fontAlgn="ctr" hangingPunct="0">
              <a:spcBef>
                <a:spcPct val="50000"/>
              </a:spcBef>
              <a:spcAft>
                <a:spcPct val="0"/>
              </a:spcAft>
              <a:defRPr kumimoji="1" sz="1000" kern="1200">
                <a:solidFill>
                  <a:schemeClr val="dk1"/>
                </a:solidFill>
                <a:latin typeface="+mn-lt"/>
                <a:ea typeface="+mn-ea"/>
                <a:cs typeface="+mn-cs"/>
              </a:defRPr>
            </a:lvl2pPr>
            <a:lvl3pPr marL="914400" algn="ctr" rtl="0" eaLnBrk="0" fontAlgn="ctr" hangingPunct="0">
              <a:spcBef>
                <a:spcPct val="50000"/>
              </a:spcBef>
              <a:spcAft>
                <a:spcPct val="0"/>
              </a:spcAft>
              <a:defRPr kumimoji="1" sz="1000" kern="1200">
                <a:solidFill>
                  <a:schemeClr val="dk1"/>
                </a:solidFill>
                <a:latin typeface="+mn-lt"/>
                <a:ea typeface="+mn-ea"/>
                <a:cs typeface="+mn-cs"/>
              </a:defRPr>
            </a:lvl3pPr>
            <a:lvl4pPr marL="1371600" algn="ctr" rtl="0" eaLnBrk="0" fontAlgn="ctr" hangingPunct="0">
              <a:spcBef>
                <a:spcPct val="50000"/>
              </a:spcBef>
              <a:spcAft>
                <a:spcPct val="0"/>
              </a:spcAft>
              <a:defRPr kumimoji="1" sz="1000" kern="1200">
                <a:solidFill>
                  <a:schemeClr val="dk1"/>
                </a:solidFill>
                <a:latin typeface="+mn-lt"/>
                <a:ea typeface="+mn-ea"/>
                <a:cs typeface="+mn-cs"/>
              </a:defRPr>
            </a:lvl4pPr>
            <a:lvl5pPr marL="1828800" algn="ctr" rtl="0" eaLnBrk="0" fontAlgn="ctr" hangingPunct="0">
              <a:spcBef>
                <a:spcPct val="50000"/>
              </a:spcBef>
              <a:spcAft>
                <a:spcPct val="0"/>
              </a:spcAft>
              <a:defRPr kumimoji="1" sz="1000" kern="1200">
                <a:solidFill>
                  <a:schemeClr val="dk1"/>
                </a:solidFill>
                <a:latin typeface="+mn-lt"/>
                <a:ea typeface="+mn-ea"/>
                <a:cs typeface="+mn-cs"/>
              </a:defRPr>
            </a:lvl5pPr>
            <a:lvl6pPr marL="2286000" algn="l" defTabSz="914400" rtl="0" eaLnBrk="1" latinLnBrk="0" hangingPunct="1">
              <a:defRPr kumimoji="1" sz="1000" kern="1200">
                <a:solidFill>
                  <a:schemeClr val="dk1"/>
                </a:solidFill>
                <a:latin typeface="+mn-lt"/>
                <a:ea typeface="+mn-ea"/>
                <a:cs typeface="+mn-cs"/>
              </a:defRPr>
            </a:lvl6pPr>
            <a:lvl7pPr marL="2743200" algn="l" defTabSz="914400" rtl="0" eaLnBrk="1" latinLnBrk="0" hangingPunct="1">
              <a:defRPr kumimoji="1" sz="1000" kern="1200">
                <a:solidFill>
                  <a:schemeClr val="dk1"/>
                </a:solidFill>
                <a:latin typeface="+mn-lt"/>
                <a:ea typeface="+mn-ea"/>
                <a:cs typeface="+mn-cs"/>
              </a:defRPr>
            </a:lvl7pPr>
            <a:lvl8pPr marL="3200400" algn="l" defTabSz="914400" rtl="0" eaLnBrk="1" latinLnBrk="0" hangingPunct="1">
              <a:defRPr kumimoji="1" sz="1000" kern="1200">
                <a:solidFill>
                  <a:schemeClr val="dk1"/>
                </a:solidFill>
                <a:latin typeface="+mn-lt"/>
                <a:ea typeface="+mn-ea"/>
                <a:cs typeface="+mn-cs"/>
              </a:defRPr>
            </a:lvl8pPr>
            <a:lvl9pPr marL="3657600" algn="l" defTabSz="914400" rtl="0" eaLnBrk="1" latinLnBrk="0" hangingPunct="1">
              <a:defRPr kumimoji="1" sz="1000" kern="1200">
                <a:solidFill>
                  <a:schemeClr val="dk1"/>
                </a:solidFill>
                <a:latin typeface="+mn-lt"/>
                <a:ea typeface="+mn-ea"/>
                <a:cs typeface="+mn-cs"/>
              </a:defRPr>
            </a:lvl9pPr>
          </a:lstStyle>
          <a:p>
            <a:pPr marL="0" marR="0" lvl="0" indent="0" algn="l" defTabSz="685800" rtl="0" eaLnBrk="0" fontAlgn="ctr" latinLnBrk="0" hangingPunct="0">
              <a:lnSpc>
                <a:spcPct val="100000"/>
              </a:lnSpc>
              <a:spcBef>
                <a:spcPts val="0"/>
              </a:spcBef>
              <a:spcAft>
                <a:spcPct val="0"/>
              </a:spcAft>
              <a:buClrTx/>
              <a:buSzTx/>
              <a:buFontTx/>
              <a:buNone/>
              <a:tabLst/>
              <a:defRPr/>
            </a:pPr>
            <a:r>
              <a:rPr kumimoji="1" lang="ja-JP" altLang="en-US" sz="1100" b="0" i="0" u="none" strike="noStrike" kern="1200" cap="none" spc="0" normalizeH="0" baseline="0" noProof="0">
                <a:ln>
                  <a:noFill/>
                </a:ln>
                <a:solidFill>
                  <a:srgbClr val="FFFFFF">
                    <a:lumMod val="95000"/>
                  </a:srgbClr>
                </a:solidFill>
                <a:effectLst/>
                <a:uLnTx/>
                <a:uFillTx/>
                <a:latin typeface="游ゴシック"/>
                <a:ea typeface="游ゴシック"/>
                <a:cs typeface="Meiryo UI" panose="020B0604030504040204" pitchFamily="50" charset="-128"/>
              </a:rPr>
              <a:t>　　　　　　　</a:t>
            </a:r>
            <a:r>
              <a:rPr kumimoji="1" lang="ja-JP" altLang="en-US" sz="1200" b="1" i="0" u="none" strike="noStrike" kern="1200" cap="none" spc="0" normalizeH="0" baseline="0" noProof="0">
                <a:ln>
                  <a:noFill/>
                </a:ln>
                <a:solidFill>
                  <a:srgbClr val="FFFFFF">
                    <a:lumMod val="95000"/>
                  </a:srgbClr>
                </a:solidFill>
                <a:effectLst/>
                <a:uLnTx/>
                <a:uFillTx/>
                <a:latin typeface="游ゴシック"/>
                <a:ea typeface="游ゴシック"/>
                <a:cs typeface="Meiryo UI" panose="020B0604030504040204" pitchFamily="50" charset="-128"/>
              </a:rPr>
              <a:t>コーポレートサービス本部</a:t>
            </a:r>
            <a:endParaRPr kumimoji="1" lang="en-US" altLang="ja-JP" sz="1100" b="1" i="0" u="none" strike="noStrike" kern="1200" cap="none" spc="0" normalizeH="0" baseline="0" noProof="0">
              <a:ln>
                <a:noFill/>
              </a:ln>
              <a:solidFill>
                <a:srgbClr val="FFFFFF">
                  <a:lumMod val="95000"/>
                </a:srgbClr>
              </a:solidFill>
              <a:effectLst/>
              <a:uLnTx/>
              <a:uFillTx/>
              <a:latin typeface="游ゴシック"/>
              <a:ea typeface="游ゴシック"/>
              <a:cs typeface="Meiryo UI" panose="020B0604030504040204" pitchFamily="50" charset="-128"/>
            </a:endParaRPr>
          </a:p>
          <a:p>
            <a:pPr marL="0" marR="0" lvl="0" indent="0" algn="l" defTabSz="685800" rtl="0" eaLnBrk="0" fontAlgn="ctr" latinLnBrk="0" hangingPunct="0">
              <a:lnSpc>
                <a:spcPct val="100000"/>
              </a:lnSpc>
              <a:spcBef>
                <a:spcPts val="0"/>
              </a:spcBef>
              <a:spcAft>
                <a:spcPct val="0"/>
              </a:spcAft>
              <a:buClrTx/>
              <a:buSzTx/>
              <a:buFontTx/>
              <a:buNone/>
              <a:tabLst/>
              <a:defRPr/>
            </a:pPr>
            <a:endParaRPr kumimoji="1" lang="en-US" altLang="ja-JP" sz="1100" b="0" i="0" u="none" strike="noStrike" kern="1200" cap="none" spc="0" normalizeH="0" baseline="0" noProof="0">
              <a:ln>
                <a:noFill/>
              </a:ln>
              <a:solidFill>
                <a:srgbClr val="FFFFFF">
                  <a:lumMod val="95000"/>
                </a:srgbClr>
              </a:solidFill>
              <a:effectLst/>
              <a:uLnTx/>
              <a:uFillTx/>
              <a:latin typeface="游ゴシック"/>
              <a:ea typeface="游ゴシック"/>
              <a:cs typeface="Meiryo UI" panose="020B0604030504040204" pitchFamily="50" charset="-128"/>
            </a:endParaRPr>
          </a:p>
          <a:p>
            <a:pPr marL="0" marR="0" lvl="0" indent="0" algn="l" defTabSz="685800" rtl="0" eaLnBrk="0" fontAlgn="ctr" latinLnBrk="0" hangingPunct="0">
              <a:lnSpc>
                <a:spcPct val="100000"/>
              </a:lnSpc>
              <a:spcBef>
                <a:spcPts val="0"/>
              </a:spcBef>
              <a:spcAft>
                <a:spcPct val="0"/>
              </a:spcAft>
              <a:buClrTx/>
              <a:buSzTx/>
              <a:buFontTx/>
              <a:buNone/>
              <a:tabLst/>
              <a:defRPr/>
            </a:pPr>
            <a:r>
              <a:rPr kumimoji="1" lang="ja-JP" altLang="en-US" sz="1100" b="0" i="0" u="none" strike="noStrike" kern="1200" cap="none" spc="0" normalizeH="0" baseline="0" noProof="0">
                <a:ln>
                  <a:noFill/>
                </a:ln>
                <a:solidFill>
                  <a:srgbClr val="FFFFFF">
                    <a:lumMod val="95000"/>
                  </a:srgbClr>
                </a:solidFill>
                <a:effectLst/>
                <a:uLnTx/>
                <a:uFillTx/>
                <a:latin typeface="游ゴシック"/>
                <a:ea typeface="游ゴシック"/>
                <a:cs typeface="Meiryo UI" panose="020B0604030504040204" pitchFamily="50" charset="-128"/>
              </a:rPr>
              <a:t>　　　　　　　本部長　　　：須賀 譲</a:t>
            </a:r>
            <a:endParaRPr kumimoji="1" lang="en-US" altLang="ja-JP" sz="1100" b="0" i="0" u="none" strike="noStrike" kern="1200" cap="none" spc="0" normalizeH="0" baseline="0" noProof="0">
              <a:ln>
                <a:noFill/>
              </a:ln>
              <a:solidFill>
                <a:srgbClr val="FFFFFF">
                  <a:lumMod val="95000"/>
                </a:srgbClr>
              </a:solidFill>
              <a:effectLst/>
              <a:uLnTx/>
              <a:uFillTx/>
              <a:latin typeface="游ゴシック"/>
              <a:ea typeface="游ゴシック"/>
              <a:cs typeface="Meiryo UI" panose="020B0604030504040204" pitchFamily="50" charset="-128"/>
            </a:endParaRPr>
          </a:p>
          <a:p>
            <a:pPr marL="0" marR="0" lvl="0" indent="0" algn="l" defTabSz="685800" rtl="0" eaLnBrk="0" fontAlgn="ctr" latinLnBrk="0" hangingPunct="0">
              <a:lnSpc>
                <a:spcPct val="100000"/>
              </a:lnSpc>
              <a:spcBef>
                <a:spcPts val="0"/>
              </a:spcBef>
              <a:spcAft>
                <a:spcPct val="0"/>
              </a:spcAft>
              <a:buClrTx/>
              <a:buSzTx/>
              <a:buFontTx/>
              <a:buNone/>
              <a:tabLst/>
              <a:defRPr/>
            </a:pPr>
            <a:r>
              <a:rPr kumimoji="1" lang="ja-JP" altLang="en-US" sz="1100" b="0" i="0" u="none" strike="noStrike" kern="1200" cap="none" spc="0" normalizeH="0" baseline="0" noProof="0">
                <a:ln>
                  <a:noFill/>
                </a:ln>
                <a:solidFill>
                  <a:srgbClr val="FFFFFF">
                    <a:lumMod val="95000"/>
                  </a:srgbClr>
                </a:solidFill>
                <a:effectLst/>
                <a:uLnTx/>
                <a:uFillTx/>
                <a:latin typeface="游ゴシック"/>
                <a:ea typeface="游ゴシック"/>
                <a:cs typeface="Meiryo UI" panose="020B0604030504040204" pitchFamily="50" charset="-128"/>
              </a:rPr>
              <a:t>　　　　　　</a:t>
            </a:r>
            <a:endParaRPr kumimoji="1" lang="en-US" altLang="ja-JP" sz="1100" b="0" i="0" u="none" strike="noStrike" kern="1200" cap="none" spc="0" normalizeH="0" baseline="0" noProof="0">
              <a:ln>
                <a:noFill/>
              </a:ln>
              <a:solidFill>
                <a:srgbClr val="FFFFFF">
                  <a:lumMod val="95000"/>
                </a:srgbClr>
              </a:solidFill>
              <a:effectLst/>
              <a:uLnTx/>
              <a:uFillTx/>
              <a:latin typeface="游ゴシック"/>
              <a:ea typeface="游ゴシック"/>
              <a:cs typeface="Meiryo UI" panose="020B0604030504040204" pitchFamily="50" charset="-128"/>
            </a:endParaRPr>
          </a:p>
        </p:txBody>
      </p:sp>
      <p:sp>
        <p:nvSpPr>
          <p:cNvPr id="34" name="正方形/長方形 33">
            <a:extLst>
              <a:ext uri="{FF2B5EF4-FFF2-40B4-BE49-F238E27FC236}">
                <a16:creationId xmlns:a16="http://schemas.microsoft.com/office/drawing/2014/main" id="{810BBC41-3943-48EE-85F6-70C31043CA27}"/>
              </a:ext>
            </a:extLst>
          </p:cNvPr>
          <p:cNvSpPr/>
          <p:nvPr/>
        </p:nvSpPr>
        <p:spPr>
          <a:xfrm>
            <a:off x="8574687" y="6341741"/>
            <a:ext cx="2818800" cy="158400"/>
          </a:xfrm>
          <a:prstGeom prst="rect">
            <a:avLst/>
          </a:prstGeom>
          <a:solidFill>
            <a:srgbClr val="014097"/>
          </a:solidFill>
          <a:ln>
            <a:noFill/>
          </a:ln>
          <a:effectLst/>
        </p:spPr>
        <p:style>
          <a:lnRef idx="1">
            <a:schemeClr val="accent2"/>
          </a:lnRef>
          <a:fillRef idx="2">
            <a:schemeClr val="accent2"/>
          </a:fillRef>
          <a:effectRef idx="1">
            <a:schemeClr val="accent2"/>
          </a:effectRef>
          <a:fontRef idx="minor">
            <a:schemeClr val="dk1"/>
          </a:fontRef>
        </p:style>
        <p:txBody>
          <a:bodyPr tIns="0" bIns="0" numCol="1" rtlCol="0" anchor="ctr" anchorCtr="0"/>
          <a:lstStyle>
            <a:defPPr>
              <a:defRPr lang="ja-JP"/>
            </a:defPPr>
            <a:lvl1pPr algn="ctr" rtl="0" eaLnBrk="0" fontAlgn="ctr" hangingPunct="0">
              <a:spcBef>
                <a:spcPct val="50000"/>
              </a:spcBef>
              <a:spcAft>
                <a:spcPct val="0"/>
              </a:spcAft>
              <a:defRPr kumimoji="1" sz="1000" kern="1200">
                <a:solidFill>
                  <a:schemeClr val="dk1"/>
                </a:solidFill>
                <a:latin typeface="+mn-lt"/>
                <a:ea typeface="+mn-ea"/>
                <a:cs typeface="+mn-cs"/>
              </a:defRPr>
            </a:lvl1pPr>
            <a:lvl2pPr marL="457200" algn="ctr" rtl="0" eaLnBrk="0" fontAlgn="ctr" hangingPunct="0">
              <a:spcBef>
                <a:spcPct val="50000"/>
              </a:spcBef>
              <a:spcAft>
                <a:spcPct val="0"/>
              </a:spcAft>
              <a:defRPr kumimoji="1" sz="1000" kern="1200">
                <a:solidFill>
                  <a:schemeClr val="dk1"/>
                </a:solidFill>
                <a:latin typeface="+mn-lt"/>
                <a:ea typeface="+mn-ea"/>
                <a:cs typeface="+mn-cs"/>
              </a:defRPr>
            </a:lvl2pPr>
            <a:lvl3pPr marL="914400" algn="ctr" rtl="0" eaLnBrk="0" fontAlgn="ctr" hangingPunct="0">
              <a:spcBef>
                <a:spcPct val="50000"/>
              </a:spcBef>
              <a:spcAft>
                <a:spcPct val="0"/>
              </a:spcAft>
              <a:defRPr kumimoji="1" sz="1000" kern="1200">
                <a:solidFill>
                  <a:schemeClr val="dk1"/>
                </a:solidFill>
                <a:latin typeface="+mn-lt"/>
                <a:ea typeface="+mn-ea"/>
                <a:cs typeface="+mn-cs"/>
              </a:defRPr>
            </a:lvl3pPr>
            <a:lvl4pPr marL="1371600" algn="ctr" rtl="0" eaLnBrk="0" fontAlgn="ctr" hangingPunct="0">
              <a:spcBef>
                <a:spcPct val="50000"/>
              </a:spcBef>
              <a:spcAft>
                <a:spcPct val="0"/>
              </a:spcAft>
              <a:defRPr kumimoji="1" sz="1000" kern="1200">
                <a:solidFill>
                  <a:schemeClr val="dk1"/>
                </a:solidFill>
                <a:latin typeface="+mn-lt"/>
                <a:ea typeface="+mn-ea"/>
                <a:cs typeface="+mn-cs"/>
              </a:defRPr>
            </a:lvl4pPr>
            <a:lvl5pPr marL="1828800" algn="ctr" rtl="0" eaLnBrk="0" fontAlgn="ctr" hangingPunct="0">
              <a:spcBef>
                <a:spcPct val="50000"/>
              </a:spcBef>
              <a:spcAft>
                <a:spcPct val="0"/>
              </a:spcAft>
              <a:defRPr kumimoji="1" sz="1000" kern="1200">
                <a:solidFill>
                  <a:schemeClr val="dk1"/>
                </a:solidFill>
                <a:latin typeface="+mn-lt"/>
                <a:ea typeface="+mn-ea"/>
                <a:cs typeface="+mn-cs"/>
              </a:defRPr>
            </a:lvl5pPr>
            <a:lvl6pPr marL="2286000" algn="l" defTabSz="914400" rtl="0" eaLnBrk="1" latinLnBrk="0" hangingPunct="1">
              <a:defRPr kumimoji="1" sz="1000" kern="1200">
                <a:solidFill>
                  <a:schemeClr val="dk1"/>
                </a:solidFill>
                <a:latin typeface="+mn-lt"/>
                <a:ea typeface="+mn-ea"/>
                <a:cs typeface="+mn-cs"/>
              </a:defRPr>
            </a:lvl6pPr>
            <a:lvl7pPr marL="2743200" algn="l" defTabSz="914400" rtl="0" eaLnBrk="1" latinLnBrk="0" hangingPunct="1">
              <a:defRPr kumimoji="1" sz="1000" kern="1200">
                <a:solidFill>
                  <a:schemeClr val="dk1"/>
                </a:solidFill>
                <a:latin typeface="+mn-lt"/>
                <a:ea typeface="+mn-ea"/>
                <a:cs typeface="+mn-cs"/>
              </a:defRPr>
            </a:lvl7pPr>
            <a:lvl8pPr marL="3200400" algn="l" defTabSz="914400" rtl="0" eaLnBrk="1" latinLnBrk="0" hangingPunct="1">
              <a:defRPr kumimoji="1" sz="1000" kern="1200">
                <a:solidFill>
                  <a:schemeClr val="dk1"/>
                </a:solidFill>
                <a:latin typeface="+mn-lt"/>
                <a:ea typeface="+mn-ea"/>
                <a:cs typeface="+mn-cs"/>
              </a:defRPr>
            </a:lvl8pPr>
            <a:lvl9pPr marL="3657600" algn="l" defTabSz="914400" rtl="0" eaLnBrk="1" latinLnBrk="0" hangingPunct="1">
              <a:defRPr kumimoji="1" sz="1000" kern="1200">
                <a:solidFill>
                  <a:schemeClr val="dk1"/>
                </a:solidFill>
                <a:latin typeface="+mn-lt"/>
                <a:ea typeface="+mn-ea"/>
                <a:cs typeface="+mn-cs"/>
              </a:defRPr>
            </a:lvl9pPr>
          </a:lstStyle>
          <a:p>
            <a:pPr marL="0" marR="0" lvl="0" indent="0" algn="ctr" defTabSz="685800" rtl="0" eaLnBrk="0" fontAlgn="ctr" latinLnBrk="0" hangingPunct="0">
              <a:lnSpc>
                <a:spcPct val="100000"/>
              </a:lnSpc>
              <a:spcBef>
                <a:spcPts val="0"/>
              </a:spcBef>
              <a:spcAft>
                <a:spcPct val="0"/>
              </a:spcAft>
              <a:buClrTx/>
              <a:buSzTx/>
              <a:buFontTx/>
              <a:buNone/>
              <a:tabLst/>
              <a:defRPr/>
            </a:pPr>
            <a:r>
              <a:rPr kumimoji="1" lang="ja-JP" altLang="en-US" sz="1050" b="0" i="0" u="none" strike="noStrike" kern="1200" cap="none" spc="0" normalizeH="0" baseline="0" noProof="0">
                <a:ln>
                  <a:noFill/>
                </a:ln>
                <a:solidFill>
                  <a:srgbClr val="FFFFFF">
                    <a:lumMod val="95000"/>
                  </a:srgbClr>
                </a:solidFill>
                <a:effectLst/>
                <a:uLnTx/>
                <a:uFillTx/>
                <a:latin typeface="游ゴシック"/>
                <a:ea typeface="游ゴシック"/>
                <a:cs typeface="+mn-cs"/>
              </a:rPr>
              <a:t>経理部</a:t>
            </a:r>
            <a:endParaRPr kumimoji="1" lang="en-US" altLang="ja-JP" sz="1050" b="0" i="0" u="none" strike="noStrike" kern="1200" cap="none" spc="0" normalizeH="0" baseline="0" noProof="0">
              <a:ln>
                <a:noFill/>
              </a:ln>
              <a:solidFill>
                <a:srgbClr val="FFFFFF">
                  <a:lumMod val="95000"/>
                </a:srgbClr>
              </a:solidFill>
              <a:effectLst/>
              <a:uLnTx/>
              <a:uFillTx/>
              <a:latin typeface="游ゴシック"/>
              <a:ea typeface="游ゴシック"/>
              <a:cs typeface="+mn-cs"/>
            </a:endParaRPr>
          </a:p>
        </p:txBody>
      </p:sp>
      <p:sp>
        <p:nvSpPr>
          <p:cNvPr id="35" name="正方形/長方形 34">
            <a:extLst>
              <a:ext uri="{FF2B5EF4-FFF2-40B4-BE49-F238E27FC236}">
                <a16:creationId xmlns:a16="http://schemas.microsoft.com/office/drawing/2014/main" id="{558E0418-9DB8-4A94-972D-781C89CBEA94}"/>
              </a:ext>
            </a:extLst>
          </p:cNvPr>
          <p:cNvSpPr/>
          <p:nvPr/>
        </p:nvSpPr>
        <p:spPr>
          <a:xfrm>
            <a:off x="8574687" y="5735154"/>
            <a:ext cx="2818800" cy="158400"/>
          </a:xfrm>
          <a:prstGeom prst="rect">
            <a:avLst/>
          </a:prstGeom>
          <a:solidFill>
            <a:srgbClr val="014097"/>
          </a:solidFill>
          <a:ln>
            <a:noFill/>
          </a:ln>
          <a:effectLst/>
        </p:spPr>
        <p:style>
          <a:lnRef idx="1">
            <a:schemeClr val="accent2"/>
          </a:lnRef>
          <a:fillRef idx="2">
            <a:schemeClr val="accent2"/>
          </a:fillRef>
          <a:effectRef idx="1">
            <a:schemeClr val="accent2"/>
          </a:effectRef>
          <a:fontRef idx="minor">
            <a:schemeClr val="dk1"/>
          </a:fontRef>
        </p:style>
        <p:txBody>
          <a:bodyPr tIns="0" bIns="0" numCol="1" rtlCol="0" anchor="ctr" anchorCtr="0"/>
          <a:lstStyle>
            <a:defPPr>
              <a:defRPr lang="ja-JP"/>
            </a:defPPr>
            <a:lvl1pPr algn="ctr" rtl="0" eaLnBrk="0" fontAlgn="ctr" hangingPunct="0">
              <a:spcBef>
                <a:spcPct val="50000"/>
              </a:spcBef>
              <a:spcAft>
                <a:spcPct val="0"/>
              </a:spcAft>
              <a:defRPr kumimoji="1" sz="1000" kern="1200">
                <a:solidFill>
                  <a:schemeClr val="dk1"/>
                </a:solidFill>
                <a:latin typeface="+mn-lt"/>
                <a:ea typeface="+mn-ea"/>
                <a:cs typeface="+mn-cs"/>
              </a:defRPr>
            </a:lvl1pPr>
            <a:lvl2pPr marL="457200" algn="ctr" rtl="0" eaLnBrk="0" fontAlgn="ctr" hangingPunct="0">
              <a:spcBef>
                <a:spcPct val="50000"/>
              </a:spcBef>
              <a:spcAft>
                <a:spcPct val="0"/>
              </a:spcAft>
              <a:defRPr kumimoji="1" sz="1000" kern="1200">
                <a:solidFill>
                  <a:schemeClr val="dk1"/>
                </a:solidFill>
                <a:latin typeface="+mn-lt"/>
                <a:ea typeface="+mn-ea"/>
                <a:cs typeface="+mn-cs"/>
              </a:defRPr>
            </a:lvl2pPr>
            <a:lvl3pPr marL="914400" algn="ctr" rtl="0" eaLnBrk="0" fontAlgn="ctr" hangingPunct="0">
              <a:spcBef>
                <a:spcPct val="50000"/>
              </a:spcBef>
              <a:spcAft>
                <a:spcPct val="0"/>
              </a:spcAft>
              <a:defRPr kumimoji="1" sz="1000" kern="1200">
                <a:solidFill>
                  <a:schemeClr val="dk1"/>
                </a:solidFill>
                <a:latin typeface="+mn-lt"/>
                <a:ea typeface="+mn-ea"/>
                <a:cs typeface="+mn-cs"/>
              </a:defRPr>
            </a:lvl3pPr>
            <a:lvl4pPr marL="1371600" algn="ctr" rtl="0" eaLnBrk="0" fontAlgn="ctr" hangingPunct="0">
              <a:spcBef>
                <a:spcPct val="50000"/>
              </a:spcBef>
              <a:spcAft>
                <a:spcPct val="0"/>
              </a:spcAft>
              <a:defRPr kumimoji="1" sz="1000" kern="1200">
                <a:solidFill>
                  <a:schemeClr val="dk1"/>
                </a:solidFill>
                <a:latin typeface="+mn-lt"/>
                <a:ea typeface="+mn-ea"/>
                <a:cs typeface="+mn-cs"/>
              </a:defRPr>
            </a:lvl4pPr>
            <a:lvl5pPr marL="1828800" algn="ctr" rtl="0" eaLnBrk="0" fontAlgn="ctr" hangingPunct="0">
              <a:spcBef>
                <a:spcPct val="50000"/>
              </a:spcBef>
              <a:spcAft>
                <a:spcPct val="0"/>
              </a:spcAft>
              <a:defRPr kumimoji="1" sz="1000" kern="1200">
                <a:solidFill>
                  <a:schemeClr val="dk1"/>
                </a:solidFill>
                <a:latin typeface="+mn-lt"/>
                <a:ea typeface="+mn-ea"/>
                <a:cs typeface="+mn-cs"/>
              </a:defRPr>
            </a:lvl5pPr>
            <a:lvl6pPr marL="2286000" algn="l" defTabSz="914400" rtl="0" eaLnBrk="1" latinLnBrk="0" hangingPunct="1">
              <a:defRPr kumimoji="1" sz="1000" kern="1200">
                <a:solidFill>
                  <a:schemeClr val="dk1"/>
                </a:solidFill>
                <a:latin typeface="+mn-lt"/>
                <a:ea typeface="+mn-ea"/>
                <a:cs typeface="+mn-cs"/>
              </a:defRPr>
            </a:lvl6pPr>
            <a:lvl7pPr marL="2743200" algn="l" defTabSz="914400" rtl="0" eaLnBrk="1" latinLnBrk="0" hangingPunct="1">
              <a:defRPr kumimoji="1" sz="1000" kern="1200">
                <a:solidFill>
                  <a:schemeClr val="dk1"/>
                </a:solidFill>
                <a:latin typeface="+mn-lt"/>
                <a:ea typeface="+mn-ea"/>
                <a:cs typeface="+mn-cs"/>
              </a:defRPr>
            </a:lvl7pPr>
            <a:lvl8pPr marL="3200400" algn="l" defTabSz="914400" rtl="0" eaLnBrk="1" latinLnBrk="0" hangingPunct="1">
              <a:defRPr kumimoji="1" sz="1000" kern="1200">
                <a:solidFill>
                  <a:schemeClr val="dk1"/>
                </a:solidFill>
                <a:latin typeface="+mn-lt"/>
                <a:ea typeface="+mn-ea"/>
                <a:cs typeface="+mn-cs"/>
              </a:defRPr>
            </a:lvl8pPr>
            <a:lvl9pPr marL="3657600" algn="l" defTabSz="914400" rtl="0" eaLnBrk="1" latinLnBrk="0" hangingPunct="1">
              <a:defRPr kumimoji="1" sz="1000" kern="1200">
                <a:solidFill>
                  <a:schemeClr val="dk1"/>
                </a:solidFill>
                <a:latin typeface="+mn-lt"/>
                <a:ea typeface="+mn-ea"/>
                <a:cs typeface="+mn-cs"/>
              </a:defRPr>
            </a:lvl9pPr>
          </a:lstStyle>
          <a:p>
            <a:pPr marL="0" marR="0" lvl="0" indent="0" algn="ctr" defTabSz="685800" rtl="0" eaLnBrk="0" fontAlgn="ctr" latinLnBrk="0" hangingPunct="0">
              <a:lnSpc>
                <a:spcPct val="100000"/>
              </a:lnSpc>
              <a:spcBef>
                <a:spcPts val="0"/>
              </a:spcBef>
              <a:spcAft>
                <a:spcPct val="0"/>
              </a:spcAft>
              <a:buClrTx/>
              <a:buSzTx/>
              <a:buFontTx/>
              <a:buNone/>
              <a:tabLst/>
              <a:defRPr/>
            </a:pPr>
            <a:r>
              <a:rPr kumimoji="1" lang="ja-JP" altLang="en-US" sz="1050" b="0" i="0" u="none" strike="noStrike" kern="1200" cap="none" spc="0" normalizeH="0" baseline="0" noProof="0">
                <a:ln>
                  <a:noFill/>
                </a:ln>
                <a:solidFill>
                  <a:srgbClr val="FFFFFF">
                    <a:lumMod val="95000"/>
                  </a:srgbClr>
                </a:solidFill>
                <a:effectLst/>
                <a:uLnTx/>
                <a:uFillTx/>
                <a:latin typeface="游ゴシック"/>
                <a:ea typeface="游ゴシック"/>
                <a:cs typeface="+mn-cs"/>
              </a:rPr>
              <a:t>企画室</a:t>
            </a:r>
            <a:endParaRPr kumimoji="1" lang="en-US" altLang="ja-JP" sz="1050" b="0" i="0" u="none" strike="noStrike" kern="1200" cap="none" spc="0" normalizeH="0" baseline="0" noProof="0">
              <a:ln>
                <a:noFill/>
              </a:ln>
              <a:solidFill>
                <a:srgbClr val="FFFFFF">
                  <a:lumMod val="95000"/>
                </a:srgbClr>
              </a:solidFill>
              <a:effectLst/>
              <a:uLnTx/>
              <a:uFillTx/>
              <a:latin typeface="游ゴシック"/>
              <a:ea typeface="游ゴシック"/>
              <a:cs typeface="+mn-cs"/>
            </a:endParaRPr>
          </a:p>
        </p:txBody>
      </p:sp>
      <p:sp>
        <p:nvSpPr>
          <p:cNvPr id="36" name="正方形/長方形 35">
            <a:extLst>
              <a:ext uri="{FF2B5EF4-FFF2-40B4-BE49-F238E27FC236}">
                <a16:creationId xmlns:a16="http://schemas.microsoft.com/office/drawing/2014/main" id="{E96996E3-11E8-46C7-A3B8-71FC72EEDD22}"/>
              </a:ext>
            </a:extLst>
          </p:cNvPr>
          <p:cNvSpPr/>
          <p:nvPr/>
        </p:nvSpPr>
        <p:spPr>
          <a:xfrm>
            <a:off x="8574687" y="6139544"/>
            <a:ext cx="2818800" cy="158400"/>
          </a:xfrm>
          <a:prstGeom prst="rect">
            <a:avLst/>
          </a:prstGeom>
          <a:solidFill>
            <a:srgbClr val="014097"/>
          </a:solidFill>
          <a:ln>
            <a:noFill/>
          </a:ln>
          <a:effectLst/>
        </p:spPr>
        <p:style>
          <a:lnRef idx="1">
            <a:schemeClr val="accent2"/>
          </a:lnRef>
          <a:fillRef idx="2">
            <a:schemeClr val="accent2"/>
          </a:fillRef>
          <a:effectRef idx="1">
            <a:schemeClr val="accent2"/>
          </a:effectRef>
          <a:fontRef idx="minor">
            <a:schemeClr val="dk1"/>
          </a:fontRef>
        </p:style>
        <p:txBody>
          <a:bodyPr tIns="0" bIns="0" numCol="1" rtlCol="0" anchor="ctr" anchorCtr="0"/>
          <a:lstStyle>
            <a:defPPr>
              <a:defRPr lang="ja-JP"/>
            </a:defPPr>
            <a:lvl1pPr algn="ctr" rtl="0" eaLnBrk="0" fontAlgn="ctr" hangingPunct="0">
              <a:spcBef>
                <a:spcPct val="50000"/>
              </a:spcBef>
              <a:spcAft>
                <a:spcPct val="0"/>
              </a:spcAft>
              <a:defRPr kumimoji="1" sz="1000" kern="1200">
                <a:solidFill>
                  <a:schemeClr val="dk1"/>
                </a:solidFill>
                <a:latin typeface="+mn-lt"/>
                <a:ea typeface="+mn-ea"/>
                <a:cs typeface="+mn-cs"/>
              </a:defRPr>
            </a:lvl1pPr>
            <a:lvl2pPr marL="457200" algn="ctr" rtl="0" eaLnBrk="0" fontAlgn="ctr" hangingPunct="0">
              <a:spcBef>
                <a:spcPct val="50000"/>
              </a:spcBef>
              <a:spcAft>
                <a:spcPct val="0"/>
              </a:spcAft>
              <a:defRPr kumimoji="1" sz="1000" kern="1200">
                <a:solidFill>
                  <a:schemeClr val="dk1"/>
                </a:solidFill>
                <a:latin typeface="+mn-lt"/>
                <a:ea typeface="+mn-ea"/>
                <a:cs typeface="+mn-cs"/>
              </a:defRPr>
            </a:lvl2pPr>
            <a:lvl3pPr marL="914400" algn="ctr" rtl="0" eaLnBrk="0" fontAlgn="ctr" hangingPunct="0">
              <a:spcBef>
                <a:spcPct val="50000"/>
              </a:spcBef>
              <a:spcAft>
                <a:spcPct val="0"/>
              </a:spcAft>
              <a:defRPr kumimoji="1" sz="1000" kern="1200">
                <a:solidFill>
                  <a:schemeClr val="dk1"/>
                </a:solidFill>
                <a:latin typeface="+mn-lt"/>
                <a:ea typeface="+mn-ea"/>
                <a:cs typeface="+mn-cs"/>
              </a:defRPr>
            </a:lvl3pPr>
            <a:lvl4pPr marL="1371600" algn="ctr" rtl="0" eaLnBrk="0" fontAlgn="ctr" hangingPunct="0">
              <a:spcBef>
                <a:spcPct val="50000"/>
              </a:spcBef>
              <a:spcAft>
                <a:spcPct val="0"/>
              </a:spcAft>
              <a:defRPr kumimoji="1" sz="1000" kern="1200">
                <a:solidFill>
                  <a:schemeClr val="dk1"/>
                </a:solidFill>
                <a:latin typeface="+mn-lt"/>
                <a:ea typeface="+mn-ea"/>
                <a:cs typeface="+mn-cs"/>
              </a:defRPr>
            </a:lvl4pPr>
            <a:lvl5pPr marL="1828800" algn="ctr" rtl="0" eaLnBrk="0" fontAlgn="ctr" hangingPunct="0">
              <a:spcBef>
                <a:spcPct val="50000"/>
              </a:spcBef>
              <a:spcAft>
                <a:spcPct val="0"/>
              </a:spcAft>
              <a:defRPr kumimoji="1" sz="1000" kern="1200">
                <a:solidFill>
                  <a:schemeClr val="dk1"/>
                </a:solidFill>
                <a:latin typeface="+mn-lt"/>
                <a:ea typeface="+mn-ea"/>
                <a:cs typeface="+mn-cs"/>
              </a:defRPr>
            </a:lvl5pPr>
            <a:lvl6pPr marL="2286000" algn="l" defTabSz="914400" rtl="0" eaLnBrk="1" latinLnBrk="0" hangingPunct="1">
              <a:defRPr kumimoji="1" sz="1000" kern="1200">
                <a:solidFill>
                  <a:schemeClr val="dk1"/>
                </a:solidFill>
                <a:latin typeface="+mn-lt"/>
                <a:ea typeface="+mn-ea"/>
                <a:cs typeface="+mn-cs"/>
              </a:defRPr>
            </a:lvl6pPr>
            <a:lvl7pPr marL="2743200" algn="l" defTabSz="914400" rtl="0" eaLnBrk="1" latinLnBrk="0" hangingPunct="1">
              <a:defRPr kumimoji="1" sz="1000" kern="1200">
                <a:solidFill>
                  <a:schemeClr val="dk1"/>
                </a:solidFill>
                <a:latin typeface="+mn-lt"/>
                <a:ea typeface="+mn-ea"/>
                <a:cs typeface="+mn-cs"/>
              </a:defRPr>
            </a:lvl7pPr>
            <a:lvl8pPr marL="3200400" algn="l" defTabSz="914400" rtl="0" eaLnBrk="1" latinLnBrk="0" hangingPunct="1">
              <a:defRPr kumimoji="1" sz="1000" kern="1200">
                <a:solidFill>
                  <a:schemeClr val="dk1"/>
                </a:solidFill>
                <a:latin typeface="+mn-lt"/>
                <a:ea typeface="+mn-ea"/>
                <a:cs typeface="+mn-cs"/>
              </a:defRPr>
            </a:lvl8pPr>
            <a:lvl9pPr marL="3657600" algn="l" defTabSz="914400" rtl="0" eaLnBrk="1" latinLnBrk="0" hangingPunct="1">
              <a:defRPr kumimoji="1" sz="1000" kern="1200">
                <a:solidFill>
                  <a:schemeClr val="dk1"/>
                </a:solidFill>
                <a:latin typeface="+mn-lt"/>
                <a:ea typeface="+mn-ea"/>
                <a:cs typeface="+mn-cs"/>
              </a:defRPr>
            </a:lvl9pPr>
          </a:lstStyle>
          <a:p>
            <a:pPr marL="0" marR="0" lvl="0" indent="0" algn="ctr" defTabSz="685800" rtl="0" eaLnBrk="0" fontAlgn="ctr" latinLnBrk="0" hangingPunct="0">
              <a:lnSpc>
                <a:spcPct val="100000"/>
              </a:lnSpc>
              <a:spcBef>
                <a:spcPts val="0"/>
              </a:spcBef>
              <a:spcAft>
                <a:spcPct val="0"/>
              </a:spcAft>
              <a:buClrTx/>
              <a:buSzTx/>
              <a:buFontTx/>
              <a:buNone/>
              <a:tabLst/>
              <a:defRPr/>
            </a:pPr>
            <a:r>
              <a:rPr kumimoji="1" lang="ja-JP" altLang="en-US" sz="1050" b="0" i="0" u="none" strike="noStrike" kern="1200" cap="none" spc="0" normalizeH="0" baseline="0" noProof="0">
                <a:ln>
                  <a:noFill/>
                </a:ln>
                <a:solidFill>
                  <a:srgbClr val="FFFFFF">
                    <a:lumMod val="95000"/>
                  </a:srgbClr>
                </a:solidFill>
                <a:effectLst/>
                <a:uLnTx/>
                <a:uFillTx/>
                <a:latin typeface="游ゴシック"/>
                <a:ea typeface="游ゴシック"/>
                <a:cs typeface="+mn-cs"/>
              </a:rPr>
              <a:t>総務人事部</a:t>
            </a:r>
            <a:endParaRPr kumimoji="1" lang="en-US" altLang="ja-JP" sz="1050" b="0" i="0" u="none" strike="noStrike" kern="1200" cap="none" spc="0" normalizeH="0" baseline="0" noProof="0">
              <a:ln>
                <a:noFill/>
              </a:ln>
              <a:solidFill>
                <a:srgbClr val="FFFFFF">
                  <a:lumMod val="95000"/>
                </a:srgbClr>
              </a:solidFill>
              <a:effectLst/>
              <a:uLnTx/>
              <a:uFillTx/>
              <a:latin typeface="游ゴシック"/>
              <a:ea typeface="游ゴシック"/>
              <a:cs typeface="+mn-cs"/>
            </a:endParaRPr>
          </a:p>
        </p:txBody>
      </p:sp>
      <p:sp>
        <p:nvSpPr>
          <p:cNvPr id="38" name="正方形/長方形 37">
            <a:extLst>
              <a:ext uri="{FF2B5EF4-FFF2-40B4-BE49-F238E27FC236}">
                <a16:creationId xmlns:a16="http://schemas.microsoft.com/office/drawing/2014/main" id="{8E24B05F-C401-429A-9BF0-0C3C49C3B408}"/>
              </a:ext>
            </a:extLst>
          </p:cNvPr>
          <p:cNvSpPr/>
          <p:nvPr/>
        </p:nvSpPr>
        <p:spPr>
          <a:xfrm>
            <a:off x="8574687" y="5937350"/>
            <a:ext cx="2818800" cy="158400"/>
          </a:xfrm>
          <a:prstGeom prst="rect">
            <a:avLst/>
          </a:prstGeom>
          <a:solidFill>
            <a:srgbClr val="014097"/>
          </a:solidFill>
          <a:ln>
            <a:noFill/>
          </a:ln>
          <a:effectLst/>
        </p:spPr>
        <p:style>
          <a:lnRef idx="1">
            <a:schemeClr val="accent2"/>
          </a:lnRef>
          <a:fillRef idx="2">
            <a:schemeClr val="accent2"/>
          </a:fillRef>
          <a:effectRef idx="1">
            <a:schemeClr val="accent2"/>
          </a:effectRef>
          <a:fontRef idx="minor">
            <a:schemeClr val="dk1"/>
          </a:fontRef>
        </p:style>
        <p:txBody>
          <a:bodyPr tIns="0" bIns="0" numCol="1" rtlCol="0" anchor="ctr" anchorCtr="0"/>
          <a:lstStyle>
            <a:defPPr>
              <a:defRPr lang="ja-JP"/>
            </a:defPPr>
            <a:lvl1pPr algn="ctr" rtl="0" eaLnBrk="0" fontAlgn="ctr" hangingPunct="0">
              <a:spcBef>
                <a:spcPct val="50000"/>
              </a:spcBef>
              <a:spcAft>
                <a:spcPct val="0"/>
              </a:spcAft>
              <a:defRPr kumimoji="1" sz="1000" kern="1200">
                <a:solidFill>
                  <a:schemeClr val="dk1"/>
                </a:solidFill>
                <a:latin typeface="+mn-lt"/>
                <a:ea typeface="+mn-ea"/>
                <a:cs typeface="+mn-cs"/>
              </a:defRPr>
            </a:lvl1pPr>
            <a:lvl2pPr marL="457200" algn="ctr" rtl="0" eaLnBrk="0" fontAlgn="ctr" hangingPunct="0">
              <a:spcBef>
                <a:spcPct val="50000"/>
              </a:spcBef>
              <a:spcAft>
                <a:spcPct val="0"/>
              </a:spcAft>
              <a:defRPr kumimoji="1" sz="1000" kern="1200">
                <a:solidFill>
                  <a:schemeClr val="dk1"/>
                </a:solidFill>
                <a:latin typeface="+mn-lt"/>
                <a:ea typeface="+mn-ea"/>
                <a:cs typeface="+mn-cs"/>
              </a:defRPr>
            </a:lvl2pPr>
            <a:lvl3pPr marL="914400" algn="ctr" rtl="0" eaLnBrk="0" fontAlgn="ctr" hangingPunct="0">
              <a:spcBef>
                <a:spcPct val="50000"/>
              </a:spcBef>
              <a:spcAft>
                <a:spcPct val="0"/>
              </a:spcAft>
              <a:defRPr kumimoji="1" sz="1000" kern="1200">
                <a:solidFill>
                  <a:schemeClr val="dk1"/>
                </a:solidFill>
                <a:latin typeface="+mn-lt"/>
                <a:ea typeface="+mn-ea"/>
                <a:cs typeface="+mn-cs"/>
              </a:defRPr>
            </a:lvl3pPr>
            <a:lvl4pPr marL="1371600" algn="ctr" rtl="0" eaLnBrk="0" fontAlgn="ctr" hangingPunct="0">
              <a:spcBef>
                <a:spcPct val="50000"/>
              </a:spcBef>
              <a:spcAft>
                <a:spcPct val="0"/>
              </a:spcAft>
              <a:defRPr kumimoji="1" sz="1000" kern="1200">
                <a:solidFill>
                  <a:schemeClr val="dk1"/>
                </a:solidFill>
                <a:latin typeface="+mn-lt"/>
                <a:ea typeface="+mn-ea"/>
                <a:cs typeface="+mn-cs"/>
              </a:defRPr>
            </a:lvl4pPr>
            <a:lvl5pPr marL="1828800" algn="ctr" rtl="0" eaLnBrk="0" fontAlgn="ctr" hangingPunct="0">
              <a:spcBef>
                <a:spcPct val="50000"/>
              </a:spcBef>
              <a:spcAft>
                <a:spcPct val="0"/>
              </a:spcAft>
              <a:defRPr kumimoji="1" sz="1000" kern="1200">
                <a:solidFill>
                  <a:schemeClr val="dk1"/>
                </a:solidFill>
                <a:latin typeface="+mn-lt"/>
                <a:ea typeface="+mn-ea"/>
                <a:cs typeface="+mn-cs"/>
              </a:defRPr>
            </a:lvl5pPr>
            <a:lvl6pPr marL="2286000" algn="l" defTabSz="914400" rtl="0" eaLnBrk="1" latinLnBrk="0" hangingPunct="1">
              <a:defRPr kumimoji="1" sz="1000" kern="1200">
                <a:solidFill>
                  <a:schemeClr val="dk1"/>
                </a:solidFill>
                <a:latin typeface="+mn-lt"/>
                <a:ea typeface="+mn-ea"/>
                <a:cs typeface="+mn-cs"/>
              </a:defRPr>
            </a:lvl6pPr>
            <a:lvl7pPr marL="2743200" algn="l" defTabSz="914400" rtl="0" eaLnBrk="1" latinLnBrk="0" hangingPunct="1">
              <a:defRPr kumimoji="1" sz="1000" kern="1200">
                <a:solidFill>
                  <a:schemeClr val="dk1"/>
                </a:solidFill>
                <a:latin typeface="+mn-lt"/>
                <a:ea typeface="+mn-ea"/>
                <a:cs typeface="+mn-cs"/>
              </a:defRPr>
            </a:lvl7pPr>
            <a:lvl8pPr marL="3200400" algn="l" defTabSz="914400" rtl="0" eaLnBrk="1" latinLnBrk="0" hangingPunct="1">
              <a:defRPr kumimoji="1" sz="1000" kern="1200">
                <a:solidFill>
                  <a:schemeClr val="dk1"/>
                </a:solidFill>
                <a:latin typeface="+mn-lt"/>
                <a:ea typeface="+mn-ea"/>
                <a:cs typeface="+mn-cs"/>
              </a:defRPr>
            </a:lvl8pPr>
            <a:lvl9pPr marL="3657600" algn="l" defTabSz="914400" rtl="0" eaLnBrk="1" latinLnBrk="0" hangingPunct="1">
              <a:defRPr kumimoji="1" sz="1000" kern="1200">
                <a:solidFill>
                  <a:schemeClr val="dk1"/>
                </a:solidFill>
                <a:latin typeface="+mn-lt"/>
                <a:ea typeface="+mn-ea"/>
                <a:cs typeface="+mn-cs"/>
              </a:defRPr>
            </a:lvl9pPr>
          </a:lstStyle>
          <a:p>
            <a:pPr marL="0" marR="0" lvl="0" indent="0" algn="ctr" defTabSz="685800" rtl="0" eaLnBrk="0" fontAlgn="ctr" latinLnBrk="0" hangingPunct="0">
              <a:lnSpc>
                <a:spcPct val="100000"/>
              </a:lnSpc>
              <a:spcBef>
                <a:spcPts val="0"/>
              </a:spcBef>
              <a:spcAft>
                <a:spcPct val="0"/>
              </a:spcAft>
              <a:buClrTx/>
              <a:buSzTx/>
              <a:buFontTx/>
              <a:buNone/>
              <a:tabLst/>
              <a:defRPr/>
            </a:pPr>
            <a:r>
              <a:rPr kumimoji="1" lang="ja-JP" altLang="en-US" sz="1050" b="0" i="0" u="none" strike="noStrike" kern="1200" cap="none" spc="0" normalizeH="0" baseline="0" noProof="0">
                <a:ln>
                  <a:noFill/>
                </a:ln>
                <a:solidFill>
                  <a:srgbClr val="FFFFFF">
                    <a:lumMod val="95000"/>
                  </a:srgbClr>
                </a:solidFill>
                <a:effectLst/>
                <a:uLnTx/>
                <a:uFillTx/>
                <a:latin typeface="游ゴシック"/>
                <a:ea typeface="游ゴシック"/>
                <a:cs typeface="+mn-cs"/>
              </a:rPr>
              <a:t>情報システム部</a:t>
            </a:r>
            <a:endParaRPr kumimoji="1" lang="en-US" altLang="ja-JP" sz="1050" b="0" i="0" u="none" strike="noStrike" kern="1200" cap="none" spc="0" normalizeH="0" baseline="0" noProof="0">
              <a:ln>
                <a:noFill/>
              </a:ln>
              <a:solidFill>
                <a:srgbClr val="FFFFFF">
                  <a:lumMod val="95000"/>
                </a:srgbClr>
              </a:solidFill>
              <a:effectLst/>
              <a:uLnTx/>
              <a:uFillTx/>
              <a:latin typeface="游ゴシック"/>
              <a:ea typeface="游ゴシック"/>
              <a:cs typeface="+mn-cs"/>
            </a:endParaRPr>
          </a:p>
        </p:txBody>
      </p:sp>
      <p:pic>
        <p:nvPicPr>
          <p:cNvPr id="49" name="図 2" descr="スーツを着た男性&#10;&#10;説明は自動で生成されたものです">
            <a:extLst>
              <a:ext uri="{FF2B5EF4-FFF2-40B4-BE49-F238E27FC236}">
                <a16:creationId xmlns:a16="http://schemas.microsoft.com/office/drawing/2014/main" id="{7DC7A2C4-BCF2-45A4-8A44-ECA00EB8F9A6}"/>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4173299" y="3206164"/>
            <a:ext cx="774939" cy="834760"/>
          </a:xfrm>
          <a:prstGeom prst="rect">
            <a:avLst/>
          </a:prstGeom>
        </p:spPr>
      </p:pic>
      <p:pic>
        <p:nvPicPr>
          <p:cNvPr id="50" name="図 3" descr="スーツを着た男性&#10;&#10;説明は自動で生成されたものです">
            <a:extLst>
              <a:ext uri="{FF2B5EF4-FFF2-40B4-BE49-F238E27FC236}">
                <a16:creationId xmlns:a16="http://schemas.microsoft.com/office/drawing/2014/main" id="{38119224-171C-442F-A342-95208E8C570C}"/>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4172582" y="4457547"/>
            <a:ext cx="756597" cy="831121"/>
          </a:xfrm>
          <a:prstGeom prst="rect">
            <a:avLst/>
          </a:prstGeom>
        </p:spPr>
      </p:pic>
      <p:pic>
        <p:nvPicPr>
          <p:cNvPr id="52" name="図 5" descr="スーツを着た男性&#10;&#10;説明は自動で生成されたものです">
            <a:extLst>
              <a:ext uri="{FF2B5EF4-FFF2-40B4-BE49-F238E27FC236}">
                <a16:creationId xmlns:a16="http://schemas.microsoft.com/office/drawing/2014/main" id="{91F93AED-EA0F-46E8-80CC-10E3015AEC49}"/>
              </a:ext>
            </a:extLst>
          </p:cNvPr>
          <p:cNvPicPr>
            <a:picLocks noChangeAspect="1"/>
          </p:cNvPicPr>
          <p:nvPr/>
        </p:nvPicPr>
        <p:blipFill rotWithShape="1">
          <a:blip r:embed="rId6" cstate="email">
            <a:extLst>
              <a:ext uri="{28A0092B-C50C-407E-A947-70E740481C1C}">
                <a14:useLocalDpi xmlns:a14="http://schemas.microsoft.com/office/drawing/2010/main"/>
              </a:ext>
            </a:extLst>
          </a:blip>
          <a:srcRect/>
          <a:stretch/>
        </p:blipFill>
        <p:spPr>
          <a:xfrm>
            <a:off x="4181038" y="5707904"/>
            <a:ext cx="743385" cy="814260"/>
          </a:xfrm>
          <a:prstGeom prst="rect">
            <a:avLst/>
          </a:prstGeom>
        </p:spPr>
      </p:pic>
      <p:cxnSp>
        <p:nvCxnSpPr>
          <p:cNvPr id="56" name="直線コネクタ 55">
            <a:extLst>
              <a:ext uri="{FF2B5EF4-FFF2-40B4-BE49-F238E27FC236}">
                <a16:creationId xmlns:a16="http://schemas.microsoft.com/office/drawing/2014/main" id="{A81F0D8B-A07C-F1D5-0A8D-7C3B74211EF0}"/>
              </a:ext>
            </a:extLst>
          </p:cNvPr>
          <p:cNvCxnSpPr>
            <a:cxnSpLocks/>
          </p:cNvCxnSpPr>
          <p:nvPr/>
        </p:nvCxnSpPr>
        <p:spPr>
          <a:xfrm>
            <a:off x="8548129" y="763482"/>
            <a:ext cx="0" cy="741913"/>
          </a:xfrm>
          <a:prstGeom prst="line">
            <a:avLst/>
          </a:prstGeom>
          <a:ln w="19050">
            <a:solidFill>
              <a:srgbClr val="014097"/>
            </a:solidFill>
          </a:ln>
        </p:spPr>
        <p:style>
          <a:lnRef idx="1">
            <a:schemeClr val="accent1"/>
          </a:lnRef>
          <a:fillRef idx="0">
            <a:schemeClr val="accent1"/>
          </a:fillRef>
          <a:effectRef idx="0">
            <a:schemeClr val="accent1"/>
          </a:effectRef>
          <a:fontRef idx="minor">
            <a:schemeClr val="tx1"/>
          </a:fontRef>
        </p:style>
      </p:cxnSp>
      <p:cxnSp>
        <p:nvCxnSpPr>
          <p:cNvPr id="61" name="直線コネクタ 60">
            <a:extLst>
              <a:ext uri="{FF2B5EF4-FFF2-40B4-BE49-F238E27FC236}">
                <a16:creationId xmlns:a16="http://schemas.microsoft.com/office/drawing/2014/main" id="{8B796867-0F75-ADC5-50E9-A1DE55ECBD56}"/>
              </a:ext>
            </a:extLst>
          </p:cNvPr>
          <p:cNvCxnSpPr>
            <a:cxnSpLocks/>
          </p:cNvCxnSpPr>
          <p:nvPr/>
        </p:nvCxnSpPr>
        <p:spPr>
          <a:xfrm>
            <a:off x="8548129" y="1906721"/>
            <a:ext cx="0" cy="1005207"/>
          </a:xfrm>
          <a:prstGeom prst="line">
            <a:avLst/>
          </a:prstGeom>
          <a:ln w="19050">
            <a:solidFill>
              <a:srgbClr val="014097"/>
            </a:solidFill>
          </a:ln>
        </p:spPr>
        <p:style>
          <a:lnRef idx="1">
            <a:schemeClr val="accent1"/>
          </a:lnRef>
          <a:fillRef idx="0">
            <a:schemeClr val="accent1"/>
          </a:fillRef>
          <a:effectRef idx="0">
            <a:schemeClr val="accent1"/>
          </a:effectRef>
          <a:fontRef idx="minor">
            <a:schemeClr val="tx1"/>
          </a:fontRef>
        </p:style>
      </p:cxnSp>
      <p:cxnSp>
        <p:nvCxnSpPr>
          <p:cNvPr id="62" name="直線コネクタ 61">
            <a:extLst>
              <a:ext uri="{FF2B5EF4-FFF2-40B4-BE49-F238E27FC236}">
                <a16:creationId xmlns:a16="http://schemas.microsoft.com/office/drawing/2014/main" id="{84471361-18F4-3F51-534E-D67D1311179A}"/>
              </a:ext>
            </a:extLst>
          </p:cNvPr>
          <p:cNvCxnSpPr>
            <a:cxnSpLocks/>
          </p:cNvCxnSpPr>
          <p:nvPr/>
        </p:nvCxnSpPr>
        <p:spPr>
          <a:xfrm>
            <a:off x="8548129" y="3144726"/>
            <a:ext cx="0" cy="992262"/>
          </a:xfrm>
          <a:prstGeom prst="line">
            <a:avLst/>
          </a:prstGeom>
          <a:ln w="19050">
            <a:solidFill>
              <a:srgbClr val="014097"/>
            </a:solidFill>
          </a:ln>
        </p:spPr>
        <p:style>
          <a:lnRef idx="1">
            <a:schemeClr val="accent1"/>
          </a:lnRef>
          <a:fillRef idx="0">
            <a:schemeClr val="accent1"/>
          </a:fillRef>
          <a:effectRef idx="0">
            <a:schemeClr val="accent1"/>
          </a:effectRef>
          <a:fontRef idx="minor">
            <a:schemeClr val="tx1"/>
          </a:fontRef>
        </p:style>
      </p:cxnSp>
      <p:cxnSp>
        <p:nvCxnSpPr>
          <p:cNvPr id="63" name="直線コネクタ 62">
            <a:extLst>
              <a:ext uri="{FF2B5EF4-FFF2-40B4-BE49-F238E27FC236}">
                <a16:creationId xmlns:a16="http://schemas.microsoft.com/office/drawing/2014/main" id="{AD661E28-3A14-7EF6-2CA6-265F7DEF34B7}"/>
              </a:ext>
            </a:extLst>
          </p:cNvPr>
          <p:cNvCxnSpPr>
            <a:cxnSpLocks/>
          </p:cNvCxnSpPr>
          <p:nvPr/>
        </p:nvCxnSpPr>
        <p:spPr>
          <a:xfrm>
            <a:off x="8548129" y="4495162"/>
            <a:ext cx="0" cy="769939"/>
          </a:xfrm>
          <a:prstGeom prst="line">
            <a:avLst/>
          </a:prstGeom>
          <a:ln w="19050">
            <a:solidFill>
              <a:srgbClr val="014097"/>
            </a:solidFill>
          </a:ln>
        </p:spPr>
        <p:style>
          <a:lnRef idx="1">
            <a:schemeClr val="accent1"/>
          </a:lnRef>
          <a:fillRef idx="0">
            <a:schemeClr val="accent1"/>
          </a:fillRef>
          <a:effectRef idx="0">
            <a:schemeClr val="accent1"/>
          </a:effectRef>
          <a:fontRef idx="minor">
            <a:schemeClr val="tx1"/>
          </a:fontRef>
        </p:style>
      </p:cxnSp>
      <p:cxnSp>
        <p:nvCxnSpPr>
          <p:cNvPr id="64" name="直線コネクタ 63">
            <a:extLst>
              <a:ext uri="{FF2B5EF4-FFF2-40B4-BE49-F238E27FC236}">
                <a16:creationId xmlns:a16="http://schemas.microsoft.com/office/drawing/2014/main" id="{B13F4627-9737-0D0A-7A97-4DA6C7AE6547}"/>
              </a:ext>
            </a:extLst>
          </p:cNvPr>
          <p:cNvCxnSpPr>
            <a:cxnSpLocks/>
          </p:cNvCxnSpPr>
          <p:nvPr/>
        </p:nvCxnSpPr>
        <p:spPr>
          <a:xfrm>
            <a:off x="8548129" y="5731935"/>
            <a:ext cx="0" cy="759748"/>
          </a:xfrm>
          <a:prstGeom prst="line">
            <a:avLst/>
          </a:prstGeom>
          <a:ln w="19050">
            <a:solidFill>
              <a:srgbClr val="014097"/>
            </a:solidFill>
          </a:ln>
        </p:spPr>
        <p:style>
          <a:lnRef idx="1">
            <a:schemeClr val="accent1"/>
          </a:lnRef>
          <a:fillRef idx="0">
            <a:schemeClr val="accent1"/>
          </a:fillRef>
          <a:effectRef idx="0">
            <a:schemeClr val="accent1"/>
          </a:effectRef>
          <a:fontRef idx="minor">
            <a:schemeClr val="tx1"/>
          </a:fontRef>
        </p:style>
      </p:cxnSp>
      <p:cxnSp>
        <p:nvCxnSpPr>
          <p:cNvPr id="5" name="直線コネクタ 4">
            <a:extLst>
              <a:ext uri="{FF2B5EF4-FFF2-40B4-BE49-F238E27FC236}">
                <a16:creationId xmlns:a16="http://schemas.microsoft.com/office/drawing/2014/main" id="{2004AD75-FC7A-7B2D-268E-B4B60B22D976}"/>
              </a:ext>
            </a:extLst>
          </p:cNvPr>
          <p:cNvCxnSpPr>
            <a:cxnSpLocks/>
            <a:stCxn id="23" idx="3"/>
          </p:cNvCxnSpPr>
          <p:nvPr/>
        </p:nvCxnSpPr>
        <p:spPr>
          <a:xfrm>
            <a:off x="8035323" y="1148190"/>
            <a:ext cx="512806" cy="0"/>
          </a:xfrm>
          <a:prstGeom prst="line">
            <a:avLst/>
          </a:prstGeom>
          <a:ln w="19050">
            <a:solidFill>
              <a:srgbClr val="014097"/>
            </a:solidFill>
          </a:ln>
        </p:spPr>
        <p:style>
          <a:lnRef idx="1">
            <a:schemeClr val="accent1"/>
          </a:lnRef>
          <a:fillRef idx="0">
            <a:schemeClr val="accent1"/>
          </a:fillRef>
          <a:effectRef idx="0">
            <a:schemeClr val="accent1"/>
          </a:effectRef>
          <a:fontRef idx="minor">
            <a:schemeClr val="tx1"/>
          </a:fontRef>
        </p:style>
      </p:cxnSp>
      <p:cxnSp>
        <p:nvCxnSpPr>
          <p:cNvPr id="37" name="直線コネクタ 36">
            <a:extLst>
              <a:ext uri="{FF2B5EF4-FFF2-40B4-BE49-F238E27FC236}">
                <a16:creationId xmlns:a16="http://schemas.microsoft.com/office/drawing/2014/main" id="{24A53235-DAD5-906E-CDCD-6741B476C282}"/>
              </a:ext>
            </a:extLst>
          </p:cNvPr>
          <p:cNvCxnSpPr>
            <a:cxnSpLocks/>
            <a:stCxn id="22" idx="3"/>
          </p:cNvCxnSpPr>
          <p:nvPr/>
        </p:nvCxnSpPr>
        <p:spPr>
          <a:xfrm>
            <a:off x="8032999" y="2385539"/>
            <a:ext cx="515130" cy="0"/>
          </a:xfrm>
          <a:prstGeom prst="line">
            <a:avLst/>
          </a:prstGeom>
          <a:ln w="19050">
            <a:solidFill>
              <a:srgbClr val="014097"/>
            </a:solidFill>
          </a:ln>
        </p:spPr>
        <p:style>
          <a:lnRef idx="1">
            <a:schemeClr val="accent1"/>
          </a:lnRef>
          <a:fillRef idx="0">
            <a:schemeClr val="accent1"/>
          </a:fillRef>
          <a:effectRef idx="0">
            <a:schemeClr val="accent1"/>
          </a:effectRef>
          <a:fontRef idx="minor">
            <a:schemeClr val="tx1"/>
          </a:fontRef>
        </p:style>
      </p:cxnSp>
      <p:cxnSp>
        <p:nvCxnSpPr>
          <p:cNvPr id="43" name="直線コネクタ 42">
            <a:extLst>
              <a:ext uri="{FF2B5EF4-FFF2-40B4-BE49-F238E27FC236}">
                <a16:creationId xmlns:a16="http://schemas.microsoft.com/office/drawing/2014/main" id="{5C2EAB73-8D2B-F4E4-5D41-FE1949E8C7EE}"/>
              </a:ext>
            </a:extLst>
          </p:cNvPr>
          <p:cNvCxnSpPr>
            <a:cxnSpLocks/>
            <a:stCxn id="21" idx="3"/>
          </p:cNvCxnSpPr>
          <p:nvPr/>
        </p:nvCxnSpPr>
        <p:spPr>
          <a:xfrm>
            <a:off x="8004470" y="3626257"/>
            <a:ext cx="543659" cy="0"/>
          </a:xfrm>
          <a:prstGeom prst="line">
            <a:avLst/>
          </a:prstGeom>
          <a:ln w="19050">
            <a:solidFill>
              <a:srgbClr val="014097"/>
            </a:solidFill>
          </a:ln>
        </p:spPr>
        <p:style>
          <a:lnRef idx="1">
            <a:schemeClr val="accent1"/>
          </a:lnRef>
          <a:fillRef idx="0">
            <a:schemeClr val="accent1"/>
          </a:fillRef>
          <a:effectRef idx="0">
            <a:schemeClr val="accent1"/>
          </a:effectRef>
          <a:fontRef idx="minor">
            <a:schemeClr val="tx1"/>
          </a:fontRef>
        </p:style>
      </p:cxnSp>
      <p:cxnSp>
        <p:nvCxnSpPr>
          <p:cNvPr id="55" name="直線コネクタ 54">
            <a:extLst>
              <a:ext uri="{FF2B5EF4-FFF2-40B4-BE49-F238E27FC236}">
                <a16:creationId xmlns:a16="http://schemas.microsoft.com/office/drawing/2014/main" id="{E5BEDD2F-B873-4BC6-3D44-8E77213DDFB0}"/>
              </a:ext>
            </a:extLst>
          </p:cNvPr>
          <p:cNvCxnSpPr>
            <a:cxnSpLocks/>
            <a:stCxn id="28" idx="3"/>
          </p:cNvCxnSpPr>
          <p:nvPr/>
        </p:nvCxnSpPr>
        <p:spPr>
          <a:xfrm>
            <a:off x="8034163" y="4870344"/>
            <a:ext cx="513966" cy="0"/>
          </a:xfrm>
          <a:prstGeom prst="line">
            <a:avLst/>
          </a:prstGeom>
          <a:ln w="19050">
            <a:solidFill>
              <a:srgbClr val="014097"/>
            </a:solidFill>
          </a:ln>
        </p:spPr>
        <p:style>
          <a:lnRef idx="1">
            <a:schemeClr val="accent1"/>
          </a:lnRef>
          <a:fillRef idx="0">
            <a:schemeClr val="accent1"/>
          </a:fillRef>
          <a:effectRef idx="0">
            <a:schemeClr val="accent1"/>
          </a:effectRef>
          <a:fontRef idx="minor">
            <a:schemeClr val="tx1"/>
          </a:fontRef>
        </p:style>
      </p:cxnSp>
      <p:cxnSp>
        <p:nvCxnSpPr>
          <p:cNvPr id="59" name="直線コネクタ 58">
            <a:extLst>
              <a:ext uri="{FF2B5EF4-FFF2-40B4-BE49-F238E27FC236}">
                <a16:creationId xmlns:a16="http://schemas.microsoft.com/office/drawing/2014/main" id="{6DD5E288-38E4-37A1-7E30-146CC4966FFF}"/>
              </a:ext>
            </a:extLst>
          </p:cNvPr>
          <p:cNvCxnSpPr>
            <a:cxnSpLocks/>
            <a:stCxn id="33" idx="3"/>
          </p:cNvCxnSpPr>
          <p:nvPr/>
        </p:nvCxnSpPr>
        <p:spPr>
          <a:xfrm>
            <a:off x="8034743" y="6114431"/>
            <a:ext cx="513386" cy="0"/>
          </a:xfrm>
          <a:prstGeom prst="line">
            <a:avLst/>
          </a:prstGeom>
          <a:ln w="19050">
            <a:solidFill>
              <a:srgbClr val="014097"/>
            </a:solidFill>
          </a:ln>
        </p:spPr>
        <p:style>
          <a:lnRef idx="1">
            <a:schemeClr val="accent1"/>
          </a:lnRef>
          <a:fillRef idx="0">
            <a:schemeClr val="accent1"/>
          </a:fillRef>
          <a:effectRef idx="0">
            <a:schemeClr val="accent1"/>
          </a:effectRef>
          <a:fontRef idx="minor">
            <a:schemeClr val="tx1"/>
          </a:fontRef>
        </p:style>
      </p:cxnSp>
      <p:pic>
        <p:nvPicPr>
          <p:cNvPr id="45" name="図 44">
            <a:extLst>
              <a:ext uri="{FF2B5EF4-FFF2-40B4-BE49-F238E27FC236}">
                <a16:creationId xmlns:a16="http://schemas.microsoft.com/office/drawing/2014/main" id="{63C5132D-5BB4-297A-06D5-EB62A5FF2B5A}"/>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4170738" y="730697"/>
            <a:ext cx="758148" cy="834760"/>
          </a:xfrm>
          <a:prstGeom prst="rect">
            <a:avLst/>
          </a:prstGeom>
        </p:spPr>
      </p:pic>
      <p:sp>
        <p:nvSpPr>
          <p:cNvPr id="26" name="正方形/長方形 25">
            <a:extLst>
              <a:ext uri="{FF2B5EF4-FFF2-40B4-BE49-F238E27FC236}">
                <a16:creationId xmlns:a16="http://schemas.microsoft.com/office/drawing/2014/main" id="{4AFDA20D-0DBF-7D72-0B81-0FFA80F22733}"/>
              </a:ext>
            </a:extLst>
          </p:cNvPr>
          <p:cNvSpPr/>
          <p:nvPr/>
        </p:nvSpPr>
        <p:spPr>
          <a:xfrm>
            <a:off x="447778" y="1172808"/>
            <a:ext cx="3274246" cy="1558442"/>
          </a:xfrm>
          <a:prstGeom prst="rect">
            <a:avLst/>
          </a:prstGeom>
          <a:solidFill>
            <a:srgbClr val="014097"/>
          </a:solidFill>
          <a:ln>
            <a:noFill/>
          </a:ln>
        </p:spPr>
        <p:style>
          <a:lnRef idx="1">
            <a:schemeClr val="accent2"/>
          </a:lnRef>
          <a:fillRef idx="2">
            <a:schemeClr val="accent2"/>
          </a:fillRef>
          <a:effectRef idx="1">
            <a:schemeClr val="accent2"/>
          </a:effectRef>
          <a:fontRef idx="minor">
            <a:schemeClr val="dk1"/>
          </a:fontRef>
        </p:style>
        <p:txBody>
          <a:bodyPr tIns="0" bIns="0" numCol="1" rtlCol="0" anchor="ctr" anchorCtr="0"/>
          <a:lstStyle>
            <a:defPPr>
              <a:defRPr lang="ja-JP"/>
            </a:defPPr>
            <a:lvl1pPr algn="ctr" rtl="0" eaLnBrk="0" fontAlgn="ctr" hangingPunct="0">
              <a:spcBef>
                <a:spcPct val="50000"/>
              </a:spcBef>
              <a:spcAft>
                <a:spcPct val="0"/>
              </a:spcAft>
              <a:defRPr kumimoji="1" sz="1000" kern="1200">
                <a:solidFill>
                  <a:schemeClr val="dk1"/>
                </a:solidFill>
                <a:latin typeface="+mn-lt"/>
                <a:ea typeface="+mn-ea"/>
                <a:cs typeface="+mn-cs"/>
              </a:defRPr>
            </a:lvl1pPr>
            <a:lvl2pPr marL="457200" algn="ctr" rtl="0" eaLnBrk="0" fontAlgn="ctr" hangingPunct="0">
              <a:spcBef>
                <a:spcPct val="50000"/>
              </a:spcBef>
              <a:spcAft>
                <a:spcPct val="0"/>
              </a:spcAft>
              <a:defRPr kumimoji="1" sz="1000" kern="1200">
                <a:solidFill>
                  <a:schemeClr val="dk1"/>
                </a:solidFill>
                <a:latin typeface="+mn-lt"/>
                <a:ea typeface="+mn-ea"/>
                <a:cs typeface="+mn-cs"/>
              </a:defRPr>
            </a:lvl2pPr>
            <a:lvl3pPr marL="914400" algn="ctr" rtl="0" eaLnBrk="0" fontAlgn="ctr" hangingPunct="0">
              <a:spcBef>
                <a:spcPct val="50000"/>
              </a:spcBef>
              <a:spcAft>
                <a:spcPct val="0"/>
              </a:spcAft>
              <a:defRPr kumimoji="1" sz="1000" kern="1200">
                <a:solidFill>
                  <a:schemeClr val="dk1"/>
                </a:solidFill>
                <a:latin typeface="+mn-lt"/>
                <a:ea typeface="+mn-ea"/>
                <a:cs typeface="+mn-cs"/>
              </a:defRPr>
            </a:lvl3pPr>
            <a:lvl4pPr marL="1371600" algn="ctr" rtl="0" eaLnBrk="0" fontAlgn="ctr" hangingPunct="0">
              <a:spcBef>
                <a:spcPct val="50000"/>
              </a:spcBef>
              <a:spcAft>
                <a:spcPct val="0"/>
              </a:spcAft>
              <a:defRPr kumimoji="1" sz="1000" kern="1200">
                <a:solidFill>
                  <a:schemeClr val="dk1"/>
                </a:solidFill>
                <a:latin typeface="+mn-lt"/>
                <a:ea typeface="+mn-ea"/>
                <a:cs typeface="+mn-cs"/>
              </a:defRPr>
            </a:lvl4pPr>
            <a:lvl5pPr marL="1828800" algn="ctr" rtl="0" eaLnBrk="0" fontAlgn="ctr" hangingPunct="0">
              <a:spcBef>
                <a:spcPct val="50000"/>
              </a:spcBef>
              <a:spcAft>
                <a:spcPct val="0"/>
              </a:spcAft>
              <a:defRPr kumimoji="1" sz="1000" kern="1200">
                <a:solidFill>
                  <a:schemeClr val="dk1"/>
                </a:solidFill>
                <a:latin typeface="+mn-lt"/>
                <a:ea typeface="+mn-ea"/>
                <a:cs typeface="+mn-cs"/>
              </a:defRPr>
            </a:lvl5pPr>
            <a:lvl6pPr marL="2286000" algn="l" defTabSz="914400" rtl="0" eaLnBrk="1" latinLnBrk="0" hangingPunct="1">
              <a:defRPr kumimoji="1" sz="1000" kern="1200">
                <a:solidFill>
                  <a:schemeClr val="dk1"/>
                </a:solidFill>
                <a:latin typeface="+mn-lt"/>
                <a:ea typeface="+mn-ea"/>
                <a:cs typeface="+mn-cs"/>
              </a:defRPr>
            </a:lvl6pPr>
            <a:lvl7pPr marL="2743200" algn="l" defTabSz="914400" rtl="0" eaLnBrk="1" latinLnBrk="0" hangingPunct="1">
              <a:defRPr kumimoji="1" sz="1000" kern="1200">
                <a:solidFill>
                  <a:schemeClr val="dk1"/>
                </a:solidFill>
                <a:latin typeface="+mn-lt"/>
                <a:ea typeface="+mn-ea"/>
                <a:cs typeface="+mn-cs"/>
              </a:defRPr>
            </a:lvl7pPr>
            <a:lvl8pPr marL="3200400" algn="l" defTabSz="914400" rtl="0" eaLnBrk="1" latinLnBrk="0" hangingPunct="1">
              <a:defRPr kumimoji="1" sz="1000" kern="1200">
                <a:solidFill>
                  <a:schemeClr val="dk1"/>
                </a:solidFill>
                <a:latin typeface="+mn-lt"/>
                <a:ea typeface="+mn-ea"/>
                <a:cs typeface="+mn-cs"/>
              </a:defRPr>
            </a:lvl8pPr>
            <a:lvl9pPr marL="3657600" algn="l" defTabSz="914400" rtl="0" eaLnBrk="1" latinLnBrk="0" hangingPunct="1">
              <a:defRPr kumimoji="1" sz="1000" kern="1200">
                <a:solidFill>
                  <a:schemeClr val="dk1"/>
                </a:solidFill>
                <a:latin typeface="+mn-lt"/>
                <a:ea typeface="+mn-ea"/>
                <a:cs typeface="+mn-cs"/>
              </a:defRPr>
            </a:lvl9pPr>
          </a:lstStyle>
          <a:p>
            <a:pPr marL="0" marR="0" lvl="0" indent="0" algn="ctr" defTabSz="685800" rtl="0" eaLnBrk="0" fontAlgn="ctr" latinLnBrk="0" hangingPunct="0">
              <a:lnSpc>
                <a:spcPct val="100000"/>
              </a:lnSpc>
              <a:spcBef>
                <a:spcPts val="0"/>
              </a:spcBef>
              <a:spcAft>
                <a:spcPct val="0"/>
              </a:spcAft>
              <a:buClrTx/>
              <a:buSzTx/>
              <a:buFontTx/>
              <a:buNone/>
              <a:tabLst/>
              <a:defRPr/>
            </a:pPr>
            <a:endParaRPr kumimoji="1" lang="en-US" altLang="ja-JP" sz="1100" b="0" i="0" u="none" strike="noStrike" kern="1200" cap="none" spc="0" normalizeH="0" baseline="0" noProof="0">
              <a:ln>
                <a:noFill/>
              </a:ln>
              <a:solidFill>
                <a:srgbClr val="FFFFFF">
                  <a:lumMod val="95000"/>
                </a:srgbClr>
              </a:solidFill>
              <a:effectLst/>
              <a:uLnTx/>
              <a:uFillTx/>
              <a:latin typeface="游ゴシック"/>
              <a:ea typeface="游ゴシック"/>
              <a:cs typeface="Meiryo UI" panose="020B0604030504040204" pitchFamily="50" charset="-128"/>
            </a:endParaRPr>
          </a:p>
        </p:txBody>
      </p:sp>
      <p:pic>
        <p:nvPicPr>
          <p:cNvPr id="27" name="Picture 2" descr="https://www.nsw.co.jp/corp_img/president-01.png">
            <a:extLst>
              <a:ext uri="{FF2B5EF4-FFF2-40B4-BE49-F238E27FC236}">
                <a16:creationId xmlns:a16="http://schemas.microsoft.com/office/drawing/2014/main" id="{DB909367-ABB3-0272-C52F-2F26B701F445}"/>
              </a:ext>
            </a:extLst>
          </p:cNvPr>
          <p:cNvPicPr>
            <a:picLocks noChangeAspect="1" noChangeArrowheads="1"/>
          </p:cNvPicPr>
          <p:nvPr/>
        </p:nvPicPr>
        <p:blipFill rotWithShape="1">
          <a:blip r:embed="rId8"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bwMode="auto">
          <a:xfrm>
            <a:off x="624185" y="1439164"/>
            <a:ext cx="866775" cy="962026"/>
          </a:xfrm>
          <a:prstGeom prst="rect">
            <a:avLst/>
          </a:prstGeom>
          <a:noFill/>
          <a:extLst>
            <a:ext uri="{909E8E84-426E-40DD-AFC4-6F175D3DCCD1}">
              <a14:hiddenFill xmlns:a14="http://schemas.microsoft.com/office/drawing/2010/main">
                <a:solidFill>
                  <a:srgbClr val="FFFFFF"/>
                </a:solidFill>
              </a14:hiddenFill>
            </a:ext>
          </a:extLst>
        </p:spPr>
      </p:pic>
      <p:pic>
        <p:nvPicPr>
          <p:cNvPr id="39" name="図 38" descr="スーツを着た男性&#10;&#10;自動的に生成された説明">
            <a:extLst>
              <a:ext uri="{FF2B5EF4-FFF2-40B4-BE49-F238E27FC236}">
                <a16:creationId xmlns:a16="http://schemas.microsoft.com/office/drawing/2014/main" id="{93DB84F1-6790-2DA2-25D8-BEC3E1CF2913}"/>
              </a:ext>
            </a:extLst>
          </p:cNvPr>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663626" y="3371299"/>
            <a:ext cx="889382" cy="889382"/>
          </a:xfrm>
          <a:prstGeom prst="rect">
            <a:avLst/>
          </a:prstGeom>
        </p:spPr>
      </p:pic>
      <p:sp>
        <p:nvSpPr>
          <p:cNvPr id="40" name="正方形/長方形 39">
            <a:extLst>
              <a:ext uri="{FF2B5EF4-FFF2-40B4-BE49-F238E27FC236}">
                <a16:creationId xmlns:a16="http://schemas.microsoft.com/office/drawing/2014/main" id="{CD961704-6594-6E4C-1810-33F826503191}"/>
              </a:ext>
            </a:extLst>
          </p:cNvPr>
          <p:cNvSpPr/>
          <p:nvPr/>
        </p:nvSpPr>
        <p:spPr>
          <a:xfrm>
            <a:off x="1490960" y="1622804"/>
            <a:ext cx="2145240" cy="646331"/>
          </a:xfrm>
          <a:prstGeom prst="rect">
            <a:avLst/>
          </a:prstGeom>
        </p:spPr>
        <p:txBody>
          <a:bodyPr wrap="square">
            <a:spAutoFit/>
          </a:bodyPr>
          <a:lstStyle>
            <a:defPPr>
              <a:defRPr lang="ja-JP"/>
            </a:defPPr>
            <a:lvl1pPr algn="ctr" rtl="0" eaLnBrk="0" fontAlgn="ctr" hangingPunct="0">
              <a:spcBef>
                <a:spcPct val="50000"/>
              </a:spcBef>
              <a:spcAft>
                <a:spcPct val="0"/>
              </a:spcAft>
              <a:defRPr kumimoji="1" sz="1000" kern="1200">
                <a:solidFill>
                  <a:srgbClr val="000000"/>
                </a:solidFill>
                <a:latin typeface="HGP創英角ｺﾞｼｯｸUB" pitchFamily="50" charset="-128"/>
                <a:ea typeface="HGP創英角ｺﾞｼｯｸUB" pitchFamily="50" charset="-128"/>
                <a:cs typeface="+mn-cs"/>
              </a:defRPr>
            </a:lvl1pPr>
            <a:lvl2pPr marL="457200" algn="ctr" rtl="0" eaLnBrk="0" fontAlgn="ctr" hangingPunct="0">
              <a:spcBef>
                <a:spcPct val="50000"/>
              </a:spcBef>
              <a:spcAft>
                <a:spcPct val="0"/>
              </a:spcAft>
              <a:defRPr kumimoji="1" sz="1000" kern="1200">
                <a:solidFill>
                  <a:srgbClr val="000000"/>
                </a:solidFill>
                <a:latin typeface="HGP創英角ｺﾞｼｯｸUB" pitchFamily="50" charset="-128"/>
                <a:ea typeface="HGP創英角ｺﾞｼｯｸUB" pitchFamily="50" charset="-128"/>
                <a:cs typeface="+mn-cs"/>
              </a:defRPr>
            </a:lvl2pPr>
            <a:lvl3pPr marL="914400" algn="ctr" rtl="0" eaLnBrk="0" fontAlgn="ctr" hangingPunct="0">
              <a:spcBef>
                <a:spcPct val="50000"/>
              </a:spcBef>
              <a:spcAft>
                <a:spcPct val="0"/>
              </a:spcAft>
              <a:defRPr kumimoji="1" sz="1000" kern="1200">
                <a:solidFill>
                  <a:srgbClr val="000000"/>
                </a:solidFill>
                <a:latin typeface="HGP創英角ｺﾞｼｯｸUB" pitchFamily="50" charset="-128"/>
                <a:ea typeface="HGP創英角ｺﾞｼｯｸUB" pitchFamily="50" charset="-128"/>
                <a:cs typeface="+mn-cs"/>
              </a:defRPr>
            </a:lvl3pPr>
            <a:lvl4pPr marL="1371600" algn="ctr" rtl="0" eaLnBrk="0" fontAlgn="ctr" hangingPunct="0">
              <a:spcBef>
                <a:spcPct val="50000"/>
              </a:spcBef>
              <a:spcAft>
                <a:spcPct val="0"/>
              </a:spcAft>
              <a:defRPr kumimoji="1" sz="1000" kern="1200">
                <a:solidFill>
                  <a:srgbClr val="000000"/>
                </a:solidFill>
                <a:latin typeface="HGP創英角ｺﾞｼｯｸUB" pitchFamily="50" charset="-128"/>
                <a:ea typeface="HGP創英角ｺﾞｼｯｸUB" pitchFamily="50" charset="-128"/>
                <a:cs typeface="+mn-cs"/>
              </a:defRPr>
            </a:lvl4pPr>
            <a:lvl5pPr marL="1828800" algn="ctr" rtl="0" eaLnBrk="0" fontAlgn="ctr" hangingPunct="0">
              <a:spcBef>
                <a:spcPct val="50000"/>
              </a:spcBef>
              <a:spcAft>
                <a:spcPct val="0"/>
              </a:spcAft>
              <a:defRPr kumimoji="1" sz="1000" kern="1200">
                <a:solidFill>
                  <a:srgbClr val="000000"/>
                </a:solidFill>
                <a:latin typeface="HGP創英角ｺﾞｼｯｸUB" pitchFamily="50" charset="-128"/>
                <a:ea typeface="HGP創英角ｺﾞｼｯｸUB" pitchFamily="50" charset="-128"/>
                <a:cs typeface="+mn-cs"/>
              </a:defRPr>
            </a:lvl5pPr>
            <a:lvl6pPr marL="2286000" algn="l" defTabSz="914400" rtl="0" eaLnBrk="1" latinLnBrk="0" hangingPunct="1">
              <a:defRPr kumimoji="1" sz="1000" kern="1200">
                <a:solidFill>
                  <a:srgbClr val="000000"/>
                </a:solidFill>
                <a:latin typeface="HGP創英角ｺﾞｼｯｸUB" pitchFamily="50" charset="-128"/>
                <a:ea typeface="HGP創英角ｺﾞｼｯｸUB" pitchFamily="50" charset="-128"/>
                <a:cs typeface="+mn-cs"/>
              </a:defRPr>
            </a:lvl6pPr>
            <a:lvl7pPr marL="2743200" algn="l" defTabSz="914400" rtl="0" eaLnBrk="1" latinLnBrk="0" hangingPunct="1">
              <a:defRPr kumimoji="1" sz="1000" kern="1200">
                <a:solidFill>
                  <a:srgbClr val="000000"/>
                </a:solidFill>
                <a:latin typeface="HGP創英角ｺﾞｼｯｸUB" pitchFamily="50" charset="-128"/>
                <a:ea typeface="HGP創英角ｺﾞｼｯｸUB" pitchFamily="50" charset="-128"/>
                <a:cs typeface="+mn-cs"/>
              </a:defRPr>
            </a:lvl7pPr>
            <a:lvl8pPr marL="3200400" algn="l" defTabSz="914400" rtl="0" eaLnBrk="1" latinLnBrk="0" hangingPunct="1">
              <a:defRPr kumimoji="1" sz="1000" kern="1200">
                <a:solidFill>
                  <a:srgbClr val="000000"/>
                </a:solidFill>
                <a:latin typeface="HGP創英角ｺﾞｼｯｸUB" pitchFamily="50" charset="-128"/>
                <a:ea typeface="HGP創英角ｺﾞｼｯｸUB" pitchFamily="50" charset="-128"/>
                <a:cs typeface="+mn-cs"/>
              </a:defRPr>
            </a:lvl8pPr>
            <a:lvl9pPr marL="3657600" algn="l" defTabSz="914400" rtl="0" eaLnBrk="1" latinLnBrk="0" hangingPunct="1">
              <a:defRPr kumimoji="1" sz="1000" kern="1200">
                <a:solidFill>
                  <a:srgbClr val="000000"/>
                </a:solidFill>
                <a:latin typeface="HGP創英角ｺﾞｼｯｸUB" pitchFamily="50" charset="-128"/>
                <a:ea typeface="HGP創英角ｺﾞｼｯｸUB" pitchFamily="50" charset="-128"/>
                <a:cs typeface="+mn-cs"/>
              </a:defRPr>
            </a:lvl9pPr>
          </a:lstStyle>
          <a:p>
            <a:pPr lvl="0" defTabSz="685800">
              <a:spcBef>
                <a:spcPts val="0"/>
              </a:spcBef>
              <a:defRPr/>
            </a:pPr>
            <a:r>
              <a:rPr lang="ja-JP" altLang="en-US" sz="1200" b="1">
                <a:solidFill>
                  <a:schemeClr val="bg1"/>
                </a:solidFill>
                <a:latin typeface="游ゴシック"/>
                <a:ea typeface="游ゴシック"/>
                <a:cs typeface="Meiryo UI" panose="020B0604030504040204" pitchFamily="50" charset="-128"/>
              </a:rPr>
              <a:t>代表取締役会⻑</a:t>
            </a:r>
            <a:endParaRPr kumimoji="1" lang="en-US" altLang="ja-JP" sz="1200" b="1" i="0" u="none" strike="noStrike" kern="1200" cap="none" spc="0" normalizeH="0" baseline="0" noProof="0">
              <a:ln>
                <a:noFill/>
              </a:ln>
              <a:solidFill>
                <a:schemeClr val="bg1"/>
              </a:solidFill>
              <a:effectLst/>
              <a:uLnTx/>
              <a:uFillTx/>
              <a:latin typeface="游ゴシック"/>
              <a:ea typeface="游ゴシック"/>
              <a:cs typeface="Meiryo UI" panose="020B0604030504040204" pitchFamily="50" charset="-128"/>
            </a:endParaRPr>
          </a:p>
          <a:p>
            <a:pPr marL="0" marR="0" lvl="0" indent="0" algn="ctr" defTabSz="685800" rtl="0" eaLnBrk="0" fontAlgn="ctr" latinLnBrk="0" hangingPunct="0">
              <a:lnSpc>
                <a:spcPct val="100000"/>
              </a:lnSpc>
              <a:spcBef>
                <a:spcPts val="0"/>
              </a:spcBef>
              <a:spcAft>
                <a:spcPct val="0"/>
              </a:spcAft>
              <a:buClrTx/>
              <a:buSzTx/>
              <a:buFontTx/>
              <a:buNone/>
              <a:tabLst/>
              <a:defRPr/>
            </a:pPr>
            <a:r>
              <a:rPr kumimoji="1" lang="ja-JP" altLang="en-US" sz="1200" b="0" i="0" u="none" strike="noStrike" kern="1200" cap="none" spc="0" normalizeH="0" baseline="0" noProof="0">
                <a:ln>
                  <a:noFill/>
                </a:ln>
                <a:solidFill>
                  <a:schemeClr val="accent6">
                    <a:lumMod val="40000"/>
                    <a:lumOff val="60000"/>
                  </a:schemeClr>
                </a:solidFill>
                <a:effectLst/>
                <a:uLnTx/>
                <a:uFillTx/>
                <a:latin typeface="游ゴシック"/>
                <a:ea typeface="游ゴシック"/>
                <a:cs typeface="Meiryo UI" panose="020B0604030504040204" pitchFamily="50" charset="-128"/>
              </a:rPr>
              <a:t>　</a:t>
            </a:r>
            <a:endParaRPr kumimoji="1" lang="en-US" altLang="ja-JP" sz="1200" b="0" i="0" u="none" strike="noStrike" kern="1200" cap="none" spc="0" normalizeH="0" baseline="0" noProof="0">
              <a:ln>
                <a:noFill/>
              </a:ln>
              <a:solidFill>
                <a:schemeClr val="accent6">
                  <a:lumMod val="40000"/>
                  <a:lumOff val="60000"/>
                </a:schemeClr>
              </a:solidFill>
              <a:effectLst/>
              <a:uLnTx/>
              <a:uFillTx/>
              <a:latin typeface="游ゴシック"/>
              <a:ea typeface="游ゴシック"/>
              <a:cs typeface="Meiryo UI" panose="020B0604030504040204" pitchFamily="50" charset="-128"/>
            </a:endParaRPr>
          </a:p>
          <a:p>
            <a:pPr marL="0" marR="0" lvl="0" indent="0" algn="ctr" defTabSz="685800" rtl="0" eaLnBrk="0" fontAlgn="ctr" latinLnBrk="0" hangingPunct="0">
              <a:lnSpc>
                <a:spcPct val="100000"/>
              </a:lnSpc>
              <a:spcBef>
                <a:spcPts val="0"/>
              </a:spcBef>
              <a:spcAft>
                <a:spcPct val="0"/>
              </a:spcAft>
              <a:buClrTx/>
              <a:buSzTx/>
              <a:buFontTx/>
              <a:buNone/>
              <a:tabLst/>
              <a:defRPr/>
            </a:pPr>
            <a:r>
              <a:rPr kumimoji="1" lang="ja-JP" altLang="en-US" sz="1200" b="1" i="0" u="none" strike="noStrike" kern="1200" cap="none" spc="0" normalizeH="0" baseline="0" noProof="0">
                <a:ln>
                  <a:noFill/>
                </a:ln>
                <a:solidFill>
                  <a:schemeClr val="bg1"/>
                </a:solidFill>
                <a:effectLst/>
                <a:uLnTx/>
                <a:uFillTx/>
                <a:latin typeface="游ゴシック"/>
                <a:ea typeface="游ゴシック"/>
                <a:cs typeface="Meiryo UI" panose="020B0604030504040204" pitchFamily="50" charset="-128"/>
              </a:rPr>
              <a:t>多田 尚二</a:t>
            </a:r>
            <a:endParaRPr kumimoji="1" lang="en-US" altLang="ja-JP" sz="1200" b="1" i="0" u="none" strike="noStrike" kern="1200" cap="none" spc="0" normalizeH="0" baseline="0" noProof="0">
              <a:ln>
                <a:noFill/>
              </a:ln>
              <a:solidFill>
                <a:schemeClr val="bg1"/>
              </a:solidFill>
              <a:effectLst/>
              <a:uLnTx/>
              <a:uFillTx/>
              <a:latin typeface="游ゴシック"/>
              <a:ea typeface="游ゴシック"/>
              <a:cs typeface="Meiryo UI" panose="020B0604030504040204" pitchFamily="50" charset="-128"/>
            </a:endParaRPr>
          </a:p>
        </p:txBody>
      </p:sp>
      <p:cxnSp>
        <p:nvCxnSpPr>
          <p:cNvPr id="41" name="直線コネクタ 40">
            <a:extLst>
              <a:ext uri="{FF2B5EF4-FFF2-40B4-BE49-F238E27FC236}">
                <a16:creationId xmlns:a16="http://schemas.microsoft.com/office/drawing/2014/main" id="{AD8E2BC1-AFE4-08F1-951A-62315A6B42F4}"/>
              </a:ext>
            </a:extLst>
          </p:cNvPr>
          <p:cNvCxnSpPr>
            <a:cxnSpLocks/>
            <a:endCxn id="2" idx="0"/>
          </p:cNvCxnSpPr>
          <p:nvPr/>
        </p:nvCxnSpPr>
        <p:spPr>
          <a:xfrm>
            <a:off x="2084901" y="2731250"/>
            <a:ext cx="0" cy="307916"/>
          </a:xfrm>
          <a:prstGeom prst="line">
            <a:avLst/>
          </a:prstGeom>
          <a:ln w="19050">
            <a:solidFill>
              <a:srgbClr val="014097"/>
            </a:solidFill>
          </a:ln>
        </p:spPr>
        <p:style>
          <a:lnRef idx="1">
            <a:schemeClr val="accent1"/>
          </a:lnRef>
          <a:fillRef idx="0">
            <a:schemeClr val="accent1"/>
          </a:fillRef>
          <a:effectRef idx="0">
            <a:schemeClr val="accent1"/>
          </a:effectRef>
          <a:fontRef idx="minor">
            <a:schemeClr val="tx1"/>
          </a:fontRef>
        </p:style>
      </p:cxnSp>
      <p:sp>
        <p:nvSpPr>
          <p:cNvPr id="48" name="正方形/長方形 47">
            <a:extLst>
              <a:ext uri="{FF2B5EF4-FFF2-40B4-BE49-F238E27FC236}">
                <a16:creationId xmlns:a16="http://schemas.microsoft.com/office/drawing/2014/main" id="{263B69B0-0E78-C4A1-9C30-61FA68F51F83}"/>
              </a:ext>
            </a:extLst>
          </p:cNvPr>
          <p:cNvSpPr/>
          <p:nvPr/>
        </p:nvSpPr>
        <p:spPr>
          <a:xfrm>
            <a:off x="8572073" y="951637"/>
            <a:ext cx="2818800" cy="158400"/>
          </a:xfrm>
          <a:prstGeom prst="rect">
            <a:avLst/>
          </a:prstGeom>
          <a:solidFill>
            <a:srgbClr val="014097"/>
          </a:solidFill>
          <a:ln>
            <a:noFill/>
          </a:ln>
          <a:effectLst/>
        </p:spPr>
        <p:style>
          <a:lnRef idx="1">
            <a:schemeClr val="accent2"/>
          </a:lnRef>
          <a:fillRef idx="2">
            <a:schemeClr val="accent2"/>
          </a:fillRef>
          <a:effectRef idx="1">
            <a:schemeClr val="accent2"/>
          </a:effectRef>
          <a:fontRef idx="minor">
            <a:schemeClr val="dk1"/>
          </a:fontRef>
        </p:style>
        <p:txBody>
          <a:bodyPr tIns="0" bIns="0" numCol="1" rtlCol="0" anchor="ctr" anchorCtr="0"/>
          <a:lstStyle>
            <a:defPPr>
              <a:defRPr lang="ja-JP"/>
            </a:defPPr>
            <a:lvl1pPr algn="ctr" rtl="0" eaLnBrk="0" fontAlgn="ctr" hangingPunct="0">
              <a:spcBef>
                <a:spcPct val="50000"/>
              </a:spcBef>
              <a:spcAft>
                <a:spcPct val="0"/>
              </a:spcAft>
              <a:defRPr kumimoji="1" sz="1000" kern="1200">
                <a:solidFill>
                  <a:schemeClr val="dk1"/>
                </a:solidFill>
                <a:latin typeface="+mn-lt"/>
                <a:ea typeface="+mn-ea"/>
                <a:cs typeface="+mn-cs"/>
              </a:defRPr>
            </a:lvl1pPr>
            <a:lvl2pPr marL="457200" algn="ctr" rtl="0" eaLnBrk="0" fontAlgn="ctr" hangingPunct="0">
              <a:spcBef>
                <a:spcPct val="50000"/>
              </a:spcBef>
              <a:spcAft>
                <a:spcPct val="0"/>
              </a:spcAft>
              <a:defRPr kumimoji="1" sz="1000" kern="1200">
                <a:solidFill>
                  <a:schemeClr val="dk1"/>
                </a:solidFill>
                <a:latin typeface="+mn-lt"/>
                <a:ea typeface="+mn-ea"/>
                <a:cs typeface="+mn-cs"/>
              </a:defRPr>
            </a:lvl2pPr>
            <a:lvl3pPr marL="914400" algn="ctr" rtl="0" eaLnBrk="0" fontAlgn="ctr" hangingPunct="0">
              <a:spcBef>
                <a:spcPct val="50000"/>
              </a:spcBef>
              <a:spcAft>
                <a:spcPct val="0"/>
              </a:spcAft>
              <a:defRPr kumimoji="1" sz="1000" kern="1200">
                <a:solidFill>
                  <a:schemeClr val="dk1"/>
                </a:solidFill>
                <a:latin typeface="+mn-lt"/>
                <a:ea typeface="+mn-ea"/>
                <a:cs typeface="+mn-cs"/>
              </a:defRPr>
            </a:lvl3pPr>
            <a:lvl4pPr marL="1371600" algn="ctr" rtl="0" eaLnBrk="0" fontAlgn="ctr" hangingPunct="0">
              <a:spcBef>
                <a:spcPct val="50000"/>
              </a:spcBef>
              <a:spcAft>
                <a:spcPct val="0"/>
              </a:spcAft>
              <a:defRPr kumimoji="1" sz="1000" kern="1200">
                <a:solidFill>
                  <a:schemeClr val="dk1"/>
                </a:solidFill>
                <a:latin typeface="+mn-lt"/>
                <a:ea typeface="+mn-ea"/>
                <a:cs typeface="+mn-cs"/>
              </a:defRPr>
            </a:lvl4pPr>
            <a:lvl5pPr marL="1828800" algn="ctr" rtl="0" eaLnBrk="0" fontAlgn="ctr" hangingPunct="0">
              <a:spcBef>
                <a:spcPct val="50000"/>
              </a:spcBef>
              <a:spcAft>
                <a:spcPct val="0"/>
              </a:spcAft>
              <a:defRPr kumimoji="1" sz="1000" kern="1200">
                <a:solidFill>
                  <a:schemeClr val="dk1"/>
                </a:solidFill>
                <a:latin typeface="+mn-lt"/>
                <a:ea typeface="+mn-ea"/>
                <a:cs typeface="+mn-cs"/>
              </a:defRPr>
            </a:lvl5pPr>
            <a:lvl6pPr marL="2286000" algn="l" defTabSz="914400" rtl="0" eaLnBrk="1" latinLnBrk="0" hangingPunct="1">
              <a:defRPr kumimoji="1" sz="1000" kern="1200">
                <a:solidFill>
                  <a:schemeClr val="dk1"/>
                </a:solidFill>
                <a:latin typeface="+mn-lt"/>
                <a:ea typeface="+mn-ea"/>
                <a:cs typeface="+mn-cs"/>
              </a:defRPr>
            </a:lvl6pPr>
            <a:lvl7pPr marL="2743200" algn="l" defTabSz="914400" rtl="0" eaLnBrk="1" latinLnBrk="0" hangingPunct="1">
              <a:defRPr kumimoji="1" sz="1000" kern="1200">
                <a:solidFill>
                  <a:schemeClr val="dk1"/>
                </a:solidFill>
                <a:latin typeface="+mn-lt"/>
                <a:ea typeface="+mn-ea"/>
                <a:cs typeface="+mn-cs"/>
              </a:defRPr>
            </a:lvl7pPr>
            <a:lvl8pPr marL="3200400" algn="l" defTabSz="914400" rtl="0" eaLnBrk="1" latinLnBrk="0" hangingPunct="1">
              <a:defRPr kumimoji="1" sz="1000" kern="1200">
                <a:solidFill>
                  <a:schemeClr val="dk1"/>
                </a:solidFill>
                <a:latin typeface="+mn-lt"/>
                <a:ea typeface="+mn-ea"/>
                <a:cs typeface="+mn-cs"/>
              </a:defRPr>
            </a:lvl8pPr>
            <a:lvl9pPr marL="3657600" algn="l" defTabSz="914400" rtl="0" eaLnBrk="1" latinLnBrk="0" hangingPunct="1">
              <a:defRPr kumimoji="1" sz="1000" kern="1200">
                <a:solidFill>
                  <a:schemeClr val="dk1"/>
                </a:solidFill>
                <a:latin typeface="+mn-lt"/>
                <a:ea typeface="+mn-ea"/>
                <a:cs typeface="+mn-cs"/>
              </a:defRPr>
            </a:lvl9pPr>
          </a:lstStyle>
          <a:p>
            <a:pPr marL="0" marR="0" lvl="0" indent="0" algn="ctr" defTabSz="685800" rtl="0" eaLnBrk="0" fontAlgn="ctr" latinLnBrk="0" hangingPunct="0">
              <a:lnSpc>
                <a:spcPct val="100000"/>
              </a:lnSpc>
              <a:spcBef>
                <a:spcPts val="0"/>
              </a:spcBef>
              <a:spcAft>
                <a:spcPct val="0"/>
              </a:spcAft>
              <a:buClrTx/>
              <a:buSzTx/>
              <a:buFontTx/>
              <a:buNone/>
              <a:tabLst/>
              <a:defRPr/>
            </a:pPr>
            <a:r>
              <a:rPr kumimoji="1" lang="ja-JP" altLang="en-US" sz="1050" b="1" i="0" u="none" strike="noStrike" kern="1200" cap="none" spc="0" normalizeH="0" baseline="0" noProof="0">
                <a:ln>
                  <a:noFill/>
                </a:ln>
                <a:solidFill>
                  <a:schemeClr val="bg1"/>
                </a:solidFill>
                <a:effectLst/>
                <a:uLnTx/>
                <a:uFillTx/>
                <a:latin typeface="游ゴシック"/>
                <a:ea typeface="游ゴシック"/>
                <a:cs typeface="+mn-cs"/>
              </a:rPr>
              <a:t>営業統括部</a:t>
            </a:r>
            <a:endParaRPr kumimoji="1" lang="en-US" altLang="ja-JP" sz="1050" b="1" i="0" u="none" strike="noStrike" kern="1200" cap="none" spc="0" normalizeH="0" baseline="0" noProof="0">
              <a:ln>
                <a:noFill/>
              </a:ln>
              <a:solidFill>
                <a:schemeClr val="bg1"/>
              </a:solidFill>
              <a:effectLst/>
              <a:uLnTx/>
              <a:uFillTx/>
              <a:latin typeface="游ゴシック"/>
              <a:ea typeface="游ゴシック"/>
              <a:cs typeface="+mn-cs"/>
            </a:endParaRPr>
          </a:p>
        </p:txBody>
      </p:sp>
      <p:pic>
        <p:nvPicPr>
          <p:cNvPr id="3" name="図 2">
            <a:extLst>
              <a:ext uri="{FF2B5EF4-FFF2-40B4-BE49-F238E27FC236}">
                <a16:creationId xmlns:a16="http://schemas.microsoft.com/office/drawing/2014/main" id="{1CE03126-ED03-CAB9-AA44-3D2390A3F75A}"/>
              </a:ext>
            </a:extLst>
          </p:cNvPr>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4167003" y="1980476"/>
            <a:ext cx="808236" cy="807976"/>
          </a:xfrm>
          <a:prstGeom prst="rect">
            <a:avLst/>
          </a:prstGeom>
        </p:spPr>
      </p:pic>
      <p:sp>
        <p:nvSpPr>
          <p:cNvPr id="11" name="object 10">
            <a:extLst>
              <a:ext uri="{FF2B5EF4-FFF2-40B4-BE49-F238E27FC236}">
                <a16:creationId xmlns:a16="http://schemas.microsoft.com/office/drawing/2014/main" id="{7B8BD300-F930-104E-9E90-2550A77D5D32}"/>
              </a:ext>
            </a:extLst>
          </p:cNvPr>
          <p:cNvSpPr/>
          <p:nvPr/>
        </p:nvSpPr>
        <p:spPr>
          <a:xfrm>
            <a:off x="127000" y="325499"/>
            <a:ext cx="190500" cy="706755"/>
          </a:xfrm>
          <a:custGeom>
            <a:avLst/>
            <a:gdLst/>
            <a:ahLst/>
            <a:cxnLst/>
            <a:rect l="l" t="t" r="r" b="b"/>
            <a:pathLst>
              <a:path w="190500" h="706755">
                <a:moveTo>
                  <a:pt x="190500" y="0"/>
                </a:moveTo>
                <a:lnTo>
                  <a:pt x="0" y="0"/>
                </a:lnTo>
                <a:lnTo>
                  <a:pt x="0" y="706501"/>
                </a:lnTo>
                <a:lnTo>
                  <a:pt x="190500" y="516000"/>
                </a:lnTo>
                <a:lnTo>
                  <a:pt x="190500" y="0"/>
                </a:lnTo>
                <a:close/>
              </a:path>
            </a:pathLst>
          </a:custGeom>
          <a:solidFill>
            <a:schemeClr val="bg2"/>
          </a:solidFill>
        </p:spPr>
        <p:txBody>
          <a:bodyPr wrap="square" lIns="0" tIns="0" rIns="0" bIns="0" rtlCol="0"/>
          <a:lstStyle/>
          <a:p>
            <a:endParaRPr/>
          </a:p>
        </p:txBody>
      </p:sp>
      <p:sp>
        <p:nvSpPr>
          <p:cNvPr id="12" name="object 11">
            <a:extLst>
              <a:ext uri="{FF2B5EF4-FFF2-40B4-BE49-F238E27FC236}">
                <a16:creationId xmlns:a16="http://schemas.microsoft.com/office/drawing/2014/main" id="{52AA573D-99DC-90AA-65EA-34FE68A7C3F6}"/>
              </a:ext>
            </a:extLst>
          </p:cNvPr>
          <p:cNvSpPr/>
          <p:nvPr/>
        </p:nvSpPr>
        <p:spPr>
          <a:xfrm>
            <a:off x="0" y="0"/>
            <a:ext cx="317500" cy="6858000"/>
          </a:xfrm>
          <a:custGeom>
            <a:avLst/>
            <a:gdLst/>
            <a:ahLst/>
            <a:cxnLst/>
            <a:rect l="l" t="t" r="r" b="b"/>
            <a:pathLst>
              <a:path w="317500" h="6858000">
                <a:moveTo>
                  <a:pt x="317500" y="0"/>
                </a:moveTo>
                <a:lnTo>
                  <a:pt x="0" y="0"/>
                </a:lnTo>
                <a:lnTo>
                  <a:pt x="0" y="6858000"/>
                </a:lnTo>
                <a:lnTo>
                  <a:pt x="127000" y="6858000"/>
                </a:lnTo>
                <a:lnTo>
                  <a:pt x="127000" y="897001"/>
                </a:lnTo>
                <a:lnTo>
                  <a:pt x="317500" y="706501"/>
                </a:lnTo>
                <a:lnTo>
                  <a:pt x="317500" y="0"/>
                </a:lnTo>
                <a:close/>
              </a:path>
            </a:pathLst>
          </a:custGeom>
          <a:solidFill>
            <a:schemeClr val="tx2"/>
          </a:solidFill>
        </p:spPr>
        <p:txBody>
          <a:bodyPr wrap="square" lIns="0" tIns="0" rIns="0" bIns="0" rtlCol="0"/>
          <a:lstStyle/>
          <a:p>
            <a:endParaRPr/>
          </a:p>
        </p:txBody>
      </p:sp>
      <p:grpSp>
        <p:nvGrpSpPr>
          <p:cNvPr id="42" name="object 13">
            <a:extLst>
              <a:ext uri="{FF2B5EF4-FFF2-40B4-BE49-F238E27FC236}">
                <a16:creationId xmlns:a16="http://schemas.microsoft.com/office/drawing/2014/main" id="{8E924CE5-336C-88CD-431D-B17A17BE730B}"/>
              </a:ext>
            </a:extLst>
          </p:cNvPr>
          <p:cNvGrpSpPr/>
          <p:nvPr/>
        </p:nvGrpSpPr>
        <p:grpSpPr>
          <a:xfrm>
            <a:off x="12065000" y="0"/>
            <a:ext cx="127000" cy="6858000"/>
            <a:chOff x="12065000" y="0"/>
            <a:chExt cx="127000" cy="6858000"/>
          </a:xfrm>
        </p:grpSpPr>
        <p:sp>
          <p:nvSpPr>
            <p:cNvPr id="44" name="object 14">
              <a:extLst>
                <a:ext uri="{FF2B5EF4-FFF2-40B4-BE49-F238E27FC236}">
                  <a16:creationId xmlns:a16="http://schemas.microsoft.com/office/drawing/2014/main" id="{8AE0BF8D-817F-EDCC-625F-E8046C686B9F}"/>
                </a:ext>
              </a:extLst>
            </p:cNvPr>
            <p:cNvSpPr/>
            <p:nvPr/>
          </p:nvSpPr>
          <p:spPr>
            <a:xfrm>
              <a:off x="12065000" y="0"/>
              <a:ext cx="127000" cy="5143500"/>
            </a:xfrm>
            <a:custGeom>
              <a:avLst/>
              <a:gdLst/>
              <a:ahLst/>
              <a:cxnLst/>
              <a:rect l="l" t="t" r="r" b="b"/>
              <a:pathLst>
                <a:path w="127000" h="5143500">
                  <a:moveTo>
                    <a:pt x="0" y="5143500"/>
                  </a:moveTo>
                  <a:lnTo>
                    <a:pt x="127000" y="5143500"/>
                  </a:lnTo>
                  <a:lnTo>
                    <a:pt x="127000" y="0"/>
                  </a:lnTo>
                  <a:lnTo>
                    <a:pt x="0" y="0"/>
                  </a:lnTo>
                  <a:lnTo>
                    <a:pt x="0" y="5143500"/>
                  </a:lnTo>
                  <a:close/>
                </a:path>
              </a:pathLst>
            </a:custGeom>
            <a:solidFill>
              <a:schemeClr val="tx2"/>
            </a:solidFill>
          </p:spPr>
          <p:txBody>
            <a:bodyPr wrap="square" lIns="0" tIns="0" rIns="0" bIns="0" rtlCol="0"/>
            <a:lstStyle/>
            <a:p>
              <a:endParaRPr/>
            </a:p>
          </p:txBody>
        </p:sp>
        <p:sp>
          <p:nvSpPr>
            <p:cNvPr id="46" name="object 15">
              <a:extLst>
                <a:ext uri="{FF2B5EF4-FFF2-40B4-BE49-F238E27FC236}">
                  <a16:creationId xmlns:a16="http://schemas.microsoft.com/office/drawing/2014/main" id="{BBF7AB03-DE6B-17A5-F0DE-523CF30C8230}"/>
                </a:ext>
              </a:extLst>
            </p:cNvPr>
            <p:cNvSpPr/>
            <p:nvPr/>
          </p:nvSpPr>
          <p:spPr>
            <a:xfrm>
              <a:off x="12065000" y="5143500"/>
              <a:ext cx="127000" cy="1714500"/>
            </a:xfrm>
            <a:custGeom>
              <a:avLst/>
              <a:gdLst/>
              <a:ahLst/>
              <a:cxnLst/>
              <a:rect l="l" t="t" r="r" b="b"/>
              <a:pathLst>
                <a:path w="127000" h="1714500">
                  <a:moveTo>
                    <a:pt x="127000" y="0"/>
                  </a:moveTo>
                  <a:lnTo>
                    <a:pt x="0" y="0"/>
                  </a:lnTo>
                  <a:lnTo>
                    <a:pt x="0" y="1714500"/>
                  </a:lnTo>
                  <a:lnTo>
                    <a:pt x="127000" y="1714500"/>
                  </a:lnTo>
                  <a:lnTo>
                    <a:pt x="127000" y="0"/>
                  </a:lnTo>
                  <a:close/>
                </a:path>
              </a:pathLst>
            </a:custGeom>
            <a:solidFill>
              <a:schemeClr val="bg2"/>
            </a:solidFill>
          </p:spPr>
          <p:txBody>
            <a:bodyPr wrap="square" lIns="0" tIns="0" rIns="0" bIns="0" rtlCol="0"/>
            <a:lstStyle/>
            <a:p>
              <a:endParaRPr/>
            </a:p>
          </p:txBody>
        </p:sp>
      </p:grpSp>
    </p:spTree>
    <p:extLst>
      <p:ext uri="{BB962C8B-B14F-4D97-AF65-F5344CB8AC3E}">
        <p14:creationId xmlns:p14="http://schemas.microsoft.com/office/powerpoint/2010/main" val="3942016044"/>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8CDE7C-DF53-D8EB-0A07-B52DAB377465}"/>
            </a:ext>
          </a:extLst>
        </p:cNvPr>
        <p:cNvGrpSpPr/>
        <p:nvPr/>
      </p:nvGrpSpPr>
      <p:grpSpPr>
        <a:xfrm>
          <a:off x="0" y="0"/>
          <a:ext cx="0" cy="0"/>
          <a:chOff x="0" y="0"/>
          <a:chExt cx="0" cy="0"/>
        </a:xfrm>
      </p:grpSpPr>
      <p:pic>
        <p:nvPicPr>
          <p:cNvPr id="33" name="図 32" descr="背景パターン&#10;&#10;自動的に生成された説明">
            <a:extLst>
              <a:ext uri="{FF2B5EF4-FFF2-40B4-BE49-F238E27FC236}">
                <a16:creationId xmlns:a16="http://schemas.microsoft.com/office/drawing/2014/main" id="{F0DCFBCC-2400-BDAF-71FE-AABB123EA7F0}"/>
              </a:ext>
            </a:extLst>
          </p:cNvPr>
          <p:cNvPicPr/>
          <p:nvPr/>
        </p:nvPicPr>
        <p:blipFill>
          <a:blip r:embed="rId3" cstate="email">
            <a:alphaModFix amt="20000"/>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a:ext>
            </a:extLst>
          </a:blip>
          <a:stretch>
            <a:fillRect/>
          </a:stretch>
        </p:blipFill>
        <p:spPr>
          <a:xfrm>
            <a:off x="52812" y="0"/>
            <a:ext cx="12086376" cy="6878084"/>
          </a:xfrm>
          <a:prstGeom prst="rect">
            <a:avLst/>
          </a:prstGeom>
        </p:spPr>
      </p:pic>
      <p:cxnSp>
        <p:nvCxnSpPr>
          <p:cNvPr id="75" name="直線コネクタ 74">
            <a:extLst>
              <a:ext uri="{FF2B5EF4-FFF2-40B4-BE49-F238E27FC236}">
                <a16:creationId xmlns:a16="http://schemas.microsoft.com/office/drawing/2014/main" id="{2C93F758-A12B-15D7-25DF-28978064C250}"/>
              </a:ext>
            </a:extLst>
          </p:cNvPr>
          <p:cNvCxnSpPr>
            <a:cxnSpLocks/>
          </p:cNvCxnSpPr>
          <p:nvPr/>
        </p:nvCxnSpPr>
        <p:spPr>
          <a:xfrm>
            <a:off x="8410843" y="101166"/>
            <a:ext cx="0" cy="2112984"/>
          </a:xfrm>
          <a:prstGeom prst="line">
            <a:avLst/>
          </a:prstGeom>
          <a:ln>
            <a:solidFill>
              <a:srgbClr val="014097"/>
            </a:solidFill>
          </a:ln>
          <a:effectLst/>
        </p:spPr>
        <p:style>
          <a:lnRef idx="2">
            <a:schemeClr val="accent1"/>
          </a:lnRef>
          <a:fillRef idx="0">
            <a:schemeClr val="accent1"/>
          </a:fillRef>
          <a:effectRef idx="1">
            <a:schemeClr val="accent1"/>
          </a:effectRef>
          <a:fontRef idx="minor">
            <a:schemeClr val="tx1"/>
          </a:fontRef>
        </p:style>
      </p:cxnSp>
      <p:sp>
        <p:nvSpPr>
          <p:cNvPr id="5" name="正方形/長方形 4">
            <a:extLst>
              <a:ext uri="{FF2B5EF4-FFF2-40B4-BE49-F238E27FC236}">
                <a16:creationId xmlns:a16="http://schemas.microsoft.com/office/drawing/2014/main" id="{2907B71E-4B67-CB7A-83AB-30B0EAB93006}"/>
              </a:ext>
            </a:extLst>
          </p:cNvPr>
          <p:cNvSpPr/>
          <p:nvPr/>
        </p:nvSpPr>
        <p:spPr>
          <a:xfrm>
            <a:off x="310552" y="2077369"/>
            <a:ext cx="3152710" cy="2901077"/>
          </a:xfrm>
          <a:prstGeom prst="rect">
            <a:avLst/>
          </a:prstGeom>
          <a:solidFill>
            <a:srgbClr val="0140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1" i="0" u="none" strike="noStrike" kern="1200" cap="none" spc="0" normalizeH="0" baseline="0" noProof="0">
                <a:ln>
                  <a:noFill/>
                </a:ln>
                <a:solidFill>
                  <a:srgbClr val="FFFFFF"/>
                </a:solidFill>
                <a:effectLst/>
                <a:uLnTx/>
                <a:uFillTx/>
                <a:latin typeface="游ゴシック"/>
                <a:ea typeface="游ゴシック"/>
                <a:cs typeface="+mn-cs"/>
              </a:rPr>
              <a:t>サービスソリューション事業本部</a:t>
            </a:r>
            <a:endParaRPr kumimoji="1" lang="en-US" altLang="ja-JP" sz="1400" b="1" i="0" u="none" strike="noStrike" kern="1200" cap="none" spc="0" normalizeH="0" baseline="0" noProof="0">
              <a:ln>
                <a:noFill/>
              </a:ln>
              <a:solidFill>
                <a:srgbClr val="FFFFFF"/>
              </a:solidFill>
              <a:effectLst/>
              <a:uLnTx/>
              <a:uFillTx/>
              <a:latin typeface="游ゴシック"/>
              <a:ea typeface="游ゴシック"/>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800" b="1" i="0" u="none" strike="noStrike" kern="1200" cap="none" spc="0" normalizeH="0" baseline="0" noProof="0">
              <a:ln>
                <a:noFill/>
              </a:ln>
              <a:solidFill>
                <a:srgbClr val="FFFFFF"/>
              </a:solidFill>
              <a:effectLst/>
              <a:uLnTx/>
              <a:uFillTx/>
              <a:latin typeface="游ゴシック"/>
              <a:ea typeface="游ゴシック"/>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800" b="1" i="0" u="none" strike="noStrike" kern="1200" cap="none" spc="0" normalizeH="0" baseline="0" noProof="0">
              <a:ln>
                <a:noFill/>
              </a:ln>
              <a:solidFill>
                <a:srgbClr val="FFFFFF"/>
              </a:solidFill>
              <a:effectLst/>
              <a:uLnTx/>
              <a:uFillTx/>
              <a:latin typeface="游ゴシック"/>
              <a:ea typeface="游ゴシック"/>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800" b="1" i="0" u="none" strike="noStrike" kern="1200" cap="none" spc="0" normalizeH="0" baseline="0" noProof="0">
              <a:ln>
                <a:noFill/>
              </a:ln>
              <a:solidFill>
                <a:srgbClr val="FFFFFF"/>
              </a:solidFill>
              <a:effectLst/>
              <a:uLnTx/>
              <a:uFillTx/>
              <a:latin typeface="游ゴシック"/>
              <a:ea typeface="游ゴシック"/>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800" b="1" i="0" u="none" strike="noStrike" kern="1200" cap="none" spc="0" normalizeH="0" baseline="0" noProof="0">
              <a:ln>
                <a:noFill/>
              </a:ln>
              <a:solidFill>
                <a:srgbClr val="FFFFFF"/>
              </a:solidFill>
              <a:effectLst/>
              <a:uLnTx/>
              <a:uFillTx/>
              <a:latin typeface="游ゴシック"/>
              <a:ea typeface="游ゴシック"/>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800" b="1" i="0" u="none" strike="noStrike" kern="1200" cap="none" spc="0" normalizeH="0" baseline="0" noProof="0">
              <a:ln>
                <a:noFill/>
              </a:ln>
              <a:solidFill>
                <a:srgbClr val="FFFFFF"/>
              </a:solidFill>
              <a:effectLst/>
              <a:uLnTx/>
              <a:uFillTx/>
              <a:latin typeface="游ゴシック"/>
              <a:ea typeface="游ゴシック"/>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800" b="1" i="0" u="none" strike="noStrike" kern="1200" cap="none" spc="0" normalizeH="0" baseline="0" noProof="0">
              <a:ln>
                <a:noFill/>
              </a:ln>
              <a:solidFill>
                <a:srgbClr val="FFFFFF"/>
              </a:solidFill>
              <a:effectLst/>
              <a:uLnTx/>
              <a:uFillTx/>
              <a:latin typeface="游ゴシック"/>
              <a:ea typeface="游ゴシック"/>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FFFFFF"/>
                </a:solidFill>
                <a:effectLst/>
                <a:uLnTx/>
                <a:uFillTx/>
                <a:latin typeface="游ゴシック"/>
                <a:ea typeface="游ゴシック"/>
                <a:cs typeface="+mn-cs"/>
              </a:rPr>
              <a:t>　　　</a:t>
            </a:r>
            <a:endParaRPr kumimoji="1" lang="en-US" altLang="ja-JP" sz="1200" b="0" i="0" u="none" strike="noStrike" kern="1200" cap="none" spc="0" normalizeH="0" baseline="0" noProof="0">
              <a:ln>
                <a:noFill/>
              </a:ln>
              <a:solidFill>
                <a:srgbClr val="FFFFFF"/>
              </a:solidFill>
              <a:effectLst/>
              <a:uLnTx/>
              <a:uFillTx/>
              <a:latin typeface="游ゴシック"/>
              <a:ea typeface="游ゴシック"/>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200" b="0" i="0" u="none" strike="noStrike" kern="1200" cap="none" spc="0" normalizeH="0" baseline="0" noProof="0">
              <a:ln>
                <a:noFill/>
              </a:ln>
              <a:solidFill>
                <a:srgbClr val="FFFFFF"/>
              </a:solidFill>
              <a:effectLst/>
              <a:uLnTx/>
              <a:uFillTx/>
              <a:latin typeface="游ゴシック"/>
              <a:ea typeface="游ゴシック"/>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200" b="0" i="0" u="none" strike="noStrike" kern="1200" cap="none" spc="0" normalizeH="0" baseline="0" noProof="0">
              <a:ln>
                <a:noFill/>
              </a:ln>
              <a:solidFill>
                <a:srgbClr val="FFFFFF"/>
              </a:solidFill>
              <a:effectLst/>
              <a:uLnTx/>
              <a:uFillTx/>
              <a:latin typeface="游ゴシック"/>
              <a:ea typeface="游ゴシック"/>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200" b="0" i="0" u="none" strike="noStrike" kern="1200" cap="none" spc="0" normalizeH="0" baseline="0" noProof="0">
              <a:ln>
                <a:noFill/>
              </a:ln>
              <a:solidFill>
                <a:srgbClr val="FFFFFF"/>
              </a:solidFill>
              <a:effectLst/>
              <a:uLnTx/>
              <a:uFillTx/>
              <a:latin typeface="游ゴシック"/>
              <a:ea typeface="游ゴシック"/>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200" b="0" i="0" u="none" strike="noStrike" kern="1200" cap="none" spc="0" normalizeH="0" baseline="0" noProof="0">
              <a:ln>
                <a:noFill/>
              </a:ln>
              <a:solidFill>
                <a:srgbClr val="FFFFFF"/>
              </a:solidFill>
              <a:effectLst/>
              <a:uLnTx/>
              <a:uFillTx/>
              <a:latin typeface="游ゴシック"/>
              <a:ea typeface="游ゴシック"/>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200" b="0" i="0" u="none" strike="noStrike" kern="1200" cap="none" spc="0" normalizeH="0" baseline="0" noProof="0">
              <a:ln>
                <a:noFill/>
              </a:ln>
              <a:solidFill>
                <a:srgbClr val="FFFFFF"/>
              </a:solidFill>
              <a:effectLst/>
              <a:uLnTx/>
              <a:uFillTx/>
              <a:latin typeface="游ゴシック"/>
              <a:ea typeface="游ゴシック"/>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200" b="0" i="0" u="none" strike="noStrike" kern="1200" cap="none" spc="0" normalizeH="0" baseline="0" noProof="0">
              <a:ln>
                <a:noFill/>
              </a:ln>
              <a:solidFill>
                <a:srgbClr val="FFFFFF"/>
              </a:solidFill>
              <a:effectLst/>
              <a:uLnTx/>
              <a:uFillTx/>
              <a:latin typeface="游ゴシック"/>
              <a:ea typeface="游ゴシック"/>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FFFFFF"/>
                </a:solidFill>
                <a:effectLst/>
                <a:uLnTx/>
                <a:uFillTx/>
                <a:latin typeface="游ゴシック"/>
                <a:ea typeface="游ゴシック"/>
                <a:cs typeface="+mn-cs"/>
              </a:rPr>
              <a:t>　　</a:t>
            </a:r>
          </a:p>
        </p:txBody>
      </p:sp>
      <p:sp>
        <p:nvSpPr>
          <p:cNvPr id="7" name="正方形/長方形 6">
            <a:extLst>
              <a:ext uri="{FF2B5EF4-FFF2-40B4-BE49-F238E27FC236}">
                <a16:creationId xmlns:a16="http://schemas.microsoft.com/office/drawing/2014/main" id="{F1368294-FC09-505E-CA5D-53D9019CC7D3}"/>
              </a:ext>
            </a:extLst>
          </p:cNvPr>
          <p:cNvSpPr/>
          <p:nvPr/>
        </p:nvSpPr>
        <p:spPr>
          <a:xfrm>
            <a:off x="4202909" y="2251448"/>
            <a:ext cx="3463262" cy="1452941"/>
          </a:xfrm>
          <a:prstGeom prst="rect">
            <a:avLst/>
          </a:prstGeom>
          <a:solidFill>
            <a:srgbClr val="0140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b="1" i="0" u="none" strike="noStrike" kern="1200" cap="none" spc="0" normalizeH="0" baseline="0" noProof="0">
                <a:ln>
                  <a:noFill/>
                </a:ln>
                <a:solidFill>
                  <a:srgbClr val="FFFFFF"/>
                </a:solidFill>
                <a:effectLst/>
                <a:uLnTx/>
                <a:uFillTx/>
                <a:latin typeface="游ゴシック"/>
                <a:ea typeface="游ゴシック"/>
                <a:cs typeface="+mn-cs"/>
              </a:rPr>
              <a:t>ビジネスイノベーション事業部</a:t>
            </a:r>
            <a:endParaRPr kumimoji="1" lang="en-US" altLang="ja-JP" sz="1400" b="1" i="0" u="none" strike="noStrike" kern="1200" cap="none" spc="0" normalizeH="0" baseline="0" noProof="0">
              <a:ln>
                <a:noFill/>
              </a:ln>
              <a:solidFill>
                <a:srgbClr val="FFFFFF"/>
              </a:solidFill>
              <a:effectLst/>
              <a:uLnTx/>
              <a:uFillTx/>
              <a:latin typeface="游ゴシック"/>
              <a:ea typeface="游ゴシック"/>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800" b="1" i="0" u="none" strike="noStrike" kern="1200" cap="none" spc="0" normalizeH="0" baseline="0" noProof="0">
              <a:ln>
                <a:noFill/>
              </a:ln>
              <a:solidFill>
                <a:srgbClr val="FFFFFF"/>
              </a:solidFill>
              <a:effectLst/>
              <a:uLnTx/>
              <a:uFillTx/>
              <a:latin typeface="游ゴシック"/>
              <a:ea typeface="游ゴシック"/>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a:ln>
                  <a:noFill/>
                </a:ln>
                <a:solidFill>
                  <a:srgbClr val="FFFFFF"/>
                </a:solidFill>
                <a:effectLst/>
                <a:uLnTx/>
                <a:uFillTx/>
                <a:latin typeface="游ゴシック"/>
                <a:ea typeface="游ゴシック"/>
                <a:cs typeface="+mn-cs"/>
              </a:rPr>
              <a:t>　事業部長　：羽入田 聡</a:t>
            </a:r>
            <a:endParaRPr kumimoji="1" lang="en-US" altLang="ja-JP" sz="1400" b="0" i="0" u="none" strike="noStrike" kern="1200" cap="none" spc="0" normalizeH="0" baseline="0" noProof="0">
              <a:ln>
                <a:noFill/>
              </a:ln>
              <a:solidFill>
                <a:srgbClr val="FFFFFF"/>
              </a:solidFill>
              <a:effectLst/>
              <a:uLnTx/>
              <a:uFillTx/>
              <a:latin typeface="游ゴシック"/>
              <a:ea typeface="游ゴシック"/>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a:ln>
                  <a:noFill/>
                </a:ln>
                <a:solidFill>
                  <a:srgbClr val="FFFFFF"/>
                </a:solidFill>
                <a:effectLst/>
                <a:uLnTx/>
                <a:uFillTx/>
                <a:latin typeface="游ゴシック"/>
                <a:ea typeface="游ゴシック"/>
                <a:cs typeface="+mn-cs"/>
              </a:rPr>
              <a:t>　</a:t>
            </a:r>
            <a:endParaRPr kumimoji="1" lang="en-US" altLang="ja-JP" sz="1400" b="0" i="0" u="none" strike="noStrike" kern="1200" cap="none" spc="0" normalizeH="0" baseline="0" noProof="0">
              <a:ln>
                <a:noFill/>
              </a:ln>
              <a:solidFill>
                <a:srgbClr val="FFFFFF"/>
              </a:solidFill>
              <a:effectLst/>
              <a:uLnTx/>
              <a:uFillTx/>
              <a:latin typeface="游ゴシック"/>
              <a:ea typeface="游ゴシック"/>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400" b="0" i="0" u="none" strike="noStrike" kern="1200" cap="none" spc="0" normalizeH="0" baseline="0" noProof="0">
              <a:ln>
                <a:noFill/>
              </a:ln>
              <a:solidFill>
                <a:srgbClr val="FFFFFF"/>
              </a:solidFill>
              <a:effectLst/>
              <a:uLnTx/>
              <a:uFillTx/>
              <a:latin typeface="游ゴシック"/>
              <a:ea typeface="游ゴシック"/>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a:ln>
                  <a:noFill/>
                </a:ln>
                <a:solidFill>
                  <a:srgbClr val="FFFFFF"/>
                </a:solidFill>
                <a:effectLst/>
                <a:uLnTx/>
                <a:uFillTx/>
                <a:latin typeface="游ゴシック"/>
                <a:ea typeface="游ゴシック"/>
                <a:cs typeface="+mn-cs"/>
              </a:rPr>
              <a:t>　副事業部長：山本 昌孝</a:t>
            </a:r>
          </a:p>
        </p:txBody>
      </p:sp>
      <p:sp>
        <p:nvSpPr>
          <p:cNvPr id="8" name="正方形/長方形 7">
            <a:extLst>
              <a:ext uri="{FF2B5EF4-FFF2-40B4-BE49-F238E27FC236}">
                <a16:creationId xmlns:a16="http://schemas.microsoft.com/office/drawing/2014/main" id="{EC1A39B2-CDB7-C662-AF69-E89090A87B80}"/>
              </a:ext>
            </a:extLst>
          </p:cNvPr>
          <p:cNvSpPr/>
          <p:nvPr/>
        </p:nvSpPr>
        <p:spPr>
          <a:xfrm>
            <a:off x="8505905" y="2310174"/>
            <a:ext cx="3381293" cy="475507"/>
          </a:xfrm>
          <a:prstGeom prst="rect">
            <a:avLst/>
          </a:prstGeom>
          <a:solidFill>
            <a:srgbClr val="014097">
              <a:alpha val="91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1" i="0" u="none" strike="noStrike" kern="1200" cap="none" spc="0" normalizeH="0" baseline="0" noProof="0">
                <a:ln>
                  <a:noFill/>
                </a:ln>
                <a:solidFill>
                  <a:srgbClr val="FFFFFF"/>
                </a:solidFill>
                <a:effectLst/>
                <a:uLnTx/>
                <a:uFillTx/>
                <a:latin typeface="游ゴシック"/>
                <a:ea typeface="游ゴシック"/>
                <a:cs typeface="+mn-cs"/>
              </a:rPr>
              <a:t>マニュファクチャリング･ソリューション部</a:t>
            </a:r>
            <a:endParaRPr kumimoji="1" lang="en-US" altLang="ja-JP" sz="1200" b="1" i="0" u="none" strike="noStrike" kern="1200" cap="none" spc="0" normalizeH="0" baseline="0" noProof="0">
              <a:ln>
                <a:noFill/>
              </a:ln>
              <a:solidFill>
                <a:srgbClr val="FFFFFF"/>
              </a:solidFill>
              <a:effectLst/>
              <a:uLnTx/>
              <a:uFillTx/>
              <a:latin typeface="游ゴシック"/>
              <a:ea typeface="游ゴシック"/>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FFFFFF"/>
                </a:solidFill>
                <a:effectLst/>
                <a:uLnTx/>
                <a:uFillTx/>
                <a:latin typeface="游ゴシック"/>
                <a:ea typeface="游ゴシック"/>
                <a:cs typeface="+mn-cs"/>
              </a:rPr>
              <a:t>部長：山本 昌孝　副部長：根本 修一</a:t>
            </a:r>
          </a:p>
        </p:txBody>
      </p:sp>
      <p:sp>
        <p:nvSpPr>
          <p:cNvPr id="9" name="正方形/長方形 8">
            <a:extLst>
              <a:ext uri="{FF2B5EF4-FFF2-40B4-BE49-F238E27FC236}">
                <a16:creationId xmlns:a16="http://schemas.microsoft.com/office/drawing/2014/main" id="{82FE2BA7-4E63-431A-6964-5A46D1051427}"/>
              </a:ext>
            </a:extLst>
          </p:cNvPr>
          <p:cNvSpPr/>
          <p:nvPr/>
        </p:nvSpPr>
        <p:spPr>
          <a:xfrm>
            <a:off x="8505905" y="2883516"/>
            <a:ext cx="3381293" cy="475507"/>
          </a:xfrm>
          <a:prstGeom prst="rect">
            <a:avLst/>
          </a:prstGeom>
          <a:solidFill>
            <a:srgbClr val="014097">
              <a:alpha val="91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1" i="0" u="none" strike="noStrike" kern="1200" cap="none" spc="0" normalizeH="0" baseline="0" noProof="0">
                <a:ln>
                  <a:noFill/>
                </a:ln>
                <a:solidFill>
                  <a:srgbClr val="FFFFFF"/>
                </a:solidFill>
                <a:effectLst/>
                <a:uLnTx/>
                <a:uFillTx/>
                <a:latin typeface="游ゴシック"/>
                <a:ea typeface="游ゴシック"/>
                <a:cs typeface="+mn-cs"/>
              </a:rPr>
              <a:t>スマートプロダクト部</a:t>
            </a:r>
            <a:endParaRPr kumimoji="1" lang="en-US" altLang="ja-JP" sz="1200" b="1" i="0" u="none" strike="noStrike" kern="1200" cap="none" spc="0" normalizeH="0" baseline="0" noProof="0">
              <a:ln>
                <a:noFill/>
              </a:ln>
              <a:solidFill>
                <a:srgbClr val="FFFFFF"/>
              </a:solidFill>
              <a:effectLst/>
              <a:uLnTx/>
              <a:uFillTx/>
              <a:latin typeface="游ゴシック"/>
              <a:ea typeface="游ゴシック"/>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FFFFFF"/>
                </a:solidFill>
                <a:effectLst/>
                <a:uLnTx/>
                <a:uFillTx/>
                <a:latin typeface="游ゴシック"/>
                <a:ea typeface="游ゴシック"/>
                <a:cs typeface="+mn-cs"/>
              </a:rPr>
              <a:t>部長：似鳥 信一郎　副部長：孫 偉</a:t>
            </a:r>
          </a:p>
        </p:txBody>
      </p:sp>
      <p:sp>
        <p:nvSpPr>
          <p:cNvPr id="10" name="正方形/長方形 9">
            <a:extLst>
              <a:ext uri="{FF2B5EF4-FFF2-40B4-BE49-F238E27FC236}">
                <a16:creationId xmlns:a16="http://schemas.microsoft.com/office/drawing/2014/main" id="{B0AFF49B-26C1-3EDD-92A5-9AA247350BDF}"/>
              </a:ext>
            </a:extLst>
          </p:cNvPr>
          <p:cNvSpPr/>
          <p:nvPr/>
        </p:nvSpPr>
        <p:spPr>
          <a:xfrm>
            <a:off x="8505905" y="3456858"/>
            <a:ext cx="3381293" cy="475507"/>
          </a:xfrm>
          <a:prstGeom prst="rect">
            <a:avLst/>
          </a:prstGeom>
          <a:solidFill>
            <a:srgbClr val="014097">
              <a:alpha val="91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1" i="0" u="none" strike="noStrike" kern="1200" cap="none" spc="0" normalizeH="0" baseline="0" noProof="0">
                <a:ln>
                  <a:noFill/>
                </a:ln>
                <a:solidFill>
                  <a:srgbClr val="FFFFFF"/>
                </a:solidFill>
                <a:effectLst/>
                <a:uLnTx/>
                <a:uFillTx/>
                <a:latin typeface="游ゴシック"/>
                <a:ea typeface="游ゴシック"/>
                <a:cs typeface="+mn-cs"/>
              </a:rPr>
              <a:t>プロダクションシステム部</a:t>
            </a:r>
            <a:endParaRPr kumimoji="1" lang="en-US" altLang="ja-JP" sz="1200" b="1" i="0" u="none" strike="noStrike" kern="1200" cap="none" spc="0" normalizeH="0" baseline="0" noProof="0">
              <a:ln>
                <a:noFill/>
              </a:ln>
              <a:solidFill>
                <a:srgbClr val="FFFFFF"/>
              </a:solidFill>
              <a:effectLst/>
              <a:uLnTx/>
              <a:uFillTx/>
              <a:latin typeface="游ゴシック"/>
              <a:ea typeface="游ゴシック"/>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FFFFFF"/>
                </a:solidFill>
                <a:effectLst/>
                <a:uLnTx/>
                <a:uFillTx/>
                <a:latin typeface="游ゴシック"/>
                <a:ea typeface="游ゴシック"/>
                <a:cs typeface="+mn-cs"/>
              </a:rPr>
              <a:t>部長：今津 浩</a:t>
            </a:r>
          </a:p>
        </p:txBody>
      </p:sp>
      <p:sp>
        <p:nvSpPr>
          <p:cNvPr id="11" name="正方形/長方形 10">
            <a:extLst>
              <a:ext uri="{FF2B5EF4-FFF2-40B4-BE49-F238E27FC236}">
                <a16:creationId xmlns:a16="http://schemas.microsoft.com/office/drawing/2014/main" id="{E7B010DE-EBE4-23DE-364D-DEADB4928A69}"/>
              </a:ext>
            </a:extLst>
          </p:cNvPr>
          <p:cNvSpPr/>
          <p:nvPr/>
        </p:nvSpPr>
        <p:spPr>
          <a:xfrm>
            <a:off x="4207934" y="678068"/>
            <a:ext cx="3458237" cy="1481072"/>
          </a:xfrm>
          <a:prstGeom prst="rect">
            <a:avLst/>
          </a:prstGeom>
          <a:solidFill>
            <a:srgbClr val="0140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b="1" i="0" u="none" strike="noStrike" kern="1200" cap="none" spc="0" normalizeH="0" baseline="0" noProof="0">
                <a:ln>
                  <a:noFill/>
                </a:ln>
                <a:solidFill>
                  <a:srgbClr val="FFFFFF"/>
                </a:solidFill>
                <a:effectLst/>
                <a:uLnTx/>
                <a:uFillTx/>
                <a:latin typeface="游ゴシック"/>
                <a:ea typeface="游ゴシック"/>
                <a:cs typeface="+mn-cs"/>
              </a:rPr>
              <a:t>営業統括部</a:t>
            </a:r>
            <a:endParaRPr kumimoji="1" lang="en-US" altLang="ja-JP" sz="1400" b="1" i="0" u="none" strike="noStrike" kern="1200" cap="none" spc="0" normalizeH="0" baseline="0" noProof="0">
              <a:ln>
                <a:noFill/>
              </a:ln>
              <a:solidFill>
                <a:srgbClr val="FFFFFF"/>
              </a:solidFill>
              <a:effectLst/>
              <a:uLnTx/>
              <a:uFillTx/>
              <a:latin typeface="游ゴシック"/>
              <a:ea typeface="游ゴシック"/>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800" b="1" i="0" u="none" strike="noStrike" kern="1200" cap="none" spc="0" normalizeH="0" baseline="0" noProof="0">
              <a:ln>
                <a:noFill/>
              </a:ln>
              <a:solidFill>
                <a:srgbClr val="FFFFFF"/>
              </a:solidFill>
              <a:effectLst/>
              <a:uLnTx/>
              <a:uFillTx/>
              <a:latin typeface="游ゴシック"/>
              <a:ea typeface="游ゴシック"/>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FFFFFF"/>
                </a:solidFill>
                <a:effectLst/>
                <a:uLnTx/>
                <a:uFillTx/>
                <a:latin typeface="游ゴシック"/>
                <a:ea typeface="游ゴシック"/>
                <a:cs typeface="+mn-cs"/>
              </a:rPr>
              <a:t>　　　　　  </a:t>
            </a:r>
            <a:r>
              <a:rPr kumimoji="1" lang="ja-JP" altLang="en-US" sz="1400" b="0" i="0" u="none" strike="noStrike" kern="1200" cap="none" spc="0" normalizeH="0" baseline="0" noProof="0">
                <a:ln>
                  <a:noFill/>
                </a:ln>
                <a:solidFill>
                  <a:srgbClr val="FFFFFF"/>
                </a:solidFill>
                <a:effectLst/>
                <a:uLnTx/>
                <a:uFillTx/>
                <a:latin typeface="游ゴシック"/>
                <a:ea typeface="游ゴシック"/>
                <a:cs typeface="+mn-cs"/>
              </a:rPr>
              <a:t>営業統括部長　：下釜 裕治</a:t>
            </a:r>
            <a:endParaRPr kumimoji="1" lang="en-US" altLang="ja-JP" sz="1400" b="0" i="0" u="none" strike="noStrike" kern="1200" cap="none" spc="0" normalizeH="0" baseline="0" noProof="0">
              <a:ln>
                <a:noFill/>
              </a:ln>
              <a:solidFill>
                <a:srgbClr val="FFFFFF"/>
              </a:solidFill>
              <a:effectLst/>
              <a:uLnTx/>
              <a:uFillTx/>
              <a:latin typeface="游ゴシック"/>
              <a:ea typeface="游ゴシック"/>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400" b="0" i="0" u="none" strike="noStrike" kern="1200" cap="none" spc="0" normalizeH="0" baseline="0" noProof="0">
              <a:ln>
                <a:noFill/>
              </a:ln>
              <a:solidFill>
                <a:srgbClr val="FFFFFF"/>
              </a:solidFill>
              <a:effectLst/>
              <a:uLnTx/>
              <a:uFillTx/>
              <a:latin typeface="游ゴシック"/>
              <a:ea typeface="游ゴシック"/>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a:ln>
                  <a:noFill/>
                </a:ln>
                <a:solidFill>
                  <a:srgbClr val="FFFFFF"/>
                </a:solidFill>
                <a:effectLst/>
                <a:uLnTx/>
                <a:uFillTx/>
                <a:latin typeface="游ゴシック"/>
                <a:ea typeface="游ゴシック"/>
                <a:cs typeface="+mn-cs"/>
              </a:rPr>
              <a:t>　　　　　　</a:t>
            </a:r>
            <a:endParaRPr kumimoji="1" lang="en-US" altLang="ja-JP" sz="1400" b="0" i="0" u="none" strike="noStrike" kern="1200" cap="none" spc="0" normalizeH="0" baseline="0" noProof="0">
              <a:ln>
                <a:noFill/>
              </a:ln>
              <a:solidFill>
                <a:srgbClr val="FFFFFF"/>
              </a:solidFill>
              <a:effectLst/>
              <a:uLnTx/>
              <a:uFillTx/>
              <a:latin typeface="游ゴシック"/>
              <a:ea typeface="游ゴシック"/>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a:ln>
                  <a:noFill/>
                </a:ln>
                <a:solidFill>
                  <a:srgbClr val="FFFFFF"/>
                </a:solidFill>
                <a:effectLst/>
                <a:uLnTx/>
                <a:uFillTx/>
                <a:latin typeface="游ゴシック"/>
                <a:ea typeface="游ゴシック"/>
                <a:cs typeface="+mn-cs"/>
              </a:rPr>
              <a:t>　　　　　副営業統括部長：中山 大輔</a:t>
            </a:r>
          </a:p>
        </p:txBody>
      </p:sp>
      <p:sp>
        <p:nvSpPr>
          <p:cNvPr id="12" name="正方形/長方形 11">
            <a:extLst>
              <a:ext uri="{FF2B5EF4-FFF2-40B4-BE49-F238E27FC236}">
                <a16:creationId xmlns:a16="http://schemas.microsoft.com/office/drawing/2014/main" id="{0C32083A-753C-27B1-8B12-117767BD6C26}"/>
              </a:ext>
            </a:extLst>
          </p:cNvPr>
          <p:cNvSpPr/>
          <p:nvPr/>
        </p:nvSpPr>
        <p:spPr>
          <a:xfrm>
            <a:off x="8505905" y="626724"/>
            <a:ext cx="3381293" cy="475507"/>
          </a:xfrm>
          <a:prstGeom prst="rect">
            <a:avLst/>
          </a:prstGeom>
          <a:solidFill>
            <a:srgbClr val="0140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1" i="0" u="none" strike="noStrike" kern="1200" cap="none" spc="0" normalizeH="0" baseline="0" noProof="0">
                <a:ln>
                  <a:noFill/>
                </a:ln>
                <a:solidFill>
                  <a:srgbClr val="FFFFFF"/>
                </a:solidFill>
                <a:effectLst/>
                <a:uLnTx/>
                <a:uFillTx/>
                <a:latin typeface="游ゴシック"/>
                <a:ea typeface="游ゴシック"/>
                <a:cs typeface="+mn-cs"/>
              </a:rPr>
              <a:t>第二営業部</a:t>
            </a:r>
            <a:endParaRPr kumimoji="1" lang="en-US" altLang="ja-JP" sz="1200" b="1" i="0" u="none" strike="noStrike" kern="1200" cap="none" spc="0" normalizeH="0" baseline="0" noProof="0">
              <a:ln>
                <a:noFill/>
              </a:ln>
              <a:solidFill>
                <a:srgbClr val="FFFFFF"/>
              </a:solidFill>
              <a:effectLst/>
              <a:uLnTx/>
              <a:uFillTx/>
              <a:latin typeface="游ゴシック"/>
              <a:ea typeface="游ゴシック"/>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FFFFFF"/>
                </a:solidFill>
                <a:effectLst/>
                <a:uLnTx/>
                <a:uFillTx/>
                <a:latin typeface="游ゴシック"/>
                <a:ea typeface="游ゴシック"/>
                <a:cs typeface="+mn-cs"/>
              </a:rPr>
              <a:t>部長：市川 智央</a:t>
            </a:r>
          </a:p>
        </p:txBody>
      </p:sp>
      <p:sp>
        <p:nvSpPr>
          <p:cNvPr id="13" name="正方形/長方形 12">
            <a:extLst>
              <a:ext uri="{FF2B5EF4-FFF2-40B4-BE49-F238E27FC236}">
                <a16:creationId xmlns:a16="http://schemas.microsoft.com/office/drawing/2014/main" id="{294A71A5-5A65-EADC-BF2A-0A0C33C53861}"/>
              </a:ext>
            </a:extLst>
          </p:cNvPr>
          <p:cNvSpPr/>
          <p:nvPr/>
        </p:nvSpPr>
        <p:spPr>
          <a:xfrm>
            <a:off x="8505905" y="1181778"/>
            <a:ext cx="3381293" cy="475507"/>
          </a:xfrm>
          <a:prstGeom prst="rect">
            <a:avLst/>
          </a:prstGeom>
          <a:solidFill>
            <a:srgbClr val="0140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1" i="0" u="none" strike="noStrike" kern="1200" cap="none" spc="0" normalizeH="0" baseline="0" noProof="0">
                <a:ln>
                  <a:noFill/>
                </a:ln>
                <a:solidFill>
                  <a:srgbClr val="FFFFFF"/>
                </a:solidFill>
                <a:effectLst/>
                <a:uLnTx/>
                <a:uFillTx/>
                <a:latin typeface="游ゴシック"/>
                <a:ea typeface="游ゴシック"/>
                <a:cs typeface="+mn-cs"/>
              </a:rPr>
              <a:t>第三営業部</a:t>
            </a:r>
            <a:endParaRPr kumimoji="1" lang="en-US" altLang="ja-JP" sz="1200" b="1" i="0" u="none" strike="noStrike" kern="1200" cap="none" spc="0" normalizeH="0" baseline="0" noProof="0">
              <a:ln>
                <a:noFill/>
              </a:ln>
              <a:solidFill>
                <a:srgbClr val="FFFFFF"/>
              </a:solidFill>
              <a:effectLst/>
              <a:uLnTx/>
              <a:uFillTx/>
              <a:latin typeface="游ゴシック"/>
              <a:ea typeface="游ゴシック"/>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FFFFFF"/>
                </a:solidFill>
                <a:effectLst/>
                <a:uLnTx/>
                <a:uFillTx/>
                <a:latin typeface="游ゴシック"/>
                <a:ea typeface="游ゴシック"/>
                <a:cs typeface="+mn-cs"/>
              </a:rPr>
              <a:t>部長：島田 雄次</a:t>
            </a:r>
          </a:p>
        </p:txBody>
      </p:sp>
      <p:sp>
        <p:nvSpPr>
          <p:cNvPr id="14" name="正方形/長方形 13">
            <a:extLst>
              <a:ext uri="{FF2B5EF4-FFF2-40B4-BE49-F238E27FC236}">
                <a16:creationId xmlns:a16="http://schemas.microsoft.com/office/drawing/2014/main" id="{C64D3247-3D11-7226-C233-142150B295B8}"/>
              </a:ext>
            </a:extLst>
          </p:cNvPr>
          <p:cNvSpPr/>
          <p:nvPr/>
        </p:nvSpPr>
        <p:spPr>
          <a:xfrm>
            <a:off x="4207934" y="3798423"/>
            <a:ext cx="3458237" cy="1441883"/>
          </a:xfrm>
          <a:prstGeom prst="rect">
            <a:avLst/>
          </a:prstGeom>
          <a:solidFill>
            <a:srgbClr val="0140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b="1" i="0" u="none" strike="noStrike" kern="1200" cap="none" spc="0" normalizeH="0" baseline="0" noProof="0">
                <a:ln>
                  <a:noFill/>
                </a:ln>
                <a:solidFill>
                  <a:srgbClr val="FFFFFF"/>
                </a:solidFill>
                <a:effectLst/>
                <a:uLnTx/>
                <a:uFillTx/>
                <a:latin typeface="游ゴシック"/>
                <a:ea typeface="游ゴシック"/>
                <a:cs typeface="+mn-cs"/>
              </a:rPr>
              <a:t>クラウドプラットフォーム事業部</a:t>
            </a:r>
            <a:endParaRPr kumimoji="1" lang="en-US" altLang="ja-JP" sz="1400" b="1" i="0" u="none" strike="noStrike" kern="1200" cap="none" spc="0" normalizeH="0" baseline="0" noProof="0">
              <a:ln>
                <a:noFill/>
              </a:ln>
              <a:solidFill>
                <a:srgbClr val="FFFFFF"/>
              </a:solidFill>
              <a:effectLst/>
              <a:uLnTx/>
              <a:uFillTx/>
              <a:latin typeface="游ゴシック"/>
              <a:ea typeface="游ゴシック"/>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800" b="1" i="0" u="none" strike="noStrike" kern="1200" cap="none" spc="0" normalizeH="0" baseline="0" noProof="0">
              <a:ln>
                <a:noFill/>
              </a:ln>
              <a:solidFill>
                <a:srgbClr val="FFFFFF"/>
              </a:solidFill>
              <a:effectLst/>
              <a:uLnTx/>
              <a:uFillTx/>
              <a:latin typeface="游ゴシック"/>
              <a:ea typeface="游ゴシック"/>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a:ln>
                  <a:noFill/>
                </a:ln>
                <a:solidFill>
                  <a:srgbClr val="FFFFFF"/>
                </a:solidFill>
                <a:effectLst/>
                <a:uLnTx/>
                <a:uFillTx/>
                <a:latin typeface="游ゴシック"/>
                <a:ea typeface="游ゴシック"/>
                <a:cs typeface="+mn-cs"/>
              </a:rPr>
              <a:t>　事業部長　：遠藤 重樹</a:t>
            </a:r>
            <a:endParaRPr kumimoji="1" lang="en-US" altLang="ja-JP" sz="1400" b="0" i="0" u="none" strike="noStrike" kern="1200" cap="none" spc="0" normalizeH="0" baseline="0" noProof="0">
              <a:ln>
                <a:noFill/>
              </a:ln>
              <a:solidFill>
                <a:srgbClr val="FFFFFF"/>
              </a:solidFill>
              <a:effectLst/>
              <a:uLnTx/>
              <a:uFillTx/>
              <a:latin typeface="游ゴシック"/>
              <a:ea typeface="游ゴシック"/>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400" b="0" i="0" u="none" strike="noStrike" kern="1200" cap="none" spc="0" normalizeH="0" baseline="0" noProof="0">
              <a:ln>
                <a:noFill/>
              </a:ln>
              <a:solidFill>
                <a:srgbClr val="FFFFFF"/>
              </a:solidFill>
              <a:effectLst/>
              <a:uLnTx/>
              <a:uFillTx/>
              <a:latin typeface="游ゴシック"/>
              <a:ea typeface="游ゴシック"/>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400" b="0" i="0" u="none" strike="noStrike" kern="1200" cap="none" spc="0" normalizeH="0" baseline="0" noProof="0">
              <a:ln>
                <a:noFill/>
              </a:ln>
              <a:solidFill>
                <a:srgbClr val="FFFFFF"/>
              </a:solidFill>
              <a:effectLst/>
              <a:uLnTx/>
              <a:uFillTx/>
              <a:latin typeface="游ゴシック"/>
              <a:ea typeface="游ゴシック"/>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a:ln>
                  <a:noFill/>
                </a:ln>
                <a:solidFill>
                  <a:srgbClr val="FFFFFF"/>
                </a:solidFill>
                <a:effectLst/>
                <a:uLnTx/>
                <a:uFillTx/>
                <a:latin typeface="游ゴシック"/>
                <a:ea typeface="游ゴシック"/>
                <a:cs typeface="+mn-cs"/>
              </a:rPr>
              <a:t>                副事業部長：田中 梓</a:t>
            </a:r>
          </a:p>
        </p:txBody>
      </p:sp>
      <p:sp>
        <p:nvSpPr>
          <p:cNvPr id="15" name="正方形/長方形 14">
            <a:extLst>
              <a:ext uri="{FF2B5EF4-FFF2-40B4-BE49-F238E27FC236}">
                <a16:creationId xmlns:a16="http://schemas.microsoft.com/office/drawing/2014/main" id="{E679AED8-4B2F-F5D7-1505-56A41B8A4D9C}"/>
              </a:ext>
            </a:extLst>
          </p:cNvPr>
          <p:cNvSpPr/>
          <p:nvPr/>
        </p:nvSpPr>
        <p:spPr>
          <a:xfrm>
            <a:off x="8505905" y="5161326"/>
            <a:ext cx="3381293" cy="475507"/>
          </a:xfrm>
          <a:prstGeom prst="rect">
            <a:avLst/>
          </a:prstGeom>
          <a:solidFill>
            <a:srgbClr val="0140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1" i="0" u="none" strike="noStrike" kern="1200" cap="none" spc="0" normalizeH="0" baseline="0" noProof="0">
                <a:ln>
                  <a:noFill/>
                </a:ln>
                <a:solidFill>
                  <a:srgbClr val="FFFFFF"/>
                </a:solidFill>
                <a:effectLst/>
                <a:uLnTx/>
                <a:uFillTx/>
                <a:latin typeface="游ゴシック"/>
                <a:ea typeface="游ゴシック"/>
                <a:cs typeface="+mn-cs"/>
              </a:rPr>
              <a:t>デジタルプラットフォーム部</a:t>
            </a:r>
            <a:endParaRPr kumimoji="1" lang="en-US" altLang="ja-JP" sz="1200" b="1" i="0" u="none" strike="noStrike" kern="1200" cap="none" spc="0" normalizeH="0" baseline="0" noProof="0">
              <a:ln>
                <a:noFill/>
              </a:ln>
              <a:solidFill>
                <a:srgbClr val="FFFFFF"/>
              </a:solidFill>
              <a:effectLst/>
              <a:uLnTx/>
              <a:uFillTx/>
              <a:latin typeface="游ゴシック"/>
              <a:ea typeface="游ゴシック"/>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FFFFFF"/>
                </a:solidFill>
                <a:effectLst/>
                <a:uLnTx/>
                <a:uFillTx/>
                <a:latin typeface="游ゴシック"/>
                <a:ea typeface="游ゴシック"/>
                <a:cs typeface="+mn-cs"/>
              </a:rPr>
              <a:t>部長：鈴木 輝亮　副部長：柴田 由香</a:t>
            </a:r>
          </a:p>
        </p:txBody>
      </p:sp>
      <p:sp>
        <p:nvSpPr>
          <p:cNvPr id="16" name="正方形/長方形 15">
            <a:extLst>
              <a:ext uri="{FF2B5EF4-FFF2-40B4-BE49-F238E27FC236}">
                <a16:creationId xmlns:a16="http://schemas.microsoft.com/office/drawing/2014/main" id="{A1B75761-6EAA-8445-19F4-3539167DE16F}"/>
              </a:ext>
            </a:extLst>
          </p:cNvPr>
          <p:cNvSpPr/>
          <p:nvPr/>
        </p:nvSpPr>
        <p:spPr>
          <a:xfrm>
            <a:off x="4202909" y="5343733"/>
            <a:ext cx="3447271" cy="1483195"/>
          </a:xfrm>
          <a:prstGeom prst="rect">
            <a:avLst/>
          </a:prstGeom>
          <a:solidFill>
            <a:srgbClr val="0140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b="1" i="0" u="none" strike="noStrike" kern="1200" cap="none" spc="0" normalizeH="0" baseline="0" noProof="0">
                <a:ln>
                  <a:noFill/>
                </a:ln>
                <a:solidFill>
                  <a:srgbClr val="FFFFFF"/>
                </a:solidFill>
                <a:effectLst/>
                <a:uLnTx/>
                <a:uFillTx/>
                <a:latin typeface="游ゴシック"/>
                <a:ea typeface="游ゴシック"/>
                <a:cs typeface="+mn-cs"/>
              </a:rPr>
              <a:t>クラウドアウトソーシング事業部</a:t>
            </a:r>
            <a:endParaRPr kumimoji="1" lang="en-US" altLang="ja-JP" sz="1400" b="1" i="0" u="none" strike="noStrike" kern="1200" cap="none" spc="0" normalizeH="0" baseline="0" noProof="0">
              <a:ln>
                <a:noFill/>
              </a:ln>
              <a:solidFill>
                <a:srgbClr val="FFFFFF"/>
              </a:solidFill>
              <a:effectLst/>
              <a:uLnTx/>
              <a:uFillTx/>
              <a:latin typeface="游ゴシック"/>
              <a:ea typeface="游ゴシック"/>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800" b="1" i="0" u="none" strike="noStrike" kern="1200" cap="none" spc="0" normalizeH="0" baseline="0" noProof="0">
              <a:ln>
                <a:noFill/>
              </a:ln>
              <a:solidFill>
                <a:srgbClr val="FFFFFF"/>
              </a:solidFill>
              <a:effectLst/>
              <a:uLnTx/>
              <a:uFillTx/>
              <a:latin typeface="游ゴシック"/>
              <a:ea typeface="游ゴシック"/>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a:ln>
                  <a:noFill/>
                </a:ln>
                <a:solidFill>
                  <a:srgbClr val="FFFFFF"/>
                </a:solidFill>
                <a:effectLst/>
                <a:uLnTx/>
                <a:uFillTx/>
                <a:latin typeface="游ゴシック"/>
                <a:ea typeface="游ゴシック"/>
                <a:cs typeface="+mn-cs"/>
              </a:rPr>
              <a:t>   事業部長　：大島 幸司</a:t>
            </a:r>
            <a:endParaRPr kumimoji="1" lang="en-US" altLang="ja-JP" sz="1400" b="0" i="0" u="none" strike="noStrike" kern="1200" cap="none" spc="0" normalizeH="0" baseline="0" noProof="0">
              <a:ln>
                <a:noFill/>
              </a:ln>
              <a:solidFill>
                <a:srgbClr val="FFFFFF"/>
              </a:solidFill>
              <a:effectLst/>
              <a:uLnTx/>
              <a:uFillTx/>
              <a:latin typeface="游ゴシック"/>
              <a:ea typeface="游ゴシック"/>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400" b="0" i="0" u="none" strike="noStrike" kern="1200" cap="none" spc="0" normalizeH="0" baseline="0" noProof="0">
              <a:ln>
                <a:noFill/>
              </a:ln>
              <a:solidFill>
                <a:srgbClr val="FFFFFF"/>
              </a:solidFill>
              <a:effectLst/>
              <a:uLnTx/>
              <a:uFillTx/>
              <a:latin typeface="游ゴシック"/>
              <a:ea typeface="游ゴシック"/>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400" b="0" i="0" u="none" strike="noStrike" kern="1200" cap="none" spc="0" normalizeH="0" baseline="0" noProof="0">
              <a:ln>
                <a:noFill/>
              </a:ln>
              <a:solidFill>
                <a:srgbClr val="FFFFFF"/>
              </a:solidFill>
              <a:effectLst/>
              <a:uLnTx/>
              <a:uFillTx/>
              <a:latin typeface="游ゴシック"/>
              <a:ea typeface="游ゴシック"/>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a:ln>
                  <a:noFill/>
                </a:ln>
                <a:solidFill>
                  <a:srgbClr val="FFFFFF"/>
                </a:solidFill>
                <a:effectLst/>
                <a:uLnTx/>
                <a:uFillTx/>
                <a:latin typeface="游ゴシック"/>
                <a:ea typeface="游ゴシック"/>
                <a:cs typeface="+mn-cs"/>
              </a:rPr>
              <a:t>　副事業部長：小林 宏充</a:t>
            </a:r>
          </a:p>
        </p:txBody>
      </p:sp>
      <p:sp>
        <p:nvSpPr>
          <p:cNvPr id="17" name="正方形/長方形 16">
            <a:extLst>
              <a:ext uri="{FF2B5EF4-FFF2-40B4-BE49-F238E27FC236}">
                <a16:creationId xmlns:a16="http://schemas.microsoft.com/office/drawing/2014/main" id="{024B85E4-8D9D-E734-9534-072794B4A822}"/>
              </a:ext>
            </a:extLst>
          </p:cNvPr>
          <p:cNvSpPr/>
          <p:nvPr/>
        </p:nvSpPr>
        <p:spPr>
          <a:xfrm>
            <a:off x="8505905" y="5734668"/>
            <a:ext cx="3381293" cy="475507"/>
          </a:xfrm>
          <a:prstGeom prst="rect">
            <a:avLst/>
          </a:prstGeom>
          <a:solidFill>
            <a:srgbClr val="014097">
              <a:alpha val="91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1" i="0" u="none" strike="noStrike" kern="1200" cap="none" spc="0" normalizeH="0" baseline="0" noProof="0">
                <a:ln>
                  <a:noFill/>
                </a:ln>
                <a:solidFill>
                  <a:srgbClr val="FFFFFF"/>
                </a:solidFill>
                <a:effectLst/>
                <a:uLnTx/>
                <a:uFillTx/>
                <a:latin typeface="游ゴシック"/>
                <a:ea typeface="游ゴシック"/>
                <a:cs typeface="+mn-cs"/>
              </a:rPr>
              <a:t>クラウドファウンデーション部</a:t>
            </a:r>
            <a:endParaRPr kumimoji="1" lang="en-US" altLang="ja-JP" sz="1200" b="1" i="0" u="none" strike="noStrike" kern="1200" cap="none" spc="0" normalizeH="0" baseline="0" noProof="0">
              <a:ln>
                <a:noFill/>
              </a:ln>
              <a:solidFill>
                <a:srgbClr val="FFFFFF"/>
              </a:solidFill>
              <a:effectLst/>
              <a:uLnTx/>
              <a:uFillTx/>
              <a:latin typeface="游ゴシック"/>
              <a:ea typeface="游ゴシック"/>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FFFFFF"/>
                </a:solidFill>
                <a:effectLst/>
                <a:uLnTx/>
                <a:uFillTx/>
                <a:latin typeface="游ゴシック"/>
                <a:ea typeface="游ゴシック"/>
                <a:cs typeface="+mn-cs"/>
              </a:rPr>
              <a:t>部長：雨宮 幸永</a:t>
            </a:r>
          </a:p>
        </p:txBody>
      </p:sp>
      <p:sp>
        <p:nvSpPr>
          <p:cNvPr id="18" name="正方形/長方形 17">
            <a:extLst>
              <a:ext uri="{FF2B5EF4-FFF2-40B4-BE49-F238E27FC236}">
                <a16:creationId xmlns:a16="http://schemas.microsoft.com/office/drawing/2014/main" id="{E555FA1C-A869-FD8D-C884-E2DB58DEFB51}"/>
              </a:ext>
            </a:extLst>
          </p:cNvPr>
          <p:cNvSpPr/>
          <p:nvPr/>
        </p:nvSpPr>
        <p:spPr>
          <a:xfrm>
            <a:off x="8505905" y="6298867"/>
            <a:ext cx="3381293" cy="475507"/>
          </a:xfrm>
          <a:prstGeom prst="rect">
            <a:avLst/>
          </a:prstGeom>
          <a:solidFill>
            <a:srgbClr val="014097">
              <a:alpha val="91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1" i="0" u="none" strike="noStrike" kern="1200" cap="none" spc="0" normalizeH="0" baseline="0" noProof="0">
                <a:ln>
                  <a:noFill/>
                </a:ln>
                <a:solidFill>
                  <a:srgbClr val="FFFFFF"/>
                </a:solidFill>
                <a:effectLst/>
                <a:uLnTx/>
                <a:uFillTx/>
                <a:latin typeface="游ゴシック"/>
                <a:ea typeface="游ゴシック"/>
                <a:cs typeface="+mn-cs"/>
              </a:rPr>
              <a:t>ビジネスプロセスマネジメント部</a:t>
            </a:r>
            <a:endParaRPr kumimoji="1" lang="en-US" altLang="ja-JP" sz="1200" b="1" i="0" u="none" strike="noStrike" kern="1200" cap="none" spc="0" normalizeH="0" baseline="0" noProof="0">
              <a:ln>
                <a:noFill/>
              </a:ln>
              <a:solidFill>
                <a:srgbClr val="FFFFFF"/>
              </a:solidFill>
              <a:effectLst/>
              <a:uLnTx/>
              <a:uFillTx/>
              <a:latin typeface="游ゴシック"/>
              <a:ea typeface="游ゴシック"/>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FFFFFF"/>
                </a:solidFill>
                <a:effectLst/>
                <a:uLnTx/>
                <a:uFillTx/>
                <a:latin typeface="游ゴシック"/>
                <a:ea typeface="游ゴシック"/>
                <a:cs typeface="+mn-cs"/>
              </a:rPr>
              <a:t>部長：財部 徹　副部長：加藤 裕子</a:t>
            </a:r>
          </a:p>
        </p:txBody>
      </p:sp>
      <p:cxnSp>
        <p:nvCxnSpPr>
          <p:cNvPr id="20" name="コネクタ: カギ線 19">
            <a:extLst>
              <a:ext uri="{FF2B5EF4-FFF2-40B4-BE49-F238E27FC236}">
                <a16:creationId xmlns:a16="http://schemas.microsoft.com/office/drawing/2014/main" id="{0C413321-4092-3824-4D0C-760BDD3D831D}"/>
              </a:ext>
            </a:extLst>
          </p:cNvPr>
          <p:cNvCxnSpPr>
            <a:cxnSpLocks/>
            <a:stCxn id="5" idx="3"/>
            <a:endCxn id="7" idx="1"/>
          </p:cNvCxnSpPr>
          <p:nvPr/>
        </p:nvCxnSpPr>
        <p:spPr>
          <a:xfrm flipV="1">
            <a:off x="3463262" y="2977919"/>
            <a:ext cx="739647" cy="549989"/>
          </a:xfrm>
          <a:prstGeom prst="bentConnector3">
            <a:avLst>
              <a:gd name="adj1" fmla="val 50000"/>
            </a:avLst>
          </a:prstGeom>
          <a:ln>
            <a:solidFill>
              <a:srgbClr val="014097"/>
            </a:solidFill>
          </a:ln>
          <a:effectLst/>
        </p:spPr>
        <p:style>
          <a:lnRef idx="2">
            <a:schemeClr val="accent1"/>
          </a:lnRef>
          <a:fillRef idx="0">
            <a:schemeClr val="accent1"/>
          </a:fillRef>
          <a:effectRef idx="1">
            <a:schemeClr val="accent1"/>
          </a:effectRef>
          <a:fontRef idx="minor">
            <a:schemeClr val="tx1"/>
          </a:fontRef>
        </p:style>
      </p:cxnSp>
      <p:cxnSp>
        <p:nvCxnSpPr>
          <p:cNvPr id="21" name="コネクタ: カギ線 20">
            <a:extLst>
              <a:ext uri="{FF2B5EF4-FFF2-40B4-BE49-F238E27FC236}">
                <a16:creationId xmlns:a16="http://schemas.microsoft.com/office/drawing/2014/main" id="{93DCAE5D-A51E-BF20-821D-01C66DA6E9DA}"/>
              </a:ext>
            </a:extLst>
          </p:cNvPr>
          <p:cNvCxnSpPr>
            <a:cxnSpLocks/>
            <a:stCxn id="5" idx="3"/>
            <a:endCxn id="14" idx="1"/>
          </p:cNvCxnSpPr>
          <p:nvPr/>
        </p:nvCxnSpPr>
        <p:spPr>
          <a:xfrm>
            <a:off x="3463262" y="3527908"/>
            <a:ext cx="744672" cy="991457"/>
          </a:xfrm>
          <a:prstGeom prst="bentConnector3">
            <a:avLst>
              <a:gd name="adj1" fmla="val 50000"/>
            </a:avLst>
          </a:prstGeom>
          <a:ln>
            <a:solidFill>
              <a:srgbClr val="014097"/>
            </a:solidFill>
          </a:ln>
          <a:effectLst/>
        </p:spPr>
        <p:style>
          <a:lnRef idx="2">
            <a:schemeClr val="accent1"/>
          </a:lnRef>
          <a:fillRef idx="0">
            <a:schemeClr val="accent1"/>
          </a:fillRef>
          <a:effectRef idx="1">
            <a:schemeClr val="accent1"/>
          </a:effectRef>
          <a:fontRef idx="minor">
            <a:schemeClr val="tx1"/>
          </a:fontRef>
        </p:style>
      </p:cxnSp>
      <p:sp>
        <p:nvSpPr>
          <p:cNvPr id="29" name="テキスト ボックス 28">
            <a:extLst>
              <a:ext uri="{FF2B5EF4-FFF2-40B4-BE49-F238E27FC236}">
                <a16:creationId xmlns:a16="http://schemas.microsoft.com/office/drawing/2014/main" id="{409865E9-5454-E27D-6C0C-57C68EE3036B}"/>
              </a:ext>
            </a:extLst>
          </p:cNvPr>
          <p:cNvSpPr txBox="1"/>
          <p:nvPr/>
        </p:nvSpPr>
        <p:spPr>
          <a:xfrm>
            <a:off x="1246633" y="2550985"/>
            <a:ext cx="1827801" cy="80021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a:ln>
                  <a:noFill/>
                </a:ln>
                <a:solidFill>
                  <a:srgbClr val="FFFFFF"/>
                </a:solidFill>
                <a:effectLst/>
                <a:uLnTx/>
                <a:uFillTx/>
                <a:latin typeface="游ゴシック"/>
                <a:ea typeface="游ゴシック"/>
                <a:cs typeface="+mn-cs"/>
              </a:rPr>
              <a:t>事業本部長</a:t>
            </a:r>
            <a:endParaRPr kumimoji="1" lang="en-US" altLang="ja-JP" sz="1400" b="0" i="0" u="none" strike="noStrike" kern="1200" cap="none" spc="0" normalizeH="0" baseline="0" noProof="0">
              <a:ln>
                <a:noFill/>
              </a:ln>
              <a:solidFill>
                <a:srgbClr val="FFFFFF"/>
              </a:solidFill>
              <a:effectLst/>
              <a:uLnTx/>
              <a:uFillTx/>
              <a:latin typeface="游ゴシック"/>
              <a:ea typeface="游ゴシック"/>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a:ln>
                  <a:noFill/>
                </a:ln>
                <a:solidFill>
                  <a:srgbClr val="FFFFFF"/>
                </a:solidFill>
                <a:effectLst/>
                <a:uLnTx/>
                <a:uFillTx/>
                <a:latin typeface="游ゴシック"/>
                <a:ea typeface="游ゴシック"/>
                <a:cs typeface="+mn-cs"/>
              </a:rPr>
              <a:t>　</a:t>
            </a:r>
            <a:endParaRPr kumimoji="1" lang="en-US" altLang="ja-JP" sz="1400" b="0" i="0" u="none" strike="noStrike" kern="1200" cap="none" spc="0" normalizeH="0" baseline="0" noProof="0">
              <a:ln>
                <a:noFill/>
              </a:ln>
              <a:solidFill>
                <a:srgbClr val="FFFFFF"/>
              </a:solidFill>
              <a:effectLst/>
              <a:uLnTx/>
              <a:uFillTx/>
              <a:latin typeface="游ゴシック"/>
              <a:ea typeface="游ゴシック"/>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a:ln>
                  <a:noFill/>
                </a:ln>
                <a:solidFill>
                  <a:srgbClr val="FFFFFF"/>
                </a:solidFill>
                <a:effectLst/>
                <a:uLnTx/>
                <a:uFillTx/>
                <a:latin typeface="游ゴシック"/>
                <a:ea typeface="游ゴシック"/>
                <a:cs typeface="+mn-cs"/>
              </a:rPr>
              <a:t>宇川 祐行</a:t>
            </a:r>
            <a:endParaRPr kumimoji="1" lang="en-US" altLang="ja-JP" sz="1800" b="0" i="0" u="none" strike="noStrike" kern="1200" cap="none" spc="0" normalizeH="0" baseline="0" noProof="0">
              <a:ln>
                <a:noFill/>
              </a:ln>
              <a:solidFill>
                <a:srgbClr val="FFFFFF"/>
              </a:solidFill>
              <a:effectLst/>
              <a:uLnTx/>
              <a:uFillTx/>
              <a:latin typeface="游ゴシック"/>
              <a:ea typeface="游ゴシック"/>
              <a:cs typeface="+mn-cs"/>
            </a:endParaRPr>
          </a:p>
        </p:txBody>
      </p:sp>
      <p:sp>
        <p:nvSpPr>
          <p:cNvPr id="32" name="テキスト ボックス 31">
            <a:extLst>
              <a:ext uri="{FF2B5EF4-FFF2-40B4-BE49-F238E27FC236}">
                <a16:creationId xmlns:a16="http://schemas.microsoft.com/office/drawing/2014/main" id="{1DDAD353-6DE2-B89A-DEBE-F77E7BBEB9E8}"/>
              </a:ext>
            </a:extLst>
          </p:cNvPr>
          <p:cNvSpPr txBox="1"/>
          <p:nvPr/>
        </p:nvSpPr>
        <p:spPr>
          <a:xfrm>
            <a:off x="1223590" y="3669664"/>
            <a:ext cx="1827801" cy="1015663"/>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a:ln>
                  <a:noFill/>
                </a:ln>
                <a:solidFill>
                  <a:srgbClr val="FFFFFF"/>
                </a:solidFill>
                <a:effectLst/>
                <a:uLnTx/>
                <a:uFillTx/>
                <a:latin typeface="游ゴシック"/>
                <a:ea typeface="游ゴシック"/>
                <a:cs typeface="+mn-cs"/>
              </a:rPr>
              <a:t>　</a:t>
            </a:r>
            <a:endParaRPr kumimoji="1" lang="en-US" altLang="ja-JP" sz="1400" b="0" i="0" u="none" strike="noStrike" kern="1200" cap="none" spc="0" normalizeH="0" baseline="0" noProof="0">
              <a:ln>
                <a:noFill/>
              </a:ln>
              <a:solidFill>
                <a:srgbClr val="FFFFFF"/>
              </a:solidFill>
              <a:effectLst/>
              <a:uLnTx/>
              <a:uFillTx/>
              <a:latin typeface="游ゴシック"/>
              <a:ea typeface="游ゴシック"/>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a:ln>
                  <a:noFill/>
                </a:ln>
                <a:solidFill>
                  <a:srgbClr val="FFFFFF"/>
                </a:solidFill>
                <a:effectLst/>
                <a:uLnTx/>
                <a:uFillTx/>
                <a:latin typeface="游ゴシック"/>
                <a:ea typeface="游ゴシック"/>
                <a:cs typeface="+mn-cs"/>
              </a:rPr>
              <a:t>　副事業本部長</a:t>
            </a:r>
            <a:endParaRPr kumimoji="1" lang="en-US" altLang="ja-JP" sz="1400" b="0" i="0" u="none" strike="noStrike" kern="1200" cap="none" spc="0" normalizeH="0" baseline="0" noProof="0">
              <a:ln>
                <a:noFill/>
              </a:ln>
              <a:solidFill>
                <a:srgbClr val="FFFFFF"/>
              </a:solidFill>
              <a:effectLst/>
              <a:uLnTx/>
              <a:uFillTx/>
              <a:latin typeface="游ゴシック"/>
              <a:ea typeface="游ゴシック"/>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a:ln>
                  <a:noFill/>
                </a:ln>
                <a:solidFill>
                  <a:srgbClr val="FFFFFF"/>
                </a:solidFill>
                <a:effectLst/>
                <a:uLnTx/>
                <a:uFillTx/>
                <a:latin typeface="游ゴシック"/>
                <a:ea typeface="游ゴシック"/>
                <a:cs typeface="+mn-cs"/>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a:ln>
                  <a:noFill/>
                </a:ln>
                <a:solidFill>
                  <a:srgbClr val="FFFFFF"/>
                </a:solidFill>
                <a:effectLst/>
                <a:uLnTx/>
                <a:uFillTx/>
                <a:latin typeface="游ゴシック"/>
                <a:ea typeface="游ゴシック"/>
                <a:cs typeface="+mn-cs"/>
              </a:rPr>
              <a:t>下釜 裕治</a:t>
            </a:r>
            <a:endParaRPr kumimoji="1" lang="en-US" altLang="ja-JP" sz="1800" b="0" i="0" u="none" strike="noStrike" kern="1200" cap="none" spc="0" normalizeH="0" baseline="0" noProof="0">
              <a:ln>
                <a:noFill/>
              </a:ln>
              <a:solidFill>
                <a:srgbClr val="FFFFFF"/>
              </a:solidFill>
              <a:effectLst/>
              <a:uLnTx/>
              <a:uFillTx/>
              <a:latin typeface="游ゴシック"/>
              <a:ea typeface="游ゴシック"/>
              <a:cs typeface="+mn-cs"/>
            </a:endParaRPr>
          </a:p>
        </p:txBody>
      </p:sp>
      <p:sp>
        <p:nvSpPr>
          <p:cNvPr id="34" name="正方形/長方形 33">
            <a:extLst>
              <a:ext uri="{FF2B5EF4-FFF2-40B4-BE49-F238E27FC236}">
                <a16:creationId xmlns:a16="http://schemas.microsoft.com/office/drawing/2014/main" id="{61384F4F-CAEF-4C71-D34B-EDBE0D925EDC}"/>
              </a:ext>
            </a:extLst>
          </p:cNvPr>
          <p:cNvSpPr/>
          <p:nvPr/>
        </p:nvSpPr>
        <p:spPr>
          <a:xfrm>
            <a:off x="8505905" y="4587984"/>
            <a:ext cx="3381293" cy="475507"/>
          </a:xfrm>
          <a:prstGeom prst="rect">
            <a:avLst/>
          </a:prstGeom>
          <a:solidFill>
            <a:srgbClr val="0140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1" i="0" u="none" strike="noStrike" kern="1200" cap="none" spc="0" normalizeH="0" baseline="0" noProof="0">
                <a:ln>
                  <a:noFill/>
                </a:ln>
                <a:solidFill>
                  <a:srgbClr val="FFFFFF"/>
                </a:solidFill>
                <a:effectLst/>
                <a:uLnTx/>
                <a:uFillTx/>
                <a:latin typeface="游ゴシック"/>
                <a:ea typeface="游ゴシック"/>
                <a:cs typeface="+mn-cs"/>
              </a:rPr>
              <a:t>サービスインテグレーション部</a:t>
            </a:r>
            <a:endParaRPr kumimoji="1" lang="en-US" altLang="ja-JP" sz="1200" b="1" i="0" u="none" strike="noStrike" kern="1200" cap="none" spc="0" normalizeH="0" baseline="0" noProof="0">
              <a:ln>
                <a:noFill/>
              </a:ln>
              <a:solidFill>
                <a:srgbClr val="FFFFFF"/>
              </a:solidFill>
              <a:effectLst/>
              <a:uLnTx/>
              <a:uFillTx/>
              <a:latin typeface="游ゴシック"/>
              <a:ea typeface="游ゴシック"/>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FFFFFF"/>
                </a:solidFill>
                <a:effectLst/>
                <a:uLnTx/>
                <a:uFillTx/>
                <a:latin typeface="游ゴシック"/>
                <a:ea typeface="游ゴシック"/>
                <a:cs typeface="+mn-cs"/>
              </a:rPr>
              <a:t>部長：市川 卓</a:t>
            </a:r>
          </a:p>
        </p:txBody>
      </p:sp>
      <p:sp>
        <p:nvSpPr>
          <p:cNvPr id="37" name="正方形/長方形 36">
            <a:extLst>
              <a:ext uri="{FF2B5EF4-FFF2-40B4-BE49-F238E27FC236}">
                <a16:creationId xmlns:a16="http://schemas.microsoft.com/office/drawing/2014/main" id="{3BF701C5-518F-A9BF-485D-3DC69C5539EF}"/>
              </a:ext>
            </a:extLst>
          </p:cNvPr>
          <p:cNvSpPr/>
          <p:nvPr/>
        </p:nvSpPr>
        <p:spPr>
          <a:xfrm>
            <a:off x="8505905" y="1736832"/>
            <a:ext cx="3381293" cy="475507"/>
          </a:xfrm>
          <a:prstGeom prst="rect">
            <a:avLst/>
          </a:prstGeom>
          <a:solidFill>
            <a:srgbClr val="0140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1" i="0" u="none" strike="noStrike" kern="1200" cap="none" spc="0" normalizeH="0" baseline="0" noProof="0">
                <a:ln>
                  <a:noFill/>
                </a:ln>
                <a:solidFill>
                  <a:srgbClr val="FFFFFF"/>
                </a:solidFill>
                <a:effectLst/>
                <a:uLnTx/>
                <a:uFillTx/>
                <a:latin typeface="游ゴシック"/>
                <a:ea typeface="游ゴシック"/>
                <a:cs typeface="+mn-cs"/>
              </a:rPr>
              <a:t>コンサルティングセールス</a:t>
            </a:r>
            <a:endParaRPr kumimoji="1" lang="en-US" altLang="ja-JP" sz="1200" b="1" i="0" u="none" strike="noStrike" kern="1200" cap="none" spc="0" normalizeH="0" baseline="0" noProof="0">
              <a:ln>
                <a:noFill/>
              </a:ln>
              <a:solidFill>
                <a:srgbClr val="FFFFFF"/>
              </a:solidFill>
              <a:effectLst/>
              <a:uLnTx/>
              <a:uFillTx/>
              <a:latin typeface="游ゴシック"/>
              <a:ea typeface="游ゴシック"/>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r>
              <a:rPr kumimoji="1" lang="zh-TW" altLang="en-US" sz="1200" b="0" i="0" u="none" strike="noStrike" kern="1200" cap="none" spc="0" normalizeH="0" baseline="0" noProof="0">
                <a:ln>
                  <a:noFill/>
                </a:ln>
                <a:solidFill>
                  <a:srgbClr val="FFFFFF"/>
                </a:solidFill>
                <a:effectLst/>
                <a:uLnTx/>
                <a:uFillTx/>
                <a:latin typeface="游ゴシック"/>
                <a:ea typeface="游ゴシック"/>
                <a:cs typeface="Meiryo UI" panose="020B0604030504040204" pitchFamily="50" charset="-128"/>
              </a:rPr>
              <a:t>副営業統括部長</a:t>
            </a:r>
            <a:r>
              <a:rPr kumimoji="1" lang="ja-JP" altLang="en-US" sz="1200" b="0" i="0" u="none" strike="noStrike" kern="1200" cap="none" spc="0" normalizeH="0" baseline="0" noProof="0">
                <a:ln>
                  <a:noFill/>
                </a:ln>
                <a:solidFill>
                  <a:srgbClr val="FFFFFF"/>
                </a:solidFill>
                <a:effectLst/>
                <a:uLnTx/>
                <a:uFillTx/>
                <a:latin typeface="游ゴシック"/>
                <a:ea typeface="游ゴシック"/>
                <a:cs typeface="Meiryo UI" panose="020B0604030504040204" pitchFamily="50" charset="-128"/>
              </a:rPr>
              <a:t>：</a:t>
            </a:r>
            <a:r>
              <a:rPr kumimoji="1" lang="zh-TW" altLang="en-US" sz="1200" b="0" i="0" u="none" strike="noStrike" kern="1200" cap="none" spc="0" normalizeH="0" baseline="0" noProof="0">
                <a:ln>
                  <a:noFill/>
                </a:ln>
                <a:solidFill>
                  <a:srgbClr val="FFFFFF"/>
                </a:solidFill>
                <a:effectLst/>
                <a:uLnTx/>
                <a:uFillTx/>
                <a:latin typeface="游ゴシック"/>
                <a:ea typeface="游ゴシック"/>
                <a:cs typeface="+mn-cs"/>
              </a:rPr>
              <a:t>中山大輔 </a:t>
            </a:r>
            <a:endParaRPr kumimoji="1" lang="en-US" altLang="ja-JP" sz="1200" b="0" i="0" u="none" strike="noStrike" kern="1200" cap="none" spc="0" normalizeH="0" baseline="0" noProof="0">
              <a:ln>
                <a:noFill/>
              </a:ln>
              <a:solidFill>
                <a:srgbClr val="FFFFFF"/>
              </a:solidFill>
              <a:effectLst/>
              <a:uLnTx/>
              <a:uFillTx/>
              <a:latin typeface="游ゴシック"/>
              <a:ea typeface="游ゴシック"/>
              <a:cs typeface="Meiryo UI" panose="020B0604030504040204" pitchFamily="50" charset="-128"/>
            </a:endParaRPr>
          </a:p>
        </p:txBody>
      </p:sp>
      <p:cxnSp>
        <p:nvCxnSpPr>
          <p:cNvPr id="39" name="コネクタ: カギ線 38">
            <a:extLst>
              <a:ext uri="{FF2B5EF4-FFF2-40B4-BE49-F238E27FC236}">
                <a16:creationId xmlns:a16="http://schemas.microsoft.com/office/drawing/2014/main" id="{54AAAA30-2BB2-BC6B-62C4-FB2602E44361}"/>
              </a:ext>
            </a:extLst>
          </p:cNvPr>
          <p:cNvCxnSpPr>
            <a:cxnSpLocks/>
          </p:cNvCxnSpPr>
          <p:nvPr/>
        </p:nvCxnSpPr>
        <p:spPr bwMode="auto">
          <a:xfrm flipV="1">
            <a:off x="3463262" y="1523124"/>
            <a:ext cx="744672" cy="2004784"/>
          </a:xfrm>
          <a:prstGeom prst="bentConnector3">
            <a:avLst>
              <a:gd name="adj1" fmla="val 50000"/>
            </a:avLst>
          </a:prstGeom>
          <a:noFill/>
          <a:ln w="28575" cap="flat" cmpd="sng" algn="ctr">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prstDash val="solid"/>
            <a:round/>
            <a:headEnd type="none" w="med" len="med"/>
            <a:tailEnd type="none" w="med" len="med"/>
          </a:ln>
          <a:effectLst/>
          <a:extLst>
            <a:ext uri="{909E8E84-426E-40DD-AFC4-6F175D3DCCD1}">
              <a14:hiddenFill xmlns:a14="http://schemas.microsoft.com/office/drawing/2010/main">
                <a:solidFill>
                  <a:srgbClr val="0033A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0" name="コネクタ: カギ線 39">
            <a:extLst>
              <a:ext uri="{FF2B5EF4-FFF2-40B4-BE49-F238E27FC236}">
                <a16:creationId xmlns:a16="http://schemas.microsoft.com/office/drawing/2014/main" id="{A144DB1C-2069-A662-60E9-53CCEFD2D5F5}"/>
              </a:ext>
            </a:extLst>
          </p:cNvPr>
          <p:cNvCxnSpPr>
            <a:cxnSpLocks/>
            <a:stCxn id="5" idx="3"/>
            <a:endCxn id="16" idx="1"/>
          </p:cNvCxnSpPr>
          <p:nvPr/>
        </p:nvCxnSpPr>
        <p:spPr bwMode="auto">
          <a:xfrm>
            <a:off x="3463262" y="3527908"/>
            <a:ext cx="739647" cy="2557423"/>
          </a:xfrm>
          <a:prstGeom prst="bentConnector3">
            <a:avLst>
              <a:gd name="adj1" fmla="val 50000"/>
            </a:avLst>
          </a:prstGeom>
          <a:noFill/>
          <a:ln w="28575" cap="flat" cmpd="sng" algn="ctr">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prstDash val="solid"/>
            <a:round/>
            <a:headEnd type="none" w="med" len="med"/>
            <a:tailEnd type="none" w="med" len="med"/>
          </a:ln>
          <a:effectLst/>
          <a:extLst>
            <a:ext uri="{909E8E84-426E-40DD-AFC4-6F175D3DCCD1}">
              <a14:hiddenFill xmlns:a14="http://schemas.microsoft.com/office/drawing/2010/main">
                <a:solidFill>
                  <a:srgbClr val="0033A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68" name="正方形/長方形 67">
            <a:extLst>
              <a:ext uri="{FF2B5EF4-FFF2-40B4-BE49-F238E27FC236}">
                <a16:creationId xmlns:a16="http://schemas.microsoft.com/office/drawing/2014/main" id="{F65177B5-A5D8-BB0F-1656-8CA04CD645C2}"/>
              </a:ext>
            </a:extLst>
          </p:cNvPr>
          <p:cNvSpPr/>
          <p:nvPr/>
        </p:nvSpPr>
        <p:spPr>
          <a:xfrm>
            <a:off x="8505904" y="73657"/>
            <a:ext cx="3381293" cy="475507"/>
          </a:xfrm>
          <a:prstGeom prst="rect">
            <a:avLst/>
          </a:prstGeom>
          <a:solidFill>
            <a:srgbClr val="0140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1" i="0" u="none" strike="noStrike" kern="1200" cap="none" spc="0" normalizeH="0" baseline="0" noProof="0">
                <a:ln>
                  <a:noFill/>
                </a:ln>
                <a:solidFill>
                  <a:srgbClr val="FFFFFF"/>
                </a:solidFill>
                <a:effectLst/>
                <a:uLnTx/>
                <a:uFillTx/>
                <a:latin typeface="游ゴシック"/>
                <a:ea typeface="游ゴシック"/>
                <a:cs typeface="+mn-cs"/>
              </a:rPr>
              <a:t>第一営業部</a:t>
            </a:r>
            <a:endParaRPr kumimoji="1" lang="en-US" altLang="ja-JP" sz="1200" b="1" i="0" u="none" strike="noStrike" kern="1200" cap="none" spc="0" normalizeH="0" baseline="0" noProof="0">
              <a:ln>
                <a:noFill/>
              </a:ln>
              <a:solidFill>
                <a:srgbClr val="FFFFFF"/>
              </a:solidFill>
              <a:effectLst/>
              <a:uLnTx/>
              <a:uFillTx/>
              <a:latin typeface="游ゴシック"/>
              <a:ea typeface="游ゴシック"/>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FFFFFF"/>
                </a:solidFill>
                <a:effectLst/>
                <a:uLnTx/>
                <a:uFillTx/>
                <a:latin typeface="游ゴシック"/>
                <a:ea typeface="游ゴシック"/>
                <a:cs typeface="+mn-cs"/>
              </a:rPr>
              <a:t>部長：大野 博隆</a:t>
            </a:r>
          </a:p>
        </p:txBody>
      </p:sp>
      <p:sp>
        <p:nvSpPr>
          <p:cNvPr id="69" name="正方形/長方形 68">
            <a:extLst>
              <a:ext uri="{FF2B5EF4-FFF2-40B4-BE49-F238E27FC236}">
                <a16:creationId xmlns:a16="http://schemas.microsoft.com/office/drawing/2014/main" id="{EBCF72A6-3372-F56A-60F0-22216BF7D44B}"/>
              </a:ext>
            </a:extLst>
          </p:cNvPr>
          <p:cNvSpPr/>
          <p:nvPr/>
        </p:nvSpPr>
        <p:spPr>
          <a:xfrm>
            <a:off x="8512001" y="4020738"/>
            <a:ext cx="3381293" cy="475507"/>
          </a:xfrm>
          <a:prstGeom prst="rect">
            <a:avLst/>
          </a:prstGeom>
          <a:solidFill>
            <a:srgbClr val="0140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1" i="0" u="none" strike="noStrike" kern="1200" cap="none" spc="0" normalizeH="0" baseline="0" noProof="0">
                <a:ln>
                  <a:noFill/>
                </a:ln>
                <a:solidFill>
                  <a:srgbClr val="FFFFFF"/>
                </a:solidFill>
                <a:effectLst/>
                <a:uLnTx/>
                <a:uFillTx/>
                <a:latin typeface="游ゴシック"/>
                <a:ea typeface="游ゴシック"/>
                <a:cs typeface="+mn-cs"/>
              </a:rPr>
              <a:t>アドバンスドディベロップメント部</a:t>
            </a:r>
            <a:endParaRPr kumimoji="1" lang="en-US" altLang="ja-JP" sz="1200" b="1" i="0" u="none" strike="noStrike" kern="1200" cap="none" spc="0" normalizeH="0" baseline="0" noProof="0">
              <a:ln>
                <a:noFill/>
              </a:ln>
              <a:solidFill>
                <a:srgbClr val="FFFFFF"/>
              </a:solidFill>
              <a:effectLst/>
              <a:uLnTx/>
              <a:uFillTx/>
              <a:latin typeface="游ゴシック"/>
              <a:ea typeface="游ゴシック"/>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FFFFFF"/>
                </a:solidFill>
                <a:effectLst/>
                <a:uLnTx/>
                <a:uFillTx/>
                <a:latin typeface="游ゴシック"/>
                <a:ea typeface="游ゴシック"/>
                <a:cs typeface="+mn-cs"/>
              </a:rPr>
              <a:t>部長：田中 梓　副部長：谷戸 美帆</a:t>
            </a:r>
            <a:r>
              <a:rPr kumimoji="1" lang="en-US" altLang="ja-JP" sz="1200" b="0" i="0" u="none" strike="noStrike" kern="1200" cap="none" spc="0" normalizeH="0" baseline="0" noProof="0">
                <a:ln>
                  <a:noFill/>
                </a:ln>
                <a:solidFill>
                  <a:srgbClr val="FFFFFF"/>
                </a:solidFill>
                <a:effectLst/>
                <a:uLnTx/>
                <a:uFillTx/>
                <a:latin typeface="游ゴシック"/>
                <a:ea typeface="游ゴシック"/>
                <a:cs typeface="+mn-cs"/>
              </a:rPr>
              <a:t>､</a:t>
            </a:r>
            <a:r>
              <a:rPr kumimoji="1" lang="ja-JP" altLang="en-US" sz="1200" b="0" i="0" u="none" strike="noStrike" kern="1200" cap="none" spc="0" normalizeH="0" baseline="0" noProof="0">
                <a:ln>
                  <a:noFill/>
                </a:ln>
                <a:solidFill>
                  <a:srgbClr val="FFFFFF"/>
                </a:solidFill>
                <a:effectLst/>
                <a:uLnTx/>
                <a:uFillTx/>
                <a:latin typeface="游ゴシック"/>
                <a:ea typeface="游ゴシック"/>
                <a:cs typeface="+mn-cs"/>
              </a:rPr>
              <a:t>円田 光</a:t>
            </a:r>
          </a:p>
        </p:txBody>
      </p:sp>
      <p:cxnSp>
        <p:nvCxnSpPr>
          <p:cNvPr id="76" name="直線コネクタ 75">
            <a:extLst>
              <a:ext uri="{FF2B5EF4-FFF2-40B4-BE49-F238E27FC236}">
                <a16:creationId xmlns:a16="http://schemas.microsoft.com/office/drawing/2014/main" id="{227C6329-7596-7143-D16F-30A5811C7170}"/>
              </a:ext>
            </a:extLst>
          </p:cNvPr>
          <p:cNvCxnSpPr>
            <a:cxnSpLocks/>
          </p:cNvCxnSpPr>
          <p:nvPr/>
        </p:nvCxnSpPr>
        <p:spPr>
          <a:xfrm>
            <a:off x="7664647" y="1449480"/>
            <a:ext cx="746196" cy="0"/>
          </a:xfrm>
          <a:prstGeom prst="line">
            <a:avLst/>
          </a:prstGeom>
          <a:ln>
            <a:solidFill>
              <a:srgbClr val="014097"/>
            </a:solidFill>
          </a:ln>
          <a:effectLst/>
        </p:spPr>
        <p:style>
          <a:lnRef idx="2">
            <a:schemeClr val="accent1"/>
          </a:lnRef>
          <a:fillRef idx="0">
            <a:schemeClr val="accent1"/>
          </a:fillRef>
          <a:effectRef idx="1">
            <a:schemeClr val="accent1"/>
          </a:effectRef>
          <a:fontRef idx="minor">
            <a:schemeClr val="tx1"/>
          </a:fontRef>
        </p:style>
      </p:cxnSp>
      <p:pic>
        <p:nvPicPr>
          <p:cNvPr id="31" name="図 30">
            <a:extLst>
              <a:ext uri="{FF2B5EF4-FFF2-40B4-BE49-F238E27FC236}">
                <a16:creationId xmlns:a16="http://schemas.microsoft.com/office/drawing/2014/main" id="{C5ECE28B-DDCE-F8B9-453E-12A9C0FACB23}"/>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543219" y="3782371"/>
            <a:ext cx="891585" cy="891585"/>
          </a:xfrm>
          <a:prstGeom prst="rect">
            <a:avLst/>
          </a:prstGeom>
        </p:spPr>
      </p:pic>
      <p:grpSp>
        <p:nvGrpSpPr>
          <p:cNvPr id="41" name="グループ化 40">
            <a:extLst>
              <a:ext uri="{FF2B5EF4-FFF2-40B4-BE49-F238E27FC236}">
                <a16:creationId xmlns:a16="http://schemas.microsoft.com/office/drawing/2014/main" id="{C59FA04D-92B4-97BF-CBF5-0575AD917F42}"/>
              </a:ext>
            </a:extLst>
          </p:cNvPr>
          <p:cNvGrpSpPr/>
          <p:nvPr/>
        </p:nvGrpSpPr>
        <p:grpSpPr>
          <a:xfrm>
            <a:off x="4359812" y="2491676"/>
            <a:ext cx="548677" cy="534874"/>
            <a:chOff x="604173" y="5864035"/>
            <a:chExt cx="548677" cy="534874"/>
          </a:xfrm>
        </p:grpSpPr>
        <p:sp>
          <p:nvSpPr>
            <p:cNvPr id="44" name="正方形/長方形 43">
              <a:extLst>
                <a:ext uri="{FF2B5EF4-FFF2-40B4-BE49-F238E27FC236}">
                  <a16:creationId xmlns:a16="http://schemas.microsoft.com/office/drawing/2014/main" id="{F5F32235-4DD0-4767-FFA0-6675A2DA3F1A}"/>
                </a:ext>
              </a:extLst>
            </p:cNvPr>
            <p:cNvSpPr/>
            <p:nvPr/>
          </p:nvSpPr>
          <p:spPr>
            <a:xfrm>
              <a:off x="604173" y="5864035"/>
              <a:ext cx="547262" cy="53377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srgbClr val="FFFFFF"/>
                </a:solidFill>
                <a:effectLst/>
                <a:uLnTx/>
                <a:uFillTx/>
                <a:latin typeface="游ゴシック"/>
                <a:ea typeface="游ゴシック"/>
                <a:cs typeface="+mn-cs"/>
              </a:endParaRPr>
            </a:p>
          </p:txBody>
        </p:sp>
        <p:pic>
          <p:nvPicPr>
            <p:cNvPr id="47" name="図 46">
              <a:extLst>
                <a:ext uri="{FF2B5EF4-FFF2-40B4-BE49-F238E27FC236}">
                  <a16:creationId xmlns:a16="http://schemas.microsoft.com/office/drawing/2014/main" id="{9C44CB37-BA8D-394A-2760-A07A0F5710A2}"/>
                </a:ext>
              </a:extLst>
            </p:cNvPr>
            <p:cNvPicPr>
              <a:picLocks noChangeAspect="1"/>
            </p:cNvPicPr>
            <p:nvPr/>
          </p:nvPicPr>
          <p:blipFill>
            <a:blip r:embed="rId6" cstate="email">
              <a:extLst>
                <a:ext uri="{28A0092B-C50C-407E-A947-70E740481C1C}">
                  <a14:useLocalDpi xmlns:a14="http://schemas.microsoft.com/office/drawing/2010/main"/>
                </a:ext>
              </a:extLst>
            </a:blip>
            <a:srcRect/>
            <a:stretch>
              <a:fillRect/>
            </a:stretch>
          </p:blipFill>
          <p:spPr>
            <a:xfrm>
              <a:off x="605588" y="5869708"/>
              <a:ext cx="547262" cy="529201"/>
            </a:xfrm>
            <a:custGeom>
              <a:avLst/>
              <a:gdLst>
                <a:gd name="csX0" fmla="*/ 0 w 547262"/>
                <a:gd name="csY0" fmla="*/ 0 h 529201"/>
                <a:gd name="csX1" fmla="*/ 547262 w 547262"/>
                <a:gd name="csY1" fmla="*/ 0 h 529201"/>
                <a:gd name="csX2" fmla="*/ 547262 w 547262"/>
                <a:gd name="csY2" fmla="*/ 529201 h 529201"/>
                <a:gd name="csX3" fmla="*/ 0 w 547262"/>
                <a:gd name="csY3" fmla="*/ 529201 h 529201"/>
              </a:gdLst>
              <a:ahLst/>
              <a:cxnLst>
                <a:cxn ang="0">
                  <a:pos x="csX0" y="csY0"/>
                </a:cxn>
                <a:cxn ang="0">
                  <a:pos x="csX1" y="csY1"/>
                </a:cxn>
                <a:cxn ang="0">
                  <a:pos x="csX2" y="csY2"/>
                </a:cxn>
                <a:cxn ang="0">
                  <a:pos x="csX3" y="csY3"/>
                </a:cxn>
              </a:cxnLst>
              <a:rect l="l" t="t" r="r" b="b"/>
              <a:pathLst>
                <a:path w="547262" h="529201">
                  <a:moveTo>
                    <a:pt x="0" y="0"/>
                  </a:moveTo>
                  <a:lnTo>
                    <a:pt x="547262" y="0"/>
                  </a:lnTo>
                  <a:lnTo>
                    <a:pt x="547262" y="529201"/>
                  </a:lnTo>
                  <a:lnTo>
                    <a:pt x="0" y="529201"/>
                  </a:lnTo>
                  <a:close/>
                </a:path>
              </a:pathLst>
            </a:custGeom>
          </p:spPr>
        </p:pic>
      </p:grpSp>
      <p:grpSp>
        <p:nvGrpSpPr>
          <p:cNvPr id="50" name="グループ化 49">
            <a:extLst>
              <a:ext uri="{FF2B5EF4-FFF2-40B4-BE49-F238E27FC236}">
                <a16:creationId xmlns:a16="http://schemas.microsoft.com/office/drawing/2014/main" id="{04AD01DB-27CE-E647-77AE-BC165A03DC62}"/>
              </a:ext>
            </a:extLst>
          </p:cNvPr>
          <p:cNvGrpSpPr/>
          <p:nvPr/>
        </p:nvGrpSpPr>
        <p:grpSpPr>
          <a:xfrm>
            <a:off x="4354381" y="4629305"/>
            <a:ext cx="556800" cy="533774"/>
            <a:chOff x="872109" y="6030915"/>
            <a:chExt cx="556800" cy="533774"/>
          </a:xfrm>
        </p:grpSpPr>
        <p:sp>
          <p:nvSpPr>
            <p:cNvPr id="51" name="正方形/長方形 50">
              <a:extLst>
                <a:ext uri="{FF2B5EF4-FFF2-40B4-BE49-F238E27FC236}">
                  <a16:creationId xmlns:a16="http://schemas.microsoft.com/office/drawing/2014/main" id="{66E704EB-BBF7-A46E-2957-B8A902449A23}"/>
                </a:ext>
              </a:extLst>
            </p:cNvPr>
            <p:cNvSpPr/>
            <p:nvPr/>
          </p:nvSpPr>
          <p:spPr>
            <a:xfrm>
              <a:off x="881647" y="6030915"/>
              <a:ext cx="547262" cy="53377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srgbClr val="FFFFFF"/>
                </a:solidFill>
                <a:effectLst/>
                <a:uLnTx/>
                <a:uFillTx/>
                <a:latin typeface="游ゴシック"/>
                <a:ea typeface="游ゴシック"/>
                <a:cs typeface="+mn-cs"/>
              </a:endParaRPr>
            </a:p>
          </p:txBody>
        </p:sp>
        <p:pic>
          <p:nvPicPr>
            <p:cNvPr id="54" name="図 53">
              <a:extLst>
                <a:ext uri="{FF2B5EF4-FFF2-40B4-BE49-F238E27FC236}">
                  <a16:creationId xmlns:a16="http://schemas.microsoft.com/office/drawing/2014/main" id="{EEE8C5CD-EDD8-62C7-F9BE-359B3422D1C7}"/>
                </a:ext>
              </a:extLst>
            </p:cNvPr>
            <p:cNvPicPr>
              <a:picLocks noChangeAspect="1"/>
            </p:cNvPicPr>
            <p:nvPr/>
          </p:nvPicPr>
          <p:blipFill>
            <a:blip r:embed="rId7" cstate="email">
              <a:extLst>
                <a:ext uri="{28A0092B-C50C-407E-A947-70E740481C1C}">
                  <a14:useLocalDpi xmlns:a14="http://schemas.microsoft.com/office/drawing/2010/main"/>
                </a:ext>
              </a:extLst>
            </a:blip>
            <a:srcRect/>
            <a:stretch/>
          </p:blipFill>
          <p:spPr>
            <a:xfrm>
              <a:off x="872109" y="6044114"/>
              <a:ext cx="547262" cy="520575"/>
            </a:xfrm>
            <a:custGeom>
              <a:avLst/>
              <a:gdLst>
                <a:gd name="csX0" fmla="*/ 0 w 547262"/>
                <a:gd name="csY0" fmla="*/ 0 h 520575"/>
                <a:gd name="csX1" fmla="*/ 547262 w 547262"/>
                <a:gd name="csY1" fmla="*/ 0 h 520575"/>
                <a:gd name="csX2" fmla="*/ 547262 w 547262"/>
                <a:gd name="csY2" fmla="*/ 520575 h 520575"/>
                <a:gd name="csX3" fmla="*/ 0 w 547262"/>
                <a:gd name="csY3" fmla="*/ 520575 h 520575"/>
              </a:gdLst>
              <a:ahLst/>
              <a:cxnLst>
                <a:cxn ang="0">
                  <a:pos x="csX0" y="csY0"/>
                </a:cxn>
                <a:cxn ang="0">
                  <a:pos x="csX1" y="csY1"/>
                </a:cxn>
                <a:cxn ang="0">
                  <a:pos x="csX2" y="csY2"/>
                </a:cxn>
                <a:cxn ang="0">
                  <a:pos x="csX3" y="csY3"/>
                </a:cxn>
              </a:cxnLst>
              <a:rect l="l" t="t" r="r" b="b"/>
              <a:pathLst>
                <a:path w="547262" h="520575">
                  <a:moveTo>
                    <a:pt x="0" y="0"/>
                  </a:moveTo>
                  <a:lnTo>
                    <a:pt x="547262" y="0"/>
                  </a:lnTo>
                  <a:lnTo>
                    <a:pt x="547262" y="520575"/>
                  </a:lnTo>
                  <a:lnTo>
                    <a:pt x="0" y="520575"/>
                  </a:lnTo>
                  <a:close/>
                </a:path>
              </a:pathLst>
            </a:custGeom>
          </p:spPr>
        </p:pic>
      </p:grpSp>
      <p:grpSp>
        <p:nvGrpSpPr>
          <p:cNvPr id="55" name="グループ化 54">
            <a:extLst>
              <a:ext uri="{FF2B5EF4-FFF2-40B4-BE49-F238E27FC236}">
                <a16:creationId xmlns:a16="http://schemas.microsoft.com/office/drawing/2014/main" id="{1178F08D-A4D7-D193-2EF9-4BEE929A9D80}"/>
              </a:ext>
            </a:extLst>
          </p:cNvPr>
          <p:cNvGrpSpPr/>
          <p:nvPr/>
        </p:nvGrpSpPr>
        <p:grpSpPr>
          <a:xfrm>
            <a:off x="4359825" y="5607205"/>
            <a:ext cx="548733" cy="549078"/>
            <a:chOff x="870861" y="5617939"/>
            <a:chExt cx="548733" cy="549078"/>
          </a:xfrm>
        </p:grpSpPr>
        <p:sp>
          <p:nvSpPr>
            <p:cNvPr id="56" name="正方形/長方形 55">
              <a:extLst>
                <a:ext uri="{FF2B5EF4-FFF2-40B4-BE49-F238E27FC236}">
                  <a16:creationId xmlns:a16="http://schemas.microsoft.com/office/drawing/2014/main" id="{99FFFC62-19A5-E9DB-9134-99F811E8AD56}"/>
                </a:ext>
              </a:extLst>
            </p:cNvPr>
            <p:cNvSpPr/>
            <p:nvPr/>
          </p:nvSpPr>
          <p:spPr>
            <a:xfrm>
              <a:off x="872332" y="5617939"/>
              <a:ext cx="547262" cy="53377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srgbClr val="FFFFFF"/>
                </a:solidFill>
                <a:effectLst/>
                <a:uLnTx/>
                <a:uFillTx/>
                <a:latin typeface="游ゴシック"/>
                <a:ea typeface="游ゴシック"/>
                <a:cs typeface="+mn-cs"/>
              </a:endParaRPr>
            </a:p>
          </p:txBody>
        </p:sp>
        <p:pic>
          <p:nvPicPr>
            <p:cNvPr id="57" name="図 56">
              <a:extLst>
                <a:ext uri="{FF2B5EF4-FFF2-40B4-BE49-F238E27FC236}">
                  <a16:creationId xmlns:a16="http://schemas.microsoft.com/office/drawing/2014/main" id="{D0E0BC4B-A572-2CA8-E29F-503CB6A2B973}"/>
                </a:ext>
              </a:extLst>
            </p:cNvPr>
            <p:cNvPicPr>
              <a:picLocks noChangeAspect="1"/>
            </p:cNvPicPr>
            <p:nvPr/>
          </p:nvPicPr>
          <p:blipFill>
            <a:blip r:embed="rId8" cstate="email">
              <a:extLst>
                <a:ext uri="{28A0092B-C50C-407E-A947-70E740481C1C}">
                  <a14:useLocalDpi xmlns:a14="http://schemas.microsoft.com/office/drawing/2010/main"/>
                </a:ext>
              </a:extLst>
            </a:blip>
            <a:srcRect/>
            <a:stretch/>
          </p:blipFill>
          <p:spPr>
            <a:xfrm>
              <a:off x="870861" y="5633243"/>
              <a:ext cx="547262" cy="533774"/>
            </a:xfrm>
            <a:custGeom>
              <a:avLst/>
              <a:gdLst>
                <a:gd name="csX0" fmla="*/ 0 w 547262"/>
                <a:gd name="csY0" fmla="*/ 0 h 533774"/>
                <a:gd name="csX1" fmla="*/ 547262 w 547262"/>
                <a:gd name="csY1" fmla="*/ 0 h 533774"/>
                <a:gd name="csX2" fmla="*/ 547262 w 547262"/>
                <a:gd name="csY2" fmla="*/ 533774 h 533774"/>
                <a:gd name="csX3" fmla="*/ 0 w 547262"/>
                <a:gd name="csY3" fmla="*/ 533774 h 533774"/>
              </a:gdLst>
              <a:ahLst/>
              <a:cxnLst>
                <a:cxn ang="0">
                  <a:pos x="csX0" y="csY0"/>
                </a:cxn>
                <a:cxn ang="0">
                  <a:pos x="csX1" y="csY1"/>
                </a:cxn>
                <a:cxn ang="0">
                  <a:pos x="csX2" y="csY2"/>
                </a:cxn>
                <a:cxn ang="0">
                  <a:pos x="csX3" y="csY3"/>
                </a:cxn>
              </a:cxnLst>
              <a:rect l="l" t="t" r="r" b="b"/>
              <a:pathLst>
                <a:path w="547262" h="533774">
                  <a:moveTo>
                    <a:pt x="0" y="0"/>
                  </a:moveTo>
                  <a:lnTo>
                    <a:pt x="547262" y="0"/>
                  </a:lnTo>
                  <a:lnTo>
                    <a:pt x="547262" y="533774"/>
                  </a:lnTo>
                  <a:lnTo>
                    <a:pt x="0" y="533774"/>
                  </a:lnTo>
                  <a:close/>
                </a:path>
              </a:pathLst>
            </a:custGeom>
          </p:spPr>
        </p:pic>
      </p:grpSp>
      <p:grpSp>
        <p:nvGrpSpPr>
          <p:cNvPr id="58" name="グループ化 57">
            <a:extLst>
              <a:ext uri="{FF2B5EF4-FFF2-40B4-BE49-F238E27FC236}">
                <a16:creationId xmlns:a16="http://schemas.microsoft.com/office/drawing/2014/main" id="{75815AD8-0B2E-97C3-D13E-A21B23C819C4}"/>
              </a:ext>
            </a:extLst>
          </p:cNvPr>
          <p:cNvGrpSpPr/>
          <p:nvPr/>
        </p:nvGrpSpPr>
        <p:grpSpPr>
          <a:xfrm>
            <a:off x="4361296" y="4046641"/>
            <a:ext cx="551529" cy="533774"/>
            <a:chOff x="869828" y="6172230"/>
            <a:chExt cx="551529" cy="533774"/>
          </a:xfrm>
        </p:grpSpPr>
        <p:sp>
          <p:nvSpPr>
            <p:cNvPr id="59" name="正方形/長方形 58">
              <a:extLst>
                <a:ext uri="{FF2B5EF4-FFF2-40B4-BE49-F238E27FC236}">
                  <a16:creationId xmlns:a16="http://schemas.microsoft.com/office/drawing/2014/main" id="{5F180C0E-EAD3-2EFD-127F-70B80083671D}"/>
                </a:ext>
              </a:extLst>
            </p:cNvPr>
            <p:cNvSpPr/>
            <p:nvPr/>
          </p:nvSpPr>
          <p:spPr>
            <a:xfrm>
              <a:off x="869828" y="6172230"/>
              <a:ext cx="547262" cy="53377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srgbClr val="FFFFFF"/>
                </a:solidFill>
                <a:effectLst/>
                <a:uLnTx/>
                <a:uFillTx/>
                <a:latin typeface="游ゴシック"/>
                <a:ea typeface="游ゴシック"/>
                <a:cs typeface="+mn-cs"/>
              </a:endParaRPr>
            </a:p>
          </p:txBody>
        </p:sp>
        <p:pic>
          <p:nvPicPr>
            <p:cNvPr id="60" name="図 59">
              <a:extLst>
                <a:ext uri="{FF2B5EF4-FFF2-40B4-BE49-F238E27FC236}">
                  <a16:creationId xmlns:a16="http://schemas.microsoft.com/office/drawing/2014/main" id="{52FED8D2-55BB-1997-D832-E7AB32021FF1}"/>
                </a:ext>
              </a:extLst>
            </p:cNvPr>
            <p:cNvPicPr>
              <a:picLocks noChangeAspect="1"/>
            </p:cNvPicPr>
            <p:nvPr/>
          </p:nvPicPr>
          <p:blipFill>
            <a:blip r:embed="rId9" cstate="email">
              <a:extLst>
                <a:ext uri="{28A0092B-C50C-407E-A947-70E740481C1C}">
                  <a14:useLocalDpi xmlns:a14="http://schemas.microsoft.com/office/drawing/2010/main"/>
                </a:ext>
              </a:extLst>
            </a:blip>
            <a:srcRect/>
            <a:stretch/>
          </p:blipFill>
          <p:spPr>
            <a:xfrm>
              <a:off x="874095" y="6172230"/>
              <a:ext cx="547262" cy="533774"/>
            </a:xfrm>
            <a:custGeom>
              <a:avLst/>
              <a:gdLst>
                <a:gd name="csX0" fmla="*/ 0 w 547262"/>
                <a:gd name="csY0" fmla="*/ 0 h 533774"/>
                <a:gd name="csX1" fmla="*/ 547262 w 547262"/>
                <a:gd name="csY1" fmla="*/ 0 h 533774"/>
                <a:gd name="csX2" fmla="*/ 547262 w 547262"/>
                <a:gd name="csY2" fmla="*/ 533774 h 533774"/>
                <a:gd name="csX3" fmla="*/ 0 w 547262"/>
                <a:gd name="csY3" fmla="*/ 533774 h 533774"/>
              </a:gdLst>
              <a:ahLst/>
              <a:cxnLst>
                <a:cxn ang="0">
                  <a:pos x="csX0" y="csY0"/>
                </a:cxn>
                <a:cxn ang="0">
                  <a:pos x="csX1" y="csY1"/>
                </a:cxn>
                <a:cxn ang="0">
                  <a:pos x="csX2" y="csY2"/>
                </a:cxn>
                <a:cxn ang="0">
                  <a:pos x="csX3" y="csY3"/>
                </a:cxn>
              </a:cxnLst>
              <a:rect l="l" t="t" r="r" b="b"/>
              <a:pathLst>
                <a:path w="547262" h="533774">
                  <a:moveTo>
                    <a:pt x="0" y="0"/>
                  </a:moveTo>
                  <a:lnTo>
                    <a:pt x="547262" y="0"/>
                  </a:lnTo>
                  <a:lnTo>
                    <a:pt x="547262" y="533774"/>
                  </a:lnTo>
                  <a:lnTo>
                    <a:pt x="0" y="533774"/>
                  </a:lnTo>
                  <a:close/>
                </a:path>
              </a:pathLst>
            </a:custGeom>
          </p:spPr>
        </p:pic>
      </p:grpSp>
      <p:pic>
        <p:nvPicPr>
          <p:cNvPr id="62" name="図 61">
            <a:extLst>
              <a:ext uri="{FF2B5EF4-FFF2-40B4-BE49-F238E27FC236}">
                <a16:creationId xmlns:a16="http://schemas.microsoft.com/office/drawing/2014/main" id="{2685113C-04E1-4071-6A0F-837AE0A95423}"/>
              </a:ext>
            </a:extLst>
          </p:cNvPr>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4361227" y="6196103"/>
            <a:ext cx="553695" cy="553695"/>
          </a:xfrm>
          <a:prstGeom prst="rect">
            <a:avLst/>
          </a:prstGeom>
        </p:spPr>
      </p:pic>
      <p:pic>
        <p:nvPicPr>
          <p:cNvPr id="63" name="図 62">
            <a:extLst>
              <a:ext uri="{FF2B5EF4-FFF2-40B4-BE49-F238E27FC236}">
                <a16:creationId xmlns:a16="http://schemas.microsoft.com/office/drawing/2014/main" id="{A5706B27-5A04-3797-8B36-32E1C51AAAAD}"/>
              </a:ext>
            </a:extLst>
          </p:cNvPr>
          <p:cNvPicPr>
            <a:picLocks noChangeAspect="1"/>
          </p:cNvPicPr>
          <p:nvPr/>
        </p:nvPicPr>
        <p:blipFill>
          <a:blip r:embed="rId11" cstate="email">
            <a:extLst>
              <a:ext uri="{28A0092B-C50C-407E-A947-70E740481C1C}">
                <a14:useLocalDpi xmlns:a14="http://schemas.microsoft.com/office/drawing/2010/main"/>
              </a:ext>
            </a:extLst>
          </a:blip>
          <a:stretch>
            <a:fillRect/>
          </a:stretch>
        </p:blipFill>
        <p:spPr>
          <a:xfrm>
            <a:off x="4357810" y="1553918"/>
            <a:ext cx="553696" cy="553696"/>
          </a:xfrm>
          <a:prstGeom prst="rect">
            <a:avLst/>
          </a:prstGeom>
        </p:spPr>
      </p:pic>
      <p:pic>
        <p:nvPicPr>
          <p:cNvPr id="64" name="図 63">
            <a:extLst>
              <a:ext uri="{FF2B5EF4-FFF2-40B4-BE49-F238E27FC236}">
                <a16:creationId xmlns:a16="http://schemas.microsoft.com/office/drawing/2014/main" id="{FEEBFC3B-B796-8657-C4B0-38B78F068111}"/>
              </a:ext>
            </a:extLst>
          </p:cNvPr>
          <p:cNvPicPr>
            <a:picLocks noChangeAspect="1"/>
          </p:cNvPicPr>
          <p:nvPr/>
        </p:nvPicPr>
        <p:blipFill>
          <a:blip r:embed="rId12" cstate="email">
            <a:extLst>
              <a:ext uri="{28A0092B-C50C-407E-A947-70E740481C1C}">
                <a14:useLocalDpi xmlns:a14="http://schemas.microsoft.com/office/drawing/2010/main"/>
              </a:ext>
            </a:extLst>
          </a:blip>
          <a:stretch>
            <a:fillRect/>
          </a:stretch>
        </p:blipFill>
        <p:spPr>
          <a:xfrm>
            <a:off x="4352401" y="3074199"/>
            <a:ext cx="547262" cy="547262"/>
          </a:xfrm>
          <a:prstGeom prst="rect">
            <a:avLst/>
          </a:prstGeom>
        </p:spPr>
      </p:pic>
      <p:pic>
        <p:nvPicPr>
          <p:cNvPr id="65" name="図 64">
            <a:extLst>
              <a:ext uri="{FF2B5EF4-FFF2-40B4-BE49-F238E27FC236}">
                <a16:creationId xmlns:a16="http://schemas.microsoft.com/office/drawing/2014/main" id="{B1905627-F121-855F-C4F9-355A122F8846}"/>
              </a:ext>
            </a:extLst>
          </p:cNvPr>
          <p:cNvPicPr>
            <a:picLocks noChangeAspect="1"/>
          </p:cNvPicPr>
          <p:nvPr/>
        </p:nvPicPr>
        <p:blipFill>
          <a:blip r:embed="rId13" cstate="email">
            <a:extLst>
              <a:ext uri="{28A0092B-C50C-407E-A947-70E740481C1C}">
                <a14:useLocalDpi xmlns:a14="http://schemas.microsoft.com/office/drawing/2010/main"/>
              </a:ext>
            </a:extLst>
          </a:blip>
          <a:stretch>
            <a:fillRect/>
          </a:stretch>
        </p:blipFill>
        <p:spPr>
          <a:xfrm>
            <a:off x="4361026" y="954353"/>
            <a:ext cx="553895" cy="553895"/>
          </a:xfrm>
          <a:prstGeom prst="rect">
            <a:avLst/>
          </a:prstGeom>
        </p:spPr>
      </p:pic>
      <p:pic>
        <p:nvPicPr>
          <p:cNvPr id="66" name="図 65">
            <a:extLst>
              <a:ext uri="{FF2B5EF4-FFF2-40B4-BE49-F238E27FC236}">
                <a16:creationId xmlns:a16="http://schemas.microsoft.com/office/drawing/2014/main" id="{8BF85146-BC0D-02BF-4124-49911375D085}"/>
              </a:ext>
            </a:extLst>
          </p:cNvPr>
          <p:cNvPicPr>
            <a:picLocks noChangeAspect="1"/>
          </p:cNvPicPr>
          <p:nvPr/>
        </p:nvPicPr>
        <p:blipFill>
          <a:blip r:embed="rId14" cstate="email">
            <a:extLst>
              <a:ext uri="{28A0092B-C50C-407E-A947-70E740481C1C}">
                <a14:useLocalDpi xmlns:a14="http://schemas.microsoft.com/office/drawing/2010/main"/>
              </a:ext>
            </a:extLst>
          </a:blip>
          <a:stretch>
            <a:fillRect/>
          </a:stretch>
        </p:blipFill>
        <p:spPr>
          <a:xfrm>
            <a:off x="4362883" y="955897"/>
            <a:ext cx="553696" cy="553696"/>
          </a:xfrm>
          <a:prstGeom prst="rect">
            <a:avLst/>
          </a:prstGeom>
        </p:spPr>
      </p:pic>
      <p:pic>
        <p:nvPicPr>
          <p:cNvPr id="19" name="図 18">
            <a:extLst>
              <a:ext uri="{FF2B5EF4-FFF2-40B4-BE49-F238E27FC236}">
                <a16:creationId xmlns:a16="http://schemas.microsoft.com/office/drawing/2014/main" id="{69CAC302-9C71-AC28-A813-36191EF99355}"/>
              </a:ext>
            </a:extLst>
          </p:cNvPr>
          <p:cNvPicPr>
            <a:picLocks noChangeAspect="1"/>
          </p:cNvPicPr>
          <p:nvPr/>
        </p:nvPicPr>
        <p:blipFill>
          <a:blip r:embed="rId15" cstate="email">
            <a:extLst>
              <a:ext uri="{28A0092B-C50C-407E-A947-70E740481C1C}">
                <a14:useLocalDpi xmlns:a14="http://schemas.microsoft.com/office/drawing/2010/main"/>
              </a:ext>
            </a:extLst>
          </a:blip>
          <a:stretch>
            <a:fillRect/>
          </a:stretch>
        </p:blipFill>
        <p:spPr>
          <a:xfrm>
            <a:off x="552189" y="2547927"/>
            <a:ext cx="891623" cy="853598"/>
          </a:xfrm>
          <a:prstGeom prst="rect">
            <a:avLst/>
          </a:prstGeom>
        </p:spPr>
      </p:pic>
      <p:sp>
        <p:nvSpPr>
          <p:cNvPr id="53" name="タイトル 1">
            <a:extLst>
              <a:ext uri="{FF2B5EF4-FFF2-40B4-BE49-F238E27FC236}">
                <a16:creationId xmlns:a16="http://schemas.microsoft.com/office/drawing/2014/main" id="{1DA4B338-EBA6-9D6E-1CDE-A86F879A8F10}"/>
              </a:ext>
            </a:extLst>
          </p:cNvPr>
          <p:cNvSpPr>
            <a:spLocks noGrp="1"/>
          </p:cNvSpPr>
          <p:nvPr>
            <p:ph type="title"/>
          </p:nvPr>
        </p:nvSpPr>
        <p:spPr>
          <a:xfrm>
            <a:off x="484426" y="101166"/>
            <a:ext cx="5371429" cy="604519"/>
          </a:xfrm>
        </p:spPr>
        <p:txBody>
          <a:bodyPr/>
          <a:lstStyle/>
          <a:p>
            <a:r>
              <a:rPr lang="ja-JP" altLang="en-US" sz="2800" dirty="0"/>
              <a:t>サービスソリューション事業本部</a:t>
            </a:r>
            <a:endParaRPr kumimoji="1" lang="ja-JP" altLang="en-US" sz="2800" dirty="0"/>
          </a:p>
        </p:txBody>
      </p:sp>
      <p:cxnSp>
        <p:nvCxnSpPr>
          <p:cNvPr id="6" name="直線コネクタ 5">
            <a:extLst>
              <a:ext uri="{FF2B5EF4-FFF2-40B4-BE49-F238E27FC236}">
                <a16:creationId xmlns:a16="http://schemas.microsoft.com/office/drawing/2014/main" id="{42511F54-8C3E-7054-D4C8-8D2111142456}"/>
              </a:ext>
            </a:extLst>
          </p:cNvPr>
          <p:cNvCxnSpPr>
            <a:cxnSpLocks/>
          </p:cNvCxnSpPr>
          <p:nvPr/>
        </p:nvCxnSpPr>
        <p:spPr>
          <a:xfrm>
            <a:off x="8410843" y="2310174"/>
            <a:ext cx="0" cy="1622191"/>
          </a:xfrm>
          <a:prstGeom prst="line">
            <a:avLst/>
          </a:prstGeom>
          <a:ln>
            <a:solidFill>
              <a:srgbClr val="014097"/>
            </a:solidFill>
          </a:ln>
          <a:effectLst/>
        </p:spPr>
        <p:style>
          <a:lnRef idx="2">
            <a:schemeClr val="accent1"/>
          </a:lnRef>
          <a:fillRef idx="0">
            <a:schemeClr val="accent1"/>
          </a:fillRef>
          <a:effectRef idx="1">
            <a:schemeClr val="accent1"/>
          </a:effectRef>
          <a:fontRef idx="minor">
            <a:schemeClr val="tx1"/>
          </a:fontRef>
        </p:style>
      </p:cxnSp>
      <p:cxnSp>
        <p:nvCxnSpPr>
          <p:cNvPr id="28" name="直線コネクタ 27">
            <a:extLst>
              <a:ext uri="{FF2B5EF4-FFF2-40B4-BE49-F238E27FC236}">
                <a16:creationId xmlns:a16="http://schemas.microsoft.com/office/drawing/2014/main" id="{CA182C97-4488-F026-9DCE-CF077F9F1D33}"/>
              </a:ext>
            </a:extLst>
          </p:cNvPr>
          <p:cNvCxnSpPr>
            <a:cxnSpLocks/>
          </p:cNvCxnSpPr>
          <p:nvPr/>
        </p:nvCxnSpPr>
        <p:spPr>
          <a:xfrm>
            <a:off x="7664647" y="2951094"/>
            <a:ext cx="746196" cy="0"/>
          </a:xfrm>
          <a:prstGeom prst="line">
            <a:avLst/>
          </a:prstGeom>
          <a:ln>
            <a:solidFill>
              <a:srgbClr val="014097"/>
            </a:solidFill>
          </a:ln>
          <a:effectLst/>
        </p:spPr>
        <p:style>
          <a:lnRef idx="2">
            <a:schemeClr val="accent1"/>
          </a:lnRef>
          <a:fillRef idx="0">
            <a:schemeClr val="accent1"/>
          </a:fillRef>
          <a:effectRef idx="1">
            <a:schemeClr val="accent1"/>
          </a:effectRef>
          <a:fontRef idx="minor">
            <a:schemeClr val="tx1"/>
          </a:fontRef>
        </p:style>
      </p:cxnSp>
      <p:cxnSp>
        <p:nvCxnSpPr>
          <p:cNvPr id="30" name="直線コネクタ 29">
            <a:extLst>
              <a:ext uri="{FF2B5EF4-FFF2-40B4-BE49-F238E27FC236}">
                <a16:creationId xmlns:a16="http://schemas.microsoft.com/office/drawing/2014/main" id="{3BD47134-4CCD-608E-2035-1B6230C6AAD0}"/>
              </a:ext>
            </a:extLst>
          </p:cNvPr>
          <p:cNvCxnSpPr>
            <a:cxnSpLocks/>
          </p:cNvCxnSpPr>
          <p:nvPr/>
        </p:nvCxnSpPr>
        <p:spPr>
          <a:xfrm>
            <a:off x="8410843" y="4029974"/>
            <a:ext cx="0" cy="1558759"/>
          </a:xfrm>
          <a:prstGeom prst="line">
            <a:avLst/>
          </a:prstGeom>
          <a:ln>
            <a:solidFill>
              <a:srgbClr val="014097"/>
            </a:solidFill>
          </a:ln>
          <a:effectLst/>
        </p:spPr>
        <p:style>
          <a:lnRef idx="2">
            <a:schemeClr val="accent1"/>
          </a:lnRef>
          <a:fillRef idx="0">
            <a:schemeClr val="accent1"/>
          </a:fillRef>
          <a:effectRef idx="1">
            <a:schemeClr val="accent1"/>
          </a:effectRef>
          <a:fontRef idx="minor">
            <a:schemeClr val="tx1"/>
          </a:fontRef>
        </p:style>
      </p:cxnSp>
      <p:cxnSp>
        <p:nvCxnSpPr>
          <p:cNvPr id="48" name="直線コネクタ 47">
            <a:extLst>
              <a:ext uri="{FF2B5EF4-FFF2-40B4-BE49-F238E27FC236}">
                <a16:creationId xmlns:a16="http://schemas.microsoft.com/office/drawing/2014/main" id="{81E58E19-D190-EFB6-B50C-F668D43C944E}"/>
              </a:ext>
            </a:extLst>
          </p:cNvPr>
          <p:cNvCxnSpPr>
            <a:cxnSpLocks/>
          </p:cNvCxnSpPr>
          <p:nvPr/>
        </p:nvCxnSpPr>
        <p:spPr>
          <a:xfrm>
            <a:off x="7664647" y="4571254"/>
            <a:ext cx="746196" cy="0"/>
          </a:xfrm>
          <a:prstGeom prst="line">
            <a:avLst/>
          </a:prstGeom>
          <a:ln>
            <a:solidFill>
              <a:srgbClr val="014097"/>
            </a:solidFill>
          </a:ln>
          <a:effectLst/>
        </p:spPr>
        <p:style>
          <a:lnRef idx="2">
            <a:schemeClr val="accent1"/>
          </a:lnRef>
          <a:fillRef idx="0">
            <a:schemeClr val="accent1"/>
          </a:fillRef>
          <a:effectRef idx="1">
            <a:schemeClr val="accent1"/>
          </a:effectRef>
          <a:fontRef idx="minor">
            <a:schemeClr val="tx1"/>
          </a:fontRef>
        </p:style>
      </p:cxnSp>
      <p:cxnSp>
        <p:nvCxnSpPr>
          <p:cNvPr id="49" name="直線コネクタ 48">
            <a:extLst>
              <a:ext uri="{FF2B5EF4-FFF2-40B4-BE49-F238E27FC236}">
                <a16:creationId xmlns:a16="http://schemas.microsoft.com/office/drawing/2014/main" id="{BB03D9D4-85F0-E90D-E764-EA2283AD8CB2}"/>
              </a:ext>
            </a:extLst>
          </p:cNvPr>
          <p:cNvCxnSpPr>
            <a:cxnSpLocks/>
          </p:cNvCxnSpPr>
          <p:nvPr/>
        </p:nvCxnSpPr>
        <p:spPr>
          <a:xfrm>
            <a:off x="8411977" y="5719730"/>
            <a:ext cx="0" cy="1054644"/>
          </a:xfrm>
          <a:prstGeom prst="line">
            <a:avLst/>
          </a:prstGeom>
          <a:ln>
            <a:solidFill>
              <a:srgbClr val="014097"/>
            </a:solidFill>
          </a:ln>
          <a:effectLst/>
        </p:spPr>
        <p:style>
          <a:lnRef idx="2">
            <a:schemeClr val="accent1"/>
          </a:lnRef>
          <a:fillRef idx="0">
            <a:schemeClr val="accent1"/>
          </a:fillRef>
          <a:effectRef idx="1">
            <a:schemeClr val="accent1"/>
          </a:effectRef>
          <a:fontRef idx="minor">
            <a:schemeClr val="tx1"/>
          </a:fontRef>
        </p:style>
      </p:cxnSp>
      <p:cxnSp>
        <p:nvCxnSpPr>
          <p:cNvPr id="61" name="直線コネクタ 60">
            <a:extLst>
              <a:ext uri="{FF2B5EF4-FFF2-40B4-BE49-F238E27FC236}">
                <a16:creationId xmlns:a16="http://schemas.microsoft.com/office/drawing/2014/main" id="{3084AAA5-5797-C5C4-14B6-69D63C11361E}"/>
              </a:ext>
            </a:extLst>
          </p:cNvPr>
          <p:cNvCxnSpPr>
            <a:cxnSpLocks/>
          </p:cNvCxnSpPr>
          <p:nvPr/>
        </p:nvCxnSpPr>
        <p:spPr>
          <a:xfrm>
            <a:off x="7650180" y="6190740"/>
            <a:ext cx="755432" cy="0"/>
          </a:xfrm>
          <a:prstGeom prst="line">
            <a:avLst/>
          </a:prstGeom>
          <a:ln>
            <a:solidFill>
              <a:srgbClr val="014097"/>
            </a:solidFill>
          </a:ln>
          <a:effectLst/>
        </p:spPr>
        <p:style>
          <a:lnRef idx="2">
            <a:schemeClr val="accent1"/>
          </a:lnRef>
          <a:fillRef idx="0">
            <a:schemeClr val="accent1"/>
          </a:fillRef>
          <a:effectRef idx="1">
            <a:schemeClr val="accent1"/>
          </a:effectRef>
          <a:fontRef idx="minor">
            <a:schemeClr val="tx1"/>
          </a:fontRef>
        </p:style>
      </p:cxnSp>
      <p:sp>
        <p:nvSpPr>
          <p:cNvPr id="2" name="object 10">
            <a:extLst>
              <a:ext uri="{FF2B5EF4-FFF2-40B4-BE49-F238E27FC236}">
                <a16:creationId xmlns:a16="http://schemas.microsoft.com/office/drawing/2014/main" id="{CE5D52CB-020F-0968-B49C-FA13A76E1905}"/>
              </a:ext>
            </a:extLst>
          </p:cNvPr>
          <p:cNvSpPr/>
          <p:nvPr/>
        </p:nvSpPr>
        <p:spPr>
          <a:xfrm>
            <a:off x="127000" y="325499"/>
            <a:ext cx="190500" cy="706755"/>
          </a:xfrm>
          <a:custGeom>
            <a:avLst/>
            <a:gdLst/>
            <a:ahLst/>
            <a:cxnLst/>
            <a:rect l="l" t="t" r="r" b="b"/>
            <a:pathLst>
              <a:path w="190500" h="706755">
                <a:moveTo>
                  <a:pt x="190500" y="0"/>
                </a:moveTo>
                <a:lnTo>
                  <a:pt x="0" y="0"/>
                </a:lnTo>
                <a:lnTo>
                  <a:pt x="0" y="706501"/>
                </a:lnTo>
                <a:lnTo>
                  <a:pt x="190500" y="516000"/>
                </a:lnTo>
                <a:lnTo>
                  <a:pt x="190500" y="0"/>
                </a:lnTo>
                <a:close/>
              </a:path>
            </a:pathLst>
          </a:custGeom>
          <a:solidFill>
            <a:schemeClr val="bg2"/>
          </a:solidFill>
        </p:spPr>
        <p:txBody>
          <a:bodyPr wrap="square" lIns="0" tIns="0" rIns="0" bIns="0" rtlCol="0"/>
          <a:lstStyle/>
          <a:p>
            <a:endParaRPr/>
          </a:p>
        </p:txBody>
      </p:sp>
      <p:sp>
        <p:nvSpPr>
          <p:cNvPr id="3" name="object 11">
            <a:extLst>
              <a:ext uri="{FF2B5EF4-FFF2-40B4-BE49-F238E27FC236}">
                <a16:creationId xmlns:a16="http://schemas.microsoft.com/office/drawing/2014/main" id="{3638D89C-0748-7CC7-F3AF-5F5FA90292C9}"/>
              </a:ext>
            </a:extLst>
          </p:cNvPr>
          <p:cNvSpPr/>
          <p:nvPr/>
        </p:nvSpPr>
        <p:spPr>
          <a:xfrm>
            <a:off x="0" y="0"/>
            <a:ext cx="317500" cy="6858000"/>
          </a:xfrm>
          <a:custGeom>
            <a:avLst/>
            <a:gdLst/>
            <a:ahLst/>
            <a:cxnLst/>
            <a:rect l="l" t="t" r="r" b="b"/>
            <a:pathLst>
              <a:path w="317500" h="6858000">
                <a:moveTo>
                  <a:pt x="317500" y="0"/>
                </a:moveTo>
                <a:lnTo>
                  <a:pt x="0" y="0"/>
                </a:lnTo>
                <a:lnTo>
                  <a:pt x="0" y="6858000"/>
                </a:lnTo>
                <a:lnTo>
                  <a:pt x="127000" y="6858000"/>
                </a:lnTo>
                <a:lnTo>
                  <a:pt x="127000" y="897001"/>
                </a:lnTo>
                <a:lnTo>
                  <a:pt x="317500" y="706501"/>
                </a:lnTo>
                <a:lnTo>
                  <a:pt x="317500" y="0"/>
                </a:lnTo>
                <a:close/>
              </a:path>
            </a:pathLst>
          </a:custGeom>
          <a:solidFill>
            <a:schemeClr val="tx2"/>
          </a:solidFill>
        </p:spPr>
        <p:txBody>
          <a:bodyPr wrap="square" lIns="0" tIns="0" rIns="0" bIns="0" rtlCol="0"/>
          <a:lstStyle/>
          <a:p>
            <a:endParaRPr/>
          </a:p>
        </p:txBody>
      </p:sp>
      <p:grpSp>
        <p:nvGrpSpPr>
          <p:cNvPr id="4" name="object 13">
            <a:extLst>
              <a:ext uri="{FF2B5EF4-FFF2-40B4-BE49-F238E27FC236}">
                <a16:creationId xmlns:a16="http://schemas.microsoft.com/office/drawing/2014/main" id="{FC28CAA7-0007-FE6C-8F68-8DAF45FC48F8}"/>
              </a:ext>
            </a:extLst>
          </p:cNvPr>
          <p:cNvGrpSpPr/>
          <p:nvPr/>
        </p:nvGrpSpPr>
        <p:grpSpPr>
          <a:xfrm>
            <a:off x="12065000" y="0"/>
            <a:ext cx="127000" cy="6858000"/>
            <a:chOff x="12065000" y="0"/>
            <a:chExt cx="127000" cy="6858000"/>
          </a:xfrm>
        </p:grpSpPr>
        <p:sp>
          <p:nvSpPr>
            <p:cNvPr id="22" name="object 14">
              <a:extLst>
                <a:ext uri="{FF2B5EF4-FFF2-40B4-BE49-F238E27FC236}">
                  <a16:creationId xmlns:a16="http://schemas.microsoft.com/office/drawing/2014/main" id="{8E195B44-6836-B452-DED2-1A2369E1D2B9}"/>
                </a:ext>
              </a:extLst>
            </p:cNvPr>
            <p:cNvSpPr/>
            <p:nvPr/>
          </p:nvSpPr>
          <p:spPr>
            <a:xfrm>
              <a:off x="12065000" y="0"/>
              <a:ext cx="127000" cy="5143500"/>
            </a:xfrm>
            <a:custGeom>
              <a:avLst/>
              <a:gdLst/>
              <a:ahLst/>
              <a:cxnLst/>
              <a:rect l="l" t="t" r="r" b="b"/>
              <a:pathLst>
                <a:path w="127000" h="5143500">
                  <a:moveTo>
                    <a:pt x="0" y="5143500"/>
                  </a:moveTo>
                  <a:lnTo>
                    <a:pt x="127000" y="5143500"/>
                  </a:lnTo>
                  <a:lnTo>
                    <a:pt x="127000" y="0"/>
                  </a:lnTo>
                  <a:lnTo>
                    <a:pt x="0" y="0"/>
                  </a:lnTo>
                  <a:lnTo>
                    <a:pt x="0" y="5143500"/>
                  </a:lnTo>
                  <a:close/>
                </a:path>
              </a:pathLst>
            </a:custGeom>
            <a:solidFill>
              <a:schemeClr val="tx2"/>
            </a:solidFill>
          </p:spPr>
          <p:txBody>
            <a:bodyPr wrap="square" lIns="0" tIns="0" rIns="0" bIns="0" rtlCol="0"/>
            <a:lstStyle/>
            <a:p>
              <a:endParaRPr/>
            </a:p>
          </p:txBody>
        </p:sp>
        <p:sp>
          <p:nvSpPr>
            <p:cNvPr id="23" name="object 15">
              <a:extLst>
                <a:ext uri="{FF2B5EF4-FFF2-40B4-BE49-F238E27FC236}">
                  <a16:creationId xmlns:a16="http://schemas.microsoft.com/office/drawing/2014/main" id="{B7592E07-8F83-D159-EBAF-7EF8F88E7B7A}"/>
                </a:ext>
              </a:extLst>
            </p:cNvPr>
            <p:cNvSpPr/>
            <p:nvPr/>
          </p:nvSpPr>
          <p:spPr>
            <a:xfrm>
              <a:off x="12065000" y="5143500"/>
              <a:ext cx="127000" cy="1714500"/>
            </a:xfrm>
            <a:custGeom>
              <a:avLst/>
              <a:gdLst/>
              <a:ahLst/>
              <a:cxnLst/>
              <a:rect l="l" t="t" r="r" b="b"/>
              <a:pathLst>
                <a:path w="127000" h="1714500">
                  <a:moveTo>
                    <a:pt x="127000" y="0"/>
                  </a:moveTo>
                  <a:lnTo>
                    <a:pt x="0" y="0"/>
                  </a:lnTo>
                  <a:lnTo>
                    <a:pt x="0" y="1714500"/>
                  </a:lnTo>
                  <a:lnTo>
                    <a:pt x="127000" y="1714500"/>
                  </a:lnTo>
                  <a:lnTo>
                    <a:pt x="127000" y="0"/>
                  </a:lnTo>
                  <a:close/>
                </a:path>
              </a:pathLst>
            </a:custGeom>
            <a:solidFill>
              <a:schemeClr val="bg2"/>
            </a:solidFill>
          </p:spPr>
          <p:txBody>
            <a:bodyPr wrap="square" lIns="0" tIns="0" rIns="0" bIns="0" rtlCol="0"/>
            <a:lstStyle/>
            <a:p>
              <a:endParaRPr/>
            </a:p>
          </p:txBody>
        </p:sp>
      </p:grpSp>
      <p:sp>
        <p:nvSpPr>
          <p:cNvPr id="24" name="正方形/長方形 23">
            <a:extLst>
              <a:ext uri="{FF2B5EF4-FFF2-40B4-BE49-F238E27FC236}">
                <a16:creationId xmlns:a16="http://schemas.microsoft.com/office/drawing/2014/main" id="{38A19B6A-600B-C8AD-735A-2AFB8898B56B}"/>
              </a:ext>
            </a:extLst>
          </p:cNvPr>
          <p:cNvSpPr/>
          <p:nvPr/>
        </p:nvSpPr>
        <p:spPr>
          <a:xfrm>
            <a:off x="6003465" y="177034"/>
            <a:ext cx="2133002" cy="324000"/>
          </a:xfrm>
          <a:prstGeom prst="rect">
            <a:avLst/>
          </a:prstGeom>
          <a:noFill/>
          <a:ln w="25400" cap="flat" cmpd="sng" algn="ctr">
            <a:solidFill>
              <a:srgbClr val="FF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0" i="0" u="none" strike="noStrike" kern="0" cap="none" spc="0" normalizeH="0" baseline="0" noProof="0" dirty="0" err="1">
                <a:ln>
                  <a:noFill/>
                </a:ln>
                <a:effectLst/>
                <a:uLnTx/>
                <a:uFillTx/>
                <a:latin typeface="游ゴシック"/>
                <a:ea typeface="游ゴシック"/>
                <a:cs typeface="+mn-cs"/>
              </a:rPr>
              <a:t>Asprova</a:t>
            </a:r>
            <a:r>
              <a:rPr kumimoji="0" lang="ja-JP" altLang="en-US" sz="1400" b="0" i="0" u="none" strike="noStrike" kern="0" cap="none" spc="0" normalizeH="0" baseline="0" noProof="0" dirty="0">
                <a:ln>
                  <a:noFill/>
                </a:ln>
                <a:effectLst/>
                <a:uLnTx/>
                <a:uFillTx/>
                <a:latin typeface="游ゴシック"/>
                <a:ea typeface="游ゴシック"/>
                <a:cs typeface="+mn-cs"/>
              </a:rPr>
              <a:t>担当部門</a:t>
            </a:r>
          </a:p>
        </p:txBody>
      </p:sp>
      <p:sp>
        <p:nvSpPr>
          <p:cNvPr id="25" name="正方形/長方形 24">
            <a:extLst>
              <a:ext uri="{FF2B5EF4-FFF2-40B4-BE49-F238E27FC236}">
                <a16:creationId xmlns:a16="http://schemas.microsoft.com/office/drawing/2014/main" id="{F715A5F7-0CC0-7EE3-16FD-4276F7E17FE0}"/>
              </a:ext>
            </a:extLst>
          </p:cNvPr>
          <p:cNvSpPr/>
          <p:nvPr/>
        </p:nvSpPr>
        <p:spPr>
          <a:xfrm>
            <a:off x="8505904" y="83625"/>
            <a:ext cx="3381293" cy="451359"/>
          </a:xfrm>
          <a:prstGeom prst="rect">
            <a:avLst/>
          </a:prstGeom>
          <a:noFill/>
          <a:ln w="25400" cap="flat" cmpd="sng" algn="ctr">
            <a:solidFill>
              <a:srgbClr val="FF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srgbClr val="FFFFFF"/>
              </a:solidFill>
              <a:effectLst/>
              <a:uLnTx/>
              <a:uFillTx/>
              <a:latin typeface="游ゴシック"/>
              <a:ea typeface="游ゴシック"/>
              <a:cs typeface="+mn-cs"/>
            </a:endParaRPr>
          </a:p>
        </p:txBody>
      </p:sp>
      <p:sp>
        <p:nvSpPr>
          <p:cNvPr id="26" name="正方形/長方形 25">
            <a:extLst>
              <a:ext uri="{FF2B5EF4-FFF2-40B4-BE49-F238E27FC236}">
                <a16:creationId xmlns:a16="http://schemas.microsoft.com/office/drawing/2014/main" id="{E5E940A7-2A81-0621-C814-BBE55843D137}"/>
              </a:ext>
            </a:extLst>
          </p:cNvPr>
          <p:cNvSpPr/>
          <p:nvPr/>
        </p:nvSpPr>
        <p:spPr>
          <a:xfrm>
            <a:off x="8512001" y="3456858"/>
            <a:ext cx="3381293" cy="451359"/>
          </a:xfrm>
          <a:prstGeom prst="rect">
            <a:avLst/>
          </a:prstGeom>
          <a:noFill/>
          <a:ln w="25400" cap="flat" cmpd="sng" algn="ctr">
            <a:solidFill>
              <a:srgbClr val="FF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srgbClr val="FFFFFF"/>
              </a:solidFill>
              <a:effectLst/>
              <a:uLnTx/>
              <a:uFillTx/>
              <a:latin typeface="游ゴシック"/>
              <a:ea typeface="游ゴシック"/>
              <a:cs typeface="+mn-cs"/>
            </a:endParaRPr>
          </a:p>
        </p:txBody>
      </p:sp>
    </p:spTree>
    <p:extLst>
      <p:ext uri="{BB962C8B-B14F-4D97-AF65-F5344CB8AC3E}">
        <p14:creationId xmlns:p14="http://schemas.microsoft.com/office/powerpoint/2010/main" val="14559585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 name="図 42" descr="背景パターン&#10;&#10;自動的に生成された説明">
            <a:extLst>
              <a:ext uri="{FF2B5EF4-FFF2-40B4-BE49-F238E27FC236}">
                <a16:creationId xmlns:a16="http://schemas.microsoft.com/office/drawing/2014/main" id="{C908880B-63B5-94DD-CAC0-4AF678EEE5D6}"/>
              </a:ext>
            </a:extLst>
          </p:cNvPr>
          <p:cNvPicPr>
            <a:picLocks noChangeAspect="1"/>
          </p:cNvPicPr>
          <p:nvPr/>
        </p:nvPicPr>
        <p:blipFill>
          <a:blip r:embed="rId2" cstate="email">
            <a:alphaModFix amt="20000"/>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tretch>
            <a:fillRect/>
          </a:stretch>
        </p:blipFill>
        <p:spPr>
          <a:xfrm>
            <a:off x="0" y="10164"/>
            <a:ext cx="12086376" cy="6858000"/>
          </a:xfrm>
          <a:prstGeom prst="rect">
            <a:avLst/>
          </a:prstGeom>
        </p:spPr>
      </p:pic>
      <p:sp>
        <p:nvSpPr>
          <p:cNvPr id="3" name="スライド番号プレースホルダー 2">
            <a:extLst>
              <a:ext uri="{FF2B5EF4-FFF2-40B4-BE49-F238E27FC236}">
                <a16:creationId xmlns:a16="http://schemas.microsoft.com/office/drawing/2014/main" id="{FB8C0E73-317D-CBF8-D2D9-AED9136D8F21}"/>
              </a:ext>
            </a:extLst>
          </p:cNvPr>
          <p:cNvSpPr>
            <a:spLocks noGrp="1"/>
          </p:cNvSpPr>
          <p:nvPr>
            <p:ph type="sldNum" sz="quarter" idx="4294967295"/>
          </p:nvPr>
        </p:nvSpPr>
        <p:spPr>
          <a:xfrm>
            <a:off x="11521440" y="6518701"/>
            <a:ext cx="375920" cy="150246"/>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1" lang="en-US" altLang="ja-JP" sz="1200" b="0" i="0" u="none" strike="noStrike" kern="1200" cap="none" spc="0" normalizeH="0" baseline="0" noProof="0" smtClean="0">
                <a:ln>
                  <a:noFill/>
                </a:ln>
                <a:solidFill>
                  <a:srgbClr val="000000"/>
                </a:solidFill>
                <a:effectLst/>
                <a:uLnTx/>
                <a:uFillTx/>
                <a:latin typeface="游ゴシック"/>
                <a:ea typeface="游ゴシック"/>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1" lang="en-US" altLang="ja-JP" sz="1200" b="0" i="0" u="none" strike="noStrike" kern="1200" cap="none" spc="0" normalizeH="0" baseline="0" noProof="0">
              <a:ln>
                <a:noFill/>
              </a:ln>
              <a:solidFill>
                <a:srgbClr val="000000"/>
              </a:solidFill>
              <a:effectLst/>
              <a:uLnTx/>
              <a:uFillTx/>
              <a:latin typeface="游ゴシック"/>
              <a:ea typeface="游ゴシック"/>
              <a:cs typeface="+mn-cs"/>
            </a:endParaRPr>
          </a:p>
        </p:txBody>
      </p:sp>
      <p:sp>
        <p:nvSpPr>
          <p:cNvPr id="6" name="正方形/長方形 5">
            <a:extLst>
              <a:ext uri="{FF2B5EF4-FFF2-40B4-BE49-F238E27FC236}">
                <a16:creationId xmlns:a16="http://schemas.microsoft.com/office/drawing/2014/main" id="{5E51DF04-7562-A964-DB1B-8932AC2A48B4}"/>
              </a:ext>
            </a:extLst>
          </p:cNvPr>
          <p:cNvSpPr/>
          <p:nvPr/>
        </p:nvSpPr>
        <p:spPr>
          <a:xfrm>
            <a:off x="720413" y="4811925"/>
            <a:ext cx="10502264" cy="1692996"/>
          </a:xfrm>
          <a:prstGeom prst="rect">
            <a:avLst/>
          </a:prstGeom>
          <a:solidFill>
            <a:srgbClr val="0140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200" b="0" i="0" u="none" strike="noStrike" kern="1200" cap="none" spc="0" normalizeH="0" baseline="0" noProof="0">
              <a:ln>
                <a:noFill/>
              </a:ln>
              <a:solidFill>
                <a:srgbClr val="FFFFFF"/>
              </a:solidFill>
              <a:effectLst/>
              <a:uLnTx/>
              <a:uFillTx/>
              <a:latin typeface="游ゴシック"/>
              <a:ea typeface="游ゴシック"/>
              <a:cs typeface="+mn-cs"/>
            </a:endParaRPr>
          </a:p>
        </p:txBody>
      </p:sp>
      <p:sp>
        <p:nvSpPr>
          <p:cNvPr id="7" name="正方形/長方形 6">
            <a:extLst>
              <a:ext uri="{FF2B5EF4-FFF2-40B4-BE49-F238E27FC236}">
                <a16:creationId xmlns:a16="http://schemas.microsoft.com/office/drawing/2014/main" id="{5275CFDF-3DE0-E49A-9A85-9F1483D7BD44}"/>
              </a:ext>
            </a:extLst>
          </p:cNvPr>
          <p:cNvSpPr/>
          <p:nvPr/>
        </p:nvSpPr>
        <p:spPr>
          <a:xfrm>
            <a:off x="720413" y="3055542"/>
            <a:ext cx="10502264" cy="169299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200" b="0" i="0" u="none" strike="noStrike" kern="1200" cap="none" spc="0" normalizeH="0" baseline="0" noProof="0">
              <a:ln>
                <a:noFill/>
              </a:ln>
              <a:solidFill>
                <a:srgbClr val="FFFFFF"/>
              </a:solidFill>
              <a:effectLst/>
              <a:uLnTx/>
              <a:uFillTx/>
              <a:latin typeface="游ゴシック"/>
              <a:ea typeface="游ゴシック"/>
              <a:cs typeface="+mn-cs"/>
            </a:endParaRPr>
          </a:p>
        </p:txBody>
      </p:sp>
      <p:sp>
        <p:nvSpPr>
          <p:cNvPr id="8" name="正方形/長方形 7">
            <a:extLst>
              <a:ext uri="{FF2B5EF4-FFF2-40B4-BE49-F238E27FC236}">
                <a16:creationId xmlns:a16="http://schemas.microsoft.com/office/drawing/2014/main" id="{ADC1A160-4E2D-67C3-6231-6C29DE7ABD8A}"/>
              </a:ext>
            </a:extLst>
          </p:cNvPr>
          <p:cNvSpPr/>
          <p:nvPr/>
        </p:nvSpPr>
        <p:spPr>
          <a:xfrm>
            <a:off x="720413" y="1299159"/>
            <a:ext cx="10502264" cy="1692996"/>
          </a:xfrm>
          <a:prstGeom prst="rect">
            <a:avLst/>
          </a:prstGeom>
          <a:solidFill>
            <a:srgbClr val="3278E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200" b="0" i="0" u="none" strike="noStrike" kern="1200" cap="none" spc="0" normalizeH="0" baseline="0" noProof="0">
              <a:ln>
                <a:noFill/>
              </a:ln>
              <a:solidFill>
                <a:srgbClr val="FFFFFF"/>
              </a:solidFill>
              <a:effectLst/>
              <a:uLnTx/>
              <a:uFillTx/>
              <a:latin typeface="游ゴシック"/>
              <a:ea typeface="游ゴシック"/>
              <a:cs typeface="+mn-cs"/>
            </a:endParaRPr>
          </a:p>
        </p:txBody>
      </p:sp>
      <p:pic>
        <p:nvPicPr>
          <p:cNvPr id="9" name="図 8">
            <a:extLst>
              <a:ext uri="{FF2B5EF4-FFF2-40B4-BE49-F238E27FC236}">
                <a16:creationId xmlns:a16="http://schemas.microsoft.com/office/drawing/2014/main" id="{8B09D95E-6D18-7B04-8296-708EDFD8914B}"/>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096071" y="2250443"/>
            <a:ext cx="2667485" cy="273092"/>
          </a:xfrm>
          <a:prstGeom prst="rect">
            <a:avLst/>
          </a:prstGeom>
        </p:spPr>
      </p:pic>
      <p:pic>
        <p:nvPicPr>
          <p:cNvPr id="10" name="図 9" descr="挿絵 が含まれている画像&#10;&#10;自動的に生成された説明">
            <a:extLst>
              <a:ext uri="{FF2B5EF4-FFF2-40B4-BE49-F238E27FC236}">
                <a16:creationId xmlns:a16="http://schemas.microsoft.com/office/drawing/2014/main" id="{1589B094-229F-E670-A9EC-BF9502990062}"/>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909654" y="3957410"/>
            <a:ext cx="1226084" cy="268839"/>
          </a:xfrm>
          <a:prstGeom prst="rect">
            <a:avLst/>
          </a:prstGeom>
        </p:spPr>
      </p:pic>
      <p:pic>
        <p:nvPicPr>
          <p:cNvPr id="11" name="図 10" descr="テキスト&#10;&#10;自動的に生成された説明">
            <a:extLst>
              <a:ext uri="{FF2B5EF4-FFF2-40B4-BE49-F238E27FC236}">
                <a16:creationId xmlns:a16="http://schemas.microsoft.com/office/drawing/2014/main" id="{ACBDDDEC-19AA-37B9-85CB-5AC524FE219D}"/>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262312" y="5587721"/>
            <a:ext cx="2354388" cy="292282"/>
          </a:xfrm>
          <a:prstGeom prst="rect">
            <a:avLst/>
          </a:prstGeom>
        </p:spPr>
      </p:pic>
      <p:sp>
        <p:nvSpPr>
          <p:cNvPr id="12" name="テキスト ボックス 11">
            <a:extLst>
              <a:ext uri="{FF2B5EF4-FFF2-40B4-BE49-F238E27FC236}">
                <a16:creationId xmlns:a16="http://schemas.microsoft.com/office/drawing/2014/main" id="{9F6CEDA2-C38E-5416-8F6B-F15A24339EA4}"/>
              </a:ext>
            </a:extLst>
          </p:cNvPr>
          <p:cNvSpPr txBox="1"/>
          <p:nvPr/>
        </p:nvSpPr>
        <p:spPr>
          <a:xfrm>
            <a:off x="4436418" y="5753188"/>
            <a:ext cx="1733316" cy="430881"/>
          </a:xfrm>
          <a:prstGeom prst="roundRect">
            <a:avLst/>
          </a:prstGeom>
          <a:solidFill>
            <a:srgbClr val="ECECEE"/>
          </a:solidFill>
          <a:ln>
            <a:noFill/>
          </a:ln>
        </p:spPr>
        <p:style>
          <a:lnRef idx="2">
            <a:schemeClr val="accent1"/>
          </a:lnRef>
          <a:fillRef idx="1">
            <a:schemeClr val="lt1"/>
          </a:fillRef>
          <a:effectRef idx="0">
            <a:schemeClr val="accent1"/>
          </a:effectRef>
          <a:fontRef idx="minor">
            <a:schemeClr val="dk1"/>
          </a:fontRef>
        </p:style>
        <p:txBody>
          <a:bodyPr wrap="square" lIns="0" r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1" i="0" u="none" strike="noStrike" kern="1200" cap="none" spc="0" normalizeH="0" baseline="0" noProof="0">
                <a:ln>
                  <a:noFill/>
                </a:ln>
                <a:solidFill>
                  <a:srgbClr val="014097"/>
                </a:solidFill>
                <a:effectLst/>
                <a:uLnTx/>
                <a:uFillTx/>
                <a:latin typeface="游ゴシック"/>
                <a:ea typeface="游ゴシック"/>
                <a:cs typeface="+mn-cs"/>
              </a:rPr>
              <a:t>データセンター事業</a:t>
            </a:r>
          </a:p>
        </p:txBody>
      </p:sp>
      <p:sp>
        <p:nvSpPr>
          <p:cNvPr id="13" name="テキスト ボックス 12">
            <a:extLst>
              <a:ext uri="{FF2B5EF4-FFF2-40B4-BE49-F238E27FC236}">
                <a16:creationId xmlns:a16="http://schemas.microsoft.com/office/drawing/2014/main" id="{ED4F2130-7ECC-05AE-E119-DB8039C53ECE}"/>
              </a:ext>
            </a:extLst>
          </p:cNvPr>
          <p:cNvSpPr txBox="1"/>
          <p:nvPr/>
        </p:nvSpPr>
        <p:spPr>
          <a:xfrm>
            <a:off x="8067818" y="4111495"/>
            <a:ext cx="1733316" cy="430881"/>
          </a:xfrm>
          <a:prstGeom prst="roundRect">
            <a:avLst/>
          </a:prstGeom>
          <a:solidFill>
            <a:srgbClr val="ECECEE"/>
          </a:solidFill>
          <a:ln w="57150">
            <a:solidFill>
              <a:schemeClr val="accent6">
                <a:lumMod val="60000"/>
                <a:lumOff val="40000"/>
              </a:schemeClr>
            </a:solidFill>
          </a:ln>
        </p:spPr>
        <p:style>
          <a:lnRef idx="2">
            <a:schemeClr val="accent1"/>
          </a:lnRef>
          <a:fillRef idx="1">
            <a:schemeClr val="lt1"/>
          </a:fillRef>
          <a:effectRef idx="0">
            <a:schemeClr val="accent1"/>
          </a:effectRef>
          <a:fontRef idx="minor">
            <a:schemeClr val="dk1"/>
          </a:fontRef>
        </p:style>
        <p:txBody>
          <a:bodyPr wrap="square" lIns="0" r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1" i="0" u="none" strike="noStrike" kern="1200" cap="none" spc="0" normalizeH="0" baseline="0" noProof="0">
                <a:ln>
                  <a:noFill/>
                </a:ln>
                <a:solidFill>
                  <a:srgbClr val="1556BE"/>
                </a:solidFill>
                <a:effectLst/>
                <a:uLnTx/>
                <a:uFillTx/>
                <a:latin typeface="游ゴシック"/>
                <a:ea typeface="游ゴシック"/>
                <a:cs typeface="+mn-cs"/>
              </a:rPr>
              <a:t>データマネージメント</a:t>
            </a:r>
          </a:p>
        </p:txBody>
      </p:sp>
      <p:sp>
        <p:nvSpPr>
          <p:cNvPr id="14" name="テキスト ボックス 13">
            <a:extLst>
              <a:ext uri="{FF2B5EF4-FFF2-40B4-BE49-F238E27FC236}">
                <a16:creationId xmlns:a16="http://schemas.microsoft.com/office/drawing/2014/main" id="{609AC73B-FC30-1138-A81E-A0C5717D4078}"/>
              </a:ext>
            </a:extLst>
          </p:cNvPr>
          <p:cNvSpPr txBox="1"/>
          <p:nvPr/>
        </p:nvSpPr>
        <p:spPr>
          <a:xfrm>
            <a:off x="8067818" y="2419083"/>
            <a:ext cx="1733316" cy="430881"/>
          </a:xfrm>
          <a:prstGeom prst="roundRect">
            <a:avLst/>
          </a:prstGeom>
          <a:solidFill>
            <a:srgbClr val="ECECEE"/>
          </a:solidFill>
          <a:ln>
            <a:noFill/>
          </a:ln>
        </p:spPr>
        <p:style>
          <a:lnRef idx="2">
            <a:schemeClr val="accent1"/>
          </a:lnRef>
          <a:fillRef idx="1">
            <a:schemeClr val="lt1"/>
          </a:fillRef>
          <a:effectRef idx="0">
            <a:schemeClr val="accent1"/>
          </a:effectRef>
          <a:fontRef idx="minor">
            <a:schemeClr val="dk1"/>
          </a:fontRef>
        </p:style>
        <p:txBody>
          <a:bodyPr wrap="square" lIns="0" r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1" i="0" u="none" strike="noStrike" kern="1200" cap="none" spc="0" normalizeH="0" baseline="0" noProof="0">
                <a:ln>
                  <a:noFill/>
                </a:ln>
                <a:solidFill>
                  <a:srgbClr val="3278E8"/>
                </a:solidFill>
                <a:effectLst/>
                <a:uLnTx/>
                <a:uFillTx/>
                <a:latin typeface="游ゴシック"/>
                <a:ea typeface="游ゴシック"/>
                <a:cs typeface="+mn-cs"/>
              </a:rPr>
              <a:t>スマートプロダクト</a:t>
            </a:r>
          </a:p>
        </p:txBody>
      </p:sp>
      <p:sp>
        <p:nvSpPr>
          <p:cNvPr id="15" name="テキスト ボックス 14">
            <a:extLst>
              <a:ext uri="{FF2B5EF4-FFF2-40B4-BE49-F238E27FC236}">
                <a16:creationId xmlns:a16="http://schemas.microsoft.com/office/drawing/2014/main" id="{A14DA142-CD45-8EC6-82A5-69E120C58935}"/>
              </a:ext>
            </a:extLst>
          </p:cNvPr>
          <p:cNvSpPr txBox="1"/>
          <p:nvPr/>
        </p:nvSpPr>
        <p:spPr>
          <a:xfrm>
            <a:off x="6271168" y="5759537"/>
            <a:ext cx="1733316" cy="430881"/>
          </a:xfrm>
          <a:prstGeom prst="roundRect">
            <a:avLst/>
          </a:prstGeom>
          <a:solidFill>
            <a:srgbClr val="ECECEE"/>
          </a:solidFill>
          <a:ln>
            <a:noFill/>
          </a:ln>
        </p:spPr>
        <p:style>
          <a:lnRef idx="2">
            <a:schemeClr val="accent1"/>
          </a:lnRef>
          <a:fillRef idx="1">
            <a:schemeClr val="lt1"/>
          </a:fillRef>
          <a:effectRef idx="0">
            <a:schemeClr val="accent1"/>
          </a:effectRef>
          <a:fontRef idx="minor">
            <a:schemeClr val="dk1"/>
          </a:fontRef>
        </p:style>
        <p:txBody>
          <a:bodyPr wrap="square" lIns="0" r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1" i="0" u="none" strike="noStrike" kern="1200" cap="none" spc="0" normalizeH="0" baseline="0" noProof="0">
                <a:ln>
                  <a:noFill/>
                </a:ln>
                <a:solidFill>
                  <a:srgbClr val="014097"/>
                </a:solidFill>
                <a:effectLst/>
                <a:uLnTx/>
                <a:uFillTx/>
                <a:latin typeface="游ゴシック"/>
                <a:ea typeface="游ゴシック"/>
                <a:cs typeface="+mn-cs"/>
              </a:rPr>
              <a:t>システム運用</a:t>
            </a:r>
          </a:p>
        </p:txBody>
      </p:sp>
      <p:sp>
        <p:nvSpPr>
          <p:cNvPr id="16" name="テキスト ボックス 15">
            <a:extLst>
              <a:ext uri="{FF2B5EF4-FFF2-40B4-BE49-F238E27FC236}">
                <a16:creationId xmlns:a16="http://schemas.microsoft.com/office/drawing/2014/main" id="{B44AC544-E6FE-237B-DC71-C7884FFE0130}"/>
              </a:ext>
            </a:extLst>
          </p:cNvPr>
          <p:cNvSpPr txBox="1"/>
          <p:nvPr/>
        </p:nvSpPr>
        <p:spPr>
          <a:xfrm>
            <a:off x="6283868" y="5231350"/>
            <a:ext cx="1733316" cy="430881"/>
          </a:xfrm>
          <a:prstGeom prst="roundRect">
            <a:avLst/>
          </a:prstGeom>
          <a:solidFill>
            <a:srgbClr val="ECECEE"/>
          </a:solidFill>
          <a:ln>
            <a:noFill/>
          </a:ln>
        </p:spPr>
        <p:style>
          <a:lnRef idx="2">
            <a:schemeClr val="accent1"/>
          </a:lnRef>
          <a:fillRef idx="1">
            <a:schemeClr val="lt1"/>
          </a:fillRef>
          <a:effectRef idx="0">
            <a:schemeClr val="accent1"/>
          </a:effectRef>
          <a:fontRef idx="minor">
            <a:schemeClr val="dk1"/>
          </a:fontRef>
        </p:style>
        <p:txBody>
          <a:bodyPr wrap="square" lIns="0" r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1" i="0" u="none" strike="noStrike" kern="1200" cap="none" spc="0" normalizeH="0" baseline="0" noProof="0">
                <a:ln>
                  <a:noFill/>
                </a:ln>
                <a:solidFill>
                  <a:srgbClr val="014097"/>
                </a:solidFill>
                <a:effectLst/>
                <a:uLnTx/>
                <a:uFillTx/>
                <a:latin typeface="游ゴシック"/>
                <a:ea typeface="游ゴシック"/>
                <a:cs typeface="+mn-cs"/>
              </a:rPr>
              <a:t>AIOps</a:t>
            </a:r>
            <a:endParaRPr kumimoji="1" lang="ja-JP" altLang="en-US" sz="1200" b="1" i="0" u="none" strike="noStrike" kern="1200" cap="none" spc="0" normalizeH="0" baseline="0" noProof="0">
              <a:ln>
                <a:noFill/>
              </a:ln>
              <a:solidFill>
                <a:srgbClr val="014097"/>
              </a:solidFill>
              <a:effectLst/>
              <a:uLnTx/>
              <a:uFillTx/>
              <a:latin typeface="游ゴシック"/>
              <a:ea typeface="游ゴシック"/>
              <a:cs typeface="+mn-cs"/>
            </a:endParaRPr>
          </a:p>
        </p:txBody>
      </p:sp>
      <p:sp>
        <p:nvSpPr>
          <p:cNvPr id="17" name="テキスト ボックス 16">
            <a:extLst>
              <a:ext uri="{FF2B5EF4-FFF2-40B4-BE49-F238E27FC236}">
                <a16:creationId xmlns:a16="http://schemas.microsoft.com/office/drawing/2014/main" id="{E3F8F635-828C-4BC0-9B39-19D34D1FD311}"/>
              </a:ext>
            </a:extLst>
          </p:cNvPr>
          <p:cNvSpPr txBox="1"/>
          <p:nvPr/>
        </p:nvSpPr>
        <p:spPr>
          <a:xfrm>
            <a:off x="6255129" y="4113340"/>
            <a:ext cx="1733316" cy="430881"/>
          </a:xfrm>
          <a:prstGeom prst="roundRect">
            <a:avLst/>
          </a:prstGeom>
          <a:solidFill>
            <a:srgbClr val="ECECEE"/>
          </a:solidFill>
          <a:ln w="57150">
            <a:solidFill>
              <a:schemeClr val="accent6">
                <a:lumMod val="60000"/>
                <a:lumOff val="40000"/>
              </a:schemeClr>
            </a:solidFill>
          </a:ln>
        </p:spPr>
        <p:style>
          <a:lnRef idx="2">
            <a:schemeClr val="accent1"/>
          </a:lnRef>
          <a:fillRef idx="1">
            <a:schemeClr val="lt1"/>
          </a:fillRef>
          <a:effectRef idx="0">
            <a:schemeClr val="accent1"/>
          </a:effectRef>
          <a:fontRef idx="minor">
            <a:schemeClr val="dk1"/>
          </a:fontRef>
        </p:style>
        <p:txBody>
          <a:bodyPr wrap="square" lIns="0" r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1" i="0" u="none" strike="noStrike" kern="1200" cap="none" spc="0" normalizeH="0" baseline="0" noProof="0">
                <a:ln>
                  <a:noFill/>
                </a:ln>
                <a:solidFill>
                  <a:srgbClr val="1556BE"/>
                </a:solidFill>
                <a:effectLst/>
                <a:uLnTx/>
                <a:uFillTx/>
                <a:latin typeface="游ゴシック"/>
                <a:ea typeface="游ゴシック"/>
                <a:cs typeface="+mn-cs"/>
              </a:rPr>
              <a:t>デー分析</a:t>
            </a:r>
            <a:r>
              <a:rPr kumimoji="1" lang="en-US" altLang="ja-JP" sz="1200" b="1" i="0" u="none" strike="noStrike" kern="1200" cap="none" spc="0" normalizeH="0" baseline="0" noProof="0">
                <a:ln>
                  <a:noFill/>
                </a:ln>
                <a:solidFill>
                  <a:srgbClr val="1556BE"/>
                </a:solidFill>
                <a:effectLst/>
                <a:uLnTx/>
                <a:uFillTx/>
                <a:latin typeface="游ゴシック"/>
                <a:ea typeface="游ゴシック"/>
                <a:cs typeface="+mn-cs"/>
              </a:rPr>
              <a:t>/</a:t>
            </a:r>
            <a:r>
              <a:rPr kumimoji="1" lang="ja-JP" altLang="en-US" sz="1200" b="1" i="0" u="none" strike="noStrike" kern="1200" cap="none" spc="0" normalizeH="0" baseline="0" noProof="0">
                <a:ln>
                  <a:noFill/>
                </a:ln>
                <a:solidFill>
                  <a:srgbClr val="1556BE"/>
                </a:solidFill>
                <a:effectLst/>
                <a:uLnTx/>
                <a:uFillTx/>
                <a:latin typeface="游ゴシック"/>
                <a:ea typeface="游ゴシック"/>
                <a:cs typeface="+mn-cs"/>
              </a:rPr>
              <a:t>活用</a:t>
            </a:r>
          </a:p>
        </p:txBody>
      </p:sp>
      <p:sp>
        <p:nvSpPr>
          <p:cNvPr id="18" name="テキスト ボックス 17">
            <a:extLst>
              <a:ext uri="{FF2B5EF4-FFF2-40B4-BE49-F238E27FC236}">
                <a16:creationId xmlns:a16="http://schemas.microsoft.com/office/drawing/2014/main" id="{B5FA1822-3E43-60D8-BD8D-D8F130B17813}"/>
              </a:ext>
            </a:extLst>
          </p:cNvPr>
          <p:cNvSpPr txBox="1"/>
          <p:nvPr/>
        </p:nvSpPr>
        <p:spPr>
          <a:xfrm>
            <a:off x="4434163" y="3587457"/>
            <a:ext cx="1733316" cy="430881"/>
          </a:xfrm>
          <a:prstGeom prst="roundRect">
            <a:avLst/>
          </a:prstGeom>
          <a:solidFill>
            <a:srgbClr val="ECECEE"/>
          </a:solidFill>
          <a:ln>
            <a:noFill/>
          </a:ln>
        </p:spPr>
        <p:style>
          <a:lnRef idx="2">
            <a:schemeClr val="accent1"/>
          </a:lnRef>
          <a:fillRef idx="1">
            <a:schemeClr val="lt1"/>
          </a:fillRef>
          <a:effectRef idx="0">
            <a:schemeClr val="accent1"/>
          </a:effectRef>
          <a:fontRef idx="minor">
            <a:schemeClr val="dk1"/>
          </a:fontRef>
        </p:style>
        <p:txBody>
          <a:bodyPr wrap="square" lIns="0" r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1" i="0" u="none" strike="noStrike" kern="1200" cap="none" spc="0" normalizeH="0" baseline="0" noProof="0">
                <a:ln>
                  <a:noFill/>
                </a:ln>
                <a:solidFill>
                  <a:srgbClr val="1556BE"/>
                </a:solidFill>
                <a:effectLst/>
                <a:uLnTx/>
                <a:uFillTx/>
                <a:latin typeface="游ゴシック"/>
                <a:ea typeface="游ゴシック"/>
                <a:cs typeface="+mn-cs"/>
              </a:rPr>
              <a:t>クラウド</a:t>
            </a:r>
          </a:p>
        </p:txBody>
      </p:sp>
      <p:sp>
        <p:nvSpPr>
          <p:cNvPr id="19" name="テキスト ボックス 18">
            <a:extLst>
              <a:ext uri="{FF2B5EF4-FFF2-40B4-BE49-F238E27FC236}">
                <a16:creationId xmlns:a16="http://schemas.microsoft.com/office/drawing/2014/main" id="{DB92039F-B10B-8442-F01E-502877A96E7F}"/>
              </a:ext>
            </a:extLst>
          </p:cNvPr>
          <p:cNvSpPr txBox="1"/>
          <p:nvPr/>
        </p:nvSpPr>
        <p:spPr>
          <a:xfrm>
            <a:off x="4423035" y="4111494"/>
            <a:ext cx="1733316" cy="430881"/>
          </a:xfrm>
          <a:prstGeom prst="roundRect">
            <a:avLst/>
          </a:prstGeom>
          <a:solidFill>
            <a:srgbClr val="ECECEE"/>
          </a:solidFill>
          <a:ln w="57150">
            <a:solidFill>
              <a:schemeClr val="accent6">
                <a:lumMod val="60000"/>
                <a:lumOff val="40000"/>
              </a:schemeClr>
            </a:solidFill>
          </a:ln>
        </p:spPr>
        <p:style>
          <a:lnRef idx="2">
            <a:schemeClr val="accent1"/>
          </a:lnRef>
          <a:fillRef idx="1">
            <a:schemeClr val="lt1"/>
          </a:fillRef>
          <a:effectRef idx="0">
            <a:schemeClr val="accent1"/>
          </a:effectRef>
          <a:fontRef idx="minor">
            <a:schemeClr val="dk1"/>
          </a:fontRef>
        </p:style>
        <p:txBody>
          <a:bodyPr wrap="square" lIns="0" r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1" i="0" u="none" strike="noStrike" kern="1200" cap="none" spc="0" normalizeH="0" baseline="0" noProof="0">
                <a:ln>
                  <a:noFill/>
                </a:ln>
                <a:solidFill>
                  <a:srgbClr val="1556BE"/>
                </a:solidFill>
                <a:effectLst/>
                <a:uLnTx/>
                <a:uFillTx/>
                <a:latin typeface="游ゴシック"/>
                <a:ea typeface="游ゴシック"/>
                <a:cs typeface="+mn-cs"/>
              </a:rPr>
              <a:t>AI</a:t>
            </a:r>
            <a:endParaRPr kumimoji="1" lang="ja-JP" altLang="en-US" sz="1200" b="1" i="0" u="none" strike="noStrike" kern="1200" cap="none" spc="0" normalizeH="0" baseline="0" noProof="0">
              <a:ln>
                <a:noFill/>
              </a:ln>
              <a:solidFill>
                <a:srgbClr val="1556BE"/>
              </a:solidFill>
              <a:effectLst/>
              <a:uLnTx/>
              <a:uFillTx/>
              <a:latin typeface="游ゴシック"/>
              <a:ea typeface="游ゴシック"/>
              <a:cs typeface="+mn-cs"/>
            </a:endParaRPr>
          </a:p>
        </p:txBody>
      </p:sp>
      <p:sp>
        <p:nvSpPr>
          <p:cNvPr id="20" name="テキスト ボックス 19">
            <a:extLst>
              <a:ext uri="{FF2B5EF4-FFF2-40B4-BE49-F238E27FC236}">
                <a16:creationId xmlns:a16="http://schemas.microsoft.com/office/drawing/2014/main" id="{1F4DB21A-D6E0-991D-2F36-51CEE697AA3E}"/>
              </a:ext>
            </a:extLst>
          </p:cNvPr>
          <p:cNvSpPr txBox="1"/>
          <p:nvPr/>
        </p:nvSpPr>
        <p:spPr>
          <a:xfrm>
            <a:off x="6241606" y="2407255"/>
            <a:ext cx="1733316" cy="430881"/>
          </a:xfrm>
          <a:prstGeom prst="roundRect">
            <a:avLst/>
          </a:prstGeom>
          <a:solidFill>
            <a:srgbClr val="ECECEE"/>
          </a:solidFill>
          <a:ln>
            <a:noFill/>
          </a:ln>
        </p:spPr>
        <p:style>
          <a:lnRef idx="2">
            <a:schemeClr val="accent1"/>
          </a:lnRef>
          <a:fillRef idx="1">
            <a:schemeClr val="lt1"/>
          </a:fillRef>
          <a:effectRef idx="0">
            <a:schemeClr val="accent1"/>
          </a:effectRef>
          <a:fontRef idx="minor">
            <a:schemeClr val="dk1"/>
          </a:fontRef>
        </p:style>
        <p:txBody>
          <a:bodyPr wrap="square" lIns="0" r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1" i="0" u="none" strike="noStrike" kern="1200" cap="none" spc="0" normalizeH="0" baseline="0" noProof="0">
                <a:ln>
                  <a:noFill/>
                </a:ln>
                <a:solidFill>
                  <a:srgbClr val="3278E8"/>
                </a:solidFill>
                <a:effectLst/>
                <a:uLnTx/>
                <a:uFillTx/>
                <a:latin typeface="游ゴシック"/>
                <a:ea typeface="游ゴシック"/>
                <a:cs typeface="+mn-cs"/>
              </a:rPr>
              <a:t>スマートファクトリー</a:t>
            </a:r>
          </a:p>
        </p:txBody>
      </p:sp>
      <p:sp>
        <p:nvSpPr>
          <p:cNvPr id="21" name="テキスト ボックス 20">
            <a:extLst>
              <a:ext uri="{FF2B5EF4-FFF2-40B4-BE49-F238E27FC236}">
                <a16:creationId xmlns:a16="http://schemas.microsoft.com/office/drawing/2014/main" id="{5BF358B9-5B9D-D92A-15D0-5181BA768A7C}"/>
              </a:ext>
            </a:extLst>
          </p:cNvPr>
          <p:cNvSpPr txBox="1"/>
          <p:nvPr/>
        </p:nvSpPr>
        <p:spPr>
          <a:xfrm>
            <a:off x="8057469" y="1913888"/>
            <a:ext cx="1733316" cy="430881"/>
          </a:xfrm>
          <a:prstGeom prst="roundRect">
            <a:avLst/>
          </a:prstGeom>
          <a:solidFill>
            <a:srgbClr val="ECECEE"/>
          </a:solidFill>
          <a:ln>
            <a:noFill/>
          </a:ln>
        </p:spPr>
        <p:style>
          <a:lnRef idx="2">
            <a:schemeClr val="accent1"/>
          </a:lnRef>
          <a:fillRef idx="1">
            <a:schemeClr val="lt1"/>
          </a:fillRef>
          <a:effectRef idx="0">
            <a:schemeClr val="accent1"/>
          </a:effectRef>
          <a:fontRef idx="minor">
            <a:schemeClr val="dk1"/>
          </a:fontRef>
        </p:style>
        <p:txBody>
          <a:bodyPr wrap="square" lIns="0" r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1" i="0" u="none" strike="noStrike" kern="1200" cap="none" spc="0" normalizeH="0" baseline="0" noProof="0">
                <a:ln>
                  <a:noFill/>
                </a:ln>
                <a:solidFill>
                  <a:srgbClr val="3278E8"/>
                </a:solidFill>
                <a:effectLst/>
                <a:uLnTx/>
                <a:uFillTx/>
                <a:latin typeface="游ゴシック"/>
                <a:ea typeface="游ゴシック"/>
                <a:cs typeface="+mn-cs"/>
              </a:rPr>
              <a:t>EC/Web</a:t>
            </a:r>
            <a:r>
              <a:rPr kumimoji="1" lang="ja-JP" altLang="en-US" sz="1200" b="1" i="0" u="none" strike="noStrike" kern="1200" cap="none" spc="0" normalizeH="0" baseline="0" noProof="0">
                <a:ln>
                  <a:noFill/>
                </a:ln>
                <a:solidFill>
                  <a:srgbClr val="3278E8"/>
                </a:solidFill>
                <a:effectLst/>
                <a:uLnTx/>
                <a:uFillTx/>
                <a:latin typeface="游ゴシック"/>
                <a:ea typeface="游ゴシック"/>
                <a:cs typeface="+mn-cs"/>
              </a:rPr>
              <a:t>開発</a:t>
            </a:r>
          </a:p>
        </p:txBody>
      </p:sp>
      <p:sp>
        <p:nvSpPr>
          <p:cNvPr id="22" name="テキスト ボックス 21">
            <a:extLst>
              <a:ext uri="{FF2B5EF4-FFF2-40B4-BE49-F238E27FC236}">
                <a16:creationId xmlns:a16="http://schemas.microsoft.com/office/drawing/2014/main" id="{04427FD0-4964-EEDC-FB81-B6F1900C9AA9}"/>
              </a:ext>
            </a:extLst>
          </p:cNvPr>
          <p:cNvSpPr txBox="1"/>
          <p:nvPr/>
        </p:nvSpPr>
        <p:spPr>
          <a:xfrm>
            <a:off x="8105918" y="5753188"/>
            <a:ext cx="1733316" cy="430881"/>
          </a:xfrm>
          <a:prstGeom prst="roundRect">
            <a:avLst/>
          </a:prstGeom>
          <a:solidFill>
            <a:srgbClr val="ECECEE"/>
          </a:solidFill>
          <a:ln>
            <a:noFill/>
          </a:ln>
        </p:spPr>
        <p:style>
          <a:lnRef idx="2">
            <a:schemeClr val="accent1"/>
          </a:lnRef>
          <a:fillRef idx="1">
            <a:schemeClr val="lt1"/>
          </a:fillRef>
          <a:effectRef idx="0">
            <a:schemeClr val="accent1"/>
          </a:effectRef>
          <a:fontRef idx="minor">
            <a:schemeClr val="dk1"/>
          </a:fontRef>
        </p:style>
        <p:txBody>
          <a:bodyPr wrap="square" lIns="0" r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1" i="0" u="none" strike="noStrike" kern="1200" cap="none" spc="0" normalizeH="0" baseline="0" noProof="0">
                <a:ln>
                  <a:noFill/>
                </a:ln>
                <a:solidFill>
                  <a:srgbClr val="014097"/>
                </a:solidFill>
                <a:effectLst/>
                <a:uLnTx/>
                <a:uFillTx/>
                <a:latin typeface="游ゴシック"/>
                <a:ea typeface="游ゴシック"/>
                <a:cs typeface="+mn-cs"/>
              </a:rPr>
              <a:t>ヘルプデスク</a:t>
            </a:r>
          </a:p>
        </p:txBody>
      </p:sp>
      <p:sp>
        <p:nvSpPr>
          <p:cNvPr id="23" name="テキスト ボックス 22">
            <a:extLst>
              <a:ext uri="{FF2B5EF4-FFF2-40B4-BE49-F238E27FC236}">
                <a16:creationId xmlns:a16="http://schemas.microsoft.com/office/drawing/2014/main" id="{CF8A0E2E-7BE8-F6F9-0FCC-33B84192A11F}"/>
              </a:ext>
            </a:extLst>
          </p:cNvPr>
          <p:cNvSpPr txBox="1"/>
          <p:nvPr/>
        </p:nvSpPr>
        <p:spPr>
          <a:xfrm>
            <a:off x="8105918" y="5229248"/>
            <a:ext cx="1733316" cy="430881"/>
          </a:xfrm>
          <a:prstGeom prst="roundRect">
            <a:avLst/>
          </a:prstGeom>
          <a:solidFill>
            <a:srgbClr val="ECECEE"/>
          </a:solidFill>
          <a:ln>
            <a:noFill/>
          </a:ln>
        </p:spPr>
        <p:style>
          <a:lnRef idx="2">
            <a:schemeClr val="accent1"/>
          </a:lnRef>
          <a:fillRef idx="1">
            <a:schemeClr val="lt1"/>
          </a:fillRef>
          <a:effectRef idx="0">
            <a:schemeClr val="accent1"/>
          </a:effectRef>
          <a:fontRef idx="minor">
            <a:schemeClr val="dk1"/>
          </a:fontRef>
        </p:style>
        <p:txBody>
          <a:bodyPr wrap="square" lIns="0" r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1" i="0" u="none" strike="noStrike" kern="1200" cap="none" spc="0" normalizeH="0" baseline="0" noProof="0">
                <a:ln>
                  <a:noFill/>
                </a:ln>
                <a:solidFill>
                  <a:srgbClr val="014097"/>
                </a:solidFill>
                <a:effectLst/>
                <a:uLnTx/>
                <a:uFillTx/>
                <a:latin typeface="游ゴシック"/>
                <a:ea typeface="游ゴシック"/>
                <a:cs typeface="+mn-cs"/>
              </a:rPr>
              <a:t>DX</a:t>
            </a:r>
            <a:r>
              <a:rPr kumimoji="1" lang="ja-JP" altLang="en-US" sz="1200" b="1" i="0" u="none" strike="noStrike" kern="1200" cap="none" spc="0" normalizeH="0" baseline="0" noProof="0">
                <a:ln>
                  <a:noFill/>
                </a:ln>
                <a:solidFill>
                  <a:srgbClr val="014097"/>
                </a:solidFill>
                <a:effectLst/>
                <a:uLnTx/>
                <a:uFillTx/>
                <a:latin typeface="游ゴシック"/>
                <a:ea typeface="游ゴシック"/>
                <a:cs typeface="+mn-cs"/>
              </a:rPr>
              <a:t>プロダクト</a:t>
            </a:r>
          </a:p>
        </p:txBody>
      </p:sp>
      <p:pic>
        <p:nvPicPr>
          <p:cNvPr id="24" name="図 23" descr="ロゴ&#10;&#10;自動的に生成された説明">
            <a:extLst>
              <a:ext uri="{FF2B5EF4-FFF2-40B4-BE49-F238E27FC236}">
                <a16:creationId xmlns:a16="http://schemas.microsoft.com/office/drawing/2014/main" id="{77C201A9-1D7C-EE35-5A21-6A7060B07D84}"/>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10544811" y="-692317"/>
            <a:ext cx="1478693" cy="2090791"/>
          </a:xfrm>
          <a:prstGeom prst="rect">
            <a:avLst/>
          </a:prstGeom>
        </p:spPr>
      </p:pic>
      <p:sp>
        <p:nvSpPr>
          <p:cNvPr id="26" name="テキスト ボックス 25">
            <a:extLst>
              <a:ext uri="{FF2B5EF4-FFF2-40B4-BE49-F238E27FC236}">
                <a16:creationId xmlns:a16="http://schemas.microsoft.com/office/drawing/2014/main" id="{7E808091-ECD6-A8FF-60AE-E1424CA12EF9}"/>
              </a:ext>
            </a:extLst>
          </p:cNvPr>
          <p:cNvSpPr txBox="1"/>
          <p:nvPr/>
        </p:nvSpPr>
        <p:spPr>
          <a:xfrm>
            <a:off x="628737" y="1332023"/>
            <a:ext cx="9124433"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800" b="1" i="0" u="none" strike="noStrike" kern="1200" cap="none" spc="0" normalizeH="0" baseline="0" noProof="0">
                <a:ln>
                  <a:noFill/>
                </a:ln>
                <a:solidFill>
                  <a:srgbClr val="FFFFFF"/>
                </a:solidFill>
                <a:effectLst/>
                <a:uLnTx/>
                <a:uFillTx/>
                <a:latin typeface="游ゴシック"/>
                <a:ea typeface="游ゴシック"/>
                <a:cs typeface="+mn-cs"/>
              </a:rPr>
              <a:t>ビジネスイノベーション事業部</a:t>
            </a:r>
            <a:r>
              <a:rPr kumimoji="1" lang="ja-JP" altLang="en-US" sz="2000" b="1" i="0" u="none" strike="noStrike" kern="1200" cap="none" spc="0" normalizeH="0" baseline="0" noProof="0">
                <a:ln>
                  <a:noFill/>
                </a:ln>
                <a:solidFill>
                  <a:srgbClr val="FF7C80"/>
                </a:solidFill>
                <a:effectLst/>
                <a:uLnTx/>
                <a:uFillTx/>
                <a:latin typeface="游ゴシック"/>
                <a:ea typeface="游ゴシック"/>
                <a:cs typeface="+mn-cs"/>
              </a:rPr>
              <a:t>（製造業特化ソリューション部隊）</a:t>
            </a:r>
            <a:endParaRPr kumimoji="1" lang="en-US" altLang="ja-JP" sz="1800" b="1" i="0" u="none" strike="noStrike" kern="1200" cap="none" spc="0" normalizeH="0" baseline="0" noProof="0">
              <a:ln>
                <a:noFill/>
              </a:ln>
              <a:solidFill>
                <a:srgbClr val="FF7C80"/>
              </a:solidFill>
              <a:effectLst/>
              <a:uLnTx/>
              <a:uFillTx/>
              <a:latin typeface="游ゴシック"/>
              <a:ea typeface="游ゴシック"/>
              <a:cs typeface="+mn-cs"/>
            </a:endParaRPr>
          </a:p>
        </p:txBody>
      </p:sp>
      <p:sp>
        <p:nvSpPr>
          <p:cNvPr id="28" name="テキスト ボックス 27">
            <a:extLst>
              <a:ext uri="{FF2B5EF4-FFF2-40B4-BE49-F238E27FC236}">
                <a16:creationId xmlns:a16="http://schemas.microsoft.com/office/drawing/2014/main" id="{782417EE-4DBE-7CF4-4033-1E7C3736AD5E}"/>
              </a:ext>
            </a:extLst>
          </p:cNvPr>
          <p:cNvSpPr txBox="1"/>
          <p:nvPr/>
        </p:nvSpPr>
        <p:spPr>
          <a:xfrm>
            <a:off x="664951" y="3105017"/>
            <a:ext cx="11272489"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800" b="1" i="0" u="none" strike="noStrike" kern="1200" cap="none" spc="0" normalizeH="0" baseline="0" noProof="0">
                <a:ln>
                  <a:noFill/>
                </a:ln>
                <a:solidFill>
                  <a:srgbClr val="FFFFFF"/>
                </a:solidFill>
                <a:effectLst/>
                <a:uLnTx/>
                <a:uFillTx/>
                <a:latin typeface="游ゴシック"/>
                <a:ea typeface="游ゴシック"/>
                <a:cs typeface="+mn-cs"/>
              </a:rPr>
              <a:t>クラウドプラットフォーム事業部</a:t>
            </a:r>
            <a:r>
              <a:rPr kumimoji="1" lang="ja-JP" altLang="en-US" sz="2000" b="1" i="0" u="none" strike="noStrike" kern="1200" cap="none" spc="0" normalizeH="0" baseline="0" noProof="0">
                <a:ln>
                  <a:noFill/>
                </a:ln>
                <a:solidFill>
                  <a:srgbClr val="FF7C80"/>
                </a:solidFill>
                <a:effectLst/>
                <a:uLnTx/>
                <a:uFillTx/>
                <a:latin typeface="游ゴシック"/>
                <a:ea typeface="游ゴシック"/>
                <a:cs typeface="+mn-cs"/>
              </a:rPr>
              <a:t>（クラウド、</a:t>
            </a:r>
            <a:r>
              <a:rPr kumimoji="1" lang="en-US" altLang="ja-JP" sz="2000" b="1" i="0" u="none" strike="noStrike" kern="1200" cap="none" spc="0" normalizeH="0" baseline="0" noProof="0">
                <a:ln>
                  <a:noFill/>
                </a:ln>
                <a:solidFill>
                  <a:srgbClr val="FF7C80"/>
                </a:solidFill>
                <a:effectLst/>
                <a:uLnTx/>
                <a:uFillTx/>
                <a:latin typeface="游ゴシック"/>
                <a:ea typeface="游ゴシック"/>
                <a:cs typeface="+mn-cs"/>
              </a:rPr>
              <a:t>i-PaaS</a:t>
            </a:r>
            <a:r>
              <a:rPr kumimoji="1" lang="ja-JP" altLang="en-US" sz="2000" b="1" i="0" u="none" strike="noStrike" kern="1200" cap="none" spc="0" normalizeH="0" baseline="0" noProof="0">
                <a:ln>
                  <a:noFill/>
                </a:ln>
                <a:solidFill>
                  <a:srgbClr val="FF7C80"/>
                </a:solidFill>
                <a:effectLst/>
                <a:uLnTx/>
                <a:uFillTx/>
                <a:latin typeface="游ゴシック"/>
                <a:ea typeface="游ゴシック"/>
                <a:cs typeface="+mn-cs"/>
              </a:rPr>
              <a:t>などのプラットフォーム）</a:t>
            </a:r>
            <a:endParaRPr kumimoji="1" lang="en-US" altLang="ja-JP" sz="1800" b="1" i="0" u="none" strike="noStrike" kern="1200" cap="none" spc="0" normalizeH="0" baseline="0" noProof="0">
              <a:ln>
                <a:noFill/>
              </a:ln>
              <a:solidFill>
                <a:srgbClr val="FF7C80"/>
              </a:solidFill>
              <a:effectLst/>
              <a:uLnTx/>
              <a:uFillTx/>
              <a:latin typeface="游ゴシック"/>
              <a:ea typeface="游ゴシック"/>
              <a:cs typeface="+mn-cs"/>
            </a:endParaRPr>
          </a:p>
        </p:txBody>
      </p:sp>
      <p:sp>
        <p:nvSpPr>
          <p:cNvPr id="30" name="テキスト ボックス 29">
            <a:extLst>
              <a:ext uri="{FF2B5EF4-FFF2-40B4-BE49-F238E27FC236}">
                <a16:creationId xmlns:a16="http://schemas.microsoft.com/office/drawing/2014/main" id="{0059D4A4-3729-9F1B-6B09-22482DE924E4}"/>
              </a:ext>
            </a:extLst>
          </p:cNvPr>
          <p:cNvSpPr txBox="1"/>
          <p:nvPr/>
        </p:nvSpPr>
        <p:spPr>
          <a:xfrm>
            <a:off x="628737" y="4838144"/>
            <a:ext cx="11182559"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800" b="1" i="0" u="none" strike="noStrike" kern="1200" cap="none" spc="0" normalizeH="0" baseline="0" noProof="0">
                <a:ln>
                  <a:noFill/>
                </a:ln>
                <a:solidFill>
                  <a:srgbClr val="FFFFFF"/>
                </a:solidFill>
                <a:effectLst/>
                <a:uLnTx/>
                <a:uFillTx/>
                <a:latin typeface="游ゴシック"/>
                <a:ea typeface="游ゴシック"/>
                <a:cs typeface="+mn-cs"/>
              </a:rPr>
              <a:t>クラウドアウトソーシング事業部</a:t>
            </a:r>
            <a:r>
              <a:rPr kumimoji="1" lang="ja-JP" altLang="en-US" sz="2000" b="1" i="0" u="none" strike="noStrike" kern="1200" cap="none" spc="0" normalizeH="0" baseline="0" noProof="0">
                <a:ln>
                  <a:noFill/>
                </a:ln>
                <a:solidFill>
                  <a:srgbClr val="FF7C80"/>
                </a:solidFill>
                <a:effectLst/>
                <a:uLnTx/>
                <a:uFillTx/>
                <a:latin typeface="游ゴシック"/>
                <a:ea typeface="游ゴシック"/>
                <a:cs typeface="+mn-cs"/>
              </a:rPr>
              <a:t>（データセンター、ヘルプデスク、コールセンター）</a:t>
            </a:r>
            <a:endParaRPr kumimoji="1" lang="en-US" altLang="ja-JP" sz="1800" b="1" i="0" u="none" strike="noStrike" kern="1200" cap="none" spc="0" normalizeH="0" baseline="0" noProof="0">
              <a:ln>
                <a:noFill/>
              </a:ln>
              <a:solidFill>
                <a:srgbClr val="FF7C80"/>
              </a:solidFill>
              <a:effectLst/>
              <a:uLnTx/>
              <a:uFillTx/>
              <a:latin typeface="游ゴシック"/>
              <a:ea typeface="游ゴシック"/>
              <a:cs typeface="+mn-cs"/>
            </a:endParaRPr>
          </a:p>
        </p:txBody>
      </p:sp>
      <p:sp>
        <p:nvSpPr>
          <p:cNvPr id="32" name="二等辺三角形 31">
            <a:extLst>
              <a:ext uri="{FF2B5EF4-FFF2-40B4-BE49-F238E27FC236}">
                <a16:creationId xmlns:a16="http://schemas.microsoft.com/office/drawing/2014/main" id="{629FAFE1-3267-7312-3FEE-873BFB25648F}"/>
              </a:ext>
            </a:extLst>
          </p:cNvPr>
          <p:cNvSpPr/>
          <p:nvPr/>
        </p:nvSpPr>
        <p:spPr>
          <a:xfrm>
            <a:off x="10115549" y="1299159"/>
            <a:ext cx="1107127" cy="1767213"/>
          </a:xfrm>
          <a:prstGeom prst="triangle">
            <a:avLst>
              <a:gd name="adj" fmla="val 10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1" i="0" u="none" strike="noStrike" kern="1200" cap="none" spc="0" normalizeH="0" baseline="0" noProof="0">
              <a:ln>
                <a:noFill/>
              </a:ln>
              <a:solidFill>
                <a:srgbClr val="000000">
                  <a:lumMod val="85000"/>
                  <a:lumOff val="15000"/>
                </a:srgbClr>
              </a:solidFill>
              <a:effectLst/>
              <a:uLnTx/>
              <a:uFillTx/>
              <a:latin typeface="游ゴシック"/>
              <a:ea typeface="游ゴシック"/>
              <a:cs typeface="+mn-cs"/>
            </a:endParaRPr>
          </a:p>
        </p:txBody>
      </p:sp>
      <p:sp>
        <p:nvSpPr>
          <p:cNvPr id="34" name="タイトル 1">
            <a:extLst>
              <a:ext uri="{FF2B5EF4-FFF2-40B4-BE49-F238E27FC236}">
                <a16:creationId xmlns:a16="http://schemas.microsoft.com/office/drawing/2014/main" id="{AC52033F-C086-984F-3B09-9AFE78E9C0EE}"/>
              </a:ext>
            </a:extLst>
          </p:cNvPr>
          <p:cNvSpPr txBox="1">
            <a:spLocks/>
          </p:cNvSpPr>
          <p:nvPr/>
        </p:nvSpPr>
        <p:spPr>
          <a:xfrm>
            <a:off x="579777" y="188516"/>
            <a:ext cx="10153650" cy="604519"/>
          </a:xfrm>
          <a:prstGeom prst="rect">
            <a:avLst/>
          </a:prstGeom>
        </p:spPr>
        <p:txBody>
          <a:bodyPr lIns="0" tIns="0" rIns="0" bIns="0"/>
          <a:lstStyle>
            <a:lvl1pPr>
              <a:defRPr sz="3800" b="0" i="0" spc="-70" baseline="0">
                <a:solidFill>
                  <a:schemeClr val="tx2"/>
                </a:solidFill>
                <a:latin typeface="+mj-ea"/>
                <a:ea typeface="+mj-ea"/>
                <a:cs typeface="游ゴシック" panose="020B0400000000000000" pitchFamily="50" charset="-128"/>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3800" b="0" i="0" u="none" strike="noStrike" kern="0" cap="none" spc="-70" normalizeH="0" baseline="0" noProof="0">
                <a:ln>
                  <a:noFill/>
                </a:ln>
                <a:solidFill>
                  <a:srgbClr val="014097"/>
                </a:solidFill>
                <a:effectLst/>
                <a:uLnTx/>
                <a:uFillTx/>
                <a:latin typeface="游ゴシック"/>
                <a:ea typeface="游ゴシック"/>
              </a:rPr>
              <a:t>サービスソリューション事業領域 </a:t>
            </a:r>
            <a:endParaRPr kumimoji="1" lang="ja-JP" altLang="en-US" sz="3800" b="0" i="0" u="none" strike="noStrike" kern="0" cap="none" spc="-70" normalizeH="0" baseline="0" noProof="0">
              <a:ln>
                <a:noFill/>
              </a:ln>
              <a:solidFill>
                <a:srgbClr val="014097"/>
              </a:solidFill>
              <a:effectLst/>
              <a:uLnTx/>
              <a:uFillTx/>
              <a:latin typeface="游ゴシック"/>
              <a:ea typeface="游ゴシック"/>
            </a:endParaRPr>
          </a:p>
        </p:txBody>
      </p:sp>
      <p:sp>
        <p:nvSpPr>
          <p:cNvPr id="37" name="テキスト ボックス 36">
            <a:extLst>
              <a:ext uri="{FF2B5EF4-FFF2-40B4-BE49-F238E27FC236}">
                <a16:creationId xmlns:a16="http://schemas.microsoft.com/office/drawing/2014/main" id="{2F4BEF9C-B4EA-4AE0-2945-9FEB974004B9}"/>
              </a:ext>
            </a:extLst>
          </p:cNvPr>
          <p:cNvSpPr txBox="1"/>
          <p:nvPr/>
        </p:nvSpPr>
        <p:spPr>
          <a:xfrm>
            <a:off x="4434163" y="1911575"/>
            <a:ext cx="1733316" cy="430881"/>
          </a:xfrm>
          <a:prstGeom prst="roundRect">
            <a:avLst/>
          </a:prstGeom>
          <a:solidFill>
            <a:srgbClr val="ECECEE"/>
          </a:solidFill>
          <a:ln>
            <a:noFill/>
          </a:ln>
        </p:spPr>
        <p:style>
          <a:lnRef idx="2">
            <a:schemeClr val="accent1"/>
          </a:lnRef>
          <a:fillRef idx="1">
            <a:schemeClr val="lt1"/>
          </a:fillRef>
          <a:effectRef idx="0">
            <a:schemeClr val="accent1"/>
          </a:effectRef>
          <a:fontRef idx="minor">
            <a:schemeClr val="dk1"/>
          </a:fontRef>
        </p:style>
        <p:txBody>
          <a:bodyPr wrap="square" lIns="0" r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1" i="0" u="none" strike="noStrike" kern="1200" cap="none" spc="0" normalizeH="0" baseline="0" noProof="0">
                <a:ln>
                  <a:noFill/>
                </a:ln>
                <a:solidFill>
                  <a:srgbClr val="3278E8"/>
                </a:solidFill>
                <a:effectLst/>
                <a:uLnTx/>
                <a:uFillTx/>
                <a:latin typeface="游ゴシック"/>
                <a:ea typeface="游ゴシック"/>
                <a:cs typeface="+mn-cs"/>
              </a:rPr>
              <a:t>IoT</a:t>
            </a:r>
            <a:r>
              <a:rPr kumimoji="1" lang="ja-JP" altLang="en-US" sz="1200" b="1" i="0" u="none" strike="noStrike" kern="1200" cap="none" spc="0" normalizeH="0" baseline="0" noProof="0">
                <a:ln>
                  <a:noFill/>
                </a:ln>
                <a:solidFill>
                  <a:srgbClr val="3278E8"/>
                </a:solidFill>
                <a:effectLst/>
                <a:uLnTx/>
                <a:uFillTx/>
                <a:latin typeface="游ゴシック"/>
                <a:ea typeface="游ゴシック"/>
                <a:cs typeface="+mn-cs"/>
              </a:rPr>
              <a:t>システム構築</a:t>
            </a:r>
          </a:p>
        </p:txBody>
      </p:sp>
      <p:sp>
        <p:nvSpPr>
          <p:cNvPr id="38" name="テキスト ボックス 37">
            <a:extLst>
              <a:ext uri="{FF2B5EF4-FFF2-40B4-BE49-F238E27FC236}">
                <a16:creationId xmlns:a16="http://schemas.microsoft.com/office/drawing/2014/main" id="{80EB9FC0-6EA9-5B35-52D3-77FF3F3A38DD}"/>
              </a:ext>
            </a:extLst>
          </p:cNvPr>
          <p:cNvSpPr txBox="1"/>
          <p:nvPr/>
        </p:nvSpPr>
        <p:spPr>
          <a:xfrm>
            <a:off x="8067818" y="3598660"/>
            <a:ext cx="1733316" cy="430881"/>
          </a:xfrm>
          <a:prstGeom prst="roundRect">
            <a:avLst/>
          </a:prstGeom>
          <a:solidFill>
            <a:srgbClr val="ECECEE"/>
          </a:solidFill>
          <a:ln>
            <a:noFill/>
          </a:ln>
        </p:spPr>
        <p:style>
          <a:lnRef idx="2">
            <a:schemeClr val="accent1"/>
          </a:lnRef>
          <a:fillRef idx="1">
            <a:schemeClr val="lt1"/>
          </a:fillRef>
          <a:effectRef idx="0">
            <a:schemeClr val="accent1"/>
          </a:effectRef>
          <a:fontRef idx="minor">
            <a:schemeClr val="dk1"/>
          </a:fontRef>
        </p:style>
        <p:txBody>
          <a:bodyPr wrap="square" lIns="0" r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1" i="0" u="none" strike="noStrike" kern="1200" cap="none" spc="0" normalizeH="0" baseline="0" noProof="0">
                <a:ln>
                  <a:noFill/>
                </a:ln>
                <a:solidFill>
                  <a:srgbClr val="1556BE"/>
                </a:solidFill>
                <a:effectLst/>
                <a:uLnTx/>
                <a:uFillTx/>
                <a:latin typeface="游ゴシック"/>
                <a:ea typeface="游ゴシック"/>
                <a:cs typeface="+mn-cs"/>
              </a:rPr>
              <a:t>情シス</a:t>
            </a:r>
            <a:r>
              <a:rPr kumimoji="1" lang="en-US" altLang="ja-JP" sz="1200" b="1" i="0" u="none" strike="noStrike" kern="1200" cap="none" spc="0" normalizeH="0" baseline="0" noProof="0">
                <a:ln>
                  <a:noFill/>
                </a:ln>
                <a:solidFill>
                  <a:srgbClr val="1556BE"/>
                </a:solidFill>
                <a:effectLst/>
                <a:uLnTx/>
                <a:uFillTx/>
                <a:latin typeface="游ゴシック"/>
                <a:ea typeface="游ゴシック"/>
                <a:cs typeface="+mn-cs"/>
              </a:rPr>
              <a:t>DX</a:t>
            </a:r>
            <a:endParaRPr kumimoji="1" lang="ja-JP" altLang="en-US" sz="1200" b="1" i="0" u="none" strike="noStrike" kern="1200" cap="none" spc="0" normalizeH="0" baseline="0" noProof="0">
              <a:ln>
                <a:noFill/>
              </a:ln>
              <a:solidFill>
                <a:srgbClr val="1556BE"/>
              </a:solidFill>
              <a:effectLst/>
              <a:uLnTx/>
              <a:uFillTx/>
              <a:latin typeface="游ゴシック"/>
              <a:ea typeface="游ゴシック"/>
              <a:cs typeface="+mn-cs"/>
            </a:endParaRPr>
          </a:p>
        </p:txBody>
      </p:sp>
      <p:sp>
        <p:nvSpPr>
          <p:cNvPr id="39" name="テキスト ボックス 38">
            <a:extLst>
              <a:ext uri="{FF2B5EF4-FFF2-40B4-BE49-F238E27FC236}">
                <a16:creationId xmlns:a16="http://schemas.microsoft.com/office/drawing/2014/main" id="{8324CFAB-5988-E773-3064-FD30FC44BFA3}"/>
              </a:ext>
            </a:extLst>
          </p:cNvPr>
          <p:cNvSpPr txBox="1"/>
          <p:nvPr/>
        </p:nvSpPr>
        <p:spPr>
          <a:xfrm>
            <a:off x="4434163" y="2408437"/>
            <a:ext cx="1733316" cy="430881"/>
          </a:xfrm>
          <a:prstGeom prst="roundRect">
            <a:avLst/>
          </a:prstGeom>
          <a:solidFill>
            <a:srgbClr val="ECECEE"/>
          </a:solidFill>
          <a:ln>
            <a:noFill/>
          </a:ln>
        </p:spPr>
        <p:style>
          <a:lnRef idx="2">
            <a:schemeClr val="accent1"/>
          </a:lnRef>
          <a:fillRef idx="1">
            <a:schemeClr val="lt1"/>
          </a:fillRef>
          <a:effectRef idx="0">
            <a:schemeClr val="accent1"/>
          </a:effectRef>
          <a:fontRef idx="minor">
            <a:schemeClr val="dk1"/>
          </a:fontRef>
        </p:style>
        <p:txBody>
          <a:bodyPr wrap="square" lIns="0" r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1" i="0" u="none" strike="noStrike" kern="1200" cap="none" spc="0" normalizeH="0" baseline="0" noProof="0">
                <a:ln>
                  <a:noFill/>
                </a:ln>
                <a:solidFill>
                  <a:srgbClr val="3278E8"/>
                </a:solidFill>
                <a:effectLst/>
                <a:uLnTx/>
                <a:uFillTx/>
                <a:latin typeface="游ゴシック"/>
                <a:ea typeface="游ゴシック"/>
                <a:cs typeface="+mn-cs"/>
              </a:rPr>
              <a:t>スマートメンテナンス</a:t>
            </a:r>
          </a:p>
        </p:txBody>
      </p:sp>
      <p:sp>
        <p:nvSpPr>
          <p:cNvPr id="40" name="テキスト ボックス 39">
            <a:extLst>
              <a:ext uri="{FF2B5EF4-FFF2-40B4-BE49-F238E27FC236}">
                <a16:creationId xmlns:a16="http://schemas.microsoft.com/office/drawing/2014/main" id="{820BD5AD-C7B2-C3F0-938C-BB557D0DC764}"/>
              </a:ext>
            </a:extLst>
          </p:cNvPr>
          <p:cNvSpPr txBox="1"/>
          <p:nvPr/>
        </p:nvSpPr>
        <p:spPr>
          <a:xfrm>
            <a:off x="6241606" y="1914441"/>
            <a:ext cx="1733316" cy="430881"/>
          </a:xfrm>
          <a:prstGeom prst="roundRect">
            <a:avLst/>
          </a:prstGeom>
          <a:solidFill>
            <a:srgbClr val="ECECEE"/>
          </a:solidFill>
          <a:ln>
            <a:noFill/>
          </a:ln>
        </p:spPr>
        <p:style>
          <a:lnRef idx="2">
            <a:schemeClr val="accent1"/>
          </a:lnRef>
          <a:fillRef idx="1">
            <a:schemeClr val="lt1"/>
          </a:fillRef>
          <a:effectRef idx="0">
            <a:schemeClr val="accent1"/>
          </a:effectRef>
          <a:fontRef idx="minor">
            <a:schemeClr val="dk1"/>
          </a:fontRef>
        </p:style>
        <p:txBody>
          <a:bodyPr wrap="square" lIns="0" r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1" i="0" u="none" strike="noStrike" kern="1200" cap="none" spc="0" normalizeH="0" baseline="0" noProof="0">
                <a:ln>
                  <a:noFill/>
                </a:ln>
                <a:solidFill>
                  <a:srgbClr val="3278E8"/>
                </a:solidFill>
                <a:effectLst/>
                <a:uLnTx/>
                <a:uFillTx/>
                <a:latin typeface="游ゴシック"/>
                <a:ea typeface="游ゴシック"/>
                <a:cs typeface="+mn-cs"/>
              </a:rPr>
              <a:t>DX</a:t>
            </a:r>
            <a:r>
              <a:rPr kumimoji="1" lang="ja-JP" altLang="en-US" sz="1200" b="1" i="0" u="none" strike="noStrike" kern="1200" cap="none" spc="0" normalizeH="0" baseline="0" noProof="0">
                <a:ln>
                  <a:noFill/>
                </a:ln>
                <a:solidFill>
                  <a:srgbClr val="3278E8"/>
                </a:solidFill>
                <a:effectLst/>
                <a:uLnTx/>
                <a:uFillTx/>
                <a:latin typeface="游ゴシック"/>
                <a:ea typeface="游ゴシック"/>
                <a:cs typeface="+mn-cs"/>
              </a:rPr>
              <a:t>開発</a:t>
            </a:r>
          </a:p>
        </p:txBody>
      </p:sp>
      <p:sp>
        <p:nvSpPr>
          <p:cNvPr id="41" name="テキスト ボックス 40">
            <a:extLst>
              <a:ext uri="{FF2B5EF4-FFF2-40B4-BE49-F238E27FC236}">
                <a16:creationId xmlns:a16="http://schemas.microsoft.com/office/drawing/2014/main" id="{9D067AED-123E-5EF8-C987-FF21DCA18C48}"/>
              </a:ext>
            </a:extLst>
          </p:cNvPr>
          <p:cNvSpPr txBox="1"/>
          <p:nvPr/>
        </p:nvSpPr>
        <p:spPr>
          <a:xfrm>
            <a:off x="6242086" y="3598660"/>
            <a:ext cx="1733316" cy="430881"/>
          </a:xfrm>
          <a:prstGeom prst="roundRect">
            <a:avLst/>
          </a:prstGeom>
          <a:solidFill>
            <a:srgbClr val="ECECEE"/>
          </a:solidFill>
          <a:ln>
            <a:noFill/>
          </a:ln>
        </p:spPr>
        <p:style>
          <a:lnRef idx="2">
            <a:schemeClr val="accent1"/>
          </a:lnRef>
          <a:fillRef idx="1">
            <a:schemeClr val="lt1"/>
          </a:fillRef>
          <a:effectRef idx="0">
            <a:schemeClr val="accent1"/>
          </a:effectRef>
          <a:fontRef idx="minor">
            <a:schemeClr val="dk1"/>
          </a:fontRef>
        </p:style>
        <p:txBody>
          <a:bodyPr wrap="square" lIns="0" r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1" i="0" u="none" strike="noStrike" kern="1200" cap="none" spc="0" normalizeH="0" baseline="0" noProof="0">
                <a:ln>
                  <a:noFill/>
                </a:ln>
                <a:solidFill>
                  <a:srgbClr val="1556BE"/>
                </a:solidFill>
                <a:effectLst/>
                <a:uLnTx/>
                <a:uFillTx/>
                <a:latin typeface="游ゴシック"/>
                <a:ea typeface="游ゴシック"/>
                <a:cs typeface="+mn-cs"/>
              </a:rPr>
              <a:t>ネットワーク</a:t>
            </a:r>
            <a:r>
              <a:rPr kumimoji="1" lang="en-US" altLang="ja-JP" sz="1000" b="1" i="0" u="none" strike="noStrike" kern="1200" cap="none" spc="0" normalizeH="0" baseline="0" noProof="0">
                <a:ln>
                  <a:noFill/>
                </a:ln>
                <a:solidFill>
                  <a:srgbClr val="1556BE"/>
                </a:solidFill>
                <a:effectLst/>
                <a:uLnTx/>
                <a:uFillTx/>
                <a:latin typeface="游ゴシック"/>
                <a:ea typeface="游ゴシック"/>
                <a:cs typeface="+mn-cs"/>
              </a:rPr>
              <a:t>/</a:t>
            </a:r>
            <a:r>
              <a:rPr kumimoji="1" lang="ja-JP" altLang="en-US" sz="1000" b="1" i="0" u="none" strike="noStrike" kern="1200" cap="none" spc="0" normalizeH="0" baseline="0" noProof="0">
                <a:ln>
                  <a:noFill/>
                </a:ln>
                <a:solidFill>
                  <a:srgbClr val="1556BE"/>
                </a:solidFill>
                <a:effectLst/>
                <a:uLnTx/>
                <a:uFillTx/>
                <a:latin typeface="游ゴシック"/>
                <a:ea typeface="游ゴシック"/>
                <a:cs typeface="+mn-cs"/>
              </a:rPr>
              <a:t>セキュリティ</a:t>
            </a:r>
          </a:p>
        </p:txBody>
      </p:sp>
      <p:sp>
        <p:nvSpPr>
          <p:cNvPr id="31" name="二等辺三角形 30">
            <a:extLst>
              <a:ext uri="{FF2B5EF4-FFF2-40B4-BE49-F238E27FC236}">
                <a16:creationId xmlns:a16="http://schemas.microsoft.com/office/drawing/2014/main" id="{22E73495-59D9-02FD-CCC6-9D74CAA28C31}"/>
              </a:ext>
            </a:extLst>
          </p:cNvPr>
          <p:cNvSpPr/>
          <p:nvPr/>
        </p:nvSpPr>
        <p:spPr>
          <a:xfrm>
            <a:off x="10418969" y="1288329"/>
            <a:ext cx="803708" cy="3523596"/>
          </a:xfrm>
          <a:prstGeom prst="triangle">
            <a:avLst>
              <a:gd name="adj" fmla="val 100000"/>
            </a:avLst>
          </a:prstGeom>
          <a:solidFill>
            <a:srgbClr val="0140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1" i="0" u="none" strike="noStrike" kern="1200" cap="none" spc="0" normalizeH="0" baseline="0" noProof="0">
              <a:ln>
                <a:noFill/>
              </a:ln>
              <a:solidFill>
                <a:srgbClr val="000000">
                  <a:lumMod val="85000"/>
                  <a:lumOff val="15000"/>
                </a:srgbClr>
              </a:solidFill>
              <a:effectLst/>
              <a:uLnTx/>
              <a:uFillTx/>
              <a:latin typeface="游ゴシック"/>
              <a:ea typeface="游ゴシック"/>
              <a:cs typeface="+mn-cs"/>
            </a:endParaRPr>
          </a:p>
        </p:txBody>
      </p:sp>
      <p:sp>
        <p:nvSpPr>
          <p:cNvPr id="42" name="テキスト ボックス 41">
            <a:extLst>
              <a:ext uri="{FF2B5EF4-FFF2-40B4-BE49-F238E27FC236}">
                <a16:creationId xmlns:a16="http://schemas.microsoft.com/office/drawing/2014/main" id="{8C05F9C5-41DF-B473-3C7C-C2A467B1D686}"/>
              </a:ext>
            </a:extLst>
          </p:cNvPr>
          <p:cNvSpPr txBox="1"/>
          <p:nvPr/>
        </p:nvSpPr>
        <p:spPr>
          <a:xfrm>
            <a:off x="4436418" y="5226631"/>
            <a:ext cx="1733316" cy="430881"/>
          </a:xfrm>
          <a:prstGeom prst="roundRect">
            <a:avLst/>
          </a:prstGeom>
          <a:solidFill>
            <a:srgbClr val="ECECEE"/>
          </a:solidFill>
          <a:ln>
            <a:noFill/>
          </a:ln>
        </p:spPr>
        <p:style>
          <a:lnRef idx="2">
            <a:schemeClr val="accent1"/>
          </a:lnRef>
          <a:fillRef idx="1">
            <a:schemeClr val="lt1"/>
          </a:fillRef>
          <a:effectRef idx="0">
            <a:schemeClr val="accent1"/>
          </a:effectRef>
          <a:fontRef idx="minor">
            <a:schemeClr val="dk1"/>
          </a:fontRef>
        </p:style>
        <p:txBody>
          <a:bodyPr wrap="square" lIns="0" r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1" i="0" u="none" strike="noStrike" kern="1200" cap="none" spc="0" normalizeH="0" baseline="0" noProof="0">
                <a:ln>
                  <a:noFill/>
                </a:ln>
                <a:solidFill>
                  <a:srgbClr val="014097"/>
                </a:solidFill>
                <a:effectLst/>
                <a:uLnTx/>
                <a:uFillTx/>
                <a:latin typeface="游ゴシック"/>
                <a:ea typeface="游ゴシック"/>
                <a:cs typeface="+mn-cs"/>
              </a:rPr>
              <a:t>BPO</a:t>
            </a:r>
            <a:endParaRPr kumimoji="1" lang="ja-JP" altLang="en-US" sz="1200" b="1" i="0" u="none" strike="noStrike" kern="1200" cap="none" spc="0" normalizeH="0" baseline="0" noProof="0">
              <a:ln>
                <a:noFill/>
              </a:ln>
              <a:solidFill>
                <a:srgbClr val="014097"/>
              </a:solidFill>
              <a:effectLst/>
              <a:uLnTx/>
              <a:uFillTx/>
              <a:latin typeface="游ゴシック"/>
              <a:ea typeface="游ゴシック"/>
              <a:cs typeface="+mn-cs"/>
            </a:endParaRPr>
          </a:p>
        </p:txBody>
      </p:sp>
    </p:spTree>
    <p:extLst>
      <p:ext uri="{BB962C8B-B14F-4D97-AF65-F5344CB8AC3E}">
        <p14:creationId xmlns:p14="http://schemas.microsoft.com/office/powerpoint/2010/main" val="33610628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D8358FCB-EC01-1566-D073-513C42CEF080}"/>
              </a:ext>
            </a:extLst>
          </p:cNvPr>
          <p:cNvSpPr>
            <a:spLocks noGrp="1"/>
          </p:cNvSpPr>
          <p:nvPr>
            <p:ph type="title"/>
          </p:nvPr>
        </p:nvSpPr>
        <p:spPr/>
        <p:txBody>
          <a:bodyPr/>
          <a:lstStyle/>
          <a:p>
            <a:r>
              <a:rPr lang="en-US" altLang="ja-JP"/>
              <a:t>NSW</a:t>
            </a:r>
            <a:r>
              <a:rPr lang="ja-JP" altLang="en-US"/>
              <a:t>の取り組み（製造業様向け）</a:t>
            </a:r>
          </a:p>
        </p:txBody>
      </p:sp>
      <p:sp>
        <p:nvSpPr>
          <p:cNvPr id="5" name="スライド番号プレースホルダー 1">
            <a:extLst>
              <a:ext uri="{FF2B5EF4-FFF2-40B4-BE49-F238E27FC236}">
                <a16:creationId xmlns:a16="http://schemas.microsoft.com/office/drawing/2014/main" id="{F2A2F465-8DBB-D7FB-5A60-7A602AD1B716}"/>
              </a:ext>
            </a:extLst>
          </p:cNvPr>
          <p:cNvSpPr txBox="1">
            <a:spLocks/>
          </p:cNvSpPr>
          <p:nvPr/>
        </p:nvSpPr>
        <p:spPr bwMode="ltGray">
          <a:xfrm>
            <a:off x="10855405" y="6532510"/>
            <a:ext cx="998971" cy="241300"/>
          </a:xfrm>
          <a:prstGeom prst="rect">
            <a:avLst/>
          </a:prstGeom>
          <a:noFill/>
          <a:ln>
            <a:noFill/>
          </a:ln>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defPPr>
              <a:defRPr lang="ja-JP"/>
            </a:defPPr>
            <a:lvl1pPr marL="0" algn="r" defTabSz="914400" rtl="0" eaLnBrk="1" latinLnBrk="0" hangingPunct="1">
              <a:defRPr kumimoji="1" sz="1800" b="1" i="0" kern="1200">
                <a:solidFill>
                  <a:schemeClr val="bg1"/>
                </a:solidFill>
                <a:latin typeface="Arial" pitchFamily="34" charset="0"/>
                <a:ea typeface="ＭＳ Ｐゴシック" pitchFamily="50" charset="-128"/>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E025C43D-97FC-4CE9-9332-5BE2A99BA935}" type="slidenum">
              <a:rPr lang="en-US" altLang="ja-JP" sz="1400" smtClean="0">
                <a:solidFill>
                  <a:schemeClr val="tx1"/>
                </a:solidFill>
                <a:latin typeface="+mn-ea"/>
                <a:ea typeface="+mn-ea"/>
                <a:cs typeface="メイリオ" pitchFamily="50" charset="-128"/>
              </a:rPr>
              <a:pPr/>
              <a:t>12</a:t>
            </a:fld>
            <a:endParaRPr lang="en-US" altLang="ja-JP" sz="1400">
              <a:solidFill>
                <a:schemeClr val="tx1"/>
              </a:solidFill>
              <a:latin typeface="+mn-ea"/>
              <a:ea typeface="+mn-ea"/>
              <a:cs typeface="メイリオ" pitchFamily="50" charset="-128"/>
            </a:endParaRPr>
          </a:p>
        </p:txBody>
      </p:sp>
    </p:spTree>
    <p:extLst>
      <p:ext uri="{BB962C8B-B14F-4D97-AF65-F5344CB8AC3E}">
        <p14:creationId xmlns:p14="http://schemas.microsoft.com/office/powerpoint/2010/main" val="38099854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876B218-7845-2B3A-0145-30B76A4DE617}"/>
              </a:ext>
            </a:extLst>
          </p:cNvPr>
          <p:cNvSpPr>
            <a:spLocks noGrp="1"/>
          </p:cNvSpPr>
          <p:nvPr>
            <p:ph type="title"/>
          </p:nvPr>
        </p:nvSpPr>
        <p:spPr/>
        <p:txBody>
          <a:bodyPr/>
          <a:lstStyle/>
          <a:p>
            <a:r>
              <a:rPr lang="ja-JP" altLang="en-US" dirty="0"/>
              <a:t>製造業向けソリューション群</a:t>
            </a:r>
            <a:endParaRPr kumimoji="1" lang="ja-JP" altLang="en-US" dirty="0"/>
          </a:p>
        </p:txBody>
      </p:sp>
      <p:sp>
        <p:nvSpPr>
          <p:cNvPr id="3" name="スライド番号プレースホルダー 2">
            <a:extLst>
              <a:ext uri="{FF2B5EF4-FFF2-40B4-BE49-F238E27FC236}">
                <a16:creationId xmlns:a16="http://schemas.microsoft.com/office/drawing/2014/main" id="{E31680BC-F393-D274-B0BC-E8A6744B7FDC}"/>
              </a:ext>
            </a:extLst>
          </p:cNvPr>
          <p:cNvSpPr>
            <a:spLocks noGrp="1"/>
          </p:cNvSpPr>
          <p:nvPr>
            <p:ph type="sldNum" sz="quarter" idx="7"/>
          </p:nvPr>
        </p:nvSpPr>
        <p:spPr/>
        <p:txBody>
          <a:bodyPr/>
          <a:lstStyle/>
          <a:p>
            <a:fld id="{B6F15528-21DE-4FAA-801E-634DDDAF4B2B}" type="slidenum">
              <a:rPr lang="en-US" altLang="ja-JP" smtClean="0"/>
              <a:pPr/>
              <a:t>13</a:t>
            </a:fld>
            <a:endParaRPr lang="en-US" altLang="ja-JP"/>
          </a:p>
        </p:txBody>
      </p:sp>
      <p:pic>
        <p:nvPicPr>
          <p:cNvPr id="5" name="図 4" descr="タイムライン&#10;&#10;自動的に生成された説明">
            <a:extLst>
              <a:ext uri="{FF2B5EF4-FFF2-40B4-BE49-F238E27FC236}">
                <a16:creationId xmlns:a16="http://schemas.microsoft.com/office/drawing/2014/main" id="{871F688D-3626-CAE2-1C84-D7CE8CF67BD3}"/>
              </a:ext>
            </a:extLst>
          </p:cNvPr>
          <p:cNvPicPr>
            <a:picLocks noChangeAspect="1"/>
          </p:cNvPicPr>
          <p:nvPr/>
        </p:nvPicPr>
        <p:blipFill rotWithShape="1">
          <a:blip r:embed="rId2">
            <a:extLst>
              <a:ext uri="{28A0092B-C50C-407E-A947-70E740481C1C}">
                <a14:useLocalDpi xmlns:a14="http://schemas.microsoft.com/office/drawing/2010/main" val="0"/>
              </a:ext>
            </a:extLst>
          </a:blip>
          <a:srcRect t="2862" b="5228"/>
          <a:stretch/>
        </p:blipFill>
        <p:spPr>
          <a:xfrm>
            <a:off x="708535" y="1782280"/>
            <a:ext cx="10405917" cy="4634208"/>
          </a:xfrm>
          <a:prstGeom prst="rect">
            <a:avLst/>
          </a:prstGeom>
        </p:spPr>
      </p:pic>
      <p:sp>
        <p:nvSpPr>
          <p:cNvPr id="6" name="テキスト プレースホルダー 3">
            <a:extLst>
              <a:ext uri="{FF2B5EF4-FFF2-40B4-BE49-F238E27FC236}">
                <a16:creationId xmlns:a16="http://schemas.microsoft.com/office/drawing/2014/main" id="{5BB04ECE-FB02-1C83-13BB-CC7243D6250D}"/>
              </a:ext>
            </a:extLst>
          </p:cNvPr>
          <p:cNvSpPr txBox="1">
            <a:spLocks/>
          </p:cNvSpPr>
          <p:nvPr/>
        </p:nvSpPr>
        <p:spPr>
          <a:xfrm>
            <a:off x="523359" y="867880"/>
            <a:ext cx="10998000" cy="914400"/>
          </a:xfrm>
          <a:prstGeom prst="rect">
            <a:avLst/>
          </a:prstGeom>
        </p:spPr>
        <p:txBody>
          <a:bodyPr wrap="none" tIns="0" bIns="0" anchor="ctr"/>
          <a:lstStyle>
            <a:lvl1pPr marL="0" eaLnBrk="1" hangingPunct="1">
              <a:defRPr kumimoji="1" sz="1400">
                <a:solidFill>
                  <a:schemeClr val="bg1"/>
                </a:solidFill>
                <a:latin typeface="游ゴシック Medium" panose="020B0500000000000000" pitchFamily="50" charset="-128"/>
                <a:ea typeface="游ゴシック Medium" panose="020B0500000000000000" pitchFamily="50" charset="-128"/>
                <a:cs typeface="+mn-cs"/>
              </a:defRPr>
            </a:lvl1pPr>
            <a:lvl2pPr marL="179388" indent="0" eaLnBrk="1" hangingPunct="1">
              <a:defRPr kumimoji="1" sz="1300" b="1">
                <a:solidFill>
                  <a:schemeClr val="bg1"/>
                </a:solidFill>
                <a:latin typeface="游明朝 Demibold" panose="02020600000000000000" pitchFamily="18" charset="-128"/>
                <a:ea typeface="游明朝 Demibold" panose="02020600000000000000" pitchFamily="18" charset="-128"/>
                <a:cs typeface="+mn-cs"/>
              </a:defRPr>
            </a:lvl2pPr>
            <a:lvl3pPr marL="914400" eaLnBrk="1" hangingPunct="1">
              <a:defRPr kumimoji="1">
                <a:latin typeface="+mn-lt"/>
                <a:ea typeface="+mn-ea"/>
                <a:cs typeface="+mn-cs"/>
              </a:defRPr>
            </a:lvl3pPr>
            <a:lvl4pPr marL="1371600" eaLnBrk="1" hangingPunct="1">
              <a:defRPr kumimoji="1">
                <a:latin typeface="+mn-lt"/>
                <a:ea typeface="+mn-ea"/>
                <a:cs typeface="+mn-cs"/>
              </a:defRPr>
            </a:lvl4pPr>
            <a:lvl5pPr marL="1828800" eaLnBrk="1" hangingPunct="1">
              <a:defRPr kumimoji="1">
                <a:latin typeface="+mn-lt"/>
                <a:ea typeface="+mn-ea"/>
                <a:cs typeface="+mn-cs"/>
              </a:defRPr>
            </a:lvl5pPr>
            <a:lvl6pPr marL="2286000" eaLnBrk="1" hangingPunct="1">
              <a:defRPr kumimoji="1">
                <a:latin typeface="+mn-lt"/>
                <a:ea typeface="+mn-ea"/>
                <a:cs typeface="+mn-cs"/>
              </a:defRPr>
            </a:lvl6pPr>
            <a:lvl7pPr marL="2743200" eaLnBrk="1" hangingPunct="1">
              <a:defRPr kumimoji="1">
                <a:latin typeface="+mn-lt"/>
                <a:ea typeface="+mn-ea"/>
                <a:cs typeface="+mn-cs"/>
              </a:defRPr>
            </a:lvl7pPr>
            <a:lvl8pPr marL="3200400" eaLnBrk="1" hangingPunct="1">
              <a:defRPr kumimoji="1">
                <a:latin typeface="+mn-lt"/>
                <a:ea typeface="+mn-ea"/>
                <a:cs typeface="+mn-cs"/>
              </a:defRPr>
            </a:lvl8pPr>
            <a:lvl9pPr marL="3657600" eaLnBrk="1" hangingPunct="1">
              <a:defRPr kumimoji="1">
                <a:latin typeface="+mn-lt"/>
                <a:ea typeface="+mn-ea"/>
                <a:cs typeface="+mn-cs"/>
              </a:defRPr>
            </a:lvl9pPr>
          </a:lstStyle>
          <a:p>
            <a:r>
              <a:rPr lang="en-US" altLang="ja-JP" sz="2000" kern="0" dirty="0">
                <a:solidFill>
                  <a:schemeClr val="tx1"/>
                </a:solidFill>
              </a:rPr>
              <a:t>ERP</a:t>
            </a:r>
            <a:r>
              <a:rPr lang="ja-JP" altLang="en-US" sz="2000" kern="0" dirty="0">
                <a:solidFill>
                  <a:schemeClr val="tx1"/>
                </a:solidFill>
              </a:rPr>
              <a:t>・生産管理システムから、会計・販売・計画・設計・製造・物流まで、</a:t>
            </a:r>
          </a:p>
          <a:p>
            <a:r>
              <a:rPr lang="ja-JP" altLang="en-US" sz="2000" kern="0" dirty="0">
                <a:solidFill>
                  <a:schemeClr val="tx1"/>
                </a:solidFill>
              </a:rPr>
              <a:t>サプライチェーン、エンジニアリングチェーンの両軸に対してご提案いたします。</a:t>
            </a:r>
          </a:p>
        </p:txBody>
      </p:sp>
      <p:pic>
        <p:nvPicPr>
          <p:cNvPr id="7" name="図 6" descr="タイムライン&#10;&#10;自動的に生成された説明">
            <a:extLst>
              <a:ext uri="{FF2B5EF4-FFF2-40B4-BE49-F238E27FC236}">
                <a16:creationId xmlns:a16="http://schemas.microsoft.com/office/drawing/2014/main" id="{93E6DF06-3717-0365-EB0A-635320C8A780}"/>
              </a:ext>
            </a:extLst>
          </p:cNvPr>
          <p:cNvPicPr>
            <a:picLocks noChangeAspect="1"/>
          </p:cNvPicPr>
          <p:nvPr/>
        </p:nvPicPr>
        <p:blipFill rotWithShape="1">
          <a:blip r:embed="rId3">
            <a:extLst>
              <a:ext uri="{28A0092B-C50C-407E-A947-70E740481C1C}">
                <a14:useLocalDpi xmlns:a14="http://schemas.microsoft.com/office/drawing/2010/main" val="0"/>
              </a:ext>
            </a:extLst>
          </a:blip>
          <a:srcRect l="24533" t="2887" b="5284"/>
          <a:stretch/>
        </p:blipFill>
        <p:spPr>
          <a:xfrm>
            <a:off x="3259249" y="1782280"/>
            <a:ext cx="8049504" cy="4634208"/>
          </a:xfrm>
          <a:prstGeom prst="rect">
            <a:avLst/>
          </a:prstGeom>
        </p:spPr>
      </p:pic>
      <p:pic>
        <p:nvPicPr>
          <p:cNvPr id="8" name="図 7" descr="タイムライン&#10;&#10;自動的に生成された説明">
            <a:extLst>
              <a:ext uri="{FF2B5EF4-FFF2-40B4-BE49-F238E27FC236}">
                <a16:creationId xmlns:a16="http://schemas.microsoft.com/office/drawing/2014/main" id="{1CD7E43B-7DBC-3F5F-2BB5-790EAD9FB540}"/>
              </a:ext>
            </a:extLst>
          </p:cNvPr>
          <p:cNvPicPr>
            <a:picLocks noChangeAspect="1"/>
          </p:cNvPicPr>
          <p:nvPr/>
        </p:nvPicPr>
        <p:blipFill rotWithShape="1">
          <a:blip r:embed="rId3">
            <a:extLst>
              <a:ext uri="{28A0092B-C50C-407E-A947-70E740481C1C}">
                <a14:useLocalDpi xmlns:a14="http://schemas.microsoft.com/office/drawing/2010/main" val="0"/>
              </a:ext>
            </a:extLst>
          </a:blip>
          <a:srcRect l="82744" t="16120" b="79431"/>
          <a:stretch/>
        </p:blipFill>
        <p:spPr>
          <a:xfrm>
            <a:off x="9950913" y="2241890"/>
            <a:ext cx="1797181" cy="224443"/>
          </a:xfrm>
          <a:prstGeom prst="rect">
            <a:avLst/>
          </a:prstGeom>
        </p:spPr>
      </p:pic>
      <p:sp>
        <p:nvSpPr>
          <p:cNvPr id="9" name="正方形/長方形 8">
            <a:extLst>
              <a:ext uri="{FF2B5EF4-FFF2-40B4-BE49-F238E27FC236}">
                <a16:creationId xmlns:a16="http://schemas.microsoft.com/office/drawing/2014/main" id="{A4DCB4C1-3FE4-62B6-3E40-15A2D09F0102}"/>
              </a:ext>
            </a:extLst>
          </p:cNvPr>
          <p:cNvSpPr/>
          <p:nvPr/>
        </p:nvSpPr>
        <p:spPr>
          <a:xfrm>
            <a:off x="9502436" y="2218361"/>
            <a:ext cx="1912620" cy="2245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100" b="1" dirty="0">
                <a:solidFill>
                  <a:schemeClr val="tx1"/>
                </a:solidFill>
                <a:latin typeface="游ゴシック Medium" panose="020B0500000000000000" pitchFamily="50" charset="-128"/>
                <a:ea typeface="游ゴシック Medium" panose="020B0500000000000000" pitchFamily="50" charset="-128"/>
              </a:rPr>
              <a:t>生産管理連携機能搭載</a:t>
            </a:r>
            <a:endParaRPr kumimoji="1" lang="ja-JP" altLang="en-US" sz="1100" b="1" dirty="0">
              <a:solidFill>
                <a:schemeClr val="tx1"/>
              </a:solidFill>
              <a:latin typeface="游ゴシック Medium" panose="020B0500000000000000" pitchFamily="50" charset="-128"/>
              <a:ea typeface="游ゴシック Medium" panose="020B0500000000000000" pitchFamily="50" charset="-128"/>
            </a:endParaRPr>
          </a:p>
        </p:txBody>
      </p:sp>
    </p:spTree>
    <p:extLst>
      <p:ext uri="{BB962C8B-B14F-4D97-AF65-F5344CB8AC3E}">
        <p14:creationId xmlns:p14="http://schemas.microsoft.com/office/powerpoint/2010/main" val="18678762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04E41D-E523-717F-ACEC-B1377B001C0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959362B-5A61-BB9A-5BE9-72C34D113B91}"/>
              </a:ext>
            </a:extLst>
          </p:cNvPr>
          <p:cNvSpPr txBox="1">
            <a:spLocks/>
          </p:cNvSpPr>
          <p:nvPr/>
        </p:nvSpPr>
        <p:spPr>
          <a:xfrm>
            <a:off x="558483" y="234190"/>
            <a:ext cx="10153650" cy="604519"/>
          </a:xfrm>
          <a:prstGeom prst="rect">
            <a:avLst/>
          </a:prstGeom>
        </p:spPr>
        <p:txBody>
          <a:bodyPr lIns="90000" tIns="46800" rIns="90000" bIns="46800"/>
          <a:lstStyle>
            <a:lvl1pPr eaLnBrk="1" hangingPunct="1">
              <a:defRPr kumimoji="1" sz="3800" b="0" i="0" spc="-70" baseline="0">
                <a:solidFill>
                  <a:schemeClr val="tx2"/>
                </a:solidFill>
                <a:latin typeface="+mj-ea"/>
                <a:ea typeface="+mj-ea"/>
                <a:cs typeface="游ゴシック" panose="020B0400000000000000" pitchFamily="50" charset="-128"/>
              </a:defRPr>
            </a:lvl1pPr>
          </a:lstStyle>
          <a:p>
            <a:r>
              <a:rPr lang="ja-JP" altLang="en-US" sz="3600" kern="0" spc="-170" dirty="0"/>
              <a:t>スマートファクトリー事業領域（１／２）</a:t>
            </a:r>
            <a:endParaRPr lang="ja-JP" altLang="en-US" sz="3600" kern="0" dirty="0"/>
          </a:p>
        </p:txBody>
      </p:sp>
      <p:sp>
        <p:nvSpPr>
          <p:cNvPr id="3" name="スライド番号プレースホルダー 1">
            <a:extLst>
              <a:ext uri="{FF2B5EF4-FFF2-40B4-BE49-F238E27FC236}">
                <a16:creationId xmlns:a16="http://schemas.microsoft.com/office/drawing/2014/main" id="{9D0B0881-AB47-78C3-FEE4-8E322DE5C2EF}"/>
              </a:ext>
            </a:extLst>
          </p:cNvPr>
          <p:cNvSpPr txBox="1">
            <a:spLocks/>
          </p:cNvSpPr>
          <p:nvPr/>
        </p:nvSpPr>
        <p:spPr bwMode="ltGray">
          <a:xfrm>
            <a:off x="10855405" y="6532510"/>
            <a:ext cx="998971" cy="241300"/>
          </a:xfrm>
          <a:prstGeom prst="rect">
            <a:avLst/>
          </a:prstGeom>
          <a:noFill/>
          <a:ln>
            <a:noFill/>
          </a:ln>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defPPr>
              <a:defRPr lang="ja-JP"/>
            </a:defPPr>
            <a:lvl1pPr marL="0" algn="r" defTabSz="914400" rtl="0" eaLnBrk="1" latinLnBrk="0" hangingPunct="1">
              <a:defRPr kumimoji="1" sz="1800" b="1" i="0" kern="1200">
                <a:solidFill>
                  <a:schemeClr val="bg1"/>
                </a:solidFill>
                <a:latin typeface="Arial" pitchFamily="34" charset="0"/>
                <a:ea typeface="ＭＳ Ｐゴシック" pitchFamily="50" charset="-128"/>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E025C43D-97FC-4CE9-9332-5BE2A99BA935}" type="slidenum">
              <a:rPr lang="en-US" altLang="ja-JP" sz="1400" smtClean="0">
                <a:solidFill>
                  <a:schemeClr val="tx1"/>
                </a:solidFill>
                <a:latin typeface="+mn-ea"/>
                <a:ea typeface="+mn-ea"/>
                <a:cs typeface="メイリオ" pitchFamily="50" charset="-128"/>
              </a:rPr>
              <a:pPr/>
              <a:t>14</a:t>
            </a:fld>
            <a:endParaRPr lang="en-US" altLang="ja-JP" sz="1400">
              <a:solidFill>
                <a:schemeClr val="tx1"/>
              </a:solidFill>
              <a:latin typeface="+mn-ea"/>
              <a:ea typeface="+mn-ea"/>
              <a:cs typeface="メイリオ" pitchFamily="50" charset="-128"/>
            </a:endParaRPr>
          </a:p>
        </p:txBody>
      </p:sp>
      <p:grpSp>
        <p:nvGrpSpPr>
          <p:cNvPr id="410" name="グループ化 409">
            <a:extLst>
              <a:ext uri="{FF2B5EF4-FFF2-40B4-BE49-F238E27FC236}">
                <a16:creationId xmlns:a16="http://schemas.microsoft.com/office/drawing/2014/main" id="{BD038239-2A8D-9781-171F-2F95CBA7B9B9}"/>
              </a:ext>
            </a:extLst>
          </p:cNvPr>
          <p:cNvGrpSpPr/>
          <p:nvPr/>
        </p:nvGrpSpPr>
        <p:grpSpPr>
          <a:xfrm>
            <a:off x="594165" y="974517"/>
            <a:ext cx="11260211" cy="5558763"/>
            <a:chOff x="219583" y="741242"/>
            <a:chExt cx="11726046" cy="5788729"/>
          </a:xfrm>
        </p:grpSpPr>
        <p:sp>
          <p:nvSpPr>
            <p:cNvPr id="5" name="正方形/長方形 4">
              <a:extLst>
                <a:ext uri="{FF2B5EF4-FFF2-40B4-BE49-F238E27FC236}">
                  <a16:creationId xmlns:a16="http://schemas.microsoft.com/office/drawing/2014/main" id="{853C7C38-9DAF-393E-2BDA-05A6101D54A2}"/>
                </a:ext>
              </a:extLst>
            </p:cNvPr>
            <p:cNvSpPr/>
            <p:nvPr/>
          </p:nvSpPr>
          <p:spPr>
            <a:xfrm>
              <a:off x="9654893" y="741242"/>
              <a:ext cx="1144179" cy="3481110"/>
            </a:xfrm>
            <a:prstGeom prst="rect">
              <a:avLst/>
            </a:prstGeom>
            <a:solidFill>
              <a:srgbClr val="81ACF1">
                <a:lumMod val="40000"/>
                <a:lumOff val="60000"/>
              </a:srgbClr>
            </a:solidFill>
            <a:ln w="53975" cap="flat" cmpd="sng" algn="ctr">
              <a:solidFill>
                <a:srgbClr val="81ACF1">
                  <a:lumMod val="60000"/>
                  <a:lumOff val="4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600" b="0" i="0" u="none" strike="noStrike" kern="0" cap="none" spc="0" normalizeH="0" baseline="0" noProof="0">
                <a:ln>
                  <a:noFill/>
                </a:ln>
                <a:solidFill>
                  <a:srgbClr val="FFFFFF"/>
                </a:solidFill>
                <a:effectLst/>
                <a:uLnTx/>
                <a:uFillTx/>
                <a:latin typeface="游ゴシック"/>
                <a:ea typeface="游ゴシック"/>
                <a:cs typeface="+mn-cs"/>
              </a:endParaRPr>
            </a:p>
          </p:txBody>
        </p:sp>
        <p:sp>
          <p:nvSpPr>
            <p:cNvPr id="6" name="正方形/長方形 5">
              <a:extLst>
                <a:ext uri="{FF2B5EF4-FFF2-40B4-BE49-F238E27FC236}">
                  <a16:creationId xmlns:a16="http://schemas.microsoft.com/office/drawing/2014/main" id="{D027DC37-9E85-2607-C00C-6AB67378BD72}"/>
                </a:ext>
              </a:extLst>
            </p:cNvPr>
            <p:cNvSpPr/>
            <p:nvPr/>
          </p:nvSpPr>
          <p:spPr>
            <a:xfrm>
              <a:off x="1458666" y="741242"/>
              <a:ext cx="1503703" cy="3584662"/>
            </a:xfrm>
            <a:prstGeom prst="rect">
              <a:avLst/>
            </a:prstGeom>
            <a:solidFill>
              <a:srgbClr val="81ACF1">
                <a:lumMod val="40000"/>
                <a:lumOff val="60000"/>
              </a:srgbClr>
            </a:solidFill>
            <a:ln w="53975" cap="flat" cmpd="sng" algn="ctr">
              <a:solidFill>
                <a:srgbClr val="81ACF1">
                  <a:lumMod val="60000"/>
                  <a:lumOff val="4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600" b="0" i="0" u="none" strike="noStrike" kern="0" cap="none" spc="0" normalizeH="0" baseline="0" noProof="0">
                <a:ln>
                  <a:noFill/>
                </a:ln>
                <a:solidFill>
                  <a:srgbClr val="FFFFFF"/>
                </a:solidFill>
                <a:effectLst/>
                <a:uLnTx/>
                <a:uFillTx/>
                <a:latin typeface="游ゴシック"/>
                <a:ea typeface="游ゴシック"/>
                <a:cs typeface="+mn-cs"/>
              </a:endParaRPr>
            </a:p>
          </p:txBody>
        </p:sp>
        <p:cxnSp>
          <p:nvCxnSpPr>
            <p:cNvPr id="7" name="直線矢印コネクタ 6">
              <a:extLst>
                <a:ext uri="{FF2B5EF4-FFF2-40B4-BE49-F238E27FC236}">
                  <a16:creationId xmlns:a16="http://schemas.microsoft.com/office/drawing/2014/main" id="{8F803735-B71B-2218-CC94-D74FAB3A183D}"/>
                </a:ext>
              </a:extLst>
            </p:cNvPr>
            <p:cNvCxnSpPr>
              <a:cxnSpLocks/>
            </p:cNvCxnSpPr>
            <p:nvPr/>
          </p:nvCxnSpPr>
          <p:spPr>
            <a:xfrm flipV="1">
              <a:off x="5464947" y="4141847"/>
              <a:ext cx="0" cy="761143"/>
            </a:xfrm>
            <a:prstGeom prst="straightConnector1">
              <a:avLst/>
            </a:prstGeom>
            <a:noFill/>
            <a:ln w="19050" cap="flat" cmpd="sng" algn="ctr">
              <a:solidFill>
                <a:sysClr val="window" lastClr="FFFFFF"/>
              </a:solidFill>
              <a:prstDash val="solid"/>
              <a:tailEnd type="triangle"/>
            </a:ln>
            <a:effectLst/>
          </p:spPr>
        </p:cxnSp>
        <p:sp>
          <p:nvSpPr>
            <p:cNvPr id="8" name="四角形: 角を丸くする 7">
              <a:extLst>
                <a:ext uri="{FF2B5EF4-FFF2-40B4-BE49-F238E27FC236}">
                  <a16:creationId xmlns:a16="http://schemas.microsoft.com/office/drawing/2014/main" id="{6CD5B5C5-0A8B-2F21-1B72-D9B3480EF92A}"/>
                </a:ext>
              </a:extLst>
            </p:cNvPr>
            <p:cNvSpPr/>
            <p:nvPr/>
          </p:nvSpPr>
          <p:spPr>
            <a:xfrm>
              <a:off x="1297163" y="4872804"/>
              <a:ext cx="1462426" cy="1225153"/>
            </a:xfrm>
            <a:prstGeom prst="roundRect">
              <a:avLst>
                <a:gd name="adj" fmla="val 21464"/>
              </a:avLst>
            </a:prstGeom>
            <a:solidFill>
              <a:srgbClr val="FFFFFF">
                <a:lumMod val="75000"/>
              </a:srgbClr>
            </a:solidFill>
            <a:ln w="12700" cap="flat" cmpd="sng" algn="ctr">
              <a:solidFill>
                <a:schemeClr val="bg2">
                  <a:lumMod val="75000"/>
                </a:scheme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1"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取引先</a:t>
              </a:r>
              <a:endParaRPr kumimoji="0" lang="en-US" altLang="ja-JP" sz="1400" b="1"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・部品不良</a:t>
              </a:r>
              <a:endParaRPr kumimoji="0" lang="en-US" altLang="ja-JP" sz="14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・安定供給</a:t>
              </a:r>
              <a:endParaRPr kumimoji="0" lang="en-US" altLang="ja-JP" sz="14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a:t>
              </a:r>
              <a:r>
                <a:rPr kumimoji="0" lang="en-US" altLang="ja-JP" sz="14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LT</a:t>
              </a:r>
              <a:r>
                <a:rPr kumimoji="0" lang="ja-JP" altLang="en-US" sz="14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短縮</a:t>
              </a:r>
            </a:p>
          </p:txBody>
        </p:sp>
        <p:grpSp>
          <p:nvGrpSpPr>
            <p:cNvPr id="9" name="グループ化 8">
              <a:extLst>
                <a:ext uri="{FF2B5EF4-FFF2-40B4-BE49-F238E27FC236}">
                  <a16:creationId xmlns:a16="http://schemas.microsoft.com/office/drawing/2014/main" id="{31E4AA1A-4B37-8905-310C-41A82BC7397E}"/>
                </a:ext>
              </a:extLst>
            </p:cNvPr>
            <p:cNvGrpSpPr/>
            <p:nvPr/>
          </p:nvGrpSpPr>
          <p:grpSpPr>
            <a:xfrm>
              <a:off x="3236690" y="4951556"/>
              <a:ext cx="5974077" cy="1219109"/>
              <a:chOff x="3102169" y="4923712"/>
              <a:chExt cx="6072841" cy="1508045"/>
            </a:xfrm>
          </p:grpSpPr>
          <p:grpSp>
            <p:nvGrpSpPr>
              <p:cNvPr id="10" name="グループ化 9">
                <a:extLst>
                  <a:ext uri="{FF2B5EF4-FFF2-40B4-BE49-F238E27FC236}">
                    <a16:creationId xmlns:a16="http://schemas.microsoft.com/office/drawing/2014/main" id="{CCB9AB32-5233-82C1-BCA5-466639CAFB1C}"/>
                  </a:ext>
                </a:extLst>
              </p:cNvPr>
              <p:cNvGrpSpPr/>
              <p:nvPr/>
            </p:nvGrpSpPr>
            <p:grpSpPr>
              <a:xfrm>
                <a:off x="3102169" y="4931935"/>
                <a:ext cx="1576641" cy="1498407"/>
                <a:chOff x="2293306" y="4726314"/>
                <a:chExt cx="1576641" cy="1600571"/>
              </a:xfrm>
            </p:grpSpPr>
            <p:sp>
              <p:nvSpPr>
                <p:cNvPr id="20" name="矢印: 山形 19">
                  <a:extLst>
                    <a:ext uri="{FF2B5EF4-FFF2-40B4-BE49-F238E27FC236}">
                      <a16:creationId xmlns:a16="http://schemas.microsoft.com/office/drawing/2014/main" id="{0B943CC0-02E8-A272-C832-380FF8A76C7F}"/>
                    </a:ext>
                  </a:extLst>
                </p:cNvPr>
                <p:cNvSpPr/>
                <p:nvPr/>
              </p:nvSpPr>
              <p:spPr>
                <a:xfrm>
                  <a:off x="2300287" y="4726314"/>
                  <a:ext cx="1569660" cy="1446550"/>
                </a:xfrm>
                <a:prstGeom prst="chevron">
                  <a:avLst>
                    <a:gd name="adj" fmla="val 18668"/>
                  </a:avLst>
                </a:prstGeom>
                <a:solidFill>
                  <a:srgbClr val="3278E8">
                    <a:lumMod val="20000"/>
                    <a:lumOff val="80000"/>
                  </a:srgbClr>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prstClr val="black"/>
                    </a:solidFill>
                    <a:effectLst/>
                    <a:uLnTx/>
                    <a:uFillTx/>
                  </a:endParaRPr>
                </a:p>
              </p:txBody>
            </p:sp>
            <p:sp>
              <p:nvSpPr>
                <p:cNvPr id="21" name="テキスト ボックス 20">
                  <a:extLst>
                    <a:ext uri="{FF2B5EF4-FFF2-40B4-BE49-F238E27FC236}">
                      <a16:creationId xmlns:a16="http://schemas.microsoft.com/office/drawing/2014/main" id="{01848B5B-1947-5BF0-14C2-1ACECC4D2756}"/>
                    </a:ext>
                  </a:extLst>
                </p:cNvPr>
                <p:cNvSpPr txBox="1"/>
                <p:nvPr/>
              </p:nvSpPr>
              <p:spPr>
                <a:xfrm>
                  <a:off x="2293306" y="4738745"/>
                  <a:ext cx="1513765" cy="1588140"/>
                </a:xfrm>
                <a:prstGeom prst="rect">
                  <a:avLst/>
                </a:prstGeom>
                <a:noFill/>
                <a:ln>
                  <a:noFill/>
                </a:ln>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1" i="0" u="none" strike="noStrike" kern="0" cap="none" spc="0" normalizeH="0" baseline="0" noProof="0">
                      <a:ln>
                        <a:noFill/>
                      </a:ln>
                      <a:solidFill>
                        <a:prstClr val="black"/>
                      </a:solidFill>
                      <a:effectLst/>
                      <a:uLnTx/>
                      <a:uFillTx/>
                      <a:latin typeface="メイリオ" panose="020B0604030504040204" pitchFamily="50" charset="-128"/>
                      <a:ea typeface="メイリオ" panose="020B0604030504040204" pitchFamily="50" charset="-128"/>
                    </a:rPr>
                    <a:t>調達物流</a:t>
                  </a:r>
                  <a:endParaRPr kumimoji="0" lang="en-US" altLang="ja-JP" sz="1400" b="1" i="0" u="none" strike="noStrike" kern="0" cap="none" spc="0" normalizeH="0" baseline="0" noProof="0">
                    <a:ln>
                      <a:noFill/>
                    </a:ln>
                    <a:solidFill>
                      <a:prstClr val="black"/>
                    </a:solidFill>
                    <a:effectLst/>
                    <a:uLnTx/>
                    <a:uFillTx/>
                    <a:latin typeface="メイリオ" panose="020B0604030504040204" pitchFamily="50" charset="-128"/>
                    <a:ea typeface="メイリオ" panose="020B0604030504040204" pitchFamily="50" charset="-128"/>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50" b="0" i="0" u="none" strike="noStrike" kern="0" cap="none" spc="0" normalizeH="0" baseline="0" noProof="0">
                      <a:ln>
                        <a:noFill/>
                      </a:ln>
                      <a:solidFill>
                        <a:prstClr val="black"/>
                      </a:solidFill>
                      <a:effectLst/>
                      <a:uLnTx/>
                      <a:uFillTx/>
                      <a:latin typeface="メイリオ" panose="020B0604030504040204" pitchFamily="50" charset="-128"/>
                      <a:ea typeface="メイリオ" panose="020B0604030504040204" pitchFamily="50" charset="-128"/>
                    </a:rPr>
                    <a:t>コスト削減</a:t>
                  </a:r>
                  <a:endParaRPr kumimoji="0" lang="en-US" altLang="ja-JP" sz="1050" b="0" i="0" u="none" strike="noStrike" kern="0" cap="none" spc="0" normalizeH="0" baseline="0" noProof="0">
                    <a:ln>
                      <a:noFill/>
                    </a:ln>
                    <a:solidFill>
                      <a:prstClr val="black"/>
                    </a:solidFill>
                    <a:effectLst/>
                    <a:uLnTx/>
                    <a:uFillTx/>
                    <a:latin typeface="メイリオ" panose="020B0604030504040204" pitchFamily="50" charset="-128"/>
                    <a:ea typeface="メイリオ" panose="020B0604030504040204" pitchFamily="50" charset="-128"/>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050" b="0" i="0" u="none" strike="noStrike" kern="0" cap="none" spc="0" normalizeH="0" baseline="0" noProof="0">
                      <a:ln>
                        <a:noFill/>
                      </a:ln>
                      <a:solidFill>
                        <a:prstClr val="black"/>
                      </a:solidFill>
                      <a:effectLst/>
                      <a:uLnTx/>
                      <a:uFillTx/>
                      <a:latin typeface="メイリオ" panose="020B0604030504040204" pitchFamily="50" charset="-128"/>
                      <a:ea typeface="メイリオ" panose="020B0604030504040204" pitchFamily="50" charset="-128"/>
                    </a:rPr>
                    <a:t>LT</a:t>
                  </a:r>
                  <a:r>
                    <a:rPr kumimoji="0" lang="ja-JP" altLang="en-US" sz="1050" b="0" i="0" u="none" strike="noStrike" kern="0" cap="none" spc="0" normalizeH="0" baseline="0" noProof="0">
                      <a:ln>
                        <a:noFill/>
                      </a:ln>
                      <a:solidFill>
                        <a:prstClr val="black"/>
                      </a:solidFill>
                      <a:effectLst/>
                      <a:uLnTx/>
                      <a:uFillTx/>
                      <a:latin typeface="メイリオ" panose="020B0604030504040204" pitchFamily="50" charset="-128"/>
                      <a:ea typeface="メイリオ" panose="020B0604030504040204" pitchFamily="50" charset="-128"/>
                    </a:rPr>
                    <a:t>短縮</a:t>
                  </a:r>
                  <a:endParaRPr kumimoji="0" lang="en-US" altLang="ja-JP" sz="1050" b="0" i="0" u="none" strike="noStrike" kern="0" cap="none" spc="0" normalizeH="0" baseline="0" noProof="0">
                    <a:ln>
                      <a:noFill/>
                    </a:ln>
                    <a:solidFill>
                      <a:prstClr val="black"/>
                    </a:solidFill>
                    <a:effectLst/>
                    <a:uLnTx/>
                    <a:uFillTx/>
                    <a:latin typeface="メイリオ" panose="020B0604030504040204" pitchFamily="50" charset="-128"/>
                    <a:ea typeface="メイリオ" panose="020B0604030504040204" pitchFamily="50" charset="-128"/>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50" b="0" i="0" u="none" strike="noStrike" kern="0" cap="none" spc="0" normalizeH="0" baseline="0" noProof="0">
                      <a:ln>
                        <a:noFill/>
                      </a:ln>
                      <a:solidFill>
                        <a:prstClr val="black"/>
                      </a:solidFill>
                      <a:effectLst/>
                      <a:uLnTx/>
                      <a:uFillTx/>
                      <a:latin typeface="メイリオ" panose="020B0604030504040204" pitchFamily="50" charset="-128"/>
                      <a:ea typeface="メイリオ" panose="020B0604030504040204" pitchFamily="50" charset="-128"/>
                    </a:rPr>
                    <a:t>作業平準化</a:t>
                  </a:r>
                  <a:endParaRPr kumimoji="0" lang="en-US" altLang="ja-JP" sz="1050" b="0" i="0" u="none" strike="noStrike" kern="0" cap="none" spc="0" normalizeH="0" baseline="0" noProof="0">
                    <a:ln>
                      <a:noFill/>
                    </a:ln>
                    <a:solidFill>
                      <a:prstClr val="black"/>
                    </a:solidFill>
                    <a:effectLst/>
                    <a:uLnTx/>
                    <a:uFillTx/>
                    <a:latin typeface="メイリオ" panose="020B0604030504040204" pitchFamily="50" charset="-128"/>
                    <a:ea typeface="メイリオ" panose="020B0604030504040204" pitchFamily="50" charset="-128"/>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050" b="0" i="0" u="none" strike="noStrike" kern="0" cap="none" spc="0" normalizeH="0" baseline="0" noProof="0">
                      <a:ln>
                        <a:noFill/>
                      </a:ln>
                      <a:solidFill>
                        <a:prstClr val="black"/>
                      </a:solidFill>
                      <a:effectLst/>
                      <a:uLnTx/>
                      <a:uFillTx/>
                      <a:latin typeface="メイリオ" panose="020B0604030504040204" pitchFamily="50" charset="-128"/>
                      <a:ea typeface="メイリオ" panose="020B0604030504040204" pitchFamily="50" charset="-128"/>
                    </a:rPr>
                    <a:t>FIFO</a:t>
                  </a:r>
                  <a:r>
                    <a:rPr kumimoji="0" lang="ja-JP" altLang="en-US" sz="1050" b="0" i="0" u="none" strike="noStrike" kern="0" cap="none" spc="0" normalizeH="0" baseline="0" noProof="0">
                      <a:ln>
                        <a:noFill/>
                      </a:ln>
                      <a:solidFill>
                        <a:prstClr val="black"/>
                      </a:solidFill>
                      <a:effectLst/>
                      <a:uLnTx/>
                      <a:uFillTx/>
                      <a:latin typeface="メイリオ" panose="020B0604030504040204" pitchFamily="50" charset="-128"/>
                      <a:ea typeface="メイリオ" panose="020B0604030504040204" pitchFamily="50" charset="-128"/>
                    </a:rPr>
                    <a:t>・自働化</a:t>
                  </a:r>
                  <a:endParaRPr kumimoji="0" lang="en-US" altLang="ja-JP" sz="1050" b="0" i="0" u="none" strike="noStrike" kern="0" cap="none" spc="0" normalizeH="0" baseline="0" noProof="0">
                    <a:ln>
                      <a:noFill/>
                    </a:ln>
                    <a:solidFill>
                      <a:prstClr val="black"/>
                    </a:solidFill>
                    <a:effectLst/>
                    <a:uLnTx/>
                    <a:uFillTx/>
                    <a:latin typeface="メイリオ" panose="020B0604030504040204" pitchFamily="50" charset="-128"/>
                    <a:ea typeface="メイリオ" panose="020B0604030504040204" pitchFamily="50" charset="-128"/>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050" b="0" i="0" u="none" strike="noStrike" kern="0" cap="none" spc="0" normalizeH="0" baseline="0" noProof="0">
                      <a:ln>
                        <a:noFill/>
                      </a:ln>
                      <a:solidFill>
                        <a:prstClr val="black"/>
                      </a:solidFill>
                      <a:effectLst/>
                      <a:uLnTx/>
                      <a:uFillTx/>
                      <a:latin typeface="メイリオ" panose="020B0604030504040204" pitchFamily="50" charset="-128"/>
                      <a:ea typeface="メイリオ" panose="020B0604030504040204" pitchFamily="50" charset="-128"/>
                    </a:rPr>
                    <a:t>BCM</a:t>
                  </a:r>
                  <a:endParaRPr kumimoji="0" lang="en-US" altLang="ja-JP" sz="1400" b="0" i="0" u="none" strike="noStrike" kern="0" cap="none" spc="0" normalizeH="0" baseline="0" noProof="0">
                    <a:ln>
                      <a:noFill/>
                    </a:ln>
                    <a:solidFill>
                      <a:prstClr val="black"/>
                    </a:solidFill>
                    <a:effectLst/>
                    <a:uLnTx/>
                    <a:uFillTx/>
                    <a:latin typeface="メイリオ" panose="020B0604030504040204" pitchFamily="50" charset="-128"/>
                    <a:ea typeface="メイリオ" panose="020B0604030504040204" pitchFamily="50" charset="-128"/>
                  </a:endParaRPr>
                </a:p>
              </p:txBody>
            </p:sp>
          </p:grpSp>
          <p:grpSp>
            <p:nvGrpSpPr>
              <p:cNvPr id="11" name="グループ化 10">
                <a:extLst>
                  <a:ext uri="{FF2B5EF4-FFF2-40B4-BE49-F238E27FC236}">
                    <a16:creationId xmlns:a16="http://schemas.microsoft.com/office/drawing/2014/main" id="{82DFDD58-C5C4-688E-3282-58B53C0814C0}"/>
                  </a:ext>
                </a:extLst>
              </p:cNvPr>
              <p:cNvGrpSpPr/>
              <p:nvPr/>
            </p:nvGrpSpPr>
            <p:grpSpPr>
              <a:xfrm>
                <a:off x="4566930" y="4944989"/>
                <a:ext cx="1513765" cy="1486768"/>
                <a:chOff x="3941801" y="4726311"/>
                <a:chExt cx="1513765" cy="1586664"/>
              </a:xfrm>
            </p:grpSpPr>
            <p:sp>
              <p:nvSpPr>
                <p:cNvPr id="18" name="矢印: 山形 17">
                  <a:extLst>
                    <a:ext uri="{FF2B5EF4-FFF2-40B4-BE49-F238E27FC236}">
                      <a16:creationId xmlns:a16="http://schemas.microsoft.com/office/drawing/2014/main" id="{A088F09C-E5A6-3C53-203E-5E415D2E3E74}"/>
                    </a:ext>
                  </a:extLst>
                </p:cNvPr>
                <p:cNvSpPr/>
                <p:nvPr/>
              </p:nvSpPr>
              <p:spPr>
                <a:xfrm>
                  <a:off x="3941801" y="4726312"/>
                  <a:ext cx="1513765" cy="1446549"/>
                </a:xfrm>
                <a:prstGeom prst="chevron">
                  <a:avLst>
                    <a:gd name="adj" fmla="val 18668"/>
                  </a:avLst>
                </a:prstGeom>
                <a:solidFill>
                  <a:srgbClr val="3278E8">
                    <a:lumMod val="20000"/>
                    <a:lumOff val="80000"/>
                  </a:srgbClr>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prstClr val="black"/>
                    </a:solidFill>
                    <a:effectLst/>
                    <a:uLnTx/>
                    <a:uFillTx/>
                  </a:endParaRPr>
                </a:p>
              </p:txBody>
            </p:sp>
            <p:sp>
              <p:nvSpPr>
                <p:cNvPr id="19" name="テキスト ボックス 18">
                  <a:extLst>
                    <a:ext uri="{FF2B5EF4-FFF2-40B4-BE49-F238E27FC236}">
                      <a16:creationId xmlns:a16="http://schemas.microsoft.com/office/drawing/2014/main" id="{070DA0C5-9D61-05AE-F99A-660AA0EFAA74}"/>
                    </a:ext>
                  </a:extLst>
                </p:cNvPr>
                <p:cNvSpPr txBox="1"/>
                <p:nvPr/>
              </p:nvSpPr>
              <p:spPr>
                <a:xfrm>
                  <a:off x="4152955" y="4726311"/>
                  <a:ext cx="1091457" cy="1586664"/>
                </a:xfrm>
                <a:prstGeom prst="rect">
                  <a:avLst/>
                </a:prstGeom>
                <a:noFill/>
                <a:ln>
                  <a:noFill/>
                </a:ln>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1" i="0" u="none" strike="noStrike" kern="0" cap="none" spc="0" normalizeH="0" baseline="0" noProof="0">
                      <a:ln>
                        <a:noFill/>
                      </a:ln>
                      <a:solidFill>
                        <a:prstClr val="black"/>
                      </a:solidFill>
                      <a:effectLst/>
                      <a:uLnTx/>
                      <a:uFillTx/>
                      <a:latin typeface="メイリオ" panose="020B0604030504040204" pitchFamily="50" charset="-128"/>
                      <a:ea typeface="メイリオ" panose="020B0604030504040204" pitchFamily="50" charset="-128"/>
                    </a:rPr>
                    <a:t>加工</a:t>
                  </a:r>
                  <a:endParaRPr kumimoji="0" lang="en-US" altLang="ja-JP" sz="1400" b="1" i="0" u="none" strike="noStrike" kern="0" cap="none" spc="0" normalizeH="0" baseline="0" noProof="0">
                    <a:ln>
                      <a:noFill/>
                    </a:ln>
                    <a:solidFill>
                      <a:prstClr val="black"/>
                    </a:solidFill>
                    <a:effectLst/>
                    <a:uLnTx/>
                    <a:uFillTx/>
                    <a:latin typeface="メイリオ" panose="020B0604030504040204" pitchFamily="50" charset="-128"/>
                    <a:ea typeface="メイリオ" panose="020B0604030504040204" pitchFamily="50" charset="-128"/>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50" b="0" i="0" u="none" strike="noStrike" kern="0" cap="none" spc="0" normalizeH="0" baseline="0" noProof="0">
                      <a:ln>
                        <a:noFill/>
                      </a:ln>
                      <a:solidFill>
                        <a:prstClr val="black"/>
                      </a:solidFill>
                      <a:effectLst/>
                      <a:uLnTx/>
                      <a:uFillTx/>
                      <a:latin typeface="メイリオ" panose="020B0604030504040204" pitchFamily="50" charset="-128"/>
                      <a:ea typeface="メイリオ" panose="020B0604030504040204" pitchFamily="50" charset="-128"/>
                    </a:rPr>
                    <a:t>段取りロス</a:t>
                  </a:r>
                  <a:endParaRPr kumimoji="0" lang="en-US" altLang="ja-JP" sz="1050" b="0" i="0" u="none" strike="noStrike" kern="0" cap="none" spc="0" normalizeH="0" baseline="0" noProof="0">
                    <a:ln>
                      <a:noFill/>
                    </a:ln>
                    <a:solidFill>
                      <a:prstClr val="black"/>
                    </a:solidFill>
                    <a:effectLst/>
                    <a:uLnTx/>
                    <a:uFillTx/>
                    <a:latin typeface="メイリオ" panose="020B0604030504040204" pitchFamily="50" charset="-128"/>
                    <a:ea typeface="メイリオ" panose="020B0604030504040204" pitchFamily="50" charset="-128"/>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50" b="0" i="0" u="none" strike="noStrike" kern="0" cap="none" spc="0" normalizeH="0" baseline="0" noProof="0">
                      <a:ln>
                        <a:noFill/>
                      </a:ln>
                      <a:solidFill>
                        <a:prstClr val="black"/>
                      </a:solidFill>
                      <a:effectLst/>
                      <a:uLnTx/>
                      <a:uFillTx/>
                      <a:latin typeface="メイリオ" panose="020B0604030504040204" pitchFamily="50" charset="-128"/>
                      <a:ea typeface="メイリオ" panose="020B0604030504040204" pitchFamily="50" charset="-128"/>
                    </a:rPr>
                    <a:t>チョコ停</a:t>
                  </a:r>
                  <a:endParaRPr kumimoji="0" lang="en-US" altLang="ja-JP" sz="1050" b="0" i="0" u="none" strike="noStrike" kern="0" cap="none" spc="0" normalizeH="0" baseline="0" noProof="0">
                    <a:ln>
                      <a:noFill/>
                    </a:ln>
                    <a:solidFill>
                      <a:prstClr val="black"/>
                    </a:solidFill>
                    <a:effectLst/>
                    <a:uLnTx/>
                    <a:uFillTx/>
                    <a:latin typeface="メイリオ" panose="020B0604030504040204" pitchFamily="50" charset="-128"/>
                    <a:ea typeface="メイリオ" panose="020B0604030504040204" pitchFamily="50" charset="-128"/>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50" b="0" i="0" u="none" strike="noStrike" kern="0" cap="none" spc="0" normalizeH="0" baseline="0" noProof="0">
                      <a:ln>
                        <a:noFill/>
                      </a:ln>
                      <a:solidFill>
                        <a:prstClr val="black"/>
                      </a:solidFill>
                      <a:effectLst/>
                      <a:uLnTx/>
                      <a:uFillTx/>
                      <a:latin typeface="メイリオ" panose="020B0604030504040204" pitchFamily="50" charset="-128"/>
                      <a:ea typeface="メイリオ" panose="020B0604030504040204" pitchFamily="50" charset="-128"/>
                    </a:rPr>
                    <a:t>加工時間短縮</a:t>
                  </a:r>
                  <a:endParaRPr kumimoji="0" lang="en-US" altLang="ja-JP" sz="1050" b="0" i="0" u="none" strike="noStrike" kern="0" cap="none" spc="0" normalizeH="0" baseline="0" noProof="0">
                    <a:ln>
                      <a:noFill/>
                    </a:ln>
                    <a:solidFill>
                      <a:prstClr val="black"/>
                    </a:solidFill>
                    <a:effectLst/>
                    <a:uLnTx/>
                    <a:uFillTx/>
                    <a:latin typeface="メイリオ" panose="020B0604030504040204" pitchFamily="50" charset="-128"/>
                    <a:ea typeface="メイリオ" panose="020B0604030504040204" pitchFamily="50" charset="-128"/>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50" b="0" i="0" u="none" strike="noStrike" kern="0" cap="none" spc="0" normalizeH="0" baseline="0" noProof="0">
                      <a:ln>
                        <a:noFill/>
                      </a:ln>
                      <a:solidFill>
                        <a:prstClr val="black"/>
                      </a:solidFill>
                      <a:effectLst/>
                      <a:uLnTx/>
                      <a:uFillTx/>
                      <a:latin typeface="メイリオ" panose="020B0604030504040204" pitchFamily="50" charset="-128"/>
                      <a:ea typeface="メイリオ" panose="020B0604030504040204" pitchFamily="50" charset="-128"/>
                    </a:rPr>
                    <a:t>加工不良</a:t>
                  </a:r>
                  <a:endParaRPr kumimoji="0" lang="en-US" altLang="ja-JP" sz="1050" b="0" i="0" u="none" strike="noStrike" kern="0" cap="none" spc="0" normalizeH="0" baseline="0" noProof="0">
                    <a:ln>
                      <a:noFill/>
                    </a:ln>
                    <a:solidFill>
                      <a:prstClr val="black"/>
                    </a:solidFill>
                    <a:effectLst/>
                    <a:uLnTx/>
                    <a:uFillTx/>
                    <a:latin typeface="メイリオ" panose="020B0604030504040204" pitchFamily="50" charset="-128"/>
                    <a:ea typeface="メイリオ" panose="020B0604030504040204" pitchFamily="50" charset="-128"/>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50" b="0" i="0" u="none" strike="noStrike" kern="0" cap="none" spc="0" normalizeH="0" baseline="0" noProof="0">
                      <a:ln>
                        <a:noFill/>
                      </a:ln>
                      <a:solidFill>
                        <a:prstClr val="black"/>
                      </a:solidFill>
                      <a:effectLst/>
                      <a:uLnTx/>
                      <a:uFillTx/>
                      <a:latin typeface="メイリオ" panose="020B0604030504040204" pitchFamily="50" charset="-128"/>
                      <a:ea typeface="メイリオ" panose="020B0604030504040204" pitchFamily="50" charset="-128"/>
                    </a:rPr>
                    <a:t>仕掛在庫</a:t>
                  </a:r>
                  <a:endParaRPr kumimoji="0" lang="en-US" altLang="ja-JP" sz="1100" b="0" i="0" u="none" strike="noStrike" kern="0" cap="none" spc="0" normalizeH="0" baseline="0" noProof="0">
                    <a:ln>
                      <a:noFill/>
                    </a:ln>
                    <a:solidFill>
                      <a:prstClr val="black"/>
                    </a:solidFill>
                    <a:effectLst/>
                    <a:uLnTx/>
                    <a:uFillTx/>
                    <a:latin typeface="メイリオ" panose="020B0604030504040204" pitchFamily="50" charset="-128"/>
                    <a:ea typeface="メイリオ" panose="020B0604030504040204" pitchFamily="50" charset="-128"/>
                  </a:endParaRPr>
                </a:p>
              </p:txBody>
            </p:sp>
          </p:grpSp>
          <p:grpSp>
            <p:nvGrpSpPr>
              <p:cNvPr id="12" name="グループ化 11">
                <a:extLst>
                  <a:ext uri="{FF2B5EF4-FFF2-40B4-BE49-F238E27FC236}">
                    <a16:creationId xmlns:a16="http://schemas.microsoft.com/office/drawing/2014/main" id="{1840A6C5-AC1B-DC93-2C4D-7DCE135EA3A6}"/>
                  </a:ext>
                </a:extLst>
              </p:cNvPr>
              <p:cNvGrpSpPr/>
              <p:nvPr/>
            </p:nvGrpSpPr>
            <p:grpSpPr>
              <a:xfrm>
                <a:off x="5971057" y="4931936"/>
                <a:ext cx="1867331" cy="1437210"/>
                <a:chOff x="7074215" y="4761897"/>
                <a:chExt cx="1867331" cy="1556768"/>
              </a:xfrm>
            </p:grpSpPr>
            <p:sp>
              <p:nvSpPr>
                <p:cNvPr id="16" name="矢印: 山形 15">
                  <a:extLst>
                    <a:ext uri="{FF2B5EF4-FFF2-40B4-BE49-F238E27FC236}">
                      <a16:creationId xmlns:a16="http://schemas.microsoft.com/office/drawing/2014/main" id="{F40DC607-EDD8-9D68-CF85-D9FD4765AD8B}"/>
                    </a:ext>
                  </a:extLst>
                </p:cNvPr>
                <p:cNvSpPr/>
                <p:nvPr/>
              </p:nvSpPr>
              <p:spPr>
                <a:xfrm>
                  <a:off x="7074215" y="4769523"/>
                  <a:ext cx="1867331" cy="1474750"/>
                </a:xfrm>
                <a:prstGeom prst="chevron">
                  <a:avLst>
                    <a:gd name="adj" fmla="val 19303"/>
                  </a:avLst>
                </a:prstGeom>
                <a:solidFill>
                  <a:srgbClr val="3278E8">
                    <a:lumMod val="20000"/>
                    <a:lumOff val="80000"/>
                  </a:srgbClr>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prstClr val="black"/>
                    </a:solidFill>
                    <a:effectLst/>
                    <a:uLnTx/>
                    <a:uFillTx/>
                  </a:endParaRPr>
                </a:p>
              </p:txBody>
            </p:sp>
            <p:sp>
              <p:nvSpPr>
                <p:cNvPr id="17" name="テキスト ボックス 16">
                  <a:extLst>
                    <a:ext uri="{FF2B5EF4-FFF2-40B4-BE49-F238E27FC236}">
                      <a16:creationId xmlns:a16="http://schemas.microsoft.com/office/drawing/2014/main" id="{9649EE25-68EA-3AEA-7009-E76F162C3AB1}"/>
                    </a:ext>
                  </a:extLst>
                </p:cNvPr>
                <p:cNvSpPr txBox="1"/>
                <p:nvPr/>
              </p:nvSpPr>
              <p:spPr>
                <a:xfrm>
                  <a:off x="7247272" y="4761897"/>
                  <a:ext cx="1478354" cy="1556768"/>
                </a:xfrm>
                <a:prstGeom prst="rect">
                  <a:avLst/>
                </a:prstGeom>
                <a:noFill/>
                <a:ln>
                  <a:noFill/>
                </a:ln>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1" i="0" u="none" strike="noStrike" kern="0" cap="none" spc="0" normalizeH="0" baseline="0" noProof="0">
                      <a:ln>
                        <a:noFill/>
                      </a:ln>
                      <a:solidFill>
                        <a:prstClr val="black"/>
                      </a:solidFill>
                      <a:effectLst/>
                      <a:uLnTx/>
                      <a:uFillTx/>
                      <a:latin typeface="メイリオ" panose="020B0604030504040204" pitchFamily="50" charset="-128"/>
                      <a:ea typeface="メイリオ" panose="020B0604030504040204" pitchFamily="50" charset="-128"/>
                    </a:rPr>
                    <a:t>組立</a:t>
                  </a:r>
                  <a:endParaRPr kumimoji="0" lang="en-US" altLang="ja-JP" sz="1400" b="1" i="0" u="none" strike="noStrike" kern="0" cap="none" spc="0" normalizeH="0" baseline="0" noProof="0">
                    <a:ln>
                      <a:noFill/>
                    </a:ln>
                    <a:solidFill>
                      <a:prstClr val="black"/>
                    </a:solidFill>
                    <a:effectLst/>
                    <a:uLnTx/>
                    <a:uFillTx/>
                    <a:latin typeface="メイリオ" panose="020B0604030504040204" pitchFamily="50" charset="-128"/>
                    <a:ea typeface="メイリオ" panose="020B0604030504040204" pitchFamily="50" charset="-128"/>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50" b="0" i="0" u="none" strike="noStrike" kern="0" cap="none" spc="0" normalizeH="0" baseline="0" noProof="0">
                      <a:ln>
                        <a:noFill/>
                      </a:ln>
                      <a:solidFill>
                        <a:prstClr val="black"/>
                      </a:solidFill>
                      <a:effectLst/>
                      <a:uLnTx/>
                      <a:uFillTx/>
                      <a:latin typeface="メイリオ" panose="020B0604030504040204" pitchFamily="50" charset="-128"/>
                      <a:ea typeface="メイリオ" panose="020B0604030504040204" pitchFamily="50" charset="-128"/>
                    </a:rPr>
                    <a:t>サイクルタイム短縮</a:t>
                  </a:r>
                  <a:endParaRPr kumimoji="0" lang="en-US" altLang="ja-JP" sz="1050" b="0" i="0" u="none" strike="noStrike" kern="0" cap="none" spc="0" normalizeH="0" baseline="0" noProof="0">
                    <a:ln>
                      <a:noFill/>
                    </a:ln>
                    <a:solidFill>
                      <a:prstClr val="black"/>
                    </a:solidFill>
                    <a:effectLst/>
                    <a:uLnTx/>
                    <a:uFillTx/>
                    <a:latin typeface="メイリオ" panose="020B0604030504040204" pitchFamily="50" charset="-128"/>
                    <a:ea typeface="メイリオ" panose="020B0604030504040204" pitchFamily="50" charset="-128"/>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50" b="0" i="0" u="none" strike="noStrike" kern="0" cap="none" spc="0" normalizeH="0" baseline="0" noProof="0">
                      <a:ln>
                        <a:noFill/>
                      </a:ln>
                      <a:solidFill>
                        <a:prstClr val="black"/>
                      </a:solidFill>
                      <a:effectLst/>
                      <a:uLnTx/>
                      <a:uFillTx/>
                      <a:latin typeface="メイリオ" panose="020B0604030504040204" pitchFamily="50" charset="-128"/>
                      <a:ea typeface="メイリオ" panose="020B0604030504040204" pitchFamily="50" charset="-128"/>
                    </a:rPr>
                    <a:t>組立不良・直行率</a:t>
                  </a:r>
                  <a:endParaRPr kumimoji="0" lang="en-US" altLang="ja-JP" sz="1050" b="0" i="0" u="none" strike="noStrike" kern="0" cap="none" spc="0" normalizeH="0" baseline="0" noProof="0">
                    <a:ln>
                      <a:noFill/>
                    </a:ln>
                    <a:solidFill>
                      <a:prstClr val="black"/>
                    </a:solidFill>
                    <a:effectLst/>
                    <a:uLnTx/>
                    <a:uFillTx/>
                    <a:latin typeface="メイリオ" panose="020B0604030504040204" pitchFamily="50" charset="-128"/>
                    <a:ea typeface="メイリオ" panose="020B0604030504040204" pitchFamily="50" charset="-128"/>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50" b="0" i="0" u="none" strike="noStrike" kern="0" cap="none" spc="0" normalizeH="0" baseline="0" noProof="0">
                      <a:ln>
                        <a:noFill/>
                      </a:ln>
                      <a:solidFill>
                        <a:prstClr val="black"/>
                      </a:solidFill>
                      <a:effectLst/>
                      <a:uLnTx/>
                      <a:uFillTx/>
                      <a:latin typeface="メイリオ" panose="020B0604030504040204" pitchFamily="50" charset="-128"/>
                      <a:ea typeface="メイリオ" panose="020B0604030504040204" pitchFamily="50" charset="-128"/>
                    </a:rPr>
                    <a:t>自働化</a:t>
                  </a:r>
                  <a:endParaRPr kumimoji="0" lang="en-US" altLang="ja-JP" sz="1050" b="0" i="0" u="none" strike="noStrike" kern="0" cap="none" spc="0" normalizeH="0" baseline="0" noProof="0">
                    <a:ln>
                      <a:noFill/>
                    </a:ln>
                    <a:solidFill>
                      <a:prstClr val="black"/>
                    </a:solidFill>
                    <a:effectLst/>
                    <a:uLnTx/>
                    <a:uFillTx/>
                    <a:latin typeface="メイリオ" panose="020B0604030504040204" pitchFamily="50" charset="-128"/>
                    <a:ea typeface="メイリオ" panose="020B0604030504040204" pitchFamily="50" charset="-128"/>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50" b="0" i="0" u="none" strike="noStrike" kern="0" cap="none" spc="0" normalizeH="0" baseline="0" noProof="0">
                      <a:ln>
                        <a:noFill/>
                      </a:ln>
                      <a:solidFill>
                        <a:prstClr val="black"/>
                      </a:solidFill>
                      <a:effectLst/>
                      <a:uLnTx/>
                      <a:uFillTx/>
                      <a:latin typeface="メイリオ" panose="020B0604030504040204" pitchFamily="50" charset="-128"/>
                      <a:ea typeface="メイリオ" panose="020B0604030504040204" pitchFamily="50" charset="-128"/>
                    </a:rPr>
                    <a:t>チョコ停</a:t>
                  </a:r>
                  <a:endParaRPr kumimoji="0" lang="en-US" altLang="ja-JP" sz="1050" b="0" i="0" u="none" strike="noStrike" kern="0" cap="none" spc="0" normalizeH="0" baseline="0" noProof="0">
                    <a:ln>
                      <a:noFill/>
                    </a:ln>
                    <a:solidFill>
                      <a:prstClr val="black"/>
                    </a:solidFill>
                    <a:effectLst/>
                    <a:uLnTx/>
                    <a:uFillTx/>
                    <a:latin typeface="メイリオ" panose="020B0604030504040204" pitchFamily="50" charset="-128"/>
                    <a:ea typeface="メイリオ" panose="020B0604030504040204" pitchFamily="50" charset="-128"/>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50" b="0" i="0" u="none" strike="noStrike" kern="0" cap="none" spc="0" normalizeH="0" baseline="0" noProof="0">
                      <a:ln>
                        <a:noFill/>
                      </a:ln>
                      <a:solidFill>
                        <a:prstClr val="black"/>
                      </a:solidFill>
                      <a:effectLst/>
                      <a:uLnTx/>
                      <a:uFillTx/>
                      <a:latin typeface="メイリオ" panose="020B0604030504040204" pitchFamily="50" charset="-128"/>
                      <a:ea typeface="メイリオ" panose="020B0604030504040204" pitchFamily="50" charset="-128"/>
                    </a:rPr>
                    <a:t>仕掛在庫</a:t>
                  </a:r>
                  <a:endParaRPr kumimoji="0" lang="en-US" altLang="ja-JP" sz="1200" b="0" i="0" u="none" strike="noStrike" kern="0" cap="none" spc="0" normalizeH="0" baseline="0" noProof="0">
                    <a:ln>
                      <a:noFill/>
                    </a:ln>
                    <a:solidFill>
                      <a:prstClr val="black"/>
                    </a:solidFill>
                    <a:effectLst/>
                    <a:uLnTx/>
                    <a:uFillTx/>
                    <a:latin typeface="メイリオ" panose="020B0604030504040204" pitchFamily="50" charset="-128"/>
                    <a:ea typeface="メイリオ" panose="020B0604030504040204" pitchFamily="50" charset="-128"/>
                  </a:endParaRPr>
                </a:p>
              </p:txBody>
            </p:sp>
          </p:grpSp>
          <p:grpSp>
            <p:nvGrpSpPr>
              <p:cNvPr id="13" name="グループ化 12">
                <a:extLst>
                  <a:ext uri="{FF2B5EF4-FFF2-40B4-BE49-F238E27FC236}">
                    <a16:creationId xmlns:a16="http://schemas.microsoft.com/office/drawing/2014/main" id="{4F7606FE-97A2-3E99-0689-34D3779923F1}"/>
                  </a:ext>
                </a:extLst>
              </p:cNvPr>
              <p:cNvGrpSpPr/>
              <p:nvPr/>
            </p:nvGrpSpPr>
            <p:grpSpPr>
              <a:xfrm>
                <a:off x="7739381" y="4923712"/>
                <a:ext cx="1435629" cy="1500042"/>
                <a:chOff x="9865784" y="4769524"/>
                <a:chExt cx="1435629" cy="1622455"/>
              </a:xfrm>
            </p:grpSpPr>
            <p:sp>
              <p:nvSpPr>
                <p:cNvPr id="14" name="矢印: 山形 13">
                  <a:extLst>
                    <a:ext uri="{FF2B5EF4-FFF2-40B4-BE49-F238E27FC236}">
                      <a16:creationId xmlns:a16="http://schemas.microsoft.com/office/drawing/2014/main" id="{E93A8F8D-9B55-6178-20D6-C571CB5DB1B6}"/>
                    </a:ext>
                  </a:extLst>
                </p:cNvPr>
                <p:cNvSpPr/>
                <p:nvPr/>
              </p:nvSpPr>
              <p:spPr>
                <a:xfrm>
                  <a:off x="9865784" y="4769524"/>
                  <a:ext cx="1435629" cy="1489106"/>
                </a:xfrm>
                <a:prstGeom prst="chevron">
                  <a:avLst>
                    <a:gd name="adj" fmla="val 19938"/>
                  </a:avLst>
                </a:prstGeom>
                <a:solidFill>
                  <a:srgbClr val="3278E8">
                    <a:lumMod val="20000"/>
                    <a:lumOff val="80000"/>
                  </a:srgbClr>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prstClr val="black"/>
                    </a:solidFill>
                    <a:effectLst/>
                    <a:uLnTx/>
                    <a:uFillTx/>
                  </a:endParaRPr>
                </a:p>
              </p:txBody>
            </p:sp>
            <p:sp>
              <p:nvSpPr>
                <p:cNvPr id="15" name="テキスト ボックス 14">
                  <a:extLst>
                    <a:ext uri="{FF2B5EF4-FFF2-40B4-BE49-F238E27FC236}">
                      <a16:creationId xmlns:a16="http://schemas.microsoft.com/office/drawing/2014/main" id="{A1733FEB-17CA-25A8-2A08-07665FA917F1}"/>
                    </a:ext>
                  </a:extLst>
                </p:cNvPr>
                <p:cNvSpPr txBox="1"/>
                <p:nvPr/>
              </p:nvSpPr>
              <p:spPr>
                <a:xfrm>
                  <a:off x="10140813" y="4783879"/>
                  <a:ext cx="942129" cy="1608100"/>
                </a:xfrm>
                <a:prstGeom prst="rect">
                  <a:avLst/>
                </a:prstGeom>
                <a:noFill/>
                <a:ln>
                  <a:noFill/>
                </a:ln>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1" i="0" u="none" strike="noStrike" kern="0" cap="none" spc="0" normalizeH="0" baseline="0" noProof="0">
                      <a:ln>
                        <a:noFill/>
                      </a:ln>
                      <a:solidFill>
                        <a:prstClr val="black"/>
                      </a:solidFill>
                      <a:effectLst/>
                      <a:uLnTx/>
                      <a:uFillTx/>
                      <a:latin typeface="メイリオ" panose="020B0604030504040204" pitchFamily="50" charset="-128"/>
                      <a:ea typeface="メイリオ" panose="020B0604030504040204" pitchFamily="50" charset="-128"/>
                    </a:rPr>
                    <a:t>物流</a:t>
                  </a:r>
                  <a:endParaRPr kumimoji="0" lang="en-US" altLang="ja-JP" sz="1400" b="1" i="0" u="none" strike="noStrike" kern="0" cap="none" spc="0" normalizeH="0" baseline="0" noProof="0">
                    <a:ln>
                      <a:noFill/>
                    </a:ln>
                    <a:solidFill>
                      <a:prstClr val="black"/>
                    </a:solidFill>
                    <a:effectLst/>
                    <a:uLnTx/>
                    <a:uFillTx/>
                    <a:latin typeface="メイリオ" panose="020B0604030504040204" pitchFamily="50" charset="-128"/>
                    <a:ea typeface="メイリオ" panose="020B0604030504040204" pitchFamily="50" charset="-128"/>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50" b="0" i="0" u="none" strike="noStrike" kern="0" cap="none" spc="0" normalizeH="0" baseline="0" noProof="0">
                      <a:ln>
                        <a:noFill/>
                      </a:ln>
                      <a:solidFill>
                        <a:prstClr val="black"/>
                      </a:solidFill>
                      <a:effectLst/>
                      <a:uLnTx/>
                      <a:uFillTx/>
                      <a:latin typeface="メイリオ" panose="020B0604030504040204" pitchFamily="50" charset="-128"/>
                      <a:ea typeface="メイリオ" panose="020B0604030504040204" pitchFamily="50" charset="-128"/>
                    </a:rPr>
                    <a:t>作業平準化</a:t>
                  </a:r>
                  <a:endParaRPr kumimoji="0" lang="en-US" altLang="ja-JP" sz="1050" b="0" i="0" u="none" strike="noStrike" kern="0" cap="none" spc="0" normalizeH="0" baseline="0" noProof="0">
                    <a:ln>
                      <a:noFill/>
                    </a:ln>
                    <a:solidFill>
                      <a:prstClr val="black"/>
                    </a:solidFill>
                    <a:effectLst/>
                    <a:uLnTx/>
                    <a:uFillTx/>
                    <a:latin typeface="メイリオ" panose="020B0604030504040204" pitchFamily="50" charset="-128"/>
                    <a:ea typeface="メイリオ" panose="020B0604030504040204" pitchFamily="50" charset="-128"/>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50" b="0" i="0" u="none" strike="noStrike" kern="0" cap="none" spc="0" normalizeH="0" baseline="0" noProof="0">
                      <a:ln>
                        <a:noFill/>
                      </a:ln>
                      <a:solidFill>
                        <a:prstClr val="black"/>
                      </a:solidFill>
                      <a:effectLst/>
                      <a:uLnTx/>
                      <a:uFillTx/>
                      <a:latin typeface="メイリオ" panose="020B0604030504040204" pitchFamily="50" charset="-128"/>
                      <a:ea typeface="メイリオ" panose="020B0604030504040204" pitchFamily="50" charset="-128"/>
                    </a:rPr>
                    <a:t>コスト削減</a:t>
                  </a:r>
                  <a:endParaRPr kumimoji="0" lang="en-US" altLang="ja-JP" sz="1050" b="0" i="0" u="none" strike="noStrike" kern="0" cap="none" spc="0" normalizeH="0" baseline="0" noProof="0">
                    <a:ln>
                      <a:noFill/>
                    </a:ln>
                    <a:solidFill>
                      <a:prstClr val="black"/>
                    </a:solidFill>
                    <a:effectLst/>
                    <a:uLnTx/>
                    <a:uFillTx/>
                    <a:latin typeface="メイリオ" panose="020B0604030504040204" pitchFamily="50" charset="-128"/>
                    <a:ea typeface="メイリオ" panose="020B0604030504040204" pitchFamily="50" charset="-128"/>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050" b="0" i="0" u="none" strike="noStrike" kern="0" cap="none" spc="0" normalizeH="0" baseline="0" noProof="0">
                      <a:ln>
                        <a:noFill/>
                      </a:ln>
                      <a:solidFill>
                        <a:prstClr val="black"/>
                      </a:solidFill>
                      <a:effectLst/>
                      <a:uLnTx/>
                      <a:uFillTx/>
                      <a:latin typeface="メイリオ" panose="020B0604030504040204" pitchFamily="50" charset="-128"/>
                      <a:ea typeface="メイリオ" panose="020B0604030504040204" pitchFamily="50" charset="-128"/>
                    </a:rPr>
                    <a:t>LT</a:t>
                  </a:r>
                  <a:r>
                    <a:rPr kumimoji="0" lang="ja-JP" altLang="en-US" sz="1050" b="0" i="0" u="none" strike="noStrike" kern="0" cap="none" spc="0" normalizeH="0" baseline="0" noProof="0">
                      <a:ln>
                        <a:noFill/>
                      </a:ln>
                      <a:solidFill>
                        <a:prstClr val="black"/>
                      </a:solidFill>
                      <a:effectLst/>
                      <a:uLnTx/>
                      <a:uFillTx/>
                      <a:latin typeface="メイリオ" panose="020B0604030504040204" pitchFamily="50" charset="-128"/>
                      <a:ea typeface="メイリオ" panose="020B0604030504040204" pitchFamily="50" charset="-128"/>
                    </a:rPr>
                    <a:t>短縮</a:t>
                  </a:r>
                  <a:endParaRPr kumimoji="0" lang="en-US" altLang="ja-JP" sz="1050" b="0" i="0" u="none" strike="noStrike" kern="0" cap="none" spc="0" normalizeH="0" baseline="0" noProof="0">
                    <a:ln>
                      <a:noFill/>
                    </a:ln>
                    <a:solidFill>
                      <a:prstClr val="black"/>
                    </a:solidFill>
                    <a:effectLst/>
                    <a:uLnTx/>
                    <a:uFillTx/>
                    <a:latin typeface="メイリオ" panose="020B0604030504040204" pitchFamily="50" charset="-128"/>
                    <a:ea typeface="メイリオ" panose="020B0604030504040204" pitchFamily="50" charset="-128"/>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050" b="0" i="0" u="none" strike="noStrike" kern="0" cap="none" spc="0" normalizeH="0" baseline="0" noProof="0">
                      <a:ln>
                        <a:noFill/>
                      </a:ln>
                      <a:solidFill>
                        <a:prstClr val="black"/>
                      </a:solidFill>
                      <a:effectLst/>
                      <a:uLnTx/>
                      <a:uFillTx/>
                      <a:latin typeface="メイリオ" panose="020B0604030504040204" pitchFamily="50" charset="-128"/>
                      <a:ea typeface="メイリオ" panose="020B0604030504040204" pitchFamily="50" charset="-128"/>
                    </a:rPr>
                    <a:t>FIFO</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50" b="0" i="0" u="none" strike="noStrike" kern="0" cap="none" spc="0" normalizeH="0" baseline="0" noProof="0">
                      <a:ln>
                        <a:noFill/>
                      </a:ln>
                      <a:solidFill>
                        <a:prstClr val="black"/>
                      </a:solidFill>
                      <a:effectLst/>
                      <a:uLnTx/>
                      <a:uFillTx/>
                      <a:latin typeface="メイリオ" panose="020B0604030504040204" pitchFamily="50" charset="-128"/>
                      <a:ea typeface="メイリオ" panose="020B0604030504040204" pitchFamily="50" charset="-128"/>
                    </a:rPr>
                    <a:t>自働化</a:t>
                  </a:r>
                  <a:endParaRPr kumimoji="0" lang="en-US" altLang="ja-JP" sz="1400" b="0" i="0" u="none" strike="noStrike" kern="0" cap="none" spc="0" normalizeH="0" baseline="0" noProof="0">
                    <a:ln>
                      <a:noFill/>
                    </a:ln>
                    <a:solidFill>
                      <a:prstClr val="black"/>
                    </a:solidFill>
                    <a:effectLst/>
                    <a:uLnTx/>
                    <a:uFillTx/>
                    <a:latin typeface="メイリオ" panose="020B0604030504040204" pitchFamily="50" charset="-128"/>
                    <a:ea typeface="メイリオ" panose="020B0604030504040204" pitchFamily="50" charset="-128"/>
                  </a:endParaRPr>
                </a:p>
              </p:txBody>
            </p:sp>
          </p:grpSp>
        </p:grpSp>
        <p:sp>
          <p:nvSpPr>
            <p:cNvPr id="22" name="四角形: 角を丸くする 21">
              <a:extLst>
                <a:ext uri="{FF2B5EF4-FFF2-40B4-BE49-F238E27FC236}">
                  <a16:creationId xmlns:a16="http://schemas.microsoft.com/office/drawing/2014/main" id="{A4A12EED-1F8E-228B-F7FD-F8ADCD0407C8}"/>
                </a:ext>
              </a:extLst>
            </p:cNvPr>
            <p:cNvSpPr/>
            <p:nvPr/>
          </p:nvSpPr>
          <p:spPr>
            <a:xfrm>
              <a:off x="9721700" y="4872804"/>
              <a:ext cx="1343367" cy="1275004"/>
            </a:xfrm>
            <a:prstGeom prst="roundRect">
              <a:avLst/>
            </a:prstGeom>
            <a:solidFill>
              <a:srgbClr val="FFFFFF">
                <a:lumMod val="75000"/>
              </a:srgbClr>
            </a:solidFill>
            <a:ln w="12700" cap="flat" cmpd="sng" algn="ctr">
              <a:solidFill>
                <a:schemeClr val="bg2">
                  <a:lumMod val="75000"/>
                </a:scheme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1" i="0" u="none" strike="noStrike" kern="0" cap="none" spc="0" normalizeH="0" baseline="0" noProof="0">
                  <a:ln>
                    <a:noFill/>
                  </a:ln>
                  <a:solidFill>
                    <a:prstClr val="black"/>
                  </a:solidFill>
                  <a:effectLst/>
                  <a:uLnTx/>
                  <a:uFillTx/>
                  <a:latin typeface="メイリオ" panose="020B0604030504040204" pitchFamily="50" charset="-128"/>
                  <a:ea typeface="メイリオ" panose="020B0604030504040204" pitchFamily="50" charset="-128"/>
                </a:rPr>
                <a:t>販売</a:t>
              </a:r>
              <a:endParaRPr kumimoji="0" lang="en-US" altLang="ja-JP" sz="1400" b="1" i="0" u="none" strike="noStrike" kern="0" cap="none" spc="0" normalizeH="0" baseline="0" noProof="0">
                <a:ln>
                  <a:noFill/>
                </a:ln>
                <a:solidFill>
                  <a:prstClr val="black"/>
                </a:solidFill>
                <a:effectLst/>
                <a:uLnTx/>
                <a:uFillTx/>
                <a:latin typeface="メイリオ" panose="020B0604030504040204" pitchFamily="50" charset="-128"/>
                <a:ea typeface="メイリオ" panose="020B0604030504040204" pitchFamily="50" charset="-128"/>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1" i="0" u="none" strike="noStrike" kern="0" cap="none" spc="0" normalizeH="0" baseline="0" noProof="0">
                  <a:ln>
                    <a:noFill/>
                  </a:ln>
                  <a:solidFill>
                    <a:prstClr val="black"/>
                  </a:solidFill>
                  <a:effectLst/>
                  <a:uLnTx/>
                  <a:uFillTx/>
                  <a:latin typeface="メイリオ" panose="020B0604030504040204" pitchFamily="50" charset="-128"/>
                  <a:ea typeface="メイリオ" panose="020B0604030504040204" pitchFamily="50" charset="-128"/>
                </a:rPr>
                <a:t>・</a:t>
              </a:r>
              <a:r>
                <a:rPr kumimoji="0" lang="ja-JP" altLang="en-US" sz="1400" b="0" i="0" u="none" strike="noStrike" kern="0" cap="none" spc="0" normalizeH="0" baseline="0" noProof="0">
                  <a:ln>
                    <a:noFill/>
                  </a:ln>
                  <a:solidFill>
                    <a:prstClr val="black"/>
                  </a:solidFill>
                  <a:effectLst/>
                  <a:uLnTx/>
                  <a:uFillTx/>
                  <a:latin typeface="メイリオ" panose="020B0604030504040204" pitchFamily="50" charset="-128"/>
                  <a:ea typeface="メイリオ" panose="020B0604030504040204" pitchFamily="50" charset="-128"/>
                </a:rPr>
                <a:t>余剰在庫</a:t>
              </a:r>
              <a:endParaRPr kumimoji="0" lang="en-US" altLang="ja-JP" sz="1400" b="0" i="0" u="none" strike="noStrike" kern="0" cap="none" spc="0" normalizeH="0" baseline="0" noProof="0">
                <a:ln>
                  <a:noFill/>
                </a:ln>
                <a:solidFill>
                  <a:prstClr val="black"/>
                </a:solidFill>
                <a:effectLst/>
                <a:uLnTx/>
                <a:uFillTx/>
                <a:latin typeface="メイリオ" panose="020B0604030504040204" pitchFamily="50" charset="-128"/>
                <a:ea typeface="メイリオ" panose="020B0604030504040204" pitchFamily="50" charset="-128"/>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a:ln>
                    <a:noFill/>
                  </a:ln>
                  <a:solidFill>
                    <a:prstClr val="black"/>
                  </a:solidFill>
                  <a:effectLst/>
                  <a:uLnTx/>
                  <a:uFillTx/>
                  <a:latin typeface="メイリオ" panose="020B0604030504040204" pitchFamily="50" charset="-128"/>
                  <a:ea typeface="メイリオ" panose="020B0604030504040204" pitchFamily="50" charset="-128"/>
                </a:rPr>
                <a:t>・製品不良</a:t>
              </a:r>
              <a:endParaRPr kumimoji="0" lang="en-US" altLang="ja-JP" sz="1400" b="0" i="0" u="none" strike="noStrike" kern="0" cap="none" spc="0" normalizeH="0" baseline="0" noProof="0">
                <a:ln>
                  <a:noFill/>
                </a:ln>
                <a:solidFill>
                  <a:prstClr val="black"/>
                </a:solidFill>
                <a:effectLst/>
                <a:uLnTx/>
                <a:uFillTx/>
                <a:latin typeface="メイリオ" panose="020B0604030504040204" pitchFamily="50" charset="-128"/>
                <a:ea typeface="メイリオ" panose="020B0604030504040204" pitchFamily="50" charset="-128"/>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a:ln>
                    <a:noFill/>
                  </a:ln>
                  <a:solidFill>
                    <a:prstClr val="black"/>
                  </a:solidFill>
                  <a:effectLst/>
                  <a:uLnTx/>
                  <a:uFillTx/>
                  <a:latin typeface="メイリオ" panose="020B0604030504040204" pitchFamily="50" charset="-128"/>
                  <a:ea typeface="メイリオ" panose="020B0604030504040204" pitchFamily="50" charset="-128"/>
                </a:rPr>
                <a:t>・安定供給</a:t>
              </a:r>
              <a:endParaRPr kumimoji="0" lang="en-US" altLang="ja-JP" sz="1400" b="0" i="0" u="none" strike="noStrike" kern="0" cap="none" spc="0" normalizeH="0" baseline="0" noProof="0">
                <a:ln>
                  <a:noFill/>
                </a:ln>
                <a:solidFill>
                  <a:prstClr val="black"/>
                </a:solidFill>
                <a:effectLst/>
                <a:uLnTx/>
                <a:uFillTx/>
                <a:latin typeface="メイリオ" panose="020B0604030504040204" pitchFamily="50" charset="-128"/>
                <a:ea typeface="メイリオ" panose="020B0604030504040204" pitchFamily="50" charset="-128"/>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a:ln>
                    <a:noFill/>
                  </a:ln>
                  <a:solidFill>
                    <a:prstClr val="black"/>
                  </a:solidFill>
                  <a:effectLst/>
                  <a:uLnTx/>
                  <a:uFillTx/>
                  <a:latin typeface="メイリオ" panose="020B0604030504040204" pitchFamily="50" charset="-128"/>
                  <a:ea typeface="メイリオ" panose="020B0604030504040204" pitchFamily="50" charset="-128"/>
                </a:rPr>
                <a:t>・</a:t>
              </a:r>
              <a:r>
                <a:rPr kumimoji="0" lang="en-US" altLang="ja-JP" sz="1400" b="0" i="0" u="none" strike="noStrike" kern="0" cap="none" spc="0" normalizeH="0" baseline="0" noProof="0">
                  <a:ln>
                    <a:noFill/>
                  </a:ln>
                  <a:solidFill>
                    <a:prstClr val="black"/>
                  </a:solidFill>
                  <a:effectLst/>
                  <a:uLnTx/>
                  <a:uFillTx/>
                  <a:latin typeface="メイリオ" panose="020B0604030504040204" pitchFamily="50" charset="-128"/>
                  <a:ea typeface="メイリオ" panose="020B0604030504040204" pitchFamily="50" charset="-128"/>
                </a:rPr>
                <a:t>LT</a:t>
              </a:r>
              <a:r>
                <a:rPr kumimoji="0" lang="ja-JP" altLang="en-US" sz="1400" b="0" i="0" u="none" strike="noStrike" kern="0" cap="none" spc="0" normalizeH="0" baseline="0" noProof="0">
                  <a:ln>
                    <a:noFill/>
                  </a:ln>
                  <a:solidFill>
                    <a:prstClr val="black"/>
                  </a:solidFill>
                  <a:effectLst/>
                  <a:uLnTx/>
                  <a:uFillTx/>
                  <a:latin typeface="メイリオ" panose="020B0604030504040204" pitchFamily="50" charset="-128"/>
                  <a:ea typeface="メイリオ" panose="020B0604030504040204" pitchFamily="50" charset="-128"/>
                </a:rPr>
                <a:t>短縮</a:t>
              </a:r>
            </a:p>
          </p:txBody>
        </p:sp>
        <p:sp>
          <p:nvSpPr>
            <p:cNvPr id="23" name="矢印: 左右 22">
              <a:extLst>
                <a:ext uri="{FF2B5EF4-FFF2-40B4-BE49-F238E27FC236}">
                  <a16:creationId xmlns:a16="http://schemas.microsoft.com/office/drawing/2014/main" id="{B4DF4B04-7B22-FDE3-193D-C3A4DDCB3AEF}"/>
                </a:ext>
              </a:extLst>
            </p:cNvPr>
            <p:cNvSpPr/>
            <p:nvPr/>
          </p:nvSpPr>
          <p:spPr>
            <a:xfrm>
              <a:off x="3238084" y="6121970"/>
              <a:ext cx="5969674" cy="408001"/>
            </a:xfrm>
            <a:prstGeom prst="leftRightArrow">
              <a:avLst/>
            </a:prstGeom>
            <a:solidFill>
              <a:srgbClr val="3278E8">
                <a:lumMod val="75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1" i="0" u="none" strike="noStrike" kern="0" cap="none" spc="0" normalizeH="0" baseline="0" noProof="0">
                  <a:ln>
                    <a:noFill/>
                  </a:ln>
                  <a:solidFill>
                    <a:srgbClr val="FFFFFF"/>
                  </a:solidFill>
                  <a:effectLst/>
                  <a:uLnTx/>
                  <a:uFillTx/>
                  <a:latin typeface="游ゴシック"/>
                  <a:ea typeface="游ゴシック"/>
                  <a:cs typeface="+mn-cs"/>
                </a:rPr>
                <a:t>工場内見える化　整流化・工程改善・在庫削減</a:t>
              </a:r>
            </a:p>
          </p:txBody>
        </p:sp>
        <p:sp>
          <p:nvSpPr>
            <p:cNvPr id="24" name="矢印: 左 23">
              <a:extLst>
                <a:ext uri="{FF2B5EF4-FFF2-40B4-BE49-F238E27FC236}">
                  <a16:creationId xmlns:a16="http://schemas.microsoft.com/office/drawing/2014/main" id="{85DD9CD7-89EB-46F8-9354-0E2389BE723C}"/>
                </a:ext>
              </a:extLst>
            </p:cNvPr>
            <p:cNvSpPr/>
            <p:nvPr/>
          </p:nvSpPr>
          <p:spPr>
            <a:xfrm>
              <a:off x="1067184" y="6121970"/>
              <a:ext cx="1711544" cy="408001"/>
            </a:xfrm>
            <a:prstGeom prst="leftArrow">
              <a:avLst/>
            </a:prstGeom>
            <a:solidFill>
              <a:srgbClr val="3278E8">
                <a:lumMod val="75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1" i="0" u="none" strike="noStrike" kern="0" cap="none" spc="0" normalizeH="0" baseline="0" noProof="0">
                  <a:ln>
                    <a:noFill/>
                  </a:ln>
                  <a:solidFill>
                    <a:srgbClr val="FFFFFF"/>
                  </a:solidFill>
                  <a:effectLst/>
                  <a:uLnTx/>
                  <a:uFillTx/>
                  <a:latin typeface="游ゴシック"/>
                  <a:ea typeface="游ゴシック"/>
                  <a:cs typeface="+mn-cs"/>
                </a:rPr>
                <a:t>外物改善へ</a:t>
              </a:r>
            </a:p>
          </p:txBody>
        </p:sp>
        <p:sp>
          <p:nvSpPr>
            <p:cNvPr id="25" name="矢印: 左 24">
              <a:extLst>
                <a:ext uri="{FF2B5EF4-FFF2-40B4-BE49-F238E27FC236}">
                  <a16:creationId xmlns:a16="http://schemas.microsoft.com/office/drawing/2014/main" id="{954957E2-A48D-CA5A-9299-DEA3D1F9716E}"/>
                </a:ext>
              </a:extLst>
            </p:cNvPr>
            <p:cNvSpPr/>
            <p:nvPr/>
          </p:nvSpPr>
          <p:spPr>
            <a:xfrm flipH="1">
              <a:off x="9641689" y="6121970"/>
              <a:ext cx="1676316" cy="408001"/>
            </a:xfrm>
            <a:prstGeom prst="leftArrow">
              <a:avLst/>
            </a:prstGeom>
            <a:solidFill>
              <a:srgbClr val="3278E8">
                <a:lumMod val="75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1" i="0" u="none" strike="noStrike" kern="0" cap="none" spc="0" normalizeH="0" baseline="0" noProof="0">
                  <a:ln>
                    <a:noFill/>
                  </a:ln>
                  <a:solidFill>
                    <a:srgbClr val="FFFFFF"/>
                  </a:solidFill>
                  <a:effectLst/>
                  <a:uLnTx/>
                  <a:uFillTx/>
                  <a:latin typeface="游ゴシック"/>
                  <a:ea typeface="游ゴシック"/>
                  <a:cs typeface="+mn-cs"/>
                </a:rPr>
                <a:t>外物改善へ</a:t>
              </a:r>
            </a:p>
          </p:txBody>
        </p:sp>
        <p:sp>
          <p:nvSpPr>
            <p:cNvPr id="26" name="四角形: 角を丸くする 25">
              <a:extLst>
                <a:ext uri="{FF2B5EF4-FFF2-40B4-BE49-F238E27FC236}">
                  <a16:creationId xmlns:a16="http://schemas.microsoft.com/office/drawing/2014/main" id="{11464323-73E6-756D-67B9-53C8C3888DCC}"/>
                </a:ext>
              </a:extLst>
            </p:cNvPr>
            <p:cNvSpPr/>
            <p:nvPr/>
          </p:nvSpPr>
          <p:spPr>
            <a:xfrm>
              <a:off x="1570705" y="2577718"/>
              <a:ext cx="1296000" cy="1548256"/>
            </a:xfrm>
            <a:prstGeom prst="roundRect">
              <a:avLst/>
            </a:prstGeom>
            <a:solidFill>
              <a:srgbClr val="014097">
                <a:lumMod val="60000"/>
                <a:lumOff val="4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600" b="1" i="0" u="none" strike="noStrike" kern="0" cap="none" spc="0" normalizeH="0" baseline="0" noProof="0">
                  <a:ln>
                    <a:noFill/>
                  </a:ln>
                  <a:solidFill>
                    <a:srgbClr val="FFFFFF"/>
                  </a:solidFill>
                  <a:effectLst/>
                  <a:uLnTx/>
                  <a:uFillTx/>
                </a:rPr>
                <a:t>SCM</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0" i="0" u="none" strike="noStrike" kern="0" cap="none" spc="0" normalizeH="0" baseline="0" noProof="0">
                  <a:ln>
                    <a:noFill/>
                  </a:ln>
                  <a:solidFill>
                    <a:srgbClr val="FFFFFF"/>
                  </a:solidFill>
                  <a:effectLst/>
                  <a:uLnTx/>
                  <a:uFillTx/>
                </a:rPr>
                <a:t>計画</a:t>
              </a:r>
              <a:endParaRPr kumimoji="0" lang="en-US" altLang="ja-JP" sz="1600" b="0" i="0" u="none" strike="noStrike" kern="0" cap="none" spc="0" normalizeH="0" baseline="0" noProof="0">
                <a:ln>
                  <a:noFill/>
                </a:ln>
                <a:solidFill>
                  <a:srgbClr val="FFFFFF"/>
                </a:solidFill>
                <a:effectLst/>
                <a:uLnTx/>
                <a:uFillTx/>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0" i="0" u="none" strike="noStrike" kern="0" cap="none" spc="0" normalizeH="0" baseline="0" noProof="0">
                  <a:ln>
                    <a:noFill/>
                  </a:ln>
                  <a:solidFill>
                    <a:srgbClr val="FFFFFF"/>
                  </a:solidFill>
                  <a:effectLst/>
                  <a:uLnTx/>
                  <a:uFillTx/>
                </a:rPr>
                <a:t>調達</a:t>
              </a:r>
              <a:endParaRPr kumimoji="0" lang="en-US" altLang="ja-JP" sz="1600" b="0" i="0" u="none" strike="noStrike" kern="0" cap="none" spc="0" normalizeH="0" baseline="0" noProof="0">
                <a:ln>
                  <a:noFill/>
                </a:ln>
                <a:solidFill>
                  <a:srgbClr val="FFFFFF"/>
                </a:solidFill>
                <a:effectLst/>
                <a:uLnTx/>
                <a:uFillTx/>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0" i="0" u="none" strike="noStrike" kern="0" cap="none" spc="0" normalizeH="0" baseline="0" noProof="0">
                  <a:ln>
                    <a:noFill/>
                  </a:ln>
                  <a:solidFill>
                    <a:srgbClr val="FFFFFF"/>
                  </a:solidFill>
                  <a:effectLst/>
                  <a:uLnTx/>
                  <a:uFillTx/>
                </a:rPr>
                <a:t>物流</a:t>
              </a:r>
            </a:p>
          </p:txBody>
        </p:sp>
        <p:sp>
          <p:nvSpPr>
            <p:cNvPr id="27" name="四角形: 角を丸くする 26">
              <a:extLst>
                <a:ext uri="{FF2B5EF4-FFF2-40B4-BE49-F238E27FC236}">
                  <a16:creationId xmlns:a16="http://schemas.microsoft.com/office/drawing/2014/main" id="{F853384B-84AF-76F7-3B8B-9E60718CADB3}"/>
                </a:ext>
              </a:extLst>
            </p:cNvPr>
            <p:cNvSpPr/>
            <p:nvPr/>
          </p:nvSpPr>
          <p:spPr>
            <a:xfrm>
              <a:off x="9806044" y="1852335"/>
              <a:ext cx="864222" cy="2188209"/>
            </a:xfrm>
            <a:prstGeom prst="roundRect">
              <a:avLst/>
            </a:prstGeom>
            <a:solidFill>
              <a:srgbClr val="014097">
                <a:lumMod val="60000"/>
                <a:lumOff val="4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600" b="1" i="0" u="none" strike="noStrike" kern="0" cap="none" spc="0" normalizeH="0" baseline="0" noProof="0">
                  <a:ln>
                    <a:noFill/>
                  </a:ln>
                  <a:solidFill>
                    <a:srgbClr val="FFFFFF"/>
                  </a:solidFill>
                  <a:effectLst/>
                  <a:uLnTx/>
                  <a:uFillTx/>
                </a:rPr>
                <a:t>SCM</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0" i="0" u="none" strike="noStrike" kern="0" cap="none" spc="0" normalizeH="0" baseline="0" noProof="0">
                  <a:ln>
                    <a:noFill/>
                  </a:ln>
                  <a:solidFill>
                    <a:srgbClr val="FFFFFF"/>
                  </a:solidFill>
                  <a:effectLst/>
                  <a:uLnTx/>
                  <a:uFillTx/>
                </a:rPr>
                <a:t>受注</a:t>
              </a:r>
              <a:endParaRPr kumimoji="0" lang="en-US" altLang="ja-JP" sz="1600" b="0" i="0" u="none" strike="noStrike" kern="0" cap="none" spc="0" normalizeH="0" baseline="0" noProof="0">
                <a:ln>
                  <a:noFill/>
                </a:ln>
                <a:solidFill>
                  <a:srgbClr val="FFFFFF"/>
                </a:solidFill>
                <a:effectLst/>
                <a:uLnTx/>
                <a:uFillTx/>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0" i="0" u="none" strike="noStrike" kern="0" cap="none" spc="0" normalizeH="0" baseline="0" noProof="0">
                  <a:ln>
                    <a:noFill/>
                  </a:ln>
                  <a:solidFill>
                    <a:srgbClr val="FFFFFF"/>
                  </a:solidFill>
                  <a:effectLst/>
                  <a:uLnTx/>
                  <a:uFillTx/>
                </a:rPr>
                <a:t>出荷</a:t>
              </a:r>
              <a:endParaRPr kumimoji="0" lang="en-US" altLang="ja-JP" sz="1600" b="0" i="0" u="none" strike="noStrike" kern="0" cap="none" spc="0" normalizeH="0" baseline="0" noProof="0">
                <a:ln>
                  <a:noFill/>
                </a:ln>
                <a:solidFill>
                  <a:srgbClr val="FFFFFF"/>
                </a:solidFill>
                <a:effectLst/>
                <a:uLnTx/>
                <a:uFillTx/>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0" i="0" u="none" strike="noStrike" kern="0" cap="none" spc="0" normalizeH="0" baseline="0" noProof="0">
                  <a:ln>
                    <a:noFill/>
                  </a:ln>
                  <a:solidFill>
                    <a:srgbClr val="FFFFFF"/>
                  </a:solidFill>
                  <a:effectLst/>
                  <a:uLnTx/>
                  <a:uFillTx/>
                </a:rPr>
                <a:t>物流</a:t>
              </a:r>
            </a:p>
          </p:txBody>
        </p:sp>
        <p:sp>
          <p:nvSpPr>
            <p:cNvPr id="28" name="L 字 27">
              <a:extLst>
                <a:ext uri="{FF2B5EF4-FFF2-40B4-BE49-F238E27FC236}">
                  <a16:creationId xmlns:a16="http://schemas.microsoft.com/office/drawing/2014/main" id="{EB71553D-1B33-27E0-0C0E-533F941E8A91}"/>
                </a:ext>
              </a:extLst>
            </p:cNvPr>
            <p:cNvSpPr/>
            <p:nvPr/>
          </p:nvSpPr>
          <p:spPr>
            <a:xfrm flipH="1">
              <a:off x="3159052" y="741242"/>
              <a:ext cx="6230537" cy="3608706"/>
            </a:xfrm>
            <a:prstGeom prst="corner">
              <a:avLst>
                <a:gd name="adj1" fmla="val 61493"/>
                <a:gd name="adj2" fmla="val 44065"/>
              </a:avLst>
            </a:prstGeom>
            <a:solidFill>
              <a:srgbClr val="3278E8">
                <a:lumMod val="20000"/>
                <a:lumOff val="80000"/>
                <a:alpha val="57000"/>
              </a:srgbClr>
            </a:solidFill>
            <a:ln w="57150" cap="flat" cmpd="sng" algn="ctr">
              <a:solidFill>
                <a:srgbClr val="3278E8">
                  <a:lumMod val="60000"/>
                  <a:lumOff val="4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600" b="0" i="0" u="none" strike="noStrike" kern="0" cap="none" spc="0" normalizeH="0" baseline="0" noProof="0">
                <a:ln>
                  <a:noFill/>
                </a:ln>
                <a:solidFill>
                  <a:srgbClr val="FFFFFF"/>
                </a:solidFill>
                <a:effectLst/>
                <a:uLnTx/>
                <a:uFillTx/>
                <a:latin typeface="游ゴシック"/>
                <a:ea typeface="游ゴシック"/>
                <a:cs typeface="+mn-cs"/>
              </a:endParaRPr>
            </a:p>
          </p:txBody>
        </p:sp>
        <p:sp>
          <p:nvSpPr>
            <p:cNvPr id="29" name="L 字 28">
              <a:extLst>
                <a:ext uri="{FF2B5EF4-FFF2-40B4-BE49-F238E27FC236}">
                  <a16:creationId xmlns:a16="http://schemas.microsoft.com/office/drawing/2014/main" id="{2CD78065-0AFB-827E-D554-41626052816E}"/>
                </a:ext>
              </a:extLst>
            </p:cNvPr>
            <p:cNvSpPr/>
            <p:nvPr/>
          </p:nvSpPr>
          <p:spPr>
            <a:xfrm flipH="1">
              <a:off x="3234489" y="1201960"/>
              <a:ext cx="6068884" cy="2402199"/>
            </a:xfrm>
            <a:prstGeom prst="corner">
              <a:avLst>
                <a:gd name="adj1" fmla="val 33867"/>
                <a:gd name="adj2" fmla="val 54389"/>
              </a:avLst>
            </a:prstGeom>
            <a:solidFill>
              <a:srgbClr val="014097">
                <a:lumMod val="75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600" b="0" i="0" u="none" strike="noStrike" kern="0" cap="none" spc="0" normalizeH="0" baseline="0" noProof="0">
                <a:ln>
                  <a:noFill/>
                </a:ln>
                <a:solidFill>
                  <a:srgbClr val="FFFFFF"/>
                </a:solidFill>
                <a:effectLst/>
                <a:uLnTx/>
                <a:uFillTx/>
                <a:latin typeface="游ゴシック"/>
                <a:ea typeface="游ゴシック"/>
                <a:cs typeface="+mn-cs"/>
              </a:endParaRPr>
            </a:p>
          </p:txBody>
        </p:sp>
        <p:sp>
          <p:nvSpPr>
            <p:cNvPr id="30" name="テキスト ボックス 29">
              <a:extLst>
                <a:ext uri="{FF2B5EF4-FFF2-40B4-BE49-F238E27FC236}">
                  <a16:creationId xmlns:a16="http://schemas.microsoft.com/office/drawing/2014/main" id="{5B858308-89AE-DC36-53F1-A432ECE2FC12}"/>
                </a:ext>
              </a:extLst>
            </p:cNvPr>
            <p:cNvSpPr txBox="1"/>
            <p:nvPr/>
          </p:nvSpPr>
          <p:spPr>
            <a:xfrm>
              <a:off x="3289458" y="2820737"/>
              <a:ext cx="4439053" cy="288458"/>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200" b="1" i="0" u="none" strike="noStrike" kern="0" cap="none" spc="0" normalizeH="0" baseline="0" noProof="0">
                  <a:ln>
                    <a:noFill/>
                  </a:ln>
                  <a:solidFill>
                    <a:srgbClr val="FFFFFF"/>
                  </a:solidFill>
                  <a:effectLst/>
                  <a:uLnTx/>
                  <a:uFillTx/>
                </a:rPr>
                <a:t>データ収集・活用プラットフォーム（見える化</a:t>
              </a:r>
              <a:r>
                <a:rPr kumimoji="0" lang="en-US" altLang="ja-JP" sz="1200" b="1" i="0" u="none" strike="noStrike" kern="0" cap="none" spc="0" normalizeH="0" baseline="0" noProof="0">
                  <a:ln>
                    <a:noFill/>
                  </a:ln>
                  <a:solidFill>
                    <a:srgbClr val="FFFFFF"/>
                  </a:solidFill>
                  <a:effectLst/>
                  <a:uLnTx/>
                  <a:uFillTx/>
                </a:rPr>
                <a:t>/</a:t>
              </a:r>
              <a:r>
                <a:rPr kumimoji="0" lang="ja-JP" altLang="en-US" sz="1200" b="1" i="0" u="none" strike="noStrike" kern="0" cap="none" spc="0" normalizeH="0" baseline="0" noProof="0">
                  <a:ln>
                    <a:noFill/>
                  </a:ln>
                  <a:solidFill>
                    <a:srgbClr val="FFFFFF"/>
                  </a:solidFill>
                  <a:effectLst/>
                  <a:uLnTx/>
                  <a:uFillTx/>
                </a:rPr>
                <a:t>高度分析）</a:t>
              </a:r>
            </a:p>
          </p:txBody>
        </p:sp>
        <p:sp>
          <p:nvSpPr>
            <p:cNvPr id="31" name="円柱 30">
              <a:extLst>
                <a:ext uri="{FF2B5EF4-FFF2-40B4-BE49-F238E27FC236}">
                  <a16:creationId xmlns:a16="http://schemas.microsoft.com/office/drawing/2014/main" id="{4F38B2A3-A5D2-1221-A158-91903DEAD7D4}"/>
                </a:ext>
              </a:extLst>
            </p:cNvPr>
            <p:cNvSpPr/>
            <p:nvPr/>
          </p:nvSpPr>
          <p:spPr>
            <a:xfrm>
              <a:off x="3319812" y="3133409"/>
              <a:ext cx="1037690" cy="366525"/>
            </a:xfrm>
            <a:prstGeom prst="can">
              <a:avLst/>
            </a:prstGeom>
            <a:solidFill>
              <a:srgbClr val="014097">
                <a:lumMod val="40000"/>
                <a:lumOff val="60000"/>
              </a:srgbClr>
            </a:solidFill>
            <a:ln w="25400" cap="flat" cmpd="sng" algn="ctr">
              <a:solidFill>
                <a:srgbClr val="3278E8">
                  <a:lumMod val="7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50" b="1" i="0" u="none" strike="noStrike" kern="0" cap="none" spc="0" normalizeH="0" baseline="0" noProof="0" dirty="0">
                  <a:ln>
                    <a:noFill/>
                  </a:ln>
                  <a:solidFill>
                    <a:srgbClr val="FFFFFF"/>
                  </a:solidFill>
                  <a:effectLst/>
                  <a:uLnTx/>
                  <a:uFillTx/>
                  <a:latin typeface="游ゴシック"/>
                  <a:ea typeface="游ゴシック"/>
                  <a:cs typeface="+mn-cs"/>
                </a:rPr>
                <a:t>ラインレベル</a:t>
              </a:r>
            </a:p>
          </p:txBody>
        </p:sp>
        <p:sp>
          <p:nvSpPr>
            <p:cNvPr id="32" name="円柱 31">
              <a:extLst>
                <a:ext uri="{FF2B5EF4-FFF2-40B4-BE49-F238E27FC236}">
                  <a16:creationId xmlns:a16="http://schemas.microsoft.com/office/drawing/2014/main" id="{E9EBE4B7-AE62-AC13-5586-F9E4B1C9CFDC}"/>
                </a:ext>
              </a:extLst>
            </p:cNvPr>
            <p:cNvSpPr/>
            <p:nvPr/>
          </p:nvSpPr>
          <p:spPr>
            <a:xfrm>
              <a:off x="5030031" y="3133409"/>
              <a:ext cx="1037690" cy="366525"/>
            </a:xfrm>
            <a:prstGeom prst="can">
              <a:avLst/>
            </a:prstGeom>
            <a:solidFill>
              <a:srgbClr val="014097">
                <a:lumMod val="40000"/>
                <a:lumOff val="60000"/>
              </a:srgbClr>
            </a:solidFill>
            <a:ln w="25400" cap="flat" cmpd="sng" algn="ctr">
              <a:solidFill>
                <a:srgbClr val="3278E8">
                  <a:lumMod val="7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50" b="1" i="0" u="none" strike="noStrike" kern="0" cap="none" spc="0" normalizeH="0" baseline="0" noProof="0">
                  <a:ln>
                    <a:noFill/>
                  </a:ln>
                  <a:solidFill>
                    <a:srgbClr val="FFFFFF"/>
                  </a:solidFill>
                  <a:effectLst/>
                  <a:uLnTx/>
                  <a:uFillTx/>
                  <a:latin typeface="游ゴシック"/>
                  <a:ea typeface="游ゴシック"/>
                  <a:cs typeface="+mn-cs"/>
                </a:rPr>
                <a:t>ラインレベル</a:t>
              </a:r>
            </a:p>
          </p:txBody>
        </p:sp>
        <p:sp>
          <p:nvSpPr>
            <p:cNvPr id="33" name="円柱 32">
              <a:extLst>
                <a:ext uri="{FF2B5EF4-FFF2-40B4-BE49-F238E27FC236}">
                  <a16:creationId xmlns:a16="http://schemas.microsoft.com/office/drawing/2014/main" id="{024E8EF9-FEEE-6EED-59AB-F6EB9C305D74}"/>
                </a:ext>
              </a:extLst>
            </p:cNvPr>
            <p:cNvSpPr/>
            <p:nvPr/>
          </p:nvSpPr>
          <p:spPr>
            <a:xfrm>
              <a:off x="6637707" y="3133409"/>
              <a:ext cx="1037690" cy="366525"/>
            </a:xfrm>
            <a:prstGeom prst="can">
              <a:avLst/>
            </a:prstGeom>
            <a:solidFill>
              <a:srgbClr val="014097">
                <a:lumMod val="40000"/>
                <a:lumOff val="60000"/>
              </a:srgbClr>
            </a:solidFill>
            <a:ln w="25400" cap="flat" cmpd="sng" algn="ctr">
              <a:solidFill>
                <a:srgbClr val="3278E8">
                  <a:lumMod val="7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50" b="1" i="0" u="none" strike="noStrike" kern="0" cap="none" spc="0" normalizeH="0" baseline="0" noProof="0">
                  <a:ln>
                    <a:noFill/>
                  </a:ln>
                  <a:solidFill>
                    <a:srgbClr val="FFFFFF"/>
                  </a:solidFill>
                  <a:effectLst/>
                  <a:uLnTx/>
                  <a:uFillTx/>
                  <a:latin typeface="游ゴシック"/>
                  <a:ea typeface="游ゴシック"/>
                  <a:cs typeface="+mn-cs"/>
                </a:rPr>
                <a:t>ラインレベル</a:t>
              </a:r>
            </a:p>
          </p:txBody>
        </p:sp>
        <p:sp>
          <p:nvSpPr>
            <p:cNvPr id="34" name="円柱 33">
              <a:extLst>
                <a:ext uri="{FF2B5EF4-FFF2-40B4-BE49-F238E27FC236}">
                  <a16:creationId xmlns:a16="http://schemas.microsoft.com/office/drawing/2014/main" id="{7E1031AF-BF54-C873-7471-70693971FC39}"/>
                </a:ext>
              </a:extLst>
            </p:cNvPr>
            <p:cNvSpPr/>
            <p:nvPr/>
          </p:nvSpPr>
          <p:spPr>
            <a:xfrm>
              <a:off x="8123217" y="3133409"/>
              <a:ext cx="1037690" cy="366525"/>
            </a:xfrm>
            <a:prstGeom prst="can">
              <a:avLst/>
            </a:prstGeom>
            <a:solidFill>
              <a:srgbClr val="014097">
                <a:lumMod val="40000"/>
                <a:lumOff val="60000"/>
              </a:srgbClr>
            </a:solidFill>
            <a:ln w="25400" cap="flat" cmpd="sng" algn="ctr">
              <a:solidFill>
                <a:srgbClr val="3278E8">
                  <a:lumMod val="7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50" b="1" i="0" u="none" strike="noStrike" kern="0" cap="none" spc="0" normalizeH="0" baseline="0" noProof="0">
                  <a:ln>
                    <a:noFill/>
                  </a:ln>
                  <a:solidFill>
                    <a:srgbClr val="FFFFFF"/>
                  </a:solidFill>
                  <a:effectLst/>
                  <a:uLnTx/>
                  <a:uFillTx/>
                  <a:latin typeface="游ゴシック"/>
                  <a:ea typeface="游ゴシック"/>
                  <a:cs typeface="+mn-cs"/>
                </a:rPr>
                <a:t>ラインレベル</a:t>
              </a:r>
            </a:p>
          </p:txBody>
        </p:sp>
        <p:sp>
          <p:nvSpPr>
            <p:cNvPr id="35" name="円柱 34">
              <a:extLst>
                <a:ext uri="{FF2B5EF4-FFF2-40B4-BE49-F238E27FC236}">
                  <a16:creationId xmlns:a16="http://schemas.microsoft.com/office/drawing/2014/main" id="{ADB52112-7F4B-F3E2-2756-642584389DC8}"/>
                </a:ext>
              </a:extLst>
            </p:cNvPr>
            <p:cNvSpPr/>
            <p:nvPr/>
          </p:nvSpPr>
          <p:spPr>
            <a:xfrm>
              <a:off x="8123217" y="2497264"/>
              <a:ext cx="1037690" cy="366525"/>
            </a:xfrm>
            <a:prstGeom prst="can">
              <a:avLst/>
            </a:prstGeom>
            <a:solidFill>
              <a:srgbClr val="3278E8">
                <a:lumMod val="60000"/>
                <a:lumOff val="40000"/>
              </a:srgbClr>
            </a:solidFill>
            <a:ln w="25400" cap="flat" cmpd="sng" algn="ctr">
              <a:solidFill>
                <a:srgbClr val="3278E8">
                  <a:lumMod val="7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50" b="1" i="0" u="none" strike="noStrike" kern="0" cap="none" spc="0" normalizeH="0" baseline="0" noProof="0">
                  <a:ln>
                    <a:noFill/>
                  </a:ln>
                  <a:solidFill>
                    <a:srgbClr val="FFFFFF"/>
                  </a:solidFill>
                  <a:effectLst/>
                  <a:uLnTx/>
                  <a:uFillTx/>
                  <a:latin typeface="游ゴシック"/>
                  <a:ea typeface="游ゴシック"/>
                  <a:cs typeface="+mn-cs"/>
                </a:rPr>
                <a:t>部門レベル</a:t>
              </a:r>
            </a:p>
          </p:txBody>
        </p:sp>
        <p:sp>
          <p:nvSpPr>
            <p:cNvPr id="36" name="円柱 35">
              <a:extLst>
                <a:ext uri="{FF2B5EF4-FFF2-40B4-BE49-F238E27FC236}">
                  <a16:creationId xmlns:a16="http://schemas.microsoft.com/office/drawing/2014/main" id="{FC1EDBE6-CC5D-FB58-26F2-46FF1B09E44A}"/>
                </a:ext>
              </a:extLst>
            </p:cNvPr>
            <p:cNvSpPr/>
            <p:nvPr/>
          </p:nvSpPr>
          <p:spPr>
            <a:xfrm>
              <a:off x="8123217" y="1861449"/>
              <a:ext cx="1037690" cy="366525"/>
            </a:xfrm>
            <a:prstGeom prst="can">
              <a:avLst/>
            </a:prstGeom>
            <a:solidFill>
              <a:srgbClr val="3278E8">
                <a:lumMod val="60000"/>
                <a:lumOff val="40000"/>
              </a:srgbClr>
            </a:solidFill>
            <a:ln w="25400" cap="flat" cmpd="sng" algn="ctr">
              <a:solidFill>
                <a:srgbClr val="3278E8">
                  <a:lumMod val="7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50" b="1" i="0" u="none" strike="noStrike" kern="0" cap="none" spc="0" normalizeH="0" baseline="0" noProof="0">
                  <a:ln>
                    <a:noFill/>
                  </a:ln>
                  <a:solidFill>
                    <a:srgbClr val="FFFFFF"/>
                  </a:solidFill>
                  <a:effectLst/>
                  <a:uLnTx/>
                  <a:uFillTx/>
                  <a:latin typeface="游ゴシック"/>
                  <a:ea typeface="游ゴシック"/>
                  <a:cs typeface="+mn-cs"/>
                </a:rPr>
                <a:t>工場レベル</a:t>
              </a:r>
            </a:p>
          </p:txBody>
        </p:sp>
        <p:sp>
          <p:nvSpPr>
            <p:cNvPr id="37" name="円柱 36">
              <a:extLst>
                <a:ext uri="{FF2B5EF4-FFF2-40B4-BE49-F238E27FC236}">
                  <a16:creationId xmlns:a16="http://schemas.microsoft.com/office/drawing/2014/main" id="{7AE3A857-58C9-75BE-542F-257E3B0C265D}"/>
                </a:ext>
              </a:extLst>
            </p:cNvPr>
            <p:cNvSpPr/>
            <p:nvPr/>
          </p:nvSpPr>
          <p:spPr>
            <a:xfrm>
              <a:off x="8123217" y="1220869"/>
              <a:ext cx="1037690" cy="366525"/>
            </a:xfrm>
            <a:prstGeom prst="can">
              <a:avLst/>
            </a:prstGeom>
            <a:solidFill>
              <a:srgbClr val="3278E8">
                <a:lumMod val="60000"/>
                <a:lumOff val="40000"/>
              </a:srgbClr>
            </a:solidFill>
            <a:ln w="25400" cap="flat" cmpd="sng" algn="ctr">
              <a:solidFill>
                <a:srgbClr val="3278E8">
                  <a:lumMod val="7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50" b="1" i="0" u="none" strike="noStrike" kern="0" cap="none" spc="0" normalizeH="0" baseline="0" noProof="0">
                  <a:ln>
                    <a:noFill/>
                  </a:ln>
                  <a:solidFill>
                    <a:srgbClr val="FFFFFF"/>
                  </a:solidFill>
                  <a:effectLst/>
                  <a:uLnTx/>
                  <a:uFillTx/>
                  <a:latin typeface="游ゴシック"/>
                  <a:ea typeface="游ゴシック"/>
                  <a:cs typeface="+mn-cs"/>
                </a:rPr>
                <a:t>全社レベル</a:t>
              </a:r>
            </a:p>
          </p:txBody>
        </p:sp>
        <p:grpSp>
          <p:nvGrpSpPr>
            <p:cNvPr id="38" name="グループ化 37">
              <a:extLst>
                <a:ext uri="{FF2B5EF4-FFF2-40B4-BE49-F238E27FC236}">
                  <a16:creationId xmlns:a16="http://schemas.microsoft.com/office/drawing/2014/main" id="{1CA24A26-17CB-68C7-4BEA-B76022A63251}"/>
                </a:ext>
              </a:extLst>
            </p:cNvPr>
            <p:cNvGrpSpPr/>
            <p:nvPr/>
          </p:nvGrpSpPr>
          <p:grpSpPr>
            <a:xfrm>
              <a:off x="8431697" y="1594827"/>
              <a:ext cx="513712" cy="226223"/>
              <a:chOff x="5143591" y="1265256"/>
              <a:chExt cx="513712" cy="226223"/>
            </a:xfrm>
          </p:grpSpPr>
          <p:sp>
            <p:nvSpPr>
              <p:cNvPr id="39" name="矢印: 右 38">
                <a:extLst>
                  <a:ext uri="{FF2B5EF4-FFF2-40B4-BE49-F238E27FC236}">
                    <a16:creationId xmlns:a16="http://schemas.microsoft.com/office/drawing/2014/main" id="{260A6A19-326C-F418-4DD9-F2813507D01D}"/>
                  </a:ext>
                </a:extLst>
              </p:cNvPr>
              <p:cNvSpPr/>
              <p:nvPr/>
            </p:nvSpPr>
            <p:spPr>
              <a:xfrm rot="16200000">
                <a:off x="5171845" y="1237002"/>
                <a:ext cx="200347" cy="256856"/>
              </a:xfrm>
              <a:prstGeom prst="rightArrow">
                <a:avLst/>
              </a:prstGeom>
              <a:solidFill>
                <a:srgbClr val="3278E8">
                  <a:lumMod val="40000"/>
                  <a:lumOff val="6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600" b="0" i="0" u="none" strike="noStrike" kern="0" cap="none" spc="0" normalizeH="0" baseline="0" noProof="0">
                  <a:ln>
                    <a:noFill/>
                  </a:ln>
                  <a:solidFill>
                    <a:srgbClr val="FFFFFF"/>
                  </a:solidFill>
                  <a:effectLst/>
                  <a:uLnTx/>
                  <a:uFillTx/>
                  <a:latin typeface="游ゴシック"/>
                  <a:ea typeface="游ゴシック"/>
                  <a:cs typeface="+mn-cs"/>
                </a:endParaRPr>
              </a:p>
            </p:txBody>
          </p:sp>
          <p:sp>
            <p:nvSpPr>
              <p:cNvPr id="40" name="矢印: 右 39">
                <a:extLst>
                  <a:ext uri="{FF2B5EF4-FFF2-40B4-BE49-F238E27FC236}">
                    <a16:creationId xmlns:a16="http://schemas.microsoft.com/office/drawing/2014/main" id="{95BD67E8-4D74-0F40-4E50-8D2EBE6CAEAF}"/>
                  </a:ext>
                </a:extLst>
              </p:cNvPr>
              <p:cNvSpPr/>
              <p:nvPr/>
            </p:nvSpPr>
            <p:spPr>
              <a:xfrm rot="5400000">
                <a:off x="5428701" y="1262878"/>
                <a:ext cx="200347" cy="256856"/>
              </a:xfrm>
              <a:prstGeom prst="rightArrow">
                <a:avLst/>
              </a:prstGeom>
              <a:solidFill>
                <a:srgbClr val="3278E8">
                  <a:lumMod val="40000"/>
                  <a:lumOff val="6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600" b="0" i="0" u="none" strike="noStrike" kern="0" cap="none" spc="0" normalizeH="0" baseline="0" noProof="0">
                  <a:ln>
                    <a:noFill/>
                  </a:ln>
                  <a:solidFill>
                    <a:srgbClr val="FFFFFF"/>
                  </a:solidFill>
                  <a:effectLst/>
                  <a:uLnTx/>
                  <a:uFillTx/>
                  <a:latin typeface="游ゴシック"/>
                  <a:ea typeface="游ゴシック"/>
                  <a:cs typeface="+mn-cs"/>
                </a:endParaRPr>
              </a:p>
            </p:txBody>
          </p:sp>
        </p:grpSp>
        <p:grpSp>
          <p:nvGrpSpPr>
            <p:cNvPr id="41" name="グループ化 40">
              <a:extLst>
                <a:ext uri="{FF2B5EF4-FFF2-40B4-BE49-F238E27FC236}">
                  <a16:creationId xmlns:a16="http://schemas.microsoft.com/office/drawing/2014/main" id="{DB237210-9068-DF74-1D4B-2F3305B31140}"/>
                </a:ext>
              </a:extLst>
            </p:cNvPr>
            <p:cNvGrpSpPr/>
            <p:nvPr/>
          </p:nvGrpSpPr>
          <p:grpSpPr>
            <a:xfrm>
              <a:off x="8465716" y="2242496"/>
              <a:ext cx="513712" cy="226223"/>
              <a:chOff x="5143591" y="1265256"/>
              <a:chExt cx="513712" cy="226223"/>
            </a:xfrm>
          </p:grpSpPr>
          <p:sp>
            <p:nvSpPr>
              <p:cNvPr id="42" name="矢印: 右 41">
                <a:extLst>
                  <a:ext uri="{FF2B5EF4-FFF2-40B4-BE49-F238E27FC236}">
                    <a16:creationId xmlns:a16="http://schemas.microsoft.com/office/drawing/2014/main" id="{A5F49FC9-00C2-CE2F-65D0-B22F5C641848}"/>
                  </a:ext>
                </a:extLst>
              </p:cNvPr>
              <p:cNvSpPr/>
              <p:nvPr/>
            </p:nvSpPr>
            <p:spPr>
              <a:xfrm rot="16200000">
                <a:off x="5171845" y="1237002"/>
                <a:ext cx="200347" cy="256856"/>
              </a:xfrm>
              <a:prstGeom prst="rightArrow">
                <a:avLst/>
              </a:prstGeom>
              <a:solidFill>
                <a:srgbClr val="3278E8">
                  <a:lumMod val="40000"/>
                  <a:lumOff val="6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600" b="0" i="0" u="none" strike="noStrike" kern="0" cap="none" spc="0" normalizeH="0" baseline="0" noProof="0">
                  <a:ln>
                    <a:noFill/>
                  </a:ln>
                  <a:solidFill>
                    <a:srgbClr val="FFFFFF"/>
                  </a:solidFill>
                  <a:effectLst/>
                  <a:uLnTx/>
                  <a:uFillTx/>
                  <a:latin typeface="游ゴシック"/>
                  <a:ea typeface="游ゴシック"/>
                  <a:cs typeface="+mn-cs"/>
                </a:endParaRPr>
              </a:p>
            </p:txBody>
          </p:sp>
          <p:sp>
            <p:nvSpPr>
              <p:cNvPr id="43" name="矢印: 右 42">
                <a:extLst>
                  <a:ext uri="{FF2B5EF4-FFF2-40B4-BE49-F238E27FC236}">
                    <a16:creationId xmlns:a16="http://schemas.microsoft.com/office/drawing/2014/main" id="{BA735843-8939-731B-6C9C-7764534E2D3C}"/>
                  </a:ext>
                </a:extLst>
              </p:cNvPr>
              <p:cNvSpPr/>
              <p:nvPr/>
            </p:nvSpPr>
            <p:spPr>
              <a:xfrm rot="5400000">
                <a:off x="5428701" y="1262878"/>
                <a:ext cx="200347" cy="256856"/>
              </a:xfrm>
              <a:prstGeom prst="rightArrow">
                <a:avLst/>
              </a:prstGeom>
              <a:solidFill>
                <a:srgbClr val="3278E8">
                  <a:lumMod val="40000"/>
                  <a:lumOff val="6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600" b="0" i="0" u="none" strike="noStrike" kern="0" cap="none" spc="0" normalizeH="0" baseline="0" noProof="0">
                  <a:ln>
                    <a:noFill/>
                  </a:ln>
                  <a:solidFill>
                    <a:srgbClr val="FFFFFF"/>
                  </a:solidFill>
                  <a:effectLst/>
                  <a:uLnTx/>
                  <a:uFillTx/>
                  <a:latin typeface="游ゴシック"/>
                  <a:ea typeface="游ゴシック"/>
                  <a:cs typeface="+mn-cs"/>
                </a:endParaRPr>
              </a:p>
            </p:txBody>
          </p:sp>
        </p:grpSp>
        <p:grpSp>
          <p:nvGrpSpPr>
            <p:cNvPr id="44" name="グループ化 43">
              <a:extLst>
                <a:ext uri="{FF2B5EF4-FFF2-40B4-BE49-F238E27FC236}">
                  <a16:creationId xmlns:a16="http://schemas.microsoft.com/office/drawing/2014/main" id="{3225839B-0C4E-3563-8210-0ADE1F6AE3B2}"/>
                </a:ext>
              </a:extLst>
            </p:cNvPr>
            <p:cNvGrpSpPr/>
            <p:nvPr/>
          </p:nvGrpSpPr>
          <p:grpSpPr>
            <a:xfrm>
              <a:off x="8450732" y="2888376"/>
              <a:ext cx="513712" cy="226223"/>
              <a:chOff x="5143591" y="1265256"/>
              <a:chExt cx="513712" cy="226223"/>
            </a:xfrm>
          </p:grpSpPr>
          <p:sp>
            <p:nvSpPr>
              <p:cNvPr id="45" name="矢印: 右 44">
                <a:extLst>
                  <a:ext uri="{FF2B5EF4-FFF2-40B4-BE49-F238E27FC236}">
                    <a16:creationId xmlns:a16="http://schemas.microsoft.com/office/drawing/2014/main" id="{AE009963-AEEF-3E28-5C7D-DF5A667E5655}"/>
                  </a:ext>
                </a:extLst>
              </p:cNvPr>
              <p:cNvSpPr/>
              <p:nvPr/>
            </p:nvSpPr>
            <p:spPr>
              <a:xfrm rot="16200000">
                <a:off x="5171845" y="1237002"/>
                <a:ext cx="200347" cy="256856"/>
              </a:xfrm>
              <a:prstGeom prst="rightArrow">
                <a:avLst/>
              </a:prstGeom>
              <a:solidFill>
                <a:srgbClr val="3278E8">
                  <a:lumMod val="40000"/>
                  <a:lumOff val="6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600" b="0" i="0" u="none" strike="noStrike" kern="0" cap="none" spc="0" normalizeH="0" baseline="0" noProof="0">
                  <a:ln>
                    <a:noFill/>
                  </a:ln>
                  <a:solidFill>
                    <a:srgbClr val="FFFFFF"/>
                  </a:solidFill>
                  <a:effectLst/>
                  <a:uLnTx/>
                  <a:uFillTx/>
                  <a:latin typeface="游ゴシック"/>
                  <a:ea typeface="游ゴシック"/>
                  <a:cs typeface="+mn-cs"/>
                </a:endParaRPr>
              </a:p>
            </p:txBody>
          </p:sp>
          <p:sp>
            <p:nvSpPr>
              <p:cNvPr id="46" name="矢印: 右 45">
                <a:extLst>
                  <a:ext uri="{FF2B5EF4-FFF2-40B4-BE49-F238E27FC236}">
                    <a16:creationId xmlns:a16="http://schemas.microsoft.com/office/drawing/2014/main" id="{1933629D-6703-9410-BD6A-5CA8973E9437}"/>
                  </a:ext>
                </a:extLst>
              </p:cNvPr>
              <p:cNvSpPr/>
              <p:nvPr/>
            </p:nvSpPr>
            <p:spPr>
              <a:xfrm rot="5400000">
                <a:off x="5428701" y="1262878"/>
                <a:ext cx="200347" cy="256856"/>
              </a:xfrm>
              <a:prstGeom prst="rightArrow">
                <a:avLst/>
              </a:prstGeom>
              <a:solidFill>
                <a:srgbClr val="3278E8">
                  <a:lumMod val="40000"/>
                  <a:lumOff val="6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600" b="0" i="0" u="none" strike="noStrike" kern="0" cap="none" spc="0" normalizeH="0" baseline="0" noProof="0">
                  <a:ln>
                    <a:noFill/>
                  </a:ln>
                  <a:solidFill>
                    <a:srgbClr val="FFFFFF"/>
                  </a:solidFill>
                  <a:effectLst/>
                  <a:uLnTx/>
                  <a:uFillTx/>
                  <a:latin typeface="游ゴシック"/>
                  <a:ea typeface="游ゴシック"/>
                  <a:cs typeface="+mn-cs"/>
                </a:endParaRPr>
              </a:p>
            </p:txBody>
          </p:sp>
        </p:grpSp>
        <p:sp>
          <p:nvSpPr>
            <p:cNvPr id="47" name="テキスト ボックス 46">
              <a:extLst>
                <a:ext uri="{FF2B5EF4-FFF2-40B4-BE49-F238E27FC236}">
                  <a16:creationId xmlns:a16="http://schemas.microsoft.com/office/drawing/2014/main" id="{98940335-E1D5-ACED-ECAF-490C2DDB1EAB}"/>
                </a:ext>
              </a:extLst>
            </p:cNvPr>
            <p:cNvSpPr txBox="1"/>
            <p:nvPr/>
          </p:nvSpPr>
          <p:spPr>
            <a:xfrm>
              <a:off x="7852096" y="819563"/>
              <a:ext cx="1634589" cy="288458"/>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200" i="0" u="none" strike="noStrike" kern="0" cap="none" spc="0" normalizeH="0" baseline="0" noProof="0" dirty="0">
                  <a:ln>
                    <a:noFill/>
                  </a:ln>
                  <a:solidFill>
                    <a:srgbClr val="014097">
                      <a:lumMod val="50000"/>
                    </a:srgbClr>
                  </a:solidFill>
                  <a:effectLst/>
                  <a:uLnTx/>
                  <a:uFillTx/>
                  <a:latin typeface="メイリオ" panose="020B0604030504040204" pitchFamily="50" charset="-128"/>
                  <a:ea typeface="メイリオ" panose="020B0604030504040204" pitchFamily="50" charset="-128"/>
                </a:rPr>
                <a:t>製造</a:t>
              </a:r>
              <a:r>
                <a:rPr kumimoji="0" lang="en-US" altLang="ja-JP" sz="1200" i="0" u="none" strike="noStrike" kern="0" cap="none" spc="0" normalizeH="0" baseline="0" noProof="0" dirty="0">
                  <a:ln>
                    <a:noFill/>
                  </a:ln>
                  <a:solidFill>
                    <a:srgbClr val="014097">
                      <a:lumMod val="50000"/>
                    </a:srgbClr>
                  </a:solidFill>
                  <a:effectLst/>
                  <a:uLnTx/>
                  <a:uFillTx/>
                  <a:latin typeface="メイリオ" panose="020B0604030504040204" pitchFamily="50" charset="-128"/>
                  <a:ea typeface="メイリオ" panose="020B0604030504040204" pitchFamily="50" charset="-128"/>
                </a:rPr>
                <a:t>DX</a:t>
              </a:r>
              <a:r>
                <a:rPr kumimoji="0" lang="ja-JP" altLang="en-US" sz="1200" i="0" u="none" strike="noStrike" kern="0" cap="none" spc="0" normalizeH="0" baseline="0" noProof="0" dirty="0">
                  <a:ln>
                    <a:noFill/>
                  </a:ln>
                  <a:solidFill>
                    <a:srgbClr val="014097">
                      <a:lumMod val="50000"/>
                    </a:srgbClr>
                  </a:solidFill>
                  <a:effectLst/>
                  <a:uLnTx/>
                  <a:uFillTx/>
                  <a:latin typeface="メイリオ" panose="020B0604030504040204" pitchFamily="50" charset="-128"/>
                  <a:ea typeface="メイリオ" panose="020B0604030504040204" pitchFamily="50" charset="-128"/>
                </a:rPr>
                <a:t>伴走支援</a:t>
              </a:r>
            </a:p>
          </p:txBody>
        </p:sp>
        <p:sp>
          <p:nvSpPr>
            <p:cNvPr id="48" name="四角形: 角を丸くする 47">
              <a:extLst>
                <a:ext uri="{FF2B5EF4-FFF2-40B4-BE49-F238E27FC236}">
                  <a16:creationId xmlns:a16="http://schemas.microsoft.com/office/drawing/2014/main" id="{5BC87C2C-69EA-B4AD-94A8-E53DC57BA641}"/>
                </a:ext>
              </a:extLst>
            </p:cNvPr>
            <p:cNvSpPr/>
            <p:nvPr/>
          </p:nvSpPr>
          <p:spPr>
            <a:xfrm>
              <a:off x="3257029" y="2276700"/>
              <a:ext cx="4627886" cy="280374"/>
            </a:xfrm>
            <a:prstGeom prst="roundRect">
              <a:avLst/>
            </a:prstGeom>
            <a:solidFill>
              <a:srgbClr val="104292"/>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dirty="0">
                  <a:ln>
                    <a:noFill/>
                  </a:ln>
                  <a:solidFill>
                    <a:srgbClr val="FFFFFF"/>
                  </a:solidFill>
                  <a:effectLst/>
                  <a:uLnTx/>
                  <a:uFillTx/>
                  <a:latin typeface="游ゴシック"/>
                  <a:ea typeface="游ゴシック"/>
                  <a:cs typeface="+mn-cs"/>
                </a:rPr>
                <a:t>MES</a:t>
              </a:r>
              <a:r>
                <a:rPr kumimoji="0" lang="ja-JP" altLang="en-US" sz="1400" b="1" i="0" u="none" strike="noStrike" kern="0" cap="none" spc="0" normalizeH="0" baseline="0" noProof="0" dirty="0">
                  <a:ln>
                    <a:noFill/>
                  </a:ln>
                  <a:solidFill>
                    <a:srgbClr val="FFFFFF"/>
                  </a:solidFill>
                  <a:effectLst/>
                  <a:uLnTx/>
                  <a:uFillTx/>
                  <a:latin typeface="游ゴシック"/>
                  <a:ea typeface="游ゴシック"/>
                  <a:cs typeface="+mn-cs"/>
                </a:rPr>
                <a:t>　</a:t>
              </a:r>
              <a:r>
                <a:rPr kumimoji="0" lang="ja-JP" altLang="en-US" sz="1200" b="0" i="0" u="none" strike="noStrike" kern="0" cap="none" spc="0" normalizeH="0" baseline="0" noProof="0" dirty="0">
                  <a:ln>
                    <a:noFill/>
                  </a:ln>
                  <a:solidFill>
                    <a:srgbClr val="FFFFFF"/>
                  </a:solidFill>
                  <a:effectLst/>
                  <a:uLnTx/>
                  <a:uFillTx/>
                  <a:latin typeface="游ゴシック"/>
                  <a:ea typeface="游ゴシック"/>
                  <a:cs typeface="+mn-cs"/>
                </a:rPr>
                <a:t>製造実行管理</a:t>
              </a:r>
              <a:endParaRPr kumimoji="0" lang="en-US" altLang="ja-JP" sz="1200" b="0" i="0" u="none" strike="noStrike" kern="0" cap="none" spc="0" normalizeH="0" baseline="0" noProof="0" dirty="0">
                <a:ln>
                  <a:noFill/>
                </a:ln>
                <a:solidFill>
                  <a:srgbClr val="FFFFFF"/>
                </a:solidFill>
                <a:effectLst/>
                <a:uLnTx/>
                <a:uFillTx/>
                <a:latin typeface="游ゴシック"/>
                <a:ea typeface="游ゴシック"/>
                <a:cs typeface="+mn-cs"/>
              </a:endParaRPr>
            </a:p>
          </p:txBody>
        </p:sp>
        <p:grpSp>
          <p:nvGrpSpPr>
            <p:cNvPr id="49" name="グループ化 48">
              <a:extLst>
                <a:ext uri="{FF2B5EF4-FFF2-40B4-BE49-F238E27FC236}">
                  <a16:creationId xmlns:a16="http://schemas.microsoft.com/office/drawing/2014/main" id="{81DAC1C6-E5DA-C2FD-F593-955D036FA7BD}"/>
                </a:ext>
              </a:extLst>
            </p:cNvPr>
            <p:cNvGrpSpPr/>
            <p:nvPr/>
          </p:nvGrpSpPr>
          <p:grpSpPr>
            <a:xfrm>
              <a:off x="3803517" y="2575024"/>
              <a:ext cx="513712" cy="202848"/>
              <a:chOff x="5143591" y="1265256"/>
              <a:chExt cx="513712" cy="226223"/>
            </a:xfrm>
            <a:solidFill>
              <a:srgbClr val="014097">
                <a:lumMod val="75000"/>
              </a:srgbClr>
            </a:solidFill>
          </p:grpSpPr>
          <p:sp>
            <p:nvSpPr>
              <p:cNvPr id="50" name="矢印: 右 49">
                <a:extLst>
                  <a:ext uri="{FF2B5EF4-FFF2-40B4-BE49-F238E27FC236}">
                    <a16:creationId xmlns:a16="http://schemas.microsoft.com/office/drawing/2014/main" id="{360751F4-F9BF-9067-3750-9102F8E38B6E}"/>
                  </a:ext>
                </a:extLst>
              </p:cNvPr>
              <p:cNvSpPr/>
              <p:nvPr/>
            </p:nvSpPr>
            <p:spPr>
              <a:xfrm rot="16200000">
                <a:off x="5171845" y="1237002"/>
                <a:ext cx="200347" cy="256856"/>
              </a:xfrm>
              <a:prstGeom prst="rightArrow">
                <a:avLst/>
              </a:pr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600" b="0" i="0" u="none" strike="noStrike" kern="0" cap="none" spc="0" normalizeH="0" baseline="0" noProof="0">
                  <a:ln>
                    <a:noFill/>
                  </a:ln>
                  <a:solidFill>
                    <a:srgbClr val="FFFFFF"/>
                  </a:solidFill>
                  <a:effectLst/>
                  <a:uLnTx/>
                  <a:uFillTx/>
                </a:endParaRPr>
              </a:p>
            </p:txBody>
          </p:sp>
          <p:sp>
            <p:nvSpPr>
              <p:cNvPr id="51" name="矢印: 右 50">
                <a:extLst>
                  <a:ext uri="{FF2B5EF4-FFF2-40B4-BE49-F238E27FC236}">
                    <a16:creationId xmlns:a16="http://schemas.microsoft.com/office/drawing/2014/main" id="{81A5A5AE-3263-0DEA-61C4-9C0573C4F7F5}"/>
                  </a:ext>
                </a:extLst>
              </p:cNvPr>
              <p:cNvSpPr/>
              <p:nvPr/>
            </p:nvSpPr>
            <p:spPr>
              <a:xfrm rot="5400000">
                <a:off x="5428701" y="1262878"/>
                <a:ext cx="200347" cy="256856"/>
              </a:xfrm>
              <a:prstGeom prst="rightArrow">
                <a:avLst/>
              </a:pr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600" b="0" i="0" u="none" strike="noStrike" kern="0" cap="none" spc="0" normalizeH="0" baseline="0" noProof="0">
                  <a:ln>
                    <a:noFill/>
                  </a:ln>
                  <a:solidFill>
                    <a:srgbClr val="FFFFFF"/>
                  </a:solidFill>
                  <a:effectLst/>
                  <a:uLnTx/>
                  <a:uFillTx/>
                </a:endParaRPr>
              </a:p>
            </p:txBody>
          </p:sp>
        </p:grpSp>
        <p:grpSp>
          <p:nvGrpSpPr>
            <p:cNvPr id="52" name="グループ化 51">
              <a:extLst>
                <a:ext uri="{FF2B5EF4-FFF2-40B4-BE49-F238E27FC236}">
                  <a16:creationId xmlns:a16="http://schemas.microsoft.com/office/drawing/2014/main" id="{DE28C906-89CB-1016-5920-40F8A640D641}"/>
                </a:ext>
              </a:extLst>
            </p:cNvPr>
            <p:cNvGrpSpPr/>
            <p:nvPr/>
          </p:nvGrpSpPr>
          <p:grpSpPr>
            <a:xfrm>
              <a:off x="7106757" y="2577719"/>
              <a:ext cx="513712" cy="202848"/>
              <a:chOff x="5143591" y="1265256"/>
              <a:chExt cx="513712" cy="226223"/>
            </a:xfrm>
            <a:solidFill>
              <a:srgbClr val="014097">
                <a:lumMod val="75000"/>
              </a:srgbClr>
            </a:solidFill>
          </p:grpSpPr>
          <p:sp>
            <p:nvSpPr>
              <p:cNvPr id="53" name="矢印: 右 52">
                <a:extLst>
                  <a:ext uri="{FF2B5EF4-FFF2-40B4-BE49-F238E27FC236}">
                    <a16:creationId xmlns:a16="http://schemas.microsoft.com/office/drawing/2014/main" id="{22FA518D-27DC-4A8B-0820-3E20F54C7E27}"/>
                  </a:ext>
                </a:extLst>
              </p:cNvPr>
              <p:cNvSpPr/>
              <p:nvPr/>
            </p:nvSpPr>
            <p:spPr>
              <a:xfrm rot="16200000">
                <a:off x="5171845" y="1237002"/>
                <a:ext cx="200347" cy="256856"/>
              </a:xfrm>
              <a:prstGeom prst="rightArrow">
                <a:avLst/>
              </a:pr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600" b="0" i="0" u="none" strike="noStrike" kern="0" cap="none" spc="0" normalizeH="0" baseline="0" noProof="0">
                  <a:ln>
                    <a:noFill/>
                  </a:ln>
                  <a:solidFill>
                    <a:srgbClr val="FFFFFF"/>
                  </a:solidFill>
                  <a:effectLst/>
                  <a:uLnTx/>
                  <a:uFillTx/>
                </a:endParaRPr>
              </a:p>
            </p:txBody>
          </p:sp>
          <p:sp>
            <p:nvSpPr>
              <p:cNvPr id="54" name="矢印: 右 53">
                <a:extLst>
                  <a:ext uri="{FF2B5EF4-FFF2-40B4-BE49-F238E27FC236}">
                    <a16:creationId xmlns:a16="http://schemas.microsoft.com/office/drawing/2014/main" id="{C7BE34BE-4CBA-BE4E-0658-951777EE335E}"/>
                  </a:ext>
                </a:extLst>
              </p:cNvPr>
              <p:cNvSpPr/>
              <p:nvPr/>
            </p:nvSpPr>
            <p:spPr>
              <a:xfrm rot="5400000">
                <a:off x="5428701" y="1262878"/>
                <a:ext cx="200347" cy="256856"/>
              </a:xfrm>
              <a:prstGeom prst="rightArrow">
                <a:avLst/>
              </a:pr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600" b="0" i="0" u="none" strike="noStrike" kern="0" cap="none" spc="0" normalizeH="0" baseline="0" noProof="0">
                  <a:ln>
                    <a:noFill/>
                  </a:ln>
                  <a:solidFill>
                    <a:srgbClr val="FFFFFF"/>
                  </a:solidFill>
                  <a:effectLst/>
                  <a:uLnTx/>
                  <a:uFillTx/>
                </a:endParaRPr>
              </a:p>
            </p:txBody>
          </p:sp>
        </p:grpSp>
        <p:grpSp>
          <p:nvGrpSpPr>
            <p:cNvPr id="55" name="グループ化 54">
              <a:extLst>
                <a:ext uri="{FF2B5EF4-FFF2-40B4-BE49-F238E27FC236}">
                  <a16:creationId xmlns:a16="http://schemas.microsoft.com/office/drawing/2014/main" id="{5FC2A1AF-A0CE-A558-816D-B80FFBDA6F87}"/>
                </a:ext>
              </a:extLst>
            </p:cNvPr>
            <p:cNvGrpSpPr/>
            <p:nvPr/>
          </p:nvGrpSpPr>
          <p:grpSpPr>
            <a:xfrm rot="5400000">
              <a:off x="2792750" y="3010653"/>
              <a:ext cx="513712" cy="226223"/>
              <a:chOff x="5143591" y="1265256"/>
              <a:chExt cx="513712" cy="226223"/>
            </a:xfrm>
            <a:solidFill>
              <a:srgbClr val="014097">
                <a:lumMod val="75000"/>
              </a:srgbClr>
            </a:solidFill>
          </p:grpSpPr>
          <p:sp>
            <p:nvSpPr>
              <p:cNvPr id="56" name="矢印: 右 55">
                <a:extLst>
                  <a:ext uri="{FF2B5EF4-FFF2-40B4-BE49-F238E27FC236}">
                    <a16:creationId xmlns:a16="http://schemas.microsoft.com/office/drawing/2014/main" id="{22577515-C1C8-42F4-950C-9979A93EF836}"/>
                  </a:ext>
                </a:extLst>
              </p:cNvPr>
              <p:cNvSpPr/>
              <p:nvPr/>
            </p:nvSpPr>
            <p:spPr>
              <a:xfrm rot="16200000">
                <a:off x="5171845" y="1237002"/>
                <a:ext cx="200347" cy="256856"/>
              </a:xfrm>
              <a:prstGeom prst="rightArrow">
                <a:avLst/>
              </a:pr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600" b="0" i="0" u="none" strike="noStrike" kern="0" cap="none" spc="0" normalizeH="0" baseline="0" noProof="0">
                  <a:ln>
                    <a:noFill/>
                  </a:ln>
                  <a:solidFill>
                    <a:srgbClr val="FFFFFF"/>
                  </a:solidFill>
                  <a:effectLst/>
                  <a:uLnTx/>
                  <a:uFillTx/>
                  <a:latin typeface="游ゴシック"/>
                  <a:ea typeface="游ゴシック"/>
                  <a:cs typeface="+mn-cs"/>
                </a:endParaRPr>
              </a:p>
            </p:txBody>
          </p:sp>
          <p:sp>
            <p:nvSpPr>
              <p:cNvPr id="57" name="矢印: 右 56">
                <a:extLst>
                  <a:ext uri="{FF2B5EF4-FFF2-40B4-BE49-F238E27FC236}">
                    <a16:creationId xmlns:a16="http://schemas.microsoft.com/office/drawing/2014/main" id="{4557EA8D-FB70-BD3B-02CD-DA460FB4E348}"/>
                  </a:ext>
                </a:extLst>
              </p:cNvPr>
              <p:cNvSpPr/>
              <p:nvPr/>
            </p:nvSpPr>
            <p:spPr>
              <a:xfrm rot="5400000">
                <a:off x="5428701" y="1262878"/>
                <a:ext cx="200347" cy="256856"/>
              </a:xfrm>
              <a:prstGeom prst="rightArrow">
                <a:avLst/>
              </a:pr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600" b="0" i="0" u="none" strike="noStrike" kern="0" cap="none" spc="0" normalizeH="0" baseline="0" noProof="0">
                  <a:ln>
                    <a:noFill/>
                  </a:ln>
                  <a:solidFill>
                    <a:srgbClr val="FFFFFF"/>
                  </a:solidFill>
                  <a:effectLst/>
                  <a:uLnTx/>
                  <a:uFillTx/>
                  <a:latin typeface="游ゴシック"/>
                  <a:ea typeface="游ゴシック"/>
                  <a:cs typeface="+mn-cs"/>
                </a:endParaRPr>
              </a:p>
            </p:txBody>
          </p:sp>
        </p:grpSp>
        <p:grpSp>
          <p:nvGrpSpPr>
            <p:cNvPr id="58" name="グループ化 57">
              <a:extLst>
                <a:ext uri="{FF2B5EF4-FFF2-40B4-BE49-F238E27FC236}">
                  <a16:creationId xmlns:a16="http://schemas.microsoft.com/office/drawing/2014/main" id="{AF85862C-1D23-C42D-B078-CA8EBD28CDE6}"/>
                </a:ext>
              </a:extLst>
            </p:cNvPr>
            <p:cNvGrpSpPr/>
            <p:nvPr/>
          </p:nvGrpSpPr>
          <p:grpSpPr>
            <a:xfrm rot="5400000">
              <a:off x="9271722" y="2869079"/>
              <a:ext cx="513712" cy="226223"/>
              <a:chOff x="5143591" y="1265256"/>
              <a:chExt cx="513712" cy="226223"/>
            </a:xfrm>
            <a:solidFill>
              <a:srgbClr val="014097">
                <a:lumMod val="75000"/>
              </a:srgbClr>
            </a:solidFill>
          </p:grpSpPr>
          <p:sp>
            <p:nvSpPr>
              <p:cNvPr id="59" name="矢印: 右 58">
                <a:extLst>
                  <a:ext uri="{FF2B5EF4-FFF2-40B4-BE49-F238E27FC236}">
                    <a16:creationId xmlns:a16="http://schemas.microsoft.com/office/drawing/2014/main" id="{AA1ACE66-6853-0EA8-FC71-B92679ECBD77}"/>
                  </a:ext>
                </a:extLst>
              </p:cNvPr>
              <p:cNvSpPr/>
              <p:nvPr/>
            </p:nvSpPr>
            <p:spPr>
              <a:xfrm rot="16200000">
                <a:off x="5171845" y="1237002"/>
                <a:ext cx="200347" cy="256856"/>
              </a:xfrm>
              <a:prstGeom prst="rightArrow">
                <a:avLst/>
              </a:pr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600" b="0" i="0" u="none" strike="noStrike" kern="0" cap="none" spc="0" normalizeH="0" baseline="0" noProof="0">
                  <a:ln>
                    <a:noFill/>
                  </a:ln>
                  <a:solidFill>
                    <a:srgbClr val="FFFFFF"/>
                  </a:solidFill>
                  <a:effectLst/>
                  <a:uLnTx/>
                  <a:uFillTx/>
                  <a:latin typeface="游ゴシック"/>
                  <a:ea typeface="游ゴシック"/>
                  <a:cs typeface="+mn-cs"/>
                </a:endParaRPr>
              </a:p>
            </p:txBody>
          </p:sp>
          <p:sp>
            <p:nvSpPr>
              <p:cNvPr id="60" name="矢印: 右 59">
                <a:extLst>
                  <a:ext uri="{FF2B5EF4-FFF2-40B4-BE49-F238E27FC236}">
                    <a16:creationId xmlns:a16="http://schemas.microsoft.com/office/drawing/2014/main" id="{539880A4-3F86-2AB3-77EC-AD24584FBD6C}"/>
                  </a:ext>
                </a:extLst>
              </p:cNvPr>
              <p:cNvSpPr/>
              <p:nvPr/>
            </p:nvSpPr>
            <p:spPr>
              <a:xfrm rot="5400000">
                <a:off x="5428701" y="1262878"/>
                <a:ext cx="200347" cy="256856"/>
              </a:xfrm>
              <a:prstGeom prst="rightArrow">
                <a:avLst/>
              </a:pr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600" b="0" i="0" u="none" strike="noStrike" kern="0" cap="none" spc="0" normalizeH="0" baseline="0" noProof="0">
                  <a:ln>
                    <a:noFill/>
                  </a:ln>
                  <a:solidFill>
                    <a:srgbClr val="FFFFFF"/>
                  </a:solidFill>
                  <a:effectLst/>
                  <a:uLnTx/>
                  <a:uFillTx/>
                  <a:latin typeface="游ゴシック"/>
                  <a:ea typeface="游ゴシック"/>
                  <a:cs typeface="+mn-cs"/>
                </a:endParaRPr>
              </a:p>
            </p:txBody>
          </p:sp>
        </p:grpSp>
        <p:sp>
          <p:nvSpPr>
            <p:cNvPr id="61" name="正方形/長方形 60">
              <a:extLst>
                <a:ext uri="{FF2B5EF4-FFF2-40B4-BE49-F238E27FC236}">
                  <a16:creationId xmlns:a16="http://schemas.microsoft.com/office/drawing/2014/main" id="{DEFF355F-D90F-034C-F8CD-EEAA8C424262}"/>
                </a:ext>
              </a:extLst>
            </p:cNvPr>
            <p:cNvSpPr/>
            <p:nvPr/>
          </p:nvSpPr>
          <p:spPr>
            <a:xfrm>
              <a:off x="219583" y="2570312"/>
              <a:ext cx="1116000" cy="310044"/>
            </a:xfrm>
            <a:prstGeom prst="rect">
              <a:avLst/>
            </a:prstGeom>
            <a:solidFill>
              <a:srgbClr val="FFFFFF">
                <a:lumMod val="85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200" b="0" i="0" u="none" strike="noStrike" kern="0" cap="none" spc="0" normalizeH="0" baseline="0" noProof="0">
                  <a:ln>
                    <a:noFill/>
                  </a:ln>
                  <a:solidFill>
                    <a:srgbClr val="222222"/>
                  </a:solidFill>
                  <a:effectLst/>
                  <a:uLnTx/>
                  <a:uFillTx/>
                  <a:latin typeface="メイリオ" panose="020B0604030504040204" pitchFamily="50" charset="-128"/>
                  <a:ea typeface="メイリオ" panose="020B0604030504040204" pitchFamily="50" charset="-128"/>
                </a:rPr>
                <a:t>ERP</a:t>
              </a:r>
            </a:p>
          </p:txBody>
        </p:sp>
        <p:sp>
          <p:nvSpPr>
            <p:cNvPr id="62" name="正方形/長方形 61">
              <a:extLst>
                <a:ext uri="{FF2B5EF4-FFF2-40B4-BE49-F238E27FC236}">
                  <a16:creationId xmlns:a16="http://schemas.microsoft.com/office/drawing/2014/main" id="{F8602E90-2BEF-F9FF-A2C3-0ECF0F52185D}"/>
                </a:ext>
              </a:extLst>
            </p:cNvPr>
            <p:cNvSpPr/>
            <p:nvPr/>
          </p:nvSpPr>
          <p:spPr>
            <a:xfrm>
              <a:off x="10901629" y="1991299"/>
              <a:ext cx="1044000" cy="297199"/>
            </a:xfrm>
            <a:prstGeom prst="rect">
              <a:avLst/>
            </a:prstGeom>
            <a:solidFill>
              <a:srgbClr val="FFFFFF">
                <a:lumMod val="85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200" b="0" i="0" u="none" strike="noStrike" kern="0" cap="none" spc="0" normalizeH="0" baseline="0" noProof="0">
                  <a:ln>
                    <a:noFill/>
                  </a:ln>
                  <a:solidFill>
                    <a:srgbClr val="222222"/>
                  </a:solidFill>
                  <a:effectLst/>
                  <a:uLnTx/>
                  <a:uFillTx/>
                  <a:latin typeface="メイリオ" panose="020B0604030504040204" pitchFamily="50" charset="-128"/>
                  <a:ea typeface="メイリオ" panose="020B0604030504040204" pitchFamily="50" charset="-128"/>
                </a:rPr>
                <a:t>WMS</a:t>
              </a:r>
            </a:p>
          </p:txBody>
        </p:sp>
        <p:sp>
          <p:nvSpPr>
            <p:cNvPr id="63" name="正方形/長方形 62">
              <a:extLst>
                <a:ext uri="{FF2B5EF4-FFF2-40B4-BE49-F238E27FC236}">
                  <a16:creationId xmlns:a16="http://schemas.microsoft.com/office/drawing/2014/main" id="{3DAACF80-8B87-C4C6-BE57-C730DBAC0E08}"/>
                </a:ext>
              </a:extLst>
            </p:cNvPr>
            <p:cNvSpPr/>
            <p:nvPr/>
          </p:nvSpPr>
          <p:spPr>
            <a:xfrm>
              <a:off x="219583" y="3233684"/>
              <a:ext cx="1116000" cy="310044"/>
            </a:xfrm>
            <a:prstGeom prst="rect">
              <a:avLst/>
            </a:prstGeom>
            <a:solidFill>
              <a:srgbClr val="FFFFFF">
                <a:lumMod val="85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50" b="0" i="0" u="none" strike="noStrike" kern="0" cap="none" spc="0" normalizeH="0" baseline="0" noProof="0">
                  <a:ln>
                    <a:noFill/>
                  </a:ln>
                  <a:solidFill>
                    <a:srgbClr val="222222"/>
                  </a:solidFill>
                  <a:effectLst/>
                  <a:uLnTx/>
                  <a:uFillTx/>
                  <a:ea typeface="メイリオ" panose="020B0604030504040204" pitchFamily="50" charset="-128"/>
                </a:rPr>
                <a:t>スケジューラ</a:t>
              </a:r>
              <a:endParaRPr kumimoji="0" lang="en-US" altLang="ja-JP" sz="1050" b="0" i="0" u="none" strike="noStrike" kern="0" cap="none" spc="0" normalizeH="0" baseline="0" noProof="0">
                <a:ln>
                  <a:noFill/>
                </a:ln>
                <a:solidFill>
                  <a:srgbClr val="222222"/>
                </a:solidFill>
                <a:effectLst/>
                <a:uLnTx/>
                <a:uFillTx/>
                <a:ea typeface="メイリオ" panose="020B0604030504040204" pitchFamily="50" charset="-128"/>
              </a:endParaRPr>
            </a:p>
          </p:txBody>
        </p:sp>
        <p:sp>
          <p:nvSpPr>
            <p:cNvPr id="256" name="正方形/長方形 255">
              <a:extLst>
                <a:ext uri="{FF2B5EF4-FFF2-40B4-BE49-F238E27FC236}">
                  <a16:creationId xmlns:a16="http://schemas.microsoft.com/office/drawing/2014/main" id="{B46AB550-4136-E9C9-226B-66ED85C516FE}"/>
                </a:ext>
              </a:extLst>
            </p:cNvPr>
            <p:cNvSpPr/>
            <p:nvPr/>
          </p:nvSpPr>
          <p:spPr>
            <a:xfrm>
              <a:off x="219583" y="1634853"/>
              <a:ext cx="1116000" cy="371993"/>
            </a:xfrm>
            <a:prstGeom prst="rect">
              <a:avLst/>
            </a:prstGeom>
            <a:solidFill>
              <a:srgbClr val="FFFFFF">
                <a:lumMod val="85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200" b="0" i="0" u="none" strike="noStrike" kern="0" cap="none" spc="0" normalizeH="0" baseline="0" noProof="0">
                  <a:ln>
                    <a:noFill/>
                  </a:ln>
                  <a:solidFill>
                    <a:srgbClr val="222222"/>
                  </a:solidFill>
                  <a:effectLst/>
                  <a:uLnTx/>
                  <a:uFillTx/>
                  <a:ea typeface="メイリオ" panose="020B0604030504040204" pitchFamily="50" charset="-128"/>
                </a:rPr>
                <a:t>PLM/PDM</a:t>
              </a:r>
            </a:p>
          </p:txBody>
        </p:sp>
        <p:sp>
          <p:nvSpPr>
            <p:cNvPr id="257" name="正方形/長方形 256">
              <a:extLst>
                <a:ext uri="{FF2B5EF4-FFF2-40B4-BE49-F238E27FC236}">
                  <a16:creationId xmlns:a16="http://schemas.microsoft.com/office/drawing/2014/main" id="{6A3A3586-801B-0E18-2B2A-EFAC505876D4}"/>
                </a:ext>
              </a:extLst>
            </p:cNvPr>
            <p:cNvSpPr/>
            <p:nvPr/>
          </p:nvSpPr>
          <p:spPr>
            <a:xfrm>
              <a:off x="219583" y="950218"/>
              <a:ext cx="1116000" cy="481651"/>
            </a:xfrm>
            <a:prstGeom prst="rect">
              <a:avLst/>
            </a:prstGeom>
            <a:solidFill>
              <a:srgbClr val="FFFFFF">
                <a:lumMod val="85000"/>
              </a:srgbClr>
            </a:solidFill>
            <a:ln w="25400" cap="flat" cmpd="sng" algn="ctr">
              <a:noFill/>
              <a:prstDash val="solid"/>
            </a:ln>
            <a:effectLst/>
          </p:spPr>
          <p:txBody>
            <a:bodyPr rtlCol="0" anchor="ctr"/>
            <a:lstStyle/>
            <a:p>
              <a:pPr marL="0" marR="0" lvl="0" indent="0" defTabSz="914400" eaLnBrk="1" fontAlgn="t" latinLnBrk="0" hangingPunct="1">
                <a:lnSpc>
                  <a:spcPct val="100000"/>
                </a:lnSpc>
                <a:spcBef>
                  <a:spcPts val="0"/>
                </a:spcBef>
                <a:spcAft>
                  <a:spcPts val="0"/>
                </a:spcAft>
                <a:buClrTx/>
                <a:buSzTx/>
                <a:buFontTx/>
                <a:buNone/>
                <a:tabLst/>
                <a:defRPr/>
              </a:pPr>
              <a:r>
                <a:rPr kumimoji="0" lang="ja-JP" altLang="en-US" sz="1200" b="0" i="0" u="none" strike="noStrike" kern="0" cap="none" spc="0" normalizeH="0" baseline="0" noProof="0">
                  <a:ln>
                    <a:noFill/>
                  </a:ln>
                  <a:solidFill>
                    <a:srgbClr val="222222"/>
                  </a:solidFill>
                  <a:effectLst/>
                  <a:uLnTx/>
                  <a:uFillTx/>
                  <a:ea typeface="メイリオ" panose="020B0604030504040204" pitchFamily="50" charset="-128"/>
                </a:rPr>
                <a:t>２</a:t>
              </a:r>
              <a:r>
                <a:rPr kumimoji="0" lang="en-US" altLang="ja-JP" sz="1200" b="0" i="0" u="none" strike="noStrike" kern="0" cap="none" spc="0" normalizeH="0" baseline="0" noProof="0">
                  <a:ln>
                    <a:noFill/>
                  </a:ln>
                  <a:solidFill>
                    <a:srgbClr val="222222"/>
                  </a:solidFill>
                  <a:effectLst/>
                  <a:uLnTx/>
                  <a:uFillTx/>
                  <a:ea typeface="メイリオ" panose="020B0604030504040204" pitchFamily="50" charset="-128"/>
                </a:rPr>
                <a:t>D/3D</a:t>
              </a:r>
            </a:p>
            <a:p>
              <a:pPr marL="0" marR="0" lvl="0" indent="0" defTabSz="914400" eaLnBrk="1" fontAlgn="t" latinLnBrk="0" hangingPunct="1">
                <a:lnSpc>
                  <a:spcPct val="100000"/>
                </a:lnSpc>
                <a:spcBef>
                  <a:spcPts val="0"/>
                </a:spcBef>
                <a:spcAft>
                  <a:spcPts val="0"/>
                </a:spcAft>
                <a:buClrTx/>
                <a:buSzTx/>
                <a:buFontTx/>
                <a:buNone/>
                <a:tabLst/>
                <a:defRPr/>
              </a:pPr>
              <a:r>
                <a:rPr kumimoji="0" lang="ja-JP" altLang="en-US" sz="1200" b="0" i="0" u="none" strike="noStrike" kern="0" cap="none" spc="0" normalizeH="0" baseline="0" noProof="0">
                  <a:ln>
                    <a:noFill/>
                  </a:ln>
                  <a:solidFill>
                    <a:srgbClr val="222222"/>
                  </a:solidFill>
                  <a:effectLst/>
                  <a:uLnTx/>
                  <a:uFillTx/>
                  <a:ea typeface="メイリオ" panose="020B0604030504040204" pitchFamily="50" charset="-128"/>
                </a:rPr>
                <a:t>仮想試作</a:t>
              </a:r>
              <a:endParaRPr kumimoji="0" lang="en-US" altLang="ja-JP" sz="1200" b="0" i="0" u="none" strike="noStrike" kern="0" cap="none" spc="0" normalizeH="0" baseline="0" noProof="0">
                <a:ln>
                  <a:noFill/>
                </a:ln>
                <a:solidFill>
                  <a:srgbClr val="222222"/>
                </a:solidFill>
                <a:effectLst/>
                <a:uLnTx/>
                <a:uFillTx/>
                <a:ea typeface="メイリオ" panose="020B0604030504040204" pitchFamily="50" charset="-128"/>
              </a:endParaRPr>
            </a:p>
          </p:txBody>
        </p:sp>
        <p:sp>
          <p:nvSpPr>
            <p:cNvPr id="258" name="正方形/長方形 257">
              <a:extLst>
                <a:ext uri="{FF2B5EF4-FFF2-40B4-BE49-F238E27FC236}">
                  <a16:creationId xmlns:a16="http://schemas.microsoft.com/office/drawing/2014/main" id="{EFE727EF-AD9B-3CDC-2775-7FC0B4D4200D}"/>
                </a:ext>
              </a:extLst>
            </p:cNvPr>
            <p:cNvSpPr/>
            <p:nvPr/>
          </p:nvSpPr>
          <p:spPr>
            <a:xfrm>
              <a:off x="10901629" y="1484648"/>
              <a:ext cx="1044000" cy="277174"/>
            </a:xfrm>
            <a:prstGeom prst="rect">
              <a:avLst/>
            </a:prstGeom>
            <a:solidFill>
              <a:srgbClr val="FFFFFF">
                <a:lumMod val="85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0" i="0" u="none" strike="noStrike" kern="0" cap="none" spc="0" normalizeH="0" baseline="0" noProof="0" dirty="0">
                  <a:ln>
                    <a:noFill/>
                  </a:ln>
                  <a:solidFill>
                    <a:srgbClr val="222222"/>
                  </a:solidFill>
                  <a:effectLst/>
                  <a:uLnTx/>
                  <a:uFillTx/>
                  <a:ea typeface="メイリオ" panose="020B0604030504040204" pitchFamily="50" charset="-128"/>
                </a:rPr>
                <a:t>需要予測</a:t>
              </a:r>
              <a:endParaRPr kumimoji="0" lang="en-US" altLang="ja-JP" sz="1200" b="0" i="0" u="none" strike="noStrike" kern="0" cap="none" spc="0" normalizeH="0" baseline="0" noProof="0" dirty="0">
                <a:ln>
                  <a:noFill/>
                </a:ln>
                <a:solidFill>
                  <a:srgbClr val="222222"/>
                </a:solidFill>
                <a:effectLst/>
                <a:uLnTx/>
                <a:uFillTx/>
                <a:ea typeface="メイリオ" panose="020B0604030504040204" pitchFamily="50" charset="-128"/>
              </a:endParaRPr>
            </a:p>
          </p:txBody>
        </p:sp>
        <p:sp>
          <p:nvSpPr>
            <p:cNvPr id="259" name="正方形/長方形 258">
              <a:extLst>
                <a:ext uri="{FF2B5EF4-FFF2-40B4-BE49-F238E27FC236}">
                  <a16:creationId xmlns:a16="http://schemas.microsoft.com/office/drawing/2014/main" id="{7833A7A2-0065-F454-FDC8-427575E67EC2}"/>
                </a:ext>
              </a:extLst>
            </p:cNvPr>
            <p:cNvSpPr/>
            <p:nvPr/>
          </p:nvSpPr>
          <p:spPr>
            <a:xfrm>
              <a:off x="10901629" y="2544871"/>
              <a:ext cx="1044000" cy="392316"/>
            </a:xfrm>
            <a:prstGeom prst="rect">
              <a:avLst/>
            </a:prstGeom>
            <a:solidFill>
              <a:srgbClr val="FFFFFF">
                <a:lumMod val="85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100" b="0" i="0" u="none" strike="noStrike" kern="0" cap="none" spc="0" normalizeH="0" baseline="0" noProof="0">
                  <a:ln>
                    <a:noFill/>
                  </a:ln>
                  <a:solidFill>
                    <a:srgbClr val="222222"/>
                  </a:solidFill>
                  <a:effectLst/>
                  <a:uLnTx/>
                  <a:uFillTx/>
                  <a:latin typeface="メイリオ" panose="020B0604030504040204" pitchFamily="50" charset="-128"/>
                  <a:ea typeface="メイリオ" panose="020B0604030504040204" pitchFamily="50" charset="-128"/>
                </a:rPr>
                <a:t>商品</a:t>
              </a:r>
              <a:endParaRPr kumimoji="0" lang="en-US" altLang="ja-JP" sz="1100" b="0" i="0" u="none" strike="noStrike" kern="0" cap="none" spc="0" normalizeH="0" baseline="0" noProof="0">
                <a:ln>
                  <a:noFill/>
                </a:ln>
                <a:solidFill>
                  <a:srgbClr val="222222"/>
                </a:solidFill>
                <a:effectLst/>
                <a:uLnTx/>
                <a:uFillTx/>
                <a:latin typeface="メイリオ" panose="020B0604030504040204" pitchFamily="50" charset="-128"/>
                <a:ea typeface="メイリオ" panose="020B0604030504040204" pitchFamily="50" charset="-128"/>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100" b="0" i="0" u="none" strike="noStrike" kern="0" cap="none" spc="0" normalizeH="0" baseline="0" noProof="0">
                  <a:ln>
                    <a:noFill/>
                  </a:ln>
                  <a:solidFill>
                    <a:srgbClr val="222222"/>
                  </a:solidFill>
                  <a:effectLst/>
                  <a:uLnTx/>
                  <a:uFillTx/>
                  <a:latin typeface="メイリオ" panose="020B0604030504040204" pitchFamily="50" charset="-128"/>
                  <a:ea typeface="メイリオ" panose="020B0604030504040204" pitchFamily="50" charset="-128"/>
                </a:rPr>
                <a:t>トレサビ</a:t>
              </a:r>
              <a:endParaRPr kumimoji="0" lang="en-US" altLang="ja-JP" sz="1100" b="0" i="0" u="none" strike="noStrike" kern="0" cap="none" spc="0" normalizeH="0" baseline="0" noProof="0">
                <a:ln>
                  <a:noFill/>
                </a:ln>
                <a:solidFill>
                  <a:srgbClr val="222222"/>
                </a:solidFill>
                <a:effectLst/>
                <a:uLnTx/>
                <a:uFillTx/>
                <a:latin typeface="メイリオ" panose="020B0604030504040204" pitchFamily="50" charset="-128"/>
                <a:ea typeface="メイリオ" panose="020B0604030504040204" pitchFamily="50" charset="-128"/>
              </a:endParaRPr>
            </a:p>
          </p:txBody>
        </p:sp>
        <p:sp>
          <p:nvSpPr>
            <p:cNvPr id="260" name="正方形/長方形 259">
              <a:extLst>
                <a:ext uri="{FF2B5EF4-FFF2-40B4-BE49-F238E27FC236}">
                  <a16:creationId xmlns:a16="http://schemas.microsoft.com/office/drawing/2014/main" id="{EBB00199-B0AA-704D-B2F9-A82820B50082}"/>
                </a:ext>
              </a:extLst>
            </p:cNvPr>
            <p:cNvSpPr/>
            <p:nvPr/>
          </p:nvSpPr>
          <p:spPr>
            <a:xfrm>
              <a:off x="10901629" y="3246691"/>
              <a:ext cx="1044000" cy="297199"/>
            </a:xfrm>
            <a:prstGeom prst="rect">
              <a:avLst/>
            </a:prstGeom>
            <a:solidFill>
              <a:srgbClr val="FFFFFF">
                <a:lumMod val="85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50" b="0" i="0" u="none" strike="noStrike" kern="0" cap="none" spc="0" normalizeH="0" baseline="0" noProof="0">
                  <a:ln>
                    <a:noFill/>
                  </a:ln>
                  <a:solidFill>
                    <a:srgbClr val="222222"/>
                  </a:solidFill>
                  <a:effectLst/>
                  <a:uLnTx/>
                  <a:uFillTx/>
                  <a:ea typeface="メイリオ" panose="020B0604030504040204" pitchFamily="50" charset="-128"/>
                </a:rPr>
                <a:t>商品物流管理</a:t>
              </a:r>
              <a:endParaRPr kumimoji="0" lang="en-US" altLang="ja-JP" sz="1050" b="0" i="0" u="none" strike="noStrike" kern="0" cap="none" spc="0" normalizeH="0" baseline="0" noProof="0">
                <a:ln>
                  <a:noFill/>
                </a:ln>
                <a:solidFill>
                  <a:srgbClr val="222222"/>
                </a:solidFill>
                <a:effectLst/>
                <a:uLnTx/>
                <a:uFillTx/>
                <a:ea typeface="メイリオ" panose="020B0604030504040204" pitchFamily="50" charset="-128"/>
              </a:endParaRPr>
            </a:p>
          </p:txBody>
        </p:sp>
        <p:sp>
          <p:nvSpPr>
            <p:cNvPr id="261" name="正方形/長方形 260">
              <a:extLst>
                <a:ext uri="{FF2B5EF4-FFF2-40B4-BE49-F238E27FC236}">
                  <a16:creationId xmlns:a16="http://schemas.microsoft.com/office/drawing/2014/main" id="{BDEDE054-E151-760F-A4D3-DD0006F06381}"/>
                </a:ext>
              </a:extLst>
            </p:cNvPr>
            <p:cNvSpPr/>
            <p:nvPr/>
          </p:nvSpPr>
          <p:spPr>
            <a:xfrm>
              <a:off x="219583" y="3804038"/>
              <a:ext cx="1116000" cy="310044"/>
            </a:xfrm>
            <a:prstGeom prst="rect">
              <a:avLst/>
            </a:prstGeom>
            <a:solidFill>
              <a:srgbClr val="FFFFFF">
                <a:lumMod val="85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50" b="0" i="0" u="none" strike="noStrike" kern="0" cap="none" spc="0" normalizeH="0" baseline="0" noProof="0">
                  <a:ln>
                    <a:noFill/>
                  </a:ln>
                  <a:solidFill>
                    <a:srgbClr val="222222"/>
                  </a:solidFill>
                  <a:effectLst/>
                  <a:uLnTx/>
                  <a:uFillTx/>
                  <a:ea typeface="メイリオ" panose="020B0604030504040204" pitchFamily="50" charset="-128"/>
                </a:rPr>
                <a:t>部品物流管理</a:t>
              </a:r>
              <a:endParaRPr kumimoji="0" lang="en-US" altLang="ja-JP" sz="1050" b="0" i="0" u="none" strike="noStrike" kern="0" cap="none" spc="0" normalizeH="0" baseline="0" noProof="0">
                <a:ln>
                  <a:noFill/>
                </a:ln>
                <a:solidFill>
                  <a:srgbClr val="222222"/>
                </a:solidFill>
                <a:effectLst/>
                <a:uLnTx/>
                <a:uFillTx/>
                <a:ea typeface="メイリオ" panose="020B0604030504040204" pitchFamily="50" charset="-128"/>
              </a:endParaRPr>
            </a:p>
          </p:txBody>
        </p:sp>
        <p:sp>
          <p:nvSpPr>
            <p:cNvPr id="379" name="四角形: 角を丸くする 378">
              <a:extLst>
                <a:ext uri="{FF2B5EF4-FFF2-40B4-BE49-F238E27FC236}">
                  <a16:creationId xmlns:a16="http://schemas.microsoft.com/office/drawing/2014/main" id="{E0C80879-91FB-FA1A-2C92-1A8C7B62F404}"/>
                </a:ext>
              </a:extLst>
            </p:cNvPr>
            <p:cNvSpPr/>
            <p:nvPr/>
          </p:nvSpPr>
          <p:spPr>
            <a:xfrm>
              <a:off x="1570704" y="865665"/>
              <a:ext cx="1296000" cy="480968"/>
            </a:xfrm>
            <a:prstGeom prst="roundRect">
              <a:avLst/>
            </a:prstGeom>
            <a:solidFill>
              <a:srgbClr val="014097">
                <a:lumMod val="60000"/>
                <a:lumOff val="4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dirty="0">
                  <a:ln>
                    <a:noFill/>
                  </a:ln>
                  <a:solidFill>
                    <a:srgbClr val="FFFFFF"/>
                  </a:solidFill>
                  <a:effectLst/>
                  <a:uLnTx/>
                  <a:uFillTx/>
                </a:rPr>
                <a:t>CAD</a:t>
              </a:r>
              <a:r>
                <a:rPr kumimoji="0" lang="ja-JP" altLang="en-US" sz="1400" b="1" i="0" u="none" strike="noStrike" kern="0" cap="none" spc="0" normalizeH="0" baseline="0" noProof="0" dirty="0">
                  <a:ln>
                    <a:noFill/>
                  </a:ln>
                  <a:solidFill>
                    <a:srgbClr val="FFFFFF"/>
                  </a:solidFill>
                  <a:effectLst/>
                  <a:uLnTx/>
                  <a:uFillTx/>
                </a:rPr>
                <a:t>　</a:t>
              </a:r>
              <a:endParaRPr kumimoji="0" lang="en-US" altLang="ja-JP" sz="1400" b="1" i="0" u="none" strike="noStrike" kern="0" cap="none" spc="0" normalizeH="0" baseline="0" noProof="0" dirty="0">
                <a:ln>
                  <a:noFill/>
                </a:ln>
                <a:solidFill>
                  <a:srgbClr val="FFFFFF"/>
                </a:solidFill>
                <a:effectLst/>
                <a:uLnTx/>
                <a:uFillTx/>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dirty="0">
                  <a:ln>
                    <a:noFill/>
                  </a:ln>
                  <a:solidFill>
                    <a:srgbClr val="FFFFFF"/>
                  </a:solidFill>
                  <a:effectLst/>
                  <a:uLnTx/>
                  <a:uFillTx/>
                </a:rPr>
                <a:t>製品設計</a:t>
              </a:r>
            </a:p>
          </p:txBody>
        </p:sp>
        <p:sp>
          <p:nvSpPr>
            <p:cNvPr id="380" name="四角形: 角を丸くする 379">
              <a:extLst>
                <a:ext uri="{FF2B5EF4-FFF2-40B4-BE49-F238E27FC236}">
                  <a16:creationId xmlns:a16="http://schemas.microsoft.com/office/drawing/2014/main" id="{D9194D84-B195-1523-CC8A-2A1B87B86789}"/>
                </a:ext>
              </a:extLst>
            </p:cNvPr>
            <p:cNvSpPr/>
            <p:nvPr/>
          </p:nvSpPr>
          <p:spPr>
            <a:xfrm>
              <a:off x="1573800" y="1666939"/>
              <a:ext cx="1296000" cy="621559"/>
            </a:xfrm>
            <a:prstGeom prst="roundRect">
              <a:avLst/>
            </a:prstGeom>
            <a:solidFill>
              <a:srgbClr val="014097">
                <a:lumMod val="60000"/>
                <a:lumOff val="4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200" b="1" i="0" u="none" strike="noStrike" kern="0" cap="none" spc="0" normalizeH="0" baseline="0" noProof="0" dirty="0">
                  <a:ln>
                    <a:noFill/>
                  </a:ln>
                  <a:solidFill>
                    <a:srgbClr val="FFFFFF"/>
                  </a:solidFill>
                  <a:effectLst/>
                  <a:uLnTx/>
                  <a:uFillTx/>
                </a:rPr>
                <a:t>PLM</a:t>
              </a:r>
              <a:r>
                <a:rPr kumimoji="0" lang="ja-JP" altLang="en-US" sz="1200" b="1" i="0" u="none" strike="noStrike" kern="0" cap="none" spc="0" normalizeH="0" baseline="0" noProof="0" dirty="0">
                  <a:ln>
                    <a:noFill/>
                  </a:ln>
                  <a:solidFill>
                    <a:srgbClr val="FFFFFF"/>
                  </a:solidFill>
                  <a:effectLst/>
                  <a:uLnTx/>
                  <a:uFillTx/>
                </a:rPr>
                <a:t>　</a:t>
              </a:r>
              <a:endParaRPr kumimoji="0" lang="en-US" altLang="ja-JP" sz="1200" b="1" i="0" u="none" strike="noStrike" kern="0" cap="none" spc="0" normalizeH="0" baseline="0" noProof="0" dirty="0">
                <a:ln>
                  <a:noFill/>
                </a:ln>
                <a:solidFill>
                  <a:srgbClr val="FFFFFF"/>
                </a:solidFill>
                <a:effectLst/>
                <a:uLnTx/>
                <a:uFillTx/>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dirty="0">
                  <a:ln>
                    <a:noFill/>
                  </a:ln>
                  <a:solidFill>
                    <a:srgbClr val="FFFFFF"/>
                  </a:solidFill>
                  <a:effectLst/>
                  <a:uLnTx/>
                  <a:uFillTx/>
                </a:rPr>
                <a:t>製造プロセス設計</a:t>
              </a:r>
            </a:p>
          </p:txBody>
        </p:sp>
        <p:grpSp>
          <p:nvGrpSpPr>
            <p:cNvPr id="381" name="グループ化 380">
              <a:extLst>
                <a:ext uri="{FF2B5EF4-FFF2-40B4-BE49-F238E27FC236}">
                  <a16:creationId xmlns:a16="http://schemas.microsoft.com/office/drawing/2014/main" id="{113031F8-37C6-0B80-0EA4-475961617109}"/>
                </a:ext>
              </a:extLst>
            </p:cNvPr>
            <p:cNvGrpSpPr/>
            <p:nvPr/>
          </p:nvGrpSpPr>
          <p:grpSpPr>
            <a:xfrm>
              <a:off x="5419302" y="2581229"/>
              <a:ext cx="513712" cy="200163"/>
              <a:chOff x="5143591" y="1265256"/>
              <a:chExt cx="513712" cy="226223"/>
            </a:xfrm>
            <a:solidFill>
              <a:srgbClr val="014097">
                <a:lumMod val="75000"/>
              </a:srgbClr>
            </a:solidFill>
          </p:grpSpPr>
          <p:sp>
            <p:nvSpPr>
              <p:cNvPr id="382" name="矢印: 右 381">
                <a:extLst>
                  <a:ext uri="{FF2B5EF4-FFF2-40B4-BE49-F238E27FC236}">
                    <a16:creationId xmlns:a16="http://schemas.microsoft.com/office/drawing/2014/main" id="{CFD48503-97FD-EA60-2D06-EEAA62EF2024}"/>
                  </a:ext>
                </a:extLst>
              </p:cNvPr>
              <p:cNvSpPr/>
              <p:nvPr/>
            </p:nvSpPr>
            <p:spPr>
              <a:xfrm rot="16200000">
                <a:off x="5171845" y="1237002"/>
                <a:ext cx="200347" cy="256856"/>
              </a:xfrm>
              <a:prstGeom prst="rightArrow">
                <a:avLst/>
              </a:pr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600" b="0" i="0" u="none" strike="noStrike" kern="0" cap="none" spc="0" normalizeH="0" baseline="0" noProof="0">
                  <a:ln>
                    <a:noFill/>
                  </a:ln>
                  <a:solidFill>
                    <a:srgbClr val="FFFFFF"/>
                  </a:solidFill>
                  <a:effectLst/>
                  <a:uLnTx/>
                  <a:uFillTx/>
                  <a:latin typeface="游ゴシック"/>
                  <a:ea typeface="游ゴシック"/>
                  <a:cs typeface="+mn-cs"/>
                </a:endParaRPr>
              </a:p>
            </p:txBody>
          </p:sp>
          <p:sp>
            <p:nvSpPr>
              <p:cNvPr id="383" name="矢印: 右 382">
                <a:extLst>
                  <a:ext uri="{FF2B5EF4-FFF2-40B4-BE49-F238E27FC236}">
                    <a16:creationId xmlns:a16="http://schemas.microsoft.com/office/drawing/2014/main" id="{49F494EE-7EB3-783C-4C7F-EB2B7BDB5C71}"/>
                  </a:ext>
                </a:extLst>
              </p:cNvPr>
              <p:cNvSpPr/>
              <p:nvPr/>
            </p:nvSpPr>
            <p:spPr>
              <a:xfrm rot="5400000">
                <a:off x="5428701" y="1262878"/>
                <a:ext cx="200347" cy="256856"/>
              </a:xfrm>
              <a:prstGeom prst="rightArrow">
                <a:avLst/>
              </a:pr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600" b="0" i="0" u="none" strike="noStrike" kern="0" cap="none" spc="0" normalizeH="0" baseline="0" noProof="0">
                  <a:ln>
                    <a:noFill/>
                  </a:ln>
                  <a:solidFill>
                    <a:srgbClr val="FFFFFF"/>
                  </a:solidFill>
                  <a:effectLst/>
                  <a:uLnTx/>
                  <a:uFillTx/>
                  <a:latin typeface="游ゴシック"/>
                  <a:ea typeface="游ゴシック"/>
                  <a:cs typeface="+mn-cs"/>
                </a:endParaRPr>
              </a:p>
            </p:txBody>
          </p:sp>
        </p:grpSp>
        <p:grpSp>
          <p:nvGrpSpPr>
            <p:cNvPr id="384" name="グループ化 383">
              <a:extLst>
                <a:ext uri="{FF2B5EF4-FFF2-40B4-BE49-F238E27FC236}">
                  <a16:creationId xmlns:a16="http://schemas.microsoft.com/office/drawing/2014/main" id="{BE160E3B-8049-101E-4522-B3FDF72908AC}"/>
                </a:ext>
              </a:extLst>
            </p:cNvPr>
            <p:cNvGrpSpPr/>
            <p:nvPr/>
          </p:nvGrpSpPr>
          <p:grpSpPr>
            <a:xfrm>
              <a:off x="1884337" y="2288499"/>
              <a:ext cx="513712" cy="226223"/>
              <a:chOff x="5143591" y="1265256"/>
              <a:chExt cx="513712" cy="226223"/>
            </a:xfrm>
            <a:solidFill>
              <a:srgbClr val="014097">
                <a:lumMod val="75000"/>
              </a:srgbClr>
            </a:solidFill>
          </p:grpSpPr>
          <p:sp>
            <p:nvSpPr>
              <p:cNvPr id="385" name="矢印: 右 384">
                <a:extLst>
                  <a:ext uri="{FF2B5EF4-FFF2-40B4-BE49-F238E27FC236}">
                    <a16:creationId xmlns:a16="http://schemas.microsoft.com/office/drawing/2014/main" id="{2F133DC4-F38D-61D2-54DC-F8BFD771F9C1}"/>
                  </a:ext>
                </a:extLst>
              </p:cNvPr>
              <p:cNvSpPr/>
              <p:nvPr/>
            </p:nvSpPr>
            <p:spPr>
              <a:xfrm rot="16200000">
                <a:off x="5171845" y="1237002"/>
                <a:ext cx="200347" cy="256856"/>
              </a:xfrm>
              <a:prstGeom prst="rightArrow">
                <a:avLst/>
              </a:pr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600" b="0" i="0" u="none" strike="noStrike" kern="0" cap="none" spc="0" normalizeH="0" baseline="0" noProof="0">
                  <a:ln>
                    <a:noFill/>
                  </a:ln>
                  <a:solidFill>
                    <a:srgbClr val="FFFFFF"/>
                  </a:solidFill>
                  <a:effectLst/>
                  <a:uLnTx/>
                  <a:uFillTx/>
                  <a:latin typeface="游ゴシック"/>
                  <a:ea typeface="游ゴシック"/>
                  <a:cs typeface="+mn-cs"/>
                </a:endParaRPr>
              </a:p>
            </p:txBody>
          </p:sp>
          <p:sp>
            <p:nvSpPr>
              <p:cNvPr id="386" name="矢印: 右 385">
                <a:extLst>
                  <a:ext uri="{FF2B5EF4-FFF2-40B4-BE49-F238E27FC236}">
                    <a16:creationId xmlns:a16="http://schemas.microsoft.com/office/drawing/2014/main" id="{9CADFFB1-0454-A0BE-525D-DAC3C4188AC2}"/>
                  </a:ext>
                </a:extLst>
              </p:cNvPr>
              <p:cNvSpPr/>
              <p:nvPr/>
            </p:nvSpPr>
            <p:spPr>
              <a:xfrm rot="5400000">
                <a:off x="5428701" y="1262878"/>
                <a:ext cx="200347" cy="256856"/>
              </a:xfrm>
              <a:prstGeom prst="rightArrow">
                <a:avLst/>
              </a:pr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600" b="0" i="0" u="none" strike="noStrike" kern="0" cap="none" spc="0" normalizeH="0" baseline="0" noProof="0">
                  <a:ln>
                    <a:noFill/>
                  </a:ln>
                  <a:solidFill>
                    <a:srgbClr val="FFFFFF"/>
                  </a:solidFill>
                  <a:effectLst/>
                  <a:uLnTx/>
                  <a:uFillTx/>
                  <a:latin typeface="游ゴシック"/>
                  <a:ea typeface="游ゴシック"/>
                  <a:cs typeface="+mn-cs"/>
                </a:endParaRPr>
              </a:p>
            </p:txBody>
          </p:sp>
        </p:grpSp>
        <p:grpSp>
          <p:nvGrpSpPr>
            <p:cNvPr id="387" name="グループ化 386">
              <a:extLst>
                <a:ext uri="{FF2B5EF4-FFF2-40B4-BE49-F238E27FC236}">
                  <a16:creationId xmlns:a16="http://schemas.microsoft.com/office/drawing/2014/main" id="{0A8082D3-4F63-B78A-F74F-375B5D2228DA}"/>
                </a:ext>
              </a:extLst>
            </p:cNvPr>
            <p:cNvGrpSpPr/>
            <p:nvPr/>
          </p:nvGrpSpPr>
          <p:grpSpPr>
            <a:xfrm>
              <a:off x="1983550" y="1374370"/>
              <a:ext cx="513712" cy="226223"/>
              <a:chOff x="5143591" y="1265256"/>
              <a:chExt cx="513712" cy="226223"/>
            </a:xfrm>
            <a:solidFill>
              <a:srgbClr val="014097">
                <a:lumMod val="75000"/>
              </a:srgbClr>
            </a:solidFill>
          </p:grpSpPr>
          <p:sp>
            <p:nvSpPr>
              <p:cNvPr id="388" name="矢印: 右 387">
                <a:extLst>
                  <a:ext uri="{FF2B5EF4-FFF2-40B4-BE49-F238E27FC236}">
                    <a16:creationId xmlns:a16="http://schemas.microsoft.com/office/drawing/2014/main" id="{EFD5C89B-ED65-6B6C-063D-00301E8DF4DC}"/>
                  </a:ext>
                </a:extLst>
              </p:cNvPr>
              <p:cNvSpPr/>
              <p:nvPr/>
            </p:nvSpPr>
            <p:spPr>
              <a:xfrm rot="16200000">
                <a:off x="5171845" y="1237002"/>
                <a:ext cx="200347" cy="256856"/>
              </a:xfrm>
              <a:prstGeom prst="rightArrow">
                <a:avLst/>
              </a:pr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600" b="0" i="0" u="none" strike="noStrike" kern="0" cap="none" spc="0" normalizeH="0" baseline="0" noProof="0">
                  <a:ln>
                    <a:noFill/>
                  </a:ln>
                  <a:solidFill>
                    <a:srgbClr val="FFFFFF"/>
                  </a:solidFill>
                  <a:effectLst/>
                  <a:uLnTx/>
                  <a:uFillTx/>
                  <a:latin typeface="游ゴシック"/>
                  <a:ea typeface="游ゴシック"/>
                  <a:cs typeface="+mn-cs"/>
                </a:endParaRPr>
              </a:p>
            </p:txBody>
          </p:sp>
          <p:sp>
            <p:nvSpPr>
              <p:cNvPr id="389" name="矢印: 右 388">
                <a:extLst>
                  <a:ext uri="{FF2B5EF4-FFF2-40B4-BE49-F238E27FC236}">
                    <a16:creationId xmlns:a16="http://schemas.microsoft.com/office/drawing/2014/main" id="{263F195A-F75D-172A-FFE6-D04E21164559}"/>
                  </a:ext>
                </a:extLst>
              </p:cNvPr>
              <p:cNvSpPr/>
              <p:nvPr/>
            </p:nvSpPr>
            <p:spPr>
              <a:xfrm rot="5400000">
                <a:off x="5428701" y="1262878"/>
                <a:ext cx="200347" cy="256856"/>
              </a:xfrm>
              <a:prstGeom prst="rightArrow">
                <a:avLst/>
              </a:pr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600" b="0" i="0" u="none" strike="noStrike" kern="0" cap="none" spc="0" normalizeH="0" baseline="0" noProof="0">
                  <a:ln>
                    <a:noFill/>
                  </a:ln>
                  <a:solidFill>
                    <a:srgbClr val="FFFFFF"/>
                  </a:solidFill>
                  <a:effectLst/>
                  <a:uLnTx/>
                  <a:uFillTx/>
                  <a:latin typeface="游ゴシック"/>
                  <a:ea typeface="游ゴシック"/>
                  <a:cs typeface="+mn-cs"/>
                </a:endParaRPr>
              </a:p>
            </p:txBody>
          </p:sp>
        </p:grpSp>
        <p:sp>
          <p:nvSpPr>
            <p:cNvPr id="390" name="正方形/長方形 389">
              <a:extLst>
                <a:ext uri="{FF2B5EF4-FFF2-40B4-BE49-F238E27FC236}">
                  <a16:creationId xmlns:a16="http://schemas.microsoft.com/office/drawing/2014/main" id="{8855C013-A71A-A37A-4A59-4180B0832270}"/>
                </a:ext>
              </a:extLst>
            </p:cNvPr>
            <p:cNvSpPr/>
            <p:nvPr/>
          </p:nvSpPr>
          <p:spPr>
            <a:xfrm>
              <a:off x="3223309" y="1572425"/>
              <a:ext cx="1345951" cy="425799"/>
            </a:xfrm>
            <a:prstGeom prst="rect">
              <a:avLst/>
            </a:prstGeom>
            <a:solidFill>
              <a:srgbClr val="D6E4FA"/>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050" b="1" i="0" u="none" strike="noStrike" kern="0" cap="none" spc="0" normalizeH="0" baseline="0" noProof="0" dirty="0">
                  <a:ln>
                    <a:noFill/>
                  </a:ln>
                  <a:solidFill>
                    <a:srgbClr val="014097">
                      <a:lumMod val="50000"/>
                    </a:srgbClr>
                  </a:solidFill>
                  <a:effectLst/>
                  <a:uLnTx/>
                  <a:uFillTx/>
                </a:rPr>
                <a:t>Data</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050" b="1" i="0" u="none" strike="noStrike" kern="0" cap="none" spc="0" normalizeH="0" baseline="0" noProof="0" dirty="0">
                  <a:ln>
                    <a:noFill/>
                  </a:ln>
                  <a:solidFill>
                    <a:srgbClr val="014097">
                      <a:lumMod val="50000"/>
                    </a:srgbClr>
                  </a:solidFill>
                  <a:effectLst/>
                  <a:uLnTx/>
                  <a:uFillTx/>
                </a:rPr>
                <a:t>Management</a:t>
              </a:r>
            </a:p>
          </p:txBody>
        </p:sp>
        <p:sp>
          <p:nvSpPr>
            <p:cNvPr id="391" name="正方形/長方形 390">
              <a:extLst>
                <a:ext uri="{FF2B5EF4-FFF2-40B4-BE49-F238E27FC236}">
                  <a16:creationId xmlns:a16="http://schemas.microsoft.com/office/drawing/2014/main" id="{E12EAC09-AB14-9EBC-FF7C-1E63840C1A8F}"/>
                </a:ext>
              </a:extLst>
            </p:cNvPr>
            <p:cNvSpPr/>
            <p:nvPr/>
          </p:nvSpPr>
          <p:spPr>
            <a:xfrm>
              <a:off x="4866200" y="1671709"/>
              <a:ext cx="1166336" cy="326515"/>
            </a:xfrm>
            <a:prstGeom prst="rect">
              <a:avLst/>
            </a:prstGeom>
            <a:solidFill>
              <a:srgbClr val="D6E4FA"/>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50" b="1" i="0" u="none" strike="noStrike" kern="0" cap="none" spc="0" normalizeH="0" baseline="0" noProof="0">
                  <a:ln>
                    <a:noFill/>
                  </a:ln>
                  <a:solidFill>
                    <a:srgbClr val="014097">
                      <a:lumMod val="50000"/>
                    </a:srgbClr>
                  </a:solidFill>
                  <a:effectLst/>
                  <a:uLnTx/>
                  <a:uFillTx/>
                </a:rPr>
                <a:t>製造管理</a:t>
              </a:r>
              <a:endParaRPr kumimoji="0" lang="en-US" altLang="ja-JP" sz="1050" b="1" i="0" u="none" strike="noStrike" kern="0" cap="none" spc="0" normalizeH="0" baseline="0" noProof="0">
                <a:ln>
                  <a:noFill/>
                </a:ln>
                <a:solidFill>
                  <a:srgbClr val="014097">
                    <a:lumMod val="50000"/>
                  </a:srgbClr>
                </a:solidFill>
                <a:effectLst/>
                <a:uLnTx/>
                <a:uFillTx/>
              </a:endParaRPr>
            </a:p>
          </p:txBody>
        </p:sp>
        <p:sp>
          <p:nvSpPr>
            <p:cNvPr id="392" name="正方形/長方形 391">
              <a:extLst>
                <a:ext uri="{FF2B5EF4-FFF2-40B4-BE49-F238E27FC236}">
                  <a16:creationId xmlns:a16="http://schemas.microsoft.com/office/drawing/2014/main" id="{06C3C510-4D98-397E-2E24-63A67598A52D}"/>
                </a:ext>
              </a:extLst>
            </p:cNvPr>
            <p:cNvSpPr/>
            <p:nvPr/>
          </p:nvSpPr>
          <p:spPr>
            <a:xfrm>
              <a:off x="3131439" y="4476148"/>
              <a:ext cx="1171308" cy="296382"/>
            </a:xfrm>
            <a:prstGeom prst="rect">
              <a:avLst/>
            </a:prstGeom>
            <a:solidFill>
              <a:srgbClr val="3278E8">
                <a:lumMod val="20000"/>
                <a:lumOff val="8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50" b="1" i="0" u="none" strike="noStrike" kern="0" cap="none" spc="0" normalizeH="0" baseline="0" noProof="0" dirty="0">
                  <a:ln>
                    <a:noFill/>
                  </a:ln>
                  <a:solidFill>
                    <a:srgbClr val="014097">
                      <a:lumMod val="50000"/>
                    </a:srgbClr>
                  </a:solidFill>
                  <a:effectLst/>
                  <a:uLnTx/>
                  <a:uFillTx/>
                  <a:latin typeface="游ゴシック"/>
                  <a:ea typeface="游ゴシック"/>
                  <a:cs typeface="+mn-cs"/>
                </a:rPr>
                <a:t>セキュリティー</a:t>
              </a:r>
            </a:p>
          </p:txBody>
        </p:sp>
        <p:sp>
          <p:nvSpPr>
            <p:cNvPr id="393" name="正方形/長方形 392">
              <a:extLst>
                <a:ext uri="{FF2B5EF4-FFF2-40B4-BE49-F238E27FC236}">
                  <a16:creationId xmlns:a16="http://schemas.microsoft.com/office/drawing/2014/main" id="{88C1F14B-6F84-4714-DC22-0F8F63D9C961}"/>
                </a:ext>
              </a:extLst>
            </p:cNvPr>
            <p:cNvSpPr/>
            <p:nvPr/>
          </p:nvSpPr>
          <p:spPr>
            <a:xfrm>
              <a:off x="6591813" y="1165514"/>
              <a:ext cx="1057118" cy="304175"/>
            </a:xfrm>
            <a:prstGeom prst="rect">
              <a:avLst/>
            </a:prstGeom>
            <a:solidFill>
              <a:srgbClr val="3278E8">
                <a:lumMod val="20000"/>
                <a:lumOff val="8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50" b="1" i="0" u="none" strike="noStrike" kern="0" cap="none" spc="0" normalizeH="0" baseline="0" noProof="0">
                  <a:ln>
                    <a:noFill/>
                  </a:ln>
                  <a:solidFill>
                    <a:srgbClr val="014097">
                      <a:lumMod val="50000"/>
                    </a:srgbClr>
                  </a:solidFill>
                  <a:effectLst/>
                  <a:uLnTx/>
                  <a:uFillTx/>
                  <a:latin typeface="游ゴシック"/>
                  <a:ea typeface="游ゴシック"/>
                  <a:cs typeface="+mn-cs"/>
                </a:rPr>
                <a:t>見える化</a:t>
              </a:r>
              <a:endParaRPr kumimoji="0" lang="en-US" altLang="ja-JP" sz="1050" b="1" i="0" u="none" strike="noStrike" kern="0" cap="none" spc="0" normalizeH="0" baseline="0" noProof="0">
                <a:ln>
                  <a:noFill/>
                </a:ln>
                <a:solidFill>
                  <a:srgbClr val="014097">
                    <a:lumMod val="50000"/>
                  </a:srgbClr>
                </a:solidFill>
                <a:effectLst/>
                <a:uLnTx/>
                <a:uFillTx/>
                <a:latin typeface="游ゴシック"/>
                <a:ea typeface="游ゴシック"/>
                <a:cs typeface="+mn-cs"/>
              </a:endParaRPr>
            </a:p>
          </p:txBody>
        </p:sp>
        <p:sp>
          <p:nvSpPr>
            <p:cNvPr id="394" name="正方形/長方形 393">
              <a:extLst>
                <a:ext uri="{FF2B5EF4-FFF2-40B4-BE49-F238E27FC236}">
                  <a16:creationId xmlns:a16="http://schemas.microsoft.com/office/drawing/2014/main" id="{9A8E405C-50B9-2E75-6CBB-B2983AA888CF}"/>
                </a:ext>
              </a:extLst>
            </p:cNvPr>
            <p:cNvSpPr/>
            <p:nvPr/>
          </p:nvSpPr>
          <p:spPr>
            <a:xfrm>
              <a:off x="3257027" y="3918932"/>
              <a:ext cx="6021627" cy="325137"/>
            </a:xfrm>
            <a:prstGeom prst="rect">
              <a:avLst/>
            </a:prstGeom>
            <a:solidFill>
              <a:srgbClr val="014097">
                <a:lumMod val="5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srgbClr val="FFFFFF"/>
                  </a:solidFill>
                  <a:effectLst/>
                  <a:uLnTx/>
                  <a:uFillTx/>
                  <a:latin typeface="游ゴシック"/>
                  <a:ea typeface="游ゴシック"/>
                  <a:cs typeface="+mn-cs"/>
                </a:rPr>
                <a:t>製造現場</a:t>
              </a:r>
            </a:p>
          </p:txBody>
        </p:sp>
        <p:sp>
          <p:nvSpPr>
            <p:cNvPr id="395" name="四角形: 角を丸くする 394">
              <a:extLst>
                <a:ext uri="{FF2B5EF4-FFF2-40B4-BE49-F238E27FC236}">
                  <a16:creationId xmlns:a16="http://schemas.microsoft.com/office/drawing/2014/main" id="{083AAE06-B34D-B387-1CA2-A30A34B641B0}"/>
                </a:ext>
              </a:extLst>
            </p:cNvPr>
            <p:cNvSpPr/>
            <p:nvPr/>
          </p:nvSpPr>
          <p:spPr>
            <a:xfrm>
              <a:off x="3257028" y="3688222"/>
              <a:ext cx="6021629" cy="170536"/>
            </a:xfrm>
            <a:prstGeom prst="roundRect">
              <a:avLst/>
            </a:prstGeom>
            <a:solidFill>
              <a:srgbClr val="81ACF1">
                <a:lumMod val="75000"/>
              </a:srgbClr>
            </a:solidFill>
            <a:ln w="25400" cap="flat" cmpd="sng" algn="ctr">
              <a:noFill/>
              <a:prstDash val="solid"/>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600" b="0" i="0" u="none" strike="noStrike" kern="0" cap="none" spc="0" normalizeH="0" baseline="0" noProof="0">
                  <a:ln>
                    <a:noFill/>
                  </a:ln>
                  <a:solidFill>
                    <a:srgbClr val="FFFFFF"/>
                  </a:solidFill>
                  <a:effectLst/>
                  <a:uLnTx/>
                  <a:uFillTx/>
                  <a:latin typeface="游ゴシック"/>
                  <a:ea typeface="游ゴシック"/>
                  <a:cs typeface="+mn-cs"/>
                </a:rPr>
                <a:t>　　　　　　　　</a:t>
              </a:r>
              <a:r>
                <a:rPr kumimoji="0" lang="en-US" altLang="ja-JP" sz="1400" b="0" i="0" u="none" strike="noStrike" kern="0" cap="none" spc="0" normalizeH="0" baseline="0" noProof="0">
                  <a:ln>
                    <a:noFill/>
                  </a:ln>
                  <a:solidFill>
                    <a:srgbClr val="FFFFFF"/>
                  </a:solidFill>
                  <a:effectLst/>
                  <a:uLnTx/>
                  <a:uFillTx/>
                  <a:latin typeface="游ゴシック"/>
                  <a:ea typeface="游ゴシック"/>
                  <a:cs typeface="+mn-cs"/>
                </a:rPr>
                <a:t>DCS/PLC/Edge</a:t>
              </a:r>
              <a:r>
                <a:rPr kumimoji="0" lang="ja-JP" altLang="en-US" sz="1400" b="0" i="0" u="none" strike="noStrike" kern="0" cap="none" spc="0" normalizeH="0" baseline="0" noProof="0">
                  <a:ln>
                    <a:noFill/>
                  </a:ln>
                  <a:solidFill>
                    <a:srgbClr val="FFFFFF"/>
                  </a:solidFill>
                  <a:effectLst/>
                  <a:uLnTx/>
                  <a:uFillTx/>
                  <a:latin typeface="游ゴシック"/>
                  <a:ea typeface="游ゴシック"/>
                  <a:cs typeface="+mn-cs"/>
                </a:rPr>
                <a:t>ソフト</a:t>
              </a:r>
              <a:r>
                <a:rPr kumimoji="0" lang="en-US" altLang="ja-JP" sz="1400" b="0" i="0" u="none" strike="noStrike" kern="0" cap="none" spc="0" normalizeH="0" baseline="0" noProof="0">
                  <a:ln>
                    <a:noFill/>
                  </a:ln>
                  <a:solidFill>
                    <a:srgbClr val="FFFFFF"/>
                  </a:solidFill>
                  <a:effectLst/>
                  <a:uLnTx/>
                  <a:uFillTx/>
                  <a:latin typeface="游ゴシック"/>
                  <a:ea typeface="游ゴシック"/>
                  <a:cs typeface="+mn-cs"/>
                </a:rPr>
                <a:t>/</a:t>
              </a:r>
              <a:r>
                <a:rPr kumimoji="0" lang="ja-JP" altLang="en-US" sz="1400" b="0" i="0" u="none" strike="noStrike" kern="0" cap="none" spc="0" normalizeH="0" baseline="0" noProof="0">
                  <a:ln>
                    <a:noFill/>
                  </a:ln>
                  <a:solidFill>
                    <a:srgbClr val="FFFFFF"/>
                  </a:solidFill>
                  <a:effectLst/>
                  <a:uLnTx/>
                  <a:uFillTx/>
                  <a:latin typeface="游ゴシック"/>
                  <a:ea typeface="游ゴシック"/>
                  <a:cs typeface="+mn-cs"/>
                </a:rPr>
                <a:t>その他</a:t>
              </a:r>
              <a:endParaRPr kumimoji="0" lang="ja-JP" altLang="en-US" sz="1600" b="0" i="0" u="none" strike="noStrike" kern="0" cap="none" spc="0" normalizeH="0" baseline="0" noProof="0">
                <a:ln>
                  <a:noFill/>
                </a:ln>
                <a:solidFill>
                  <a:srgbClr val="FFFFFF"/>
                </a:solidFill>
                <a:effectLst/>
                <a:uLnTx/>
                <a:uFillTx/>
                <a:latin typeface="游ゴシック"/>
                <a:ea typeface="游ゴシック"/>
                <a:cs typeface="+mn-cs"/>
              </a:endParaRPr>
            </a:p>
          </p:txBody>
        </p:sp>
        <p:grpSp>
          <p:nvGrpSpPr>
            <p:cNvPr id="396" name="グループ化 395">
              <a:extLst>
                <a:ext uri="{FF2B5EF4-FFF2-40B4-BE49-F238E27FC236}">
                  <a16:creationId xmlns:a16="http://schemas.microsoft.com/office/drawing/2014/main" id="{D0D72E38-9404-4D86-9A75-7D02AFD5DDB6}"/>
                </a:ext>
              </a:extLst>
            </p:cNvPr>
            <p:cNvGrpSpPr/>
            <p:nvPr/>
          </p:nvGrpSpPr>
          <p:grpSpPr>
            <a:xfrm>
              <a:off x="5885510" y="4426583"/>
              <a:ext cx="513712" cy="200163"/>
              <a:chOff x="5143591" y="1265256"/>
              <a:chExt cx="513712" cy="226223"/>
            </a:xfrm>
            <a:solidFill>
              <a:srgbClr val="014097">
                <a:lumMod val="75000"/>
              </a:srgbClr>
            </a:solidFill>
          </p:grpSpPr>
          <p:sp>
            <p:nvSpPr>
              <p:cNvPr id="397" name="矢印: 右 396">
                <a:extLst>
                  <a:ext uri="{FF2B5EF4-FFF2-40B4-BE49-F238E27FC236}">
                    <a16:creationId xmlns:a16="http://schemas.microsoft.com/office/drawing/2014/main" id="{EB6F150E-ED0C-5F01-58F4-C305D2814657}"/>
                  </a:ext>
                </a:extLst>
              </p:cNvPr>
              <p:cNvSpPr/>
              <p:nvPr/>
            </p:nvSpPr>
            <p:spPr>
              <a:xfrm rot="16200000">
                <a:off x="5171845" y="1237002"/>
                <a:ext cx="200347" cy="256856"/>
              </a:xfrm>
              <a:prstGeom prst="rightArrow">
                <a:avLst/>
              </a:pr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600" b="0" i="0" u="none" strike="noStrike" kern="0" cap="none" spc="0" normalizeH="0" baseline="0" noProof="0">
                  <a:ln>
                    <a:noFill/>
                  </a:ln>
                  <a:solidFill>
                    <a:srgbClr val="FFFFFF"/>
                  </a:solidFill>
                  <a:effectLst/>
                  <a:uLnTx/>
                  <a:uFillTx/>
                  <a:latin typeface="游ゴシック"/>
                  <a:ea typeface="游ゴシック"/>
                  <a:cs typeface="+mn-cs"/>
                </a:endParaRPr>
              </a:p>
            </p:txBody>
          </p:sp>
          <p:sp>
            <p:nvSpPr>
              <p:cNvPr id="398" name="矢印: 右 397">
                <a:extLst>
                  <a:ext uri="{FF2B5EF4-FFF2-40B4-BE49-F238E27FC236}">
                    <a16:creationId xmlns:a16="http://schemas.microsoft.com/office/drawing/2014/main" id="{B81BF9E7-EA5A-A949-96E4-C78CECE997F4}"/>
                  </a:ext>
                </a:extLst>
              </p:cNvPr>
              <p:cNvSpPr/>
              <p:nvPr/>
            </p:nvSpPr>
            <p:spPr>
              <a:xfrm rot="5400000">
                <a:off x="5428701" y="1262878"/>
                <a:ext cx="200347" cy="256856"/>
              </a:xfrm>
              <a:prstGeom prst="rightArrow">
                <a:avLst/>
              </a:pr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600" b="0" i="0" u="none" strike="noStrike" kern="0" cap="none" spc="0" normalizeH="0" baseline="0" noProof="0">
                  <a:ln>
                    <a:noFill/>
                  </a:ln>
                  <a:solidFill>
                    <a:srgbClr val="FFFFFF"/>
                  </a:solidFill>
                  <a:effectLst/>
                  <a:uLnTx/>
                  <a:uFillTx/>
                  <a:latin typeface="游ゴシック"/>
                  <a:ea typeface="游ゴシック"/>
                  <a:cs typeface="+mn-cs"/>
                </a:endParaRPr>
              </a:p>
            </p:txBody>
          </p:sp>
        </p:grpSp>
        <p:sp>
          <p:nvSpPr>
            <p:cNvPr id="399" name="テキスト ボックス 398">
              <a:extLst>
                <a:ext uri="{FF2B5EF4-FFF2-40B4-BE49-F238E27FC236}">
                  <a16:creationId xmlns:a16="http://schemas.microsoft.com/office/drawing/2014/main" id="{EEDF6EC6-EC64-4068-3227-332E63449C6D}"/>
                </a:ext>
              </a:extLst>
            </p:cNvPr>
            <p:cNvSpPr txBox="1"/>
            <p:nvPr/>
          </p:nvSpPr>
          <p:spPr>
            <a:xfrm>
              <a:off x="5655348" y="4636433"/>
              <a:ext cx="906774" cy="288458"/>
            </a:xfrm>
            <a:prstGeom prst="rect">
              <a:avLst/>
            </a:prstGeom>
            <a:noFill/>
          </p:spPr>
          <p:txBody>
            <a:bodyPr wrap="none" rtlCol="0">
              <a:spAutoFit/>
            </a:bodyPr>
            <a:lstStyle/>
            <a:p>
              <a:r>
                <a:rPr lang="en-US" altLang="ja-JP" sz="1200">
                  <a:solidFill>
                    <a:srgbClr val="000000"/>
                  </a:solidFill>
                  <a:latin typeface="メイリオ" panose="020B0604030504040204" pitchFamily="50" charset="-128"/>
                  <a:ea typeface="メイリオ" panose="020B0604030504040204" pitchFamily="50" charset="-128"/>
                </a:rPr>
                <a:t>5M</a:t>
              </a:r>
              <a:r>
                <a:rPr lang="ja-JP" altLang="en-US" sz="1200">
                  <a:solidFill>
                    <a:srgbClr val="000000"/>
                  </a:solidFill>
                  <a:latin typeface="メイリオ" panose="020B0604030504040204" pitchFamily="50" charset="-128"/>
                  <a:ea typeface="メイリオ" panose="020B0604030504040204" pitchFamily="50" charset="-128"/>
                </a:rPr>
                <a:t>データ</a:t>
              </a:r>
            </a:p>
          </p:txBody>
        </p:sp>
        <p:sp>
          <p:nvSpPr>
            <p:cNvPr id="400" name="正方形/長方形 399">
              <a:extLst>
                <a:ext uri="{FF2B5EF4-FFF2-40B4-BE49-F238E27FC236}">
                  <a16:creationId xmlns:a16="http://schemas.microsoft.com/office/drawing/2014/main" id="{590A0316-7108-F914-9F2D-B1AEDD060C8C}"/>
                </a:ext>
              </a:extLst>
            </p:cNvPr>
            <p:cNvSpPr/>
            <p:nvPr/>
          </p:nvSpPr>
          <p:spPr>
            <a:xfrm>
              <a:off x="6302980" y="1641627"/>
              <a:ext cx="1345951" cy="356597"/>
            </a:xfrm>
            <a:prstGeom prst="rect">
              <a:avLst/>
            </a:prstGeom>
            <a:solidFill>
              <a:srgbClr val="3278E8">
                <a:lumMod val="20000"/>
                <a:lumOff val="8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50" b="1" i="0" u="none" strike="noStrike" kern="0" cap="none" spc="0" normalizeH="0" baseline="0" noProof="0">
                  <a:ln>
                    <a:noFill/>
                  </a:ln>
                  <a:solidFill>
                    <a:srgbClr val="014097">
                      <a:lumMod val="50000"/>
                    </a:srgbClr>
                  </a:solidFill>
                  <a:effectLst/>
                  <a:uLnTx/>
                  <a:uFillTx/>
                  <a:latin typeface="游ゴシック"/>
                  <a:ea typeface="游ゴシック"/>
                  <a:cs typeface="+mn-cs"/>
                </a:rPr>
                <a:t>収集</a:t>
              </a:r>
              <a:endParaRPr kumimoji="0" lang="en-US" altLang="ja-JP" sz="1050" b="1" i="0" u="none" strike="noStrike" kern="0" cap="none" spc="0" normalizeH="0" baseline="0" noProof="0">
                <a:ln>
                  <a:noFill/>
                </a:ln>
                <a:solidFill>
                  <a:srgbClr val="014097">
                    <a:lumMod val="50000"/>
                  </a:srgbClr>
                </a:solidFill>
                <a:effectLst/>
                <a:uLnTx/>
                <a:uFillTx/>
                <a:latin typeface="游ゴシック"/>
                <a:ea typeface="游ゴシック"/>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50" b="1" i="0" u="none" strike="noStrike" kern="0" cap="none" spc="0" normalizeH="0" baseline="0" noProof="0">
                  <a:ln>
                    <a:noFill/>
                  </a:ln>
                  <a:solidFill>
                    <a:srgbClr val="014097">
                      <a:lumMod val="50000"/>
                    </a:srgbClr>
                  </a:solidFill>
                  <a:effectLst/>
                  <a:uLnTx/>
                  <a:uFillTx/>
                  <a:latin typeface="游ゴシック"/>
                  <a:ea typeface="游ゴシック"/>
                  <a:cs typeface="+mn-cs"/>
                </a:rPr>
                <a:t>プラットフォーム</a:t>
              </a:r>
              <a:endParaRPr kumimoji="0" lang="en-US" altLang="ja-JP" sz="1050" b="1" i="0" u="none" strike="noStrike" kern="0" cap="none" spc="0" normalizeH="0" baseline="0" noProof="0">
                <a:ln>
                  <a:noFill/>
                </a:ln>
                <a:solidFill>
                  <a:srgbClr val="014097">
                    <a:lumMod val="50000"/>
                  </a:srgbClr>
                </a:solidFill>
                <a:effectLst/>
                <a:uLnTx/>
                <a:uFillTx/>
                <a:latin typeface="游ゴシック"/>
                <a:ea typeface="游ゴシック"/>
                <a:cs typeface="+mn-cs"/>
              </a:endParaRPr>
            </a:p>
          </p:txBody>
        </p:sp>
        <p:sp>
          <p:nvSpPr>
            <p:cNvPr id="401" name="正方形/長方形 400">
              <a:extLst>
                <a:ext uri="{FF2B5EF4-FFF2-40B4-BE49-F238E27FC236}">
                  <a16:creationId xmlns:a16="http://schemas.microsoft.com/office/drawing/2014/main" id="{F12BB57D-6EE2-E147-727D-A3F1437FF3E8}"/>
                </a:ext>
              </a:extLst>
            </p:cNvPr>
            <p:cNvSpPr/>
            <p:nvPr/>
          </p:nvSpPr>
          <p:spPr>
            <a:xfrm>
              <a:off x="6643528" y="753545"/>
              <a:ext cx="1005403" cy="304175"/>
            </a:xfrm>
            <a:prstGeom prst="rect">
              <a:avLst/>
            </a:prstGeom>
            <a:solidFill>
              <a:srgbClr val="3278E8">
                <a:lumMod val="20000"/>
                <a:lumOff val="8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50" b="1" i="0" u="none" strike="noStrike" kern="0" cap="none" spc="0" normalizeH="0" baseline="0" noProof="0">
                  <a:ln>
                    <a:noFill/>
                  </a:ln>
                  <a:solidFill>
                    <a:srgbClr val="014097">
                      <a:lumMod val="50000"/>
                    </a:srgbClr>
                  </a:solidFill>
                  <a:effectLst/>
                  <a:uLnTx/>
                  <a:uFillTx/>
                  <a:latin typeface="游ゴシック"/>
                  <a:ea typeface="游ゴシック"/>
                  <a:cs typeface="+mn-cs"/>
                </a:rPr>
                <a:t>高度分析</a:t>
              </a:r>
              <a:endParaRPr kumimoji="0" lang="en-US" altLang="ja-JP" sz="1050" b="1" i="0" u="none" strike="noStrike" kern="0" cap="none" spc="0" normalizeH="0" baseline="0" noProof="0">
                <a:ln>
                  <a:noFill/>
                </a:ln>
                <a:solidFill>
                  <a:srgbClr val="014097">
                    <a:lumMod val="50000"/>
                  </a:srgbClr>
                </a:solidFill>
                <a:effectLst/>
                <a:uLnTx/>
                <a:uFillTx/>
                <a:latin typeface="游ゴシック"/>
                <a:ea typeface="游ゴシック"/>
                <a:cs typeface="+mn-cs"/>
              </a:endParaRPr>
            </a:p>
          </p:txBody>
        </p:sp>
        <p:sp>
          <p:nvSpPr>
            <p:cNvPr id="402" name="テキスト ボックス 401">
              <a:extLst>
                <a:ext uri="{FF2B5EF4-FFF2-40B4-BE49-F238E27FC236}">
                  <a16:creationId xmlns:a16="http://schemas.microsoft.com/office/drawing/2014/main" id="{CFBED676-049B-F95D-6323-900DBF2888A9}"/>
                </a:ext>
              </a:extLst>
            </p:cNvPr>
            <p:cNvSpPr txBox="1"/>
            <p:nvPr/>
          </p:nvSpPr>
          <p:spPr>
            <a:xfrm>
              <a:off x="9635518" y="808673"/>
              <a:ext cx="1214717" cy="865375"/>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200" i="0" u="none" strike="noStrike" kern="0" cap="none" spc="0" normalizeH="0" baseline="0" noProof="0" dirty="0">
                  <a:ln>
                    <a:noFill/>
                  </a:ln>
                  <a:solidFill>
                    <a:srgbClr val="014097">
                      <a:lumMod val="50000"/>
                    </a:srgbClr>
                  </a:solidFill>
                  <a:effectLst/>
                  <a:uLnTx/>
                  <a:uFillTx/>
                </a:rPr>
                <a:t>IT</a:t>
              </a:r>
              <a:r>
                <a:rPr kumimoji="0" lang="ja-JP" altLang="en-US" sz="1200" i="0" u="none" strike="noStrike" kern="0" cap="none" spc="0" normalizeH="0" baseline="0" noProof="0" dirty="0">
                  <a:ln>
                    <a:noFill/>
                  </a:ln>
                  <a:solidFill>
                    <a:srgbClr val="014097">
                      <a:lumMod val="50000"/>
                    </a:srgbClr>
                  </a:solidFill>
                  <a:effectLst/>
                  <a:uLnTx/>
                  <a:uFillTx/>
                </a:rPr>
                <a:t>高度化</a:t>
              </a:r>
              <a:endParaRPr kumimoji="0" lang="en-US" altLang="ja-JP" sz="1200" i="0" u="none" strike="noStrike" kern="0" cap="none" spc="0" normalizeH="0" baseline="0" noProof="0" dirty="0">
                <a:ln>
                  <a:noFill/>
                </a:ln>
                <a:solidFill>
                  <a:srgbClr val="014097">
                    <a:lumMod val="50000"/>
                  </a:srgbClr>
                </a:solidFill>
                <a:effectLst/>
                <a:uLnTx/>
                <a:uFillTx/>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i="0" u="none" strike="noStrike" kern="0" cap="none" spc="0" normalizeH="0" baseline="0" noProof="0" dirty="0">
                  <a:ln>
                    <a:noFill/>
                  </a:ln>
                  <a:solidFill>
                    <a:srgbClr val="014097">
                      <a:lumMod val="50000"/>
                    </a:srgbClr>
                  </a:solidFill>
                  <a:effectLst/>
                  <a:uLnTx/>
                  <a:uFillTx/>
                </a:rPr>
                <a:t>支援</a:t>
              </a:r>
              <a:endParaRPr kumimoji="0" lang="en-US" altLang="ja-JP" sz="1200" i="0" u="none" strike="noStrike" kern="0" cap="none" spc="0" normalizeH="0" baseline="0" noProof="0" dirty="0">
                <a:ln>
                  <a:noFill/>
                </a:ln>
                <a:solidFill>
                  <a:srgbClr val="014097">
                    <a:lumMod val="50000"/>
                  </a:srgbClr>
                </a:solidFill>
                <a:effectLst/>
                <a:uLnTx/>
                <a:uFillTx/>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200" i="0" u="none" strike="noStrike" kern="0" cap="none" spc="0" normalizeH="0" baseline="0" noProof="0" dirty="0">
                  <a:ln>
                    <a:noFill/>
                  </a:ln>
                  <a:solidFill>
                    <a:srgbClr val="014097">
                      <a:lumMod val="50000"/>
                    </a:srgbClr>
                  </a:solidFill>
                  <a:effectLst/>
                  <a:uLnTx/>
                  <a:uFillTx/>
                </a:rPr>
                <a:t>Enterprise Solution</a:t>
              </a:r>
              <a:endParaRPr kumimoji="0" lang="ja-JP" altLang="en-US" sz="1200" i="0" u="none" strike="noStrike" kern="0" cap="none" spc="0" normalizeH="0" baseline="0" noProof="0" dirty="0">
                <a:ln>
                  <a:noFill/>
                </a:ln>
                <a:solidFill>
                  <a:srgbClr val="014097">
                    <a:lumMod val="50000"/>
                  </a:srgbClr>
                </a:solidFill>
                <a:effectLst/>
                <a:uLnTx/>
                <a:uFillTx/>
              </a:endParaRPr>
            </a:p>
          </p:txBody>
        </p:sp>
        <p:sp>
          <p:nvSpPr>
            <p:cNvPr id="403" name="矢印: 左 402">
              <a:extLst>
                <a:ext uri="{FF2B5EF4-FFF2-40B4-BE49-F238E27FC236}">
                  <a16:creationId xmlns:a16="http://schemas.microsoft.com/office/drawing/2014/main" id="{CA79BEFC-8908-4856-58E5-E2085DA519CB}"/>
                </a:ext>
              </a:extLst>
            </p:cNvPr>
            <p:cNvSpPr/>
            <p:nvPr/>
          </p:nvSpPr>
          <p:spPr>
            <a:xfrm>
              <a:off x="419319" y="4280612"/>
              <a:ext cx="2353341" cy="648000"/>
            </a:xfrm>
            <a:prstGeom prst="leftArrow">
              <a:avLst/>
            </a:prstGeom>
            <a:noFill/>
            <a:ln w="38100" cap="flat" cmpd="sng" algn="ctr">
              <a:solidFill>
                <a:srgbClr val="3278E8"/>
              </a:solidFill>
              <a:prstDash val="sysDash"/>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0" i="0" u="none" strike="noStrike" kern="0" cap="none" spc="0" normalizeH="0" baseline="0" noProof="0">
                  <a:ln>
                    <a:noFill/>
                  </a:ln>
                  <a:solidFill>
                    <a:srgbClr val="014097">
                      <a:lumMod val="60000"/>
                      <a:lumOff val="40000"/>
                    </a:srgbClr>
                  </a:solidFill>
                  <a:effectLst/>
                  <a:uLnTx/>
                  <a:uFillTx/>
                  <a:latin typeface="メイリオ" panose="020B0604030504040204" pitchFamily="50" charset="-128"/>
                  <a:ea typeface="メイリオ" panose="020B0604030504040204" pitchFamily="50" charset="-128"/>
                  <a:cs typeface="+mn-cs"/>
                </a:rPr>
                <a:t>必要な</a:t>
              </a:r>
              <a:r>
                <a:rPr kumimoji="0" lang="en-US" altLang="ja-JP" sz="1600" b="0" i="0" u="none" strike="noStrike" kern="0" cap="none" spc="0" normalizeH="0" baseline="0" noProof="0">
                  <a:ln>
                    <a:noFill/>
                  </a:ln>
                  <a:solidFill>
                    <a:srgbClr val="014097">
                      <a:lumMod val="60000"/>
                      <a:lumOff val="40000"/>
                    </a:srgbClr>
                  </a:solidFill>
                  <a:effectLst/>
                  <a:uLnTx/>
                  <a:uFillTx/>
                  <a:latin typeface="メイリオ" panose="020B0604030504040204" pitchFamily="50" charset="-128"/>
                  <a:ea typeface="メイリオ" panose="020B0604030504040204" pitchFamily="50" charset="-128"/>
                  <a:cs typeface="+mn-cs"/>
                </a:rPr>
                <a:t>DX</a:t>
              </a:r>
              <a:r>
                <a:rPr kumimoji="0" lang="ja-JP" altLang="en-US" sz="1600" b="0" i="0" u="none" strike="noStrike" kern="0" cap="none" spc="0" normalizeH="0" baseline="0" noProof="0">
                  <a:ln>
                    <a:noFill/>
                  </a:ln>
                  <a:solidFill>
                    <a:srgbClr val="014097">
                      <a:lumMod val="60000"/>
                      <a:lumOff val="40000"/>
                    </a:srgbClr>
                  </a:solidFill>
                  <a:effectLst/>
                  <a:uLnTx/>
                  <a:uFillTx/>
                  <a:latin typeface="メイリオ" panose="020B0604030504040204" pitchFamily="50" charset="-128"/>
                  <a:ea typeface="メイリオ" panose="020B0604030504040204" pitchFamily="50" charset="-128"/>
                  <a:cs typeface="+mn-cs"/>
                </a:rPr>
                <a:t>範囲</a:t>
              </a:r>
            </a:p>
          </p:txBody>
        </p:sp>
        <p:sp>
          <p:nvSpPr>
            <p:cNvPr id="404" name="矢印: 左 403">
              <a:extLst>
                <a:ext uri="{FF2B5EF4-FFF2-40B4-BE49-F238E27FC236}">
                  <a16:creationId xmlns:a16="http://schemas.microsoft.com/office/drawing/2014/main" id="{7ED0EDD4-D471-D468-84B1-4CDFF96ED21F}"/>
                </a:ext>
              </a:extLst>
            </p:cNvPr>
            <p:cNvSpPr/>
            <p:nvPr/>
          </p:nvSpPr>
          <p:spPr>
            <a:xfrm flipH="1">
              <a:off x="9759906" y="4280612"/>
              <a:ext cx="2060268" cy="648000"/>
            </a:xfrm>
            <a:prstGeom prst="leftArrow">
              <a:avLst/>
            </a:prstGeom>
            <a:noFill/>
            <a:ln w="38100" cap="flat" cmpd="sng" algn="ctr">
              <a:solidFill>
                <a:srgbClr val="3278E8"/>
              </a:solidFill>
              <a:prstDash val="sysDash"/>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0" i="0" u="none" strike="noStrike" kern="0" cap="none" spc="0" normalizeH="0" baseline="0" noProof="0">
                  <a:ln>
                    <a:noFill/>
                  </a:ln>
                  <a:solidFill>
                    <a:srgbClr val="014097">
                      <a:lumMod val="60000"/>
                      <a:lumOff val="40000"/>
                    </a:srgbClr>
                  </a:solidFill>
                  <a:effectLst/>
                  <a:uLnTx/>
                  <a:uFillTx/>
                  <a:latin typeface="メイリオ" panose="020B0604030504040204" pitchFamily="50" charset="-128"/>
                  <a:ea typeface="メイリオ" panose="020B0604030504040204" pitchFamily="50" charset="-128"/>
                  <a:cs typeface="+mn-cs"/>
                </a:rPr>
                <a:t>必要な</a:t>
              </a:r>
              <a:r>
                <a:rPr kumimoji="0" lang="en-US" altLang="ja-JP" sz="1600" b="0" i="0" u="none" strike="noStrike" kern="0" cap="none" spc="0" normalizeH="0" baseline="0" noProof="0">
                  <a:ln>
                    <a:noFill/>
                  </a:ln>
                  <a:solidFill>
                    <a:srgbClr val="014097">
                      <a:lumMod val="60000"/>
                      <a:lumOff val="40000"/>
                    </a:srgbClr>
                  </a:solidFill>
                  <a:effectLst/>
                  <a:uLnTx/>
                  <a:uFillTx/>
                  <a:latin typeface="メイリオ" panose="020B0604030504040204" pitchFamily="50" charset="-128"/>
                  <a:ea typeface="メイリオ" panose="020B0604030504040204" pitchFamily="50" charset="-128"/>
                  <a:cs typeface="+mn-cs"/>
                </a:rPr>
                <a:t>DX</a:t>
              </a:r>
              <a:r>
                <a:rPr kumimoji="0" lang="ja-JP" altLang="en-US" sz="1600" b="0" i="0" u="none" strike="noStrike" kern="0" cap="none" spc="0" normalizeH="0" baseline="0" noProof="0">
                  <a:ln>
                    <a:noFill/>
                  </a:ln>
                  <a:solidFill>
                    <a:srgbClr val="014097">
                      <a:lumMod val="60000"/>
                      <a:lumOff val="40000"/>
                    </a:srgbClr>
                  </a:solidFill>
                  <a:effectLst/>
                  <a:uLnTx/>
                  <a:uFillTx/>
                  <a:latin typeface="メイリオ" panose="020B0604030504040204" pitchFamily="50" charset="-128"/>
                  <a:ea typeface="メイリオ" panose="020B0604030504040204" pitchFamily="50" charset="-128"/>
                  <a:cs typeface="+mn-cs"/>
                </a:rPr>
                <a:t>範囲</a:t>
              </a:r>
            </a:p>
          </p:txBody>
        </p:sp>
        <p:sp>
          <p:nvSpPr>
            <p:cNvPr id="405" name="正方形/長方形 404">
              <a:extLst>
                <a:ext uri="{FF2B5EF4-FFF2-40B4-BE49-F238E27FC236}">
                  <a16:creationId xmlns:a16="http://schemas.microsoft.com/office/drawing/2014/main" id="{025FD0F8-88E8-CDC4-34D1-5354864421AE}"/>
                </a:ext>
              </a:extLst>
            </p:cNvPr>
            <p:cNvSpPr/>
            <p:nvPr/>
          </p:nvSpPr>
          <p:spPr>
            <a:xfrm>
              <a:off x="4396803" y="4476148"/>
              <a:ext cx="1232899" cy="296382"/>
            </a:xfrm>
            <a:prstGeom prst="rect">
              <a:avLst/>
            </a:prstGeom>
            <a:solidFill>
              <a:srgbClr val="D6E4FA"/>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50" b="1" i="0" u="none" strike="noStrike" kern="0" cap="none" spc="0" normalizeH="0" baseline="0" noProof="0">
                  <a:ln>
                    <a:noFill/>
                  </a:ln>
                  <a:solidFill>
                    <a:srgbClr val="014097">
                      <a:lumMod val="50000"/>
                    </a:srgbClr>
                  </a:solidFill>
                  <a:effectLst/>
                  <a:uLnTx/>
                  <a:uFillTx/>
                </a:rPr>
                <a:t>現場支援</a:t>
              </a:r>
              <a:r>
                <a:rPr kumimoji="0" lang="en-US" altLang="ja-JP" sz="1050" b="1" i="0" u="none" strike="noStrike" kern="0" cap="none" spc="0" normalizeH="0" baseline="0" noProof="0">
                  <a:ln>
                    <a:noFill/>
                  </a:ln>
                  <a:solidFill>
                    <a:srgbClr val="014097">
                      <a:lumMod val="50000"/>
                    </a:srgbClr>
                  </a:solidFill>
                  <a:effectLst/>
                  <a:uLnTx/>
                  <a:uFillTx/>
                </a:rPr>
                <a:t>AI</a:t>
              </a:r>
              <a:endParaRPr kumimoji="0" lang="ja-JP" altLang="en-US" sz="1050" b="1" i="0" u="none" strike="noStrike" kern="0" cap="none" spc="0" normalizeH="0" baseline="0" noProof="0">
                <a:ln>
                  <a:noFill/>
                </a:ln>
                <a:solidFill>
                  <a:srgbClr val="014097">
                    <a:lumMod val="50000"/>
                  </a:srgbClr>
                </a:solidFill>
                <a:effectLst/>
                <a:uLnTx/>
                <a:uFillTx/>
              </a:endParaRPr>
            </a:p>
          </p:txBody>
        </p:sp>
        <p:sp>
          <p:nvSpPr>
            <p:cNvPr id="406" name="正方形/長方形 405">
              <a:extLst>
                <a:ext uri="{FF2B5EF4-FFF2-40B4-BE49-F238E27FC236}">
                  <a16:creationId xmlns:a16="http://schemas.microsoft.com/office/drawing/2014/main" id="{0F4D3AED-6CE6-3BC8-4331-C87205870005}"/>
                </a:ext>
              </a:extLst>
            </p:cNvPr>
            <p:cNvSpPr/>
            <p:nvPr/>
          </p:nvSpPr>
          <p:spPr>
            <a:xfrm>
              <a:off x="8128200" y="4476148"/>
              <a:ext cx="1266378" cy="400890"/>
            </a:xfrm>
            <a:prstGeom prst="rect">
              <a:avLst/>
            </a:prstGeom>
            <a:solidFill>
              <a:srgbClr val="D6E4FA"/>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050" b="1" i="0" u="none" strike="noStrike" kern="0" cap="none" spc="0" normalizeH="0" baseline="0" noProof="0">
                  <a:ln>
                    <a:noFill/>
                  </a:ln>
                  <a:solidFill>
                    <a:srgbClr val="014097">
                      <a:lumMod val="50000"/>
                    </a:srgbClr>
                  </a:solidFill>
                  <a:effectLst/>
                  <a:uLnTx/>
                  <a:uFillTx/>
                </a:rPr>
                <a:t>DCS</a:t>
              </a:r>
              <a:r>
                <a:rPr kumimoji="0" lang="ja-JP" altLang="en-US" sz="1050" b="1" i="0" u="none" strike="noStrike" kern="0" cap="none" spc="0" normalizeH="0" baseline="0" noProof="0">
                  <a:ln>
                    <a:noFill/>
                  </a:ln>
                  <a:solidFill>
                    <a:srgbClr val="014097">
                      <a:lumMod val="50000"/>
                    </a:srgbClr>
                  </a:solidFill>
                  <a:effectLst/>
                  <a:uLnTx/>
                  <a:uFillTx/>
                </a:rPr>
                <a:t>・</a:t>
              </a:r>
              <a:r>
                <a:rPr kumimoji="0" lang="en-US" altLang="ja-JP" sz="1050" b="1" i="0" u="none" strike="noStrike" kern="0" cap="none" spc="0" normalizeH="0" baseline="0" noProof="0">
                  <a:ln>
                    <a:noFill/>
                  </a:ln>
                  <a:solidFill>
                    <a:srgbClr val="014097">
                      <a:lumMod val="50000"/>
                    </a:srgbClr>
                  </a:solidFill>
                  <a:effectLst/>
                  <a:uLnTx/>
                  <a:uFillTx/>
                </a:rPr>
                <a:t>PLC</a:t>
              </a:r>
              <a:r>
                <a:rPr kumimoji="0" lang="ja-JP" altLang="en-US" sz="1050" b="1" i="0" u="none" strike="noStrike" kern="0" cap="none" spc="0" normalizeH="0" baseline="0" noProof="0">
                  <a:ln>
                    <a:noFill/>
                  </a:ln>
                  <a:solidFill>
                    <a:srgbClr val="014097">
                      <a:lumMod val="50000"/>
                    </a:srgbClr>
                  </a:solidFill>
                  <a:effectLst/>
                  <a:uLnTx/>
                  <a:uFillTx/>
                </a:rPr>
                <a:t>技術支援</a:t>
              </a:r>
            </a:p>
          </p:txBody>
        </p:sp>
        <p:sp>
          <p:nvSpPr>
            <p:cNvPr id="407" name="正方形/長方形 406">
              <a:extLst>
                <a:ext uri="{FF2B5EF4-FFF2-40B4-BE49-F238E27FC236}">
                  <a16:creationId xmlns:a16="http://schemas.microsoft.com/office/drawing/2014/main" id="{A83EFC01-7121-8BE7-B136-402A2F9FD3AD}"/>
                </a:ext>
              </a:extLst>
            </p:cNvPr>
            <p:cNvSpPr/>
            <p:nvPr/>
          </p:nvSpPr>
          <p:spPr>
            <a:xfrm>
              <a:off x="6736707" y="4476148"/>
              <a:ext cx="1266378" cy="296382"/>
            </a:xfrm>
            <a:prstGeom prst="rect">
              <a:avLst/>
            </a:prstGeom>
            <a:solidFill>
              <a:srgbClr val="3278E8">
                <a:lumMod val="20000"/>
                <a:lumOff val="8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50" b="1" i="0" u="none" strike="noStrike" kern="0" cap="none" spc="0" normalizeH="0" baseline="0" noProof="0">
                  <a:ln>
                    <a:noFill/>
                  </a:ln>
                  <a:solidFill>
                    <a:srgbClr val="014097">
                      <a:lumMod val="50000"/>
                    </a:srgbClr>
                  </a:solidFill>
                  <a:effectLst/>
                  <a:uLnTx/>
                  <a:uFillTx/>
                  <a:latin typeface="游ゴシック"/>
                  <a:ea typeface="游ゴシック"/>
                  <a:cs typeface="+mn-cs"/>
                </a:rPr>
                <a:t>ロボティクス</a:t>
              </a:r>
            </a:p>
          </p:txBody>
        </p:sp>
      </p:grpSp>
    </p:spTree>
    <p:extLst>
      <p:ext uri="{BB962C8B-B14F-4D97-AF65-F5344CB8AC3E}">
        <p14:creationId xmlns:p14="http://schemas.microsoft.com/office/powerpoint/2010/main" val="12322344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81339E-AF63-29AD-4428-DB152FDBDC1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E87CD09-1D07-1A6C-D669-919366C169B1}"/>
              </a:ext>
            </a:extLst>
          </p:cNvPr>
          <p:cNvSpPr>
            <a:spLocks noGrp="1"/>
          </p:cNvSpPr>
          <p:nvPr>
            <p:ph type="title"/>
          </p:nvPr>
        </p:nvSpPr>
        <p:spPr/>
        <p:txBody>
          <a:bodyPr/>
          <a:lstStyle/>
          <a:p>
            <a:r>
              <a:rPr lang="ja-JP" altLang="en-US" sz="4000" spc="-170" dirty="0"/>
              <a:t>スマートファクトリー事業領域（２／２）</a:t>
            </a:r>
            <a:endParaRPr lang="ja-JP" altLang="en-US" sz="4000" dirty="0"/>
          </a:p>
        </p:txBody>
      </p:sp>
      <p:pic>
        <p:nvPicPr>
          <p:cNvPr id="3" name="図 2">
            <a:extLst>
              <a:ext uri="{FF2B5EF4-FFF2-40B4-BE49-F238E27FC236}">
                <a16:creationId xmlns:a16="http://schemas.microsoft.com/office/drawing/2014/main" id="{F24D21B6-4A69-9E2F-460B-FB50FB88B7D1}"/>
              </a:ext>
            </a:extLst>
          </p:cNvPr>
          <p:cNvPicPr>
            <a:picLocks noChangeAspect="1"/>
          </p:cNvPicPr>
          <p:nvPr/>
        </p:nvPicPr>
        <p:blipFill>
          <a:blip r:embed="rId2"/>
          <a:stretch>
            <a:fillRect/>
          </a:stretch>
        </p:blipFill>
        <p:spPr>
          <a:xfrm>
            <a:off x="721955" y="829944"/>
            <a:ext cx="10879737" cy="5835762"/>
          </a:xfrm>
          <a:prstGeom prst="rect">
            <a:avLst/>
          </a:prstGeom>
        </p:spPr>
      </p:pic>
    </p:spTree>
    <p:extLst>
      <p:ext uri="{BB962C8B-B14F-4D97-AF65-F5344CB8AC3E}">
        <p14:creationId xmlns:p14="http://schemas.microsoft.com/office/powerpoint/2010/main" val="26511908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29D56A4-9946-6A15-D523-F385CFB37E01}"/>
              </a:ext>
            </a:extLst>
          </p:cNvPr>
          <p:cNvSpPr>
            <a:spLocks noGrp="1"/>
          </p:cNvSpPr>
          <p:nvPr>
            <p:ph type="title"/>
          </p:nvPr>
        </p:nvSpPr>
        <p:spPr/>
        <p:txBody>
          <a:bodyPr/>
          <a:lstStyle/>
          <a:p>
            <a:r>
              <a:rPr kumimoji="1" lang="ja-JP" altLang="en-US" dirty="0"/>
              <a:t>データマネジメントソリューション</a:t>
            </a:r>
          </a:p>
        </p:txBody>
      </p:sp>
      <p:sp>
        <p:nvSpPr>
          <p:cNvPr id="3" name="スライド番号プレースホルダー 2">
            <a:extLst>
              <a:ext uri="{FF2B5EF4-FFF2-40B4-BE49-F238E27FC236}">
                <a16:creationId xmlns:a16="http://schemas.microsoft.com/office/drawing/2014/main" id="{E03521AB-A033-18ED-CDFF-FDE9CE16B86D}"/>
              </a:ext>
            </a:extLst>
          </p:cNvPr>
          <p:cNvSpPr>
            <a:spLocks noGrp="1"/>
          </p:cNvSpPr>
          <p:nvPr>
            <p:ph type="sldNum" sz="quarter" idx="7"/>
          </p:nvPr>
        </p:nvSpPr>
        <p:spPr/>
        <p:txBody>
          <a:bodyPr/>
          <a:lstStyle/>
          <a:p>
            <a:fld id="{B6F15528-21DE-4FAA-801E-634DDDAF4B2B}" type="slidenum">
              <a:rPr lang="en-US" altLang="ja-JP" smtClean="0"/>
              <a:pPr/>
              <a:t>16</a:t>
            </a:fld>
            <a:endParaRPr lang="en-US" altLang="ja-JP"/>
          </a:p>
        </p:txBody>
      </p:sp>
      <p:sp>
        <p:nvSpPr>
          <p:cNvPr id="4" name="楕円 3">
            <a:extLst>
              <a:ext uri="{FF2B5EF4-FFF2-40B4-BE49-F238E27FC236}">
                <a16:creationId xmlns:a16="http://schemas.microsoft.com/office/drawing/2014/main" id="{372385A0-74AD-5293-B92C-435F33C7A15F}"/>
              </a:ext>
            </a:extLst>
          </p:cNvPr>
          <p:cNvSpPr/>
          <p:nvPr/>
        </p:nvSpPr>
        <p:spPr>
          <a:xfrm>
            <a:off x="9895704" y="2065742"/>
            <a:ext cx="1828936" cy="1789355"/>
          </a:xfrm>
          <a:prstGeom prst="ellipse">
            <a:avLst/>
          </a:prstGeom>
          <a:solidFill>
            <a:srgbClr val="FFC000">
              <a:alpha val="53000"/>
            </a:srgbClr>
          </a:solidFill>
          <a:ln w="9525" cap="flat" cmpd="sng" algn="ctr">
            <a:no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srgbClr val="E1690D"/>
              </a:solidFill>
              <a:effectLst/>
              <a:uLnTx/>
              <a:uFillTx/>
            </a:endParaRPr>
          </a:p>
        </p:txBody>
      </p:sp>
      <p:sp>
        <p:nvSpPr>
          <p:cNvPr id="5" name="楕円 4">
            <a:extLst>
              <a:ext uri="{FF2B5EF4-FFF2-40B4-BE49-F238E27FC236}">
                <a16:creationId xmlns:a16="http://schemas.microsoft.com/office/drawing/2014/main" id="{4B671863-4E48-6A3E-5670-2ABF8E7E0994}"/>
              </a:ext>
            </a:extLst>
          </p:cNvPr>
          <p:cNvSpPr/>
          <p:nvPr/>
        </p:nvSpPr>
        <p:spPr>
          <a:xfrm>
            <a:off x="393077" y="3886174"/>
            <a:ext cx="1779203" cy="1614308"/>
          </a:xfrm>
          <a:prstGeom prst="ellipse">
            <a:avLst/>
          </a:prstGeom>
          <a:solidFill>
            <a:srgbClr val="FFC000">
              <a:alpha val="53000"/>
            </a:srgbClr>
          </a:solidFill>
          <a:ln w="9525" cap="flat" cmpd="sng" algn="ctr">
            <a:no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srgbClr val="E1690D"/>
              </a:solidFill>
              <a:effectLst/>
              <a:uLnTx/>
              <a:uFillTx/>
            </a:endParaRPr>
          </a:p>
        </p:txBody>
      </p:sp>
      <p:pic>
        <p:nvPicPr>
          <p:cNvPr id="6" name="Picture 2" descr="Google Cloud Platform とは | 株式会社トップゲート">
            <a:extLst>
              <a:ext uri="{FF2B5EF4-FFF2-40B4-BE49-F238E27FC236}">
                <a16:creationId xmlns:a16="http://schemas.microsoft.com/office/drawing/2014/main" id="{9E4E01D0-B52A-5CA1-ADC6-5785B4D5A5C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945280" y="2579597"/>
            <a:ext cx="1311595" cy="654028"/>
          </a:xfrm>
          <a:prstGeom prst="rect">
            <a:avLst/>
          </a:prstGeom>
          <a:noFill/>
          <a:extLst>
            <a:ext uri="{909E8E84-426E-40DD-AFC4-6F175D3DCCD1}">
              <a14:hiddenFill xmlns:a14="http://schemas.microsoft.com/office/drawing/2010/main">
                <a:solidFill>
                  <a:srgbClr val="FFFFFF"/>
                </a:solidFill>
              </a14:hiddenFill>
            </a:ext>
          </a:extLst>
        </p:spPr>
      </p:pic>
      <p:sp>
        <p:nvSpPr>
          <p:cNvPr id="7" name="正方形/長方形 6">
            <a:extLst>
              <a:ext uri="{FF2B5EF4-FFF2-40B4-BE49-F238E27FC236}">
                <a16:creationId xmlns:a16="http://schemas.microsoft.com/office/drawing/2014/main" id="{FD0FB761-5821-8F2C-EAA9-0B1BE8E40899}"/>
              </a:ext>
            </a:extLst>
          </p:cNvPr>
          <p:cNvSpPr/>
          <p:nvPr/>
        </p:nvSpPr>
        <p:spPr>
          <a:xfrm>
            <a:off x="2523943" y="1885539"/>
            <a:ext cx="2209985" cy="2465636"/>
          </a:xfrm>
          <a:prstGeom prst="rect">
            <a:avLst/>
          </a:prstGeom>
          <a:noFill/>
          <a:ln w="9525" cap="flat" cmpd="sng" algn="ctr">
            <a:solidFill>
              <a:srgbClr val="014097">
                <a:lumMod val="60000"/>
                <a:lumOff val="40000"/>
              </a:srgbClr>
            </a:solidFill>
            <a:prstDash val="solid"/>
          </a:ln>
          <a:effectLst>
            <a:outerShdw blurRad="40000" dist="20000" dir="5400000" rotWithShape="0">
              <a:srgbClr val="000000">
                <a:alpha val="38000"/>
              </a:srgbClr>
            </a:outerShdw>
          </a:effectLst>
        </p:spPr>
        <p:txBody>
          <a:bodyPr rtlCol="0" anchor="t"/>
          <a:lstStyle/>
          <a:p>
            <a:pPr>
              <a:defRPr/>
            </a:pPr>
            <a:r>
              <a:rPr kumimoji="0" lang="en-US" altLang="ja-JP" sz="1400" kern="0" dirty="0">
                <a:solidFill>
                  <a:srgbClr val="E7B209">
                    <a:lumMod val="50000"/>
                  </a:srgbClr>
                </a:solidFill>
                <a:latin typeface="Meiryo UI" panose="020B0604030504040204" pitchFamily="50" charset="-128"/>
                <a:ea typeface="Meiryo UI" panose="020B0604030504040204" pitchFamily="50" charset="-128"/>
              </a:rPr>
              <a:t>THINGS</a:t>
            </a:r>
            <a:r>
              <a:rPr kumimoji="0" lang="ja-JP" altLang="en-US" sz="1400" kern="0" dirty="0">
                <a:solidFill>
                  <a:srgbClr val="E7B209">
                    <a:lumMod val="50000"/>
                  </a:srgbClr>
                </a:solidFill>
                <a:latin typeface="Meiryo UI" panose="020B0604030504040204" pitchFamily="50" charset="-128"/>
                <a:ea typeface="Meiryo UI" panose="020B0604030504040204" pitchFamily="50" charset="-128"/>
              </a:rPr>
              <a:t>　</a:t>
            </a:r>
            <a:r>
              <a:rPr kumimoji="0" lang="en-US" altLang="ja-JP" sz="1400" kern="0" dirty="0">
                <a:solidFill>
                  <a:srgbClr val="E7B209">
                    <a:lumMod val="50000"/>
                  </a:srgbClr>
                </a:solidFill>
                <a:latin typeface="Meiryo UI" panose="020B0604030504040204" pitchFamily="50" charset="-128"/>
                <a:ea typeface="Meiryo UI" panose="020B0604030504040204" pitchFamily="50" charset="-128"/>
              </a:rPr>
              <a:t>– </a:t>
            </a:r>
            <a:r>
              <a:rPr kumimoji="0" lang="ja-JP" altLang="en-US" sz="1400" kern="0" dirty="0">
                <a:solidFill>
                  <a:srgbClr val="E7B209">
                    <a:lumMod val="50000"/>
                  </a:srgbClr>
                </a:solidFill>
                <a:latin typeface="Meiryo UI" panose="020B0604030504040204" pitchFamily="50" charset="-128"/>
                <a:ea typeface="Meiryo UI" panose="020B0604030504040204" pitchFamily="50" charset="-128"/>
              </a:rPr>
              <a:t>データ統合</a:t>
            </a:r>
          </a:p>
        </p:txBody>
      </p:sp>
      <p:sp>
        <p:nvSpPr>
          <p:cNvPr id="8" name="テキスト ボックス 7">
            <a:extLst>
              <a:ext uri="{FF2B5EF4-FFF2-40B4-BE49-F238E27FC236}">
                <a16:creationId xmlns:a16="http://schemas.microsoft.com/office/drawing/2014/main" id="{65255880-9B47-5349-CD4B-AC523BEBA6D8}"/>
              </a:ext>
            </a:extLst>
          </p:cNvPr>
          <p:cNvSpPr txBox="1"/>
          <p:nvPr/>
        </p:nvSpPr>
        <p:spPr>
          <a:xfrm>
            <a:off x="2503897" y="1470628"/>
            <a:ext cx="7147219" cy="329064"/>
          </a:xfrm>
          <a:prstGeom prst="rect">
            <a:avLst/>
          </a:prstGeom>
          <a:gradFill flip="none" rotWithShape="1">
            <a:gsLst>
              <a:gs pos="0">
                <a:srgbClr val="3AA7C9">
                  <a:shade val="30000"/>
                  <a:satMod val="115000"/>
                </a:srgbClr>
              </a:gs>
              <a:gs pos="50000">
                <a:srgbClr val="3AA7C9">
                  <a:shade val="67500"/>
                  <a:satMod val="115000"/>
                </a:srgbClr>
              </a:gs>
              <a:gs pos="100000">
                <a:srgbClr val="3AA7C9">
                  <a:shade val="100000"/>
                  <a:satMod val="115000"/>
                </a:srgbClr>
              </a:gs>
            </a:gsLst>
            <a:path path="circle">
              <a:fillToRect l="50000" t="50000" r="50000" b="50000"/>
            </a:path>
            <a:tileRect/>
          </a:gradFill>
        </p:spPr>
        <p:txBody>
          <a:bodyPr wrap="square" rtlCol="0">
            <a:spAutoFit/>
          </a:bodyPr>
          <a:lstStyle/>
          <a:p>
            <a:pPr algn="ctr"/>
            <a:r>
              <a:rPr lang="en-US" altLang="ja-JP" b="1" dirty="0">
                <a:solidFill>
                  <a:srgbClr val="FFFFFF"/>
                </a:solidFill>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NSW - Data</a:t>
            </a:r>
            <a:r>
              <a:rPr lang="ja-JP" altLang="en-US" b="1" dirty="0">
                <a:solidFill>
                  <a:srgbClr val="FFFFFF"/>
                </a:solidFill>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 </a:t>
            </a:r>
            <a:r>
              <a:rPr lang="en-US" altLang="ja-JP" b="1" dirty="0">
                <a:solidFill>
                  <a:srgbClr val="FFFFFF"/>
                </a:solidFill>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Management</a:t>
            </a:r>
            <a:r>
              <a:rPr lang="ja-JP" altLang="en-US" b="1" dirty="0">
                <a:solidFill>
                  <a:srgbClr val="FFFFFF"/>
                </a:solidFill>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 </a:t>
            </a:r>
            <a:r>
              <a:rPr lang="en-US" altLang="ja-JP" b="1" dirty="0">
                <a:solidFill>
                  <a:srgbClr val="FFFFFF"/>
                </a:solidFill>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Platform</a:t>
            </a:r>
            <a:endParaRPr lang="ja-JP" altLang="en-US" b="1" dirty="0">
              <a:solidFill>
                <a:srgbClr val="FFFFFF"/>
              </a:solidFill>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endParaRPr>
          </a:p>
        </p:txBody>
      </p:sp>
      <p:sp>
        <p:nvSpPr>
          <p:cNvPr id="9" name="正方形/長方形 8">
            <a:extLst>
              <a:ext uri="{FF2B5EF4-FFF2-40B4-BE49-F238E27FC236}">
                <a16:creationId xmlns:a16="http://schemas.microsoft.com/office/drawing/2014/main" id="{814700C4-D6EB-25B5-B3AD-35B6E88568E2}"/>
              </a:ext>
            </a:extLst>
          </p:cNvPr>
          <p:cNvSpPr/>
          <p:nvPr/>
        </p:nvSpPr>
        <p:spPr>
          <a:xfrm>
            <a:off x="2523941" y="4979518"/>
            <a:ext cx="7117701" cy="361888"/>
          </a:xfrm>
          <a:prstGeom prst="rect">
            <a:avLst/>
          </a:prstGeom>
          <a:noFill/>
          <a:ln w="9525" cap="flat" cmpd="sng" algn="ctr">
            <a:solidFill>
              <a:srgbClr val="014097">
                <a:lumMod val="60000"/>
                <a:lumOff val="40000"/>
              </a:srgbClr>
            </a:solidFill>
            <a:prstDash val="solid"/>
          </a:ln>
          <a:effectLst>
            <a:outerShdw blurRad="40000" dist="20000" dir="5400000" rotWithShape="0">
              <a:srgbClr val="000000">
                <a:alpha val="38000"/>
              </a:srgbClr>
            </a:outerShdw>
          </a:effectLst>
        </p:spPr>
        <p:txBody>
          <a:bodyPr rtlCol="0" anchor="t"/>
          <a:lstStyle/>
          <a:p>
            <a:pPr>
              <a:defRPr/>
            </a:pPr>
            <a:r>
              <a:rPr kumimoji="0" lang="en-US" altLang="ja-JP" sz="1400" kern="0">
                <a:solidFill>
                  <a:srgbClr val="E7B209">
                    <a:lumMod val="50000"/>
                  </a:srgbClr>
                </a:solidFill>
                <a:latin typeface="Meiryo UI" panose="020B0604030504040204" pitchFamily="50" charset="-128"/>
                <a:ea typeface="Meiryo UI" panose="020B0604030504040204" pitchFamily="50" charset="-128"/>
              </a:rPr>
              <a:t>Operation</a:t>
            </a:r>
            <a:r>
              <a:rPr kumimoji="0" lang="en-US" altLang="ja-JP" sz="1200" kern="0">
                <a:solidFill>
                  <a:srgbClr val="E7B209">
                    <a:lumMod val="50000"/>
                  </a:srgbClr>
                </a:solidFill>
                <a:latin typeface="Meiryo UI" panose="020B0604030504040204" pitchFamily="50" charset="-128"/>
                <a:ea typeface="Meiryo UI" panose="020B0604030504040204" pitchFamily="50" charset="-128"/>
              </a:rPr>
              <a:t> </a:t>
            </a:r>
            <a:r>
              <a:rPr kumimoji="0" lang="en-US" altLang="ja-JP" sz="1400" kern="0">
                <a:solidFill>
                  <a:srgbClr val="E7B209">
                    <a:lumMod val="50000"/>
                  </a:srgbClr>
                </a:solidFill>
                <a:latin typeface="Meiryo UI" panose="020B0604030504040204" pitchFamily="50" charset="-128"/>
                <a:ea typeface="Meiryo UI" panose="020B0604030504040204" pitchFamily="50" charset="-128"/>
              </a:rPr>
              <a:t>Management</a:t>
            </a:r>
            <a:endParaRPr kumimoji="0" lang="ja-JP" altLang="en-US" sz="1400" kern="0">
              <a:solidFill>
                <a:srgbClr val="E7B209">
                  <a:lumMod val="50000"/>
                </a:srgbClr>
              </a:solidFill>
              <a:latin typeface="Meiryo UI" panose="020B0604030504040204" pitchFamily="50" charset="-128"/>
              <a:ea typeface="Meiryo UI" panose="020B0604030504040204" pitchFamily="50" charset="-128"/>
            </a:endParaRPr>
          </a:p>
        </p:txBody>
      </p:sp>
      <p:sp>
        <p:nvSpPr>
          <p:cNvPr id="10" name="正方形/長方形 9">
            <a:extLst>
              <a:ext uri="{FF2B5EF4-FFF2-40B4-BE49-F238E27FC236}">
                <a16:creationId xmlns:a16="http://schemas.microsoft.com/office/drawing/2014/main" id="{A9DF7BA2-CBA3-D856-F2B6-1D6A9753D7C6}"/>
              </a:ext>
            </a:extLst>
          </p:cNvPr>
          <p:cNvSpPr/>
          <p:nvPr/>
        </p:nvSpPr>
        <p:spPr>
          <a:xfrm>
            <a:off x="5050091" y="1895866"/>
            <a:ext cx="1959266" cy="2465636"/>
          </a:xfrm>
          <a:prstGeom prst="rect">
            <a:avLst/>
          </a:prstGeom>
          <a:noFill/>
          <a:ln w="9525" cap="flat" cmpd="sng" algn="ctr">
            <a:solidFill>
              <a:srgbClr val="014097">
                <a:lumMod val="60000"/>
                <a:lumOff val="40000"/>
              </a:srgbClr>
            </a:solidFill>
            <a:prstDash val="solid"/>
          </a:ln>
          <a:effectLst>
            <a:outerShdw blurRad="40000" dist="20000" dir="5400000" rotWithShape="0">
              <a:srgbClr val="000000">
                <a:alpha val="38000"/>
              </a:srgbClr>
            </a:outerShdw>
          </a:effectLst>
        </p:spPr>
        <p:txBody>
          <a:bodyPr rtlCol="0" anchor="t"/>
          <a:lstStyle/>
          <a:p>
            <a:pPr>
              <a:defRPr/>
            </a:pPr>
            <a:r>
              <a:rPr kumimoji="0" lang="en-US" altLang="ja-JP" sz="1400" kern="0" dirty="0">
                <a:solidFill>
                  <a:srgbClr val="E7B209">
                    <a:lumMod val="50000"/>
                  </a:srgbClr>
                </a:solidFill>
                <a:latin typeface="Meiryo UI" panose="020B0604030504040204" pitchFamily="50" charset="-128"/>
                <a:ea typeface="Meiryo UI" panose="020B0604030504040204" pitchFamily="50" charset="-128"/>
              </a:rPr>
              <a:t>INSIGHTS – </a:t>
            </a:r>
            <a:r>
              <a:rPr kumimoji="0" lang="ja-JP" altLang="en-US" sz="1400" kern="0" dirty="0">
                <a:solidFill>
                  <a:srgbClr val="E7B209">
                    <a:lumMod val="50000"/>
                  </a:srgbClr>
                </a:solidFill>
                <a:latin typeface="Meiryo UI" panose="020B0604030504040204" pitchFamily="50" charset="-128"/>
                <a:ea typeface="Meiryo UI" panose="020B0604030504040204" pitchFamily="50" charset="-128"/>
              </a:rPr>
              <a:t>データ管</a:t>
            </a:r>
          </a:p>
        </p:txBody>
      </p:sp>
      <p:pic>
        <p:nvPicPr>
          <p:cNvPr id="11" name="図 10">
            <a:extLst>
              <a:ext uri="{FF2B5EF4-FFF2-40B4-BE49-F238E27FC236}">
                <a16:creationId xmlns:a16="http://schemas.microsoft.com/office/drawing/2014/main" id="{36F10A25-75EC-6197-986F-6D2471AE7DA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50848" y="2121053"/>
            <a:ext cx="1701354" cy="526363"/>
          </a:xfrm>
          <a:prstGeom prst="rect">
            <a:avLst/>
          </a:prstGeom>
        </p:spPr>
      </p:pic>
      <p:pic>
        <p:nvPicPr>
          <p:cNvPr id="12" name="図 11">
            <a:extLst>
              <a:ext uri="{FF2B5EF4-FFF2-40B4-BE49-F238E27FC236}">
                <a16:creationId xmlns:a16="http://schemas.microsoft.com/office/drawing/2014/main" id="{0E8DBDC9-70CD-68FE-143B-19C8E58DF8F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308864" y="5068564"/>
            <a:ext cx="943984" cy="222094"/>
          </a:xfrm>
          <a:prstGeom prst="rect">
            <a:avLst/>
          </a:prstGeom>
        </p:spPr>
      </p:pic>
      <p:pic>
        <p:nvPicPr>
          <p:cNvPr id="13" name="図 12">
            <a:extLst>
              <a:ext uri="{FF2B5EF4-FFF2-40B4-BE49-F238E27FC236}">
                <a16:creationId xmlns:a16="http://schemas.microsoft.com/office/drawing/2014/main" id="{446C82A4-97A3-935A-7299-F84B830BF98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109061" y="5002684"/>
            <a:ext cx="629076" cy="313858"/>
          </a:xfrm>
          <a:prstGeom prst="rect">
            <a:avLst/>
          </a:prstGeom>
        </p:spPr>
      </p:pic>
      <p:pic>
        <p:nvPicPr>
          <p:cNvPr id="14" name="Picture 32">
            <a:extLst>
              <a:ext uri="{FF2B5EF4-FFF2-40B4-BE49-F238E27FC236}">
                <a16:creationId xmlns:a16="http://schemas.microsoft.com/office/drawing/2014/main" id="{DECAA310-F4A8-DF53-CE9A-8FCBF5B9330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962276" y="3555071"/>
            <a:ext cx="887239" cy="93386"/>
          </a:xfrm>
          <a:prstGeom prst="rect">
            <a:avLst/>
          </a:prstGeom>
        </p:spPr>
      </p:pic>
      <p:pic>
        <p:nvPicPr>
          <p:cNvPr id="15" name="Picture 32" descr="http://vignette3.wikia.nocookie.net/logopedia/images/c/cd/MicrosoftSQLServer.png/revision/latest?cb=20150614233628">
            <a:extLst>
              <a:ext uri="{FF2B5EF4-FFF2-40B4-BE49-F238E27FC236}">
                <a16:creationId xmlns:a16="http://schemas.microsoft.com/office/drawing/2014/main" id="{F30F5E47-4BD1-B7AF-1224-AE27FAF29493}"/>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326600" y="3866413"/>
            <a:ext cx="764897" cy="174940"/>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6" descr="https://upload.wikimedia.org/wikipedia/commons/thumb/0/0e/Hadoop_logo.svg/220px-Hadoop_logo.svg.png">
            <a:extLst>
              <a:ext uri="{FF2B5EF4-FFF2-40B4-BE49-F238E27FC236}">
                <a16:creationId xmlns:a16="http://schemas.microsoft.com/office/drawing/2014/main" id="{1CCEA2ED-CB9A-9E31-439A-401B8E44C5BB}"/>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5098134" y="3614789"/>
            <a:ext cx="839890" cy="195424"/>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23">
            <a:extLst>
              <a:ext uri="{FF2B5EF4-FFF2-40B4-BE49-F238E27FC236}">
                <a16:creationId xmlns:a16="http://schemas.microsoft.com/office/drawing/2014/main" id="{683F9F00-554F-0D53-04BC-FA94E769B674}"/>
              </a:ext>
            </a:extLst>
          </p:cNvPr>
          <p:cNvSpPr txBox="1"/>
          <p:nvPr/>
        </p:nvSpPr>
        <p:spPr>
          <a:xfrm>
            <a:off x="3011683" y="2974801"/>
            <a:ext cx="1633125" cy="246798"/>
          </a:xfrm>
          <a:prstGeom prst="rect">
            <a:avLst/>
          </a:prstGeom>
          <a:noFill/>
        </p:spPr>
        <p:txBody>
          <a:bodyPr wrap="square" rtlCol="0">
            <a:spAutoFit/>
          </a:bodyPr>
          <a:lstStyle/>
          <a:p>
            <a:pPr algn="ctr"/>
            <a:r>
              <a:rPr lang="en-US" sz="1200" b="1">
                <a:solidFill>
                  <a:srgbClr val="E7B209"/>
                </a:solidFill>
                <a:latin typeface="Meiryo UI" panose="020B0604030504040204" pitchFamily="50" charset="-128"/>
                <a:ea typeface="Meiryo UI" panose="020B0604030504040204" pitchFamily="50" charset="-128"/>
                <a:cs typeface="Amazon Ember" panose="020B0603020204020204" pitchFamily="34" charset="0"/>
              </a:rPr>
              <a:t>Azure Data Factory</a:t>
            </a:r>
          </a:p>
        </p:txBody>
      </p:sp>
      <p:sp>
        <p:nvSpPr>
          <p:cNvPr id="18" name="TextBox 23">
            <a:extLst>
              <a:ext uri="{FF2B5EF4-FFF2-40B4-BE49-F238E27FC236}">
                <a16:creationId xmlns:a16="http://schemas.microsoft.com/office/drawing/2014/main" id="{72ECB7DA-EE85-FA98-AB15-85B10EB28419}"/>
              </a:ext>
            </a:extLst>
          </p:cNvPr>
          <p:cNvSpPr txBox="1"/>
          <p:nvPr/>
        </p:nvSpPr>
        <p:spPr>
          <a:xfrm>
            <a:off x="6132073" y="5068322"/>
            <a:ext cx="861115" cy="205665"/>
          </a:xfrm>
          <a:prstGeom prst="rect">
            <a:avLst/>
          </a:prstGeom>
          <a:noFill/>
        </p:spPr>
        <p:txBody>
          <a:bodyPr wrap="square" rtlCol="0">
            <a:spAutoFit/>
          </a:bodyPr>
          <a:lstStyle/>
          <a:p>
            <a:pPr algn="ctr"/>
            <a:r>
              <a:rPr lang="ja-JP" altLang="en-US" sz="900">
                <a:solidFill>
                  <a:srgbClr val="000000"/>
                </a:solidFill>
                <a:latin typeface="Meiryo UI" panose="020B0604030504040204" pitchFamily="50" charset="-128"/>
                <a:ea typeface="Meiryo UI" panose="020B0604030504040204" pitchFamily="50" charset="-128"/>
                <a:cs typeface="Amazon Ember" panose="020B0603020204020204" pitchFamily="34" charset="0"/>
              </a:rPr>
              <a:t>統合監視</a:t>
            </a:r>
            <a:endParaRPr lang="en-US" sz="900">
              <a:solidFill>
                <a:srgbClr val="000000"/>
              </a:solidFill>
              <a:latin typeface="Meiryo UI" panose="020B0604030504040204" pitchFamily="50" charset="-128"/>
              <a:ea typeface="Meiryo UI" panose="020B0604030504040204" pitchFamily="50" charset="-128"/>
              <a:cs typeface="Amazon Ember" panose="020B0603020204020204" pitchFamily="34" charset="0"/>
            </a:endParaRPr>
          </a:p>
        </p:txBody>
      </p:sp>
      <p:sp>
        <p:nvSpPr>
          <p:cNvPr id="19" name="TextBox 23">
            <a:extLst>
              <a:ext uri="{FF2B5EF4-FFF2-40B4-BE49-F238E27FC236}">
                <a16:creationId xmlns:a16="http://schemas.microsoft.com/office/drawing/2014/main" id="{A15471E5-C50F-E60F-A763-EC66D57F1531}"/>
              </a:ext>
            </a:extLst>
          </p:cNvPr>
          <p:cNvSpPr txBox="1"/>
          <p:nvPr/>
        </p:nvSpPr>
        <p:spPr>
          <a:xfrm>
            <a:off x="7423600" y="5069018"/>
            <a:ext cx="947227" cy="205665"/>
          </a:xfrm>
          <a:prstGeom prst="rect">
            <a:avLst/>
          </a:prstGeom>
          <a:noFill/>
        </p:spPr>
        <p:txBody>
          <a:bodyPr wrap="square" rtlCol="0">
            <a:spAutoFit/>
          </a:bodyPr>
          <a:lstStyle/>
          <a:p>
            <a:pPr algn="ctr"/>
            <a:r>
              <a:rPr lang="ja-JP" altLang="en-US" sz="900">
                <a:solidFill>
                  <a:srgbClr val="000000"/>
                </a:solidFill>
                <a:latin typeface="Meiryo UI" panose="020B0604030504040204" pitchFamily="50" charset="-128"/>
                <a:ea typeface="Meiryo UI" panose="020B0604030504040204" pitchFamily="50" charset="-128"/>
                <a:cs typeface="Amazon Ember" panose="020B0603020204020204" pitchFamily="34" charset="0"/>
              </a:rPr>
              <a:t>統合運用</a:t>
            </a:r>
            <a:endParaRPr lang="en-US" sz="900">
              <a:solidFill>
                <a:srgbClr val="000000"/>
              </a:solidFill>
              <a:latin typeface="Meiryo UI" panose="020B0604030504040204" pitchFamily="50" charset="-128"/>
              <a:ea typeface="Meiryo UI" panose="020B0604030504040204" pitchFamily="50" charset="-128"/>
              <a:cs typeface="Amazon Ember" panose="020B0603020204020204" pitchFamily="34" charset="0"/>
            </a:endParaRPr>
          </a:p>
        </p:txBody>
      </p:sp>
      <p:sp>
        <p:nvSpPr>
          <p:cNvPr id="20" name="TextBox 23">
            <a:extLst>
              <a:ext uri="{FF2B5EF4-FFF2-40B4-BE49-F238E27FC236}">
                <a16:creationId xmlns:a16="http://schemas.microsoft.com/office/drawing/2014/main" id="{F399646A-3BDF-442B-CDD5-7AA76011A5C2}"/>
              </a:ext>
            </a:extLst>
          </p:cNvPr>
          <p:cNvSpPr txBox="1"/>
          <p:nvPr/>
        </p:nvSpPr>
        <p:spPr>
          <a:xfrm>
            <a:off x="2548810" y="2557367"/>
            <a:ext cx="2264415" cy="191954"/>
          </a:xfrm>
          <a:prstGeom prst="rect">
            <a:avLst/>
          </a:prstGeom>
          <a:noFill/>
        </p:spPr>
        <p:txBody>
          <a:bodyPr wrap="square" rtlCol="0">
            <a:spAutoFit/>
          </a:bodyPr>
          <a:lstStyle/>
          <a:p>
            <a:pPr algn="ctr"/>
            <a:r>
              <a:rPr lang="ja-JP" altLang="en-US" sz="800">
                <a:solidFill>
                  <a:srgbClr val="000000"/>
                </a:solidFill>
                <a:latin typeface="Meiryo UI" panose="020B0604030504040204" pitchFamily="50" charset="-128"/>
                <a:ea typeface="Meiryo UI" panose="020B0604030504040204" pitchFamily="50" charset="-128"/>
                <a:cs typeface="Amazon Ember" panose="020B0603020204020204" pitchFamily="34" charset="0"/>
              </a:rPr>
              <a:t>データ収集</a:t>
            </a:r>
            <a:r>
              <a:rPr lang="en-US" altLang="ja-JP" sz="800">
                <a:solidFill>
                  <a:srgbClr val="000000"/>
                </a:solidFill>
                <a:latin typeface="Meiryo UI" panose="020B0604030504040204" pitchFamily="50" charset="-128"/>
                <a:ea typeface="Meiryo UI" panose="020B0604030504040204" pitchFamily="50" charset="-128"/>
                <a:cs typeface="Amazon Ember" panose="020B0603020204020204" pitchFamily="34" charset="0"/>
              </a:rPr>
              <a:t>/</a:t>
            </a:r>
            <a:r>
              <a:rPr lang="ja-JP" altLang="en-US" sz="800">
                <a:solidFill>
                  <a:srgbClr val="000000"/>
                </a:solidFill>
                <a:latin typeface="Meiryo UI" panose="020B0604030504040204" pitchFamily="50" charset="-128"/>
                <a:ea typeface="Meiryo UI" panose="020B0604030504040204" pitchFamily="50" charset="-128"/>
                <a:cs typeface="Amazon Ember" panose="020B0603020204020204" pitchFamily="34" charset="0"/>
              </a:rPr>
              <a:t>マスタ管理</a:t>
            </a:r>
            <a:r>
              <a:rPr lang="en-US" altLang="ja-JP" sz="800">
                <a:solidFill>
                  <a:srgbClr val="000000"/>
                </a:solidFill>
                <a:latin typeface="Meiryo UI" panose="020B0604030504040204" pitchFamily="50" charset="-128"/>
                <a:ea typeface="Meiryo UI" panose="020B0604030504040204" pitchFamily="50" charset="-128"/>
                <a:cs typeface="Amazon Ember" panose="020B0603020204020204" pitchFamily="34" charset="0"/>
              </a:rPr>
              <a:t>/</a:t>
            </a:r>
            <a:r>
              <a:rPr lang="ja-JP" altLang="en-US" sz="800">
                <a:solidFill>
                  <a:srgbClr val="000000"/>
                </a:solidFill>
                <a:latin typeface="Meiryo UI" panose="020B0604030504040204" pitchFamily="50" charset="-128"/>
                <a:ea typeface="Meiryo UI" panose="020B0604030504040204" pitchFamily="50" charset="-128"/>
                <a:cs typeface="Amazon Ember" panose="020B0603020204020204" pitchFamily="34" charset="0"/>
              </a:rPr>
              <a:t>データ品質管理</a:t>
            </a:r>
            <a:r>
              <a:rPr lang="en-US" altLang="ja-JP" sz="800">
                <a:solidFill>
                  <a:srgbClr val="000000"/>
                </a:solidFill>
                <a:latin typeface="Meiryo UI" panose="020B0604030504040204" pitchFamily="50" charset="-128"/>
                <a:ea typeface="Meiryo UI" panose="020B0604030504040204" pitchFamily="50" charset="-128"/>
                <a:cs typeface="Amazon Ember" panose="020B0603020204020204" pitchFamily="34" charset="0"/>
              </a:rPr>
              <a:t>/</a:t>
            </a:r>
            <a:r>
              <a:rPr lang="ja-JP" altLang="en-US" sz="800">
                <a:solidFill>
                  <a:srgbClr val="000000"/>
                </a:solidFill>
                <a:latin typeface="Meiryo UI" panose="020B0604030504040204" pitchFamily="50" charset="-128"/>
                <a:ea typeface="Meiryo UI" panose="020B0604030504040204" pitchFamily="50" charset="-128"/>
                <a:cs typeface="Amazon Ember" panose="020B0603020204020204" pitchFamily="34" charset="0"/>
              </a:rPr>
              <a:t>データカタログ</a:t>
            </a:r>
            <a:endParaRPr lang="en-US" sz="800">
              <a:solidFill>
                <a:srgbClr val="000000"/>
              </a:solidFill>
              <a:latin typeface="Meiryo UI" panose="020B0604030504040204" pitchFamily="50" charset="-128"/>
              <a:ea typeface="Meiryo UI" panose="020B0604030504040204" pitchFamily="50" charset="-128"/>
              <a:cs typeface="Amazon Ember" panose="020B0603020204020204" pitchFamily="34" charset="0"/>
            </a:endParaRPr>
          </a:p>
        </p:txBody>
      </p:sp>
      <p:pic>
        <p:nvPicPr>
          <p:cNvPr id="21" name="Picture 74" descr="http://www.jasoncavett.com/images/postgresql-logo.png">
            <a:extLst>
              <a:ext uri="{FF2B5EF4-FFF2-40B4-BE49-F238E27FC236}">
                <a16:creationId xmlns:a16="http://schemas.microsoft.com/office/drawing/2014/main" id="{05953C07-116D-8C1E-A402-465DB4227750}"/>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6129112" y="3741410"/>
            <a:ext cx="790556" cy="160903"/>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2" name="図表 21">
            <a:extLst>
              <a:ext uri="{FF2B5EF4-FFF2-40B4-BE49-F238E27FC236}">
                <a16:creationId xmlns:a16="http://schemas.microsoft.com/office/drawing/2014/main" id="{80F62F30-B53D-DF71-41A9-D0301C649575}"/>
              </a:ext>
            </a:extLst>
          </p:cNvPr>
          <p:cNvGraphicFramePr/>
          <p:nvPr/>
        </p:nvGraphicFramePr>
        <p:xfrm>
          <a:off x="1998764" y="5297369"/>
          <a:ext cx="8408260" cy="842932"/>
        </p:xfrm>
        <a:graphic>
          <a:graphicData uri="http://schemas.openxmlformats.org/drawingml/2006/diagram">
            <dgm:relIds xmlns:dgm="http://schemas.openxmlformats.org/drawingml/2006/diagram" xmlns:r="http://schemas.openxmlformats.org/officeDocument/2006/relationships" r:dm="rId10" r:lo="rId11" r:qs="rId12" r:cs="rId13"/>
          </a:graphicData>
        </a:graphic>
      </p:graphicFrame>
      <p:sp>
        <p:nvSpPr>
          <p:cNvPr id="23" name="正方形/長方形 22">
            <a:extLst>
              <a:ext uri="{FF2B5EF4-FFF2-40B4-BE49-F238E27FC236}">
                <a16:creationId xmlns:a16="http://schemas.microsoft.com/office/drawing/2014/main" id="{B8F0B5F2-50E4-D6DE-5B13-A67FABF711B0}"/>
              </a:ext>
            </a:extLst>
          </p:cNvPr>
          <p:cNvSpPr/>
          <p:nvPr/>
        </p:nvSpPr>
        <p:spPr>
          <a:xfrm>
            <a:off x="7277986" y="1889325"/>
            <a:ext cx="2363655" cy="3061622"/>
          </a:xfrm>
          <a:prstGeom prst="rect">
            <a:avLst/>
          </a:prstGeom>
          <a:noFill/>
          <a:ln w="9525" cap="flat" cmpd="sng" algn="ctr">
            <a:solidFill>
              <a:srgbClr val="014097">
                <a:lumMod val="60000"/>
                <a:lumOff val="40000"/>
              </a:srgbClr>
            </a:solidFill>
            <a:prstDash val="solid"/>
          </a:ln>
          <a:effectLst>
            <a:outerShdw blurRad="40000" dist="20000" dir="5400000" rotWithShape="0">
              <a:srgbClr val="000000">
                <a:alpha val="38000"/>
              </a:srgbClr>
            </a:outerShdw>
          </a:effectLst>
        </p:spPr>
        <p:txBody>
          <a:bodyPr rtlCol="0" anchor="t"/>
          <a:lstStyle/>
          <a:p>
            <a:pPr>
              <a:defRPr/>
            </a:pPr>
            <a:r>
              <a:rPr kumimoji="0" lang="en-US" altLang="ja-JP" sz="1400" kern="0">
                <a:solidFill>
                  <a:srgbClr val="E7B209">
                    <a:lumMod val="50000"/>
                  </a:srgbClr>
                </a:solidFill>
                <a:latin typeface="Meiryo UI" panose="020B0604030504040204" pitchFamily="50" charset="-128"/>
                <a:ea typeface="Meiryo UI" panose="020B0604030504040204" pitchFamily="50" charset="-128"/>
              </a:rPr>
              <a:t>ACTIONS</a:t>
            </a:r>
            <a:r>
              <a:rPr kumimoji="0" lang="ja-JP" altLang="en-US" sz="1400" kern="0">
                <a:solidFill>
                  <a:srgbClr val="E7B209">
                    <a:lumMod val="50000"/>
                  </a:srgbClr>
                </a:solidFill>
                <a:latin typeface="Meiryo UI" panose="020B0604030504040204" pitchFamily="50" charset="-128"/>
                <a:ea typeface="Meiryo UI" panose="020B0604030504040204" pitchFamily="50" charset="-128"/>
              </a:rPr>
              <a:t>　</a:t>
            </a:r>
            <a:r>
              <a:rPr kumimoji="0" lang="en-US" altLang="ja-JP" sz="1400" kern="0">
                <a:solidFill>
                  <a:srgbClr val="E7B209">
                    <a:lumMod val="50000"/>
                  </a:srgbClr>
                </a:solidFill>
                <a:latin typeface="Meiryo UI" panose="020B0604030504040204" pitchFamily="50" charset="-128"/>
                <a:ea typeface="Meiryo UI" panose="020B0604030504040204" pitchFamily="50" charset="-128"/>
              </a:rPr>
              <a:t>– </a:t>
            </a:r>
            <a:r>
              <a:rPr kumimoji="0" lang="ja-JP" altLang="en-US" sz="1400" kern="0">
                <a:solidFill>
                  <a:srgbClr val="E7B209">
                    <a:lumMod val="50000"/>
                  </a:srgbClr>
                </a:solidFill>
                <a:latin typeface="Meiryo UI" panose="020B0604030504040204" pitchFamily="50" charset="-128"/>
                <a:ea typeface="Meiryo UI" panose="020B0604030504040204" pitchFamily="50" charset="-128"/>
              </a:rPr>
              <a:t>データ活用</a:t>
            </a:r>
          </a:p>
        </p:txBody>
      </p:sp>
      <p:pic>
        <p:nvPicPr>
          <p:cNvPr id="24" name="Picture 2" descr="http://media.corporate-ir.net/media_files/IROL/17/176060/KindleLogos/AWS%20Logo%20-%20New/aws_logo_web_300px.png">
            <a:extLst>
              <a:ext uri="{FF2B5EF4-FFF2-40B4-BE49-F238E27FC236}">
                <a16:creationId xmlns:a16="http://schemas.microsoft.com/office/drawing/2014/main" id="{C8924E0B-C5EB-7122-D75B-1088D2788620}"/>
              </a:ext>
            </a:extLst>
          </p:cNvPr>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5979629" y="2772069"/>
            <a:ext cx="854083" cy="338007"/>
          </a:xfrm>
          <a:prstGeom prst="rect">
            <a:avLst/>
          </a:prstGeom>
          <a:noFill/>
          <a:extLst>
            <a:ext uri="{909E8E84-426E-40DD-AFC4-6F175D3DCCD1}">
              <a14:hiddenFill xmlns:a14="http://schemas.microsoft.com/office/drawing/2010/main">
                <a:solidFill>
                  <a:srgbClr val="FFFFFF"/>
                </a:solidFill>
              </a14:hiddenFill>
            </a:ext>
          </a:extLst>
        </p:spPr>
      </p:pic>
      <p:sp>
        <p:nvSpPr>
          <p:cNvPr id="25" name="TextBox 23">
            <a:extLst>
              <a:ext uri="{FF2B5EF4-FFF2-40B4-BE49-F238E27FC236}">
                <a16:creationId xmlns:a16="http://schemas.microsoft.com/office/drawing/2014/main" id="{93E099F2-631A-7BFC-2170-20CE0829F9FE}"/>
              </a:ext>
            </a:extLst>
          </p:cNvPr>
          <p:cNvSpPr txBox="1"/>
          <p:nvPr/>
        </p:nvSpPr>
        <p:spPr>
          <a:xfrm>
            <a:off x="5123865" y="4145511"/>
            <a:ext cx="1671563" cy="205665"/>
          </a:xfrm>
          <a:prstGeom prst="rect">
            <a:avLst/>
          </a:prstGeom>
          <a:noFill/>
        </p:spPr>
        <p:txBody>
          <a:bodyPr wrap="square" rtlCol="0">
            <a:spAutoFit/>
          </a:bodyPr>
          <a:lstStyle/>
          <a:p>
            <a:pPr algn="ctr"/>
            <a:r>
              <a:rPr lang="ja-JP" altLang="en-US" sz="900">
                <a:solidFill>
                  <a:srgbClr val="000000"/>
                </a:solidFill>
                <a:latin typeface="Meiryo UI" panose="020B0604030504040204" pitchFamily="50" charset="-128"/>
                <a:ea typeface="Meiryo UI" panose="020B0604030504040204" pitchFamily="50" charset="-128"/>
                <a:cs typeface="Amazon Ember" panose="020B0603020204020204" pitchFamily="34" charset="0"/>
              </a:rPr>
              <a:t>クラウド</a:t>
            </a:r>
            <a:r>
              <a:rPr lang="en-US" altLang="ja-JP" sz="900">
                <a:solidFill>
                  <a:srgbClr val="000000"/>
                </a:solidFill>
                <a:latin typeface="Meiryo UI" panose="020B0604030504040204" pitchFamily="50" charset="-128"/>
                <a:ea typeface="Meiryo UI" panose="020B0604030504040204" pitchFamily="50" charset="-128"/>
                <a:cs typeface="Amazon Ember" panose="020B0603020204020204" pitchFamily="34" charset="0"/>
              </a:rPr>
              <a:t>/</a:t>
            </a:r>
            <a:r>
              <a:rPr lang="ja-JP" altLang="en-US" sz="900">
                <a:solidFill>
                  <a:srgbClr val="000000"/>
                </a:solidFill>
                <a:latin typeface="Meiryo UI" panose="020B0604030504040204" pitchFamily="50" charset="-128"/>
                <a:ea typeface="Meiryo UI" panose="020B0604030504040204" pitchFamily="50" charset="-128"/>
                <a:cs typeface="Amazon Ember" panose="020B0603020204020204" pitchFamily="34" charset="0"/>
              </a:rPr>
              <a:t>データ蓄積プラットフォーム</a:t>
            </a:r>
            <a:endParaRPr lang="en-US" sz="900">
              <a:solidFill>
                <a:srgbClr val="000000"/>
              </a:solidFill>
              <a:latin typeface="Meiryo UI" panose="020B0604030504040204" pitchFamily="50" charset="-128"/>
              <a:ea typeface="Meiryo UI" panose="020B0604030504040204" pitchFamily="50" charset="-128"/>
              <a:cs typeface="Amazon Ember" panose="020B0603020204020204" pitchFamily="34" charset="0"/>
            </a:endParaRPr>
          </a:p>
        </p:txBody>
      </p:sp>
      <p:pic>
        <p:nvPicPr>
          <p:cNvPr id="26" name="Picture 6" descr="Microsoft Azure 接続/システム 障害発生？サービス中断などの問題をリアルタイムでお知らせ | Downdetector">
            <a:extLst>
              <a:ext uri="{FF2B5EF4-FFF2-40B4-BE49-F238E27FC236}">
                <a16:creationId xmlns:a16="http://schemas.microsoft.com/office/drawing/2014/main" id="{989166CD-40CD-EA55-E2BB-37E65180C037}"/>
              </a:ext>
            </a:extLst>
          </p:cNvPr>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5310580" y="2268992"/>
            <a:ext cx="1298133" cy="356409"/>
          </a:xfrm>
          <a:prstGeom prst="rect">
            <a:avLst/>
          </a:prstGeom>
          <a:noFill/>
          <a:extLst>
            <a:ext uri="{909E8E84-426E-40DD-AFC4-6F175D3DCCD1}">
              <a14:hiddenFill xmlns:a14="http://schemas.microsoft.com/office/drawing/2010/main">
                <a:solidFill>
                  <a:srgbClr val="FFFFFF"/>
                </a:solidFill>
              </a14:hiddenFill>
            </a:ext>
          </a:extLst>
        </p:spPr>
      </p:pic>
      <p:pic>
        <p:nvPicPr>
          <p:cNvPr id="27" name="図 26">
            <a:extLst>
              <a:ext uri="{FF2B5EF4-FFF2-40B4-BE49-F238E27FC236}">
                <a16:creationId xmlns:a16="http://schemas.microsoft.com/office/drawing/2014/main" id="{A8D2774C-71BC-7008-C524-417A9D35F6A2}"/>
              </a:ext>
            </a:extLst>
          </p:cNvPr>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2618396" y="3453931"/>
            <a:ext cx="797981" cy="265769"/>
          </a:xfrm>
          <a:prstGeom prst="rect">
            <a:avLst/>
          </a:prstGeom>
        </p:spPr>
      </p:pic>
      <p:pic>
        <p:nvPicPr>
          <p:cNvPr id="28" name="図 27">
            <a:extLst>
              <a:ext uri="{FF2B5EF4-FFF2-40B4-BE49-F238E27FC236}">
                <a16:creationId xmlns:a16="http://schemas.microsoft.com/office/drawing/2014/main" id="{A52BF5CB-3E75-48B9-720B-FB9FA81E6F72}"/>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2633311" y="3669151"/>
            <a:ext cx="1589364" cy="260099"/>
          </a:xfrm>
          <a:prstGeom prst="rect">
            <a:avLst/>
          </a:prstGeom>
        </p:spPr>
      </p:pic>
      <p:pic>
        <p:nvPicPr>
          <p:cNvPr id="29" name="図 28">
            <a:extLst>
              <a:ext uri="{FF2B5EF4-FFF2-40B4-BE49-F238E27FC236}">
                <a16:creationId xmlns:a16="http://schemas.microsoft.com/office/drawing/2014/main" id="{59910941-3A75-52D3-E1C3-28CDADFF64E2}"/>
              </a:ext>
            </a:extLst>
          </p:cNvPr>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2625854" y="3855098"/>
            <a:ext cx="1764650" cy="268326"/>
          </a:xfrm>
          <a:prstGeom prst="rect">
            <a:avLst/>
          </a:prstGeom>
        </p:spPr>
      </p:pic>
      <p:pic>
        <p:nvPicPr>
          <p:cNvPr id="30" name="図 141">
            <a:extLst>
              <a:ext uri="{FF2B5EF4-FFF2-40B4-BE49-F238E27FC236}">
                <a16:creationId xmlns:a16="http://schemas.microsoft.com/office/drawing/2014/main" id="{A7027160-BC48-EBA9-77D3-D94EF9531C93}"/>
              </a:ext>
            </a:extLst>
          </p:cNvPr>
          <p:cNvPicPr>
            <a:picLocks noChangeAspect="1"/>
          </p:cNvPicPr>
          <p:nvPr/>
        </p:nvPicPr>
        <p:blipFill>
          <a:blip r:embed="rId20" cstate="screen">
            <a:extLst>
              <a:ext uri="{28A0092B-C50C-407E-A947-70E740481C1C}">
                <a14:useLocalDpi xmlns:a14="http://schemas.microsoft.com/office/drawing/2010/main"/>
              </a:ext>
            </a:extLst>
          </a:blip>
          <a:stretch>
            <a:fillRect/>
          </a:stretch>
        </p:blipFill>
        <p:spPr>
          <a:xfrm>
            <a:off x="2665382" y="2828585"/>
            <a:ext cx="376459" cy="357565"/>
          </a:xfrm>
          <a:prstGeom prst="rect">
            <a:avLst/>
          </a:prstGeom>
        </p:spPr>
      </p:pic>
      <p:sp>
        <p:nvSpPr>
          <p:cNvPr id="31" name="TextBox 23">
            <a:extLst>
              <a:ext uri="{FF2B5EF4-FFF2-40B4-BE49-F238E27FC236}">
                <a16:creationId xmlns:a16="http://schemas.microsoft.com/office/drawing/2014/main" id="{3147C714-E835-21FA-3437-AD7FE1549ED4}"/>
              </a:ext>
            </a:extLst>
          </p:cNvPr>
          <p:cNvSpPr txBox="1"/>
          <p:nvPr/>
        </p:nvSpPr>
        <p:spPr>
          <a:xfrm>
            <a:off x="5445731" y="4656491"/>
            <a:ext cx="1088592" cy="191954"/>
          </a:xfrm>
          <a:prstGeom prst="rect">
            <a:avLst/>
          </a:prstGeom>
          <a:noFill/>
        </p:spPr>
        <p:txBody>
          <a:bodyPr wrap="square" rtlCol="0">
            <a:spAutoFit/>
          </a:bodyPr>
          <a:lstStyle/>
          <a:p>
            <a:pPr algn="ctr"/>
            <a:r>
              <a:rPr lang="ja-JP" altLang="en-US" sz="800">
                <a:solidFill>
                  <a:srgbClr val="000000"/>
                </a:solidFill>
                <a:latin typeface="Meiryo UI" panose="020B0604030504040204" pitchFamily="50" charset="-128"/>
                <a:ea typeface="Meiryo UI" panose="020B0604030504040204" pitchFamily="50" charset="-128"/>
                <a:cs typeface="Amazon Ember" panose="020B0603020204020204" pitchFamily="34" charset="0"/>
              </a:rPr>
              <a:t>データ仮想化</a:t>
            </a:r>
            <a:r>
              <a:rPr lang="en-US" altLang="ja-JP" sz="800">
                <a:solidFill>
                  <a:srgbClr val="000000"/>
                </a:solidFill>
                <a:latin typeface="Meiryo UI" panose="020B0604030504040204" pitchFamily="50" charset="-128"/>
                <a:ea typeface="Meiryo UI" panose="020B0604030504040204" pitchFamily="50" charset="-128"/>
                <a:cs typeface="Amazon Ember" panose="020B0603020204020204" pitchFamily="34" charset="0"/>
              </a:rPr>
              <a:t>/</a:t>
            </a:r>
            <a:r>
              <a:rPr lang="ja-JP" altLang="en-US" sz="800">
                <a:solidFill>
                  <a:srgbClr val="000000"/>
                </a:solidFill>
                <a:latin typeface="Meiryo UI" panose="020B0604030504040204" pitchFamily="50" charset="-128"/>
                <a:ea typeface="Meiryo UI" panose="020B0604030504040204" pitchFamily="50" charset="-128"/>
                <a:cs typeface="Amazon Ember" panose="020B0603020204020204" pitchFamily="34" charset="0"/>
              </a:rPr>
              <a:t>カタログ</a:t>
            </a:r>
            <a:endParaRPr lang="en-US" sz="800">
              <a:solidFill>
                <a:srgbClr val="000000"/>
              </a:solidFill>
              <a:latin typeface="Meiryo UI" panose="020B0604030504040204" pitchFamily="50" charset="-128"/>
              <a:ea typeface="Meiryo UI" panose="020B0604030504040204" pitchFamily="50" charset="-128"/>
              <a:cs typeface="Amazon Ember" panose="020B0603020204020204" pitchFamily="34" charset="0"/>
            </a:endParaRPr>
          </a:p>
        </p:txBody>
      </p:sp>
      <p:sp>
        <p:nvSpPr>
          <p:cNvPr id="32" name="TextBox 23">
            <a:extLst>
              <a:ext uri="{FF2B5EF4-FFF2-40B4-BE49-F238E27FC236}">
                <a16:creationId xmlns:a16="http://schemas.microsoft.com/office/drawing/2014/main" id="{E0B83077-D8C5-A0E2-2AFB-F4B61A36D41E}"/>
              </a:ext>
            </a:extLst>
          </p:cNvPr>
          <p:cNvSpPr txBox="1"/>
          <p:nvPr/>
        </p:nvSpPr>
        <p:spPr>
          <a:xfrm>
            <a:off x="2565764" y="3182924"/>
            <a:ext cx="1093127" cy="191954"/>
          </a:xfrm>
          <a:prstGeom prst="rect">
            <a:avLst/>
          </a:prstGeom>
          <a:noFill/>
        </p:spPr>
        <p:txBody>
          <a:bodyPr wrap="square" rtlCol="0">
            <a:spAutoFit/>
          </a:bodyPr>
          <a:lstStyle/>
          <a:p>
            <a:pPr algn="ctr"/>
            <a:r>
              <a:rPr lang="ja-JP" altLang="en-US" sz="800">
                <a:solidFill>
                  <a:srgbClr val="000000"/>
                </a:solidFill>
                <a:latin typeface="Meiryo UI" panose="020B0604030504040204" pitchFamily="50" charset="-128"/>
                <a:ea typeface="Meiryo UI" panose="020B0604030504040204" pitchFamily="50" charset="-128"/>
                <a:cs typeface="Amazon Ember" panose="020B0603020204020204" pitchFamily="34" charset="0"/>
              </a:rPr>
              <a:t>データ収集</a:t>
            </a:r>
            <a:r>
              <a:rPr lang="en-US" altLang="ja-JP" sz="800">
                <a:solidFill>
                  <a:srgbClr val="000000"/>
                </a:solidFill>
                <a:latin typeface="Meiryo UI" panose="020B0604030504040204" pitchFamily="50" charset="-128"/>
                <a:ea typeface="Meiryo UI" panose="020B0604030504040204" pitchFamily="50" charset="-128"/>
                <a:cs typeface="Amazon Ember" panose="020B0603020204020204" pitchFamily="34" charset="0"/>
              </a:rPr>
              <a:t>/</a:t>
            </a:r>
            <a:r>
              <a:rPr lang="ja-JP" altLang="en-US" sz="800">
                <a:solidFill>
                  <a:srgbClr val="000000"/>
                </a:solidFill>
                <a:latin typeface="Meiryo UI" panose="020B0604030504040204" pitchFamily="50" charset="-128"/>
                <a:ea typeface="Meiryo UI" panose="020B0604030504040204" pitchFamily="50" charset="-128"/>
                <a:cs typeface="Amazon Ember" panose="020B0603020204020204" pitchFamily="34" charset="0"/>
              </a:rPr>
              <a:t>クラウド統合</a:t>
            </a:r>
            <a:endParaRPr lang="en-US" sz="800">
              <a:solidFill>
                <a:srgbClr val="000000"/>
              </a:solidFill>
              <a:latin typeface="Meiryo UI" panose="020B0604030504040204" pitchFamily="50" charset="-128"/>
              <a:ea typeface="Meiryo UI" panose="020B0604030504040204" pitchFamily="50" charset="-128"/>
              <a:cs typeface="Amazon Ember" panose="020B0603020204020204" pitchFamily="34" charset="0"/>
            </a:endParaRPr>
          </a:p>
        </p:txBody>
      </p:sp>
      <p:sp>
        <p:nvSpPr>
          <p:cNvPr id="33" name="TextBox 23">
            <a:extLst>
              <a:ext uri="{FF2B5EF4-FFF2-40B4-BE49-F238E27FC236}">
                <a16:creationId xmlns:a16="http://schemas.microsoft.com/office/drawing/2014/main" id="{6A5C1CDB-0B4F-BD3C-7B21-F31C4306CEFF}"/>
              </a:ext>
            </a:extLst>
          </p:cNvPr>
          <p:cNvSpPr txBox="1"/>
          <p:nvPr/>
        </p:nvSpPr>
        <p:spPr>
          <a:xfrm>
            <a:off x="2543390" y="4097157"/>
            <a:ext cx="2209985" cy="191954"/>
          </a:xfrm>
          <a:prstGeom prst="rect">
            <a:avLst/>
          </a:prstGeom>
          <a:noFill/>
        </p:spPr>
        <p:txBody>
          <a:bodyPr wrap="square" rtlCol="0">
            <a:spAutoFit/>
          </a:bodyPr>
          <a:lstStyle/>
          <a:p>
            <a:r>
              <a:rPr lang="ja-JP" altLang="en-US" sz="800">
                <a:solidFill>
                  <a:srgbClr val="000000"/>
                </a:solidFill>
                <a:latin typeface="Meiryo UI" panose="020B0604030504040204" pitchFamily="50" charset="-128"/>
                <a:ea typeface="Meiryo UI" panose="020B0604030504040204" pitchFamily="50" charset="-128"/>
                <a:cs typeface="Amazon Ember" panose="020B0603020204020204" pitchFamily="34" charset="0"/>
              </a:rPr>
              <a:t>データ収集</a:t>
            </a:r>
            <a:r>
              <a:rPr lang="en-US" altLang="ja-JP" sz="800">
                <a:solidFill>
                  <a:srgbClr val="000000"/>
                </a:solidFill>
                <a:latin typeface="Meiryo UI" panose="020B0604030504040204" pitchFamily="50" charset="-128"/>
                <a:ea typeface="Meiryo UI" panose="020B0604030504040204" pitchFamily="50" charset="-128"/>
                <a:cs typeface="Amazon Ember" panose="020B0603020204020204" pitchFamily="34" charset="0"/>
              </a:rPr>
              <a:t>/</a:t>
            </a:r>
            <a:r>
              <a:rPr lang="ja-JP" altLang="en-US" sz="800">
                <a:solidFill>
                  <a:srgbClr val="000000"/>
                </a:solidFill>
                <a:latin typeface="Meiryo UI" panose="020B0604030504040204" pitchFamily="50" charset="-128"/>
                <a:ea typeface="Meiryo UI" panose="020B0604030504040204" pitchFamily="50" charset="-128"/>
                <a:cs typeface="Amazon Ember" panose="020B0603020204020204" pitchFamily="34" charset="0"/>
              </a:rPr>
              <a:t>データカタログ</a:t>
            </a:r>
            <a:endParaRPr lang="en-US" sz="800">
              <a:solidFill>
                <a:srgbClr val="000000"/>
              </a:solidFill>
              <a:latin typeface="Meiryo UI" panose="020B0604030504040204" pitchFamily="50" charset="-128"/>
              <a:ea typeface="Meiryo UI" panose="020B0604030504040204" pitchFamily="50" charset="-128"/>
              <a:cs typeface="Amazon Ember" panose="020B0603020204020204" pitchFamily="34" charset="0"/>
            </a:endParaRPr>
          </a:p>
        </p:txBody>
      </p:sp>
      <p:cxnSp>
        <p:nvCxnSpPr>
          <p:cNvPr id="34" name="2   Arrow fg">
            <a:extLst>
              <a:ext uri="{FF2B5EF4-FFF2-40B4-BE49-F238E27FC236}">
                <a16:creationId xmlns:a16="http://schemas.microsoft.com/office/drawing/2014/main" id="{C68920A9-24F1-6A7F-FAB3-F2D665E650BF}"/>
              </a:ext>
            </a:extLst>
          </p:cNvPr>
          <p:cNvCxnSpPr>
            <a:cxnSpLocks/>
          </p:cNvCxnSpPr>
          <p:nvPr/>
        </p:nvCxnSpPr>
        <p:spPr>
          <a:xfrm>
            <a:off x="4753374" y="3277683"/>
            <a:ext cx="277268" cy="0"/>
          </a:xfrm>
          <a:prstGeom prst="straightConnector1">
            <a:avLst/>
          </a:prstGeom>
          <a:noFill/>
          <a:ln w="31750" cap="flat" cmpd="sng" algn="ctr">
            <a:solidFill>
              <a:sysClr val="window" lastClr="FFFFFF">
                <a:lumMod val="50000"/>
              </a:sysClr>
            </a:solidFill>
            <a:prstDash val="solid"/>
            <a:headEnd type="triangle" w="med" len="med"/>
            <a:tailEnd type="triangle" w="med" len="med"/>
          </a:ln>
          <a:effectLst/>
        </p:spPr>
      </p:cxnSp>
      <p:cxnSp>
        <p:nvCxnSpPr>
          <p:cNvPr id="35" name="2   Arrow fg">
            <a:extLst>
              <a:ext uri="{FF2B5EF4-FFF2-40B4-BE49-F238E27FC236}">
                <a16:creationId xmlns:a16="http://schemas.microsoft.com/office/drawing/2014/main" id="{A9DBBC61-FC4B-41AE-B283-E594A5F72FF4}"/>
              </a:ext>
            </a:extLst>
          </p:cNvPr>
          <p:cNvCxnSpPr>
            <a:cxnSpLocks/>
          </p:cNvCxnSpPr>
          <p:nvPr/>
        </p:nvCxnSpPr>
        <p:spPr>
          <a:xfrm>
            <a:off x="7009357" y="3230748"/>
            <a:ext cx="277268" cy="0"/>
          </a:xfrm>
          <a:prstGeom prst="straightConnector1">
            <a:avLst/>
          </a:prstGeom>
          <a:noFill/>
          <a:ln w="31750" cap="flat" cmpd="sng" algn="ctr">
            <a:solidFill>
              <a:sysClr val="window" lastClr="FFFFFF">
                <a:lumMod val="50000"/>
              </a:sysClr>
            </a:solidFill>
            <a:prstDash val="solid"/>
            <a:headEnd type="triangle" w="med" len="med"/>
            <a:tailEnd type="triangle" w="med" len="med"/>
          </a:ln>
          <a:effectLst/>
        </p:spPr>
      </p:cxnSp>
      <p:pic>
        <p:nvPicPr>
          <p:cNvPr id="36" name="Picture 6" descr="Microsoft Azure 接続/システム 障害発生？サービス中断などの問題をリアルタイムでお知らせ | Downdetector">
            <a:extLst>
              <a:ext uri="{FF2B5EF4-FFF2-40B4-BE49-F238E27FC236}">
                <a16:creationId xmlns:a16="http://schemas.microsoft.com/office/drawing/2014/main" id="{AF623D00-5E9D-51D9-0940-520D86833518}"/>
              </a:ext>
            </a:extLst>
          </p:cNvPr>
          <p:cNvPicPr>
            <a:picLocks noChangeAspect="1" noChangeArrowheads="1"/>
          </p:cNvPicPr>
          <p:nvPr/>
        </p:nvPicPr>
        <p:blipFill>
          <a:blip r:embed="rId21" cstate="print">
            <a:extLst>
              <a:ext uri="{28A0092B-C50C-407E-A947-70E740481C1C}">
                <a14:useLocalDpi xmlns:a14="http://schemas.microsoft.com/office/drawing/2010/main" val="0"/>
              </a:ext>
            </a:extLst>
          </a:blip>
          <a:srcRect/>
          <a:stretch>
            <a:fillRect/>
          </a:stretch>
        </p:blipFill>
        <p:spPr bwMode="auto">
          <a:xfrm>
            <a:off x="8594349" y="5055081"/>
            <a:ext cx="806039" cy="221302"/>
          </a:xfrm>
          <a:prstGeom prst="rect">
            <a:avLst/>
          </a:prstGeom>
          <a:noFill/>
          <a:extLst>
            <a:ext uri="{909E8E84-426E-40DD-AFC4-6F175D3DCCD1}">
              <a14:hiddenFill xmlns:a14="http://schemas.microsoft.com/office/drawing/2010/main">
                <a:solidFill>
                  <a:srgbClr val="FFFFFF"/>
                </a:solidFill>
              </a14:hiddenFill>
            </a:ext>
          </a:extLst>
        </p:spPr>
      </p:pic>
      <p:sp>
        <p:nvSpPr>
          <p:cNvPr id="37" name="楕円 36">
            <a:extLst>
              <a:ext uri="{FF2B5EF4-FFF2-40B4-BE49-F238E27FC236}">
                <a16:creationId xmlns:a16="http://schemas.microsoft.com/office/drawing/2014/main" id="{15E0645C-F86E-1F63-2714-E9509ACD18D7}"/>
              </a:ext>
            </a:extLst>
          </p:cNvPr>
          <p:cNvSpPr/>
          <p:nvPr/>
        </p:nvSpPr>
        <p:spPr>
          <a:xfrm>
            <a:off x="441221" y="1752454"/>
            <a:ext cx="1751779" cy="1631709"/>
          </a:xfrm>
          <a:prstGeom prst="ellipse">
            <a:avLst/>
          </a:prstGeom>
          <a:solidFill>
            <a:srgbClr val="FFC000">
              <a:alpha val="53000"/>
            </a:srgbClr>
          </a:solidFill>
          <a:ln w="9525" cap="flat" cmpd="sng" algn="ctr">
            <a:no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srgbClr val="E1690D"/>
              </a:solidFill>
              <a:effectLst/>
              <a:uLnTx/>
              <a:uFillTx/>
            </a:endParaRPr>
          </a:p>
        </p:txBody>
      </p:sp>
      <p:sp>
        <p:nvSpPr>
          <p:cNvPr id="38" name="TextBox 11">
            <a:extLst>
              <a:ext uri="{FF2B5EF4-FFF2-40B4-BE49-F238E27FC236}">
                <a16:creationId xmlns:a16="http://schemas.microsoft.com/office/drawing/2014/main" id="{43E117EC-3001-0B87-7210-F41B0948E2CD}"/>
              </a:ext>
            </a:extLst>
          </p:cNvPr>
          <p:cNvSpPr txBox="1"/>
          <p:nvPr/>
        </p:nvSpPr>
        <p:spPr>
          <a:xfrm>
            <a:off x="1103823" y="3147678"/>
            <a:ext cx="1054823" cy="214143"/>
          </a:xfrm>
          <a:prstGeom prst="rect">
            <a:avLst/>
          </a:prstGeom>
          <a:noFill/>
          <a:ln cap="flat">
            <a:noFill/>
          </a:ln>
        </p:spPr>
        <p:txBody>
          <a:bodyPr vert="horz" wrap="square" lIns="0" tIns="0" rIns="0" bIns="0" anchor="t" anchorCtr="1" compatLnSpc="1">
            <a:noAutofit/>
          </a:bodyPr>
          <a:lstStyle/>
          <a:p>
            <a:pPr algn="ctr" defTabSz="457291">
              <a:lnSpc>
                <a:spcPct val="90000"/>
              </a:lnSpc>
              <a:defRPr sz="1800" b="0" i="0" u="none" strike="noStrike" kern="0" cap="none" spc="0" baseline="0">
                <a:solidFill>
                  <a:srgbClr val="000000"/>
                </a:solidFill>
                <a:uFillTx/>
              </a:defRPr>
            </a:pPr>
            <a:r>
              <a:rPr lang="ja-JP" altLang="en-US" sz="1050" b="1" kern="0" dirty="0">
                <a:solidFill>
                  <a:srgbClr val="373737"/>
                </a:solidFill>
                <a:latin typeface="Meiryo UI" panose="020B0604030504040204" pitchFamily="50" charset="-128"/>
                <a:ea typeface="Meiryo UI" panose="020B0604030504040204" pitchFamily="50" charset="-128"/>
                <a:cs typeface="Roboto"/>
              </a:rPr>
              <a:t>システム間連携</a:t>
            </a:r>
            <a:endParaRPr lang="en-US" altLang="ja-JP" sz="1050" b="1" kern="0" dirty="0">
              <a:solidFill>
                <a:srgbClr val="373737"/>
              </a:solidFill>
              <a:latin typeface="Meiryo UI" panose="020B0604030504040204" pitchFamily="50" charset="-128"/>
              <a:ea typeface="Meiryo UI" panose="020B0604030504040204" pitchFamily="50" charset="-128"/>
              <a:cs typeface="Roboto"/>
            </a:endParaRPr>
          </a:p>
        </p:txBody>
      </p:sp>
      <p:sp>
        <p:nvSpPr>
          <p:cNvPr id="39" name="TextBox 11">
            <a:extLst>
              <a:ext uri="{FF2B5EF4-FFF2-40B4-BE49-F238E27FC236}">
                <a16:creationId xmlns:a16="http://schemas.microsoft.com/office/drawing/2014/main" id="{8B2E294F-09BD-290A-166C-13B6EBB10C04}"/>
              </a:ext>
            </a:extLst>
          </p:cNvPr>
          <p:cNvSpPr txBox="1"/>
          <p:nvPr/>
        </p:nvSpPr>
        <p:spPr>
          <a:xfrm>
            <a:off x="785709" y="2332349"/>
            <a:ext cx="1232145" cy="240697"/>
          </a:xfrm>
          <a:prstGeom prst="rect">
            <a:avLst/>
          </a:prstGeom>
          <a:noFill/>
          <a:ln cap="flat">
            <a:noFill/>
          </a:ln>
        </p:spPr>
        <p:txBody>
          <a:bodyPr vert="horz" wrap="square" lIns="0" tIns="0" rIns="0" bIns="0" anchor="t" anchorCtr="1" compatLnSpc="1">
            <a:noAutofit/>
          </a:bodyPr>
          <a:lstStyle/>
          <a:p>
            <a:pPr algn="ctr" defTabSz="457291">
              <a:lnSpc>
                <a:spcPct val="90000"/>
              </a:lnSpc>
              <a:defRPr sz="1800" b="0" i="0" u="none" strike="noStrike" kern="0" cap="none" spc="0" baseline="0">
                <a:solidFill>
                  <a:srgbClr val="000000"/>
                </a:solidFill>
                <a:uFillTx/>
              </a:defRPr>
            </a:pPr>
            <a:r>
              <a:rPr lang="ja-JP" altLang="en-US" sz="1050" b="1" kern="0" dirty="0">
                <a:solidFill>
                  <a:srgbClr val="373737"/>
                </a:solidFill>
                <a:latin typeface="Meiryo UI" panose="020B0604030504040204" pitchFamily="50" charset="-128"/>
                <a:ea typeface="Meiryo UI" panose="020B0604030504040204" pitchFamily="50" charset="-128"/>
                <a:cs typeface="Roboto"/>
              </a:rPr>
              <a:t>アプリケーション統合</a:t>
            </a:r>
            <a:endParaRPr lang="en-US" altLang="ja-JP" sz="1050" b="1" kern="0" dirty="0">
              <a:solidFill>
                <a:srgbClr val="373737"/>
              </a:solidFill>
              <a:latin typeface="Meiryo UI" panose="020B0604030504040204" pitchFamily="50" charset="-128"/>
              <a:ea typeface="Meiryo UI" panose="020B0604030504040204" pitchFamily="50" charset="-128"/>
              <a:cs typeface="Roboto"/>
            </a:endParaRPr>
          </a:p>
        </p:txBody>
      </p:sp>
      <p:pic>
        <p:nvPicPr>
          <p:cNvPr id="40" name="Picture 17">
            <a:extLst>
              <a:ext uri="{FF2B5EF4-FFF2-40B4-BE49-F238E27FC236}">
                <a16:creationId xmlns:a16="http://schemas.microsoft.com/office/drawing/2014/main" id="{72E74B59-4DD6-F48F-19AF-8E266E618E61}"/>
              </a:ext>
            </a:extLst>
          </p:cNvPr>
          <p:cNvPicPr>
            <a:picLocks noChangeAspect="1"/>
          </p:cNvPicPr>
          <p:nvPr/>
        </p:nvPicPr>
        <p:blipFill>
          <a:blip r:embed="rId22">
            <a:duotone>
              <a:prstClr val="black"/>
              <a:srgbClr val="0000CC">
                <a:tint val="45000"/>
                <a:satMod val="400000"/>
              </a:srgbClr>
            </a:duotone>
          </a:blip>
          <a:stretch>
            <a:fillRect/>
          </a:stretch>
        </p:blipFill>
        <p:spPr>
          <a:xfrm>
            <a:off x="1494739" y="2628205"/>
            <a:ext cx="298568" cy="468468"/>
          </a:xfrm>
          <a:prstGeom prst="rect">
            <a:avLst/>
          </a:prstGeom>
          <a:noFill/>
          <a:ln cap="flat">
            <a:noFill/>
          </a:ln>
        </p:spPr>
      </p:pic>
      <p:pic>
        <p:nvPicPr>
          <p:cNvPr id="41" name="Picture 8">
            <a:extLst>
              <a:ext uri="{FF2B5EF4-FFF2-40B4-BE49-F238E27FC236}">
                <a16:creationId xmlns:a16="http://schemas.microsoft.com/office/drawing/2014/main" id="{62411EA2-D853-89E0-2763-8DE3FC72E0D2}"/>
              </a:ext>
            </a:extLst>
          </p:cNvPr>
          <p:cNvPicPr>
            <a:picLocks noChangeAspect="1"/>
          </p:cNvPicPr>
          <p:nvPr/>
        </p:nvPicPr>
        <p:blipFill>
          <a:blip r:embed="rId23">
            <a:duotone>
              <a:prstClr val="black"/>
              <a:srgbClr val="0000CC">
                <a:tint val="45000"/>
                <a:satMod val="400000"/>
              </a:srgbClr>
            </a:duotone>
          </a:blip>
          <a:stretch>
            <a:fillRect/>
          </a:stretch>
        </p:blipFill>
        <p:spPr>
          <a:xfrm>
            <a:off x="669239" y="2571521"/>
            <a:ext cx="340175" cy="367901"/>
          </a:xfrm>
          <a:prstGeom prst="rect">
            <a:avLst/>
          </a:prstGeom>
          <a:noFill/>
          <a:ln cap="flat">
            <a:noFill/>
          </a:ln>
        </p:spPr>
      </p:pic>
      <p:pic>
        <p:nvPicPr>
          <p:cNvPr id="42" name="Picture 8">
            <a:extLst>
              <a:ext uri="{FF2B5EF4-FFF2-40B4-BE49-F238E27FC236}">
                <a16:creationId xmlns:a16="http://schemas.microsoft.com/office/drawing/2014/main" id="{35E2ACD2-AA1B-D70C-3EEB-78D8A19FE37C}"/>
              </a:ext>
            </a:extLst>
          </p:cNvPr>
          <p:cNvPicPr>
            <a:picLocks noChangeAspect="1"/>
          </p:cNvPicPr>
          <p:nvPr/>
        </p:nvPicPr>
        <p:blipFill>
          <a:blip r:embed="rId24" cstate="print">
            <a:duotone>
              <a:prstClr val="black"/>
              <a:srgbClr val="0000CC">
                <a:tint val="45000"/>
                <a:satMod val="400000"/>
              </a:srgbClr>
            </a:duotone>
            <a:extLst>
              <a:ext uri="{28A0092B-C50C-407E-A947-70E740481C1C}">
                <a14:useLocalDpi xmlns:a14="http://schemas.microsoft.com/office/drawing/2010/main" val="0"/>
              </a:ext>
            </a:extLst>
          </a:blip>
          <a:stretch>
            <a:fillRect/>
          </a:stretch>
        </p:blipFill>
        <p:spPr>
          <a:xfrm>
            <a:off x="1121844" y="1961817"/>
            <a:ext cx="448030" cy="330664"/>
          </a:xfrm>
          <a:prstGeom prst="rect">
            <a:avLst/>
          </a:prstGeom>
        </p:spPr>
      </p:pic>
      <p:sp>
        <p:nvSpPr>
          <p:cNvPr id="43" name="TextBox 11">
            <a:extLst>
              <a:ext uri="{FF2B5EF4-FFF2-40B4-BE49-F238E27FC236}">
                <a16:creationId xmlns:a16="http://schemas.microsoft.com/office/drawing/2014/main" id="{F77D5E58-3FC8-343C-2E21-13A537353C17}"/>
              </a:ext>
            </a:extLst>
          </p:cNvPr>
          <p:cNvSpPr txBox="1"/>
          <p:nvPr/>
        </p:nvSpPr>
        <p:spPr>
          <a:xfrm>
            <a:off x="508522" y="1624303"/>
            <a:ext cx="1747377" cy="214143"/>
          </a:xfrm>
          <a:prstGeom prst="rect">
            <a:avLst/>
          </a:prstGeom>
          <a:noFill/>
          <a:ln cap="flat">
            <a:noFill/>
          </a:ln>
        </p:spPr>
        <p:txBody>
          <a:bodyPr vert="horz" wrap="square" lIns="0" tIns="0" rIns="0" bIns="0" anchor="t" anchorCtr="1" compatLnSpc="1">
            <a:noAutofit/>
          </a:bodyPr>
          <a:lstStyle/>
          <a:p>
            <a:pPr algn="ctr" defTabSz="457291">
              <a:lnSpc>
                <a:spcPct val="90000"/>
              </a:lnSpc>
              <a:defRPr sz="1800" b="0" i="0" u="none" strike="noStrike" kern="0" cap="none" spc="0" baseline="0">
                <a:solidFill>
                  <a:srgbClr val="000000"/>
                </a:solidFill>
                <a:uFillTx/>
              </a:defRPr>
            </a:pPr>
            <a:r>
              <a:rPr lang="en-US" altLang="ja-JP" sz="2000" b="1" kern="0" dirty="0">
                <a:solidFill>
                  <a:srgbClr val="000000">
                    <a:lumMod val="65000"/>
                    <a:lumOff val="35000"/>
                  </a:srgbClr>
                </a:solidFill>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cs typeface="Roboto"/>
              </a:rPr>
              <a:t>On-Premise</a:t>
            </a:r>
          </a:p>
        </p:txBody>
      </p:sp>
      <p:pic>
        <p:nvPicPr>
          <p:cNvPr id="44" name="Picture 5">
            <a:extLst>
              <a:ext uri="{FF2B5EF4-FFF2-40B4-BE49-F238E27FC236}">
                <a16:creationId xmlns:a16="http://schemas.microsoft.com/office/drawing/2014/main" id="{DF5BD2E7-D972-F305-9D0D-38E23A4A147C}"/>
              </a:ext>
            </a:extLst>
          </p:cNvPr>
          <p:cNvPicPr>
            <a:picLocks noChangeAspect="1"/>
          </p:cNvPicPr>
          <p:nvPr/>
        </p:nvPicPr>
        <p:blipFill>
          <a:blip r:embed="rId25" cstate="print">
            <a:duotone>
              <a:prstClr val="black"/>
              <a:srgbClr val="E7B209">
                <a:tint val="45000"/>
                <a:satMod val="400000"/>
              </a:srgbClr>
            </a:duotone>
            <a:extLst>
              <a:ext uri="{28A0092B-C50C-407E-A947-70E740481C1C}">
                <a14:useLocalDpi xmlns:a14="http://schemas.microsoft.com/office/drawing/2010/main" val="0"/>
              </a:ext>
            </a:extLst>
          </a:blip>
          <a:stretch>
            <a:fillRect/>
          </a:stretch>
        </p:blipFill>
        <p:spPr>
          <a:xfrm>
            <a:off x="651152" y="4838534"/>
            <a:ext cx="496166" cy="346638"/>
          </a:xfrm>
          <a:prstGeom prst="rect">
            <a:avLst/>
          </a:prstGeom>
        </p:spPr>
      </p:pic>
      <p:pic>
        <p:nvPicPr>
          <p:cNvPr id="45" name="Picture 29">
            <a:extLst>
              <a:ext uri="{FF2B5EF4-FFF2-40B4-BE49-F238E27FC236}">
                <a16:creationId xmlns:a16="http://schemas.microsoft.com/office/drawing/2014/main" id="{4E555B91-DF87-FD73-A5AD-1262F6E414C2}"/>
              </a:ext>
            </a:extLst>
          </p:cNvPr>
          <p:cNvPicPr>
            <a:picLocks noChangeAspect="1"/>
          </p:cNvPicPr>
          <p:nvPr/>
        </p:nvPicPr>
        <p:blipFill>
          <a:blip r:embed="rId26">
            <a:duotone>
              <a:prstClr val="black"/>
              <a:srgbClr val="E7B209">
                <a:tint val="45000"/>
                <a:satMod val="400000"/>
              </a:srgbClr>
            </a:duotone>
          </a:blip>
          <a:stretch>
            <a:fillRect/>
          </a:stretch>
        </p:blipFill>
        <p:spPr>
          <a:xfrm>
            <a:off x="1426878" y="4605333"/>
            <a:ext cx="600361" cy="354333"/>
          </a:xfrm>
          <a:prstGeom prst="rect">
            <a:avLst/>
          </a:prstGeom>
          <a:noFill/>
          <a:ln cap="flat">
            <a:noFill/>
          </a:ln>
        </p:spPr>
      </p:pic>
      <p:sp>
        <p:nvSpPr>
          <p:cNvPr id="46" name="TextBox 11">
            <a:extLst>
              <a:ext uri="{FF2B5EF4-FFF2-40B4-BE49-F238E27FC236}">
                <a16:creationId xmlns:a16="http://schemas.microsoft.com/office/drawing/2014/main" id="{134FD330-D2FD-169D-0696-031B0BC588A9}"/>
              </a:ext>
            </a:extLst>
          </p:cNvPr>
          <p:cNvSpPr txBox="1"/>
          <p:nvPr/>
        </p:nvSpPr>
        <p:spPr>
          <a:xfrm>
            <a:off x="1070960" y="4998751"/>
            <a:ext cx="1312195" cy="214143"/>
          </a:xfrm>
          <a:prstGeom prst="rect">
            <a:avLst/>
          </a:prstGeom>
          <a:noFill/>
          <a:ln cap="flat">
            <a:noFill/>
          </a:ln>
        </p:spPr>
        <p:txBody>
          <a:bodyPr vert="horz" wrap="square" lIns="0" tIns="0" rIns="0" bIns="0" anchor="t" anchorCtr="1" compatLnSpc="1">
            <a:noAutofit/>
          </a:bodyPr>
          <a:lstStyle/>
          <a:p>
            <a:pPr algn="ctr" defTabSz="457291">
              <a:lnSpc>
                <a:spcPct val="90000"/>
              </a:lnSpc>
              <a:defRPr sz="1800" b="0" i="0" u="none" strike="noStrike" kern="0" cap="none" spc="0" baseline="0">
                <a:solidFill>
                  <a:srgbClr val="000000"/>
                </a:solidFill>
                <a:uFillTx/>
              </a:defRPr>
            </a:pPr>
            <a:r>
              <a:rPr lang="ja-JP" altLang="en-US" sz="1000" b="1" kern="0">
                <a:solidFill>
                  <a:srgbClr val="373737"/>
                </a:solidFill>
                <a:latin typeface="Meiryo UI" panose="020B0604030504040204" pitchFamily="50" charset="-128"/>
                <a:ea typeface="Meiryo UI" panose="020B0604030504040204" pitchFamily="50" charset="-128"/>
                <a:cs typeface="Roboto"/>
              </a:rPr>
              <a:t>クラウド統合</a:t>
            </a:r>
            <a:endParaRPr lang="en-US" altLang="ja-JP" sz="1000" b="1" kern="0">
              <a:solidFill>
                <a:srgbClr val="373737"/>
              </a:solidFill>
              <a:latin typeface="Meiryo UI" panose="020B0604030504040204" pitchFamily="50" charset="-128"/>
              <a:ea typeface="Meiryo UI" panose="020B0604030504040204" pitchFamily="50" charset="-128"/>
              <a:cs typeface="Roboto"/>
            </a:endParaRPr>
          </a:p>
        </p:txBody>
      </p:sp>
      <p:sp>
        <p:nvSpPr>
          <p:cNvPr id="47" name="TextBox 11">
            <a:extLst>
              <a:ext uri="{FF2B5EF4-FFF2-40B4-BE49-F238E27FC236}">
                <a16:creationId xmlns:a16="http://schemas.microsoft.com/office/drawing/2014/main" id="{4D8B5240-CA68-B2BA-3C36-7AFEC2700222}"/>
              </a:ext>
            </a:extLst>
          </p:cNvPr>
          <p:cNvSpPr txBox="1"/>
          <p:nvPr/>
        </p:nvSpPr>
        <p:spPr>
          <a:xfrm>
            <a:off x="288526" y="5233874"/>
            <a:ext cx="1312195" cy="214143"/>
          </a:xfrm>
          <a:prstGeom prst="rect">
            <a:avLst/>
          </a:prstGeom>
          <a:noFill/>
          <a:ln cap="flat">
            <a:noFill/>
          </a:ln>
        </p:spPr>
        <p:txBody>
          <a:bodyPr vert="horz" wrap="square" lIns="0" tIns="0" rIns="0" bIns="0" anchor="t" anchorCtr="1" compatLnSpc="1">
            <a:noAutofit/>
          </a:bodyPr>
          <a:lstStyle/>
          <a:p>
            <a:pPr algn="ctr" defTabSz="457291">
              <a:lnSpc>
                <a:spcPct val="90000"/>
              </a:lnSpc>
              <a:defRPr sz="1800" b="0" i="0" u="none" strike="noStrike" kern="0" cap="none" spc="0" baseline="0">
                <a:solidFill>
                  <a:srgbClr val="000000"/>
                </a:solidFill>
                <a:uFillTx/>
              </a:defRPr>
            </a:pPr>
            <a:r>
              <a:rPr lang="en-US" altLang="ja-JP" sz="1000" b="1" kern="0">
                <a:solidFill>
                  <a:srgbClr val="373737"/>
                </a:solidFill>
                <a:latin typeface="Meiryo UI" panose="020B0604030504040204" pitchFamily="50" charset="-128"/>
                <a:ea typeface="Meiryo UI" panose="020B0604030504040204" pitchFamily="50" charset="-128"/>
                <a:cs typeface="Roboto"/>
              </a:rPr>
              <a:t>WebService</a:t>
            </a:r>
            <a:r>
              <a:rPr lang="ja-JP" altLang="en-US" sz="1000" b="1" kern="0">
                <a:solidFill>
                  <a:srgbClr val="373737"/>
                </a:solidFill>
                <a:latin typeface="Meiryo UI" panose="020B0604030504040204" pitchFamily="50" charset="-128"/>
                <a:ea typeface="Meiryo UI" panose="020B0604030504040204" pitchFamily="50" charset="-128"/>
                <a:cs typeface="Roboto"/>
              </a:rPr>
              <a:t>連携</a:t>
            </a:r>
            <a:endParaRPr lang="en-US" altLang="ja-JP" sz="1000" b="1" kern="0">
              <a:solidFill>
                <a:srgbClr val="373737"/>
              </a:solidFill>
              <a:latin typeface="Meiryo UI" panose="020B0604030504040204" pitchFamily="50" charset="-128"/>
              <a:ea typeface="Meiryo UI" panose="020B0604030504040204" pitchFamily="50" charset="-128"/>
              <a:cs typeface="Roboto"/>
            </a:endParaRPr>
          </a:p>
        </p:txBody>
      </p:sp>
      <p:pic>
        <p:nvPicPr>
          <p:cNvPr id="48" name="Picture 6">
            <a:extLst>
              <a:ext uri="{FF2B5EF4-FFF2-40B4-BE49-F238E27FC236}">
                <a16:creationId xmlns:a16="http://schemas.microsoft.com/office/drawing/2014/main" id="{FA8A9FFD-699A-621D-19DC-1850D5D8924F}"/>
              </a:ext>
            </a:extLst>
          </p:cNvPr>
          <p:cNvPicPr>
            <a:picLocks noChangeAspect="1"/>
          </p:cNvPicPr>
          <p:nvPr/>
        </p:nvPicPr>
        <p:blipFill>
          <a:blip r:embed="rId27">
            <a:duotone>
              <a:prstClr val="black"/>
              <a:srgbClr val="E7B209">
                <a:tint val="45000"/>
                <a:satMod val="400000"/>
              </a:srgbClr>
            </a:duotone>
          </a:blip>
          <a:stretch>
            <a:fillRect/>
          </a:stretch>
        </p:blipFill>
        <p:spPr>
          <a:xfrm>
            <a:off x="713308" y="4055200"/>
            <a:ext cx="660397" cy="469762"/>
          </a:xfrm>
          <a:prstGeom prst="rect">
            <a:avLst/>
          </a:prstGeom>
          <a:noFill/>
          <a:ln cap="flat">
            <a:noFill/>
          </a:ln>
        </p:spPr>
      </p:pic>
      <p:sp>
        <p:nvSpPr>
          <p:cNvPr id="49" name="TextBox 11">
            <a:extLst>
              <a:ext uri="{FF2B5EF4-FFF2-40B4-BE49-F238E27FC236}">
                <a16:creationId xmlns:a16="http://schemas.microsoft.com/office/drawing/2014/main" id="{6561E86B-84BD-05D1-D489-6E7C36143D7F}"/>
              </a:ext>
            </a:extLst>
          </p:cNvPr>
          <p:cNvSpPr txBox="1"/>
          <p:nvPr/>
        </p:nvSpPr>
        <p:spPr>
          <a:xfrm>
            <a:off x="390408" y="4604285"/>
            <a:ext cx="1312195" cy="214143"/>
          </a:xfrm>
          <a:prstGeom prst="rect">
            <a:avLst/>
          </a:prstGeom>
          <a:noFill/>
          <a:ln cap="flat">
            <a:noFill/>
          </a:ln>
        </p:spPr>
        <p:txBody>
          <a:bodyPr vert="horz" wrap="square" lIns="0" tIns="0" rIns="0" bIns="0" anchor="t" anchorCtr="1" compatLnSpc="1">
            <a:noAutofit/>
          </a:bodyPr>
          <a:lstStyle/>
          <a:p>
            <a:pPr algn="ctr" defTabSz="457291">
              <a:lnSpc>
                <a:spcPct val="90000"/>
              </a:lnSpc>
              <a:defRPr sz="1800" b="0" i="0" u="none" strike="noStrike" kern="0" cap="none" spc="0" baseline="0">
                <a:solidFill>
                  <a:srgbClr val="000000"/>
                </a:solidFill>
                <a:uFillTx/>
              </a:defRPr>
            </a:pPr>
            <a:r>
              <a:rPr lang="en-US" altLang="ja-JP" sz="1000" b="1" kern="0">
                <a:solidFill>
                  <a:srgbClr val="373737"/>
                </a:solidFill>
                <a:latin typeface="Meiryo UI" panose="020B0604030504040204" pitchFamily="50" charset="-128"/>
                <a:ea typeface="Meiryo UI" panose="020B0604030504040204" pitchFamily="50" charset="-128"/>
                <a:cs typeface="Roboto"/>
              </a:rPr>
              <a:t>WebAPI</a:t>
            </a:r>
            <a:r>
              <a:rPr lang="ja-JP" altLang="en-US" sz="1000" b="1" kern="0">
                <a:solidFill>
                  <a:srgbClr val="373737"/>
                </a:solidFill>
                <a:latin typeface="Meiryo UI" panose="020B0604030504040204" pitchFamily="50" charset="-128"/>
                <a:ea typeface="Meiryo UI" panose="020B0604030504040204" pitchFamily="50" charset="-128"/>
                <a:cs typeface="Roboto"/>
              </a:rPr>
              <a:t>連携</a:t>
            </a:r>
            <a:endParaRPr lang="en-US" altLang="ja-JP" sz="1000" b="1" kern="0">
              <a:solidFill>
                <a:srgbClr val="373737"/>
              </a:solidFill>
              <a:latin typeface="Meiryo UI" panose="020B0604030504040204" pitchFamily="50" charset="-128"/>
              <a:ea typeface="Meiryo UI" panose="020B0604030504040204" pitchFamily="50" charset="-128"/>
              <a:cs typeface="Roboto"/>
            </a:endParaRPr>
          </a:p>
        </p:txBody>
      </p:sp>
      <p:sp>
        <p:nvSpPr>
          <p:cNvPr id="50" name="TextBox 11">
            <a:extLst>
              <a:ext uri="{FF2B5EF4-FFF2-40B4-BE49-F238E27FC236}">
                <a16:creationId xmlns:a16="http://schemas.microsoft.com/office/drawing/2014/main" id="{69138CAA-A947-5386-2811-D9B087317F49}"/>
              </a:ext>
            </a:extLst>
          </p:cNvPr>
          <p:cNvSpPr txBox="1"/>
          <p:nvPr/>
        </p:nvSpPr>
        <p:spPr>
          <a:xfrm>
            <a:off x="321138" y="3001601"/>
            <a:ext cx="1054823" cy="214143"/>
          </a:xfrm>
          <a:prstGeom prst="rect">
            <a:avLst/>
          </a:prstGeom>
          <a:noFill/>
          <a:ln cap="flat">
            <a:noFill/>
          </a:ln>
        </p:spPr>
        <p:txBody>
          <a:bodyPr vert="horz" wrap="square" lIns="0" tIns="0" rIns="0" bIns="0" anchor="t" anchorCtr="1" compatLnSpc="1">
            <a:noAutofit/>
          </a:bodyPr>
          <a:lstStyle/>
          <a:p>
            <a:pPr algn="ctr" defTabSz="457291">
              <a:lnSpc>
                <a:spcPct val="90000"/>
              </a:lnSpc>
              <a:defRPr sz="1800" b="0" i="0" u="none" strike="noStrike" kern="0" cap="none" spc="0" baseline="0">
                <a:solidFill>
                  <a:srgbClr val="000000"/>
                </a:solidFill>
                <a:uFillTx/>
              </a:defRPr>
            </a:pPr>
            <a:r>
              <a:rPr lang="ja-JP" altLang="en-US" sz="1050" b="1" kern="0">
                <a:solidFill>
                  <a:srgbClr val="373737"/>
                </a:solidFill>
                <a:latin typeface="Meiryo UI" panose="020B0604030504040204" pitchFamily="50" charset="-128"/>
                <a:ea typeface="Meiryo UI" panose="020B0604030504040204" pitchFamily="50" charset="-128"/>
                <a:cs typeface="Roboto"/>
              </a:rPr>
              <a:t>データベース統合</a:t>
            </a:r>
            <a:endParaRPr lang="en-US" altLang="ja-JP" sz="1050" b="1" kern="0">
              <a:solidFill>
                <a:srgbClr val="373737"/>
              </a:solidFill>
              <a:latin typeface="Meiryo UI" panose="020B0604030504040204" pitchFamily="50" charset="-128"/>
              <a:ea typeface="Meiryo UI" panose="020B0604030504040204" pitchFamily="50" charset="-128"/>
              <a:cs typeface="Roboto"/>
            </a:endParaRPr>
          </a:p>
        </p:txBody>
      </p:sp>
      <p:sp>
        <p:nvSpPr>
          <p:cNvPr id="51" name="TextBox 11">
            <a:extLst>
              <a:ext uri="{FF2B5EF4-FFF2-40B4-BE49-F238E27FC236}">
                <a16:creationId xmlns:a16="http://schemas.microsoft.com/office/drawing/2014/main" id="{35AAB71D-F445-0CC6-BE85-F702EDF37EED}"/>
              </a:ext>
            </a:extLst>
          </p:cNvPr>
          <p:cNvSpPr txBox="1"/>
          <p:nvPr/>
        </p:nvSpPr>
        <p:spPr>
          <a:xfrm>
            <a:off x="755266" y="3796483"/>
            <a:ext cx="1054823" cy="214143"/>
          </a:xfrm>
          <a:prstGeom prst="rect">
            <a:avLst/>
          </a:prstGeom>
          <a:noFill/>
          <a:ln cap="flat">
            <a:noFill/>
          </a:ln>
        </p:spPr>
        <p:txBody>
          <a:bodyPr vert="horz" wrap="square" lIns="0" tIns="0" rIns="0" bIns="0" anchor="t" anchorCtr="1" compatLnSpc="1">
            <a:noAutofit/>
          </a:bodyPr>
          <a:lstStyle/>
          <a:p>
            <a:pPr algn="ctr" defTabSz="457291">
              <a:lnSpc>
                <a:spcPct val="90000"/>
              </a:lnSpc>
              <a:defRPr sz="1800" b="0" i="0" u="none" strike="noStrike" kern="0" cap="none" spc="0" baseline="0">
                <a:solidFill>
                  <a:srgbClr val="000000"/>
                </a:solidFill>
                <a:uFillTx/>
              </a:defRPr>
            </a:pPr>
            <a:r>
              <a:rPr lang="en-US" altLang="ja-JP" sz="2000" b="1" kern="0" dirty="0">
                <a:solidFill>
                  <a:srgbClr val="000000">
                    <a:lumMod val="65000"/>
                    <a:lumOff val="35000"/>
                  </a:srgbClr>
                </a:solidFill>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cs typeface="Roboto"/>
              </a:rPr>
              <a:t>Cloud</a:t>
            </a:r>
          </a:p>
        </p:txBody>
      </p:sp>
      <p:cxnSp>
        <p:nvCxnSpPr>
          <p:cNvPr id="52" name="直線矢印コネクタ 51">
            <a:extLst>
              <a:ext uri="{FF2B5EF4-FFF2-40B4-BE49-F238E27FC236}">
                <a16:creationId xmlns:a16="http://schemas.microsoft.com/office/drawing/2014/main" id="{2499823D-10E4-A6AD-FA12-FF99DEBADBAB}"/>
              </a:ext>
            </a:extLst>
          </p:cNvPr>
          <p:cNvCxnSpPr>
            <a:cxnSpLocks/>
          </p:cNvCxnSpPr>
          <p:nvPr/>
        </p:nvCxnSpPr>
        <p:spPr>
          <a:xfrm>
            <a:off x="2114472" y="2854334"/>
            <a:ext cx="379060" cy="246145"/>
          </a:xfrm>
          <a:prstGeom prst="straightConnector1">
            <a:avLst/>
          </a:prstGeom>
          <a:solidFill>
            <a:srgbClr val="FEBF00"/>
          </a:solidFill>
          <a:ln w="28575" cap="flat" cmpd="sng" algn="ctr">
            <a:solidFill>
              <a:srgbClr val="FEBF00"/>
            </a:solidFill>
            <a:prstDash val="solid"/>
            <a:headEnd type="oval"/>
            <a:tailEnd type="oval"/>
          </a:ln>
          <a:effectLst/>
        </p:spPr>
      </p:cxnSp>
      <p:cxnSp>
        <p:nvCxnSpPr>
          <p:cNvPr id="53" name="直線矢印コネクタ 52">
            <a:extLst>
              <a:ext uri="{FF2B5EF4-FFF2-40B4-BE49-F238E27FC236}">
                <a16:creationId xmlns:a16="http://schemas.microsoft.com/office/drawing/2014/main" id="{3DBA00D5-DE4A-3721-B7B8-674F0564678B}"/>
              </a:ext>
            </a:extLst>
          </p:cNvPr>
          <p:cNvCxnSpPr>
            <a:cxnSpLocks/>
            <a:endCxn id="33" idx="1"/>
          </p:cNvCxnSpPr>
          <p:nvPr/>
        </p:nvCxnSpPr>
        <p:spPr>
          <a:xfrm flipV="1">
            <a:off x="2142929" y="4193134"/>
            <a:ext cx="400461" cy="263884"/>
          </a:xfrm>
          <a:prstGeom prst="straightConnector1">
            <a:avLst/>
          </a:prstGeom>
          <a:solidFill>
            <a:srgbClr val="FEBF00"/>
          </a:solidFill>
          <a:ln w="28575" cap="flat" cmpd="sng" algn="ctr">
            <a:solidFill>
              <a:srgbClr val="FEBF00"/>
            </a:solidFill>
            <a:prstDash val="solid"/>
            <a:headEnd type="oval"/>
            <a:tailEnd type="oval"/>
          </a:ln>
          <a:effectLst/>
        </p:spPr>
      </p:cxnSp>
      <p:grpSp>
        <p:nvGrpSpPr>
          <p:cNvPr id="54" name="グループ化 53">
            <a:extLst>
              <a:ext uri="{FF2B5EF4-FFF2-40B4-BE49-F238E27FC236}">
                <a16:creationId xmlns:a16="http://schemas.microsoft.com/office/drawing/2014/main" id="{0DF2E6C3-9A88-D0A8-AD9B-B39CB5123818}"/>
              </a:ext>
            </a:extLst>
          </p:cNvPr>
          <p:cNvGrpSpPr/>
          <p:nvPr/>
        </p:nvGrpSpPr>
        <p:grpSpPr>
          <a:xfrm>
            <a:off x="10962871" y="2373316"/>
            <a:ext cx="428124" cy="506584"/>
            <a:chOff x="2304457" y="2462072"/>
            <a:chExt cx="342898" cy="427178"/>
          </a:xfrm>
          <a:solidFill>
            <a:srgbClr val="3AA7C9"/>
          </a:solidFill>
        </p:grpSpPr>
        <p:sp>
          <p:nvSpPr>
            <p:cNvPr id="55" name="Freeform 102">
              <a:extLst>
                <a:ext uri="{FF2B5EF4-FFF2-40B4-BE49-F238E27FC236}">
                  <a16:creationId xmlns:a16="http://schemas.microsoft.com/office/drawing/2014/main" id="{B2A743A7-FBF0-A15A-6D63-8D03472DC613}"/>
                </a:ext>
              </a:extLst>
            </p:cNvPr>
            <p:cNvSpPr>
              <a:spLocks noEditPoints="1"/>
            </p:cNvSpPr>
            <p:nvPr/>
          </p:nvSpPr>
          <p:spPr bwMode="auto">
            <a:xfrm>
              <a:off x="2310593" y="2468389"/>
              <a:ext cx="325572" cy="386752"/>
            </a:xfrm>
            <a:custGeom>
              <a:avLst/>
              <a:gdLst>
                <a:gd name="T0" fmla="*/ 457 w 1021"/>
                <a:gd name="T1" fmla="*/ 251 h 1212"/>
                <a:gd name="T2" fmla="*/ 512 w 1021"/>
                <a:gd name="T3" fmla="*/ 222 h 1212"/>
                <a:gd name="T4" fmla="*/ 588 w 1021"/>
                <a:gd name="T5" fmla="*/ 164 h 1212"/>
                <a:gd name="T6" fmla="*/ 613 w 1021"/>
                <a:gd name="T7" fmla="*/ 231 h 1212"/>
                <a:gd name="T8" fmla="*/ 665 w 1021"/>
                <a:gd name="T9" fmla="*/ 252 h 1212"/>
                <a:gd name="T10" fmla="*/ 725 w 1021"/>
                <a:gd name="T11" fmla="*/ 221 h 1212"/>
                <a:gd name="T12" fmla="*/ 737 w 1021"/>
                <a:gd name="T13" fmla="*/ 315 h 1212"/>
                <a:gd name="T14" fmla="*/ 756 w 1021"/>
                <a:gd name="T15" fmla="*/ 374 h 1212"/>
                <a:gd name="T16" fmla="*/ 823 w 1021"/>
                <a:gd name="T17" fmla="*/ 400 h 1212"/>
                <a:gd name="T18" fmla="*/ 765 w 1021"/>
                <a:gd name="T19" fmla="*/ 475 h 1212"/>
                <a:gd name="T20" fmla="*/ 737 w 1021"/>
                <a:gd name="T21" fmla="*/ 530 h 1212"/>
                <a:gd name="T22" fmla="*/ 766 w 1021"/>
                <a:gd name="T23" fmla="*/ 596 h 1212"/>
                <a:gd name="T24" fmla="*/ 672 w 1021"/>
                <a:gd name="T25" fmla="*/ 607 h 1212"/>
                <a:gd name="T26" fmla="*/ 659 w 1021"/>
                <a:gd name="T27" fmla="*/ 607 h 1212"/>
                <a:gd name="T28" fmla="*/ 604 w 1021"/>
                <a:gd name="T29" fmla="*/ 635 h 1212"/>
                <a:gd name="T30" fmla="*/ 529 w 1021"/>
                <a:gd name="T31" fmla="*/ 694 h 1212"/>
                <a:gd name="T32" fmla="*/ 503 w 1021"/>
                <a:gd name="T33" fmla="*/ 627 h 1212"/>
                <a:gd name="T34" fmla="*/ 450 w 1021"/>
                <a:gd name="T35" fmla="*/ 606 h 1212"/>
                <a:gd name="T36" fmla="*/ 392 w 1021"/>
                <a:gd name="T37" fmla="*/ 637 h 1212"/>
                <a:gd name="T38" fmla="*/ 380 w 1021"/>
                <a:gd name="T39" fmla="*/ 542 h 1212"/>
                <a:gd name="T40" fmla="*/ 360 w 1021"/>
                <a:gd name="T41" fmla="*/ 483 h 1212"/>
                <a:gd name="T42" fmla="*/ 293 w 1021"/>
                <a:gd name="T43" fmla="*/ 458 h 1212"/>
                <a:gd name="T44" fmla="*/ 352 w 1021"/>
                <a:gd name="T45" fmla="*/ 383 h 1212"/>
                <a:gd name="T46" fmla="*/ 380 w 1021"/>
                <a:gd name="T47" fmla="*/ 328 h 1212"/>
                <a:gd name="T48" fmla="*/ 350 w 1021"/>
                <a:gd name="T49" fmla="*/ 262 h 1212"/>
                <a:gd name="T50" fmla="*/ 445 w 1021"/>
                <a:gd name="T51" fmla="*/ 251 h 1212"/>
                <a:gd name="T52" fmla="*/ 576 w 1021"/>
                <a:gd name="T53" fmla="*/ 0 h 1212"/>
                <a:gd name="T54" fmla="*/ 91 w 1021"/>
                <a:gd name="T55" fmla="*/ 505 h 1212"/>
                <a:gd name="T56" fmla="*/ 23 w 1021"/>
                <a:gd name="T57" fmla="*/ 721 h 1212"/>
                <a:gd name="T58" fmla="*/ 156 w 1021"/>
                <a:gd name="T59" fmla="*/ 1034 h 1212"/>
                <a:gd name="T60" fmla="*/ 290 w 1021"/>
                <a:gd name="T61" fmla="*/ 1051 h 1212"/>
                <a:gd name="T62" fmla="*/ 395 w 1021"/>
                <a:gd name="T63" fmla="*/ 1059 h 1212"/>
                <a:gd name="T64" fmla="*/ 952 w 1021"/>
                <a:gd name="T65" fmla="*/ 1074 h 1212"/>
                <a:gd name="T66" fmla="*/ 906 w 1021"/>
                <a:gd name="T67" fmla="*/ 804 h 1212"/>
                <a:gd name="T68" fmla="*/ 989 w 1021"/>
                <a:gd name="T69" fmla="*/ 622 h 1212"/>
                <a:gd name="T70" fmla="*/ 1021 w 1021"/>
                <a:gd name="T71" fmla="*/ 451 h 1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021" h="1212">
                  <a:moveTo>
                    <a:pt x="451" y="252"/>
                  </a:moveTo>
                  <a:cubicBezTo>
                    <a:pt x="453" y="252"/>
                    <a:pt x="455" y="252"/>
                    <a:pt x="457" y="251"/>
                  </a:cubicBezTo>
                  <a:cubicBezTo>
                    <a:pt x="472" y="242"/>
                    <a:pt x="487" y="235"/>
                    <a:pt x="503" y="231"/>
                  </a:cubicBezTo>
                  <a:cubicBezTo>
                    <a:pt x="508" y="230"/>
                    <a:pt x="511" y="226"/>
                    <a:pt x="512" y="222"/>
                  </a:cubicBezTo>
                  <a:cubicBezTo>
                    <a:pt x="529" y="164"/>
                    <a:pt x="529" y="164"/>
                    <a:pt x="529" y="164"/>
                  </a:cubicBezTo>
                  <a:cubicBezTo>
                    <a:pt x="588" y="164"/>
                    <a:pt x="588" y="164"/>
                    <a:pt x="588" y="164"/>
                  </a:cubicBezTo>
                  <a:cubicBezTo>
                    <a:pt x="604" y="222"/>
                    <a:pt x="604" y="222"/>
                    <a:pt x="604" y="222"/>
                  </a:cubicBezTo>
                  <a:cubicBezTo>
                    <a:pt x="605" y="226"/>
                    <a:pt x="609" y="230"/>
                    <a:pt x="613" y="231"/>
                  </a:cubicBezTo>
                  <a:cubicBezTo>
                    <a:pt x="629" y="235"/>
                    <a:pt x="645" y="242"/>
                    <a:pt x="659" y="251"/>
                  </a:cubicBezTo>
                  <a:cubicBezTo>
                    <a:pt x="661" y="252"/>
                    <a:pt x="663" y="252"/>
                    <a:pt x="665" y="252"/>
                  </a:cubicBezTo>
                  <a:cubicBezTo>
                    <a:pt x="668" y="252"/>
                    <a:pt x="670" y="252"/>
                    <a:pt x="672" y="251"/>
                  </a:cubicBezTo>
                  <a:cubicBezTo>
                    <a:pt x="725" y="221"/>
                    <a:pt x="725" y="221"/>
                    <a:pt x="725" y="221"/>
                  </a:cubicBezTo>
                  <a:cubicBezTo>
                    <a:pt x="766" y="262"/>
                    <a:pt x="766" y="262"/>
                    <a:pt x="766" y="262"/>
                  </a:cubicBezTo>
                  <a:cubicBezTo>
                    <a:pt x="737" y="315"/>
                    <a:pt x="737" y="315"/>
                    <a:pt x="737" y="315"/>
                  </a:cubicBezTo>
                  <a:cubicBezTo>
                    <a:pt x="734" y="319"/>
                    <a:pt x="734" y="324"/>
                    <a:pt x="737" y="328"/>
                  </a:cubicBezTo>
                  <a:cubicBezTo>
                    <a:pt x="745" y="342"/>
                    <a:pt x="751" y="358"/>
                    <a:pt x="756" y="374"/>
                  </a:cubicBezTo>
                  <a:cubicBezTo>
                    <a:pt x="757" y="378"/>
                    <a:pt x="760" y="382"/>
                    <a:pt x="765" y="383"/>
                  </a:cubicBezTo>
                  <a:cubicBezTo>
                    <a:pt x="823" y="400"/>
                    <a:pt x="823" y="400"/>
                    <a:pt x="823" y="400"/>
                  </a:cubicBezTo>
                  <a:cubicBezTo>
                    <a:pt x="823" y="458"/>
                    <a:pt x="823" y="458"/>
                    <a:pt x="823" y="458"/>
                  </a:cubicBezTo>
                  <a:cubicBezTo>
                    <a:pt x="765" y="475"/>
                    <a:pt x="765" y="475"/>
                    <a:pt x="765" y="475"/>
                  </a:cubicBezTo>
                  <a:cubicBezTo>
                    <a:pt x="760" y="476"/>
                    <a:pt x="757" y="479"/>
                    <a:pt x="756" y="483"/>
                  </a:cubicBezTo>
                  <a:cubicBezTo>
                    <a:pt x="751" y="500"/>
                    <a:pt x="745" y="516"/>
                    <a:pt x="737" y="530"/>
                  </a:cubicBezTo>
                  <a:cubicBezTo>
                    <a:pt x="735" y="534"/>
                    <a:pt x="735" y="539"/>
                    <a:pt x="737" y="542"/>
                  </a:cubicBezTo>
                  <a:cubicBezTo>
                    <a:pt x="766" y="596"/>
                    <a:pt x="766" y="596"/>
                    <a:pt x="766" y="596"/>
                  </a:cubicBezTo>
                  <a:cubicBezTo>
                    <a:pt x="725" y="637"/>
                    <a:pt x="725" y="637"/>
                    <a:pt x="725" y="637"/>
                  </a:cubicBezTo>
                  <a:cubicBezTo>
                    <a:pt x="672" y="607"/>
                    <a:pt x="672" y="607"/>
                    <a:pt x="672" y="607"/>
                  </a:cubicBezTo>
                  <a:cubicBezTo>
                    <a:pt x="670" y="606"/>
                    <a:pt x="668" y="606"/>
                    <a:pt x="666" y="606"/>
                  </a:cubicBezTo>
                  <a:cubicBezTo>
                    <a:pt x="664" y="606"/>
                    <a:pt x="661" y="606"/>
                    <a:pt x="659" y="607"/>
                  </a:cubicBezTo>
                  <a:cubicBezTo>
                    <a:pt x="645" y="616"/>
                    <a:pt x="629" y="622"/>
                    <a:pt x="613" y="627"/>
                  </a:cubicBezTo>
                  <a:cubicBezTo>
                    <a:pt x="609" y="628"/>
                    <a:pt x="605" y="631"/>
                    <a:pt x="604" y="635"/>
                  </a:cubicBezTo>
                  <a:cubicBezTo>
                    <a:pt x="587" y="694"/>
                    <a:pt x="587" y="694"/>
                    <a:pt x="587" y="694"/>
                  </a:cubicBezTo>
                  <a:cubicBezTo>
                    <a:pt x="529" y="694"/>
                    <a:pt x="529" y="694"/>
                    <a:pt x="529" y="694"/>
                  </a:cubicBezTo>
                  <a:cubicBezTo>
                    <a:pt x="512" y="635"/>
                    <a:pt x="512" y="635"/>
                    <a:pt x="512" y="635"/>
                  </a:cubicBezTo>
                  <a:cubicBezTo>
                    <a:pt x="511" y="631"/>
                    <a:pt x="508" y="628"/>
                    <a:pt x="503" y="627"/>
                  </a:cubicBezTo>
                  <a:cubicBezTo>
                    <a:pt x="487" y="622"/>
                    <a:pt x="472" y="616"/>
                    <a:pt x="457" y="607"/>
                  </a:cubicBezTo>
                  <a:cubicBezTo>
                    <a:pt x="455" y="606"/>
                    <a:pt x="453" y="606"/>
                    <a:pt x="450" y="606"/>
                  </a:cubicBezTo>
                  <a:cubicBezTo>
                    <a:pt x="448" y="606"/>
                    <a:pt x="447" y="606"/>
                    <a:pt x="445" y="607"/>
                  </a:cubicBezTo>
                  <a:cubicBezTo>
                    <a:pt x="392" y="637"/>
                    <a:pt x="392" y="637"/>
                    <a:pt x="392" y="637"/>
                  </a:cubicBezTo>
                  <a:cubicBezTo>
                    <a:pt x="351" y="596"/>
                    <a:pt x="351" y="596"/>
                    <a:pt x="351" y="596"/>
                  </a:cubicBezTo>
                  <a:cubicBezTo>
                    <a:pt x="380" y="542"/>
                    <a:pt x="380" y="542"/>
                    <a:pt x="380" y="542"/>
                  </a:cubicBezTo>
                  <a:cubicBezTo>
                    <a:pt x="382" y="539"/>
                    <a:pt x="382" y="534"/>
                    <a:pt x="380" y="530"/>
                  </a:cubicBezTo>
                  <a:cubicBezTo>
                    <a:pt x="371" y="516"/>
                    <a:pt x="365" y="500"/>
                    <a:pt x="360" y="483"/>
                  </a:cubicBezTo>
                  <a:cubicBezTo>
                    <a:pt x="359" y="479"/>
                    <a:pt x="356" y="476"/>
                    <a:pt x="352" y="475"/>
                  </a:cubicBezTo>
                  <a:cubicBezTo>
                    <a:pt x="293" y="458"/>
                    <a:pt x="293" y="458"/>
                    <a:pt x="293" y="458"/>
                  </a:cubicBezTo>
                  <a:cubicBezTo>
                    <a:pt x="293" y="400"/>
                    <a:pt x="293" y="400"/>
                    <a:pt x="293" y="400"/>
                  </a:cubicBezTo>
                  <a:cubicBezTo>
                    <a:pt x="352" y="383"/>
                    <a:pt x="352" y="383"/>
                    <a:pt x="352" y="383"/>
                  </a:cubicBezTo>
                  <a:cubicBezTo>
                    <a:pt x="356" y="382"/>
                    <a:pt x="359" y="378"/>
                    <a:pt x="360" y="374"/>
                  </a:cubicBezTo>
                  <a:cubicBezTo>
                    <a:pt x="365" y="358"/>
                    <a:pt x="371" y="342"/>
                    <a:pt x="380" y="328"/>
                  </a:cubicBezTo>
                  <a:cubicBezTo>
                    <a:pt x="382" y="324"/>
                    <a:pt x="382" y="319"/>
                    <a:pt x="380" y="315"/>
                  </a:cubicBezTo>
                  <a:cubicBezTo>
                    <a:pt x="350" y="262"/>
                    <a:pt x="350" y="262"/>
                    <a:pt x="350" y="262"/>
                  </a:cubicBezTo>
                  <a:cubicBezTo>
                    <a:pt x="392" y="221"/>
                    <a:pt x="392" y="221"/>
                    <a:pt x="392" y="221"/>
                  </a:cubicBezTo>
                  <a:cubicBezTo>
                    <a:pt x="445" y="251"/>
                    <a:pt x="445" y="251"/>
                    <a:pt x="445" y="251"/>
                  </a:cubicBezTo>
                  <a:cubicBezTo>
                    <a:pt x="447" y="252"/>
                    <a:pt x="449" y="252"/>
                    <a:pt x="451" y="252"/>
                  </a:cubicBezTo>
                  <a:moveTo>
                    <a:pt x="576" y="0"/>
                  </a:moveTo>
                  <a:cubicBezTo>
                    <a:pt x="318" y="0"/>
                    <a:pt x="89" y="171"/>
                    <a:pt x="89" y="429"/>
                  </a:cubicBezTo>
                  <a:cubicBezTo>
                    <a:pt x="89" y="448"/>
                    <a:pt x="103" y="479"/>
                    <a:pt x="91" y="505"/>
                  </a:cubicBezTo>
                  <a:cubicBezTo>
                    <a:pt x="7" y="679"/>
                    <a:pt x="7" y="679"/>
                    <a:pt x="7" y="679"/>
                  </a:cubicBezTo>
                  <a:cubicBezTo>
                    <a:pt x="0" y="695"/>
                    <a:pt x="7" y="714"/>
                    <a:pt x="23" y="721"/>
                  </a:cubicBezTo>
                  <a:cubicBezTo>
                    <a:pt x="85" y="748"/>
                    <a:pt x="85" y="748"/>
                    <a:pt x="85" y="748"/>
                  </a:cubicBezTo>
                  <a:cubicBezTo>
                    <a:pt x="85" y="748"/>
                    <a:pt x="125" y="1002"/>
                    <a:pt x="156" y="1034"/>
                  </a:cubicBezTo>
                  <a:cubicBezTo>
                    <a:pt x="171" y="1049"/>
                    <a:pt x="217" y="1051"/>
                    <a:pt x="265" y="1051"/>
                  </a:cubicBezTo>
                  <a:cubicBezTo>
                    <a:pt x="273" y="1051"/>
                    <a:pt x="282" y="1051"/>
                    <a:pt x="290" y="1051"/>
                  </a:cubicBezTo>
                  <a:cubicBezTo>
                    <a:pt x="298" y="1051"/>
                    <a:pt x="307" y="1051"/>
                    <a:pt x="315" y="1051"/>
                  </a:cubicBezTo>
                  <a:cubicBezTo>
                    <a:pt x="351" y="1051"/>
                    <a:pt x="382" y="1052"/>
                    <a:pt x="395" y="1059"/>
                  </a:cubicBezTo>
                  <a:cubicBezTo>
                    <a:pt x="431" y="1080"/>
                    <a:pt x="458" y="1212"/>
                    <a:pt x="458" y="1212"/>
                  </a:cubicBezTo>
                  <a:cubicBezTo>
                    <a:pt x="952" y="1074"/>
                    <a:pt x="952" y="1074"/>
                    <a:pt x="952" y="1074"/>
                  </a:cubicBezTo>
                  <a:cubicBezTo>
                    <a:pt x="901" y="949"/>
                    <a:pt x="901" y="949"/>
                    <a:pt x="901" y="949"/>
                  </a:cubicBezTo>
                  <a:cubicBezTo>
                    <a:pt x="882" y="902"/>
                    <a:pt x="883" y="850"/>
                    <a:pt x="906" y="804"/>
                  </a:cubicBezTo>
                  <a:cubicBezTo>
                    <a:pt x="969" y="665"/>
                    <a:pt x="969" y="665"/>
                    <a:pt x="969" y="665"/>
                  </a:cubicBezTo>
                  <a:cubicBezTo>
                    <a:pt x="989" y="622"/>
                    <a:pt x="989" y="622"/>
                    <a:pt x="989" y="622"/>
                  </a:cubicBezTo>
                  <a:cubicBezTo>
                    <a:pt x="989" y="622"/>
                    <a:pt x="989" y="622"/>
                    <a:pt x="989" y="622"/>
                  </a:cubicBezTo>
                  <a:cubicBezTo>
                    <a:pt x="1010" y="569"/>
                    <a:pt x="1021" y="511"/>
                    <a:pt x="1021" y="451"/>
                  </a:cubicBezTo>
                  <a:cubicBezTo>
                    <a:pt x="1021" y="193"/>
                    <a:pt x="833" y="0"/>
                    <a:pt x="576"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a typeface="游ゴシック"/>
              </a:endParaRPr>
            </a:p>
          </p:txBody>
        </p:sp>
        <p:sp>
          <p:nvSpPr>
            <p:cNvPr id="56" name="Freeform 103">
              <a:extLst>
                <a:ext uri="{FF2B5EF4-FFF2-40B4-BE49-F238E27FC236}">
                  <a16:creationId xmlns:a16="http://schemas.microsoft.com/office/drawing/2014/main" id="{98624057-1826-8854-6173-826B03EEDFEC}"/>
                </a:ext>
              </a:extLst>
            </p:cNvPr>
            <p:cNvSpPr>
              <a:spLocks noEditPoints="1"/>
            </p:cNvSpPr>
            <p:nvPr/>
          </p:nvSpPr>
          <p:spPr bwMode="auto">
            <a:xfrm>
              <a:off x="2397581" y="2514409"/>
              <a:ext cx="182277" cy="181736"/>
            </a:xfrm>
            <a:custGeom>
              <a:avLst/>
              <a:gdLst>
                <a:gd name="T0" fmla="*/ 256 w 571"/>
                <a:gd name="T1" fmla="*/ 570 h 570"/>
                <a:gd name="T2" fmla="*/ 221 w 571"/>
                <a:gd name="T3" fmla="*/ 502 h 570"/>
                <a:gd name="T4" fmla="*/ 129 w 571"/>
                <a:gd name="T5" fmla="*/ 511 h 570"/>
                <a:gd name="T6" fmla="*/ 63 w 571"/>
                <a:gd name="T7" fmla="*/ 466 h 570"/>
                <a:gd name="T8" fmla="*/ 87 w 571"/>
                <a:gd name="T9" fmla="*/ 392 h 570"/>
                <a:gd name="T10" fmla="*/ 15 w 571"/>
                <a:gd name="T11" fmla="*/ 334 h 570"/>
                <a:gd name="T12" fmla="*/ 0 w 571"/>
                <a:gd name="T13" fmla="*/ 256 h 570"/>
                <a:gd name="T14" fmla="*/ 69 w 571"/>
                <a:gd name="T15" fmla="*/ 220 h 570"/>
                <a:gd name="T16" fmla="*/ 59 w 571"/>
                <a:gd name="T17" fmla="*/ 129 h 570"/>
                <a:gd name="T18" fmla="*/ 104 w 571"/>
                <a:gd name="T19" fmla="*/ 63 h 570"/>
                <a:gd name="T20" fmla="*/ 178 w 571"/>
                <a:gd name="T21" fmla="*/ 86 h 570"/>
                <a:gd name="T22" fmla="*/ 236 w 571"/>
                <a:gd name="T23" fmla="*/ 15 h 570"/>
                <a:gd name="T24" fmla="*/ 315 w 571"/>
                <a:gd name="T25" fmla="*/ 0 h 570"/>
                <a:gd name="T26" fmla="*/ 350 w 571"/>
                <a:gd name="T27" fmla="*/ 68 h 570"/>
                <a:gd name="T28" fmla="*/ 442 w 571"/>
                <a:gd name="T29" fmla="*/ 59 h 570"/>
                <a:gd name="T30" fmla="*/ 508 w 571"/>
                <a:gd name="T31" fmla="*/ 104 h 570"/>
                <a:gd name="T32" fmla="*/ 484 w 571"/>
                <a:gd name="T33" fmla="*/ 178 h 570"/>
                <a:gd name="T34" fmla="*/ 555 w 571"/>
                <a:gd name="T35" fmla="*/ 236 h 570"/>
                <a:gd name="T36" fmla="*/ 571 w 571"/>
                <a:gd name="T37" fmla="*/ 314 h 570"/>
                <a:gd name="T38" fmla="*/ 502 w 571"/>
                <a:gd name="T39" fmla="*/ 349 h 570"/>
                <a:gd name="T40" fmla="*/ 511 w 571"/>
                <a:gd name="T41" fmla="*/ 442 h 570"/>
                <a:gd name="T42" fmla="*/ 466 w 571"/>
                <a:gd name="T43" fmla="*/ 507 h 570"/>
                <a:gd name="T44" fmla="*/ 393 w 571"/>
                <a:gd name="T45" fmla="*/ 484 h 570"/>
                <a:gd name="T46" fmla="*/ 334 w 571"/>
                <a:gd name="T47" fmla="*/ 555 h 570"/>
                <a:gd name="T48" fmla="*/ 272 w 571"/>
                <a:gd name="T49" fmla="*/ 529 h 570"/>
                <a:gd name="T50" fmla="*/ 311 w 571"/>
                <a:gd name="T51" fmla="*/ 486 h 570"/>
                <a:gd name="T52" fmla="*/ 376 w 571"/>
                <a:gd name="T53" fmla="*/ 446 h 570"/>
                <a:gd name="T54" fmla="*/ 409 w 571"/>
                <a:gd name="T55" fmla="*/ 445 h 570"/>
                <a:gd name="T56" fmla="*/ 467 w 571"/>
                <a:gd name="T57" fmla="*/ 448 h 570"/>
                <a:gd name="T58" fmla="*/ 446 w 571"/>
                <a:gd name="T59" fmla="*/ 376 h 570"/>
                <a:gd name="T60" fmla="*/ 486 w 571"/>
                <a:gd name="T61" fmla="*/ 311 h 570"/>
                <a:gd name="T62" fmla="*/ 529 w 571"/>
                <a:gd name="T63" fmla="*/ 271 h 570"/>
                <a:gd name="T64" fmla="*/ 463 w 571"/>
                <a:gd name="T65" fmla="*/ 236 h 570"/>
                <a:gd name="T66" fmla="*/ 446 w 571"/>
                <a:gd name="T67" fmla="*/ 161 h 570"/>
                <a:gd name="T68" fmla="*/ 448 w 571"/>
                <a:gd name="T69" fmla="*/ 103 h 570"/>
                <a:gd name="T70" fmla="*/ 376 w 571"/>
                <a:gd name="T71" fmla="*/ 125 h 570"/>
                <a:gd name="T72" fmla="*/ 311 w 571"/>
                <a:gd name="T73" fmla="*/ 84 h 570"/>
                <a:gd name="T74" fmla="*/ 271 w 571"/>
                <a:gd name="T75" fmla="*/ 41 h 570"/>
                <a:gd name="T76" fmla="*/ 236 w 571"/>
                <a:gd name="T77" fmla="*/ 107 h 570"/>
                <a:gd name="T78" fmla="*/ 162 w 571"/>
                <a:gd name="T79" fmla="*/ 125 h 570"/>
                <a:gd name="T80" fmla="*/ 103 w 571"/>
                <a:gd name="T81" fmla="*/ 122 h 570"/>
                <a:gd name="T82" fmla="*/ 125 w 571"/>
                <a:gd name="T83" fmla="*/ 194 h 570"/>
                <a:gd name="T84" fmla="*/ 84 w 571"/>
                <a:gd name="T85" fmla="*/ 259 h 570"/>
                <a:gd name="T86" fmla="*/ 41 w 571"/>
                <a:gd name="T87" fmla="*/ 299 h 570"/>
                <a:gd name="T88" fmla="*/ 107 w 571"/>
                <a:gd name="T89" fmla="*/ 334 h 570"/>
                <a:gd name="T90" fmla="*/ 125 w 571"/>
                <a:gd name="T91" fmla="*/ 409 h 570"/>
                <a:gd name="T92" fmla="*/ 122 w 571"/>
                <a:gd name="T93" fmla="*/ 467 h 570"/>
                <a:gd name="T94" fmla="*/ 162 w 571"/>
                <a:gd name="T95" fmla="*/ 445 h 570"/>
                <a:gd name="T96" fmla="*/ 236 w 571"/>
                <a:gd name="T97" fmla="*/ 463 h 570"/>
                <a:gd name="T98" fmla="*/ 272 w 571"/>
                <a:gd name="T99" fmla="*/ 529 h 570"/>
                <a:gd name="T100" fmla="*/ 397 w 571"/>
                <a:gd name="T101" fmla="*/ 481 h 570"/>
                <a:gd name="T102" fmla="*/ 89 w 571"/>
                <a:gd name="T103" fmla="*/ 389 h 570"/>
                <a:gd name="T104" fmla="*/ 482 w 571"/>
                <a:gd name="T105" fmla="*/ 389 h 570"/>
                <a:gd name="T106" fmla="*/ 89 w 571"/>
                <a:gd name="T107" fmla="*/ 181 h 570"/>
                <a:gd name="T108" fmla="*/ 89 w 571"/>
                <a:gd name="T109" fmla="*/ 181 h 570"/>
                <a:gd name="T110" fmla="*/ 482 w 571"/>
                <a:gd name="T111" fmla="*/ 181 h 570"/>
                <a:gd name="T112" fmla="*/ 89 w 571"/>
                <a:gd name="T113" fmla="*/ 174 h 570"/>
                <a:gd name="T114" fmla="*/ 482 w 571"/>
                <a:gd name="T115" fmla="*/ 174 h 570"/>
                <a:gd name="T116" fmla="*/ 351 w 571"/>
                <a:gd name="T117" fmla="*/ 73 h 5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571" h="570">
                  <a:moveTo>
                    <a:pt x="314" y="570"/>
                  </a:moveTo>
                  <a:cubicBezTo>
                    <a:pt x="256" y="570"/>
                    <a:pt x="256" y="570"/>
                    <a:pt x="256" y="570"/>
                  </a:cubicBezTo>
                  <a:cubicBezTo>
                    <a:pt x="247" y="570"/>
                    <a:pt x="239" y="564"/>
                    <a:pt x="236" y="555"/>
                  </a:cubicBezTo>
                  <a:cubicBezTo>
                    <a:pt x="221" y="502"/>
                    <a:pt x="221" y="502"/>
                    <a:pt x="221" y="502"/>
                  </a:cubicBezTo>
                  <a:cubicBezTo>
                    <a:pt x="206" y="497"/>
                    <a:pt x="191" y="491"/>
                    <a:pt x="177" y="484"/>
                  </a:cubicBezTo>
                  <a:cubicBezTo>
                    <a:pt x="129" y="511"/>
                    <a:pt x="129" y="511"/>
                    <a:pt x="129" y="511"/>
                  </a:cubicBezTo>
                  <a:cubicBezTo>
                    <a:pt x="121" y="515"/>
                    <a:pt x="110" y="514"/>
                    <a:pt x="104" y="507"/>
                  </a:cubicBezTo>
                  <a:cubicBezTo>
                    <a:pt x="63" y="466"/>
                    <a:pt x="63" y="466"/>
                    <a:pt x="63" y="466"/>
                  </a:cubicBezTo>
                  <a:cubicBezTo>
                    <a:pt x="56" y="460"/>
                    <a:pt x="55" y="450"/>
                    <a:pt x="59" y="442"/>
                  </a:cubicBezTo>
                  <a:cubicBezTo>
                    <a:pt x="87" y="392"/>
                    <a:pt x="87" y="392"/>
                    <a:pt x="87" y="392"/>
                  </a:cubicBezTo>
                  <a:cubicBezTo>
                    <a:pt x="79" y="379"/>
                    <a:pt x="73" y="365"/>
                    <a:pt x="69" y="349"/>
                  </a:cubicBezTo>
                  <a:cubicBezTo>
                    <a:pt x="15" y="334"/>
                    <a:pt x="15" y="334"/>
                    <a:pt x="15" y="334"/>
                  </a:cubicBezTo>
                  <a:cubicBezTo>
                    <a:pt x="6" y="332"/>
                    <a:pt x="0" y="323"/>
                    <a:pt x="0" y="314"/>
                  </a:cubicBezTo>
                  <a:cubicBezTo>
                    <a:pt x="0" y="256"/>
                    <a:pt x="0" y="256"/>
                    <a:pt x="0" y="256"/>
                  </a:cubicBezTo>
                  <a:cubicBezTo>
                    <a:pt x="0" y="246"/>
                    <a:pt x="6" y="238"/>
                    <a:pt x="15" y="236"/>
                  </a:cubicBezTo>
                  <a:cubicBezTo>
                    <a:pt x="69" y="220"/>
                    <a:pt x="69" y="220"/>
                    <a:pt x="69" y="220"/>
                  </a:cubicBezTo>
                  <a:cubicBezTo>
                    <a:pt x="73" y="206"/>
                    <a:pt x="79" y="191"/>
                    <a:pt x="87" y="178"/>
                  </a:cubicBezTo>
                  <a:cubicBezTo>
                    <a:pt x="59" y="129"/>
                    <a:pt x="59" y="129"/>
                    <a:pt x="59" y="129"/>
                  </a:cubicBezTo>
                  <a:cubicBezTo>
                    <a:pt x="55" y="120"/>
                    <a:pt x="56" y="110"/>
                    <a:pt x="63" y="104"/>
                  </a:cubicBezTo>
                  <a:cubicBezTo>
                    <a:pt x="104" y="63"/>
                    <a:pt x="104" y="63"/>
                    <a:pt x="104" y="63"/>
                  </a:cubicBezTo>
                  <a:cubicBezTo>
                    <a:pt x="110" y="56"/>
                    <a:pt x="121" y="55"/>
                    <a:pt x="129" y="59"/>
                  </a:cubicBezTo>
                  <a:cubicBezTo>
                    <a:pt x="178" y="86"/>
                    <a:pt x="178" y="86"/>
                    <a:pt x="178" y="86"/>
                  </a:cubicBezTo>
                  <a:cubicBezTo>
                    <a:pt x="192" y="79"/>
                    <a:pt x="206" y="73"/>
                    <a:pt x="221" y="68"/>
                  </a:cubicBezTo>
                  <a:cubicBezTo>
                    <a:pt x="236" y="15"/>
                    <a:pt x="236" y="15"/>
                    <a:pt x="236" y="15"/>
                  </a:cubicBezTo>
                  <a:cubicBezTo>
                    <a:pt x="238" y="6"/>
                    <a:pt x="246" y="0"/>
                    <a:pt x="256" y="0"/>
                  </a:cubicBezTo>
                  <a:cubicBezTo>
                    <a:pt x="315" y="0"/>
                    <a:pt x="315" y="0"/>
                    <a:pt x="315" y="0"/>
                  </a:cubicBezTo>
                  <a:cubicBezTo>
                    <a:pt x="324" y="0"/>
                    <a:pt x="332" y="6"/>
                    <a:pt x="335" y="15"/>
                  </a:cubicBezTo>
                  <a:cubicBezTo>
                    <a:pt x="350" y="68"/>
                    <a:pt x="350" y="68"/>
                    <a:pt x="350" y="68"/>
                  </a:cubicBezTo>
                  <a:cubicBezTo>
                    <a:pt x="364" y="73"/>
                    <a:pt x="378" y="78"/>
                    <a:pt x="393" y="86"/>
                  </a:cubicBezTo>
                  <a:cubicBezTo>
                    <a:pt x="442" y="59"/>
                    <a:pt x="442" y="59"/>
                    <a:pt x="442" y="59"/>
                  </a:cubicBezTo>
                  <a:cubicBezTo>
                    <a:pt x="450" y="55"/>
                    <a:pt x="460" y="56"/>
                    <a:pt x="466" y="63"/>
                  </a:cubicBezTo>
                  <a:cubicBezTo>
                    <a:pt x="508" y="104"/>
                    <a:pt x="508" y="104"/>
                    <a:pt x="508" y="104"/>
                  </a:cubicBezTo>
                  <a:cubicBezTo>
                    <a:pt x="514" y="110"/>
                    <a:pt x="516" y="120"/>
                    <a:pt x="511" y="129"/>
                  </a:cubicBezTo>
                  <a:cubicBezTo>
                    <a:pt x="484" y="178"/>
                    <a:pt x="484" y="178"/>
                    <a:pt x="484" y="178"/>
                  </a:cubicBezTo>
                  <a:cubicBezTo>
                    <a:pt x="491" y="191"/>
                    <a:pt x="497" y="206"/>
                    <a:pt x="502" y="220"/>
                  </a:cubicBezTo>
                  <a:cubicBezTo>
                    <a:pt x="555" y="236"/>
                    <a:pt x="555" y="236"/>
                    <a:pt x="555" y="236"/>
                  </a:cubicBezTo>
                  <a:cubicBezTo>
                    <a:pt x="564" y="238"/>
                    <a:pt x="571" y="246"/>
                    <a:pt x="571" y="256"/>
                  </a:cubicBezTo>
                  <a:cubicBezTo>
                    <a:pt x="571" y="314"/>
                    <a:pt x="571" y="314"/>
                    <a:pt x="571" y="314"/>
                  </a:cubicBezTo>
                  <a:cubicBezTo>
                    <a:pt x="571" y="323"/>
                    <a:pt x="564" y="332"/>
                    <a:pt x="555" y="334"/>
                  </a:cubicBezTo>
                  <a:cubicBezTo>
                    <a:pt x="502" y="349"/>
                    <a:pt x="502" y="349"/>
                    <a:pt x="502" y="349"/>
                  </a:cubicBezTo>
                  <a:cubicBezTo>
                    <a:pt x="497" y="364"/>
                    <a:pt x="491" y="379"/>
                    <a:pt x="484" y="392"/>
                  </a:cubicBezTo>
                  <a:cubicBezTo>
                    <a:pt x="511" y="442"/>
                    <a:pt x="511" y="442"/>
                    <a:pt x="511" y="442"/>
                  </a:cubicBezTo>
                  <a:cubicBezTo>
                    <a:pt x="515" y="450"/>
                    <a:pt x="514" y="460"/>
                    <a:pt x="507" y="466"/>
                  </a:cubicBezTo>
                  <a:cubicBezTo>
                    <a:pt x="466" y="507"/>
                    <a:pt x="466" y="507"/>
                    <a:pt x="466" y="507"/>
                  </a:cubicBezTo>
                  <a:cubicBezTo>
                    <a:pt x="460" y="514"/>
                    <a:pt x="450" y="515"/>
                    <a:pt x="442" y="511"/>
                  </a:cubicBezTo>
                  <a:cubicBezTo>
                    <a:pt x="393" y="484"/>
                    <a:pt x="393" y="484"/>
                    <a:pt x="393" y="484"/>
                  </a:cubicBezTo>
                  <a:cubicBezTo>
                    <a:pt x="379" y="491"/>
                    <a:pt x="364" y="497"/>
                    <a:pt x="349" y="502"/>
                  </a:cubicBezTo>
                  <a:cubicBezTo>
                    <a:pt x="334" y="555"/>
                    <a:pt x="334" y="555"/>
                    <a:pt x="334" y="555"/>
                  </a:cubicBezTo>
                  <a:cubicBezTo>
                    <a:pt x="332" y="564"/>
                    <a:pt x="324" y="570"/>
                    <a:pt x="314" y="570"/>
                  </a:cubicBezTo>
                  <a:close/>
                  <a:moveTo>
                    <a:pt x="272" y="529"/>
                  </a:moveTo>
                  <a:cubicBezTo>
                    <a:pt x="299" y="529"/>
                    <a:pt x="299" y="529"/>
                    <a:pt x="299" y="529"/>
                  </a:cubicBezTo>
                  <a:cubicBezTo>
                    <a:pt x="311" y="486"/>
                    <a:pt x="311" y="486"/>
                    <a:pt x="311" y="486"/>
                  </a:cubicBezTo>
                  <a:cubicBezTo>
                    <a:pt x="314" y="474"/>
                    <a:pt x="323" y="466"/>
                    <a:pt x="335" y="463"/>
                  </a:cubicBezTo>
                  <a:cubicBezTo>
                    <a:pt x="349" y="459"/>
                    <a:pt x="363" y="453"/>
                    <a:pt x="376" y="446"/>
                  </a:cubicBezTo>
                  <a:cubicBezTo>
                    <a:pt x="386" y="440"/>
                    <a:pt x="398" y="440"/>
                    <a:pt x="408" y="445"/>
                  </a:cubicBezTo>
                  <a:cubicBezTo>
                    <a:pt x="409" y="445"/>
                    <a:pt x="409" y="445"/>
                    <a:pt x="409" y="445"/>
                  </a:cubicBezTo>
                  <a:cubicBezTo>
                    <a:pt x="448" y="467"/>
                    <a:pt x="448" y="467"/>
                    <a:pt x="448" y="467"/>
                  </a:cubicBezTo>
                  <a:cubicBezTo>
                    <a:pt x="467" y="448"/>
                    <a:pt x="467" y="448"/>
                    <a:pt x="467" y="448"/>
                  </a:cubicBezTo>
                  <a:cubicBezTo>
                    <a:pt x="445" y="408"/>
                    <a:pt x="445" y="408"/>
                    <a:pt x="445" y="408"/>
                  </a:cubicBezTo>
                  <a:cubicBezTo>
                    <a:pt x="440" y="399"/>
                    <a:pt x="440" y="386"/>
                    <a:pt x="446" y="376"/>
                  </a:cubicBezTo>
                  <a:cubicBezTo>
                    <a:pt x="453" y="363"/>
                    <a:pt x="459" y="349"/>
                    <a:pt x="463" y="334"/>
                  </a:cubicBezTo>
                  <a:cubicBezTo>
                    <a:pt x="466" y="323"/>
                    <a:pt x="475" y="314"/>
                    <a:pt x="486" y="311"/>
                  </a:cubicBezTo>
                  <a:cubicBezTo>
                    <a:pt x="529" y="299"/>
                    <a:pt x="529" y="299"/>
                    <a:pt x="529" y="299"/>
                  </a:cubicBezTo>
                  <a:cubicBezTo>
                    <a:pt x="529" y="271"/>
                    <a:pt x="529" y="271"/>
                    <a:pt x="529" y="271"/>
                  </a:cubicBezTo>
                  <a:cubicBezTo>
                    <a:pt x="486" y="259"/>
                    <a:pt x="486" y="259"/>
                    <a:pt x="486" y="259"/>
                  </a:cubicBezTo>
                  <a:cubicBezTo>
                    <a:pt x="475" y="256"/>
                    <a:pt x="466" y="247"/>
                    <a:pt x="463" y="236"/>
                  </a:cubicBezTo>
                  <a:cubicBezTo>
                    <a:pt x="459" y="221"/>
                    <a:pt x="453" y="207"/>
                    <a:pt x="446" y="194"/>
                  </a:cubicBezTo>
                  <a:cubicBezTo>
                    <a:pt x="440" y="184"/>
                    <a:pt x="440" y="171"/>
                    <a:pt x="446" y="161"/>
                  </a:cubicBezTo>
                  <a:cubicBezTo>
                    <a:pt x="467" y="122"/>
                    <a:pt x="467" y="122"/>
                    <a:pt x="467" y="122"/>
                  </a:cubicBezTo>
                  <a:cubicBezTo>
                    <a:pt x="448" y="103"/>
                    <a:pt x="448" y="103"/>
                    <a:pt x="448" y="103"/>
                  </a:cubicBezTo>
                  <a:cubicBezTo>
                    <a:pt x="409" y="125"/>
                    <a:pt x="409" y="125"/>
                    <a:pt x="409" y="125"/>
                  </a:cubicBezTo>
                  <a:cubicBezTo>
                    <a:pt x="399" y="130"/>
                    <a:pt x="386" y="130"/>
                    <a:pt x="376" y="125"/>
                  </a:cubicBezTo>
                  <a:cubicBezTo>
                    <a:pt x="362" y="117"/>
                    <a:pt x="348" y="111"/>
                    <a:pt x="335" y="107"/>
                  </a:cubicBezTo>
                  <a:cubicBezTo>
                    <a:pt x="323" y="104"/>
                    <a:pt x="314" y="95"/>
                    <a:pt x="311" y="84"/>
                  </a:cubicBezTo>
                  <a:cubicBezTo>
                    <a:pt x="299" y="41"/>
                    <a:pt x="299" y="41"/>
                    <a:pt x="299" y="41"/>
                  </a:cubicBezTo>
                  <a:cubicBezTo>
                    <a:pt x="271" y="41"/>
                    <a:pt x="271" y="41"/>
                    <a:pt x="271" y="41"/>
                  </a:cubicBezTo>
                  <a:cubicBezTo>
                    <a:pt x="259" y="84"/>
                    <a:pt x="259" y="84"/>
                    <a:pt x="259" y="84"/>
                  </a:cubicBezTo>
                  <a:cubicBezTo>
                    <a:pt x="256" y="95"/>
                    <a:pt x="247" y="104"/>
                    <a:pt x="236" y="107"/>
                  </a:cubicBezTo>
                  <a:cubicBezTo>
                    <a:pt x="222" y="111"/>
                    <a:pt x="208" y="117"/>
                    <a:pt x="194" y="125"/>
                  </a:cubicBezTo>
                  <a:cubicBezTo>
                    <a:pt x="184" y="130"/>
                    <a:pt x="172" y="130"/>
                    <a:pt x="162" y="125"/>
                  </a:cubicBezTo>
                  <a:cubicBezTo>
                    <a:pt x="122" y="103"/>
                    <a:pt x="122" y="103"/>
                    <a:pt x="122" y="103"/>
                  </a:cubicBezTo>
                  <a:cubicBezTo>
                    <a:pt x="103" y="122"/>
                    <a:pt x="103" y="122"/>
                    <a:pt x="103" y="122"/>
                  </a:cubicBezTo>
                  <a:cubicBezTo>
                    <a:pt x="125" y="161"/>
                    <a:pt x="125" y="161"/>
                    <a:pt x="125" y="161"/>
                  </a:cubicBezTo>
                  <a:cubicBezTo>
                    <a:pt x="131" y="171"/>
                    <a:pt x="131" y="184"/>
                    <a:pt x="125" y="194"/>
                  </a:cubicBezTo>
                  <a:cubicBezTo>
                    <a:pt x="117" y="207"/>
                    <a:pt x="111" y="221"/>
                    <a:pt x="107" y="236"/>
                  </a:cubicBezTo>
                  <a:cubicBezTo>
                    <a:pt x="104" y="247"/>
                    <a:pt x="95" y="256"/>
                    <a:pt x="84" y="259"/>
                  </a:cubicBezTo>
                  <a:cubicBezTo>
                    <a:pt x="41" y="271"/>
                    <a:pt x="41" y="271"/>
                    <a:pt x="41" y="271"/>
                  </a:cubicBezTo>
                  <a:cubicBezTo>
                    <a:pt x="41" y="299"/>
                    <a:pt x="41" y="299"/>
                    <a:pt x="41" y="299"/>
                  </a:cubicBezTo>
                  <a:cubicBezTo>
                    <a:pt x="84" y="311"/>
                    <a:pt x="84" y="311"/>
                    <a:pt x="84" y="311"/>
                  </a:cubicBezTo>
                  <a:cubicBezTo>
                    <a:pt x="95" y="314"/>
                    <a:pt x="104" y="323"/>
                    <a:pt x="107" y="334"/>
                  </a:cubicBezTo>
                  <a:cubicBezTo>
                    <a:pt x="112" y="349"/>
                    <a:pt x="117" y="363"/>
                    <a:pt x="125" y="376"/>
                  </a:cubicBezTo>
                  <a:cubicBezTo>
                    <a:pt x="130" y="386"/>
                    <a:pt x="130" y="399"/>
                    <a:pt x="125" y="409"/>
                  </a:cubicBezTo>
                  <a:cubicBezTo>
                    <a:pt x="103" y="448"/>
                    <a:pt x="103" y="448"/>
                    <a:pt x="103" y="448"/>
                  </a:cubicBezTo>
                  <a:cubicBezTo>
                    <a:pt x="122" y="467"/>
                    <a:pt x="122" y="467"/>
                    <a:pt x="122" y="467"/>
                  </a:cubicBezTo>
                  <a:cubicBezTo>
                    <a:pt x="162" y="445"/>
                    <a:pt x="162" y="445"/>
                    <a:pt x="162" y="445"/>
                  </a:cubicBezTo>
                  <a:cubicBezTo>
                    <a:pt x="162" y="445"/>
                    <a:pt x="162" y="445"/>
                    <a:pt x="162" y="445"/>
                  </a:cubicBezTo>
                  <a:cubicBezTo>
                    <a:pt x="172" y="440"/>
                    <a:pt x="185" y="440"/>
                    <a:pt x="194" y="446"/>
                  </a:cubicBezTo>
                  <a:cubicBezTo>
                    <a:pt x="207" y="453"/>
                    <a:pt x="221" y="459"/>
                    <a:pt x="236" y="463"/>
                  </a:cubicBezTo>
                  <a:cubicBezTo>
                    <a:pt x="247" y="466"/>
                    <a:pt x="256" y="474"/>
                    <a:pt x="259" y="486"/>
                  </a:cubicBezTo>
                  <a:lnTo>
                    <a:pt x="272" y="529"/>
                  </a:lnTo>
                  <a:close/>
                  <a:moveTo>
                    <a:pt x="397" y="481"/>
                  </a:moveTo>
                  <a:cubicBezTo>
                    <a:pt x="397" y="481"/>
                    <a:pt x="397" y="481"/>
                    <a:pt x="397" y="481"/>
                  </a:cubicBezTo>
                  <a:close/>
                  <a:moveTo>
                    <a:pt x="89" y="389"/>
                  </a:moveTo>
                  <a:cubicBezTo>
                    <a:pt x="89" y="389"/>
                    <a:pt x="89" y="389"/>
                    <a:pt x="89" y="389"/>
                  </a:cubicBezTo>
                  <a:close/>
                  <a:moveTo>
                    <a:pt x="482" y="388"/>
                  </a:moveTo>
                  <a:cubicBezTo>
                    <a:pt x="482" y="389"/>
                    <a:pt x="482" y="389"/>
                    <a:pt x="482" y="389"/>
                  </a:cubicBezTo>
                  <a:lnTo>
                    <a:pt x="482" y="388"/>
                  </a:lnTo>
                  <a:close/>
                  <a:moveTo>
                    <a:pt x="89" y="181"/>
                  </a:moveTo>
                  <a:cubicBezTo>
                    <a:pt x="89" y="182"/>
                    <a:pt x="89" y="182"/>
                    <a:pt x="89" y="182"/>
                  </a:cubicBezTo>
                  <a:lnTo>
                    <a:pt x="89" y="181"/>
                  </a:lnTo>
                  <a:close/>
                  <a:moveTo>
                    <a:pt x="482" y="181"/>
                  </a:moveTo>
                  <a:cubicBezTo>
                    <a:pt x="482" y="181"/>
                    <a:pt x="482" y="181"/>
                    <a:pt x="482" y="181"/>
                  </a:cubicBezTo>
                  <a:close/>
                  <a:moveTo>
                    <a:pt x="89" y="174"/>
                  </a:moveTo>
                  <a:cubicBezTo>
                    <a:pt x="89" y="174"/>
                    <a:pt x="89" y="174"/>
                    <a:pt x="89" y="174"/>
                  </a:cubicBezTo>
                  <a:close/>
                  <a:moveTo>
                    <a:pt x="481" y="174"/>
                  </a:moveTo>
                  <a:cubicBezTo>
                    <a:pt x="482" y="174"/>
                    <a:pt x="482" y="174"/>
                    <a:pt x="482" y="174"/>
                  </a:cubicBezTo>
                  <a:lnTo>
                    <a:pt x="481" y="174"/>
                  </a:lnTo>
                  <a:close/>
                  <a:moveTo>
                    <a:pt x="351" y="73"/>
                  </a:moveTo>
                  <a:cubicBezTo>
                    <a:pt x="351" y="73"/>
                    <a:pt x="351" y="73"/>
                    <a:pt x="351"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a typeface="游ゴシック"/>
              </a:endParaRPr>
            </a:p>
          </p:txBody>
        </p:sp>
        <p:sp>
          <p:nvSpPr>
            <p:cNvPr id="57" name="Freeform 104">
              <a:extLst>
                <a:ext uri="{FF2B5EF4-FFF2-40B4-BE49-F238E27FC236}">
                  <a16:creationId xmlns:a16="http://schemas.microsoft.com/office/drawing/2014/main" id="{EDF94D44-7E80-6F4B-7F7E-38E310C9428E}"/>
                </a:ext>
              </a:extLst>
            </p:cNvPr>
            <p:cNvSpPr>
              <a:spLocks noEditPoints="1"/>
            </p:cNvSpPr>
            <p:nvPr/>
          </p:nvSpPr>
          <p:spPr bwMode="auto">
            <a:xfrm>
              <a:off x="2451542" y="2568370"/>
              <a:ext cx="73994" cy="73994"/>
            </a:xfrm>
            <a:custGeom>
              <a:avLst/>
              <a:gdLst>
                <a:gd name="T0" fmla="*/ 116 w 232"/>
                <a:gd name="T1" fmla="*/ 232 h 232"/>
                <a:gd name="T2" fmla="*/ 0 w 232"/>
                <a:gd name="T3" fmla="*/ 116 h 232"/>
                <a:gd name="T4" fmla="*/ 116 w 232"/>
                <a:gd name="T5" fmla="*/ 0 h 232"/>
                <a:gd name="T6" fmla="*/ 232 w 232"/>
                <a:gd name="T7" fmla="*/ 116 h 232"/>
                <a:gd name="T8" fmla="*/ 116 w 232"/>
                <a:gd name="T9" fmla="*/ 232 h 232"/>
                <a:gd name="T10" fmla="*/ 116 w 232"/>
                <a:gd name="T11" fmla="*/ 42 h 232"/>
                <a:gd name="T12" fmla="*/ 42 w 232"/>
                <a:gd name="T13" fmla="*/ 116 h 232"/>
                <a:gd name="T14" fmla="*/ 116 w 232"/>
                <a:gd name="T15" fmla="*/ 191 h 232"/>
                <a:gd name="T16" fmla="*/ 191 w 232"/>
                <a:gd name="T17" fmla="*/ 116 h 232"/>
                <a:gd name="T18" fmla="*/ 116 w 232"/>
                <a:gd name="T19" fmla="*/ 42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2" h="232">
                  <a:moveTo>
                    <a:pt x="116" y="232"/>
                  </a:moveTo>
                  <a:cubicBezTo>
                    <a:pt x="52" y="232"/>
                    <a:pt x="0" y="180"/>
                    <a:pt x="0" y="116"/>
                  </a:cubicBezTo>
                  <a:cubicBezTo>
                    <a:pt x="0" y="52"/>
                    <a:pt x="52" y="0"/>
                    <a:pt x="116" y="0"/>
                  </a:cubicBezTo>
                  <a:cubicBezTo>
                    <a:pt x="180" y="0"/>
                    <a:pt x="232" y="52"/>
                    <a:pt x="232" y="116"/>
                  </a:cubicBezTo>
                  <a:cubicBezTo>
                    <a:pt x="232" y="180"/>
                    <a:pt x="180" y="232"/>
                    <a:pt x="116" y="232"/>
                  </a:cubicBezTo>
                  <a:close/>
                  <a:moveTo>
                    <a:pt x="116" y="42"/>
                  </a:moveTo>
                  <a:cubicBezTo>
                    <a:pt x="75" y="42"/>
                    <a:pt x="42" y="75"/>
                    <a:pt x="42" y="116"/>
                  </a:cubicBezTo>
                  <a:cubicBezTo>
                    <a:pt x="42" y="157"/>
                    <a:pt x="75" y="191"/>
                    <a:pt x="116" y="191"/>
                  </a:cubicBezTo>
                  <a:cubicBezTo>
                    <a:pt x="157" y="191"/>
                    <a:pt x="191" y="157"/>
                    <a:pt x="191" y="116"/>
                  </a:cubicBezTo>
                  <a:cubicBezTo>
                    <a:pt x="191" y="75"/>
                    <a:pt x="157" y="42"/>
                    <a:pt x="116" y="4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a typeface="游ゴシック"/>
              </a:endParaRPr>
            </a:p>
          </p:txBody>
        </p:sp>
        <p:sp>
          <p:nvSpPr>
            <p:cNvPr id="58" name="Freeform 106">
              <a:extLst>
                <a:ext uri="{FF2B5EF4-FFF2-40B4-BE49-F238E27FC236}">
                  <a16:creationId xmlns:a16="http://schemas.microsoft.com/office/drawing/2014/main" id="{8A244316-0A83-DA47-204A-E90C9229E510}"/>
                </a:ext>
              </a:extLst>
            </p:cNvPr>
            <p:cNvSpPr>
              <a:spLocks noEditPoints="1"/>
            </p:cNvSpPr>
            <p:nvPr/>
          </p:nvSpPr>
          <p:spPr bwMode="auto">
            <a:xfrm>
              <a:off x="2304457" y="2462072"/>
              <a:ext cx="338206" cy="399385"/>
            </a:xfrm>
            <a:custGeom>
              <a:avLst/>
              <a:gdLst>
                <a:gd name="T0" fmla="*/ 476 w 1060"/>
                <a:gd name="T1" fmla="*/ 1252 h 1252"/>
                <a:gd name="T2" fmla="*/ 465 w 1060"/>
                <a:gd name="T3" fmla="*/ 1249 h 1252"/>
                <a:gd name="T4" fmla="*/ 456 w 1060"/>
                <a:gd name="T5" fmla="*/ 1236 h 1252"/>
                <a:gd name="T6" fmla="*/ 404 w 1060"/>
                <a:gd name="T7" fmla="*/ 1097 h 1252"/>
                <a:gd name="T8" fmla="*/ 309 w 1060"/>
                <a:gd name="T9" fmla="*/ 1091 h 1252"/>
                <a:gd name="T10" fmla="*/ 160 w 1060"/>
                <a:gd name="T11" fmla="*/ 1069 h 1252"/>
                <a:gd name="T12" fmla="*/ 107 w 1060"/>
                <a:gd name="T13" fmla="*/ 904 h 1252"/>
                <a:gd name="T14" fmla="*/ 85 w 1060"/>
                <a:gd name="T15" fmla="*/ 783 h 1252"/>
                <a:gd name="T16" fmla="*/ 33 w 1060"/>
                <a:gd name="T17" fmla="*/ 760 h 1252"/>
                <a:gd name="T18" fmla="*/ 5 w 1060"/>
                <a:gd name="T19" fmla="*/ 730 h 1252"/>
                <a:gd name="T20" fmla="*/ 7 w 1060"/>
                <a:gd name="T21" fmla="*/ 690 h 1252"/>
                <a:gd name="T22" fmla="*/ 91 w 1060"/>
                <a:gd name="T23" fmla="*/ 517 h 1252"/>
                <a:gd name="T24" fmla="*/ 90 w 1060"/>
                <a:gd name="T25" fmla="*/ 474 h 1252"/>
                <a:gd name="T26" fmla="*/ 86 w 1060"/>
                <a:gd name="T27" fmla="*/ 449 h 1252"/>
                <a:gd name="T28" fmla="*/ 241 w 1060"/>
                <a:gd name="T29" fmla="*/ 122 h 1252"/>
                <a:gd name="T30" fmla="*/ 594 w 1060"/>
                <a:gd name="T31" fmla="*/ 0 h 1252"/>
                <a:gd name="T32" fmla="*/ 928 w 1060"/>
                <a:gd name="T33" fmla="*/ 134 h 1252"/>
                <a:gd name="T34" fmla="*/ 1060 w 1060"/>
                <a:gd name="T35" fmla="*/ 471 h 1252"/>
                <a:gd name="T36" fmla="*/ 1027 w 1060"/>
                <a:gd name="T37" fmla="*/ 650 h 1252"/>
                <a:gd name="T38" fmla="*/ 1026 w 1060"/>
                <a:gd name="T39" fmla="*/ 651 h 1252"/>
                <a:gd name="T40" fmla="*/ 943 w 1060"/>
                <a:gd name="T41" fmla="*/ 833 h 1252"/>
                <a:gd name="T42" fmla="*/ 943 w 1060"/>
                <a:gd name="T43" fmla="*/ 834 h 1252"/>
                <a:gd name="T44" fmla="*/ 938 w 1060"/>
                <a:gd name="T45" fmla="*/ 961 h 1252"/>
                <a:gd name="T46" fmla="*/ 990 w 1060"/>
                <a:gd name="T47" fmla="*/ 1086 h 1252"/>
                <a:gd name="T48" fmla="*/ 989 w 1060"/>
                <a:gd name="T49" fmla="*/ 1103 h 1252"/>
                <a:gd name="T50" fmla="*/ 976 w 1060"/>
                <a:gd name="T51" fmla="*/ 1114 h 1252"/>
                <a:gd name="T52" fmla="*/ 482 w 1060"/>
                <a:gd name="T53" fmla="*/ 1252 h 1252"/>
                <a:gd name="T54" fmla="*/ 476 w 1060"/>
                <a:gd name="T55" fmla="*/ 1252 h 1252"/>
                <a:gd name="T56" fmla="*/ 332 w 1060"/>
                <a:gd name="T57" fmla="*/ 1050 h 1252"/>
                <a:gd name="T58" fmla="*/ 424 w 1060"/>
                <a:gd name="T59" fmla="*/ 1062 h 1252"/>
                <a:gd name="T60" fmla="*/ 492 w 1060"/>
                <a:gd name="T61" fmla="*/ 1206 h 1252"/>
                <a:gd name="T62" fmla="*/ 943 w 1060"/>
                <a:gd name="T63" fmla="*/ 1081 h 1252"/>
                <a:gd name="T64" fmla="*/ 900 w 1060"/>
                <a:gd name="T65" fmla="*/ 977 h 1252"/>
                <a:gd name="T66" fmla="*/ 905 w 1060"/>
                <a:gd name="T67" fmla="*/ 816 h 1252"/>
                <a:gd name="T68" fmla="*/ 988 w 1060"/>
                <a:gd name="T69" fmla="*/ 634 h 1252"/>
                <a:gd name="T70" fmla="*/ 1019 w 1060"/>
                <a:gd name="T71" fmla="*/ 471 h 1252"/>
                <a:gd name="T72" fmla="*/ 594 w 1060"/>
                <a:gd name="T73" fmla="*/ 41 h 1252"/>
                <a:gd name="T74" fmla="*/ 128 w 1060"/>
                <a:gd name="T75" fmla="*/ 449 h 1252"/>
                <a:gd name="T76" fmla="*/ 130 w 1060"/>
                <a:gd name="T77" fmla="*/ 466 h 1252"/>
                <a:gd name="T78" fmla="*/ 128 w 1060"/>
                <a:gd name="T79" fmla="*/ 534 h 1252"/>
                <a:gd name="T80" fmla="*/ 128 w 1060"/>
                <a:gd name="T81" fmla="*/ 534 h 1252"/>
                <a:gd name="T82" fmla="*/ 44 w 1060"/>
                <a:gd name="T83" fmla="*/ 708 h 1252"/>
                <a:gd name="T84" fmla="*/ 44 w 1060"/>
                <a:gd name="T85" fmla="*/ 716 h 1252"/>
                <a:gd name="T86" fmla="*/ 49 w 1060"/>
                <a:gd name="T87" fmla="*/ 722 h 1252"/>
                <a:gd name="T88" fmla="*/ 112 w 1060"/>
                <a:gd name="T89" fmla="*/ 750 h 1252"/>
                <a:gd name="T90" fmla="*/ 124 w 1060"/>
                <a:gd name="T91" fmla="*/ 765 h 1252"/>
                <a:gd name="T92" fmla="*/ 189 w 1060"/>
                <a:gd name="T93" fmla="*/ 1040 h 1252"/>
                <a:gd name="T94" fmla="*/ 309 w 1060"/>
                <a:gd name="T95" fmla="*/ 1050 h 1252"/>
                <a:gd name="T96" fmla="*/ 332 w 1060"/>
                <a:gd name="T97" fmla="*/ 1050 h 1252"/>
                <a:gd name="T98" fmla="*/ 1007 w 1060"/>
                <a:gd name="T99" fmla="*/ 642 h 1252"/>
                <a:gd name="T100" fmla="*/ 1007 w 1060"/>
                <a:gd name="T101" fmla="*/ 642 h 1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060" h="1252">
                  <a:moveTo>
                    <a:pt x="476" y="1252"/>
                  </a:moveTo>
                  <a:cubicBezTo>
                    <a:pt x="472" y="1252"/>
                    <a:pt x="469" y="1251"/>
                    <a:pt x="465" y="1249"/>
                  </a:cubicBezTo>
                  <a:cubicBezTo>
                    <a:pt x="460" y="1246"/>
                    <a:pt x="457" y="1241"/>
                    <a:pt x="456" y="1236"/>
                  </a:cubicBezTo>
                  <a:cubicBezTo>
                    <a:pt x="444" y="1177"/>
                    <a:pt x="420" y="1107"/>
                    <a:pt x="404" y="1097"/>
                  </a:cubicBezTo>
                  <a:cubicBezTo>
                    <a:pt x="392" y="1091"/>
                    <a:pt x="344" y="1091"/>
                    <a:pt x="309" y="1091"/>
                  </a:cubicBezTo>
                  <a:cubicBezTo>
                    <a:pt x="231" y="1092"/>
                    <a:pt x="182" y="1091"/>
                    <a:pt x="160" y="1069"/>
                  </a:cubicBezTo>
                  <a:cubicBezTo>
                    <a:pt x="149" y="1058"/>
                    <a:pt x="133" y="1029"/>
                    <a:pt x="107" y="904"/>
                  </a:cubicBezTo>
                  <a:cubicBezTo>
                    <a:pt x="97" y="853"/>
                    <a:pt x="88" y="804"/>
                    <a:pt x="85" y="783"/>
                  </a:cubicBezTo>
                  <a:cubicBezTo>
                    <a:pt x="33" y="760"/>
                    <a:pt x="33" y="760"/>
                    <a:pt x="33" y="760"/>
                  </a:cubicBezTo>
                  <a:cubicBezTo>
                    <a:pt x="20" y="754"/>
                    <a:pt x="10" y="744"/>
                    <a:pt x="5" y="730"/>
                  </a:cubicBezTo>
                  <a:cubicBezTo>
                    <a:pt x="0" y="717"/>
                    <a:pt x="1" y="703"/>
                    <a:pt x="7" y="690"/>
                  </a:cubicBezTo>
                  <a:cubicBezTo>
                    <a:pt x="91" y="517"/>
                    <a:pt x="91" y="517"/>
                    <a:pt x="91" y="517"/>
                  </a:cubicBezTo>
                  <a:cubicBezTo>
                    <a:pt x="96" y="505"/>
                    <a:pt x="93" y="489"/>
                    <a:pt x="90" y="474"/>
                  </a:cubicBezTo>
                  <a:cubicBezTo>
                    <a:pt x="88" y="465"/>
                    <a:pt x="86" y="457"/>
                    <a:pt x="86" y="449"/>
                  </a:cubicBezTo>
                  <a:cubicBezTo>
                    <a:pt x="86" y="322"/>
                    <a:pt x="141" y="206"/>
                    <a:pt x="241" y="122"/>
                  </a:cubicBezTo>
                  <a:cubicBezTo>
                    <a:pt x="335" y="43"/>
                    <a:pt x="460" y="0"/>
                    <a:pt x="594" y="0"/>
                  </a:cubicBezTo>
                  <a:cubicBezTo>
                    <a:pt x="724" y="0"/>
                    <a:pt x="843" y="48"/>
                    <a:pt x="928" y="134"/>
                  </a:cubicBezTo>
                  <a:cubicBezTo>
                    <a:pt x="1014" y="221"/>
                    <a:pt x="1060" y="340"/>
                    <a:pt x="1060" y="471"/>
                  </a:cubicBezTo>
                  <a:cubicBezTo>
                    <a:pt x="1060" y="533"/>
                    <a:pt x="1049" y="593"/>
                    <a:pt x="1027" y="650"/>
                  </a:cubicBezTo>
                  <a:cubicBezTo>
                    <a:pt x="1026" y="650"/>
                    <a:pt x="1026" y="651"/>
                    <a:pt x="1026" y="651"/>
                  </a:cubicBezTo>
                  <a:cubicBezTo>
                    <a:pt x="943" y="833"/>
                    <a:pt x="943" y="833"/>
                    <a:pt x="943" y="833"/>
                  </a:cubicBezTo>
                  <a:cubicBezTo>
                    <a:pt x="943" y="834"/>
                    <a:pt x="943" y="834"/>
                    <a:pt x="943" y="834"/>
                  </a:cubicBezTo>
                  <a:cubicBezTo>
                    <a:pt x="923" y="874"/>
                    <a:pt x="921" y="920"/>
                    <a:pt x="938" y="961"/>
                  </a:cubicBezTo>
                  <a:cubicBezTo>
                    <a:pt x="990" y="1086"/>
                    <a:pt x="990" y="1086"/>
                    <a:pt x="990" y="1086"/>
                  </a:cubicBezTo>
                  <a:cubicBezTo>
                    <a:pt x="992" y="1092"/>
                    <a:pt x="992" y="1098"/>
                    <a:pt x="989" y="1103"/>
                  </a:cubicBezTo>
                  <a:cubicBezTo>
                    <a:pt x="987" y="1109"/>
                    <a:pt x="982" y="1113"/>
                    <a:pt x="976" y="1114"/>
                  </a:cubicBezTo>
                  <a:cubicBezTo>
                    <a:pt x="482" y="1252"/>
                    <a:pt x="482" y="1252"/>
                    <a:pt x="482" y="1252"/>
                  </a:cubicBezTo>
                  <a:cubicBezTo>
                    <a:pt x="480" y="1252"/>
                    <a:pt x="478" y="1252"/>
                    <a:pt x="476" y="1252"/>
                  </a:cubicBezTo>
                  <a:close/>
                  <a:moveTo>
                    <a:pt x="332" y="1050"/>
                  </a:moveTo>
                  <a:cubicBezTo>
                    <a:pt x="377" y="1050"/>
                    <a:pt x="407" y="1052"/>
                    <a:pt x="424" y="1062"/>
                  </a:cubicBezTo>
                  <a:cubicBezTo>
                    <a:pt x="458" y="1081"/>
                    <a:pt x="481" y="1161"/>
                    <a:pt x="492" y="1206"/>
                  </a:cubicBezTo>
                  <a:cubicBezTo>
                    <a:pt x="943" y="1081"/>
                    <a:pt x="943" y="1081"/>
                    <a:pt x="943" y="1081"/>
                  </a:cubicBezTo>
                  <a:cubicBezTo>
                    <a:pt x="900" y="977"/>
                    <a:pt x="900" y="977"/>
                    <a:pt x="900" y="977"/>
                  </a:cubicBezTo>
                  <a:cubicBezTo>
                    <a:pt x="879" y="925"/>
                    <a:pt x="881" y="866"/>
                    <a:pt x="905" y="816"/>
                  </a:cubicBezTo>
                  <a:cubicBezTo>
                    <a:pt x="988" y="634"/>
                    <a:pt x="988" y="634"/>
                    <a:pt x="988" y="634"/>
                  </a:cubicBezTo>
                  <a:cubicBezTo>
                    <a:pt x="1009" y="582"/>
                    <a:pt x="1019" y="527"/>
                    <a:pt x="1019" y="471"/>
                  </a:cubicBezTo>
                  <a:cubicBezTo>
                    <a:pt x="1019" y="222"/>
                    <a:pt x="840" y="41"/>
                    <a:pt x="594" y="41"/>
                  </a:cubicBezTo>
                  <a:cubicBezTo>
                    <a:pt x="328" y="41"/>
                    <a:pt x="128" y="217"/>
                    <a:pt x="128" y="449"/>
                  </a:cubicBezTo>
                  <a:cubicBezTo>
                    <a:pt x="128" y="453"/>
                    <a:pt x="129" y="460"/>
                    <a:pt x="130" y="466"/>
                  </a:cubicBezTo>
                  <a:cubicBezTo>
                    <a:pt x="134" y="485"/>
                    <a:pt x="139" y="510"/>
                    <a:pt x="128" y="534"/>
                  </a:cubicBezTo>
                  <a:cubicBezTo>
                    <a:pt x="128" y="534"/>
                    <a:pt x="128" y="534"/>
                    <a:pt x="128" y="534"/>
                  </a:cubicBezTo>
                  <a:cubicBezTo>
                    <a:pt x="44" y="708"/>
                    <a:pt x="44" y="708"/>
                    <a:pt x="44" y="708"/>
                  </a:cubicBezTo>
                  <a:cubicBezTo>
                    <a:pt x="43" y="711"/>
                    <a:pt x="43" y="715"/>
                    <a:pt x="44" y="716"/>
                  </a:cubicBezTo>
                  <a:cubicBezTo>
                    <a:pt x="45" y="718"/>
                    <a:pt x="46" y="720"/>
                    <a:pt x="49" y="722"/>
                  </a:cubicBezTo>
                  <a:cubicBezTo>
                    <a:pt x="112" y="750"/>
                    <a:pt x="112" y="750"/>
                    <a:pt x="112" y="750"/>
                  </a:cubicBezTo>
                  <a:cubicBezTo>
                    <a:pt x="118" y="752"/>
                    <a:pt x="123" y="758"/>
                    <a:pt x="124" y="765"/>
                  </a:cubicBezTo>
                  <a:cubicBezTo>
                    <a:pt x="142" y="884"/>
                    <a:pt x="173" y="1022"/>
                    <a:pt x="189" y="1040"/>
                  </a:cubicBezTo>
                  <a:cubicBezTo>
                    <a:pt x="201" y="1051"/>
                    <a:pt x="271" y="1050"/>
                    <a:pt x="309" y="1050"/>
                  </a:cubicBezTo>
                  <a:cubicBezTo>
                    <a:pt x="317" y="1050"/>
                    <a:pt x="325" y="1050"/>
                    <a:pt x="332" y="1050"/>
                  </a:cubicBezTo>
                  <a:close/>
                  <a:moveTo>
                    <a:pt x="1007" y="642"/>
                  </a:moveTo>
                  <a:cubicBezTo>
                    <a:pt x="1007" y="642"/>
                    <a:pt x="1007" y="642"/>
                    <a:pt x="1007" y="64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a typeface="游ゴシック"/>
              </a:endParaRPr>
            </a:p>
          </p:txBody>
        </p:sp>
        <p:sp>
          <p:nvSpPr>
            <p:cNvPr id="59" name="Freeform 107">
              <a:extLst>
                <a:ext uri="{FF2B5EF4-FFF2-40B4-BE49-F238E27FC236}">
                  <a16:creationId xmlns:a16="http://schemas.microsoft.com/office/drawing/2014/main" id="{1C5EA12A-60D3-D9BC-F5BB-F3E3DF187C5B}"/>
                </a:ext>
              </a:extLst>
            </p:cNvPr>
            <p:cNvSpPr>
              <a:spLocks/>
            </p:cNvSpPr>
            <p:nvPr/>
          </p:nvSpPr>
          <p:spPr bwMode="auto">
            <a:xfrm>
              <a:off x="2441436" y="2823197"/>
              <a:ext cx="205919" cy="66053"/>
            </a:xfrm>
            <a:custGeom>
              <a:avLst/>
              <a:gdLst>
                <a:gd name="T0" fmla="*/ 23 w 646"/>
                <a:gd name="T1" fmla="*/ 207 h 207"/>
                <a:gd name="T2" fmla="*/ 3 w 646"/>
                <a:gd name="T3" fmla="*/ 192 h 207"/>
                <a:gd name="T4" fmla="*/ 17 w 646"/>
                <a:gd name="T5" fmla="*/ 166 h 207"/>
                <a:gd name="T6" fmla="*/ 617 w 646"/>
                <a:gd name="T7" fmla="*/ 3 h 207"/>
                <a:gd name="T8" fmla="*/ 643 w 646"/>
                <a:gd name="T9" fmla="*/ 17 h 207"/>
                <a:gd name="T10" fmla="*/ 628 w 646"/>
                <a:gd name="T11" fmla="*/ 43 h 207"/>
                <a:gd name="T12" fmla="*/ 28 w 646"/>
                <a:gd name="T13" fmla="*/ 206 h 207"/>
                <a:gd name="T14" fmla="*/ 23 w 646"/>
                <a:gd name="T15" fmla="*/ 207 h 20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6" h="207">
                  <a:moveTo>
                    <a:pt x="23" y="207"/>
                  </a:moveTo>
                  <a:cubicBezTo>
                    <a:pt x="14" y="207"/>
                    <a:pt x="5" y="201"/>
                    <a:pt x="3" y="192"/>
                  </a:cubicBezTo>
                  <a:cubicBezTo>
                    <a:pt x="0" y="181"/>
                    <a:pt x="6" y="169"/>
                    <a:pt x="17" y="166"/>
                  </a:cubicBezTo>
                  <a:cubicBezTo>
                    <a:pt x="617" y="3"/>
                    <a:pt x="617" y="3"/>
                    <a:pt x="617" y="3"/>
                  </a:cubicBezTo>
                  <a:cubicBezTo>
                    <a:pt x="628" y="0"/>
                    <a:pt x="640" y="6"/>
                    <a:pt x="643" y="17"/>
                  </a:cubicBezTo>
                  <a:cubicBezTo>
                    <a:pt x="646" y="28"/>
                    <a:pt x="639" y="40"/>
                    <a:pt x="628" y="43"/>
                  </a:cubicBezTo>
                  <a:cubicBezTo>
                    <a:pt x="28" y="206"/>
                    <a:pt x="28" y="206"/>
                    <a:pt x="28" y="206"/>
                  </a:cubicBezTo>
                  <a:cubicBezTo>
                    <a:pt x="26" y="207"/>
                    <a:pt x="24" y="207"/>
                    <a:pt x="23" y="20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a typeface="游ゴシック"/>
              </a:endParaRPr>
            </a:p>
          </p:txBody>
        </p:sp>
      </p:grpSp>
      <p:sp>
        <p:nvSpPr>
          <p:cNvPr id="60" name="TextBox 11">
            <a:extLst>
              <a:ext uri="{FF2B5EF4-FFF2-40B4-BE49-F238E27FC236}">
                <a16:creationId xmlns:a16="http://schemas.microsoft.com/office/drawing/2014/main" id="{6334EDBB-C1BE-D97F-0E81-86D012E028EC}"/>
              </a:ext>
            </a:extLst>
          </p:cNvPr>
          <p:cNvSpPr txBox="1"/>
          <p:nvPr/>
        </p:nvSpPr>
        <p:spPr>
          <a:xfrm>
            <a:off x="9784766" y="3202418"/>
            <a:ext cx="1054823" cy="214143"/>
          </a:xfrm>
          <a:prstGeom prst="rect">
            <a:avLst/>
          </a:prstGeom>
          <a:noFill/>
          <a:ln cap="flat">
            <a:noFill/>
          </a:ln>
        </p:spPr>
        <p:txBody>
          <a:bodyPr vert="horz" wrap="square" lIns="0" tIns="0" rIns="0" bIns="0" anchor="t" anchorCtr="1" compatLnSpc="1">
            <a:noAutofit/>
          </a:bodyPr>
          <a:lstStyle/>
          <a:p>
            <a:pPr algn="ctr" defTabSz="457291">
              <a:lnSpc>
                <a:spcPct val="90000"/>
              </a:lnSpc>
              <a:defRPr sz="1800" b="0" i="0" u="none" strike="noStrike" kern="0" cap="none" spc="0" baseline="0">
                <a:solidFill>
                  <a:srgbClr val="000000"/>
                </a:solidFill>
                <a:uFillTx/>
              </a:defRPr>
            </a:pPr>
            <a:r>
              <a:rPr lang="en-US" altLang="ja-JP" sz="1050" b="1" kern="0">
                <a:solidFill>
                  <a:srgbClr val="373737"/>
                </a:solidFill>
                <a:latin typeface="Meiryo UI" panose="020B0604030504040204" pitchFamily="50" charset="-128"/>
                <a:ea typeface="Meiryo UI" panose="020B0604030504040204" pitchFamily="50" charset="-128"/>
                <a:cs typeface="Roboto"/>
              </a:rPr>
              <a:t>BI</a:t>
            </a:r>
          </a:p>
        </p:txBody>
      </p:sp>
      <p:sp>
        <p:nvSpPr>
          <p:cNvPr id="61" name="TextBox 11">
            <a:extLst>
              <a:ext uri="{FF2B5EF4-FFF2-40B4-BE49-F238E27FC236}">
                <a16:creationId xmlns:a16="http://schemas.microsoft.com/office/drawing/2014/main" id="{F02A5203-0115-2ED6-7F70-B3379BFC5EF9}"/>
              </a:ext>
            </a:extLst>
          </p:cNvPr>
          <p:cNvSpPr txBox="1"/>
          <p:nvPr/>
        </p:nvSpPr>
        <p:spPr>
          <a:xfrm>
            <a:off x="10609747" y="3673581"/>
            <a:ext cx="958930" cy="194675"/>
          </a:xfrm>
          <a:prstGeom prst="rect">
            <a:avLst/>
          </a:prstGeom>
          <a:noFill/>
          <a:ln cap="flat">
            <a:noFill/>
          </a:ln>
        </p:spPr>
        <p:txBody>
          <a:bodyPr vert="horz" wrap="square" lIns="0" tIns="0" rIns="0" bIns="0" anchor="t" anchorCtr="1" compatLnSpc="1">
            <a:noAutofit/>
          </a:bodyPr>
          <a:lstStyle/>
          <a:p>
            <a:pPr algn="ctr" defTabSz="457291">
              <a:lnSpc>
                <a:spcPct val="90000"/>
              </a:lnSpc>
              <a:defRPr sz="1800" b="0" i="0" u="none" strike="noStrike" kern="0" cap="none" spc="0" baseline="0">
                <a:solidFill>
                  <a:srgbClr val="000000"/>
                </a:solidFill>
                <a:uFillTx/>
              </a:defRPr>
            </a:pPr>
            <a:r>
              <a:rPr lang="ja-JP" altLang="en-US" sz="1050" b="1" kern="0" dirty="0">
                <a:solidFill>
                  <a:srgbClr val="373737"/>
                </a:solidFill>
                <a:latin typeface="Meiryo UI" panose="020B0604030504040204" pitchFamily="50" charset="-128"/>
                <a:ea typeface="Meiryo UI" panose="020B0604030504040204" pitchFamily="50" charset="-128"/>
                <a:cs typeface="Roboto"/>
              </a:rPr>
              <a:t>ビッグデータ処理</a:t>
            </a:r>
            <a:endParaRPr lang="en-US" altLang="ja-JP" sz="1050" b="1" kern="0" dirty="0">
              <a:solidFill>
                <a:srgbClr val="373737"/>
              </a:solidFill>
              <a:latin typeface="Meiryo UI" panose="020B0604030504040204" pitchFamily="50" charset="-128"/>
              <a:ea typeface="Meiryo UI" panose="020B0604030504040204" pitchFamily="50" charset="-128"/>
              <a:cs typeface="Roboto"/>
            </a:endParaRPr>
          </a:p>
        </p:txBody>
      </p:sp>
      <p:grpSp>
        <p:nvGrpSpPr>
          <p:cNvPr id="62" name="Group 219">
            <a:extLst>
              <a:ext uri="{FF2B5EF4-FFF2-40B4-BE49-F238E27FC236}">
                <a16:creationId xmlns:a16="http://schemas.microsoft.com/office/drawing/2014/main" id="{774389D9-79D6-74CD-24F0-1CC2BC1D4513}"/>
              </a:ext>
            </a:extLst>
          </p:cNvPr>
          <p:cNvGrpSpPr/>
          <p:nvPr/>
        </p:nvGrpSpPr>
        <p:grpSpPr>
          <a:xfrm>
            <a:off x="10046452" y="2669603"/>
            <a:ext cx="527712" cy="465661"/>
            <a:chOff x="9593177" y="5748522"/>
            <a:chExt cx="1021235" cy="1389107"/>
          </a:xfrm>
          <a:solidFill>
            <a:srgbClr val="3AA7C9"/>
          </a:solidFill>
        </p:grpSpPr>
        <p:sp>
          <p:nvSpPr>
            <p:cNvPr id="63" name="Rectangle 220">
              <a:extLst>
                <a:ext uri="{FF2B5EF4-FFF2-40B4-BE49-F238E27FC236}">
                  <a16:creationId xmlns:a16="http://schemas.microsoft.com/office/drawing/2014/main" id="{6F4BC5B6-15FE-C1FC-7116-865EB45E8A54}"/>
                </a:ext>
              </a:extLst>
            </p:cNvPr>
            <p:cNvSpPr/>
            <p:nvPr/>
          </p:nvSpPr>
          <p:spPr>
            <a:xfrm>
              <a:off x="9601300" y="6851804"/>
              <a:ext cx="201943" cy="272501"/>
            </a:xfrm>
            <a:prstGeom prst="rect">
              <a:avLst/>
            </a:prstGeom>
            <a:grp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defTabSz="457200">
                <a:defRPr/>
              </a:pPr>
              <a:endParaRPr kumimoji="0" lang="en-US" sz="1600">
                <a:solidFill>
                  <a:prstClr val="black"/>
                </a:solidFill>
                <a:latin typeface="Roboto Light"/>
                <a:ea typeface="游ゴシック"/>
              </a:endParaRPr>
            </a:p>
          </p:txBody>
        </p:sp>
        <p:sp>
          <p:nvSpPr>
            <p:cNvPr id="64" name="Rectangle 221">
              <a:extLst>
                <a:ext uri="{FF2B5EF4-FFF2-40B4-BE49-F238E27FC236}">
                  <a16:creationId xmlns:a16="http://schemas.microsoft.com/office/drawing/2014/main" id="{EC76A186-350E-8B47-2EAF-048D063FBFA2}"/>
                </a:ext>
              </a:extLst>
            </p:cNvPr>
            <p:cNvSpPr/>
            <p:nvPr/>
          </p:nvSpPr>
          <p:spPr>
            <a:xfrm>
              <a:off x="9871237" y="6399140"/>
              <a:ext cx="188981" cy="719352"/>
            </a:xfrm>
            <a:prstGeom prst="rect">
              <a:avLst/>
            </a:prstGeom>
            <a:grp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defTabSz="457200">
                <a:defRPr/>
              </a:pPr>
              <a:endParaRPr kumimoji="0" lang="en-US" sz="1600">
                <a:solidFill>
                  <a:prstClr val="black"/>
                </a:solidFill>
                <a:latin typeface="Roboto Light"/>
                <a:ea typeface="游ゴシック"/>
              </a:endParaRPr>
            </a:p>
          </p:txBody>
        </p:sp>
        <p:sp>
          <p:nvSpPr>
            <p:cNvPr id="65" name="Rectangle 222">
              <a:extLst>
                <a:ext uri="{FF2B5EF4-FFF2-40B4-BE49-F238E27FC236}">
                  <a16:creationId xmlns:a16="http://schemas.microsoft.com/office/drawing/2014/main" id="{823B8457-3D9B-1D13-E4FB-8069A4B0796B}"/>
                </a:ext>
              </a:extLst>
            </p:cNvPr>
            <p:cNvSpPr/>
            <p:nvPr/>
          </p:nvSpPr>
          <p:spPr>
            <a:xfrm>
              <a:off x="10159527" y="6678985"/>
              <a:ext cx="162678" cy="451296"/>
            </a:xfrm>
            <a:prstGeom prst="rect">
              <a:avLst/>
            </a:prstGeom>
            <a:grp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defTabSz="457200">
                <a:defRPr/>
              </a:pPr>
              <a:endParaRPr kumimoji="0" lang="en-US" sz="1600">
                <a:solidFill>
                  <a:prstClr val="black"/>
                </a:solidFill>
                <a:latin typeface="Roboto Light"/>
                <a:ea typeface="游ゴシック"/>
              </a:endParaRPr>
            </a:p>
          </p:txBody>
        </p:sp>
        <p:sp>
          <p:nvSpPr>
            <p:cNvPr id="66" name="Rectangle 223">
              <a:extLst>
                <a:ext uri="{FF2B5EF4-FFF2-40B4-BE49-F238E27FC236}">
                  <a16:creationId xmlns:a16="http://schemas.microsoft.com/office/drawing/2014/main" id="{EBED60A6-0960-D2AD-1281-FCE1410225EC}"/>
                </a:ext>
              </a:extLst>
            </p:cNvPr>
            <p:cNvSpPr/>
            <p:nvPr/>
          </p:nvSpPr>
          <p:spPr>
            <a:xfrm>
              <a:off x="10422519" y="6410929"/>
              <a:ext cx="162678" cy="719352"/>
            </a:xfrm>
            <a:prstGeom prst="rect">
              <a:avLst/>
            </a:prstGeom>
            <a:grp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defTabSz="457200">
                <a:defRPr/>
              </a:pPr>
              <a:endParaRPr kumimoji="0" lang="en-US" sz="1600">
                <a:solidFill>
                  <a:prstClr val="black"/>
                </a:solidFill>
                <a:latin typeface="Roboto Light"/>
                <a:ea typeface="游ゴシック"/>
              </a:endParaRPr>
            </a:p>
          </p:txBody>
        </p:sp>
        <p:grpSp>
          <p:nvGrpSpPr>
            <p:cNvPr id="67" name="Group 224">
              <a:extLst>
                <a:ext uri="{FF2B5EF4-FFF2-40B4-BE49-F238E27FC236}">
                  <a16:creationId xmlns:a16="http://schemas.microsoft.com/office/drawing/2014/main" id="{7EDB5919-BDA1-41AF-56B2-4301554C8D05}"/>
                </a:ext>
              </a:extLst>
            </p:cNvPr>
            <p:cNvGrpSpPr/>
            <p:nvPr/>
          </p:nvGrpSpPr>
          <p:grpSpPr>
            <a:xfrm>
              <a:off x="9593177" y="5748522"/>
              <a:ext cx="1021235" cy="1389107"/>
              <a:chOff x="5602288" y="2015821"/>
              <a:chExt cx="1349375" cy="1835454"/>
            </a:xfrm>
            <a:grpFill/>
          </p:grpSpPr>
          <p:sp>
            <p:nvSpPr>
              <p:cNvPr id="68" name="Freeform 15">
                <a:extLst>
                  <a:ext uri="{FF2B5EF4-FFF2-40B4-BE49-F238E27FC236}">
                    <a16:creationId xmlns:a16="http://schemas.microsoft.com/office/drawing/2014/main" id="{11E87C3A-585F-E29D-AD80-ECE3ACA80BD4}"/>
                  </a:ext>
                </a:extLst>
              </p:cNvPr>
              <p:cNvSpPr>
                <a:spLocks noEditPoints="1"/>
              </p:cNvSpPr>
              <p:nvPr/>
            </p:nvSpPr>
            <p:spPr bwMode="auto">
              <a:xfrm>
                <a:off x="5602288" y="3455988"/>
                <a:ext cx="295275" cy="395287"/>
              </a:xfrm>
              <a:custGeom>
                <a:avLst/>
                <a:gdLst>
                  <a:gd name="T0" fmla="*/ 0 w 186"/>
                  <a:gd name="T1" fmla="*/ 249 h 249"/>
                  <a:gd name="T2" fmla="*/ 186 w 186"/>
                  <a:gd name="T3" fmla="*/ 249 h 249"/>
                  <a:gd name="T4" fmla="*/ 186 w 186"/>
                  <a:gd name="T5" fmla="*/ 0 h 249"/>
                  <a:gd name="T6" fmla="*/ 0 w 186"/>
                  <a:gd name="T7" fmla="*/ 0 h 249"/>
                  <a:gd name="T8" fmla="*/ 0 w 186"/>
                  <a:gd name="T9" fmla="*/ 249 h 249"/>
                  <a:gd name="T10" fmla="*/ 29 w 186"/>
                  <a:gd name="T11" fmla="*/ 29 h 249"/>
                  <a:gd name="T12" fmla="*/ 157 w 186"/>
                  <a:gd name="T13" fmla="*/ 29 h 249"/>
                  <a:gd name="T14" fmla="*/ 157 w 186"/>
                  <a:gd name="T15" fmla="*/ 221 h 249"/>
                  <a:gd name="T16" fmla="*/ 29 w 186"/>
                  <a:gd name="T17" fmla="*/ 221 h 249"/>
                  <a:gd name="T18" fmla="*/ 29 w 186"/>
                  <a:gd name="T19" fmla="*/ 29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6" h="249">
                    <a:moveTo>
                      <a:pt x="0" y="249"/>
                    </a:moveTo>
                    <a:lnTo>
                      <a:pt x="186" y="249"/>
                    </a:lnTo>
                    <a:lnTo>
                      <a:pt x="186" y="0"/>
                    </a:lnTo>
                    <a:lnTo>
                      <a:pt x="0" y="0"/>
                    </a:lnTo>
                    <a:lnTo>
                      <a:pt x="0" y="249"/>
                    </a:lnTo>
                    <a:close/>
                    <a:moveTo>
                      <a:pt x="29" y="29"/>
                    </a:moveTo>
                    <a:lnTo>
                      <a:pt x="157" y="29"/>
                    </a:lnTo>
                    <a:lnTo>
                      <a:pt x="157" y="221"/>
                    </a:lnTo>
                    <a:lnTo>
                      <a:pt x="29" y="221"/>
                    </a:lnTo>
                    <a:lnTo>
                      <a:pt x="29" y="2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457200">
                  <a:defRPr/>
                </a:pPr>
                <a:endParaRPr kumimoji="0" lang="en-US" sz="1600">
                  <a:solidFill>
                    <a:prstClr val="black"/>
                  </a:solidFill>
                  <a:latin typeface="Roboto Light"/>
                  <a:ea typeface="游ゴシック"/>
                </a:endParaRPr>
              </a:p>
            </p:txBody>
          </p:sp>
          <p:sp>
            <p:nvSpPr>
              <p:cNvPr id="69" name="Freeform 16">
                <a:extLst>
                  <a:ext uri="{FF2B5EF4-FFF2-40B4-BE49-F238E27FC236}">
                    <a16:creationId xmlns:a16="http://schemas.microsoft.com/office/drawing/2014/main" id="{8C1C04D8-23F5-2793-233B-F8A0DE19E75A}"/>
                  </a:ext>
                </a:extLst>
              </p:cNvPr>
              <p:cNvSpPr>
                <a:spLocks noEditPoints="1"/>
              </p:cNvSpPr>
              <p:nvPr/>
            </p:nvSpPr>
            <p:spPr bwMode="auto">
              <a:xfrm>
                <a:off x="5945188" y="2849563"/>
                <a:ext cx="295275" cy="1001712"/>
              </a:xfrm>
              <a:custGeom>
                <a:avLst/>
                <a:gdLst>
                  <a:gd name="T0" fmla="*/ 0 w 186"/>
                  <a:gd name="T1" fmla="*/ 631 h 631"/>
                  <a:gd name="T2" fmla="*/ 186 w 186"/>
                  <a:gd name="T3" fmla="*/ 631 h 631"/>
                  <a:gd name="T4" fmla="*/ 186 w 186"/>
                  <a:gd name="T5" fmla="*/ 0 h 631"/>
                  <a:gd name="T6" fmla="*/ 0 w 186"/>
                  <a:gd name="T7" fmla="*/ 0 h 631"/>
                  <a:gd name="T8" fmla="*/ 0 w 186"/>
                  <a:gd name="T9" fmla="*/ 631 h 631"/>
                  <a:gd name="T10" fmla="*/ 29 w 186"/>
                  <a:gd name="T11" fmla="*/ 29 h 631"/>
                  <a:gd name="T12" fmla="*/ 157 w 186"/>
                  <a:gd name="T13" fmla="*/ 29 h 631"/>
                  <a:gd name="T14" fmla="*/ 157 w 186"/>
                  <a:gd name="T15" fmla="*/ 603 h 631"/>
                  <a:gd name="T16" fmla="*/ 29 w 186"/>
                  <a:gd name="T17" fmla="*/ 603 h 631"/>
                  <a:gd name="T18" fmla="*/ 29 w 186"/>
                  <a:gd name="T19" fmla="*/ 29 h 6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6" h="631">
                    <a:moveTo>
                      <a:pt x="0" y="631"/>
                    </a:moveTo>
                    <a:lnTo>
                      <a:pt x="186" y="631"/>
                    </a:lnTo>
                    <a:lnTo>
                      <a:pt x="186" y="0"/>
                    </a:lnTo>
                    <a:lnTo>
                      <a:pt x="0" y="0"/>
                    </a:lnTo>
                    <a:lnTo>
                      <a:pt x="0" y="631"/>
                    </a:lnTo>
                    <a:close/>
                    <a:moveTo>
                      <a:pt x="29" y="29"/>
                    </a:moveTo>
                    <a:lnTo>
                      <a:pt x="157" y="29"/>
                    </a:lnTo>
                    <a:lnTo>
                      <a:pt x="157" y="603"/>
                    </a:lnTo>
                    <a:lnTo>
                      <a:pt x="29" y="603"/>
                    </a:lnTo>
                    <a:lnTo>
                      <a:pt x="29" y="2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457200">
                  <a:defRPr/>
                </a:pPr>
                <a:endParaRPr kumimoji="0" lang="en-US" sz="1600">
                  <a:solidFill>
                    <a:prstClr val="black"/>
                  </a:solidFill>
                  <a:latin typeface="Roboto Light"/>
                  <a:ea typeface="游ゴシック"/>
                </a:endParaRPr>
              </a:p>
            </p:txBody>
          </p:sp>
          <p:sp>
            <p:nvSpPr>
              <p:cNvPr id="70" name="Freeform 17">
                <a:extLst>
                  <a:ext uri="{FF2B5EF4-FFF2-40B4-BE49-F238E27FC236}">
                    <a16:creationId xmlns:a16="http://schemas.microsoft.com/office/drawing/2014/main" id="{3ABE3DB8-99C9-19F3-8305-57D5A5E9F1FE}"/>
                  </a:ext>
                </a:extLst>
              </p:cNvPr>
              <p:cNvSpPr>
                <a:spLocks noEditPoints="1"/>
              </p:cNvSpPr>
              <p:nvPr/>
            </p:nvSpPr>
            <p:spPr bwMode="auto">
              <a:xfrm>
                <a:off x="6315076" y="3208338"/>
                <a:ext cx="290513" cy="642937"/>
              </a:xfrm>
              <a:custGeom>
                <a:avLst/>
                <a:gdLst>
                  <a:gd name="T0" fmla="*/ 0 w 183"/>
                  <a:gd name="T1" fmla="*/ 405 h 405"/>
                  <a:gd name="T2" fmla="*/ 183 w 183"/>
                  <a:gd name="T3" fmla="*/ 405 h 405"/>
                  <a:gd name="T4" fmla="*/ 183 w 183"/>
                  <a:gd name="T5" fmla="*/ 0 h 405"/>
                  <a:gd name="T6" fmla="*/ 0 w 183"/>
                  <a:gd name="T7" fmla="*/ 0 h 405"/>
                  <a:gd name="T8" fmla="*/ 0 w 183"/>
                  <a:gd name="T9" fmla="*/ 405 h 405"/>
                  <a:gd name="T10" fmla="*/ 28 w 183"/>
                  <a:gd name="T11" fmla="*/ 29 h 405"/>
                  <a:gd name="T12" fmla="*/ 154 w 183"/>
                  <a:gd name="T13" fmla="*/ 29 h 405"/>
                  <a:gd name="T14" fmla="*/ 154 w 183"/>
                  <a:gd name="T15" fmla="*/ 377 h 405"/>
                  <a:gd name="T16" fmla="*/ 28 w 183"/>
                  <a:gd name="T17" fmla="*/ 377 h 405"/>
                  <a:gd name="T18" fmla="*/ 28 w 183"/>
                  <a:gd name="T19" fmla="*/ 29 h 4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3" h="405">
                    <a:moveTo>
                      <a:pt x="0" y="405"/>
                    </a:moveTo>
                    <a:lnTo>
                      <a:pt x="183" y="405"/>
                    </a:lnTo>
                    <a:lnTo>
                      <a:pt x="183" y="0"/>
                    </a:lnTo>
                    <a:lnTo>
                      <a:pt x="0" y="0"/>
                    </a:lnTo>
                    <a:lnTo>
                      <a:pt x="0" y="405"/>
                    </a:lnTo>
                    <a:close/>
                    <a:moveTo>
                      <a:pt x="28" y="29"/>
                    </a:moveTo>
                    <a:lnTo>
                      <a:pt x="154" y="29"/>
                    </a:lnTo>
                    <a:lnTo>
                      <a:pt x="154" y="377"/>
                    </a:lnTo>
                    <a:lnTo>
                      <a:pt x="28" y="377"/>
                    </a:lnTo>
                    <a:lnTo>
                      <a:pt x="28" y="2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457200">
                  <a:defRPr/>
                </a:pPr>
                <a:endParaRPr kumimoji="0" lang="en-US" sz="1600">
                  <a:solidFill>
                    <a:prstClr val="black"/>
                  </a:solidFill>
                  <a:latin typeface="Roboto Light"/>
                  <a:ea typeface="游ゴシック"/>
                </a:endParaRPr>
              </a:p>
            </p:txBody>
          </p:sp>
          <p:sp>
            <p:nvSpPr>
              <p:cNvPr id="71" name="Freeform 18">
                <a:extLst>
                  <a:ext uri="{FF2B5EF4-FFF2-40B4-BE49-F238E27FC236}">
                    <a16:creationId xmlns:a16="http://schemas.microsoft.com/office/drawing/2014/main" id="{707D9988-FB72-C6EB-2E6C-D63C8F985BB2}"/>
                  </a:ext>
                </a:extLst>
              </p:cNvPr>
              <p:cNvSpPr>
                <a:spLocks noEditPoints="1"/>
              </p:cNvSpPr>
              <p:nvPr/>
            </p:nvSpPr>
            <p:spPr bwMode="auto">
              <a:xfrm>
                <a:off x="6659563" y="2849563"/>
                <a:ext cx="292100" cy="1001712"/>
              </a:xfrm>
              <a:custGeom>
                <a:avLst/>
                <a:gdLst>
                  <a:gd name="T0" fmla="*/ 0 w 184"/>
                  <a:gd name="T1" fmla="*/ 0 h 631"/>
                  <a:gd name="T2" fmla="*/ 0 w 184"/>
                  <a:gd name="T3" fmla="*/ 631 h 631"/>
                  <a:gd name="T4" fmla="*/ 184 w 184"/>
                  <a:gd name="T5" fmla="*/ 631 h 631"/>
                  <a:gd name="T6" fmla="*/ 184 w 184"/>
                  <a:gd name="T7" fmla="*/ 0 h 631"/>
                  <a:gd name="T8" fmla="*/ 0 w 184"/>
                  <a:gd name="T9" fmla="*/ 0 h 631"/>
                  <a:gd name="T10" fmla="*/ 155 w 184"/>
                  <a:gd name="T11" fmla="*/ 603 h 631"/>
                  <a:gd name="T12" fmla="*/ 29 w 184"/>
                  <a:gd name="T13" fmla="*/ 603 h 631"/>
                  <a:gd name="T14" fmla="*/ 29 w 184"/>
                  <a:gd name="T15" fmla="*/ 29 h 631"/>
                  <a:gd name="T16" fmla="*/ 155 w 184"/>
                  <a:gd name="T17" fmla="*/ 29 h 631"/>
                  <a:gd name="T18" fmla="*/ 155 w 184"/>
                  <a:gd name="T19" fmla="*/ 603 h 6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4" h="631">
                    <a:moveTo>
                      <a:pt x="0" y="0"/>
                    </a:moveTo>
                    <a:lnTo>
                      <a:pt x="0" y="631"/>
                    </a:lnTo>
                    <a:lnTo>
                      <a:pt x="184" y="631"/>
                    </a:lnTo>
                    <a:lnTo>
                      <a:pt x="184" y="0"/>
                    </a:lnTo>
                    <a:lnTo>
                      <a:pt x="0" y="0"/>
                    </a:lnTo>
                    <a:close/>
                    <a:moveTo>
                      <a:pt x="155" y="603"/>
                    </a:moveTo>
                    <a:lnTo>
                      <a:pt x="29" y="603"/>
                    </a:lnTo>
                    <a:lnTo>
                      <a:pt x="29" y="29"/>
                    </a:lnTo>
                    <a:lnTo>
                      <a:pt x="155" y="29"/>
                    </a:lnTo>
                    <a:lnTo>
                      <a:pt x="155" y="60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457200">
                  <a:defRPr/>
                </a:pPr>
                <a:endParaRPr kumimoji="0" lang="en-US" sz="1600">
                  <a:solidFill>
                    <a:prstClr val="black"/>
                  </a:solidFill>
                  <a:latin typeface="Roboto Light"/>
                  <a:ea typeface="游ゴシック"/>
                </a:endParaRPr>
              </a:p>
            </p:txBody>
          </p:sp>
          <p:sp>
            <p:nvSpPr>
              <p:cNvPr id="72" name="Freeform 19">
                <a:extLst>
                  <a:ext uri="{FF2B5EF4-FFF2-40B4-BE49-F238E27FC236}">
                    <a16:creationId xmlns:a16="http://schemas.microsoft.com/office/drawing/2014/main" id="{BD11F361-EBDB-1C63-2C07-90282767CB5F}"/>
                  </a:ext>
                </a:extLst>
              </p:cNvPr>
              <p:cNvSpPr>
                <a:spLocks/>
              </p:cNvSpPr>
              <p:nvPr/>
            </p:nvSpPr>
            <p:spPr bwMode="auto">
              <a:xfrm>
                <a:off x="5691188" y="2015821"/>
                <a:ext cx="1146174" cy="1312862"/>
              </a:xfrm>
              <a:custGeom>
                <a:avLst/>
                <a:gdLst>
                  <a:gd name="T0" fmla="*/ 15 w 401"/>
                  <a:gd name="T1" fmla="*/ 461 h 461"/>
                  <a:gd name="T2" fmla="*/ 30 w 401"/>
                  <a:gd name="T3" fmla="*/ 446 h 461"/>
                  <a:gd name="T4" fmla="*/ 26 w 401"/>
                  <a:gd name="T5" fmla="*/ 436 h 461"/>
                  <a:gd name="T6" fmla="*/ 142 w 401"/>
                  <a:gd name="T7" fmla="*/ 51 h 461"/>
                  <a:gd name="T8" fmla="*/ 258 w 401"/>
                  <a:gd name="T9" fmla="*/ 334 h 461"/>
                  <a:gd name="T10" fmla="*/ 254 w 401"/>
                  <a:gd name="T11" fmla="*/ 345 h 461"/>
                  <a:gd name="T12" fmla="*/ 269 w 401"/>
                  <a:gd name="T13" fmla="*/ 360 h 461"/>
                  <a:gd name="T14" fmla="*/ 284 w 401"/>
                  <a:gd name="T15" fmla="*/ 345 h 461"/>
                  <a:gd name="T16" fmla="*/ 280 w 401"/>
                  <a:gd name="T17" fmla="*/ 334 h 461"/>
                  <a:gd name="T18" fmla="*/ 389 w 401"/>
                  <a:gd name="T19" fmla="*/ 90 h 461"/>
                  <a:gd name="T20" fmla="*/ 401 w 401"/>
                  <a:gd name="T21" fmla="*/ 76 h 461"/>
                  <a:gd name="T22" fmla="*/ 386 w 401"/>
                  <a:gd name="T23" fmla="*/ 60 h 461"/>
                  <a:gd name="T24" fmla="*/ 371 w 401"/>
                  <a:gd name="T25" fmla="*/ 76 h 461"/>
                  <a:gd name="T26" fmla="*/ 374 w 401"/>
                  <a:gd name="T27" fmla="*/ 85 h 461"/>
                  <a:gd name="T28" fmla="*/ 269 w 401"/>
                  <a:gd name="T29" fmla="*/ 318 h 461"/>
                  <a:gd name="T30" fmla="*/ 150 w 401"/>
                  <a:gd name="T31" fmla="*/ 28 h 461"/>
                  <a:gd name="T32" fmla="*/ 156 w 401"/>
                  <a:gd name="T33" fmla="*/ 16 h 461"/>
                  <a:gd name="T34" fmla="*/ 141 w 401"/>
                  <a:gd name="T35" fmla="*/ 0 h 461"/>
                  <a:gd name="T36" fmla="*/ 125 w 401"/>
                  <a:gd name="T37" fmla="*/ 16 h 461"/>
                  <a:gd name="T38" fmla="*/ 132 w 401"/>
                  <a:gd name="T39" fmla="*/ 28 h 461"/>
                  <a:gd name="T40" fmla="*/ 11 w 401"/>
                  <a:gd name="T41" fmla="*/ 431 h 461"/>
                  <a:gd name="T42" fmla="*/ 0 w 401"/>
                  <a:gd name="T43" fmla="*/ 446 h 461"/>
                  <a:gd name="T44" fmla="*/ 15 w 401"/>
                  <a:gd name="T45" fmla="*/ 461 h 4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01" h="461">
                    <a:moveTo>
                      <a:pt x="15" y="461"/>
                    </a:moveTo>
                    <a:cubicBezTo>
                      <a:pt x="23" y="461"/>
                      <a:pt x="30" y="455"/>
                      <a:pt x="30" y="446"/>
                    </a:cubicBezTo>
                    <a:cubicBezTo>
                      <a:pt x="30" y="442"/>
                      <a:pt x="29" y="439"/>
                      <a:pt x="26" y="436"/>
                    </a:cubicBezTo>
                    <a:cubicBezTo>
                      <a:pt x="142" y="51"/>
                      <a:pt x="142" y="51"/>
                      <a:pt x="142" y="51"/>
                    </a:cubicBezTo>
                    <a:cubicBezTo>
                      <a:pt x="258" y="334"/>
                      <a:pt x="258" y="334"/>
                      <a:pt x="258" y="334"/>
                    </a:cubicBezTo>
                    <a:cubicBezTo>
                      <a:pt x="255" y="337"/>
                      <a:pt x="254" y="340"/>
                      <a:pt x="254" y="345"/>
                    </a:cubicBezTo>
                    <a:cubicBezTo>
                      <a:pt x="254" y="353"/>
                      <a:pt x="260" y="360"/>
                      <a:pt x="269" y="360"/>
                    </a:cubicBezTo>
                    <a:cubicBezTo>
                      <a:pt x="277" y="360"/>
                      <a:pt x="284" y="353"/>
                      <a:pt x="284" y="345"/>
                    </a:cubicBezTo>
                    <a:cubicBezTo>
                      <a:pt x="284" y="341"/>
                      <a:pt x="283" y="337"/>
                      <a:pt x="280" y="334"/>
                    </a:cubicBezTo>
                    <a:cubicBezTo>
                      <a:pt x="389" y="90"/>
                      <a:pt x="389" y="90"/>
                      <a:pt x="389" y="90"/>
                    </a:cubicBezTo>
                    <a:cubicBezTo>
                      <a:pt x="396" y="89"/>
                      <a:pt x="401" y="83"/>
                      <a:pt x="401" y="76"/>
                    </a:cubicBezTo>
                    <a:cubicBezTo>
                      <a:pt x="401" y="67"/>
                      <a:pt x="394" y="60"/>
                      <a:pt x="386" y="60"/>
                    </a:cubicBezTo>
                    <a:cubicBezTo>
                      <a:pt x="377" y="60"/>
                      <a:pt x="371" y="67"/>
                      <a:pt x="371" y="76"/>
                    </a:cubicBezTo>
                    <a:cubicBezTo>
                      <a:pt x="371" y="79"/>
                      <a:pt x="372" y="83"/>
                      <a:pt x="374" y="85"/>
                    </a:cubicBezTo>
                    <a:cubicBezTo>
                      <a:pt x="269" y="318"/>
                      <a:pt x="269" y="318"/>
                      <a:pt x="269" y="318"/>
                    </a:cubicBezTo>
                    <a:cubicBezTo>
                      <a:pt x="150" y="28"/>
                      <a:pt x="150" y="28"/>
                      <a:pt x="150" y="28"/>
                    </a:cubicBezTo>
                    <a:cubicBezTo>
                      <a:pt x="154" y="25"/>
                      <a:pt x="156" y="21"/>
                      <a:pt x="156" y="16"/>
                    </a:cubicBezTo>
                    <a:cubicBezTo>
                      <a:pt x="156" y="7"/>
                      <a:pt x="149" y="0"/>
                      <a:pt x="141" y="0"/>
                    </a:cubicBezTo>
                    <a:cubicBezTo>
                      <a:pt x="132" y="0"/>
                      <a:pt x="125" y="7"/>
                      <a:pt x="125" y="16"/>
                    </a:cubicBezTo>
                    <a:cubicBezTo>
                      <a:pt x="125" y="21"/>
                      <a:pt x="128" y="26"/>
                      <a:pt x="132" y="28"/>
                    </a:cubicBezTo>
                    <a:cubicBezTo>
                      <a:pt x="11" y="431"/>
                      <a:pt x="11" y="431"/>
                      <a:pt x="11" y="431"/>
                    </a:cubicBezTo>
                    <a:cubicBezTo>
                      <a:pt x="5" y="433"/>
                      <a:pt x="0" y="439"/>
                      <a:pt x="0" y="446"/>
                    </a:cubicBezTo>
                    <a:cubicBezTo>
                      <a:pt x="0" y="455"/>
                      <a:pt x="7" y="461"/>
                      <a:pt x="15" y="46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457200">
                  <a:defRPr/>
                </a:pPr>
                <a:endParaRPr kumimoji="0" lang="en-US" sz="1600">
                  <a:solidFill>
                    <a:prstClr val="black"/>
                  </a:solidFill>
                  <a:latin typeface="Roboto Light"/>
                  <a:ea typeface="游ゴシック"/>
                </a:endParaRPr>
              </a:p>
            </p:txBody>
          </p:sp>
        </p:grpSp>
      </p:grpSp>
      <p:sp>
        <p:nvSpPr>
          <p:cNvPr id="73" name="TextBox 11">
            <a:extLst>
              <a:ext uri="{FF2B5EF4-FFF2-40B4-BE49-F238E27FC236}">
                <a16:creationId xmlns:a16="http://schemas.microsoft.com/office/drawing/2014/main" id="{42B32C38-7FD4-E1AF-6540-B8099B92C84C}"/>
              </a:ext>
            </a:extLst>
          </p:cNvPr>
          <p:cNvSpPr txBox="1"/>
          <p:nvPr/>
        </p:nvSpPr>
        <p:spPr>
          <a:xfrm>
            <a:off x="10711487" y="2993407"/>
            <a:ext cx="1054823" cy="214143"/>
          </a:xfrm>
          <a:prstGeom prst="rect">
            <a:avLst/>
          </a:prstGeom>
          <a:noFill/>
          <a:ln cap="flat">
            <a:noFill/>
          </a:ln>
        </p:spPr>
        <p:txBody>
          <a:bodyPr vert="horz" wrap="square" lIns="0" tIns="0" rIns="0" bIns="0" anchor="t" anchorCtr="1" compatLnSpc="1">
            <a:noAutofit/>
          </a:bodyPr>
          <a:lstStyle/>
          <a:p>
            <a:pPr algn="ctr" defTabSz="457291">
              <a:lnSpc>
                <a:spcPct val="90000"/>
              </a:lnSpc>
              <a:defRPr sz="1800" b="0" i="0" u="none" strike="noStrike" kern="0" cap="none" spc="0" baseline="0">
                <a:solidFill>
                  <a:srgbClr val="000000"/>
                </a:solidFill>
                <a:uFillTx/>
              </a:defRPr>
            </a:pPr>
            <a:r>
              <a:rPr lang="en-US" altLang="ja-JP" sz="1050" b="1" kern="0">
                <a:solidFill>
                  <a:srgbClr val="373737"/>
                </a:solidFill>
                <a:latin typeface="Meiryo UI" panose="020B0604030504040204" pitchFamily="50" charset="-128"/>
                <a:ea typeface="Meiryo UI" panose="020B0604030504040204" pitchFamily="50" charset="-128"/>
                <a:cs typeface="Roboto"/>
              </a:rPr>
              <a:t>AI</a:t>
            </a:r>
          </a:p>
        </p:txBody>
      </p:sp>
      <p:pic>
        <p:nvPicPr>
          <p:cNvPr id="74" name="Picture 30">
            <a:extLst>
              <a:ext uri="{FF2B5EF4-FFF2-40B4-BE49-F238E27FC236}">
                <a16:creationId xmlns:a16="http://schemas.microsoft.com/office/drawing/2014/main" id="{E0633581-47C5-4958-5A9D-8F807B20ED13}"/>
              </a:ext>
            </a:extLst>
          </p:cNvPr>
          <p:cNvPicPr>
            <a:picLocks noChangeAspect="1"/>
          </p:cNvPicPr>
          <p:nvPr/>
        </p:nvPicPr>
        <p:blipFill>
          <a:blip r:embed="rId28">
            <a:duotone>
              <a:prstClr val="black"/>
              <a:srgbClr val="E7B209">
                <a:tint val="45000"/>
                <a:satMod val="400000"/>
              </a:srgbClr>
            </a:duotone>
          </a:blip>
          <a:stretch>
            <a:fillRect/>
          </a:stretch>
        </p:blipFill>
        <p:spPr>
          <a:xfrm>
            <a:off x="10752073" y="3052767"/>
            <a:ext cx="608706" cy="577328"/>
          </a:xfrm>
          <a:prstGeom prst="rect">
            <a:avLst/>
          </a:prstGeom>
          <a:noFill/>
          <a:ln cap="flat">
            <a:noFill/>
          </a:ln>
        </p:spPr>
      </p:pic>
      <p:sp>
        <p:nvSpPr>
          <p:cNvPr id="75" name="TextBox 11">
            <a:extLst>
              <a:ext uri="{FF2B5EF4-FFF2-40B4-BE49-F238E27FC236}">
                <a16:creationId xmlns:a16="http://schemas.microsoft.com/office/drawing/2014/main" id="{02A7570D-EBA6-6113-83E6-FB5487D47C60}"/>
              </a:ext>
            </a:extLst>
          </p:cNvPr>
          <p:cNvSpPr txBox="1"/>
          <p:nvPr/>
        </p:nvSpPr>
        <p:spPr>
          <a:xfrm>
            <a:off x="10178582" y="1996833"/>
            <a:ext cx="1276337" cy="214143"/>
          </a:xfrm>
          <a:prstGeom prst="rect">
            <a:avLst/>
          </a:prstGeom>
          <a:noFill/>
          <a:ln cap="flat">
            <a:noFill/>
          </a:ln>
        </p:spPr>
        <p:txBody>
          <a:bodyPr vert="horz" wrap="square" lIns="0" tIns="0" rIns="0" bIns="0" anchor="t" anchorCtr="1" compatLnSpc="1">
            <a:noAutofit/>
          </a:bodyPr>
          <a:lstStyle/>
          <a:p>
            <a:pPr algn="ctr" defTabSz="457291">
              <a:lnSpc>
                <a:spcPct val="90000"/>
              </a:lnSpc>
              <a:defRPr sz="1800" b="0" i="0" u="none" strike="noStrike" kern="0" cap="none" spc="0" baseline="0">
                <a:solidFill>
                  <a:srgbClr val="000000"/>
                </a:solidFill>
                <a:uFillTx/>
              </a:defRPr>
            </a:pPr>
            <a:r>
              <a:rPr lang="en-US" altLang="ja-JP" sz="2000" b="1" kern="0" dirty="0">
                <a:solidFill>
                  <a:srgbClr val="000000">
                    <a:lumMod val="65000"/>
                    <a:lumOff val="35000"/>
                  </a:srgbClr>
                </a:solidFill>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cs typeface="Roboto"/>
              </a:rPr>
              <a:t>Analytics</a:t>
            </a:r>
          </a:p>
        </p:txBody>
      </p:sp>
      <p:cxnSp>
        <p:nvCxnSpPr>
          <p:cNvPr id="76" name="直線矢印コネクタ 75">
            <a:extLst>
              <a:ext uri="{FF2B5EF4-FFF2-40B4-BE49-F238E27FC236}">
                <a16:creationId xmlns:a16="http://schemas.microsoft.com/office/drawing/2014/main" id="{672C486C-D224-4D81-D3B3-EA978C8D65AC}"/>
              </a:ext>
            </a:extLst>
          </p:cNvPr>
          <p:cNvCxnSpPr>
            <a:cxnSpLocks/>
          </p:cNvCxnSpPr>
          <p:nvPr/>
        </p:nvCxnSpPr>
        <p:spPr>
          <a:xfrm flipV="1">
            <a:off x="9678867" y="3586815"/>
            <a:ext cx="501672" cy="174128"/>
          </a:xfrm>
          <a:prstGeom prst="straightConnector1">
            <a:avLst/>
          </a:prstGeom>
          <a:solidFill>
            <a:srgbClr val="FEBF00"/>
          </a:solidFill>
          <a:ln w="28575" cap="flat" cmpd="sng" algn="ctr">
            <a:solidFill>
              <a:srgbClr val="FEBF00"/>
            </a:solidFill>
            <a:prstDash val="solid"/>
            <a:headEnd type="oval"/>
            <a:tailEnd type="oval"/>
          </a:ln>
          <a:effectLst/>
        </p:spPr>
      </p:cxnSp>
      <p:pic>
        <p:nvPicPr>
          <p:cNvPr id="77" name="図 76">
            <a:extLst>
              <a:ext uri="{FF2B5EF4-FFF2-40B4-BE49-F238E27FC236}">
                <a16:creationId xmlns:a16="http://schemas.microsoft.com/office/drawing/2014/main" id="{E5E2D0AB-4278-A5B8-CB55-C03E9E1F1C89}"/>
              </a:ext>
            </a:extLst>
          </p:cNvPr>
          <p:cNvPicPr>
            <a:picLocks noChangeAspect="1"/>
          </p:cNvPicPr>
          <p:nvPr/>
        </p:nvPicPr>
        <p:blipFill>
          <a:blip r:embed="rId29"/>
          <a:stretch>
            <a:fillRect/>
          </a:stretch>
        </p:blipFill>
        <p:spPr>
          <a:xfrm>
            <a:off x="7490342" y="2229966"/>
            <a:ext cx="1405591" cy="346937"/>
          </a:xfrm>
          <a:prstGeom prst="rect">
            <a:avLst/>
          </a:prstGeom>
        </p:spPr>
      </p:pic>
      <p:sp>
        <p:nvSpPr>
          <p:cNvPr id="78" name="TextBox 11">
            <a:extLst>
              <a:ext uri="{FF2B5EF4-FFF2-40B4-BE49-F238E27FC236}">
                <a16:creationId xmlns:a16="http://schemas.microsoft.com/office/drawing/2014/main" id="{0FCA6B13-A068-D392-8F9D-E96EF057F1E5}"/>
              </a:ext>
            </a:extLst>
          </p:cNvPr>
          <p:cNvSpPr txBox="1"/>
          <p:nvPr/>
        </p:nvSpPr>
        <p:spPr>
          <a:xfrm>
            <a:off x="7423599" y="4656652"/>
            <a:ext cx="2199463" cy="205665"/>
          </a:xfrm>
          <a:prstGeom prst="rect">
            <a:avLst/>
          </a:prstGeom>
          <a:noFill/>
        </p:spPr>
        <p:txBody>
          <a:bodyPr wrap="square" rtlCol="0">
            <a:spAutoFit/>
          </a:bodyPr>
          <a:lstStyle>
            <a:defPPr>
              <a:defRPr lang="ja-JP"/>
            </a:defPPr>
            <a:lvl1pPr algn="ctr">
              <a:defRPr sz="900">
                <a:latin typeface="Meiryo UI" panose="020B0604030504040204" pitchFamily="50" charset="-128"/>
                <a:ea typeface="Meiryo UI" panose="020B0604030504040204" pitchFamily="50" charset="-128"/>
                <a:cs typeface="Amazon Ember" panose="020B0603020204020204" pitchFamily="34" charset="0"/>
              </a:defRPr>
            </a:lvl1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ja-JP" altLang="en-US" sz="900" b="1"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クラウドソリューション（可視化・業務活用）</a:t>
            </a:r>
            <a:endParaRPr kumimoji="0" lang="en-US" altLang="ja-JP" sz="900" b="1"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endParaRPr>
          </a:p>
        </p:txBody>
      </p:sp>
      <p:pic>
        <p:nvPicPr>
          <p:cNvPr id="79" name="Picture 5">
            <a:extLst>
              <a:ext uri="{FF2B5EF4-FFF2-40B4-BE49-F238E27FC236}">
                <a16:creationId xmlns:a16="http://schemas.microsoft.com/office/drawing/2014/main" id="{7EB4772F-1BA7-2234-EA72-CC51BF8E6206}"/>
              </a:ext>
            </a:extLst>
          </p:cNvPr>
          <p:cNvPicPr>
            <a:picLocks noChangeAspect="1" noChangeArrowheads="1"/>
          </p:cNvPicPr>
          <p:nvPr/>
        </p:nvPicPr>
        <p:blipFill>
          <a:blip r:embed="rId30" cstate="print">
            <a:extLst>
              <a:ext uri="{28A0092B-C50C-407E-A947-70E740481C1C}">
                <a14:useLocalDpi xmlns:a14="http://schemas.microsoft.com/office/drawing/2010/main" val="0"/>
              </a:ext>
            </a:extLst>
          </a:blip>
          <a:srcRect/>
          <a:stretch>
            <a:fillRect/>
          </a:stretch>
        </p:blipFill>
        <p:spPr bwMode="auto">
          <a:xfrm>
            <a:off x="7490342" y="2878308"/>
            <a:ext cx="1072946" cy="422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0" name="TextBox 11">
            <a:extLst>
              <a:ext uri="{FF2B5EF4-FFF2-40B4-BE49-F238E27FC236}">
                <a16:creationId xmlns:a16="http://schemas.microsoft.com/office/drawing/2014/main" id="{7884FF17-5996-05FE-A00E-2887F4ECC5D0}"/>
              </a:ext>
            </a:extLst>
          </p:cNvPr>
          <p:cNvSpPr txBox="1"/>
          <p:nvPr/>
        </p:nvSpPr>
        <p:spPr>
          <a:xfrm>
            <a:off x="7488622" y="3217808"/>
            <a:ext cx="1508848" cy="205665"/>
          </a:xfrm>
          <a:prstGeom prst="rect">
            <a:avLst/>
          </a:prstGeom>
          <a:noFill/>
        </p:spPr>
        <p:txBody>
          <a:bodyPr wrap="square" rtlCol="0">
            <a:spAutoFit/>
          </a:bodyPr>
          <a:lstStyle>
            <a:defPPr>
              <a:defRPr lang="ja-JP"/>
            </a:defPPr>
            <a:lvl1pPr algn="ctr">
              <a:defRPr sz="900">
                <a:latin typeface="Meiryo UI" panose="020B0604030504040204" pitchFamily="50" charset="-128"/>
                <a:ea typeface="Meiryo UI" panose="020B0604030504040204" pitchFamily="50" charset="-128"/>
                <a:cs typeface="Amazon Ember" panose="020B0603020204020204" pitchFamily="34" charset="0"/>
              </a:defRPr>
            </a:lvl1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ja-JP" sz="9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rPr>
              <a:t>IoT</a:t>
            </a:r>
            <a:r>
              <a:rPr kumimoji="0" lang="ja-JP" altLang="en-US" sz="9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rPr>
              <a:t>ソリューション</a:t>
            </a:r>
            <a:endParaRPr kumimoji="0" lang="en-US" altLang="ja-JP" sz="9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endParaRPr>
          </a:p>
        </p:txBody>
      </p:sp>
      <p:grpSp>
        <p:nvGrpSpPr>
          <p:cNvPr id="81" name="Group 237">
            <a:extLst>
              <a:ext uri="{FF2B5EF4-FFF2-40B4-BE49-F238E27FC236}">
                <a16:creationId xmlns:a16="http://schemas.microsoft.com/office/drawing/2014/main" id="{40929C78-1B49-3141-89D3-6E5B370C9CBC}"/>
              </a:ext>
            </a:extLst>
          </p:cNvPr>
          <p:cNvGrpSpPr/>
          <p:nvPr/>
        </p:nvGrpSpPr>
        <p:grpSpPr>
          <a:xfrm>
            <a:off x="7503792" y="4253505"/>
            <a:ext cx="985675" cy="408067"/>
            <a:chOff x="838200" y="4903408"/>
            <a:chExt cx="1726182" cy="827634"/>
          </a:xfrm>
        </p:grpSpPr>
        <p:pic>
          <p:nvPicPr>
            <p:cNvPr id="82" name="Picture 4" descr="Image result for dynamics 365 logo">
              <a:extLst>
                <a:ext uri="{FF2B5EF4-FFF2-40B4-BE49-F238E27FC236}">
                  <a16:creationId xmlns:a16="http://schemas.microsoft.com/office/drawing/2014/main" id="{76346F5B-5B3B-BF38-7811-825B8E2FEE46}"/>
                </a:ext>
              </a:extLst>
            </p:cNvPr>
            <p:cNvPicPr>
              <a:picLocks noChangeAspect="1" noChangeArrowheads="1"/>
            </p:cNvPicPr>
            <p:nvPr/>
          </p:nvPicPr>
          <p:blipFill rotWithShape="1">
            <a:blip r:embed="rId31" cstate="screen">
              <a:extLst>
                <a:ext uri="{28A0092B-C50C-407E-A947-70E740481C1C}">
                  <a14:useLocalDpi xmlns:a14="http://schemas.microsoft.com/office/drawing/2010/main"/>
                </a:ext>
              </a:extLst>
            </a:blip>
            <a:srcRect/>
            <a:stretch/>
          </p:blipFill>
          <p:spPr bwMode="auto">
            <a:xfrm>
              <a:off x="1419726" y="4903408"/>
              <a:ext cx="1144656" cy="827634"/>
            </a:xfrm>
            <a:prstGeom prst="rect">
              <a:avLst/>
            </a:prstGeom>
            <a:noFill/>
            <a:extLst>
              <a:ext uri="{909E8E84-426E-40DD-AFC4-6F175D3DCCD1}">
                <a14:hiddenFill xmlns:a14="http://schemas.microsoft.com/office/drawing/2010/main">
                  <a:solidFill>
                    <a:srgbClr val="FFFFFF"/>
                  </a:solidFill>
                </a14:hiddenFill>
              </a:ext>
            </a:extLst>
          </p:spPr>
        </p:pic>
        <p:pic>
          <p:nvPicPr>
            <p:cNvPr id="83" name="Picture 2" descr="Image result for dynamics 365 logo">
              <a:extLst>
                <a:ext uri="{FF2B5EF4-FFF2-40B4-BE49-F238E27FC236}">
                  <a16:creationId xmlns:a16="http://schemas.microsoft.com/office/drawing/2014/main" id="{32F4B49E-1EE6-43F3-7063-A4C0159B4CF9}"/>
                </a:ext>
              </a:extLst>
            </p:cNvPr>
            <p:cNvPicPr>
              <a:picLocks noChangeAspect="1" noChangeArrowheads="1"/>
            </p:cNvPicPr>
            <p:nvPr/>
          </p:nvPicPr>
          <p:blipFill rotWithShape="1">
            <a:blip r:embed="rId32" cstate="screen">
              <a:extLst>
                <a:ext uri="{28A0092B-C50C-407E-A947-70E740481C1C}">
                  <a14:useLocalDpi xmlns:a14="http://schemas.microsoft.com/office/drawing/2010/main"/>
                </a:ext>
              </a:extLst>
            </a:blip>
            <a:srcRect/>
            <a:stretch/>
          </p:blipFill>
          <p:spPr bwMode="auto">
            <a:xfrm>
              <a:off x="838200" y="5001125"/>
              <a:ext cx="533400" cy="619186"/>
            </a:xfrm>
            <a:prstGeom prst="rect">
              <a:avLst/>
            </a:prstGeom>
            <a:noFill/>
            <a:extLst>
              <a:ext uri="{909E8E84-426E-40DD-AFC4-6F175D3DCCD1}">
                <a14:hiddenFill xmlns:a14="http://schemas.microsoft.com/office/drawing/2010/main">
                  <a:solidFill>
                    <a:srgbClr val="FFFFFF"/>
                  </a:solidFill>
                </a14:hiddenFill>
              </a:ext>
            </a:extLst>
          </p:spPr>
        </p:pic>
      </p:grpSp>
      <p:pic>
        <p:nvPicPr>
          <p:cNvPr id="84" name="Picture 26">
            <a:extLst>
              <a:ext uri="{FF2B5EF4-FFF2-40B4-BE49-F238E27FC236}">
                <a16:creationId xmlns:a16="http://schemas.microsoft.com/office/drawing/2014/main" id="{3ACDBACA-4F3B-D44C-C24A-1A998A7954A1}"/>
              </a:ext>
            </a:extLst>
          </p:cNvPr>
          <p:cNvPicPr>
            <a:picLocks noChangeAspect="1" noChangeArrowheads="1"/>
          </p:cNvPicPr>
          <p:nvPr/>
        </p:nvPicPr>
        <p:blipFill>
          <a:blip r:embed="rId33" cstate="screen">
            <a:extLst>
              <a:ext uri="{28A0092B-C50C-407E-A947-70E740481C1C}">
                <a14:useLocalDpi xmlns:a14="http://schemas.microsoft.com/office/drawing/2010/main"/>
              </a:ext>
            </a:extLst>
          </a:blip>
          <a:srcRect/>
          <a:stretch>
            <a:fillRect/>
          </a:stretch>
        </p:blipFill>
        <p:spPr bwMode="auto">
          <a:xfrm>
            <a:off x="8372046" y="3875409"/>
            <a:ext cx="267520" cy="215133"/>
          </a:xfrm>
          <a:prstGeom prst="rect">
            <a:avLst/>
          </a:prstGeom>
          <a:noFill/>
          <a:ln w="19050">
            <a:noFill/>
          </a:ln>
          <a:effectLst/>
          <a:extLst>
            <a:ext uri="{909E8E84-426E-40DD-AFC4-6F175D3DCCD1}">
              <a14:hiddenFill xmlns:a14="http://schemas.microsoft.com/office/drawing/2010/main">
                <a:solidFill>
                  <a:srgbClr val="FFFFFF"/>
                </a:solidFill>
              </a14:hiddenFill>
            </a:ext>
          </a:extLst>
        </p:spPr>
      </p:pic>
      <p:sp>
        <p:nvSpPr>
          <p:cNvPr id="85" name="Rectangle 276">
            <a:extLst>
              <a:ext uri="{FF2B5EF4-FFF2-40B4-BE49-F238E27FC236}">
                <a16:creationId xmlns:a16="http://schemas.microsoft.com/office/drawing/2014/main" id="{928BE087-4B28-F172-D2A0-62B96CF4B26B}"/>
              </a:ext>
            </a:extLst>
          </p:cNvPr>
          <p:cNvSpPr/>
          <p:nvPr/>
        </p:nvSpPr>
        <p:spPr>
          <a:xfrm>
            <a:off x="7725950" y="4078056"/>
            <a:ext cx="875453" cy="205665"/>
          </a:xfrm>
          <a:prstGeom prst="rect">
            <a:avLst/>
          </a:prstGeom>
        </p:spPr>
        <p:txBody>
          <a:bodyPr wrap="none">
            <a:spAutoFit/>
          </a:bodyPr>
          <a:lstStyle/>
          <a:p>
            <a:pPr defTabSz="914049">
              <a:defRPr/>
            </a:pPr>
            <a:r>
              <a:rPr lang="en-US" altLang="ja-JP" sz="900" kern="0" err="1">
                <a:solidFill>
                  <a:srgbClr val="014097">
                    <a:lumMod val="50000"/>
                  </a:srgbClr>
                </a:solidFill>
                <a:latin typeface="Yu Gothic UI" panose="020B0500000000000000" pitchFamily="50" charset="-128"/>
                <a:ea typeface="Yu Gothic UI" panose="020B0500000000000000" pitchFamily="50" charset="-128"/>
                <a:cs typeface="Segoe UI" panose="020B0502040204020203" pitchFamily="34" charset="0"/>
              </a:rPr>
              <a:t>PowerPlatform</a:t>
            </a:r>
            <a:endParaRPr lang="en-US" sz="900" kern="0">
              <a:solidFill>
                <a:srgbClr val="014097">
                  <a:lumMod val="50000"/>
                </a:srgbClr>
              </a:solidFill>
              <a:latin typeface="Yu Gothic UI" panose="020B0500000000000000" pitchFamily="50" charset="-128"/>
              <a:ea typeface="Yu Gothic UI" panose="020B0500000000000000" pitchFamily="50" charset="-128"/>
              <a:cs typeface="Segoe UI" panose="020B0502040204020203" pitchFamily="34" charset="0"/>
            </a:endParaRPr>
          </a:p>
        </p:txBody>
      </p:sp>
      <p:sp>
        <p:nvSpPr>
          <p:cNvPr id="86" name="TextBox 11">
            <a:extLst>
              <a:ext uri="{FF2B5EF4-FFF2-40B4-BE49-F238E27FC236}">
                <a16:creationId xmlns:a16="http://schemas.microsoft.com/office/drawing/2014/main" id="{0DC2F5F3-50CF-6A10-5F0E-ACEF6FFFB568}"/>
              </a:ext>
            </a:extLst>
          </p:cNvPr>
          <p:cNvSpPr txBox="1"/>
          <p:nvPr/>
        </p:nvSpPr>
        <p:spPr>
          <a:xfrm>
            <a:off x="7438714" y="2542124"/>
            <a:ext cx="1508848" cy="205665"/>
          </a:xfrm>
          <a:prstGeom prst="rect">
            <a:avLst/>
          </a:prstGeom>
          <a:noFill/>
        </p:spPr>
        <p:txBody>
          <a:bodyPr wrap="square" rtlCol="0">
            <a:spAutoFit/>
          </a:bodyPr>
          <a:lstStyle>
            <a:defPPr>
              <a:defRPr lang="ja-JP"/>
            </a:defPPr>
            <a:lvl1pPr algn="ctr">
              <a:defRPr sz="900">
                <a:latin typeface="Meiryo UI" panose="020B0604030504040204" pitchFamily="50" charset="-128"/>
                <a:ea typeface="Meiryo UI" panose="020B0604030504040204" pitchFamily="50" charset="-128"/>
                <a:cs typeface="Amazon Ember" panose="020B0603020204020204" pitchFamily="34" charset="0"/>
              </a:defRPr>
            </a:lvl1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ja-JP" altLang="en-US" sz="9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rPr>
              <a:t>コネクテッドプランニング</a:t>
            </a:r>
            <a:endParaRPr kumimoji="0" lang="en-US" altLang="ja-JP" sz="9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endParaRPr>
          </a:p>
        </p:txBody>
      </p:sp>
      <p:pic>
        <p:nvPicPr>
          <p:cNvPr id="87" name="Picture 4" descr="「PowerBI ロゴ」の画像検索結果">
            <a:extLst>
              <a:ext uri="{FF2B5EF4-FFF2-40B4-BE49-F238E27FC236}">
                <a16:creationId xmlns:a16="http://schemas.microsoft.com/office/drawing/2014/main" id="{4617A773-F4FC-BD67-7526-D433FDA14678}"/>
              </a:ext>
            </a:extLst>
          </p:cNvPr>
          <p:cNvPicPr>
            <a:picLocks noChangeAspect="1" noChangeArrowheads="1"/>
          </p:cNvPicPr>
          <p:nvPr/>
        </p:nvPicPr>
        <p:blipFill>
          <a:blip r:embed="rId34" cstate="print">
            <a:extLst>
              <a:ext uri="{28A0092B-C50C-407E-A947-70E740481C1C}">
                <a14:useLocalDpi xmlns:a14="http://schemas.microsoft.com/office/drawing/2010/main" val="0"/>
              </a:ext>
            </a:extLst>
          </a:blip>
          <a:srcRect/>
          <a:stretch>
            <a:fillRect/>
          </a:stretch>
        </p:blipFill>
        <p:spPr bwMode="auto">
          <a:xfrm>
            <a:off x="7957978" y="3800144"/>
            <a:ext cx="411399" cy="390751"/>
          </a:xfrm>
          <a:prstGeom prst="rect">
            <a:avLst/>
          </a:prstGeom>
          <a:noFill/>
          <a:extLst>
            <a:ext uri="{909E8E84-426E-40DD-AFC4-6F175D3DCCD1}">
              <a14:hiddenFill xmlns:a14="http://schemas.microsoft.com/office/drawing/2010/main">
                <a:solidFill>
                  <a:srgbClr val="FFFFFF"/>
                </a:solidFill>
              </a14:hiddenFill>
            </a:ext>
          </a:extLst>
        </p:spPr>
      </p:pic>
      <p:grpSp>
        <p:nvGrpSpPr>
          <p:cNvPr id="88" name="グループ化 87">
            <a:extLst>
              <a:ext uri="{FF2B5EF4-FFF2-40B4-BE49-F238E27FC236}">
                <a16:creationId xmlns:a16="http://schemas.microsoft.com/office/drawing/2014/main" id="{3C3B22FB-5EE0-DA16-3B83-12140EED59E9}"/>
              </a:ext>
            </a:extLst>
          </p:cNvPr>
          <p:cNvGrpSpPr/>
          <p:nvPr/>
        </p:nvGrpSpPr>
        <p:grpSpPr>
          <a:xfrm>
            <a:off x="8689535" y="3883853"/>
            <a:ext cx="670948" cy="420343"/>
            <a:chOff x="6593514" y="2080862"/>
            <a:chExt cx="1151932" cy="759808"/>
          </a:xfrm>
        </p:grpSpPr>
        <p:pic>
          <p:nvPicPr>
            <p:cNvPr id="89" name="図 88">
              <a:extLst>
                <a:ext uri="{FF2B5EF4-FFF2-40B4-BE49-F238E27FC236}">
                  <a16:creationId xmlns:a16="http://schemas.microsoft.com/office/drawing/2014/main" id="{EB2D4556-5FBB-EF68-1685-3D5DE97440A5}"/>
                </a:ext>
              </a:extLst>
            </p:cNvPr>
            <p:cNvPicPr>
              <a:picLocks noChangeAspect="1"/>
            </p:cNvPicPr>
            <p:nvPr/>
          </p:nvPicPr>
          <p:blipFill>
            <a:blip r:embed="rId35"/>
            <a:stretch>
              <a:fillRect/>
            </a:stretch>
          </p:blipFill>
          <p:spPr>
            <a:xfrm>
              <a:off x="6975451" y="2080862"/>
              <a:ext cx="428624" cy="428625"/>
            </a:xfrm>
            <a:prstGeom prst="rect">
              <a:avLst/>
            </a:prstGeom>
          </p:spPr>
        </p:pic>
        <p:sp>
          <p:nvSpPr>
            <p:cNvPr id="90" name="テキスト ボックス 89">
              <a:extLst>
                <a:ext uri="{FF2B5EF4-FFF2-40B4-BE49-F238E27FC236}">
                  <a16:creationId xmlns:a16="http://schemas.microsoft.com/office/drawing/2014/main" id="{C99B25B9-7BA2-DD4E-3EA5-8EE95810CFC8}"/>
                </a:ext>
              </a:extLst>
            </p:cNvPr>
            <p:cNvSpPr txBox="1"/>
            <p:nvPr/>
          </p:nvSpPr>
          <p:spPr>
            <a:xfrm>
              <a:off x="6593514" y="2468913"/>
              <a:ext cx="1151932" cy="371757"/>
            </a:xfrm>
            <a:prstGeom prst="rect">
              <a:avLst/>
            </a:prstGeom>
            <a:noFill/>
          </p:spPr>
          <p:txBody>
            <a:bodyPr wrap="none" rtlCol="0">
              <a:spAutoFit/>
            </a:bodyPr>
            <a:lstStyle/>
            <a:p>
              <a:r>
                <a:rPr lang="en-US" altLang="ja-JP" sz="900" err="1">
                  <a:solidFill>
                    <a:srgbClr val="000000"/>
                  </a:solidFill>
                  <a:latin typeface="Meiryo UI" panose="020B0604030504040204" pitchFamily="50" charset="-128"/>
                  <a:ea typeface="Meiryo UI" panose="020B0604030504040204" pitchFamily="50" charset="-128"/>
                </a:rPr>
                <a:t>WebApps</a:t>
              </a:r>
              <a:endParaRPr lang="ja-JP" altLang="en-US" sz="900">
                <a:solidFill>
                  <a:srgbClr val="000000"/>
                </a:solidFill>
                <a:latin typeface="Meiryo UI" panose="020B0604030504040204" pitchFamily="50" charset="-128"/>
                <a:ea typeface="Meiryo UI" panose="020B0604030504040204" pitchFamily="50" charset="-128"/>
              </a:endParaRPr>
            </a:p>
          </p:txBody>
        </p:sp>
      </p:grpSp>
      <p:pic>
        <p:nvPicPr>
          <p:cNvPr id="91" name="Picture 2" descr="「powerautomate ロゴ」の画像検索結果">
            <a:extLst>
              <a:ext uri="{FF2B5EF4-FFF2-40B4-BE49-F238E27FC236}">
                <a16:creationId xmlns:a16="http://schemas.microsoft.com/office/drawing/2014/main" id="{72638046-D587-17B5-2C58-972A2EF52B07}"/>
              </a:ext>
            </a:extLst>
          </p:cNvPr>
          <p:cNvPicPr>
            <a:picLocks noChangeAspect="1" noChangeArrowheads="1"/>
          </p:cNvPicPr>
          <p:nvPr/>
        </p:nvPicPr>
        <p:blipFill>
          <a:blip r:embed="rId36" cstate="print">
            <a:extLst>
              <a:ext uri="{28A0092B-C50C-407E-A947-70E740481C1C}">
                <a14:useLocalDpi xmlns:a14="http://schemas.microsoft.com/office/drawing/2010/main" val="0"/>
              </a:ext>
            </a:extLst>
          </a:blip>
          <a:srcRect/>
          <a:stretch>
            <a:fillRect/>
          </a:stretch>
        </p:blipFill>
        <p:spPr bwMode="auto">
          <a:xfrm>
            <a:off x="7456520" y="3883853"/>
            <a:ext cx="710216" cy="224858"/>
          </a:xfrm>
          <a:prstGeom prst="rect">
            <a:avLst/>
          </a:prstGeom>
          <a:noFill/>
          <a:extLst>
            <a:ext uri="{909E8E84-426E-40DD-AFC4-6F175D3DCCD1}">
              <a14:hiddenFill xmlns:a14="http://schemas.microsoft.com/office/drawing/2010/main">
                <a:solidFill>
                  <a:srgbClr val="FFFFFF"/>
                </a:solidFill>
              </a14:hiddenFill>
            </a:ext>
          </a:extLst>
        </p:spPr>
      </p:pic>
      <p:pic>
        <p:nvPicPr>
          <p:cNvPr id="92" name="Picture 6" descr="Microsoft Azure 接続/システム 障害発生？サービス中断などの問題をリアルタイムでお知らせ | Downdetector">
            <a:extLst>
              <a:ext uri="{FF2B5EF4-FFF2-40B4-BE49-F238E27FC236}">
                <a16:creationId xmlns:a16="http://schemas.microsoft.com/office/drawing/2014/main" id="{92FC6C9B-3F53-C6F9-2631-F461B5E2F1D0}"/>
              </a:ext>
            </a:extLst>
          </p:cNvPr>
          <p:cNvPicPr>
            <a:picLocks noChangeAspect="1" noChangeArrowheads="1"/>
          </p:cNvPicPr>
          <p:nvPr/>
        </p:nvPicPr>
        <p:blipFill>
          <a:blip r:embed="rId37" cstate="print">
            <a:extLst>
              <a:ext uri="{28A0092B-C50C-407E-A947-70E740481C1C}">
                <a14:useLocalDpi xmlns:a14="http://schemas.microsoft.com/office/drawing/2010/main" val="0"/>
              </a:ext>
            </a:extLst>
          </a:blip>
          <a:srcRect/>
          <a:stretch>
            <a:fillRect/>
          </a:stretch>
        </p:blipFill>
        <p:spPr bwMode="auto">
          <a:xfrm>
            <a:off x="7521995" y="3530756"/>
            <a:ext cx="919730" cy="252517"/>
          </a:xfrm>
          <a:prstGeom prst="rect">
            <a:avLst/>
          </a:prstGeom>
          <a:noFill/>
          <a:extLst>
            <a:ext uri="{909E8E84-426E-40DD-AFC4-6F175D3DCCD1}">
              <a14:hiddenFill xmlns:a14="http://schemas.microsoft.com/office/drawing/2010/main">
                <a:solidFill>
                  <a:srgbClr val="FFFFFF"/>
                </a:solidFill>
              </a14:hiddenFill>
            </a:ext>
          </a:extLst>
        </p:spPr>
      </p:pic>
      <p:pic>
        <p:nvPicPr>
          <p:cNvPr id="93" name="図 92" descr="ロゴ&#10;&#10;自動的に生成された説明">
            <a:extLst>
              <a:ext uri="{FF2B5EF4-FFF2-40B4-BE49-F238E27FC236}">
                <a16:creationId xmlns:a16="http://schemas.microsoft.com/office/drawing/2014/main" id="{34ABAA5A-31C7-E78A-9EF9-D11F4849B2D0}"/>
              </a:ext>
            </a:extLst>
          </p:cNvPr>
          <p:cNvPicPr>
            <a:picLocks noChangeAspect="1"/>
          </p:cNvPicPr>
          <p:nvPr/>
        </p:nvPicPr>
        <p:blipFill>
          <a:blip r:embed="rId38" cstate="print">
            <a:extLst>
              <a:ext uri="{28A0092B-C50C-407E-A947-70E740481C1C}">
                <a14:useLocalDpi xmlns:a14="http://schemas.microsoft.com/office/drawing/2010/main" val="0"/>
              </a:ext>
            </a:extLst>
          </a:blip>
          <a:stretch>
            <a:fillRect/>
          </a:stretch>
        </p:blipFill>
        <p:spPr>
          <a:xfrm>
            <a:off x="3911960" y="4255485"/>
            <a:ext cx="1808971" cy="744545"/>
          </a:xfrm>
          <a:prstGeom prst="rect">
            <a:avLst/>
          </a:prstGeom>
        </p:spPr>
      </p:pic>
      <p:sp>
        <p:nvSpPr>
          <p:cNvPr id="94" name="正方形/長方形 93">
            <a:extLst>
              <a:ext uri="{FF2B5EF4-FFF2-40B4-BE49-F238E27FC236}">
                <a16:creationId xmlns:a16="http://schemas.microsoft.com/office/drawing/2014/main" id="{F56C9311-8E81-2D15-C4F0-3870A054F0DA}"/>
              </a:ext>
            </a:extLst>
          </p:cNvPr>
          <p:cNvSpPr/>
          <p:nvPr/>
        </p:nvSpPr>
        <p:spPr>
          <a:xfrm>
            <a:off x="2532400" y="4410105"/>
            <a:ext cx="4494747" cy="524191"/>
          </a:xfrm>
          <a:prstGeom prst="rect">
            <a:avLst/>
          </a:prstGeom>
          <a:noFill/>
          <a:ln w="9525" cap="flat" cmpd="sng" algn="ctr">
            <a:solidFill>
              <a:srgbClr val="014097">
                <a:lumMod val="60000"/>
                <a:lumOff val="40000"/>
              </a:srgbClr>
            </a:solidFill>
            <a:prstDash val="solid"/>
          </a:ln>
          <a:effectLst>
            <a:outerShdw blurRad="40000" dist="20000" dir="5400000" rotWithShape="0">
              <a:srgbClr val="000000">
                <a:alpha val="38000"/>
              </a:srgbClr>
            </a:outerShdw>
          </a:effectLst>
        </p:spPr>
        <p:txBody>
          <a:bodyPr rtlCol="0" anchor="t"/>
          <a:lstStyle/>
          <a:p>
            <a:pPr>
              <a:defRPr/>
            </a:pPr>
            <a:endParaRPr kumimoji="0" lang="ja-JP" altLang="en-US" sz="1400" kern="0">
              <a:solidFill>
                <a:srgbClr val="E7B209">
                  <a:lumMod val="50000"/>
                </a:srgbClr>
              </a:solidFill>
              <a:latin typeface="Meiryo UI" panose="020B0604030504040204" pitchFamily="50" charset="-128"/>
              <a:ea typeface="Meiryo UI" panose="020B0604030504040204" pitchFamily="50" charset="-128"/>
            </a:endParaRPr>
          </a:p>
        </p:txBody>
      </p:sp>
      <p:sp>
        <p:nvSpPr>
          <p:cNvPr id="95" name="正方形/長方形 94">
            <a:extLst>
              <a:ext uri="{FF2B5EF4-FFF2-40B4-BE49-F238E27FC236}">
                <a16:creationId xmlns:a16="http://schemas.microsoft.com/office/drawing/2014/main" id="{B80F6836-EE72-3C28-0792-8E4C080A045C}"/>
              </a:ext>
            </a:extLst>
          </p:cNvPr>
          <p:cNvSpPr/>
          <p:nvPr/>
        </p:nvSpPr>
        <p:spPr>
          <a:xfrm>
            <a:off x="2527640" y="1885387"/>
            <a:ext cx="2206288" cy="280945"/>
          </a:xfrm>
          <a:prstGeom prst="rect">
            <a:avLst/>
          </a:prstGeom>
          <a:solidFill>
            <a:srgbClr val="3AA7C9"/>
          </a:solidFill>
          <a:ln w="3175" cap="flat" cmpd="sng" algn="ctr">
            <a:noFill/>
            <a:prstDash val="solid"/>
          </a:ln>
          <a:effectLst>
            <a:outerShdw blurRad="40000" dist="20000" dir="5400000" rotWithShape="0">
              <a:srgbClr val="000000">
                <a:alpha val="38000"/>
              </a:srgbClr>
            </a:outerShdw>
          </a:effectLst>
        </p:spPr>
        <p:txBody>
          <a:bodyPr rtlCol="0" anchor="ctr"/>
          <a:lstStyle/>
          <a:p>
            <a:pPr algn="ctr">
              <a:defRPr/>
            </a:pPr>
            <a:r>
              <a:rPr kumimoji="0" lang="ja-JP" altLang="en-US" sz="1400" b="1" kern="0" dirty="0">
                <a:solidFill>
                  <a:srgbClr val="FFFFFF"/>
                </a:solidFill>
                <a:latin typeface="メイリオ" panose="020B0604030504040204" pitchFamily="50" charset="-128"/>
                <a:ea typeface="メイリオ" panose="020B0604030504040204" pitchFamily="50" charset="-128"/>
              </a:rPr>
              <a:t>データ収集</a:t>
            </a:r>
          </a:p>
        </p:txBody>
      </p:sp>
      <p:sp>
        <p:nvSpPr>
          <p:cNvPr id="96" name="正方形/長方形 95">
            <a:extLst>
              <a:ext uri="{FF2B5EF4-FFF2-40B4-BE49-F238E27FC236}">
                <a16:creationId xmlns:a16="http://schemas.microsoft.com/office/drawing/2014/main" id="{DC84F45B-C118-9851-E00D-DDF96EBB997B}"/>
              </a:ext>
            </a:extLst>
          </p:cNvPr>
          <p:cNvSpPr/>
          <p:nvPr/>
        </p:nvSpPr>
        <p:spPr>
          <a:xfrm>
            <a:off x="5080420" y="1908484"/>
            <a:ext cx="1954233" cy="288900"/>
          </a:xfrm>
          <a:prstGeom prst="rect">
            <a:avLst/>
          </a:prstGeom>
          <a:solidFill>
            <a:srgbClr val="3AA7C9"/>
          </a:solidFill>
          <a:ln w="3175" cap="flat" cmpd="sng" algn="ctr">
            <a:noFill/>
            <a:prstDash val="solid"/>
          </a:ln>
          <a:effectLst>
            <a:outerShdw blurRad="40000" dist="20000" dir="5400000" rotWithShape="0">
              <a:srgbClr val="000000">
                <a:alpha val="38000"/>
              </a:srgbClr>
            </a:outerShdw>
          </a:effectLst>
        </p:spPr>
        <p:txBody>
          <a:bodyPr rtlCol="0" anchor="ctr"/>
          <a:lstStyle/>
          <a:p>
            <a:pPr algn="ctr">
              <a:defRPr/>
            </a:pPr>
            <a:r>
              <a:rPr kumimoji="0" lang="ja-JP" altLang="en-US" sz="1400" b="1" kern="0" dirty="0">
                <a:solidFill>
                  <a:srgbClr val="FFFFFF"/>
                </a:solidFill>
                <a:latin typeface="メイリオ" panose="020B0604030504040204" pitchFamily="50" charset="-128"/>
                <a:ea typeface="メイリオ" panose="020B0604030504040204" pitchFamily="50" charset="-128"/>
              </a:rPr>
              <a:t>データ管理</a:t>
            </a:r>
          </a:p>
        </p:txBody>
      </p:sp>
      <p:sp>
        <p:nvSpPr>
          <p:cNvPr id="97" name="矢印: 右 96">
            <a:extLst>
              <a:ext uri="{FF2B5EF4-FFF2-40B4-BE49-F238E27FC236}">
                <a16:creationId xmlns:a16="http://schemas.microsoft.com/office/drawing/2014/main" id="{933A9A00-9A5B-BF42-BC9D-F6432F13B611}"/>
              </a:ext>
            </a:extLst>
          </p:cNvPr>
          <p:cNvSpPr/>
          <p:nvPr/>
        </p:nvSpPr>
        <p:spPr>
          <a:xfrm>
            <a:off x="4844234" y="1892123"/>
            <a:ext cx="142361" cy="268110"/>
          </a:xfrm>
          <a:prstGeom prst="rightArrow">
            <a:avLst>
              <a:gd name="adj1" fmla="val 50000"/>
              <a:gd name="adj2" fmla="val 201887"/>
            </a:avLst>
          </a:prstGeom>
          <a:solidFill>
            <a:srgbClr val="FEBF00"/>
          </a:solidFill>
          <a:ln w="3175" cap="flat" cmpd="sng" algn="ctr">
            <a:solidFill>
              <a:srgbClr val="E7B209"/>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srgbClr val="FFFFFF"/>
              </a:solidFill>
              <a:effectLst/>
              <a:uLnTx/>
              <a:uFillTx/>
            </a:endParaRPr>
          </a:p>
        </p:txBody>
      </p:sp>
      <p:grpSp>
        <p:nvGrpSpPr>
          <p:cNvPr id="98" name="グループ化 97">
            <a:extLst>
              <a:ext uri="{FF2B5EF4-FFF2-40B4-BE49-F238E27FC236}">
                <a16:creationId xmlns:a16="http://schemas.microsoft.com/office/drawing/2014/main" id="{CDFD8028-4A51-BD41-3EFE-2D6B34F39E9F}"/>
              </a:ext>
            </a:extLst>
          </p:cNvPr>
          <p:cNvGrpSpPr/>
          <p:nvPr/>
        </p:nvGrpSpPr>
        <p:grpSpPr>
          <a:xfrm>
            <a:off x="7281261" y="1889992"/>
            <a:ext cx="2350452" cy="317445"/>
            <a:chOff x="8123375" y="1857186"/>
            <a:chExt cx="3744044" cy="596249"/>
          </a:xfrm>
          <a:effectLst/>
        </p:grpSpPr>
        <p:sp>
          <p:nvSpPr>
            <p:cNvPr id="99" name="正方形/長方形 98">
              <a:extLst>
                <a:ext uri="{FF2B5EF4-FFF2-40B4-BE49-F238E27FC236}">
                  <a16:creationId xmlns:a16="http://schemas.microsoft.com/office/drawing/2014/main" id="{B68896B1-5BBD-509A-A70B-B77A82D0F4D6}"/>
                </a:ext>
              </a:extLst>
            </p:cNvPr>
            <p:cNvSpPr/>
            <p:nvPr/>
          </p:nvSpPr>
          <p:spPr>
            <a:xfrm>
              <a:off x="8123375" y="1857186"/>
              <a:ext cx="3744044" cy="596249"/>
            </a:xfrm>
            <a:prstGeom prst="rect">
              <a:avLst/>
            </a:prstGeom>
            <a:solidFill>
              <a:srgbClr val="E7B209"/>
            </a:solidFill>
            <a:ln w="0" cap="flat" cmpd="sng" algn="ctr">
              <a:solidFill>
                <a:srgbClr val="E7B209"/>
              </a:solidFill>
              <a:prstDash val="solid"/>
            </a:ln>
            <a:effectLst>
              <a:outerShdw blurRad="40000" dist="20000" dir="5400000" rotWithShape="0">
                <a:srgbClr val="000000">
                  <a:alpha val="38000"/>
                </a:srgbClr>
              </a:outerShdw>
            </a:effectLst>
          </p:spPr>
          <p:txBody>
            <a:bodyPr rtlCol="0" anchor="ctr"/>
            <a:lstStyle/>
            <a:p>
              <a:pPr algn="ctr">
                <a:defRPr/>
              </a:pPr>
              <a:r>
                <a:rPr kumimoji="0" lang="ja-JP" altLang="en-US" sz="1400" kern="0">
                  <a:solidFill>
                    <a:srgbClr val="FFFFFF"/>
                  </a:solidFill>
                  <a:latin typeface="メイリオ" panose="020B0604030504040204" pitchFamily="50" charset="-128"/>
                  <a:ea typeface="メイリオ" panose="020B0604030504040204" pitchFamily="50" charset="-128"/>
                </a:rPr>
                <a:t>データ活用</a:t>
              </a:r>
            </a:p>
          </p:txBody>
        </p:sp>
        <p:pic>
          <p:nvPicPr>
            <p:cNvPr id="100" name="Picture 4">
              <a:extLst>
                <a:ext uri="{FF2B5EF4-FFF2-40B4-BE49-F238E27FC236}">
                  <a16:creationId xmlns:a16="http://schemas.microsoft.com/office/drawing/2014/main" id="{9120E4CE-96E2-9B44-4053-6EE684878213}"/>
                </a:ext>
              </a:extLst>
            </p:cNvPr>
            <p:cNvPicPr>
              <a:picLocks noChangeAspect="1" noChangeArrowheads="1"/>
            </p:cNvPicPr>
            <p:nvPr/>
          </p:nvPicPr>
          <p:blipFill>
            <a:blip r:embed="rId39" cstate="print">
              <a:extLst>
                <a:ext uri="{28A0092B-C50C-407E-A947-70E740481C1C}">
                  <a14:useLocalDpi xmlns:a14="http://schemas.microsoft.com/office/drawing/2010/main" val="0"/>
                </a:ext>
              </a:extLst>
            </a:blip>
            <a:srcRect/>
            <a:stretch>
              <a:fillRect/>
            </a:stretch>
          </p:blipFill>
          <p:spPr bwMode="auto">
            <a:xfrm>
              <a:off x="8136103" y="1877971"/>
              <a:ext cx="3718587" cy="566406"/>
            </a:xfrm>
            <a:prstGeom prst="rect">
              <a:avLst/>
            </a:prstGeom>
            <a:noFill/>
            <a:ln w="0">
              <a:solidFill>
                <a:srgbClr val="E7B209"/>
              </a:solidFill>
            </a:ln>
            <a:extLst>
              <a:ext uri="{909E8E84-426E-40DD-AFC4-6F175D3DCCD1}">
                <a14:hiddenFill xmlns:a14="http://schemas.microsoft.com/office/drawing/2010/main">
                  <a:solidFill>
                    <a:srgbClr val="FFFFFF"/>
                  </a:solidFill>
                </a14:hiddenFill>
              </a:ext>
            </a:extLst>
          </p:spPr>
        </p:pic>
        <p:sp>
          <p:nvSpPr>
            <p:cNvPr id="101" name="テキスト ボックス 100">
              <a:extLst>
                <a:ext uri="{FF2B5EF4-FFF2-40B4-BE49-F238E27FC236}">
                  <a16:creationId xmlns:a16="http://schemas.microsoft.com/office/drawing/2014/main" id="{3A992D8D-7001-6A72-D82A-7E5C931B17CB}"/>
                </a:ext>
              </a:extLst>
            </p:cNvPr>
            <p:cNvSpPr txBox="1"/>
            <p:nvPr/>
          </p:nvSpPr>
          <p:spPr>
            <a:xfrm>
              <a:off x="8990619" y="1859802"/>
              <a:ext cx="2349602" cy="578090"/>
            </a:xfrm>
            <a:prstGeom prst="rect">
              <a:avLst/>
            </a:prstGeom>
            <a:noFill/>
            <a:ln w="0">
              <a:noFill/>
            </a:ln>
          </p:spPr>
          <p:txBody>
            <a:bodyPr wrap="square" rtlCol="0">
              <a:spAutoFit/>
            </a:bodyPr>
            <a:lstStyle/>
            <a:p>
              <a:pPr algn="ctr">
                <a:defRPr/>
              </a:pPr>
              <a:r>
                <a:rPr kumimoji="0" lang="ja-JP" altLang="en-US" sz="1400" b="1" kern="0" dirty="0">
                  <a:solidFill>
                    <a:srgbClr val="FFFFFF"/>
                  </a:solidFill>
                  <a:latin typeface="メイリオ" panose="020B0604030504040204" pitchFamily="50" charset="-128"/>
                  <a:ea typeface="メイリオ" panose="020B0604030504040204" pitchFamily="50" charset="-128"/>
                </a:rPr>
                <a:t>データ活用</a:t>
              </a:r>
            </a:p>
          </p:txBody>
        </p:sp>
      </p:grpSp>
      <p:sp>
        <p:nvSpPr>
          <p:cNvPr id="102" name="矢印: 右 101">
            <a:extLst>
              <a:ext uri="{FF2B5EF4-FFF2-40B4-BE49-F238E27FC236}">
                <a16:creationId xmlns:a16="http://schemas.microsoft.com/office/drawing/2014/main" id="{B01FD68A-B1D1-994C-84DA-A382B68A9DEC}"/>
              </a:ext>
            </a:extLst>
          </p:cNvPr>
          <p:cNvSpPr/>
          <p:nvPr/>
        </p:nvSpPr>
        <p:spPr>
          <a:xfrm>
            <a:off x="7106548" y="1906467"/>
            <a:ext cx="142361" cy="268110"/>
          </a:xfrm>
          <a:prstGeom prst="rightArrow">
            <a:avLst>
              <a:gd name="adj1" fmla="val 50000"/>
              <a:gd name="adj2" fmla="val 201887"/>
            </a:avLst>
          </a:prstGeom>
          <a:solidFill>
            <a:srgbClr val="FEBF00"/>
          </a:solidFill>
          <a:ln w="3175" cap="flat" cmpd="sng" algn="ctr">
            <a:solidFill>
              <a:srgbClr val="E7B209"/>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srgbClr val="FFFFFF"/>
              </a:solidFill>
              <a:effectLst/>
              <a:uLnTx/>
              <a:uFillTx/>
            </a:endParaRPr>
          </a:p>
        </p:txBody>
      </p:sp>
      <p:pic>
        <p:nvPicPr>
          <p:cNvPr id="103" name="Picture 2" descr="Master Data Management | Enterprise MDM solutions | Stibo Systems">
            <a:extLst>
              <a:ext uri="{FF2B5EF4-FFF2-40B4-BE49-F238E27FC236}">
                <a16:creationId xmlns:a16="http://schemas.microsoft.com/office/drawing/2014/main" id="{C53C8098-EFC3-3712-EAFB-872127667780}"/>
              </a:ext>
            </a:extLst>
          </p:cNvPr>
          <p:cNvPicPr>
            <a:picLocks noChangeAspect="1" noChangeArrowheads="1"/>
          </p:cNvPicPr>
          <p:nvPr/>
        </p:nvPicPr>
        <p:blipFill>
          <a:blip r:embed="rId40" cstate="print">
            <a:extLst>
              <a:ext uri="{28A0092B-C50C-407E-A947-70E740481C1C}">
                <a14:useLocalDpi xmlns:a14="http://schemas.microsoft.com/office/drawing/2010/main" val="0"/>
              </a:ext>
            </a:extLst>
          </a:blip>
          <a:srcRect/>
          <a:stretch>
            <a:fillRect/>
          </a:stretch>
        </p:blipFill>
        <p:spPr bwMode="auto">
          <a:xfrm>
            <a:off x="5271235" y="3204351"/>
            <a:ext cx="1493679" cy="2444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179565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002DBD6-8662-4443-71C8-82FF37A04AEF}"/>
              </a:ext>
            </a:extLst>
          </p:cNvPr>
          <p:cNvSpPr>
            <a:spLocks noGrp="1"/>
          </p:cNvSpPr>
          <p:nvPr>
            <p:ph type="title"/>
          </p:nvPr>
        </p:nvSpPr>
        <p:spPr/>
        <p:txBody>
          <a:bodyPr/>
          <a:lstStyle/>
          <a:p>
            <a:r>
              <a:rPr lang="ja-JP" altLang="en-US" sz="3600" kern="0" spc="-170"/>
              <a:t>製造分野における取り組み</a:t>
            </a:r>
            <a:endParaRPr kumimoji="1" lang="ja-JP" altLang="en-US" sz="3600"/>
          </a:p>
        </p:txBody>
      </p:sp>
      <p:sp>
        <p:nvSpPr>
          <p:cNvPr id="3" name="スライド番号プレースホルダー 2">
            <a:extLst>
              <a:ext uri="{FF2B5EF4-FFF2-40B4-BE49-F238E27FC236}">
                <a16:creationId xmlns:a16="http://schemas.microsoft.com/office/drawing/2014/main" id="{A7BBE25C-4B5E-C745-C044-1D8D53D14602}"/>
              </a:ext>
            </a:extLst>
          </p:cNvPr>
          <p:cNvSpPr>
            <a:spLocks noGrp="1"/>
          </p:cNvSpPr>
          <p:nvPr>
            <p:ph type="sldNum" sz="quarter" idx="7"/>
          </p:nvPr>
        </p:nvSpPr>
        <p:spPr/>
        <p:txBody>
          <a:bodyPr/>
          <a:lstStyle/>
          <a:p>
            <a:fld id="{B6F15528-21DE-4FAA-801E-634DDDAF4B2B}" type="slidenum">
              <a:rPr lang="en-US" altLang="ja-JP" smtClean="0"/>
              <a:pPr/>
              <a:t>17</a:t>
            </a:fld>
            <a:endParaRPr lang="en-US" altLang="ja-JP"/>
          </a:p>
        </p:txBody>
      </p:sp>
      <p:pic>
        <p:nvPicPr>
          <p:cNvPr id="7" name="図 6">
            <a:extLst>
              <a:ext uri="{FF2B5EF4-FFF2-40B4-BE49-F238E27FC236}">
                <a16:creationId xmlns:a16="http://schemas.microsoft.com/office/drawing/2014/main" id="{0181ED8E-087E-8D0D-2939-41885928236F}"/>
              </a:ext>
            </a:extLst>
          </p:cNvPr>
          <p:cNvPicPr>
            <a:picLocks noChangeAspect="1"/>
          </p:cNvPicPr>
          <p:nvPr/>
        </p:nvPicPr>
        <p:blipFill>
          <a:blip r:embed="rId2"/>
          <a:stretch>
            <a:fillRect/>
          </a:stretch>
        </p:blipFill>
        <p:spPr>
          <a:xfrm>
            <a:off x="1667934" y="1494237"/>
            <a:ext cx="8060266" cy="5046427"/>
          </a:xfrm>
          <a:prstGeom prst="rect">
            <a:avLst/>
          </a:prstGeom>
        </p:spPr>
      </p:pic>
      <p:sp>
        <p:nvSpPr>
          <p:cNvPr id="8" name="テキスト ボックス 7">
            <a:extLst>
              <a:ext uri="{FF2B5EF4-FFF2-40B4-BE49-F238E27FC236}">
                <a16:creationId xmlns:a16="http://schemas.microsoft.com/office/drawing/2014/main" id="{38EAAA17-D178-AB46-08F4-391EE18F31CF}"/>
              </a:ext>
            </a:extLst>
          </p:cNvPr>
          <p:cNvSpPr txBox="1"/>
          <p:nvPr/>
        </p:nvSpPr>
        <p:spPr>
          <a:xfrm>
            <a:off x="4215015" y="1065613"/>
            <a:ext cx="6693114" cy="400110"/>
          </a:xfrm>
          <a:prstGeom prst="rect">
            <a:avLst/>
          </a:prstGeom>
          <a:noFill/>
        </p:spPr>
        <p:txBody>
          <a:bodyPr wrap="none" rtlCol="0">
            <a:spAutoFit/>
          </a:bodyPr>
          <a:lstStyle/>
          <a:p>
            <a:pPr>
              <a:defRPr/>
            </a:pPr>
            <a:r>
              <a:rPr lang="en-US" altLang="ja-JP" sz="2000" b="1">
                <a:solidFill>
                  <a:srgbClr val="000000">
                    <a:lumMod val="65000"/>
                    <a:lumOff val="35000"/>
                  </a:srgbClr>
                </a:solidFill>
                <a:latin typeface="メイリオ" panose="020B0604030504040204" pitchFamily="50" charset="-128"/>
                <a:ea typeface="メイリオ" panose="020B0604030504040204" pitchFamily="50" charset="-128"/>
              </a:rPr>
              <a:t>OT</a:t>
            </a:r>
            <a:r>
              <a:rPr lang="ja-JP" altLang="en-US" sz="2000" b="1">
                <a:solidFill>
                  <a:srgbClr val="000000">
                    <a:lumMod val="65000"/>
                    <a:lumOff val="35000"/>
                  </a:srgbClr>
                </a:solidFill>
                <a:latin typeface="メイリオ" panose="020B0604030504040204" pitchFamily="50" charset="-128"/>
                <a:ea typeface="メイリオ" panose="020B0604030504040204" pitchFamily="50" charset="-128"/>
              </a:rPr>
              <a:t>領域のエキスパートが顧客課題に向き合い伴走します</a:t>
            </a:r>
            <a:endParaRPr lang="ja-JP" altLang="en-US" sz="1600" b="1">
              <a:solidFill>
                <a:srgbClr val="000000">
                  <a:lumMod val="65000"/>
                  <a:lumOff val="35000"/>
                </a:srgbClr>
              </a:solidFill>
              <a:latin typeface="メイリオ" panose="020B0604030504040204" pitchFamily="50" charset="-128"/>
              <a:ea typeface="メイリオ" panose="020B0604030504040204" pitchFamily="50" charset="-128"/>
            </a:endParaRPr>
          </a:p>
        </p:txBody>
      </p:sp>
      <p:sp>
        <p:nvSpPr>
          <p:cNvPr id="9" name="タイトル 1">
            <a:extLst>
              <a:ext uri="{FF2B5EF4-FFF2-40B4-BE49-F238E27FC236}">
                <a16:creationId xmlns:a16="http://schemas.microsoft.com/office/drawing/2014/main" id="{98281909-B88F-A6D4-CE14-E72D22E2FFD5}"/>
              </a:ext>
            </a:extLst>
          </p:cNvPr>
          <p:cNvSpPr txBox="1">
            <a:spLocks/>
          </p:cNvSpPr>
          <p:nvPr/>
        </p:nvSpPr>
        <p:spPr>
          <a:xfrm>
            <a:off x="955626" y="1007776"/>
            <a:ext cx="3133774" cy="400110"/>
          </a:xfrm>
          <a:prstGeom prst="rect">
            <a:avLst/>
          </a:prstGeom>
          <a:solidFill>
            <a:srgbClr val="3278E8">
              <a:lumMod val="75000"/>
            </a:srgbClr>
          </a:solidFill>
        </p:spPr>
        <p:txBody>
          <a:bodyPr lIns="0" tIns="0" rIns="0" bIns="0"/>
          <a:lstStyle>
            <a:lvl1pPr>
              <a:defRPr sz="3800" b="0" i="0" spc="-70" baseline="0">
                <a:solidFill>
                  <a:schemeClr val="tx2"/>
                </a:solidFill>
                <a:latin typeface="+mj-ea"/>
                <a:ea typeface="+mj-ea"/>
                <a:cs typeface="游ゴシック" panose="020B0400000000000000" pitchFamily="50" charset="-128"/>
              </a:defRPr>
            </a:lvl1pPr>
          </a:lstStyle>
          <a:p>
            <a:pPr marL="0" marR="0" lvl="0" indent="0" defTabSz="914400" eaLnBrk="1" fontAlgn="auto" latinLnBrk="0" hangingPunct="1">
              <a:lnSpc>
                <a:spcPct val="100000"/>
              </a:lnSpc>
              <a:spcBef>
                <a:spcPts val="0"/>
              </a:spcBef>
              <a:spcAft>
                <a:spcPts val="0"/>
              </a:spcAft>
              <a:buClrTx/>
              <a:buSzTx/>
              <a:buFontTx/>
              <a:buNone/>
              <a:tabLst/>
              <a:defRPr/>
            </a:pPr>
            <a:r>
              <a:rPr kumimoji="1" lang="ja-JP" altLang="en-US" sz="2400" b="0" i="0" u="none" strike="noStrike" kern="0" cap="none" spc="-70" normalizeH="0" baseline="0" noProof="0">
                <a:ln>
                  <a:noFill/>
                </a:ln>
                <a:solidFill>
                  <a:srgbClr val="FFFFFF"/>
                </a:solidFill>
                <a:effectLst/>
                <a:uLnTx/>
                <a:uFillTx/>
                <a:latin typeface="游ゴシック"/>
                <a:ea typeface="游ゴシック"/>
              </a:rPr>
              <a:t>　製造設備の</a:t>
            </a:r>
            <a:r>
              <a:rPr kumimoji="1" lang="en-US" altLang="ja-JP" sz="2400" b="0" i="0" u="none" strike="noStrike" kern="0" cap="none" spc="-70" normalizeH="0" baseline="0" noProof="0">
                <a:ln>
                  <a:noFill/>
                </a:ln>
                <a:solidFill>
                  <a:srgbClr val="FFFFFF"/>
                </a:solidFill>
                <a:effectLst/>
                <a:uLnTx/>
                <a:uFillTx/>
                <a:latin typeface="游ゴシック"/>
                <a:ea typeface="游ゴシック"/>
              </a:rPr>
              <a:t>IoT</a:t>
            </a:r>
            <a:r>
              <a:rPr kumimoji="1" lang="ja-JP" altLang="en-US" sz="2400" b="0" i="0" u="none" strike="noStrike" kern="0" cap="none" spc="-70" normalizeH="0" baseline="0" noProof="0">
                <a:ln>
                  <a:noFill/>
                </a:ln>
                <a:solidFill>
                  <a:srgbClr val="FFFFFF"/>
                </a:solidFill>
                <a:effectLst/>
                <a:uLnTx/>
                <a:uFillTx/>
                <a:latin typeface="游ゴシック"/>
                <a:ea typeface="游ゴシック"/>
              </a:rPr>
              <a:t>支援</a:t>
            </a:r>
            <a:endParaRPr kumimoji="1" lang="ja-JP" altLang="en-US" sz="3800" b="0" i="0" u="none" strike="noStrike" kern="0" cap="none" spc="-70" normalizeH="0" baseline="0" noProof="0">
              <a:ln>
                <a:noFill/>
              </a:ln>
              <a:solidFill>
                <a:srgbClr val="FFFFFF"/>
              </a:solidFill>
              <a:effectLst/>
              <a:uLnTx/>
              <a:uFillTx/>
              <a:latin typeface="游ゴシック"/>
              <a:ea typeface="游ゴシック"/>
            </a:endParaRPr>
          </a:p>
        </p:txBody>
      </p:sp>
    </p:spTree>
    <p:extLst>
      <p:ext uri="{BB962C8B-B14F-4D97-AF65-F5344CB8AC3E}">
        <p14:creationId xmlns:p14="http://schemas.microsoft.com/office/powerpoint/2010/main" val="42746046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66CC32-D206-7DB0-69FB-0181F5C0646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417D713-AE5B-8E88-9039-FFC8C00FD390}"/>
              </a:ext>
            </a:extLst>
          </p:cNvPr>
          <p:cNvSpPr>
            <a:spLocks noGrp="1"/>
          </p:cNvSpPr>
          <p:nvPr>
            <p:ph type="title"/>
          </p:nvPr>
        </p:nvSpPr>
        <p:spPr/>
        <p:txBody>
          <a:bodyPr/>
          <a:lstStyle/>
          <a:p>
            <a:r>
              <a:rPr kumimoji="1" lang="ja-JP" altLang="en-US" dirty="0"/>
              <a:t>製造業向け取り組み</a:t>
            </a:r>
          </a:p>
        </p:txBody>
      </p:sp>
      <p:sp>
        <p:nvSpPr>
          <p:cNvPr id="13" name="スライド番号プレースホルダー 1">
            <a:extLst>
              <a:ext uri="{FF2B5EF4-FFF2-40B4-BE49-F238E27FC236}">
                <a16:creationId xmlns:a16="http://schemas.microsoft.com/office/drawing/2014/main" id="{457AAC47-DCB0-B227-F3ED-8F068D3A06BC}"/>
              </a:ext>
            </a:extLst>
          </p:cNvPr>
          <p:cNvSpPr>
            <a:spLocks noGrp="1"/>
          </p:cNvSpPr>
          <p:nvPr>
            <p:ph type="sldNum" sz="quarter" idx="7"/>
          </p:nvPr>
        </p:nvSpPr>
        <p:spPr>
          <a:xfrm>
            <a:off x="11521440" y="6518701"/>
            <a:ext cx="375920" cy="150246"/>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6B6BA70-7847-4CF4-91B8-8D972D720720}" type="slidenum">
              <a:rPr kumimoji="1" lang="ja-JP" altLang="en-US" sz="1200" b="0" i="0" u="none" strike="noStrike" kern="1200" cap="none" spc="0" normalizeH="0" baseline="0" noProof="0" smtClean="0">
                <a:ln>
                  <a:noFill/>
                </a:ln>
                <a:solidFill>
                  <a:srgbClr val="000000"/>
                </a:solidFill>
                <a:effectLst/>
                <a:uLnTx/>
                <a:uFillTx/>
                <a:latin typeface="游ゴシック"/>
                <a:ea typeface="游ゴシック"/>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1" lang="ja-JP" altLang="en-US" sz="1200" b="0" i="0" u="none" strike="noStrike" kern="1200" cap="none" spc="0" normalizeH="0" baseline="0" noProof="0">
              <a:ln>
                <a:noFill/>
              </a:ln>
              <a:solidFill>
                <a:srgbClr val="000000"/>
              </a:solidFill>
              <a:effectLst/>
              <a:uLnTx/>
              <a:uFillTx/>
              <a:latin typeface="游ゴシック"/>
              <a:ea typeface="游ゴシック"/>
              <a:cs typeface="+mn-cs"/>
            </a:endParaRPr>
          </a:p>
        </p:txBody>
      </p:sp>
      <p:sp>
        <p:nvSpPr>
          <p:cNvPr id="3" name="正方形/長方形 2">
            <a:extLst>
              <a:ext uri="{FF2B5EF4-FFF2-40B4-BE49-F238E27FC236}">
                <a16:creationId xmlns:a16="http://schemas.microsoft.com/office/drawing/2014/main" id="{24626043-3294-CAB7-CDD5-987C0009F0B3}"/>
              </a:ext>
            </a:extLst>
          </p:cNvPr>
          <p:cNvSpPr/>
          <p:nvPr/>
        </p:nvSpPr>
        <p:spPr bwMode="auto">
          <a:xfrm>
            <a:off x="366245" y="906274"/>
            <a:ext cx="5387783" cy="375717"/>
          </a:xfrm>
          <a:prstGeom prst="rect">
            <a:avLst/>
          </a:prstGeom>
          <a:solidFill>
            <a:schemeClr val="tx2"/>
          </a:solidFill>
          <a:ln>
            <a:noFill/>
          </a:ln>
          <a:effectLst/>
        </p:spPr>
        <p:txBody>
          <a:bodyPr vert="horz" wrap="square" lIns="108000" tIns="144000" rIns="108000" bIns="108000" numCol="1" rtlCol="0" anchor="ctr" anchorCtr="0" compatLnSpc="1">
            <a:prstTxWarp prst="textNoShape">
              <a:avLst/>
            </a:prstTxWarp>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1" lang="en-US" altLang="ja-JP" sz="1600" b="1" i="0" u="none" strike="noStrike" kern="1200" cap="none" spc="0" normalizeH="0" baseline="0" noProof="0">
                <a:ln>
                  <a:noFill/>
                </a:ln>
                <a:solidFill>
                  <a:srgbClr val="FFFFFF"/>
                </a:solidFill>
                <a:effectLst/>
                <a:uLnTx/>
                <a:uFillTx/>
                <a:latin typeface="游ゴシック"/>
                <a:ea typeface="Meiryo UI" panose="020B0604030504040204" pitchFamily="50" charset="-128"/>
                <a:cs typeface="メイリオ" pitchFamily="50" charset="-128"/>
              </a:rPr>
              <a:t>IoT</a:t>
            </a:r>
            <a:r>
              <a:rPr kumimoji="1" lang="ja-JP" altLang="en-US" sz="1600" b="1" i="0" u="none" strike="noStrike" kern="1200" cap="none" spc="0" normalizeH="0" baseline="0" noProof="0">
                <a:ln>
                  <a:noFill/>
                </a:ln>
                <a:solidFill>
                  <a:srgbClr val="FFFFFF"/>
                </a:solidFill>
                <a:effectLst/>
                <a:uLnTx/>
                <a:uFillTx/>
                <a:latin typeface="游ゴシック"/>
                <a:ea typeface="Meiryo UI" panose="020B0604030504040204" pitchFamily="50" charset="-128"/>
                <a:cs typeface="メイリオ" pitchFamily="50" charset="-128"/>
              </a:rPr>
              <a:t>システムの導入ノウハウ</a:t>
            </a:r>
          </a:p>
        </p:txBody>
      </p:sp>
      <p:pic>
        <p:nvPicPr>
          <p:cNvPr id="4" name="図 3">
            <a:extLst>
              <a:ext uri="{FF2B5EF4-FFF2-40B4-BE49-F238E27FC236}">
                <a16:creationId xmlns:a16="http://schemas.microsoft.com/office/drawing/2014/main" id="{5D34CE2C-84FF-88C3-FBB5-C481E63812F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31845" y="1365955"/>
            <a:ext cx="5279322" cy="2676975"/>
          </a:xfrm>
          <a:prstGeom prst="rect">
            <a:avLst/>
          </a:prstGeom>
        </p:spPr>
      </p:pic>
      <p:sp>
        <p:nvSpPr>
          <p:cNvPr id="16" name="四角形: 角を丸くする 15">
            <a:extLst>
              <a:ext uri="{FF2B5EF4-FFF2-40B4-BE49-F238E27FC236}">
                <a16:creationId xmlns:a16="http://schemas.microsoft.com/office/drawing/2014/main" id="{26D40E25-D147-F40E-C6F0-36BB950A56F7}"/>
              </a:ext>
            </a:extLst>
          </p:cNvPr>
          <p:cNvSpPr/>
          <p:nvPr/>
        </p:nvSpPr>
        <p:spPr>
          <a:xfrm>
            <a:off x="366246" y="4612178"/>
            <a:ext cx="2288210" cy="1714194"/>
          </a:xfrm>
          <a:prstGeom prst="roundRect">
            <a:avLst/>
          </a:prstGeom>
          <a:no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srgbClr val="FFFFFF"/>
              </a:solidFill>
              <a:effectLst/>
              <a:uLnTx/>
              <a:uFillTx/>
              <a:latin typeface="游ゴシック"/>
              <a:ea typeface="游ゴシック"/>
              <a:cs typeface="+mn-cs"/>
            </a:endParaRPr>
          </a:p>
        </p:txBody>
      </p:sp>
      <p:sp>
        <p:nvSpPr>
          <p:cNvPr id="17" name="四角形: 角を丸くする 16">
            <a:extLst>
              <a:ext uri="{FF2B5EF4-FFF2-40B4-BE49-F238E27FC236}">
                <a16:creationId xmlns:a16="http://schemas.microsoft.com/office/drawing/2014/main" id="{97ABBF41-D5AE-AE5C-41D5-04A316643B4C}"/>
              </a:ext>
            </a:extLst>
          </p:cNvPr>
          <p:cNvSpPr/>
          <p:nvPr/>
        </p:nvSpPr>
        <p:spPr>
          <a:xfrm>
            <a:off x="4002288" y="4618919"/>
            <a:ext cx="2288210" cy="1691488"/>
          </a:xfrm>
          <a:prstGeom prst="roundRect">
            <a:avLst/>
          </a:prstGeom>
          <a:no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srgbClr val="FFFFFF"/>
              </a:solidFill>
              <a:effectLst/>
              <a:uLnTx/>
              <a:uFillTx/>
              <a:latin typeface="游ゴシック"/>
              <a:ea typeface="游ゴシック"/>
              <a:cs typeface="+mn-cs"/>
            </a:endParaRPr>
          </a:p>
        </p:txBody>
      </p:sp>
      <p:sp>
        <p:nvSpPr>
          <p:cNvPr id="18" name="テキスト ボックス 17">
            <a:extLst>
              <a:ext uri="{FF2B5EF4-FFF2-40B4-BE49-F238E27FC236}">
                <a16:creationId xmlns:a16="http://schemas.microsoft.com/office/drawing/2014/main" id="{FF8D9B33-E15F-1F5D-FBAE-2A667B28FA07}"/>
              </a:ext>
            </a:extLst>
          </p:cNvPr>
          <p:cNvSpPr txBox="1"/>
          <p:nvPr/>
        </p:nvSpPr>
        <p:spPr>
          <a:xfrm>
            <a:off x="541995" y="5318607"/>
            <a:ext cx="1800493" cy="95410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a:ln>
                  <a:noFill/>
                </a:ln>
                <a:solidFill>
                  <a:srgbClr val="000000"/>
                </a:solidFill>
                <a:effectLst/>
                <a:uLnTx/>
                <a:uFillTx/>
                <a:latin typeface="游ゴシック"/>
                <a:ea typeface="游ゴシック"/>
                <a:cs typeface="+mn-cs"/>
              </a:rPr>
              <a:t>プログラム特典</a:t>
            </a:r>
            <a:endParaRPr kumimoji="1" lang="en-US" altLang="ja-JP" sz="1400" b="0" i="0" u="none" strike="noStrike" kern="1200" cap="none" spc="0" normalizeH="0" baseline="0" noProof="0">
              <a:ln>
                <a:noFill/>
              </a:ln>
              <a:solidFill>
                <a:srgbClr val="000000"/>
              </a:solidFill>
              <a:effectLst/>
              <a:uLnTx/>
              <a:uFillTx/>
              <a:latin typeface="游ゴシック"/>
              <a:ea typeface="游ゴシック"/>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a:ln>
                  <a:noFill/>
                </a:ln>
                <a:solidFill>
                  <a:srgbClr val="000000"/>
                </a:solidFill>
                <a:effectLst/>
                <a:uLnTx/>
                <a:uFillTx/>
                <a:latin typeface="游ゴシック"/>
                <a:ea typeface="游ゴシック"/>
                <a:cs typeface="+mn-cs"/>
              </a:rPr>
              <a:t>・技術支援</a:t>
            </a:r>
            <a:endParaRPr kumimoji="1" lang="en-US" altLang="ja-JP" sz="1400" b="0" i="0" u="none" strike="noStrike" kern="1200" cap="none" spc="0" normalizeH="0" baseline="0" noProof="0">
              <a:ln>
                <a:noFill/>
              </a:ln>
              <a:solidFill>
                <a:srgbClr val="000000"/>
              </a:solidFill>
              <a:effectLst/>
              <a:uLnTx/>
              <a:uFillTx/>
              <a:latin typeface="游ゴシック"/>
              <a:ea typeface="游ゴシック"/>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a:ln>
                  <a:noFill/>
                </a:ln>
                <a:solidFill>
                  <a:srgbClr val="000000"/>
                </a:solidFill>
                <a:effectLst/>
                <a:uLnTx/>
                <a:uFillTx/>
                <a:latin typeface="游ゴシック"/>
                <a:ea typeface="游ゴシック"/>
                <a:cs typeface="+mn-cs"/>
              </a:rPr>
              <a:t>・共同施策と</a:t>
            </a:r>
            <a:endParaRPr kumimoji="1" lang="en-US" altLang="ja-JP" sz="1400" b="0" i="0" u="none" strike="noStrike" kern="1200" cap="none" spc="0" normalizeH="0" baseline="0" noProof="0">
              <a:ln>
                <a:noFill/>
              </a:ln>
              <a:solidFill>
                <a:srgbClr val="000000"/>
              </a:solidFill>
              <a:effectLst/>
              <a:uLnTx/>
              <a:uFillTx/>
              <a:latin typeface="游ゴシック"/>
              <a:ea typeface="游ゴシック"/>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a:ln>
                  <a:noFill/>
                </a:ln>
                <a:solidFill>
                  <a:srgbClr val="000000"/>
                </a:solidFill>
                <a:effectLst/>
                <a:uLnTx/>
                <a:uFillTx/>
                <a:latin typeface="游ゴシック"/>
                <a:ea typeface="游ゴシック"/>
                <a:cs typeface="+mn-cs"/>
              </a:rPr>
              <a:t>マーケティング支援</a:t>
            </a:r>
          </a:p>
        </p:txBody>
      </p:sp>
      <p:pic>
        <p:nvPicPr>
          <p:cNvPr id="19" name="Picture 2">
            <a:extLst>
              <a:ext uri="{FF2B5EF4-FFF2-40B4-BE49-F238E27FC236}">
                <a16:creationId xmlns:a16="http://schemas.microsoft.com/office/drawing/2014/main" id="{A887BC2B-5E09-AA0F-29BE-8CCA9DB3873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745901" y="4695475"/>
            <a:ext cx="1375337" cy="292896"/>
          </a:xfrm>
          <a:prstGeom prst="rect">
            <a:avLst/>
          </a:prstGeom>
          <a:noFill/>
          <a:extLst>
            <a:ext uri="{909E8E84-426E-40DD-AFC4-6F175D3DCCD1}">
              <a14:hiddenFill xmlns:a14="http://schemas.microsoft.com/office/drawing/2010/main">
                <a:solidFill>
                  <a:srgbClr val="FFFFFF"/>
                </a:solidFill>
              </a14:hiddenFill>
            </a:ext>
          </a:extLst>
        </p:spPr>
      </p:pic>
      <p:sp>
        <p:nvSpPr>
          <p:cNvPr id="20" name="テキスト ボックス 19">
            <a:extLst>
              <a:ext uri="{FF2B5EF4-FFF2-40B4-BE49-F238E27FC236}">
                <a16:creationId xmlns:a16="http://schemas.microsoft.com/office/drawing/2014/main" id="{ECAB8BF2-9B21-18E1-49B8-A8E2CF4BABE5}"/>
              </a:ext>
            </a:extLst>
          </p:cNvPr>
          <p:cNvSpPr txBox="1"/>
          <p:nvPr/>
        </p:nvSpPr>
        <p:spPr>
          <a:xfrm>
            <a:off x="4006103" y="5318607"/>
            <a:ext cx="2339102"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a:ln>
                  <a:noFill/>
                </a:ln>
                <a:solidFill>
                  <a:srgbClr val="000000"/>
                </a:solidFill>
                <a:effectLst/>
                <a:uLnTx/>
                <a:uFillTx/>
                <a:latin typeface="游ゴシック"/>
                <a:ea typeface="游ゴシック"/>
                <a:cs typeface="+mn-cs"/>
              </a:rPr>
              <a:t>・ソリューション共同開発</a:t>
            </a:r>
            <a:endParaRPr kumimoji="1" lang="en-US" altLang="ja-JP" sz="1400" b="0" i="0" u="none" strike="noStrike" kern="1200" cap="none" spc="0" normalizeH="0" baseline="0" noProof="0">
              <a:ln>
                <a:noFill/>
              </a:ln>
              <a:solidFill>
                <a:srgbClr val="000000"/>
              </a:solidFill>
              <a:effectLst/>
              <a:uLnTx/>
              <a:uFillTx/>
              <a:latin typeface="游ゴシック"/>
              <a:ea typeface="游ゴシック"/>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a:ln>
                  <a:noFill/>
                </a:ln>
                <a:solidFill>
                  <a:srgbClr val="000000"/>
                </a:solidFill>
                <a:effectLst/>
                <a:uLnTx/>
                <a:uFillTx/>
                <a:latin typeface="游ゴシック"/>
                <a:ea typeface="游ゴシック"/>
                <a:cs typeface="+mn-cs"/>
              </a:rPr>
              <a:t>・共同マーケティング</a:t>
            </a:r>
          </a:p>
        </p:txBody>
      </p:sp>
      <p:pic>
        <p:nvPicPr>
          <p:cNvPr id="21" name="図 20" descr="ロゴ&#10;&#10;自動的に生成された説明">
            <a:extLst>
              <a:ext uri="{FF2B5EF4-FFF2-40B4-BE49-F238E27FC236}">
                <a16:creationId xmlns:a16="http://schemas.microsoft.com/office/drawing/2014/main" id="{F0499FDA-445C-9463-92A1-C7FA8A9FF425}"/>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4505978" y="4713142"/>
            <a:ext cx="776605" cy="257561"/>
          </a:xfrm>
          <a:prstGeom prst="rect">
            <a:avLst/>
          </a:prstGeom>
        </p:spPr>
      </p:pic>
      <p:sp>
        <p:nvSpPr>
          <p:cNvPr id="22" name="矢印: 左右 21">
            <a:extLst>
              <a:ext uri="{FF2B5EF4-FFF2-40B4-BE49-F238E27FC236}">
                <a16:creationId xmlns:a16="http://schemas.microsoft.com/office/drawing/2014/main" id="{B346176C-2208-B78A-E647-5C488AB66F0F}"/>
              </a:ext>
            </a:extLst>
          </p:cNvPr>
          <p:cNvSpPr/>
          <p:nvPr/>
        </p:nvSpPr>
        <p:spPr>
          <a:xfrm>
            <a:off x="2276296" y="4580313"/>
            <a:ext cx="2159903" cy="523221"/>
          </a:xfrm>
          <a:prstGeom prst="leftRightArrow">
            <a:avLst>
              <a:gd name="adj1" fmla="val 50000"/>
              <a:gd name="adj2" fmla="val 17662"/>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600" b="1" i="0" u="none" strike="noStrike" kern="1200" cap="none" spc="0" normalizeH="0" baseline="0" noProof="0">
                <a:ln>
                  <a:noFill/>
                </a:ln>
                <a:solidFill>
                  <a:srgbClr val="FFFFFF"/>
                </a:solidFill>
                <a:effectLst/>
                <a:uLnTx/>
                <a:uFillTx/>
                <a:latin typeface="游ゴシック"/>
                <a:ea typeface="游ゴシック"/>
                <a:cs typeface="+mn-cs"/>
              </a:rPr>
              <a:t>MPN</a:t>
            </a:r>
            <a:r>
              <a:rPr kumimoji="1" lang="ja-JP" altLang="en-US" sz="1600" b="1" i="0" u="none" strike="noStrike" kern="1200" cap="none" spc="0" normalizeH="0" baseline="0" noProof="0">
                <a:ln>
                  <a:noFill/>
                </a:ln>
                <a:solidFill>
                  <a:srgbClr val="FFFFFF"/>
                </a:solidFill>
                <a:effectLst/>
                <a:uLnTx/>
                <a:uFillTx/>
                <a:latin typeface="游ゴシック"/>
                <a:ea typeface="游ゴシック"/>
                <a:cs typeface="+mn-cs"/>
              </a:rPr>
              <a:t> </a:t>
            </a:r>
            <a:r>
              <a:rPr kumimoji="1" lang="en-US" altLang="ja-JP" sz="1600" b="1" i="0" u="none" strike="noStrike" kern="1200" cap="none" spc="0" normalizeH="0" baseline="0" noProof="0">
                <a:ln>
                  <a:noFill/>
                </a:ln>
                <a:solidFill>
                  <a:srgbClr val="FFFFFF"/>
                </a:solidFill>
                <a:effectLst/>
                <a:uLnTx/>
                <a:uFillTx/>
                <a:latin typeface="游ゴシック"/>
                <a:ea typeface="游ゴシック"/>
                <a:cs typeface="+mn-cs"/>
              </a:rPr>
              <a:t>for Industry</a:t>
            </a:r>
          </a:p>
        </p:txBody>
      </p:sp>
      <p:pic>
        <p:nvPicPr>
          <p:cNvPr id="27" name="Picture 2" descr="Deloitte The Smart Factory - Check Point Software">
            <a:extLst>
              <a:ext uri="{FF2B5EF4-FFF2-40B4-BE49-F238E27FC236}">
                <a16:creationId xmlns:a16="http://schemas.microsoft.com/office/drawing/2014/main" id="{89556201-BF55-8C0D-8740-57D7B474CE10}"/>
              </a:ext>
            </a:extLst>
          </p:cNvPr>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6421401" y="2806903"/>
            <a:ext cx="1136475" cy="445959"/>
          </a:xfrm>
          <a:prstGeom prst="rect">
            <a:avLst/>
          </a:prstGeom>
          <a:noFill/>
          <a:extLst>
            <a:ext uri="{909E8E84-426E-40DD-AFC4-6F175D3DCCD1}">
              <a14:hiddenFill xmlns:a14="http://schemas.microsoft.com/office/drawing/2010/main">
                <a:solidFill>
                  <a:srgbClr val="FFFFFF"/>
                </a:solidFill>
              </a14:hiddenFill>
            </a:ext>
          </a:extLst>
        </p:spPr>
      </p:pic>
      <p:sp>
        <p:nvSpPr>
          <p:cNvPr id="39" name="TextBox 30">
            <a:extLst>
              <a:ext uri="{FF2B5EF4-FFF2-40B4-BE49-F238E27FC236}">
                <a16:creationId xmlns:a16="http://schemas.microsoft.com/office/drawing/2014/main" id="{62CFF936-7630-5211-CBAF-28F718081C02}"/>
              </a:ext>
            </a:extLst>
          </p:cNvPr>
          <p:cNvSpPr txBox="1"/>
          <p:nvPr/>
        </p:nvSpPr>
        <p:spPr>
          <a:xfrm>
            <a:off x="7877349" y="3266934"/>
            <a:ext cx="3258375" cy="275180"/>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altLang="ja-JP" sz="1800" b="1" i="0" u="none" strike="noStrike" kern="1200" cap="none" spc="0" normalizeH="0" baseline="0" noProof="0">
                <a:ln>
                  <a:noFill/>
                </a:ln>
                <a:solidFill>
                  <a:srgbClr val="3278E8"/>
                </a:solidFill>
                <a:effectLst/>
                <a:uLnTx/>
                <a:uFillTx/>
                <a:latin typeface="Segoe UI" panose="020B0502040204020203" pitchFamily="34" charset="0"/>
                <a:ea typeface="Yu Gothic UI" panose="020B0500000000000000" pitchFamily="50" charset="-128"/>
                <a:cs typeface="Segoe UI" panose="020B0502040204020203" pitchFamily="34" charset="0"/>
              </a:rPr>
              <a:t>The Smart Factory @ </a:t>
            </a:r>
            <a:r>
              <a:rPr kumimoji="0" lang="da-DK" altLang="ja-JP" sz="1800" b="1" i="0" u="none" strike="noStrike" kern="1200" cap="none" spc="0" normalizeH="0" baseline="0" noProof="0">
                <a:ln>
                  <a:noFill/>
                </a:ln>
                <a:solidFill>
                  <a:srgbClr val="3278E8"/>
                </a:solidFill>
                <a:effectLst/>
                <a:uLnTx/>
                <a:uFillTx/>
                <a:latin typeface="Segoe UI" panose="020B0502040204020203" pitchFamily="34" charset="0"/>
                <a:ea typeface="Yu Gothic UI" panose="020B0500000000000000" pitchFamily="50" charset="-128"/>
                <a:cs typeface="Segoe UI" panose="020B0502040204020203" pitchFamily="34" charset="0"/>
              </a:rPr>
              <a:t>Kyoto</a:t>
            </a:r>
            <a:endParaRPr kumimoji="0" lang="da-DK" sz="1800" b="1" i="0" u="none" strike="noStrike" kern="1200" cap="none" spc="0" normalizeH="0" baseline="0" noProof="0">
              <a:ln>
                <a:noFill/>
              </a:ln>
              <a:solidFill>
                <a:srgbClr val="3278E8"/>
              </a:solidFill>
              <a:effectLst/>
              <a:uLnTx/>
              <a:uFillTx/>
              <a:latin typeface="Segoe UI" panose="020B0502040204020203" pitchFamily="34" charset="0"/>
              <a:ea typeface="Yu Gothic UI" panose="020B0500000000000000" pitchFamily="50" charset="-128"/>
              <a:cs typeface="Segoe UI" panose="020B0502040204020203" pitchFamily="34" charset="0"/>
            </a:endParaRPr>
          </a:p>
        </p:txBody>
      </p:sp>
      <p:grpSp>
        <p:nvGrpSpPr>
          <p:cNvPr id="263" name="グループ化 262">
            <a:extLst>
              <a:ext uri="{FF2B5EF4-FFF2-40B4-BE49-F238E27FC236}">
                <a16:creationId xmlns:a16="http://schemas.microsoft.com/office/drawing/2014/main" id="{930FBF82-282D-0C6B-BF9E-59A34C228204}"/>
              </a:ext>
            </a:extLst>
          </p:cNvPr>
          <p:cNvGrpSpPr/>
          <p:nvPr/>
        </p:nvGrpSpPr>
        <p:grpSpPr>
          <a:xfrm>
            <a:off x="6478628" y="1753208"/>
            <a:ext cx="4658558" cy="1334447"/>
            <a:chOff x="6706919" y="764074"/>
            <a:chExt cx="4994103" cy="1544373"/>
          </a:xfrm>
        </p:grpSpPr>
        <p:grpSp>
          <p:nvGrpSpPr>
            <p:cNvPr id="31" name="グループ化 30">
              <a:extLst>
                <a:ext uri="{FF2B5EF4-FFF2-40B4-BE49-F238E27FC236}">
                  <a16:creationId xmlns:a16="http://schemas.microsoft.com/office/drawing/2014/main" id="{7A7499C2-1398-B40C-6E59-A42AA27131A3}"/>
                </a:ext>
              </a:extLst>
            </p:cNvPr>
            <p:cNvGrpSpPr>
              <a:grpSpLocks noChangeAspect="1"/>
            </p:cNvGrpSpPr>
            <p:nvPr/>
          </p:nvGrpSpPr>
          <p:grpSpPr bwMode="gray">
            <a:xfrm>
              <a:off x="7581886" y="764074"/>
              <a:ext cx="3346988" cy="1544373"/>
              <a:chOff x="360000" y="1475998"/>
              <a:chExt cx="9157241" cy="4802016"/>
            </a:xfrm>
            <a:solidFill>
              <a:srgbClr val="BBBCBC"/>
            </a:solidFill>
          </p:grpSpPr>
          <p:grpSp>
            <p:nvGrpSpPr>
              <p:cNvPr id="44" name="グループ化 43">
                <a:extLst>
                  <a:ext uri="{FF2B5EF4-FFF2-40B4-BE49-F238E27FC236}">
                    <a16:creationId xmlns:a16="http://schemas.microsoft.com/office/drawing/2014/main" id="{4BF9486A-6882-C83F-4C6A-8F247A1C56CC}"/>
                  </a:ext>
                </a:extLst>
              </p:cNvPr>
              <p:cNvGrpSpPr/>
              <p:nvPr/>
            </p:nvGrpSpPr>
            <p:grpSpPr bwMode="gray">
              <a:xfrm>
                <a:off x="5472000" y="1475998"/>
                <a:ext cx="4045241" cy="4802016"/>
                <a:chOff x="415924" y="1475998"/>
                <a:chExt cx="4084868" cy="4849057"/>
              </a:xfrm>
              <a:grpFill/>
            </p:grpSpPr>
            <p:sp>
              <p:nvSpPr>
                <p:cNvPr id="211" name="Freeform 6">
                  <a:extLst>
                    <a:ext uri="{FF2B5EF4-FFF2-40B4-BE49-F238E27FC236}">
                      <a16:creationId xmlns:a16="http://schemas.microsoft.com/office/drawing/2014/main" id="{A4E74119-A57B-7691-13AD-49AC10055E5B}"/>
                    </a:ext>
                  </a:extLst>
                </p:cNvPr>
                <p:cNvSpPr>
                  <a:spLocks noEditPoints="1"/>
                </p:cNvSpPr>
                <p:nvPr/>
              </p:nvSpPr>
              <p:spPr bwMode="gray">
                <a:xfrm>
                  <a:off x="857453" y="3849976"/>
                  <a:ext cx="133412" cy="104775"/>
                </a:xfrm>
                <a:custGeom>
                  <a:avLst/>
                  <a:gdLst>
                    <a:gd name="T0" fmla="*/ 74 w 84"/>
                    <a:gd name="T1" fmla="*/ 42 h 66"/>
                    <a:gd name="T2" fmla="*/ 76 w 84"/>
                    <a:gd name="T3" fmla="*/ 48 h 66"/>
                    <a:gd name="T4" fmla="*/ 80 w 84"/>
                    <a:gd name="T5" fmla="*/ 54 h 66"/>
                    <a:gd name="T6" fmla="*/ 80 w 84"/>
                    <a:gd name="T7" fmla="*/ 58 h 66"/>
                    <a:gd name="T8" fmla="*/ 74 w 84"/>
                    <a:gd name="T9" fmla="*/ 62 h 66"/>
                    <a:gd name="T10" fmla="*/ 70 w 84"/>
                    <a:gd name="T11" fmla="*/ 66 h 66"/>
                    <a:gd name="T12" fmla="*/ 66 w 84"/>
                    <a:gd name="T13" fmla="*/ 58 h 66"/>
                    <a:gd name="T14" fmla="*/ 66 w 84"/>
                    <a:gd name="T15" fmla="*/ 48 h 66"/>
                    <a:gd name="T16" fmla="*/ 66 w 84"/>
                    <a:gd name="T17" fmla="*/ 42 h 66"/>
                    <a:gd name="T18" fmla="*/ 52 w 84"/>
                    <a:gd name="T19" fmla="*/ 32 h 66"/>
                    <a:gd name="T20" fmla="*/ 52 w 84"/>
                    <a:gd name="T21" fmla="*/ 32 h 66"/>
                    <a:gd name="T22" fmla="*/ 56 w 84"/>
                    <a:gd name="T23" fmla="*/ 34 h 66"/>
                    <a:gd name="T24" fmla="*/ 52 w 84"/>
                    <a:gd name="T25" fmla="*/ 32 h 66"/>
                    <a:gd name="T26" fmla="*/ 56 w 84"/>
                    <a:gd name="T27" fmla="*/ 26 h 66"/>
                    <a:gd name="T28" fmla="*/ 60 w 84"/>
                    <a:gd name="T29" fmla="*/ 32 h 66"/>
                    <a:gd name="T30" fmla="*/ 60 w 84"/>
                    <a:gd name="T31" fmla="*/ 32 h 66"/>
                    <a:gd name="T32" fmla="*/ 66 w 84"/>
                    <a:gd name="T33" fmla="*/ 34 h 66"/>
                    <a:gd name="T34" fmla="*/ 52 w 84"/>
                    <a:gd name="T35" fmla="*/ 26 h 66"/>
                    <a:gd name="T36" fmla="*/ 44 w 84"/>
                    <a:gd name="T37" fmla="*/ 26 h 66"/>
                    <a:gd name="T38" fmla="*/ 48 w 84"/>
                    <a:gd name="T39" fmla="*/ 22 h 66"/>
                    <a:gd name="T40" fmla="*/ 52 w 84"/>
                    <a:gd name="T41" fmla="*/ 26 h 66"/>
                    <a:gd name="T42" fmla="*/ 32 w 84"/>
                    <a:gd name="T43" fmla="*/ 22 h 66"/>
                    <a:gd name="T44" fmla="*/ 28 w 84"/>
                    <a:gd name="T45" fmla="*/ 14 h 66"/>
                    <a:gd name="T46" fmla="*/ 36 w 84"/>
                    <a:gd name="T47" fmla="*/ 14 h 66"/>
                    <a:gd name="T48" fmla="*/ 40 w 84"/>
                    <a:gd name="T49" fmla="*/ 22 h 66"/>
                    <a:gd name="T50" fmla="*/ 0 w 84"/>
                    <a:gd name="T51" fmla="*/ 10 h 66"/>
                    <a:gd name="T52" fmla="*/ 4 w 84"/>
                    <a:gd name="T53" fmla="*/ 4 h 66"/>
                    <a:gd name="T54" fmla="*/ 0 w 84"/>
                    <a:gd name="T55" fmla="*/ 10 h 66"/>
                    <a:gd name="T56" fmla="*/ 8 w 84"/>
                    <a:gd name="T57" fmla="*/ 10 h 66"/>
                    <a:gd name="T58" fmla="*/ 8 w 84"/>
                    <a:gd name="T59" fmla="*/ 0 h 66"/>
                    <a:gd name="T60" fmla="*/ 12 w 84"/>
                    <a:gd name="T61" fmla="*/ 4 h 66"/>
                    <a:gd name="T62" fmla="*/ 12 w 84"/>
                    <a:gd name="T63" fmla="*/ 1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4" h="66">
                      <a:moveTo>
                        <a:pt x="70" y="42"/>
                      </a:moveTo>
                      <a:lnTo>
                        <a:pt x="74" y="42"/>
                      </a:lnTo>
                      <a:lnTo>
                        <a:pt x="76" y="46"/>
                      </a:lnTo>
                      <a:lnTo>
                        <a:pt x="76" y="48"/>
                      </a:lnTo>
                      <a:lnTo>
                        <a:pt x="80" y="48"/>
                      </a:lnTo>
                      <a:lnTo>
                        <a:pt x="80" y="54"/>
                      </a:lnTo>
                      <a:lnTo>
                        <a:pt x="84" y="54"/>
                      </a:lnTo>
                      <a:lnTo>
                        <a:pt x="80" y="58"/>
                      </a:lnTo>
                      <a:lnTo>
                        <a:pt x="76" y="58"/>
                      </a:lnTo>
                      <a:lnTo>
                        <a:pt x="74" y="62"/>
                      </a:lnTo>
                      <a:lnTo>
                        <a:pt x="74" y="66"/>
                      </a:lnTo>
                      <a:lnTo>
                        <a:pt x="70" y="66"/>
                      </a:lnTo>
                      <a:lnTo>
                        <a:pt x="66" y="62"/>
                      </a:lnTo>
                      <a:lnTo>
                        <a:pt x="66" y="58"/>
                      </a:lnTo>
                      <a:lnTo>
                        <a:pt x="66" y="54"/>
                      </a:lnTo>
                      <a:lnTo>
                        <a:pt x="66" y="48"/>
                      </a:lnTo>
                      <a:lnTo>
                        <a:pt x="70" y="46"/>
                      </a:lnTo>
                      <a:lnTo>
                        <a:pt x="66" y="42"/>
                      </a:lnTo>
                      <a:lnTo>
                        <a:pt x="70" y="42"/>
                      </a:lnTo>
                      <a:close/>
                      <a:moveTo>
                        <a:pt x="52" y="32"/>
                      </a:moveTo>
                      <a:lnTo>
                        <a:pt x="48" y="32"/>
                      </a:lnTo>
                      <a:lnTo>
                        <a:pt x="52" y="32"/>
                      </a:lnTo>
                      <a:close/>
                      <a:moveTo>
                        <a:pt x="60" y="34"/>
                      </a:moveTo>
                      <a:lnTo>
                        <a:pt x="56" y="34"/>
                      </a:lnTo>
                      <a:lnTo>
                        <a:pt x="56" y="32"/>
                      </a:lnTo>
                      <a:lnTo>
                        <a:pt x="52" y="32"/>
                      </a:lnTo>
                      <a:lnTo>
                        <a:pt x="52" y="26"/>
                      </a:lnTo>
                      <a:lnTo>
                        <a:pt x="56" y="26"/>
                      </a:lnTo>
                      <a:lnTo>
                        <a:pt x="56" y="32"/>
                      </a:lnTo>
                      <a:lnTo>
                        <a:pt x="60" y="32"/>
                      </a:lnTo>
                      <a:lnTo>
                        <a:pt x="60" y="26"/>
                      </a:lnTo>
                      <a:lnTo>
                        <a:pt x="60" y="32"/>
                      </a:lnTo>
                      <a:lnTo>
                        <a:pt x="66" y="32"/>
                      </a:lnTo>
                      <a:lnTo>
                        <a:pt x="66" y="34"/>
                      </a:lnTo>
                      <a:lnTo>
                        <a:pt x="60" y="34"/>
                      </a:lnTo>
                      <a:close/>
                      <a:moveTo>
                        <a:pt x="52" y="26"/>
                      </a:moveTo>
                      <a:lnTo>
                        <a:pt x="48" y="26"/>
                      </a:lnTo>
                      <a:lnTo>
                        <a:pt x="44" y="26"/>
                      </a:lnTo>
                      <a:lnTo>
                        <a:pt x="44" y="22"/>
                      </a:lnTo>
                      <a:lnTo>
                        <a:pt x="48" y="22"/>
                      </a:lnTo>
                      <a:lnTo>
                        <a:pt x="52" y="22"/>
                      </a:lnTo>
                      <a:lnTo>
                        <a:pt x="52" y="26"/>
                      </a:lnTo>
                      <a:close/>
                      <a:moveTo>
                        <a:pt x="36" y="22"/>
                      </a:moveTo>
                      <a:lnTo>
                        <a:pt x="32" y="22"/>
                      </a:lnTo>
                      <a:lnTo>
                        <a:pt x="32" y="18"/>
                      </a:lnTo>
                      <a:lnTo>
                        <a:pt x="28" y="14"/>
                      </a:lnTo>
                      <a:lnTo>
                        <a:pt x="32" y="14"/>
                      </a:lnTo>
                      <a:lnTo>
                        <a:pt x="36" y="14"/>
                      </a:lnTo>
                      <a:lnTo>
                        <a:pt x="36" y="18"/>
                      </a:lnTo>
                      <a:lnTo>
                        <a:pt x="40" y="22"/>
                      </a:lnTo>
                      <a:lnTo>
                        <a:pt x="36" y="22"/>
                      </a:lnTo>
                      <a:close/>
                      <a:moveTo>
                        <a:pt x="0" y="10"/>
                      </a:moveTo>
                      <a:lnTo>
                        <a:pt x="0" y="4"/>
                      </a:lnTo>
                      <a:lnTo>
                        <a:pt x="4" y="4"/>
                      </a:lnTo>
                      <a:lnTo>
                        <a:pt x="4" y="10"/>
                      </a:lnTo>
                      <a:lnTo>
                        <a:pt x="0" y="10"/>
                      </a:lnTo>
                      <a:close/>
                      <a:moveTo>
                        <a:pt x="12" y="10"/>
                      </a:moveTo>
                      <a:lnTo>
                        <a:pt x="8" y="10"/>
                      </a:lnTo>
                      <a:lnTo>
                        <a:pt x="8" y="4"/>
                      </a:lnTo>
                      <a:lnTo>
                        <a:pt x="8" y="0"/>
                      </a:lnTo>
                      <a:lnTo>
                        <a:pt x="12" y="0"/>
                      </a:lnTo>
                      <a:lnTo>
                        <a:pt x="12" y="4"/>
                      </a:lnTo>
                      <a:lnTo>
                        <a:pt x="16" y="4"/>
                      </a:lnTo>
                      <a:lnTo>
                        <a:pt x="12" y="10"/>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212" name="Freeform 7">
                  <a:extLst>
                    <a:ext uri="{FF2B5EF4-FFF2-40B4-BE49-F238E27FC236}">
                      <a16:creationId xmlns:a16="http://schemas.microsoft.com/office/drawing/2014/main" id="{EB32D2F8-8150-F332-10B3-EC187BBCC2B5}"/>
                    </a:ext>
                  </a:extLst>
                </p:cNvPr>
                <p:cNvSpPr>
                  <a:spLocks noEditPoints="1"/>
                </p:cNvSpPr>
                <p:nvPr/>
              </p:nvSpPr>
              <p:spPr bwMode="gray">
                <a:xfrm>
                  <a:off x="1734159" y="2954626"/>
                  <a:ext cx="1419882" cy="812800"/>
                </a:xfrm>
                <a:custGeom>
                  <a:avLst/>
                  <a:gdLst>
                    <a:gd name="T0" fmla="*/ 506 w 894"/>
                    <a:gd name="T1" fmla="*/ 422 h 512"/>
                    <a:gd name="T2" fmla="*/ 794 w 894"/>
                    <a:gd name="T3" fmla="*/ 192 h 512"/>
                    <a:gd name="T4" fmla="*/ 800 w 894"/>
                    <a:gd name="T5" fmla="*/ 192 h 512"/>
                    <a:gd name="T6" fmla="*/ 874 w 894"/>
                    <a:gd name="T7" fmla="*/ 112 h 512"/>
                    <a:gd name="T8" fmla="*/ 28 w 894"/>
                    <a:gd name="T9" fmla="*/ 20 h 512"/>
                    <a:gd name="T10" fmla="*/ 422 w 894"/>
                    <a:gd name="T11" fmla="*/ 464 h 512"/>
                    <a:gd name="T12" fmla="*/ 758 w 894"/>
                    <a:gd name="T13" fmla="*/ 294 h 512"/>
                    <a:gd name="T14" fmla="*/ 746 w 894"/>
                    <a:gd name="T15" fmla="*/ 234 h 512"/>
                    <a:gd name="T16" fmla="*/ 734 w 894"/>
                    <a:gd name="T17" fmla="*/ 242 h 512"/>
                    <a:gd name="T18" fmla="*/ 742 w 894"/>
                    <a:gd name="T19" fmla="*/ 262 h 512"/>
                    <a:gd name="T20" fmla="*/ 758 w 894"/>
                    <a:gd name="T21" fmla="*/ 286 h 512"/>
                    <a:gd name="T22" fmla="*/ 742 w 894"/>
                    <a:gd name="T23" fmla="*/ 290 h 512"/>
                    <a:gd name="T24" fmla="*/ 746 w 894"/>
                    <a:gd name="T25" fmla="*/ 300 h 512"/>
                    <a:gd name="T26" fmla="*/ 728 w 894"/>
                    <a:gd name="T27" fmla="*/ 314 h 512"/>
                    <a:gd name="T28" fmla="*/ 692 w 894"/>
                    <a:gd name="T29" fmla="*/ 356 h 512"/>
                    <a:gd name="T30" fmla="*/ 672 w 894"/>
                    <a:gd name="T31" fmla="*/ 390 h 512"/>
                    <a:gd name="T32" fmla="*/ 680 w 894"/>
                    <a:gd name="T33" fmla="*/ 446 h 512"/>
                    <a:gd name="T34" fmla="*/ 676 w 894"/>
                    <a:gd name="T35" fmla="*/ 508 h 512"/>
                    <a:gd name="T36" fmla="*/ 652 w 894"/>
                    <a:gd name="T37" fmla="*/ 464 h 512"/>
                    <a:gd name="T38" fmla="*/ 634 w 894"/>
                    <a:gd name="T39" fmla="*/ 418 h 512"/>
                    <a:gd name="T40" fmla="*/ 602 w 894"/>
                    <a:gd name="T41" fmla="*/ 408 h 512"/>
                    <a:gd name="T42" fmla="*/ 570 w 894"/>
                    <a:gd name="T43" fmla="*/ 408 h 512"/>
                    <a:gd name="T44" fmla="*/ 542 w 894"/>
                    <a:gd name="T45" fmla="*/ 414 h 512"/>
                    <a:gd name="T46" fmla="*/ 534 w 894"/>
                    <a:gd name="T47" fmla="*/ 426 h 512"/>
                    <a:gd name="T48" fmla="*/ 486 w 894"/>
                    <a:gd name="T49" fmla="*/ 418 h 512"/>
                    <a:gd name="T50" fmla="*/ 448 w 894"/>
                    <a:gd name="T51" fmla="*/ 440 h 512"/>
                    <a:gd name="T52" fmla="*/ 426 w 894"/>
                    <a:gd name="T53" fmla="*/ 450 h 512"/>
                    <a:gd name="T54" fmla="*/ 416 w 894"/>
                    <a:gd name="T55" fmla="*/ 492 h 512"/>
                    <a:gd name="T56" fmla="*/ 370 w 894"/>
                    <a:gd name="T57" fmla="*/ 436 h 512"/>
                    <a:gd name="T58" fmla="*/ 322 w 894"/>
                    <a:gd name="T59" fmla="*/ 426 h 512"/>
                    <a:gd name="T60" fmla="*/ 266 w 894"/>
                    <a:gd name="T61" fmla="*/ 378 h 512"/>
                    <a:gd name="T62" fmla="*/ 162 w 894"/>
                    <a:gd name="T63" fmla="*/ 370 h 512"/>
                    <a:gd name="T64" fmla="*/ 114 w 894"/>
                    <a:gd name="T65" fmla="*/ 348 h 512"/>
                    <a:gd name="T66" fmla="*/ 60 w 894"/>
                    <a:gd name="T67" fmla="*/ 312 h 512"/>
                    <a:gd name="T68" fmla="*/ 34 w 894"/>
                    <a:gd name="T69" fmla="*/ 254 h 512"/>
                    <a:gd name="T70" fmla="*/ 32 w 894"/>
                    <a:gd name="T71" fmla="*/ 250 h 512"/>
                    <a:gd name="T72" fmla="*/ 6 w 894"/>
                    <a:gd name="T73" fmla="*/ 192 h 512"/>
                    <a:gd name="T74" fmla="*/ 6 w 894"/>
                    <a:gd name="T75" fmla="*/ 132 h 512"/>
                    <a:gd name="T76" fmla="*/ 6 w 894"/>
                    <a:gd name="T77" fmla="*/ 72 h 512"/>
                    <a:gd name="T78" fmla="*/ 6 w 894"/>
                    <a:gd name="T79" fmla="*/ 26 h 512"/>
                    <a:gd name="T80" fmla="*/ 32 w 894"/>
                    <a:gd name="T81" fmla="*/ 42 h 512"/>
                    <a:gd name="T82" fmla="*/ 32 w 894"/>
                    <a:gd name="T83" fmla="*/ 26 h 512"/>
                    <a:gd name="T84" fmla="*/ 108 w 894"/>
                    <a:gd name="T85" fmla="*/ 10 h 512"/>
                    <a:gd name="T86" fmla="*/ 228 w 894"/>
                    <a:gd name="T87" fmla="*/ 10 h 512"/>
                    <a:gd name="T88" fmla="*/ 332 w 894"/>
                    <a:gd name="T89" fmla="*/ 10 h 512"/>
                    <a:gd name="T90" fmla="*/ 460 w 894"/>
                    <a:gd name="T91" fmla="*/ 10 h 512"/>
                    <a:gd name="T92" fmla="*/ 516 w 894"/>
                    <a:gd name="T93" fmla="*/ 30 h 512"/>
                    <a:gd name="T94" fmla="*/ 598 w 894"/>
                    <a:gd name="T95" fmla="*/ 48 h 512"/>
                    <a:gd name="T96" fmla="*/ 656 w 894"/>
                    <a:gd name="T97" fmla="*/ 124 h 512"/>
                    <a:gd name="T98" fmla="*/ 676 w 894"/>
                    <a:gd name="T99" fmla="*/ 158 h 512"/>
                    <a:gd name="T100" fmla="*/ 746 w 894"/>
                    <a:gd name="T101" fmla="*/ 124 h 512"/>
                    <a:gd name="T102" fmla="*/ 824 w 894"/>
                    <a:gd name="T103" fmla="*/ 100 h 512"/>
                    <a:gd name="T104" fmla="*/ 860 w 894"/>
                    <a:gd name="T105" fmla="*/ 48 h 512"/>
                    <a:gd name="T106" fmla="*/ 888 w 894"/>
                    <a:gd name="T107" fmla="*/ 108 h 512"/>
                    <a:gd name="T108" fmla="*/ 852 w 894"/>
                    <a:gd name="T109" fmla="*/ 120 h 512"/>
                    <a:gd name="T110" fmla="*/ 836 w 894"/>
                    <a:gd name="T111" fmla="*/ 152 h 512"/>
                    <a:gd name="T112" fmla="*/ 832 w 894"/>
                    <a:gd name="T113" fmla="*/ 172 h 512"/>
                    <a:gd name="T114" fmla="*/ 782 w 894"/>
                    <a:gd name="T115" fmla="*/ 190 h 512"/>
                    <a:gd name="T116" fmla="*/ 774 w 894"/>
                    <a:gd name="T117" fmla="*/ 222 h 512"/>
                    <a:gd name="T118" fmla="*/ 762 w 894"/>
                    <a:gd name="T119" fmla="*/ 224 h 512"/>
                    <a:gd name="T120" fmla="*/ 754 w 894"/>
                    <a:gd name="T121" fmla="*/ 242 h 512"/>
                    <a:gd name="T122" fmla="*/ 754 w 894"/>
                    <a:gd name="T123" fmla="*/ 214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94" h="512">
                      <a:moveTo>
                        <a:pt x="686" y="508"/>
                      </a:moveTo>
                      <a:lnTo>
                        <a:pt x="686" y="504"/>
                      </a:lnTo>
                      <a:lnTo>
                        <a:pt x="686" y="508"/>
                      </a:lnTo>
                      <a:lnTo>
                        <a:pt x="680" y="512"/>
                      </a:lnTo>
                      <a:lnTo>
                        <a:pt x="686" y="512"/>
                      </a:lnTo>
                      <a:lnTo>
                        <a:pt x="686" y="508"/>
                      </a:lnTo>
                      <a:close/>
                      <a:moveTo>
                        <a:pt x="432" y="450"/>
                      </a:moveTo>
                      <a:lnTo>
                        <a:pt x="426" y="450"/>
                      </a:lnTo>
                      <a:lnTo>
                        <a:pt x="426" y="454"/>
                      </a:lnTo>
                      <a:lnTo>
                        <a:pt x="426" y="450"/>
                      </a:lnTo>
                      <a:lnTo>
                        <a:pt x="432" y="450"/>
                      </a:lnTo>
                      <a:close/>
                      <a:moveTo>
                        <a:pt x="432" y="450"/>
                      </a:moveTo>
                      <a:lnTo>
                        <a:pt x="432" y="446"/>
                      </a:lnTo>
                      <a:lnTo>
                        <a:pt x="436" y="446"/>
                      </a:lnTo>
                      <a:lnTo>
                        <a:pt x="432" y="450"/>
                      </a:lnTo>
                      <a:close/>
                      <a:moveTo>
                        <a:pt x="460" y="426"/>
                      </a:moveTo>
                      <a:lnTo>
                        <a:pt x="460" y="430"/>
                      </a:lnTo>
                      <a:lnTo>
                        <a:pt x="456" y="430"/>
                      </a:lnTo>
                      <a:lnTo>
                        <a:pt x="460" y="430"/>
                      </a:lnTo>
                      <a:lnTo>
                        <a:pt x="460" y="426"/>
                      </a:lnTo>
                      <a:close/>
                      <a:moveTo>
                        <a:pt x="510" y="422"/>
                      </a:moveTo>
                      <a:lnTo>
                        <a:pt x="506" y="422"/>
                      </a:lnTo>
                      <a:lnTo>
                        <a:pt x="510" y="422"/>
                      </a:lnTo>
                      <a:close/>
                      <a:moveTo>
                        <a:pt x="590" y="406"/>
                      </a:moveTo>
                      <a:lnTo>
                        <a:pt x="586" y="406"/>
                      </a:lnTo>
                      <a:lnTo>
                        <a:pt x="582" y="406"/>
                      </a:lnTo>
                      <a:lnTo>
                        <a:pt x="578" y="406"/>
                      </a:lnTo>
                      <a:lnTo>
                        <a:pt x="582" y="406"/>
                      </a:lnTo>
                      <a:lnTo>
                        <a:pt x="586" y="406"/>
                      </a:lnTo>
                      <a:lnTo>
                        <a:pt x="590" y="406"/>
                      </a:lnTo>
                      <a:close/>
                      <a:moveTo>
                        <a:pt x="94" y="352"/>
                      </a:moveTo>
                      <a:lnTo>
                        <a:pt x="96" y="356"/>
                      </a:lnTo>
                      <a:lnTo>
                        <a:pt x="94" y="356"/>
                      </a:lnTo>
                      <a:lnTo>
                        <a:pt x="94" y="352"/>
                      </a:lnTo>
                      <a:close/>
                      <a:moveTo>
                        <a:pt x="94" y="346"/>
                      </a:moveTo>
                      <a:lnTo>
                        <a:pt x="96" y="346"/>
                      </a:lnTo>
                      <a:lnTo>
                        <a:pt x="94" y="346"/>
                      </a:lnTo>
                      <a:close/>
                      <a:moveTo>
                        <a:pt x="72" y="332"/>
                      </a:moveTo>
                      <a:lnTo>
                        <a:pt x="68" y="332"/>
                      </a:lnTo>
                      <a:lnTo>
                        <a:pt x="72" y="332"/>
                      </a:lnTo>
                      <a:close/>
                      <a:moveTo>
                        <a:pt x="800" y="192"/>
                      </a:moveTo>
                      <a:lnTo>
                        <a:pt x="800" y="190"/>
                      </a:lnTo>
                      <a:lnTo>
                        <a:pt x="800" y="192"/>
                      </a:lnTo>
                      <a:lnTo>
                        <a:pt x="794" y="192"/>
                      </a:lnTo>
                      <a:lnTo>
                        <a:pt x="790" y="192"/>
                      </a:lnTo>
                      <a:lnTo>
                        <a:pt x="786" y="192"/>
                      </a:lnTo>
                      <a:lnTo>
                        <a:pt x="782" y="192"/>
                      </a:lnTo>
                      <a:lnTo>
                        <a:pt x="782" y="190"/>
                      </a:lnTo>
                      <a:lnTo>
                        <a:pt x="786" y="190"/>
                      </a:lnTo>
                      <a:lnTo>
                        <a:pt x="790" y="190"/>
                      </a:lnTo>
                      <a:lnTo>
                        <a:pt x="794" y="190"/>
                      </a:lnTo>
                      <a:lnTo>
                        <a:pt x="800" y="186"/>
                      </a:lnTo>
                      <a:lnTo>
                        <a:pt x="804" y="186"/>
                      </a:lnTo>
                      <a:lnTo>
                        <a:pt x="808" y="186"/>
                      </a:lnTo>
                      <a:lnTo>
                        <a:pt x="810" y="180"/>
                      </a:lnTo>
                      <a:lnTo>
                        <a:pt x="810" y="186"/>
                      </a:lnTo>
                      <a:lnTo>
                        <a:pt x="808" y="186"/>
                      </a:lnTo>
                      <a:lnTo>
                        <a:pt x="804" y="190"/>
                      </a:lnTo>
                      <a:lnTo>
                        <a:pt x="808" y="190"/>
                      </a:lnTo>
                      <a:lnTo>
                        <a:pt x="808" y="186"/>
                      </a:lnTo>
                      <a:lnTo>
                        <a:pt x="810" y="186"/>
                      </a:lnTo>
                      <a:lnTo>
                        <a:pt x="814" y="186"/>
                      </a:lnTo>
                      <a:lnTo>
                        <a:pt x="810" y="186"/>
                      </a:lnTo>
                      <a:lnTo>
                        <a:pt x="808" y="190"/>
                      </a:lnTo>
                      <a:lnTo>
                        <a:pt x="804" y="190"/>
                      </a:lnTo>
                      <a:lnTo>
                        <a:pt x="800" y="192"/>
                      </a:lnTo>
                      <a:close/>
                      <a:moveTo>
                        <a:pt x="842" y="176"/>
                      </a:moveTo>
                      <a:lnTo>
                        <a:pt x="842" y="180"/>
                      </a:lnTo>
                      <a:lnTo>
                        <a:pt x="848" y="180"/>
                      </a:lnTo>
                      <a:lnTo>
                        <a:pt x="842" y="180"/>
                      </a:lnTo>
                      <a:lnTo>
                        <a:pt x="840" y="180"/>
                      </a:lnTo>
                      <a:lnTo>
                        <a:pt x="842" y="180"/>
                      </a:lnTo>
                      <a:lnTo>
                        <a:pt x="842" y="176"/>
                      </a:lnTo>
                      <a:close/>
                      <a:moveTo>
                        <a:pt x="836" y="176"/>
                      </a:moveTo>
                      <a:lnTo>
                        <a:pt x="836" y="180"/>
                      </a:lnTo>
                      <a:lnTo>
                        <a:pt x="832" y="180"/>
                      </a:lnTo>
                      <a:lnTo>
                        <a:pt x="832" y="176"/>
                      </a:lnTo>
                      <a:lnTo>
                        <a:pt x="836" y="176"/>
                      </a:lnTo>
                      <a:close/>
                      <a:moveTo>
                        <a:pt x="828" y="172"/>
                      </a:moveTo>
                      <a:lnTo>
                        <a:pt x="828" y="176"/>
                      </a:lnTo>
                      <a:lnTo>
                        <a:pt x="824" y="176"/>
                      </a:lnTo>
                      <a:lnTo>
                        <a:pt x="824" y="172"/>
                      </a:lnTo>
                      <a:lnTo>
                        <a:pt x="828" y="172"/>
                      </a:lnTo>
                      <a:close/>
                      <a:moveTo>
                        <a:pt x="870" y="116"/>
                      </a:moveTo>
                      <a:lnTo>
                        <a:pt x="864" y="120"/>
                      </a:lnTo>
                      <a:lnTo>
                        <a:pt x="864" y="116"/>
                      </a:lnTo>
                      <a:lnTo>
                        <a:pt x="870" y="116"/>
                      </a:lnTo>
                      <a:close/>
                      <a:moveTo>
                        <a:pt x="874" y="112"/>
                      </a:moveTo>
                      <a:lnTo>
                        <a:pt x="874" y="116"/>
                      </a:lnTo>
                      <a:lnTo>
                        <a:pt x="870" y="116"/>
                      </a:lnTo>
                      <a:lnTo>
                        <a:pt x="870" y="112"/>
                      </a:lnTo>
                      <a:lnTo>
                        <a:pt x="874" y="112"/>
                      </a:lnTo>
                      <a:close/>
                      <a:moveTo>
                        <a:pt x="34" y="48"/>
                      </a:moveTo>
                      <a:lnTo>
                        <a:pt x="32" y="48"/>
                      </a:lnTo>
                      <a:lnTo>
                        <a:pt x="32" y="42"/>
                      </a:lnTo>
                      <a:lnTo>
                        <a:pt x="32" y="48"/>
                      </a:lnTo>
                      <a:lnTo>
                        <a:pt x="34" y="48"/>
                      </a:lnTo>
                      <a:close/>
                      <a:moveTo>
                        <a:pt x="32" y="26"/>
                      </a:moveTo>
                      <a:lnTo>
                        <a:pt x="32" y="30"/>
                      </a:lnTo>
                      <a:lnTo>
                        <a:pt x="34" y="34"/>
                      </a:lnTo>
                      <a:lnTo>
                        <a:pt x="32" y="34"/>
                      </a:lnTo>
                      <a:lnTo>
                        <a:pt x="32" y="30"/>
                      </a:lnTo>
                      <a:lnTo>
                        <a:pt x="28" y="30"/>
                      </a:lnTo>
                      <a:lnTo>
                        <a:pt x="28" y="26"/>
                      </a:lnTo>
                      <a:lnTo>
                        <a:pt x="32" y="26"/>
                      </a:lnTo>
                      <a:close/>
                      <a:moveTo>
                        <a:pt x="28" y="20"/>
                      </a:moveTo>
                      <a:lnTo>
                        <a:pt x="28" y="26"/>
                      </a:lnTo>
                      <a:lnTo>
                        <a:pt x="28" y="20"/>
                      </a:lnTo>
                      <a:lnTo>
                        <a:pt x="24" y="20"/>
                      </a:lnTo>
                      <a:lnTo>
                        <a:pt x="28" y="20"/>
                      </a:lnTo>
                      <a:close/>
                      <a:moveTo>
                        <a:pt x="28" y="18"/>
                      </a:moveTo>
                      <a:lnTo>
                        <a:pt x="28" y="20"/>
                      </a:lnTo>
                      <a:lnTo>
                        <a:pt x="24" y="18"/>
                      </a:lnTo>
                      <a:lnTo>
                        <a:pt x="28" y="18"/>
                      </a:lnTo>
                      <a:close/>
                      <a:moveTo>
                        <a:pt x="422" y="478"/>
                      </a:moveTo>
                      <a:lnTo>
                        <a:pt x="422" y="474"/>
                      </a:lnTo>
                      <a:lnTo>
                        <a:pt x="420" y="474"/>
                      </a:lnTo>
                      <a:lnTo>
                        <a:pt x="420" y="470"/>
                      </a:lnTo>
                      <a:lnTo>
                        <a:pt x="420" y="468"/>
                      </a:lnTo>
                      <a:lnTo>
                        <a:pt x="420" y="470"/>
                      </a:lnTo>
                      <a:lnTo>
                        <a:pt x="422" y="474"/>
                      </a:lnTo>
                      <a:lnTo>
                        <a:pt x="422" y="478"/>
                      </a:lnTo>
                      <a:lnTo>
                        <a:pt x="422" y="484"/>
                      </a:lnTo>
                      <a:lnTo>
                        <a:pt x="422" y="488"/>
                      </a:lnTo>
                      <a:lnTo>
                        <a:pt x="422" y="492"/>
                      </a:lnTo>
                      <a:lnTo>
                        <a:pt x="422" y="488"/>
                      </a:lnTo>
                      <a:lnTo>
                        <a:pt x="422" y="484"/>
                      </a:lnTo>
                      <a:lnTo>
                        <a:pt x="422" y="478"/>
                      </a:lnTo>
                      <a:close/>
                      <a:moveTo>
                        <a:pt x="422" y="464"/>
                      </a:moveTo>
                      <a:lnTo>
                        <a:pt x="422" y="468"/>
                      </a:lnTo>
                      <a:lnTo>
                        <a:pt x="420" y="468"/>
                      </a:lnTo>
                      <a:lnTo>
                        <a:pt x="422" y="464"/>
                      </a:lnTo>
                      <a:lnTo>
                        <a:pt x="422" y="460"/>
                      </a:lnTo>
                      <a:lnTo>
                        <a:pt x="426" y="454"/>
                      </a:lnTo>
                      <a:lnTo>
                        <a:pt x="426" y="460"/>
                      </a:lnTo>
                      <a:lnTo>
                        <a:pt x="422" y="460"/>
                      </a:lnTo>
                      <a:lnTo>
                        <a:pt x="422" y="464"/>
                      </a:lnTo>
                      <a:close/>
                      <a:moveTo>
                        <a:pt x="686" y="454"/>
                      </a:moveTo>
                      <a:lnTo>
                        <a:pt x="686" y="460"/>
                      </a:lnTo>
                      <a:lnTo>
                        <a:pt x="686" y="464"/>
                      </a:lnTo>
                      <a:lnTo>
                        <a:pt x="688" y="468"/>
                      </a:lnTo>
                      <a:lnTo>
                        <a:pt x="688" y="470"/>
                      </a:lnTo>
                      <a:lnTo>
                        <a:pt x="688" y="468"/>
                      </a:lnTo>
                      <a:lnTo>
                        <a:pt x="686" y="464"/>
                      </a:lnTo>
                      <a:lnTo>
                        <a:pt x="686" y="460"/>
                      </a:lnTo>
                      <a:lnTo>
                        <a:pt x="686" y="454"/>
                      </a:lnTo>
                      <a:close/>
                      <a:moveTo>
                        <a:pt x="680" y="446"/>
                      </a:moveTo>
                      <a:lnTo>
                        <a:pt x="680" y="442"/>
                      </a:lnTo>
                      <a:lnTo>
                        <a:pt x="680" y="446"/>
                      </a:lnTo>
                      <a:close/>
                      <a:moveTo>
                        <a:pt x="758" y="308"/>
                      </a:moveTo>
                      <a:lnTo>
                        <a:pt x="758" y="304"/>
                      </a:lnTo>
                      <a:lnTo>
                        <a:pt x="762" y="304"/>
                      </a:lnTo>
                      <a:lnTo>
                        <a:pt x="762" y="300"/>
                      </a:lnTo>
                      <a:lnTo>
                        <a:pt x="758" y="294"/>
                      </a:lnTo>
                      <a:lnTo>
                        <a:pt x="762" y="294"/>
                      </a:lnTo>
                      <a:lnTo>
                        <a:pt x="762" y="300"/>
                      </a:lnTo>
                      <a:lnTo>
                        <a:pt x="762" y="304"/>
                      </a:lnTo>
                      <a:lnTo>
                        <a:pt x="758" y="308"/>
                      </a:lnTo>
                      <a:close/>
                      <a:moveTo>
                        <a:pt x="782" y="192"/>
                      </a:moveTo>
                      <a:lnTo>
                        <a:pt x="782" y="196"/>
                      </a:lnTo>
                      <a:lnTo>
                        <a:pt x="780" y="196"/>
                      </a:lnTo>
                      <a:lnTo>
                        <a:pt x="780" y="192"/>
                      </a:lnTo>
                      <a:lnTo>
                        <a:pt x="782" y="192"/>
                      </a:lnTo>
                      <a:close/>
                      <a:moveTo>
                        <a:pt x="72" y="332"/>
                      </a:moveTo>
                      <a:lnTo>
                        <a:pt x="76" y="332"/>
                      </a:lnTo>
                      <a:lnTo>
                        <a:pt x="72" y="332"/>
                      </a:lnTo>
                      <a:close/>
                      <a:moveTo>
                        <a:pt x="24" y="18"/>
                      </a:moveTo>
                      <a:lnTo>
                        <a:pt x="24" y="20"/>
                      </a:lnTo>
                      <a:lnTo>
                        <a:pt x="24" y="18"/>
                      </a:lnTo>
                      <a:close/>
                      <a:moveTo>
                        <a:pt x="746" y="222"/>
                      </a:moveTo>
                      <a:lnTo>
                        <a:pt x="746" y="224"/>
                      </a:lnTo>
                      <a:lnTo>
                        <a:pt x="746" y="222"/>
                      </a:lnTo>
                      <a:lnTo>
                        <a:pt x="742" y="222"/>
                      </a:lnTo>
                      <a:lnTo>
                        <a:pt x="746" y="224"/>
                      </a:lnTo>
                      <a:lnTo>
                        <a:pt x="746" y="230"/>
                      </a:lnTo>
                      <a:lnTo>
                        <a:pt x="746" y="234"/>
                      </a:lnTo>
                      <a:lnTo>
                        <a:pt x="746" y="238"/>
                      </a:lnTo>
                      <a:lnTo>
                        <a:pt x="746" y="242"/>
                      </a:lnTo>
                      <a:lnTo>
                        <a:pt x="742" y="242"/>
                      </a:lnTo>
                      <a:lnTo>
                        <a:pt x="742" y="238"/>
                      </a:lnTo>
                      <a:lnTo>
                        <a:pt x="742" y="234"/>
                      </a:lnTo>
                      <a:lnTo>
                        <a:pt x="742" y="238"/>
                      </a:lnTo>
                      <a:lnTo>
                        <a:pt x="742" y="242"/>
                      </a:lnTo>
                      <a:lnTo>
                        <a:pt x="746" y="242"/>
                      </a:lnTo>
                      <a:lnTo>
                        <a:pt x="746" y="246"/>
                      </a:lnTo>
                      <a:lnTo>
                        <a:pt x="746" y="250"/>
                      </a:lnTo>
                      <a:lnTo>
                        <a:pt x="746" y="246"/>
                      </a:lnTo>
                      <a:lnTo>
                        <a:pt x="742" y="246"/>
                      </a:lnTo>
                      <a:lnTo>
                        <a:pt x="738" y="242"/>
                      </a:lnTo>
                      <a:lnTo>
                        <a:pt x="734" y="242"/>
                      </a:lnTo>
                      <a:lnTo>
                        <a:pt x="734" y="238"/>
                      </a:lnTo>
                      <a:lnTo>
                        <a:pt x="734" y="234"/>
                      </a:lnTo>
                      <a:lnTo>
                        <a:pt x="738" y="234"/>
                      </a:lnTo>
                      <a:lnTo>
                        <a:pt x="738" y="230"/>
                      </a:lnTo>
                      <a:lnTo>
                        <a:pt x="738" y="234"/>
                      </a:lnTo>
                      <a:lnTo>
                        <a:pt x="734" y="234"/>
                      </a:lnTo>
                      <a:lnTo>
                        <a:pt x="734" y="238"/>
                      </a:lnTo>
                      <a:lnTo>
                        <a:pt x="734" y="242"/>
                      </a:lnTo>
                      <a:lnTo>
                        <a:pt x="738" y="242"/>
                      </a:lnTo>
                      <a:lnTo>
                        <a:pt x="738" y="246"/>
                      </a:lnTo>
                      <a:lnTo>
                        <a:pt x="742" y="246"/>
                      </a:lnTo>
                      <a:lnTo>
                        <a:pt x="746" y="250"/>
                      </a:lnTo>
                      <a:lnTo>
                        <a:pt x="748" y="250"/>
                      </a:lnTo>
                      <a:lnTo>
                        <a:pt x="748" y="254"/>
                      </a:lnTo>
                      <a:lnTo>
                        <a:pt x="746" y="258"/>
                      </a:lnTo>
                      <a:lnTo>
                        <a:pt x="746" y="254"/>
                      </a:lnTo>
                      <a:lnTo>
                        <a:pt x="742" y="254"/>
                      </a:lnTo>
                      <a:lnTo>
                        <a:pt x="738" y="250"/>
                      </a:lnTo>
                      <a:lnTo>
                        <a:pt x="738" y="246"/>
                      </a:lnTo>
                      <a:lnTo>
                        <a:pt x="734" y="246"/>
                      </a:lnTo>
                      <a:lnTo>
                        <a:pt x="738" y="246"/>
                      </a:lnTo>
                      <a:lnTo>
                        <a:pt x="738" y="250"/>
                      </a:lnTo>
                      <a:lnTo>
                        <a:pt x="742" y="254"/>
                      </a:lnTo>
                      <a:lnTo>
                        <a:pt x="746" y="258"/>
                      </a:lnTo>
                      <a:lnTo>
                        <a:pt x="748" y="258"/>
                      </a:lnTo>
                      <a:lnTo>
                        <a:pt x="748" y="262"/>
                      </a:lnTo>
                      <a:lnTo>
                        <a:pt x="746" y="262"/>
                      </a:lnTo>
                      <a:lnTo>
                        <a:pt x="746" y="266"/>
                      </a:lnTo>
                      <a:lnTo>
                        <a:pt x="746" y="262"/>
                      </a:lnTo>
                      <a:lnTo>
                        <a:pt x="742" y="262"/>
                      </a:lnTo>
                      <a:lnTo>
                        <a:pt x="746" y="262"/>
                      </a:lnTo>
                      <a:lnTo>
                        <a:pt x="746" y="266"/>
                      </a:lnTo>
                      <a:lnTo>
                        <a:pt x="748" y="266"/>
                      </a:lnTo>
                      <a:lnTo>
                        <a:pt x="746" y="270"/>
                      </a:lnTo>
                      <a:lnTo>
                        <a:pt x="742" y="266"/>
                      </a:lnTo>
                      <a:lnTo>
                        <a:pt x="738" y="266"/>
                      </a:lnTo>
                      <a:lnTo>
                        <a:pt x="738" y="262"/>
                      </a:lnTo>
                      <a:lnTo>
                        <a:pt x="734" y="262"/>
                      </a:lnTo>
                      <a:lnTo>
                        <a:pt x="738" y="262"/>
                      </a:lnTo>
                      <a:lnTo>
                        <a:pt x="738" y="266"/>
                      </a:lnTo>
                      <a:lnTo>
                        <a:pt x="742" y="266"/>
                      </a:lnTo>
                      <a:lnTo>
                        <a:pt x="742" y="270"/>
                      </a:lnTo>
                      <a:lnTo>
                        <a:pt x="746" y="270"/>
                      </a:lnTo>
                      <a:lnTo>
                        <a:pt x="746" y="276"/>
                      </a:lnTo>
                      <a:lnTo>
                        <a:pt x="746" y="270"/>
                      </a:lnTo>
                      <a:lnTo>
                        <a:pt x="748" y="270"/>
                      </a:lnTo>
                      <a:lnTo>
                        <a:pt x="754" y="270"/>
                      </a:lnTo>
                      <a:lnTo>
                        <a:pt x="754" y="276"/>
                      </a:lnTo>
                      <a:lnTo>
                        <a:pt x="754" y="280"/>
                      </a:lnTo>
                      <a:lnTo>
                        <a:pt x="754" y="284"/>
                      </a:lnTo>
                      <a:lnTo>
                        <a:pt x="754" y="286"/>
                      </a:lnTo>
                      <a:lnTo>
                        <a:pt x="758" y="286"/>
                      </a:lnTo>
                      <a:lnTo>
                        <a:pt x="758" y="290"/>
                      </a:lnTo>
                      <a:lnTo>
                        <a:pt x="758" y="294"/>
                      </a:lnTo>
                      <a:lnTo>
                        <a:pt x="758" y="290"/>
                      </a:lnTo>
                      <a:lnTo>
                        <a:pt x="758" y="286"/>
                      </a:lnTo>
                      <a:lnTo>
                        <a:pt x="754" y="286"/>
                      </a:lnTo>
                      <a:lnTo>
                        <a:pt x="754" y="284"/>
                      </a:lnTo>
                      <a:lnTo>
                        <a:pt x="754" y="280"/>
                      </a:lnTo>
                      <a:lnTo>
                        <a:pt x="754" y="276"/>
                      </a:lnTo>
                      <a:lnTo>
                        <a:pt x="754" y="280"/>
                      </a:lnTo>
                      <a:lnTo>
                        <a:pt x="748" y="280"/>
                      </a:lnTo>
                      <a:lnTo>
                        <a:pt x="754" y="284"/>
                      </a:lnTo>
                      <a:lnTo>
                        <a:pt x="754" y="286"/>
                      </a:lnTo>
                      <a:lnTo>
                        <a:pt x="754" y="290"/>
                      </a:lnTo>
                      <a:lnTo>
                        <a:pt x="754" y="286"/>
                      </a:lnTo>
                      <a:lnTo>
                        <a:pt x="754" y="284"/>
                      </a:lnTo>
                      <a:lnTo>
                        <a:pt x="754" y="286"/>
                      </a:lnTo>
                      <a:lnTo>
                        <a:pt x="748" y="286"/>
                      </a:lnTo>
                      <a:lnTo>
                        <a:pt x="748" y="284"/>
                      </a:lnTo>
                      <a:lnTo>
                        <a:pt x="748" y="286"/>
                      </a:lnTo>
                      <a:lnTo>
                        <a:pt x="746" y="286"/>
                      </a:lnTo>
                      <a:lnTo>
                        <a:pt x="746" y="290"/>
                      </a:lnTo>
                      <a:lnTo>
                        <a:pt x="742" y="290"/>
                      </a:lnTo>
                      <a:lnTo>
                        <a:pt x="742" y="286"/>
                      </a:lnTo>
                      <a:lnTo>
                        <a:pt x="742" y="290"/>
                      </a:lnTo>
                      <a:lnTo>
                        <a:pt x="746" y="290"/>
                      </a:lnTo>
                      <a:lnTo>
                        <a:pt x="748" y="290"/>
                      </a:lnTo>
                      <a:lnTo>
                        <a:pt x="746" y="290"/>
                      </a:lnTo>
                      <a:lnTo>
                        <a:pt x="748" y="290"/>
                      </a:lnTo>
                      <a:lnTo>
                        <a:pt x="754" y="290"/>
                      </a:lnTo>
                      <a:lnTo>
                        <a:pt x="748" y="294"/>
                      </a:lnTo>
                      <a:lnTo>
                        <a:pt x="748" y="300"/>
                      </a:lnTo>
                      <a:lnTo>
                        <a:pt x="748" y="294"/>
                      </a:lnTo>
                      <a:lnTo>
                        <a:pt x="748" y="300"/>
                      </a:lnTo>
                      <a:lnTo>
                        <a:pt x="754" y="294"/>
                      </a:lnTo>
                      <a:lnTo>
                        <a:pt x="754" y="290"/>
                      </a:lnTo>
                      <a:lnTo>
                        <a:pt x="758" y="294"/>
                      </a:lnTo>
                      <a:lnTo>
                        <a:pt x="758" y="300"/>
                      </a:lnTo>
                      <a:lnTo>
                        <a:pt x="754" y="300"/>
                      </a:lnTo>
                      <a:lnTo>
                        <a:pt x="754" y="304"/>
                      </a:lnTo>
                      <a:lnTo>
                        <a:pt x="748" y="304"/>
                      </a:lnTo>
                      <a:lnTo>
                        <a:pt x="746" y="304"/>
                      </a:lnTo>
                      <a:lnTo>
                        <a:pt x="742" y="304"/>
                      </a:lnTo>
                      <a:lnTo>
                        <a:pt x="742" y="300"/>
                      </a:lnTo>
                      <a:lnTo>
                        <a:pt x="746" y="300"/>
                      </a:lnTo>
                      <a:lnTo>
                        <a:pt x="742" y="300"/>
                      </a:lnTo>
                      <a:lnTo>
                        <a:pt x="742" y="304"/>
                      </a:lnTo>
                      <a:lnTo>
                        <a:pt x="738" y="304"/>
                      </a:lnTo>
                      <a:lnTo>
                        <a:pt x="738" y="300"/>
                      </a:lnTo>
                      <a:lnTo>
                        <a:pt x="738" y="304"/>
                      </a:lnTo>
                      <a:lnTo>
                        <a:pt x="746" y="304"/>
                      </a:lnTo>
                      <a:lnTo>
                        <a:pt x="746" y="308"/>
                      </a:lnTo>
                      <a:lnTo>
                        <a:pt x="742" y="308"/>
                      </a:lnTo>
                      <a:lnTo>
                        <a:pt x="742" y="312"/>
                      </a:lnTo>
                      <a:lnTo>
                        <a:pt x="738" y="312"/>
                      </a:lnTo>
                      <a:lnTo>
                        <a:pt x="738" y="308"/>
                      </a:lnTo>
                      <a:lnTo>
                        <a:pt x="738" y="312"/>
                      </a:lnTo>
                      <a:lnTo>
                        <a:pt x="742" y="312"/>
                      </a:lnTo>
                      <a:lnTo>
                        <a:pt x="746" y="312"/>
                      </a:lnTo>
                      <a:lnTo>
                        <a:pt x="748" y="312"/>
                      </a:lnTo>
                      <a:lnTo>
                        <a:pt x="746" y="312"/>
                      </a:lnTo>
                      <a:lnTo>
                        <a:pt x="746" y="314"/>
                      </a:lnTo>
                      <a:lnTo>
                        <a:pt x="742" y="314"/>
                      </a:lnTo>
                      <a:lnTo>
                        <a:pt x="734" y="318"/>
                      </a:lnTo>
                      <a:lnTo>
                        <a:pt x="728" y="318"/>
                      </a:lnTo>
                      <a:lnTo>
                        <a:pt x="734" y="318"/>
                      </a:lnTo>
                      <a:lnTo>
                        <a:pt x="728" y="314"/>
                      </a:lnTo>
                      <a:lnTo>
                        <a:pt x="728" y="318"/>
                      </a:lnTo>
                      <a:lnTo>
                        <a:pt x="728" y="324"/>
                      </a:lnTo>
                      <a:lnTo>
                        <a:pt x="724" y="324"/>
                      </a:lnTo>
                      <a:lnTo>
                        <a:pt x="724" y="328"/>
                      </a:lnTo>
                      <a:lnTo>
                        <a:pt x="720" y="328"/>
                      </a:lnTo>
                      <a:lnTo>
                        <a:pt x="720" y="332"/>
                      </a:lnTo>
                      <a:lnTo>
                        <a:pt x="720" y="328"/>
                      </a:lnTo>
                      <a:lnTo>
                        <a:pt x="720" y="332"/>
                      </a:lnTo>
                      <a:lnTo>
                        <a:pt x="720" y="336"/>
                      </a:lnTo>
                      <a:lnTo>
                        <a:pt x="720" y="332"/>
                      </a:lnTo>
                      <a:lnTo>
                        <a:pt x="718" y="332"/>
                      </a:lnTo>
                      <a:lnTo>
                        <a:pt x="714" y="336"/>
                      </a:lnTo>
                      <a:lnTo>
                        <a:pt x="710" y="336"/>
                      </a:lnTo>
                      <a:lnTo>
                        <a:pt x="710" y="340"/>
                      </a:lnTo>
                      <a:lnTo>
                        <a:pt x="704" y="340"/>
                      </a:lnTo>
                      <a:lnTo>
                        <a:pt x="704" y="346"/>
                      </a:lnTo>
                      <a:lnTo>
                        <a:pt x="700" y="348"/>
                      </a:lnTo>
                      <a:lnTo>
                        <a:pt x="700" y="346"/>
                      </a:lnTo>
                      <a:lnTo>
                        <a:pt x="700" y="348"/>
                      </a:lnTo>
                      <a:lnTo>
                        <a:pt x="700" y="352"/>
                      </a:lnTo>
                      <a:lnTo>
                        <a:pt x="696" y="352"/>
                      </a:lnTo>
                      <a:lnTo>
                        <a:pt x="692" y="356"/>
                      </a:lnTo>
                      <a:lnTo>
                        <a:pt x="692" y="360"/>
                      </a:lnTo>
                      <a:lnTo>
                        <a:pt x="688" y="360"/>
                      </a:lnTo>
                      <a:lnTo>
                        <a:pt x="686" y="364"/>
                      </a:lnTo>
                      <a:lnTo>
                        <a:pt x="680" y="360"/>
                      </a:lnTo>
                      <a:lnTo>
                        <a:pt x="680" y="364"/>
                      </a:lnTo>
                      <a:lnTo>
                        <a:pt x="686" y="364"/>
                      </a:lnTo>
                      <a:lnTo>
                        <a:pt x="680" y="370"/>
                      </a:lnTo>
                      <a:lnTo>
                        <a:pt x="680" y="364"/>
                      </a:lnTo>
                      <a:lnTo>
                        <a:pt x="676" y="364"/>
                      </a:lnTo>
                      <a:lnTo>
                        <a:pt x="676" y="360"/>
                      </a:lnTo>
                      <a:lnTo>
                        <a:pt x="676" y="364"/>
                      </a:lnTo>
                      <a:lnTo>
                        <a:pt x="680" y="370"/>
                      </a:lnTo>
                      <a:lnTo>
                        <a:pt x="676" y="370"/>
                      </a:lnTo>
                      <a:lnTo>
                        <a:pt x="676" y="374"/>
                      </a:lnTo>
                      <a:lnTo>
                        <a:pt x="676" y="378"/>
                      </a:lnTo>
                      <a:lnTo>
                        <a:pt x="672" y="378"/>
                      </a:lnTo>
                      <a:lnTo>
                        <a:pt x="672" y="380"/>
                      </a:lnTo>
                      <a:lnTo>
                        <a:pt x="668" y="380"/>
                      </a:lnTo>
                      <a:lnTo>
                        <a:pt x="672" y="384"/>
                      </a:lnTo>
                      <a:lnTo>
                        <a:pt x="672" y="380"/>
                      </a:lnTo>
                      <a:lnTo>
                        <a:pt x="672" y="384"/>
                      </a:lnTo>
                      <a:lnTo>
                        <a:pt x="672" y="390"/>
                      </a:lnTo>
                      <a:lnTo>
                        <a:pt x="668" y="390"/>
                      </a:lnTo>
                      <a:lnTo>
                        <a:pt x="668" y="394"/>
                      </a:lnTo>
                      <a:lnTo>
                        <a:pt x="668" y="390"/>
                      </a:lnTo>
                      <a:lnTo>
                        <a:pt x="668" y="394"/>
                      </a:lnTo>
                      <a:lnTo>
                        <a:pt x="668" y="398"/>
                      </a:lnTo>
                      <a:lnTo>
                        <a:pt x="668" y="402"/>
                      </a:lnTo>
                      <a:lnTo>
                        <a:pt x="668" y="406"/>
                      </a:lnTo>
                      <a:lnTo>
                        <a:pt x="668" y="408"/>
                      </a:lnTo>
                      <a:lnTo>
                        <a:pt x="668" y="414"/>
                      </a:lnTo>
                      <a:lnTo>
                        <a:pt x="672" y="414"/>
                      </a:lnTo>
                      <a:lnTo>
                        <a:pt x="672" y="418"/>
                      </a:lnTo>
                      <a:lnTo>
                        <a:pt x="672" y="422"/>
                      </a:lnTo>
                      <a:lnTo>
                        <a:pt x="676" y="430"/>
                      </a:lnTo>
                      <a:lnTo>
                        <a:pt x="676" y="436"/>
                      </a:lnTo>
                      <a:lnTo>
                        <a:pt x="680" y="440"/>
                      </a:lnTo>
                      <a:lnTo>
                        <a:pt x="680" y="442"/>
                      </a:lnTo>
                      <a:lnTo>
                        <a:pt x="680" y="446"/>
                      </a:lnTo>
                      <a:lnTo>
                        <a:pt x="680" y="450"/>
                      </a:lnTo>
                      <a:lnTo>
                        <a:pt x="686" y="454"/>
                      </a:lnTo>
                      <a:lnTo>
                        <a:pt x="680" y="454"/>
                      </a:lnTo>
                      <a:lnTo>
                        <a:pt x="680" y="450"/>
                      </a:lnTo>
                      <a:lnTo>
                        <a:pt x="680" y="446"/>
                      </a:lnTo>
                      <a:lnTo>
                        <a:pt x="680" y="442"/>
                      </a:lnTo>
                      <a:lnTo>
                        <a:pt x="676" y="442"/>
                      </a:lnTo>
                      <a:lnTo>
                        <a:pt x="676" y="440"/>
                      </a:lnTo>
                      <a:lnTo>
                        <a:pt x="680" y="440"/>
                      </a:lnTo>
                      <a:lnTo>
                        <a:pt x="676" y="440"/>
                      </a:lnTo>
                      <a:lnTo>
                        <a:pt x="680" y="446"/>
                      </a:lnTo>
                      <a:lnTo>
                        <a:pt x="680" y="450"/>
                      </a:lnTo>
                      <a:lnTo>
                        <a:pt x="686" y="454"/>
                      </a:lnTo>
                      <a:lnTo>
                        <a:pt x="686" y="460"/>
                      </a:lnTo>
                      <a:lnTo>
                        <a:pt x="686" y="464"/>
                      </a:lnTo>
                      <a:lnTo>
                        <a:pt x="688" y="470"/>
                      </a:lnTo>
                      <a:lnTo>
                        <a:pt x="688" y="474"/>
                      </a:lnTo>
                      <a:lnTo>
                        <a:pt x="688" y="478"/>
                      </a:lnTo>
                      <a:lnTo>
                        <a:pt x="688" y="484"/>
                      </a:lnTo>
                      <a:lnTo>
                        <a:pt x="688" y="488"/>
                      </a:lnTo>
                      <a:lnTo>
                        <a:pt x="688" y="496"/>
                      </a:lnTo>
                      <a:lnTo>
                        <a:pt x="688" y="500"/>
                      </a:lnTo>
                      <a:lnTo>
                        <a:pt x="686" y="500"/>
                      </a:lnTo>
                      <a:lnTo>
                        <a:pt x="686" y="504"/>
                      </a:lnTo>
                      <a:lnTo>
                        <a:pt x="686" y="508"/>
                      </a:lnTo>
                      <a:lnTo>
                        <a:pt x="680" y="508"/>
                      </a:lnTo>
                      <a:lnTo>
                        <a:pt x="676" y="508"/>
                      </a:lnTo>
                      <a:lnTo>
                        <a:pt x="672" y="512"/>
                      </a:lnTo>
                      <a:lnTo>
                        <a:pt x="672" y="508"/>
                      </a:lnTo>
                      <a:lnTo>
                        <a:pt x="676" y="508"/>
                      </a:lnTo>
                      <a:lnTo>
                        <a:pt x="672" y="508"/>
                      </a:lnTo>
                      <a:lnTo>
                        <a:pt x="672" y="504"/>
                      </a:lnTo>
                      <a:lnTo>
                        <a:pt x="668" y="496"/>
                      </a:lnTo>
                      <a:lnTo>
                        <a:pt x="664" y="496"/>
                      </a:lnTo>
                      <a:lnTo>
                        <a:pt x="664" y="492"/>
                      </a:lnTo>
                      <a:lnTo>
                        <a:pt x="658" y="488"/>
                      </a:lnTo>
                      <a:lnTo>
                        <a:pt x="658" y="484"/>
                      </a:lnTo>
                      <a:lnTo>
                        <a:pt x="664" y="478"/>
                      </a:lnTo>
                      <a:lnTo>
                        <a:pt x="658" y="478"/>
                      </a:lnTo>
                      <a:lnTo>
                        <a:pt x="658" y="484"/>
                      </a:lnTo>
                      <a:lnTo>
                        <a:pt x="658" y="478"/>
                      </a:lnTo>
                      <a:lnTo>
                        <a:pt x="658" y="474"/>
                      </a:lnTo>
                      <a:lnTo>
                        <a:pt x="656" y="474"/>
                      </a:lnTo>
                      <a:lnTo>
                        <a:pt x="656" y="478"/>
                      </a:lnTo>
                      <a:lnTo>
                        <a:pt x="656" y="474"/>
                      </a:lnTo>
                      <a:lnTo>
                        <a:pt x="652" y="474"/>
                      </a:lnTo>
                      <a:lnTo>
                        <a:pt x="652" y="470"/>
                      </a:lnTo>
                      <a:lnTo>
                        <a:pt x="652" y="468"/>
                      </a:lnTo>
                      <a:lnTo>
                        <a:pt x="652" y="464"/>
                      </a:lnTo>
                      <a:lnTo>
                        <a:pt x="648" y="464"/>
                      </a:lnTo>
                      <a:lnTo>
                        <a:pt x="652" y="464"/>
                      </a:lnTo>
                      <a:lnTo>
                        <a:pt x="648" y="464"/>
                      </a:lnTo>
                      <a:lnTo>
                        <a:pt x="652" y="460"/>
                      </a:lnTo>
                      <a:lnTo>
                        <a:pt x="652" y="454"/>
                      </a:lnTo>
                      <a:lnTo>
                        <a:pt x="648" y="450"/>
                      </a:lnTo>
                      <a:lnTo>
                        <a:pt x="648" y="454"/>
                      </a:lnTo>
                      <a:lnTo>
                        <a:pt x="652" y="454"/>
                      </a:lnTo>
                      <a:lnTo>
                        <a:pt x="648" y="460"/>
                      </a:lnTo>
                      <a:lnTo>
                        <a:pt x="648" y="454"/>
                      </a:lnTo>
                      <a:lnTo>
                        <a:pt x="648" y="450"/>
                      </a:lnTo>
                      <a:lnTo>
                        <a:pt x="648" y="446"/>
                      </a:lnTo>
                      <a:lnTo>
                        <a:pt x="648" y="442"/>
                      </a:lnTo>
                      <a:lnTo>
                        <a:pt x="648" y="440"/>
                      </a:lnTo>
                      <a:lnTo>
                        <a:pt x="648" y="436"/>
                      </a:lnTo>
                      <a:lnTo>
                        <a:pt x="648" y="430"/>
                      </a:lnTo>
                      <a:lnTo>
                        <a:pt x="644" y="430"/>
                      </a:lnTo>
                      <a:lnTo>
                        <a:pt x="644" y="426"/>
                      </a:lnTo>
                      <a:lnTo>
                        <a:pt x="640" y="426"/>
                      </a:lnTo>
                      <a:lnTo>
                        <a:pt x="640" y="422"/>
                      </a:lnTo>
                      <a:lnTo>
                        <a:pt x="634" y="422"/>
                      </a:lnTo>
                      <a:lnTo>
                        <a:pt x="634" y="418"/>
                      </a:lnTo>
                      <a:lnTo>
                        <a:pt x="634" y="414"/>
                      </a:lnTo>
                      <a:lnTo>
                        <a:pt x="630" y="414"/>
                      </a:lnTo>
                      <a:lnTo>
                        <a:pt x="626" y="414"/>
                      </a:lnTo>
                      <a:lnTo>
                        <a:pt x="626" y="408"/>
                      </a:lnTo>
                      <a:lnTo>
                        <a:pt x="624" y="408"/>
                      </a:lnTo>
                      <a:lnTo>
                        <a:pt x="620" y="414"/>
                      </a:lnTo>
                      <a:lnTo>
                        <a:pt x="624" y="414"/>
                      </a:lnTo>
                      <a:lnTo>
                        <a:pt x="620" y="414"/>
                      </a:lnTo>
                      <a:lnTo>
                        <a:pt x="620" y="418"/>
                      </a:lnTo>
                      <a:lnTo>
                        <a:pt x="616" y="418"/>
                      </a:lnTo>
                      <a:lnTo>
                        <a:pt x="610" y="418"/>
                      </a:lnTo>
                      <a:lnTo>
                        <a:pt x="606" y="418"/>
                      </a:lnTo>
                      <a:lnTo>
                        <a:pt x="606" y="414"/>
                      </a:lnTo>
                      <a:lnTo>
                        <a:pt x="602" y="414"/>
                      </a:lnTo>
                      <a:lnTo>
                        <a:pt x="602" y="408"/>
                      </a:lnTo>
                      <a:lnTo>
                        <a:pt x="602" y="414"/>
                      </a:lnTo>
                      <a:lnTo>
                        <a:pt x="606" y="414"/>
                      </a:lnTo>
                      <a:lnTo>
                        <a:pt x="602" y="408"/>
                      </a:lnTo>
                      <a:lnTo>
                        <a:pt x="602" y="406"/>
                      </a:lnTo>
                      <a:lnTo>
                        <a:pt x="598" y="406"/>
                      </a:lnTo>
                      <a:lnTo>
                        <a:pt x="598" y="408"/>
                      </a:lnTo>
                      <a:lnTo>
                        <a:pt x="602" y="408"/>
                      </a:lnTo>
                      <a:lnTo>
                        <a:pt x="598" y="408"/>
                      </a:lnTo>
                      <a:lnTo>
                        <a:pt x="598" y="406"/>
                      </a:lnTo>
                      <a:lnTo>
                        <a:pt x="594" y="406"/>
                      </a:lnTo>
                      <a:lnTo>
                        <a:pt x="590" y="406"/>
                      </a:lnTo>
                      <a:lnTo>
                        <a:pt x="594" y="406"/>
                      </a:lnTo>
                      <a:lnTo>
                        <a:pt x="594" y="402"/>
                      </a:lnTo>
                      <a:lnTo>
                        <a:pt x="590" y="402"/>
                      </a:lnTo>
                      <a:lnTo>
                        <a:pt x="590" y="406"/>
                      </a:lnTo>
                      <a:lnTo>
                        <a:pt x="586" y="406"/>
                      </a:lnTo>
                      <a:lnTo>
                        <a:pt x="582" y="406"/>
                      </a:lnTo>
                      <a:lnTo>
                        <a:pt x="578" y="406"/>
                      </a:lnTo>
                      <a:lnTo>
                        <a:pt x="582" y="406"/>
                      </a:lnTo>
                      <a:lnTo>
                        <a:pt x="582" y="402"/>
                      </a:lnTo>
                      <a:lnTo>
                        <a:pt x="578" y="402"/>
                      </a:lnTo>
                      <a:lnTo>
                        <a:pt x="578" y="406"/>
                      </a:lnTo>
                      <a:lnTo>
                        <a:pt x="574" y="406"/>
                      </a:lnTo>
                      <a:lnTo>
                        <a:pt x="578" y="406"/>
                      </a:lnTo>
                      <a:lnTo>
                        <a:pt x="574" y="402"/>
                      </a:lnTo>
                      <a:lnTo>
                        <a:pt x="574" y="406"/>
                      </a:lnTo>
                      <a:lnTo>
                        <a:pt x="570" y="408"/>
                      </a:lnTo>
                      <a:lnTo>
                        <a:pt x="564" y="408"/>
                      </a:lnTo>
                      <a:lnTo>
                        <a:pt x="570" y="408"/>
                      </a:lnTo>
                      <a:lnTo>
                        <a:pt x="570" y="406"/>
                      </a:lnTo>
                      <a:lnTo>
                        <a:pt x="564" y="406"/>
                      </a:lnTo>
                      <a:lnTo>
                        <a:pt x="564" y="402"/>
                      </a:lnTo>
                      <a:lnTo>
                        <a:pt x="564" y="398"/>
                      </a:lnTo>
                      <a:lnTo>
                        <a:pt x="564" y="402"/>
                      </a:lnTo>
                      <a:lnTo>
                        <a:pt x="564" y="406"/>
                      </a:lnTo>
                      <a:lnTo>
                        <a:pt x="562" y="406"/>
                      </a:lnTo>
                      <a:lnTo>
                        <a:pt x="558" y="406"/>
                      </a:lnTo>
                      <a:lnTo>
                        <a:pt x="554" y="406"/>
                      </a:lnTo>
                      <a:lnTo>
                        <a:pt x="550" y="406"/>
                      </a:lnTo>
                      <a:lnTo>
                        <a:pt x="548" y="406"/>
                      </a:lnTo>
                      <a:lnTo>
                        <a:pt x="548" y="408"/>
                      </a:lnTo>
                      <a:lnTo>
                        <a:pt x="542" y="408"/>
                      </a:lnTo>
                      <a:lnTo>
                        <a:pt x="538" y="408"/>
                      </a:lnTo>
                      <a:lnTo>
                        <a:pt x="538" y="406"/>
                      </a:lnTo>
                      <a:lnTo>
                        <a:pt x="534" y="406"/>
                      </a:lnTo>
                      <a:lnTo>
                        <a:pt x="530" y="408"/>
                      </a:lnTo>
                      <a:lnTo>
                        <a:pt x="530" y="414"/>
                      </a:lnTo>
                      <a:lnTo>
                        <a:pt x="534" y="414"/>
                      </a:lnTo>
                      <a:lnTo>
                        <a:pt x="538" y="408"/>
                      </a:lnTo>
                      <a:lnTo>
                        <a:pt x="542" y="408"/>
                      </a:lnTo>
                      <a:lnTo>
                        <a:pt x="542" y="414"/>
                      </a:lnTo>
                      <a:lnTo>
                        <a:pt x="538" y="414"/>
                      </a:lnTo>
                      <a:lnTo>
                        <a:pt x="542" y="414"/>
                      </a:lnTo>
                      <a:lnTo>
                        <a:pt x="542" y="408"/>
                      </a:lnTo>
                      <a:lnTo>
                        <a:pt x="548" y="414"/>
                      </a:lnTo>
                      <a:lnTo>
                        <a:pt x="548" y="418"/>
                      </a:lnTo>
                      <a:lnTo>
                        <a:pt x="542" y="418"/>
                      </a:lnTo>
                      <a:lnTo>
                        <a:pt x="538" y="422"/>
                      </a:lnTo>
                      <a:lnTo>
                        <a:pt x="542" y="422"/>
                      </a:lnTo>
                      <a:lnTo>
                        <a:pt x="542" y="426"/>
                      </a:lnTo>
                      <a:lnTo>
                        <a:pt x="548" y="426"/>
                      </a:lnTo>
                      <a:lnTo>
                        <a:pt x="550" y="426"/>
                      </a:lnTo>
                      <a:lnTo>
                        <a:pt x="550" y="430"/>
                      </a:lnTo>
                      <a:lnTo>
                        <a:pt x="550" y="436"/>
                      </a:lnTo>
                      <a:lnTo>
                        <a:pt x="548" y="430"/>
                      </a:lnTo>
                      <a:lnTo>
                        <a:pt x="548" y="436"/>
                      </a:lnTo>
                      <a:lnTo>
                        <a:pt x="548" y="430"/>
                      </a:lnTo>
                      <a:lnTo>
                        <a:pt x="542" y="430"/>
                      </a:lnTo>
                      <a:lnTo>
                        <a:pt x="542" y="426"/>
                      </a:lnTo>
                      <a:lnTo>
                        <a:pt x="538" y="426"/>
                      </a:lnTo>
                      <a:lnTo>
                        <a:pt x="538" y="422"/>
                      </a:lnTo>
                      <a:lnTo>
                        <a:pt x="534" y="422"/>
                      </a:lnTo>
                      <a:lnTo>
                        <a:pt x="534" y="426"/>
                      </a:lnTo>
                      <a:lnTo>
                        <a:pt x="534" y="430"/>
                      </a:lnTo>
                      <a:lnTo>
                        <a:pt x="530" y="430"/>
                      </a:lnTo>
                      <a:lnTo>
                        <a:pt x="530" y="426"/>
                      </a:lnTo>
                      <a:lnTo>
                        <a:pt x="526" y="426"/>
                      </a:lnTo>
                      <a:lnTo>
                        <a:pt x="526" y="430"/>
                      </a:lnTo>
                      <a:lnTo>
                        <a:pt x="520" y="430"/>
                      </a:lnTo>
                      <a:lnTo>
                        <a:pt x="516" y="430"/>
                      </a:lnTo>
                      <a:lnTo>
                        <a:pt x="516" y="426"/>
                      </a:lnTo>
                      <a:lnTo>
                        <a:pt x="514" y="426"/>
                      </a:lnTo>
                      <a:lnTo>
                        <a:pt x="516" y="426"/>
                      </a:lnTo>
                      <a:lnTo>
                        <a:pt x="516" y="430"/>
                      </a:lnTo>
                      <a:lnTo>
                        <a:pt x="516" y="426"/>
                      </a:lnTo>
                      <a:lnTo>
                        <a:pt x="516" y="422"/>
                      </a:lnTo>
                      <a:lnTo>
                        <a:pt x="514" y="422"/>
                      </a:lnTo>
                      <a:lnTo>
                        <a:pt x="510" y="418"/>
                      </a:lnTo>
                      <a:lnTo>
                        <a:pt x="506" y="418"/>
                      </a:lnTo>
                      <a:lnTo>
                        <a:pt x="502" y="418"/>
                      </a:lnTo>
                      <a:lnTo>
                        <a:pt x="502" y="422"/>
                      </a:lnTo>
                      <a:lnTo>
                        <a:pt x="496" y="422"/>
                      </a:lnTo>
                      <a:lnTo>
                        <a:pt x="492" y="422"/>
                      </a:lnTo>
                      <a:lnTo>
                        <a:pt x="488" y="418"/>
                      </a:lnTo>
                      <a:lnTo>
                        <a:pt x="486" y="418"/>
                      </a:lnTo>
                      <a:lnTo>
                        <a:pt x="482" y="418"/>
                      </a:lnTo>
                      <a:lnTo>
                        <a:pt x="478" y="418"/>
                      </a:lnTo>
                      <a:lnTo>
                        <a:pt x="478" y="414"/>
                      </a:lnTo>
                      <a:lnTo>
                        <a:pt x="472" y="418"/>
                      </a:lnTo>
                      <a:lnTo>
                        <a:pt x="478" y="418"/>
                      </a:lnTo>
                      <a:lnTo>
                        <a:pt x="472" y="418"/>
                      </a:lnTo>
                      <a:lnTo>
                        <a:pt x="472" y="422"/>
                      </a:lnTo>
                      <a:lnTo>
                        <a:pt x="468" y="422"/>
                      </a:lnTo>
                      <a:lnTo>
                        <a:pt x="464" y="422"/>
                      </a:lnTo>
                      <a:lnTo>
                        <a:pt x="464" y="426"/>
                      </a:lnTo>
                      <a:lnTo>
                        <a:pt x="460" y="426"/>
                      </a:lnTo>
                      <a:lnTo>
                        <a:pt x="464" y="422"/>
                      </a:lnTo>
                      <a:lnTo>
                        <a:pt x="460" y="422"/>
                      </a:lnTo>
                      <a:lnTo>
                        <a:pt x="464" y="422"/>
                      </a:lnTo>
                      <a:lnTo>
                        <a:pt x="464" y="418"/>
                      </a:lnTo>
                      <a:lnTo>
                        <a:pt x="460" y="418"/>
                      </a:lnTo>
                      <a:lnTo>
                        <a:pt x="456" y="418"/>
                      </a:lnTo>
                      <a:lnTo>
                        <a:pt x="456" y="422"/>
                      </a:lnTo>
                      <a:lnTo>
                        <a:pt x="460" y="426"/>
                      </a:lnTo>
                      <a:lnTo>
                        <a:pt x="456" y="430"/>
                      </a:lnTo>
                      <a:lnTo>
                        <a:pt x="452" y="436"/>
                      </a:lnTo>
                      <a:lnTo>
                        <a:pt x="448" y="440"/>
                      </a:lnTo>
                      <a:lnTo>
                        <a:pt x="444" y="440"/>
                      </a:lnTo>
                      <a:lnTo>
                        <a:pt x="444" y="442"/>
                      </a:lnTo>
                      <a:lnTo>
                        <a:pt x="444" y="440"/>
                      </a:lnTo>
                      <a:lnTo>
                        <a:pt x="448" y="440"/>
                      </a:lnTo>
                      <a:lnTo>
                        <a:pt x="444" y="440"/>
                      </a:lnTo>
                      <a:lnTo>
                        <a:pt x="444" y="442"/>
                      </a:lnTo>
                      <a:lnTo>
                        <a:pt x="440" y="442"/>
                      </a:lnTo>
                      <a:lnTo>
                        <a:pt x="444" y="442"/>
                      </a:lnTo>
                      <a:lnTo>
                        <a:pt x="444" y="440"/>
                      </a:lnTo>
                      <a:lnTo>
                        <a:pt x="440" y="442"/>
                      </a:lnTo>
                      <a:lnTo>
                        <a:pt x="440" y="440"/>
                      </a:lnTo>
                      <a:lnTo>
                        <a:pt x="436" y="440"/>
                      </a:lnTo>
                      <a:lnTo>
                        <a:pt x="436" y="442"/>
                      </a:lnTo>
                      <a:lnTo>
                        <a:pt x="436" y="440"/>
                      </a:lnTo>
                      <a:lnTo>
                        <a:pt x="432" y="440"/>
                      </a:lnTo>
                      <a:lnTo>
                        <a:pt x="432" y="442"/>
                      </a:lnTo>
                      <a:lnTo>
                        <a:pt x="436" y="442"/>
                      </a:lnTo>
                      <a:lnTo>
                        <a:pt x="432" y="446"/>
                      </a:lnTo>
                      <a:lnTo>
                        <a:pt x="432" y="442"/>
                      </a:lnTo>
                      <a:lnTo>
                        <a:pt x="426" y="446"/>
                      </a:lnTo>
                      <a:lnTo>
                        <a:pt x="432" y="446"/>
                      </a:lnTo>
                      <a:lnTo>
                        <a:pt x="426" y="450"/>
                      </a:lnTo>
                      <a:lnTo>
                        <a:pt x="422" y="450"/>
                      </a:lnTo>
                      <a:lnTo>
                        <a:pt x="426" y="450"/>
                      </a:lnTo>
                      <a:lnTo>
                        <a:pt x="422" y="454"/>
                      </a:lnTo>
                      <a:lnTo>
                        <a:pt x="420" y="454"/>
                      </a:lnTo>
                      <a:lnTo>
                        <a:pt x="420" y="460"/>
                      </a:lnTo>
                      <a:lnTo>
                        <a:pt x="422" y="460"/>
                      </a:lnTo>
                      <a:lnTo>
                        <a:pt x="420" y="468"/>
                      </a:lnTo>
                      <a:lnTo>
                        <a:pt x="416" y="468"/>
                      </a:lnTo>
                      <a:lnTo>
                        <a:pt x="416" y="464"/>
                      </a:lnTo>
                      <a:lnTo>
                        <a:pt x="416" y="468"/>
                      </a:lnTo>
                      <a:lnTo>
                        <a:pt x="420" y="468"/>
                      </a:lnTo>
                      <a:lnTo>
                        <a:pt x="420" y="470"/>
                      </a:lnTo>
                      <a:lnTo>
                        <a:pt x="420" y="474"/>
                      </a:lnTo>
                      <a:lnTo>
                        <a:pt x="420" y="478"/>
                      </a:lnTo>
                      <a:lnTo>
                        <a:pt x="420" y="484"/>
                      </a:lnTo>
                      <a:lnTo>
                        <a:pt x="420" y="488"/>
                      </a:lnTo>
                      <a:lnTo>
                        <a:pt x="422" y="488"/>
                      </a:lnTo>
                      <a:lnTo>
                        <a:pt x="422" y="492"/>
                      </a:lnTo>
                      <a:lnTo>
                        <a:pt x="422" y="496"/>
                      </a:lnTo>
                      <a:lnTo>
                        <a:pt x="420" y="496"/>
                      </a:lnTo>
                      <a:lnTo>
                        <a:pt x="420" y="492"/>
                      </a:lnTo>
                      <a:lnTo>
                        <a:pt x="416" y="492"/>
                      </a:lnTo>
                      <a:lnTo>
                        <a:pt x="412" y="492"/>
                      </a:lnTo>
                      <a:lnTo>
                        <a:pt x="406" y="492"/>
                      </a:lnTo>
                      <a:lnTo>
                        <a:pt x="406" y="488"/>
                      </a:lnTo>
                      <a:lnTo>
                        <a:pt x="402" y="488"/>
                      </a:lnTo>
                      <a:lnTo>
                        <a:pt x="398" y="488"/>
                      </a:lnTo>
                      <a:lnTo>
                        <a:pt x="398" y="484"/>
                      </a:lnTo>
                      <a:lnTo>
                        <a:pt x="394" y="484"/>
                      </a:lnTo>
                      <a:lnTo>
                        <a:pt x="394" y="478"/>
                      </a:lnTo>
                      <a:lnTo>
                        <a:pt x="392" y="474"/>
                      </a:lnTo>
                      <a:lnTo>
                        <a:pt x="392" y="470"/>
                      </a:lnTo>
                      <a:lnTo>
                        <a:pt x="392" y="468"/>
                      </a:lnTo>
                      <a:lnTo>
                        <a:pt x="392" y="464"/>
                      </a:lnTo>
                      <a:lnTo>
                        <a:pt x="388" y="464"/>
                      </a:lnTo>
                      <a:lnTo>
                        <a:pt x="388" y="460"/>
                      </a:lnTo>
                      <a:lnTo>
                        <a:pt x="382" y="460"/>
                      </a:lnTo>
                      <a:lnTo>
                        <a:pt x="382" y="454"/>
                      </a:lnTo>
                      <a:lnTo>
                        <a:pt x="378" y="450"/>
                      </a:lnTo>
                      <a:lnTo>
                        <a:pt x="378" y="446"/>
                      </a:lnTo>
                      <a:lnTo>
                        <a:pt x="374" y="446"/>
                      </a:lnTo>
                      <a:lnTo>
                        <a:pt x="374" y="442"/>
                      </a:lnTo>
                      <a:lnTo>
                        <a:pt x="374" y="440"/>
                      </a:lnTo>
                      <a:lnTo>
                        <a:pt x="370" y="436"/>
                      </a:lnTo>
                      <a:lnTo>
                        <a:pt x="370" y="430"/>
                      </a:lnTo>
                      <a:lnTo>
                        <a:pt x="366" y="426"/>
                      </a:lnTo>
                      <a:lnTo>
                        <a:pt x="366" y="422"/>
                      </a:lnTo>
                      <a:lnTo>
                        <a:pt x="360" y="422"/>
                      </a:lnTo>
                      <a:lnTo>
                        <a:pt x="358" y="422"/>
                      </a:lnTo>
                      <a:lnTo>
                        <a:pt x="358" y="418"/>
                      </a:lnTo>
                      <a:lnTo>
                        <a:pt x="354" y="418"/>
                      </a:lnTo>
                      <a:lnTo>
                        <a:pt x="350" y="418"/>
                      </a:lnTo>
                      <a:lnTo>
                        <a:pt x="346" y="418"/>
                      </a:lnTo>
                      <a:lnTo>
                        <a:pt x="346" y="414"/>
                      </a:lnTo>
                      <a:lnTo>
                        <a:pt x="346" y="418"/>
                      </a:lnTo>
                      <a:lnTo>
                        <a:pt x="342" y="418"/>
                      </a:lnTo>
                      <a:lnTo>
                        <a:pt x="336" y="418"/>
                      </a:lnTo>
                      <a:lnTo>
                        <a:pt x="336" y="422"/>
                      </a:lnTo>
                      <a:lnTo>
                        <a:pt x="336" y="426"/>
                      </a:lnTo>
                      <a:lnTo>
                        <a:pt x="336" y="430"/>
                      </a:lnTo>
                      <a:lnTo>
                        <a:pt x="332" y="430"/>
                      </a:lnTo>
                      <a:lnTo>
                        <a:pt x="332" y="436"/>
                      </a:lnTo>
                      <a:lnTo>
                        <a:pt x="330" y="436"/>
                      </a:lnTo>
                      <a:lnTo>
                        <a:pt x="326" y="430"/>
                      </a:lnTo>
                      <a:lnTo>
                        <a:pt x="322" y="430"/>
                      </a:lnTo>
                      <a:lnTo>
                        <a:pt x="322" y="426"/>
                      </a:lnTo>
                      <a:lnTo>
                        <a:pt x="318" y="426"/>
                      </a:lnTo>
                      <a:lnTo>
                        <a:pt x="318" y="422"/>
                      </a:lnTo>
                      <a:lnTo>
                        <a:pt x="312" y="422"/>
                      </a:lnTo>
                      <a:lnTo>
                        <a:pt x="308" y="418"/>
                      </a:lnTo>
                      <a:lnTo>
                        <a:pt x="308" y="414"/>
                      </a:lnTo>
                      <a:lnTo>
                        <a:pt x="308" y="408"/>
                      </a:lnTo>
                      <a:lnTo>
                        <a:pt x="304" y="406"/>
                      </a:lnTo>
                      <a:lnTo>
                        <a:pt x="304" y="402"/>
                      </a:lnTo>
                      <a:lnTo>
                        <a:pt x="300" y="398"/>
                      </a:lnTo>
                      <a:lnTo>
                        <a:pt x="298" y="398"/>
                      </a:lnTo>
                      <a:lnTo>
                        <a:pt x="298" y="394"/>
                      </a:lnTo>
                      <a:lnTo>
                        <a:pt x="292" y="394"/>
                      </a:lnTo>
                      <a:lnTo>
                        <a:pt x="292" y="390"/>
                      </a:lnTo>
                      <a:lnTo>
                        <a:pt x="288" y="390"/>
                      </a:lnTo>
                      <a:lnTo>
                        <a:pt x="288" y="384"/>
                      </a:lnTo>
                      <a:lnTo>
                        <a:pt x="284" y="384"/>
                      </a:lnTo>
                      <a:lnTo>
                        <a:pt x="284" y="380"/>
                      </a:lnTo>
                      <a:lnTo>
                        <a:pt x="280" y="380"/>
                      </a:lnTo>
                      <a:lnTo>
                        <a:pt x="280" y="378"/>
                      </a:lnTo>
                      <a:lnTo>
                        <a:pt x="276" y="378"/>
                      </a:lnTo>
                      <a:lnTo>
                        <a:pt x="272" y="378"/>
                      </a:lnTo>
                      <a:lnTo>
                        <a:pt x="266" y="378"/>
                      </a:lnTo>
                      <a:lnTo>
                        <a:pt x="264" y="378"/>
                      </a:lnTo>
                      <a:lnTo>
                        <a:pt x="260" y="378"/>
                      </a:lnTo>
                      <a:lnTo>
                        <a:pt x="252" y="378"/>
                      </a:lnTo>
                      <a:lnTo>
                        <a:pt x="252" y="380"/>
                      </a:lnTo>
                      <a:lnTo>
                        <a:pt x="252" y="384"/>
                      </a:lnTo>
                      <a:lnTo>
                        <a:pt x="242" y="384"/>
                      </a:lnTo>
                      <a:lnTo>
                        <a:pt x="238" y="384"/>
                      </a:lnTo>
                      <a:lnTo>
                        <a:pt x="232" y="384"/>
                      </a:lnTo>
                      <a:lnTo>
                        <a:pt x="228" y="384"/>
                      </a:lnTo>
                      <a:lnTo>
                        <a:pt x="222" y="384"/>
                      </a:lnTo>
                      <a:lnTo>
                        <a:pt x="218" y="384"/>
                      </a:lnTo>
                      <a:lnTo>
                        <a:pt x="210" y="384"/>
                      </a:lnTo>
                      <a:lnTo>
                        <a:pt x="204" y="384"/>
                      </a:lnTo>
                      <a:lnTo>
                        <a:pt x="194" y="380"/>
                      </a:lnTo>
                      <a:lnTo>
                        <a:pt x="190" y="378"/>
                      </a:lnTo>
                      <a:lnTo>
                        <a:pt x="188" y="378"/>
                      </a:lnTo>
                      <a:lnTo>
                        <a:pt x="184" y="374"/>
                      </a:lnTo>
                      <a:lnTo>
                        <a:pt x="180" y="374"/>
                      </a:lnTo>
                      <a:lnTo>
                        <a:pt x="174" y="374"/>
                      </a:lnTo>
                      <a:lnTo>
                        <a:pt x="170" y="370"/>
                      </a:lnTo>
                      <a:lnTo>
                        <a:pt x="166" y="370"/>
                      </a:lnTo>
                      <a:lnTo>
                        <a:pt x="162" y="370"/>
                      </a:lnTo>
                      <a:lnTo>
                        <a:pt x="160" y="364"/>
                      </a:lnTo>
                      <a:lnTo>
                        <a:pt x="154" y="364"/>
                      </a:lnTo>
                      <a:lnTo>
                        <a:pt x="150" y="360"/>
                      </a:lnTo>
                      <a:lnTo>
                        <a:pt x="154" y="360"/>
                      </a:lnTo>
                      <a:lnTo>
                        <a:pt x="154" y="356"/>
                      </a:lnTo>
                      <a:lnTo>
                        <a:pt x="150" y="356"/>
                      </a:lnTo>
                      <a:lnTo>
                        <a:pt x="146" y="360"/>
                      </a:lnTo>
                      <a:lnTo>
                        <a:pt x="142" y="360"/>
                      </a:lnTo>
                      <a:lnTo>
                        <a:pt x="138" y="360"/>
                      </a:lnTo>
                      <a:lnTo>
                        <a:pt x="134" y="360"/>
                      </a:lnTo>
                      <a:lnTo>
                        <a:pt x="128" y="360"/>
                      </a:lnTo>
                      <a:lnTo>
                        <a:pt x="126" y="360"/>
                      </a:lnTo>
                      <a:lnTo>
                        <a:pt x="122" y="360"/>
                      </a:lnTo>
                      <a:lnTo>
                        <a:pt x="118" y="360"/>
                      </a:lnTo>
                      <a:lnTo>
                        <a:pt x="114" y="360"/>
                      </a:lnTo>
                      <a:lnTo>
                        <a:pt x="118" y="360"/>
                      </a:lnTo>
                      <a:lnTo>
                        <a:pt x="114" y="360"/>
                      </a:lnTo>
                      <a:lnTo>
                        <a:pt x="114" y="356"/>
                      </a:lnTo>
                      <a:lnTo>
                        <a:pt x="114" y="360"/>
                      </a:lnTo>
                      <a:lnTo>
                        <a:pt x="114" y="356"/>
                      </a:lnTo>
                      <a:lnTo>
                        <a:pt x="114" y="352"/>
                      </a:lnTo>
                      <a:lnTo>
                        <a:pt x="114" y="348"/>
                      </a:lnTo>
                      <a:lnTo>
                        <a:pt x="108" y="348"/>
                      </a:lnTo>
                      <a:lnTo>
                        <a:pt x="108" y="346"/>
                      </a:lnTo>
                      <a:lnTo>
                        <a:pt x="104" y="346"/>
                      </a:lnTo>
                      <a:lnTo>
                        <a:pt x="104" y="340"/>
                      </a:lnTo>
                      <a:lnTo>
                        <a:pt x="100" y="340"/>
                      </a:lnTo>
                      <a:lnTo>
                        <a:pt x="100" y="336"/>
                      </a:lnTo>
                      <a:lnTo>
                        <a:pt x="96" y="336"/>
                      </a:lnTo>
                      <a:lnTo>
                        <a:pt x="96" y="332"/>
                      </a:lnTo>
                      <a:lnTo>
                        <a:pt x="94" y="332"/>
                      </a:lnTo>
                      <a:lnTo>
                        <a:pt x="90" y="332"/>
                      </a:lnTo>
                      <a:lnTo>
                        <a:pt x="84" y="332"/>
                      </a:lnTo>
                      <a:lnTo>
                        <a:pt x="84" y="328"/>
                      </a:lnTo>
                      <a:lnTo>
                        <a:pt x="80" y="328"/>
                      </a:lnTo>
                      <a:lnTo>
                        <a:pt x="80" y="324"/>
                      </a:lnTo>
                      <a:lnTo>
                        <a:pt x="76" y="324"/>
                      </a:lnTo>
                      <a:lnTo>
                        <a:pt x="72" y="324"/>
                      </a:lnTo>
                      <a:lnTo>
                        <a:pt x="68" y="324"/>
                      </a:lnTo>
                      <a:lnTo>
                        <a:pt x="66" y="324"/>
                      </a:lnTo>
                      <a:lnTo>
                        <a:pt x="66" y="318"/>
                      </a:lnTo>
                      <a:lnTo>
                        <a:pt x="60" y="318"/>
                      </a:lnTo>
                      <a:lnTo>
                        <a:pt x="60" y="314"/>
                      </a:lnTo>
                      <a:lnTo>
                        <a:pt x="60" y="312"/>
                      </a:lnTo>
                      <a:lnTo>
                        <a:pt x="60" y="308"/>
                      </a:lnTo>
                      <a:lnTo>
                        <a:pt x="56" y="308"/>
                      </a:lnTo>
                      <a:lnTo>
                        <a:pt x="56" y="304"/>
                      </a:lnTo>
                      <a:lnTo>
                        <a:pt x="56" y="300"/>
                      </a:lnTo>
                      <a:lnTo>
                        <a:pt x="52" y="300"/>
                      </a:lnTo>
                      <a:lnTo>
                        <a:pt x="52" y="294"/>
                      </a:lnTo>
                      <a:lnTo>
                        <a:pt x="48" y="294"/>
                      </a:lnTo>
                      <a:lnTo>
                        <a:pt x="48" y="290"/>
                      </a:lnTo>
                      <a:lnTo>
                        <a:pt x="44" y="286"/>
                      </a:lnTo>
                      <a:lnTo>
                        <a:pt x="44" y="284"/>
                      </a:lnTo>
                      <a:lnTo>
                        <a:pt x="38" y="284"/>
                      </a:lnTo>
                      <a:lnTo>
                        <a:pt x="38" y="280"/>
                      </a:lnTo>
                      <a:lnTo>
                        <a:pt x="44" y="280"/>
                      </a:lnTo>
                      <a:lnTo>
                        <a:pt x="44" y="276"/>
                      </a:lnTo>
                      <a:lnTo>
                        <a:pt x="44" y="270"/>
                      </a:lnTo>
                      <a:lnTo>
                        <a:pt x="38" y="270"/>
                      </a:lnTo>
                      <a:lnTo>
                        <a:pt x="34" y="270"/>
                      </a:lnTo>
                      <a:lnTo>
                        <a:pt x="34" y="266"/>
                      </a:lnTo>
                      <a:lnTo>
                        <a:pt x="34" y="262"/>
                      </a:lnTo>
                      <a:lnTo>
                        <a:pt x="32" y="258"/>
                      </a:lnTo>
                      <a:lnTo>
                        <a:pt x="32" y="254"/>
                      </a:lnTo>
                      <a:lnTo>
                        <a:pt x="34" y="254"/>
                      </a:lnTo>
                      <a:lnTo>
                        <a:pt x="34" y="258"/>
                      </a:lnTo>
                      <a:lnTo>
                        <a:pt x="38" y="262"/>
                      </a:lnTo>
                      <a:lnTo>
                        <a:pt x="38" y="258"/>
                      </a:lnTo>
                      <a:lnTo>
                        <a:pt x="38" y="254"/>
                      </a:lnTo>
                      <a:lnTo>
                        <a:pt x="34" y="254"/>
                      </a:lnTo>
                      <a:lnTo>
                        <a:pt x="34" y="250"/>
                      </a:lnTo>
                      <a:lnTo>
                        <a:pt x="34" y="246"/>
                      </a:lnTo>
                      <a:lnTo>
                        <a:pt x="34" y="250"/>
                      </a:lnTo>
                      <a:lnTo>
                        <a:pt x="38" y="250"/>
                      </a:lnTo>
                      <a:lnTo>
                        <a:pt x="38" y="246"/>
                      </a:lnTo>
                      <a:lnTo>
                        <a:pt x="44" y="250"/>
                      </a:lnTo>
                      <a:lnTo>
                        <a:pt x="44" y="246"/>
                      </a:lnTo>
                      <a:lnTo>
                        <a:pt x="48" y="246"/>
                      </a:lnTo>
                      <a:lnTo>
                        <a:pt x="48" y="250"/>
                      </a:lnTo>
                      <a:lnTo>
                        <a:pt x="48" y="246"/>
                      </a:lnTo>
                      <a:lnTo>
                        <a:pt x="44" y="246"/>
                      </a:lnTo>
                      <a:lnTo>
                        <a:pt x="44" y="250"/>
                      </a:lnTo>
                      <a:lnTo>
                        <a:pt x="44" y="246"/>
                      </a:lnTo>
                      <a:lnTo>
                        <a:pt x="38" y="246"/>
                      </a:lnTo>
                      <a:lnTo>
                        <a:pt x="34" y="246"/>
                      </a:lnTo>
                      <a:lnTo>
                        <a:pt x="32" y="246"/>
                      </a:lnTo>
                      <a:lnTo>
                        <a:pt x="32" y="250"/>
                      </a:lnTo>
                      <a:lnTo>
                        <a:pt x="32" y="254"/>
                      </a:lnTo>
                      <a:lnTo>
                        <a:pt x="32" y="250"/>
                      </a:lnTo>
                      <a:lnTo>
                        <a:pt x="28" y="250"/>
                      </a:lnTo>
                      <a:lnTo>
                        <a:pt x="28" y="246"/>
                      </a:lnTo>
                      <a:lnTo>
                        <a:pt x="24" y="246"/>
                      </a:lnTo>
                      <a:lnTo>
                        <a:pt x="28" y="246"/>
                      </a:lnTo>
                      <a:lnTo>
                        <a:pt x="24" y="242"/>
                      </a:lnTo>
                      <a:lnTo>
                        <a:pt x="24" y="238"/>
                      </a:lnTo>
                      <a:lnTo>
                        <a:pt x="20" y="238"/>
                      </a:lnTo>
                      <a:lnTo>
                        <a:pt x="20" y="234"/>
                      </a:lnTo>
                      <a:lnTo>
                        <a:pt x="14" y="234"/>
                      </a:lnTo>
                      <a:lnTo>
                        <a:pt x="14" y="230"/>
                      </a:lnTo>
                      <a:lnTo>
                        <a:pt x="14" y="224"/>
                      </a:lnTo>
                      <a:lnTo>
                        <a:pt x="10" y="222"/>
                      </a:lnTo>
                      <a:lnTo>
                        <a:pt x="10" y="218"/>
                      </a:lnTo>
                      <a:lnTo>
                        <a:pt x="10" y="214"/>
                      </a:lnTo>
                      <a:lnTo>
                        <a:pt x="10" y="210"/>
                      </a:lnTo>
                      <a:lnTo>
                        <a:pt x="6" y="204"/>
                      </a:lnTo>
                      <a:lnTo>
                        <a:pt x="4" y="200"/>
                      </a:lnTo>
                      <a:lnTo>
                        <a:pt x="4" y="196"/>
                      </a:lnTo>
                      <a:lnTo>
                        <a:pt x="4" y="192"/>
                      </a:lnTo>
                      <a:lnTo>
                        <a:pt x="6" y="192"/>
                      </a:lnTo>
                      <a:lnTo>
                        <a:pt x="6" y="190"/>
                      </a:lnTo>
                      <a:lnTo>
                        <a:pt x="6" y="186"/>
                      </a:lnTo>
                      <a:lnTo>
                        <a:pt x="6" y="180"/>
                      </a:lnTo>
                      <a:lnTo>
                        <a:pt x="6" y="176"/>
                      </a:lnTo>
                      <a:lnTo>
                        <a:pt x="6" y="172"/>
                      </a:lnTo>
                      <a:lnTo>
                        <a:pt x="6" y="168"/>
                      </a:lnTo>
                      <a:lnTo>
                        <a:pt x="6" y="164"/>
                      </a:lnTo>
                      <a:lnTo>
                        <a:pt x="4" y="164"/>
                      </a:lnTo>
                      <a:lnTo>
                        <a:pt x="4" y="158"/>
                      </a:lnTo>
                      <a:lnTo>
                        <a:pt x="4" y="156"/>
                      </a:lnTo>
                      <a:lnTo>
                        <a:pt x="4" y="152"/>
                      </a:lnTo>
                      <a:lnTo>
                        <a:pt x="4" y="148"/>
                      </a:lnTo>
                      <a:lnTo>
                        <a:pt x="0" y="148"/>
                      </a:lnTo>
                      <a:lnTo>
                        <a:pt x="0" y="144"/>
                      </a:lnTo>
                      <a:lnTo>
                        <a:pt x="4" y="144"/>
                      </a:lnTo>
                      <a:lnTo>
                        <a:pt x="4" y="142"/>
                      </a:lnTo>
                      <a:lnTo>
                        <a:pt x="4" y="136"/>
                      </a:lnTo>
                      <a:lnTo>
                        <a:pt x="6" y="136"/>
                      </a:lnTo>
                      <a:lnTo>
                        <a:pt x="6" y="132"/>
                      </a:lnTo>
                      <a:lnTo>
                        <a:pt x="4" y="136"/>
                      </a:lnTo>
                      <a:lnTo>
                        <a:pt x="4" y="132"/>
                      </a:lnTo>
                      <a:lnTo>
                        <a:pt x="6" y="132"/>
                      </a:lnTo>
                      <a:lnTo>
                        <a:pt x="6" y="128"/>
                      </a:lnTo>
                      <a:lnTo>
                        <a:pt x="6" y="124"/>
                      </a:lnTo>
                      <a:lnTo>
                        <a:pt x="6" y="120"/>
                      </a:lnTo>
                      <a:lnTo>
                        <a:pt x="6" y="112"/>
                      </a:lnTo>
                      <a:lnTo>
                        <a:pt x="6" y="108"/>
                      </a:lnTo>
                      <a:lnTo>
                        <a:pt x="6" y="104"/>
                      </a:lnTo>
                      <a:lnTo>
                        <a:pt x="6" y="100"/>
                      </a:lnTo>
                      <a:lnTo>
                        <a:pt x="10" y="96"/>
                      </a:lnTo>
                      <a:lnTo>
                        <a:pt x="10" y="90"/>
                      </a:lnTo>
                      <a:lnTo>
                        <a:pt x="10" y="86"/>
                      </a:lnTo>
                      <a:lnTo>
                        <a:pt x="10" y="82"/>
                      </a:lnTo>
                      <a:lnTo>
                        <a:pt x="10" y="80"/>
                      </a:lnTo>
                      <a:lnTo>
                        <a:pt x="10" y="76"/>
                      </a:lnTo>
                      <a:lnTo>
                        <a:pt x="14" y="76"/>
                      </a:lnTo>
                      <a:lnTo>
                        <a:pt x="14" y="72"/>
                      </a:lnTo>
                      <a:lnTo>
                        <a:pt x="20" y="76"/>
                      </a:lnTo>
                      <a:lnTo>
                        <a:pt x="24" y="76"/>
                      </a:lnTo>
                      <a:lnTo>
                        <a:pt x="20" y="76"/>
                      </a:lnTo>
                      <a:lnTo>
                        <a:pt x="20" y="72"/>
                      </a:lnTo>
                      <a:lnTo>
                        <a:pt x="14" y="72"/>
                      </a:lnTo>
                      <a:lnTo>
                        <a:pt x="10" y="72"/>
                      </a:lnTo>
                      <a:lnTo>
                        <a:pt x="6" y="72"/>
                      </a:lnTo>
                      <a:lnTo>
                        <a:pt x="6" y="66"/>
                      </a:lnTo>
                      <a:lnTo>
                        <a:pt x="6" y="62"/>
                      </a:lnTo>
                      <a:lnTo>
                        <a:pt x="6" y="66"/>
                      </a:lnTo>
                      <a:lnTo>
                        <a:pt x="10" y="72"/>
                      </a:lnTo>
                      <a:lnTo>
                        <a:pt x="10" y="66"/>
                      </a:lnTo>
                      <a:lnTo>
                        <a:pt x="10" y="62"/>
                      </a:lnTo>
                      <a:lnTo>
                        <a:pt x="6" y="62"/>
                      </a:lnTo>
                      <a:lnTo>
                        <a:pt x="6" y="58"/>
                      </a:lnTo>
                      <a:lnTo>
                        <a:pt x="10" y="58"/>
                      </a:lnTo>
                      <a:lnTo>
                        <a:pt x="10" y="54"/>
                      </a:lnTo>
                      <a:lnTo>
                        <a:pt x="6" y="54"/>
                      </a:lnTo>
                      <a:lnTo>
                        <a:pt x="6" y="58"/>
                      </a:lnTo>
                      <a:lnTo>
                        <a:pt x="6" y="54"/>
                      </a:lnTo>
                      <a:lnTo>
                        <a:pt x="6" y="52"/>
                      </a:lnTo>
                      <a:lnTo>
                        <a:pt x="4" y="48"/>
                      </a:lnTo>
                      <a:lnTo>
                        <a:pt x="4" y="42"/>
                      </a:lnTo>
                      <a:lnTo>
                        <a:pt x="4" y="38"/>
                      </a:lnTo>
                      <a:lnTo>
                        <a:pt x="0" y="34"/>
                      </a:lnTo>
                      <a:lnTo>
                        <a:pt x="0" y="30"/>
                      </a:lnTo>
                      <a:lnTo>
                        <a:pt x="0" y="26"/>
                      </a:lnTo>
                      <a:lnTo>
                        <a:pt x="4" y="26"/>
                      </a:lnTo>
                      <a:lnTo>
                        <a:pt x="6" y="26"/>
                      </a:lnTo>
                      <a:lnTo>
                        <a:pt x="6" y="30"/>
                      </a:lnTo>
                      <a:lnTo>
                        <a:pt x="10" y="30"/>
                      </a:lnTo>
                      <a:lnTo>
                        <a:pt x="14" y="30"/>
                      </a:lnTo>
                      <a:lnTo>
                        <a:pt x="20" y="30"/>
                      </a:lnTo>
                      <a:lnTo>
                        <a:pt x="24" y="30"/>
                      </a:lnTo>
                      <a:lnTo>
                        <a:pt x="28" y="30"/>
                      </a:lnTo>
                      <a:lnTo>
                        <a:pt x="28" y="34"/>
                      </a:lnTo>
                      <a:lnTo>
                        <a:pt x="32" y="34"/>
                      </a:lnTo>
                      <a:lnTo>
                        <a:pt x="28" y="38"/>
                      </a:lnTo>
                      <a:lnTo>
                        <a:pt x="28" y="42"/>
                      </a:lnTo>
                      <a:lnTo>
                        <a:pt x="24" y="42"/>
                      </a:lnTo>
                      <a:lnTo>
                        <a:pt x="24" y="48"/>
                      </a:lnTo>
                      <a:lnTo>
                        <a:pt x="28" y="48"/>
                      </a:lnTo>
                      <a:lnTo>
                        <a:pt x="24" y="48"/>
                      </a:lnTo>
                      <a:lnTo>
                        <a:pt x="24" y="42"/>
                      </a:lnTo>
                      <a:lnTo>
                        <a:pt x="28" y="42"/>
                      </a:lnTo>
                      <a:lnTo>
                        <a:pt x="28" y="38"/>
                      </a:lnTo>
                      <a:lnTo>
                        <a:pt x="32" y="34"/>
                      </a:lnTo>
                      <a:lnTo>
                        <a:pt x="32" y="38"/>
                      </a:lnTo>
                      <a:lnTo>
                        <a:pt x="32" y="42"/>
                      </a:lnTo>
                      <a:lnTo>
                        <a:pt x="28" y="42"/>
                      </a:lnTo>
                      <a:lnTo>
                        <a:pt x="32" y="42"/>
                      </a:lnTo>
                      <a:lnTo>
                        <a:pt x="32" y="48"/>
                      </a:lnTo>
                      <a:lnTo>
                        <a:pt x="32" y="52"/>
                      </a:lnTo>
                      <a:lnTo>
                        <a:pt x="28" y="52"/>
                      </a:lnTo>
                      <a:lnTo>
                        <a:pt x="32" y="48"/>
                      </a:lnTo>
                      <a:lnTo>
                        <a:pt x="28" y="48"/>
                      </a:lnTo>
                      <a:lnTo>
                        <a:pt x="28" y="52"/>
                      </a:lnTo>
                      <a:lnTo>
                        <a:pt x="28" y="48"/>
                      </a:lnTo>
                      <a:lnTo>
                        <a:pt x="28" y="52"/>
                      </a:lnTo>
                      <a:lnTo>
                        <a:pt x="24" y="52"/>
                      </a:lnTo>
                      <a:lnTo>
                        <a:pt x="24" y="54"/>
                      </a:lnTo>
                      <a:lnTo>
                        <a:pt x="28" y="54"/>
                      </a:lnTo>
                      <a:lnTo>
                        <a:pt x="28" y="52"/>
                      </a:lnTo>
                      <a:lnTo>
                        <a:pt x="28" y="54"/>
                      </a:lnTo>
                      <a:lnTo>
                        <a:pt x="32" y="52"/>
                      </a:lnTo>
                      <a:lnTo>
                        <a:pt x="34" y="48"/>
                      </a:lnTo>
                      <a:lnTo>
                        <a:pt x="34" y="42"/>
                      </a:lnTo>
                      <a:lnTo>
                        <a:pt x="32" y="42"/>
                      </a:lnTo>
                      <a:lnTo>
                        <a:pt x="34" y="38"/>
                      </a:lnTo>
                      <a:lnTo>
                        <a:pt x="34" y="34"/>
                      </a:lnTo>
                      <a:lnTo>
                        <a:pt x="34" y="30"/>
                      </a:lnTo>
                      <a:lnTo>
                        <a:pt x="32" y="30"/>
                      </a:lnTo>
                      <a:lnTo>
                        <a:pt x="32" y="26"/>
                      </a:lnTo>
                      <a:lnTo>
                        <a:pt x="34" y="26"/>
                      </a:lnTo>
                      <a:lnTo>
                        <a:pt x="32" y="20"/>
                      </a:lnTo>
                      <a:lnTo>
                        <a:pt x="32" y="26"/>
                      </a:lnTo>
                      <a:lnTo>
                        <a:pt x="28" y="20"/>
                      </a:lnTo>
                      <a:lnTo>
                        <a:pt x="32" y="20"/>
                      </a:lnTo>
                      <a:lnTo>
                        <a:pt x="32" y="18"/>
                      </a:lnTo>
                      <a:lnTo>
                        <a:pt x="28" y="14"/>
                      </a:lnTo>
                      <a:lnTo>
                        <a:pt x="28" y="10"/>
                      </a:lnTo>
                      <a:lnTo>
                        <a:pt x="32" y="10"/>
                      </a:lnTo>
                      <a:lnTo>
                        <a:pt x="34" y="10"/>
                      </a:lnTo>
                      <a:lnTo>
                        <a:pt x="38" y="10"/>
                      </a:lnTo>
                      <a:lnTo>
                        <a:pt x="56" y="10"/>
                      </a:lnTo>
                      <a:lnTo>
                        <a:pt x="66" y="10"/>
                      </a:lnTo>
                      <a:lnTo>
                        <a:pt x="68" y="10"/>
                      </a:lnTo>
                      <a:lnTo>
                        <a:pt x="72" y="10"/>
                      </a:lnTo>
                      <a:lnTo>
                        <a:pt x="80" y="10"/>
                      </a:lnTo>
                      <a:lnTo>
                        <a:pt x="84" y="10"/>
                      </a:lnTo>
                      <a:lnTo>
                        <a:pt x="90" y="10"/>
                      </a:lnTo>
                      <a:lnTo>
                        <a:pt x="96" y="10"/>
                      </a:lnTo>
                      <a:lnTo>
                        <a:pt x="100" y="10"/>
                      </a:lnTo>
                      <a:lnTo>
                        <a:pt x="104" y="10"/>
                      </a:lnTo>
                      <a:lnTo>
                        <a:pt x="108" y="10"/>
                      </a:lnTo>
                      <a:lnTo>
                        <a:pt x="114" y="10"/>
                      </a:lnTo>
                      <a:lnTo>
                        <a:pt x="118" y="10"/>
                      </a:lnTo>
                      <a:lnTo>
                        <a:pt x="134" y="10"/>
                      </a:lnTo>
                      <a:lnTo>
                        <a:pt x="138" y="10"/>
                      </a:lnTo>
                      <a:lnTo>
                        <a:pt x="142" y="10"/>
                      </a:lnTo>
                      <a:lnTo>
                        <a:pt x="146" y="10"/>
                      </a:lnTo>
                      <a:lnTo>
                        <a:pt x="150" y="10"/>
                      </a:lnTo>
                      <a:lnTo>
                        <a:pt x="154" y="10"/>
                      </a:lnTo>
                      <a:lnTo>
                        <a:pt x="160" y="10"/>
                      </a:lnTo>
                      <a:lnTo>
                        <a:pt x="162" y="10"/>
                      </a:lnTo>
                      <a:lnTo>
                        <a:pt x="170" y="10"/>
                      </a:lnTo>
                      <a:lnTo>
                        <a:pt x="174" y="10"/>
                      </a:lnTo>
                      <a:lnTo>
                        <a:pt x="180" y="10"/>
                      </a:lnTo>
                      <a:lnTo>
                        <a:pt x="188" y="10"/>
                      </a:lnTo>
                      <a:lnTo>
                        <a:pt x="190" y="10"/>
                      </a:lnTo>
                      <a:lnTo>
                        <a:pt x="194" y="10"/>
                      </a:lnTo>
                      <a:lnTo>
                        <a:pt x="198" y="10"/>
                      </a:lnTo>
                      <a:lnTo>
                        <a:pt x="204" y="10"/>
                      </a:lnTo>
                      <a:lnTo>
                        <a:pt x="214" y="10"/>
                      </a:lnTo>
                      <a:lnTo>
                        <a:pt x="218" y="10"/>
                      </a:lnTo>
                      <a:lnTo>
                        <a:pt x="222" y="10"/>
                      </a:lnTo>
                      <a:lnTo>
                        <a:pt x="228" y="10"/>
                      </a:lnTo>
                      <a:lnTo>
                        <a:pt x="232" y="10"/>
                      </a:lnTo>
                      <a:lnTo>
                        <a:pt x="236" y="10"/>
                      </a:lnTo>
                      <a:lnTo>
                        <a:pt x="242" y="10"/>
                      </a:lnTo>
                      <a:lnTo>
                        <a:pt x="246" y="10"/>
                      </a:lnTo>
                      <a:lnTo>
                        <a:pt x="252" y="10"/>
                      </a:lnTo>
                      <a:lnTo>
                        <a:pt x="256" y="10"/>
                      </a:lnTo>
                      <a:lnTo>
                        <a:pt x="260" y="10"/>
                      </a:lnTo>
                      <a:lnTo>
                        <a:pt x="264" y="10"/>
                      </a:lnTo>
                      <a:lnTo>
                        <a:pt x="266" y="10"/>
                      </a:lnTo>
                      <a:lnTo>
                        <a:pt x="276" y="10"/>
                      </a:lnTo>
                      <a:lnTo>
                        <a:pt x="280" y="10"/>
                      </a:lnTo>
                      <a:lnTo>
                        <a:pt x="284" y="10"/>
                      </a:lnTo>
                      <a:lnTo>
                        <a:pt x="288" y="10"/>
                      </a:lnTo>
                      <a:lnTo>
                        <a:pt x="292" y="10"/>
                      </a:lnTo>
                      <a:lnTo>
                        <a:pt x="300" y="10"/>
                      </a:lnTo>
                      <a:lnTo>
                        <a:pt x="304" y="10"/>
                      </a:lnTo>
                      <a:lnTo>
                        <a:pt x="312" y="10"/>
                      </a:lnTo>
                      <a:lnTo>
                        <a:pt x="318" y="10"/>
                      </a:lnTo>
                      <a:lnTo>
                        <a:pt x="322" y="10"/>
                      </a:lnTo>
                      <a:lnTo>
                        <a:pt x="326" y="10"/>
                      </a:lnTo>
                      <a:lnTo>
                        <a:pt x="330" y="10"/>
                      </a:lnTo>
                      <a:lnTo>
                        <a:pt x="332" y="10"/>
                      </a:lnTo>
                      <a:lnTo>
                        <a:pt x="336" y="10"/>
                      </a:lnTo>
                      <a:lnTo>
                        <a:pt x="342" y="10"/>
                      </a:lnTo>
                      <a:lnTo>
                        <a:pt x="346" y="10"/>
                      </a:lnTo>
                      <a:lnTo>
                        <a:pt x="358" y="10"/>
                      </a:lnTo>
                      <a:lnTo>
                        <a:pt x="360" y="10"/>
                      </a:lnTo>
                      <a:lnTo>
                        <a:pt x="374" y="10"/>
                      </a:lnTo>
                      <a:lnTo>
                        <a:pt x="382" y="10"/>
                      </a:lnTo>
                      <a:lnTo>
                        <a:pt x="392" y="10"/>
                      </a:lnTo>
                      <a:lnTo>
                        <a:pt x="398" y="10"/>
                      </a:lnTo>
                      <a:lnTo>
                        <a:pt x="402" y="10"/>
                      </a:lnTo>
                      <a:lnTo>
                        <a:pt x="406" y="10"/>
                      </a:lnTo>
                      <a:lnTo>
                        <a:pt x="412" y="10"/>
                      </a:lnTo>
                      <a:lnTo>
                        <a:pt x="416" y="10"/>
                      </a:lnTo>
                      <a:lnTo>
                        <a:pt x="420" y="10"/>
                      </a:lnTo>
                      <a:lnTo>
                        <a:pt x="422" y="10"/>
                      </a:lnTo>
                      <a:lnTo>
                        <a:pt x="452" y="10"/>
                      </a:lnTo>
                      <a:lnTo>
                        <a:pt x="456" y="10"/>
                      </a:lnTo>
                      <a:lnTo>
                        <a:pt x="456" y="6"/>
                      </a:lnTo>
                      <a:lnTo>
                        <a:pt x="456" y="0"/>
                      </a:lnTo>
                      <a:lnTo>
                        <a:pt x="460" y="0"/>
                      </a:lnTo>
                      <a:lnTo>
                        <a:pt x="460" y="6"/>
                      </a:lnTo>
                      <a:lnTo>
                        <a:pt x="460" y="10"/>
                      </a:lnTo>
                      <a:lnTo>
                        <a:pt x="464" y="10"/>
                      </a:lnTo>
                      <a:lnTo>
                        <a:pt x="464" y="14"/>
                      </a:lnTo>
                      <a:lnTo>
                        <a:pt x="464" y="18"/>
                      </a:lnTo>
                      <a:lnTo>
                        <a:pt x="468" y="18"/>
                      </a:lnTo>
                      <a:lnTo>
                        <a:pt x="472" y="18"/>
                      </a:lnTo>
                      <a:lnTo>
                        <a:pt x="478" y="18"/>
                      </a:lnTo>
                      <a:lnTo>
                        <a:pt x="478" y="20"/>
                      </a:lnTo>
                      <a:lnTo>
                        <a:pt x="482" y="20"/>
                      </a:lnTo>
                      <a:lnTo>
                        <a:pt x="486" y="18"/>
                      </a:lnTo>
                      <a:lnTo>
                        <a:pt x="488" y="18"/>
                      </a:lnTo>
                      <a:lnTo>
                        <a:pt x="492" y="20"/>
                      </a:lnTo>
                      <a:lnTo>
                        <a:pt x="496" y="20"/>
                      </a:lnTo>
                      <a:lnTo>
                        <a:pt x="496" y="26"/>
                      </a:lnTo>
                      <a:lnTo>
                        <a:pt x="502" y="30"/>
                      </a:lnTo>
                      <a:lnTo>
                        <a:pt x="502" y="26"/>
                      </a:lnTo>
                      <a:lnTo>
                        <a:pt x="506" y="26"/>
                      </a:lnTo>
                      <a:lnTo>
                        <a:pt x="506" y="30"/>
                      </a:lnTo>
                      <a:lnTo>
                        <a:pt x="510" y="30"/>
                      </a:lnTo>
                      <a:lnTo>
                        <a:pt x="514" y="30"/>
                      </a:lnTo>
                      <a:lnTo>
                        <a:pt x="514" y="34"/>
                      </a:lnTo>
                      <a:lnTo>
                        <a:pt x="514" y="30"/>
                      </a:lnTo>
                      <a:lnTo>
                        <a:pt x="516" y="30"/>
                      </a:lnTo>
                      <a:lnTo>
                        <a:pt x="520" y="30"/>
                      </a:lnTo>
                      <a:lnTo>
                        <a:pt x="520" y="26"/>
                      </a:lnTo>
                      <a:lnTo>
                        <a:pt x="520" y="30"/>
                      </a:lnTo>
                      <a:lnTo>
                        <a:pt x="526" y="30"/>
                      </a:lnTo>
                      <a:lnTo>
                        <a:pt x="530" y="30"/>
                      </a:lnTo>
                      <a:lnTo>
                        <a:pt x="534" y="30"/>
                      </a:lnTo>
                      <a:lnTo>
                        <a:pt x="534" y="34"/>
                      </a:lnTo>
                      <a:lnTo>
                        <a:pt x="538" y="34"/>
                      </a:lnTo>
                      <a:lnTo>
                        <a:pt x="542" y="34"/>
                      </a:lnTo>
                      <a:lnTo>
                        <a:pt x="548" y="34"/>
                      </a:lnTo>
                      <a:lnTo>
                        <a:pt x="550" y="30"/>
                      </a:lnTo>
                      <a:lnTo>
                        <a:pt x="554" y="26"/>
                      </a:lnTo>
                      <a:lnTo>
                        <a:pt x="558" y="26"/>
                      </a:lnTo>
                      <a:lnTo>
                        <a:pt x="562" y="26"/>
                      </a:lnTo>
                      <a:lnTo>
                        <a:pt x="574" y="34"/>
                      </a:lnTo>
                      <a:lnTo>
                        <a:pt x="578" y="34"/>
                      </a:lnTo>
                      <a:lnTo>
                        <a:pt x="578" y="38"/>
                      </a:lnTo>
                      <a:lnTo>
                        <a:pt x="582" y="38"/>
                      </a:lnTo>
                      <a:lnTo>
                        <a:pt x="586" y="42"/>
                      </a:lnTo>
                      <a:lnTo>
                        <a:pt x="590" y="42"/>
                      </a:lnTo>
                      <a:lnTo>
                        <a:pt x="594" y="48"/>
                      </a:lnTo>
                      <a:lnTo>
                        <a:pt x="598" y="48"/>
                      </a:lnTo>
                      <a:lnTo>
                        <a:pt x="598" y="52"/>
                      </a:lnTo>
                      <a:lnTo>
                        <a:pt x="602" y="52"/>
                      </a:lnTo>
                      <a:lnTo>
                        <a:pt x="606" y="52"/>
                      </a:lnTo>
                      <a:lnTo>
                        <a:pt x="606" y="54"/>
                      </a:lnTo>
                      <a:lnTo>
                        <a:pt x="616" y="58"/>
                      </a:lnTo>
                      <a:lnTo>
                        <a:pt x="616" y="62"/>
                      </a:lnTo>
                      <a:lnTo>
                        <a:pt x="620" y="66"/>
                      </a:lnTo>
                      <a:lnTo>
                        <a:pt x="624" y="66"/>
                      </a:lnTo>
                      <a:lnTo>
                        <a:pt x="626" y="66"/>
                      </a:lnTo>
                      <a:lnTo>
                        <a:pt x="626" y="72"/>
                      </a:lnTo>
                      <a:lnTo>
                        <a:pt x="626" y="76"/>
                      </a:lnTo>
                      <a:lnTo>
                        <a:pt x="630" y="76"/>
                      </a:lnTo>
                      <a:lnTo>
                        <a:pt x="634" y="76"/>
                      </a:lnTo>
                      <a:lnTo>
                        <a:pt x="634" y="80"/>
                      </a:lnTo>
                      <a:lnTo>
                        <a:pt x="634" y="82"/>
                      </a:lnTo>
                      <a:lnTo>
                        <a:pt x="640" y="82"/>
                      </a:lnTo>
                      <a:lnTo>
                        <a:pt x="644" y="86"/>
                      </a:lnTo>
                      <a:lnTo>
                        <a:pt x="648" y="90"/>
                      </a:lnTo>
                      <a:lnTo>
                        <a:pt x="652" y="90"/>
                      </a:lnTo>
                      <a:lnTo>
                        <a:pt x="652" y="104"/>
                      </a:lnTo>
                      <a:lnTo>
                        <a:pt x="656" y="112"/>
                      </a:lnTo>
                      <a:lnTo>
                        <a:pt x="656" y="124"/>
                      </a:lnTo>
                      <a:lnTo>
                        <a:pt x="656" y="132"/>
                      </a:lnTo>
                      <a:lnTo>
                        <a:pt x="656" y="136"/>
                      </a:lnTo>
                      <a:lnTo>
                        <a:pt x="656" y="142"/>
                      </a:lnTo>
                      <a:lnTo>
                        <a:pt x="652" y="142"/>
                      </a:lnTo>
                      <a:lnTo>
                        <a:pt x="652" y="144"/>
                      </a:lnTo>
                      <a:lnTo>
                        <a:pt x="652" y="148"/>
                      </a:lnTo>
                      <a:lnTo>
                        <a:pt x="652" y="152"/>
                      </a:lnTo>
                      <a:lnTo>
                        <a:pt x="648" y="152"/>
                      </a:lnTo>
                      <a:lnTo>
                        <a:pt x="648" y="156"/>
                      </a:lnTo>
                      <a:lnTo>
                        <a:pt x="644" y="156"/>
                      </a:lnTo>
                      <a:lnTo>
                        <a:pt x="644" y="158"/>
                      </a:lnTo>
                      <a:lnTo>
                        <a:pt x="640" y="164"/>
                      </a:lnTo>
                      <a:lnTo>
                        <a:pt x="644" y="164"/>
                      </a:lnTo>
                      <a:lnTo>
                        <a:pt x="644" y="168"/>
                      </a:lnTo>
                      <a:lnTo>
                        <a:pt x="648" y="172"/>
                      </a:lnTo>
                      <a:lnTo>
                        <a:pt x="652" y="172"/>
                      </a:lnTo>
                      <a:lnTo>
                        <a:pt x="656" y="168"/>
                      </a:lnTo>
                      <a:lnTo>
                        <a:pt x="658" y="164"/>
                      </a:lnTo>
                      <a:lnTo>
                        <a:pt x="664" y="164"/>
                      </a:lnTo>
                      <a:lnTo>
                        <a:pt x="668" y="158"/>
                      </a:lnTo>
                      <a:lnTo>
                        <a:pt x="672" y="158"/>
                      </a:lnTo>
                      <a:lnTo>
                        <a:pt x="676" y="158"/>
                      </a:lnTo>
                      <a:lnTo>
                        <a:pt x="680" y="156"/>
                      </a:lnTo>
                      <a:lnTo>
                        <a:pt x="688" y="156"/>
                      </a:lnTo>
                      <a:lnTo>
                        <a:pt x="692" y="152"/>
                      </a:lnTo>
                      <a:lnTo>
                        <a:pt x="696" y="152"/>
                      </a:lnTo>
                      <a:lnTo>
                        <a:pt x="700" y="148"/>
                      </a:lnTo>
                      <a:lnTo>
                        <a:pt x="704" y="148"/>
                      </a:lnTo>
                      <a:lnTo>
                        <a:pt x="704" y="144"/>
                      </a:lnTo>
                      <a:lnTo>
                        <a:pt x="710" y="144"/>
                      </a:lnTo>
                      <a:lnTo>
                        <a:pt x="704" y="144"/>
                      </a:lnTo>
                      <a:lnTo>
                        <a:pt x="704" y="142"/>
                      </a:lnTo>
                      <a:lnTo>
                        <a:pt x="704" y="136"/>
                      </a:lnTo>
                      <a:lnTo>
                        <a:pt x="704" y="132"/>
                      </a:lnTo>
                      <a:lnTo>
                        <a:pt x="710" y="128"/>
                      </a:lnTo>
                      <a:lnTo>
                        <a:pt x="718" y="128"/>
                      </a:lnTo>
                      <a:lnTo>
                        <a:pt x="720" y="128"/>
                      </a:lnTo>
                      <a:lnTo>
                        <a:pt x="724" y="128"/>
                      </a:lnTo>
                      <a:lnTo>
                        <a:pt x="728" y="128"/>
                      </a:lnTo>
                      <a:lnTo>
                        <a:pt x="734" y="128"/>
                      </a:lnTo>
                      <a:lnTo>
                        <a:pt x="738" y="128"/>
                      </a:lnTo>
                      <a:lnTo>
                        <a:pt x="742" y="128"/>
                      </a:lnTo>
                      <a:lnTo>
                        <a:pt x="742" y="124"/>
                      </a:lnTo>
                      <a:lnTo>
                        <a:pt x="746" y="124"/>
                      </a:lnTo>
                      <a:lnTo>
                        <a:pt x="746" y="120"/>
                      </a:lnTo>
                      <a:lnTo>
                        <a:pt x="748" y="116"/>
                      </a:lnTo>
                      <a:lnTo>
                        <a:pt x="754" y="116"/>
                      </a:lnTo>
                      <a:lnTo>
                        <a:pt x="754" y="112"/>
                      </a:lnTo>
                      <a:lnTo>
                        <a:pt x="758" y="112"/>
                      </a:lnTo>
                      <a:lnTo>
                        <a:pt x="758" y="108"/>
                      </a:lnTo>
                      <a:lnTo>
                        <a:pt x="762" y="104"/>
                      </a:lnTo>
                      <a:lnTo>
                        <a:pt x="766" y="104"/>
                      </a:lnTo>
                      <a:lnTo>
                        <a:pt x="766" y="100"/>
                      </a:lnTo>
                      <a:lnTo>
                        <a:pt x="770" y="100"/>
                      </a:lnTo>
                      <a:lnTo>
                        <a:pt x="774" y="100"/>
                      </a:lnTo>
                      <a:lnTo>
                        <a:pt x="780" y="100"/>
                      </a:lnTo>
                      <a:lnTo>
                        <a:pt x="786" y="100"/>
                      </a:lnTo>
                      <a:lnTo>
                        <a:pt x="790" y="100"/>
                      </a:lnTo>
                      <a:lnTo>
                        <a:pt x="794" y="100"/>
                      </a:lnTo>
                      <a:lnTo>
                        <a:pt x="800" y="100"/>
                      </a:lnTo>
                      <a:lnTo>
                        <a:pt x="804" y="100"/>
                      </a:lnTo>
                      <a:lnTo>
                        <a:pt x="808" y="100"/>
                      </a:lnTo>
                      <a:lnTo>
                        <a:pt x="810" y="100"/>
                      </a:lnTo>
                      <a:lnTo>
                        <a:pt x="814" y="100"/>
                      </a:lnTo>
                      <a:lnTo>
                        <a:pt x="818" y="100"/>
                      </a:lnTo>
                      <a:lnTo>
                        <a:pt x="824" y="100"/>
                      </a:lnTo>
                      <a:lnTo>
                        <a:pt x="824" y="96"/>
                      </a:lnTo>
                      <a:lnTo>
                        <a:pt x="824" y="90"/>
                      </a:lnTo>
                      <a:lnTo>
                        <a:pt x="828" y="90"/>
                      </a:lnTo>
                      <a:lnTo>
                        <a:pt x="828" y="96"/>
                      </a:lnTo>
                      <a:lnTo>
                        <a:pt x="828" y="90"/>
                      </a:lnTo>
                      <a:lnTo>
                        <a:pt x="832" y="96"/>
                      </a:lnTo>
                      <a:lnTo>
                        <a:pt x="836" y="90"/>
                      </a:lnTo>
                      <a:lnTo>
                        <a:pt x="836" y="86"/>
                      </a:lnTo>
                      <a:lnTo>
                        <a:pt x="836" y="82"/>
                      </a:lnTo>
                      <a:lnTo>
                        <a:pt x="840" y="82"/>
                      </a:lnTo>
                      <a:lnTo>
                        <a:pt x="840" y="80"/>
                      </a:lnTo>
                      <a:lnTo>
                        <a:pt x="840" y="76"/>
                      </a:lnTo>
                      <a:lnTo>
                        <a:pt x="840" y="72"/>
                      </a:lnTo>
                      <a:lnTo>
                        <a:pt x="842" y="72"/>
                      </a:lnTo>
                      <a:lnTo>
                        <a:pt x="842" y="66"/>
                      </a:lnTo>
                      <a:lnTo>
                        <a:pt x="842" y="62"/>
                      </a:lnTo>
                      <a:lnTo>
                        <a:pt x="848" y="58"/>
                      </a:lnTo>
                      <a:lnTo>
                        <a:pt x="848" y="54"/>
                      </a:lnTo>
                      <a:lnTo>
                        <a:pt x="852" y="54"/>
                      </a:lnTo>
                      <a:lnTo>
                        <a:pt x="856" y="52"/>
                      </a:lnTo>
                      <a:lnTo>
                        <a:pt x="856" y="48"/>
                      </a:lnTo>
                      <a:lnTo>
                        <a:pt x="860" y="48"/>
                      </a:lnTo>
                      <a:lnTo>
                        <a:pt x="860" y="52"/>
                      </a:lnTo>
                      <a:lnTo>
                        <a:pt x="864" y="52"/>
                      </a:lnTo>
                      <a:lnTo>
                        <a:pt x="870" y="52"/>
                      </a:lnTo>
                      <a:lnTo>
                        <a:pt x="874" y="48"/>
                      </a:lnTo>
                      <a:lnTo>
                        <a:pt x="876" y="52"/>
                      </a:lnTo>
                      <a:lnTo>
                        <a:pt x="876" y="54"/>
                      </a:lnTo>
                      <a:lnTo>
                        <a:pt x="880" y="54"/>
                      </a:lnTo>
                      <a:lnTo>
                        <a:pt x="880" y="58"/>
                      </a:lnTo>
                      <a:lnTo>
                        <a:pt x="880" y="72"/>
                      </a:lnTo>
                      <a:lnTo>
                        <a:pt x="880" y="80"/>
                      </a:lnTo>
                      <a:lnTo>
                        <a:pt x="880" y="82"/>
                      </a:lnTo>
                      <a:lnTo>
                        <a:pt x="880" y="86"/>
                      </a:lnTo>
                      <a:lnTo>
                        <a:pt x="884" y="86"/>
                      </a:lnTo>
                      <a:lnTo>
                        <a:pt x="884" y="90"/>
                      </a:lnTo>
                      <a:lnTo>
                        <a:pt x="884" y="96"/>
                      </a:lnTo>
                      <a:lnTo>
                        <a:pt x="888" y="96"/>
                      </a:lnTo>
                      <a:lnTo>
                        <a:pt x="888" y="100"/>
                      </a:lnTo>
                      <a:lnTo>
                        <a:pt x="894" y="100"/>
                      </a:lnTo>
                      <a:lnTo>
                        <a:pt x="888" y="100"/>
                      </a:lnTo>
                      <a:lnTo>
                        <a:pt x="888" y="104"/>
                      </a:lnTo>
                      <a:lnTo>
                        <a:pt x="894" y="104"/>
                      </a:lnTo>
                      <a:lnTo>
                        <a:pt x="888" y="108"/>
                      </a:lnTo>
                      <a:lnTo>
                        <a:pt x="884" y="108"/>
                      </a:lnTo>
                      <a:lnTo>
                        <a:pt x="880" y="112"/>
                      </a:lnTo>
                      <a:lnTo>
                        <a:pt x="880" y="108"/>
                      </a:lnTo>
                      <a:lnTo>
                        <a:pt x="876" y="112"/>
                      </a:lnTo>
                      <a:lnTo>
                        <a:pt x="876" y="116"/>
                      </a:lnTo>
                      <a:lnTo>
                        <a:pt x="876" y="112"/>
                      </a:lnTo>
                      <a:lnTo>
                        <a:pt x="874" y="112"/>
                      </a:lnTo>
                      <a:lnTo>
                        <a:pt x="870" y="112"/>
                      </a:lnTo>
                      <a:lnTo>
                        <a:pt x="870" y="116"/>
                      </a:lnTo>
                      <a:lnTo>
                        <a:pt x="864" y="116"/>
                      </a:lnTo>
                      <a:lnTo>
                        <a:pt x="864" y="112"/>
                      </a:lnTo>
                      <a:lnTo>
                        <a:pt x="864" y="108"/>
                      </a:lnTo>
                      <a:lnTo>
                        <a:pt x="864" y="112"/>
                      </a:lnTo>
                      <a:lnTo>
                        <a:pt x="860" y="112"/>
                      </a:lnTo>
                      <a:lnTo>
                        <a:pt x="860" y="116"/>
                      </a:lnTo>
                      <a:lnTo>
                        <a:pt x="860" y="120"/>
                      </a:lnTo>
                      <a:lnTo>
                        <a:pt x="856" y="124"/>
                      </a:lnTo>
                      <a:lnTo>
                        <a:pt x="856" y="120"/>
                      </a:lnTo>
                      <a:lnTo>
                        <a:pt x="852" y="124"/>
                      </a:lnTo>
                      <a:lnTo>
                        <a:pt x="852" y="120"/>
                      </a:lnTo>
                      <a:lnTo>
                        <a:pt x="852" y="124"/>
                      </a:lnTo>
                      <a:lnTo>
                        <a:pt x="852" y="120"/>
                      </a:lnTo>
                      <a:lnTo>
                        <a:pt x="852" y="124"/>
                      </a:lnTo>
                      <a:lnTo>
                        <a:pt x="848" y="124"/>
                      </a:lnTo>
                      <a:lnTo>
                        <a:pt x="852" y="124"/>
                      </a:lnTo>
                      <a:lnTo>
                        <a:pt x="848" y="128"/>
                      </a:lnTo>
                      <a:lnTo>
                        <a:pt x="848" y="124"/>
                      </a:lnTo>
                      <a:lnTo>
                        <a:pt x="848" y="120"/>
                      </a:lnTo>
                      <a:lnTo>
                        <a:pt x="848" y="124"/>
                      </a:lnTo>
                      <a:lnTo>
                        <a:pt x="848" y="128"/>
                      </a:lnTo>
                      <a:lnTo>
                        <a:pt x="848" y="124"/>
                      </a:lnTo>
                      <a:lnTo>
                        <a:pt x="842" y="124"/>
                      </a:lnTo>
                      <a:lnTo>
                        <a:pt x="842" y="128"/>
                      </a:lnTo>
                      <a:lnTo>
                        <a:pt x="840" y="128"/>
                      </a:lnTo>
                      <a:lnTo>
                        <a:pt x="842" y="128"/>
                      </a:lnTo>
                      <a:lnTo>
                        <a:pt x="842" y="132"/>
                      </a:lnTo>
                      <a:lnTo>
                        <a:pt x="840" y="132"/>
                      </a:lnTo>
                      <a:lnTo>
                        <a:pt x="840" y="136"/>
                      </a:lnTo>
                      <a:lnTo>
                        <a:pt x="836" y="136"/>
                      </a:lnTo>
                      <a:lnTo>
                        <a:pt x="836" y="142"/>
                      </a:lnTo>
                      <a:lnTo>
                        <a:pt x="836" y="144"/>
                      </a:lnTo>
                      <a:lnTo>
                        <a:pt x="832" y="144"/>
                      </a:lnTo>
                      <a:lnTo>
                        <a:pt x="832" y="148"/>
                      </a:lnTo>
                      <a:lnTo>
                        <a:pt x="836" y="152"/>
                      </a:lnTo>
                      <a:lnTo>
                        <a:pt x="836" y="148"/>
                      </a:lnTo>
                      <a:lnTo>
                        <a:pt x="836" y="152"/>
                      </a:lnTo>
                      <a:lnTo>
                        <a:pt x="832" y="152"/>
                      </a:lnTo>
                      <a:lnTo>
                        <a:pt x="828" y="156"/>
                      </a:lnTo>
                      <a:lnTo>
                        <a:pt x="832" y="158"/>
                      </a:lnTo>
                      <a:lnTo>
                        <a:pt x="836" y="158"/>
                      </a:lnTo>
                      <a:lnTo>
                        <a:pt x="836" y="164"/>
                      </a:lnTo>
                      <a:lnTo>
                        <a:pt x="836" y="168"/>
                      </a:lnTo>
                      <a:lnTo>
                        <a:pt x="840" y="168"/>
                      </a:lnTo>
                      <a:lnTo>
                        <a:pt x="840" y="172"/>
                      </a:lnTo>
                      <a:lnTo>
                        <a:pt x="842" y="168"/>
                      </a:lnTo>
                      <a:lnTo>
                        <a:pt x="842" y="164"/>
                      </a:lnTo>
                      <a:lnTo>
                        <a:pt x="840" y="164"/>
                      </a:lnTo>
                      <a:lnTo>
                        <a:pt x="842" y="164"/>
                      </a:lnTo>
                      <a:lnTo>
                        <a:pt x="848" y="164"/>
                      </a:lnTo>
                      <a:lnTo>
                        <a:pt x="848" y="168"/>
                      </a:lnTo>
                      <a:lnTo>
                        <a:pt x="848" y="172"/>
                      </a:lnTo>
                      <a:lnTo>
                        <a:pt x="842" y="172"/>
                      </a:lnTo>
                      <a:lnTo>
                        <a:pt x="840" y="172"/>
                      </a:lnTo>
                      <a:lnTo>
                        <a:pt x="836" y="172"/>
                      </a:lnTo>
                      <a:lnTo>
                        <a:pt x="836" y="168"/>
                      </a:lnTo>
                      <a:lnTo>
                        <a:pt x="832" y="172"/>
                      </a:lnTo>
                      <a:lnTo>
                        <a:pt x="828" y="176"/>
                      </a:lnTo>
                      <a:lnTo>
                        <a:pt x="828" y="172"/>
                      </a:lnTo>
                      <a:lnTo>
                        <a:pt x="828" y="168"/>
                      </a:lnTo>
                      <a:lnTo>
                        <a:pt x="828" y="172"/>
                      </a:lnTo>
                      <a:lnTo>
                        <a:pt x="824" y="172"/>
                      </a:lnTo>
                      <a:lnTo>
                        <a:pt x="824" y="168"/>
                      </a:lnTo>
                      <a:lnTo>
                        <a:pt x="824" y="172"/>
                      </a:lnTo>
                      <a:lnTo>
                        <a:pt x="824" y="176"/>
                      </a:lnTo>
                      <a:lnTo>
                        <a:pt x="818" y="176"/>
                      </a:lnTo>
                      <a:lnTo>
                        <a:pt x="818" y="180"/>
                      </a:lnTo>
                      <a:lnTo>
                        <a:pt x="814" y="180"/>
                      </a:lnTo>
                      <a:lnTo>
                        <a:pt x="814" y="176"/>
                      </a:lnTo>
                      <a:lnTo>
                        <a:pt x="810" y="180"/>
                      </a:lnTo>
                      <a:lnTo>
                        <a:pt x="808" y="180"/>
                      </a:lnTo>
                      <a:lnTo>
                        <a:pt x="804" y="180"/>
                      </a:lnTo>
                      <a:lnTo>
                        <a:pt x="800" y="180"/>
                      </a:lnTo>
                      <a:lnTo>
                        <a:pt x="794" y="180"/>
                      </a:lnTo>
                      <a:lnTo>
                        <a:pt x="794" y="186"/>
                      </a:lnTo>
                      <a:lnTo>
                        <a:pt x="790" y="186"/>
                      </a:lnTo>
                      <a:lnTo>
                        <a:pt x="786" y="186"/>
                      </a:lnTo>
                      <a:lnTo>
                        <a:pt x="786" y="190"/>
                      </a:lnTo>
                      <a:lnTo>
                        <a:pt x="782" y="190"/>
                      </a:lnTo>
                      <a:lnTo>
                        <a:pt x="786" y="190"/>
                      </a:lnTo>
                      <a:lnTo>
                        <a:pt x="786" y="186"/>
                      </a:lnTo>
                      <a:lnTo>
                        <a:pt x="786" y="180"/>
                      </a:lnTo>
                      <a:lnTo>
                        <a:pt x="782" y="180"/>
                      </a:lnTo>
                      <a:lnTo>
                        <a:pt x="786" y="180"/>
                      </a:lnTo>
                      <a:lnTo>
                        <a:pt x="786" y="186"/>
                      </a:lnTo>
                      <a:lnTo>
                        <a:pt x="782" y="190"/>
                      </a:lnTo>
                      <a:lnTo>
                        <a:pt x="782" y="192"/>
                      </a:lnTo>
                      <a:lnTo>
                        <a:pt x="780" y="192"/>
                      </a:lnTo>
                      <a:lnTo>
                        <a:pt x="780" y="196"/>
                      </a:lnTo>
                      <a:lnTo>
                        <a:pt x="782" y="196"/>
                      </a:lnTo>
                      <a:lnTo>
                        <a:pt x="782" y="200"/>
                      </a:lnTo>
                      <a:lnTo>
                        <a:pt x="782" y="204"/>
                      </a:lnTo>
                      <a:lnTo>
                        <a:pt x="782" y="214"/>
                      </a:lnTo>
                      <a:lnTo>
                        <a:pt x="782" y="210"/>
                      </a:lnTo>
                      <a:lnTo>
                        <a:pt x="782" y="204"/>
                      </a:lnTo>
                      <a:lnTo>
                        <a:pt x="782" y="210"/>
                      </a:lnTo>
                      <a:lnTo>
                        <a:pt x="782" y="214"/>
                      </a:lnTo>
                      <a:lnTo>
                        <a:pt x="780" y="214"/>
                      </a:lnTo>
                      <a:lnTo>
                        <a:pt x="780" y="218"/>
                      </a:lnTo>
                      <a:lnTo>
                        <a:pt x="774" y="218"/>
                      </a:lnTo>
                      <a:lnTo>
                        <a:pt x="774" y="222"/>
                      </a:lnTo>
                      <a:lnTo>
                        <a:pt x="780" y="222"/>
                      </a:lnTo>
                      <a:lnTo>
                        <a:pt x="774" y="222"/>
                      </a:lnTo>
                      <a:lnTo>
                        <a:pt x="774" y="224"/>
                      </a:lnTo>
                      <a:lnTo>
                        <a:pt x="770" y="224"/>
                      </a:lnTo>
                      <a:lnTo>
                        <a:pt x="770" y="230"/>
                      </a:lnTo>
                      <a:lnTo>
                        <a:pt x="770" y="224"/>
                      </a:lnTo>
                      <a:lnTo>
                        <a:pt x="766" y="224"/>
                      </a:lnTo>
                      <a:lnTo>
                        <a:pt x="766" y="222"/>
                      </a:lnTo>
                      <a:lnTo>
                        <a:pt x="762" y="222"/>
                      </a:lnTo>
                      <a:lnTo>
                        <a:pt x="758" y="218"/>
                      </a:lnTo>
                      <a:lnTo>
                        <a:pt x="758" y="214"/>
                      </a:lnTo>
                      <a:lnTo>
                        <a:pt x="762" y="214"/>
                      </a:lnTo>
                      <a:lnTo>
                        <a:pt x="762" y="210"/>
                      </a:lnTo>
                      <a:lnTo>
                        <a:pt x="766" y="210"/>
                      </a:lnTo>
                      <a:lnTo>
                        <a:pt x="766" y="204"/>
                      </a:lnTo>
                      <a:lnTo>
                        <a:pt x="766" y="210"/>
                      </a:lnTo>
                      <a:lnTo>
                        <a:pt x="762" y="210"/>
                      </a:lnTo>
                      <a:lnTo>
                        <a:pt x="762" y="214"/>
                      </a:lnTo>
                      <a:lnTo>
                        <a:pt x="758" y="214"/>
                      </a:lnTo>
                      <a:lnTo>
                        <a:pt x="758" y="218"/>
                      </a:lnTo>
                      <a:lnTo>
                        <a:pt x="762" y="222"/>
                      </a:lnTo>
                      <a:lnTo>
                        <a:pt x="762" y="224"/>
                      </a:lnTo>
                      <a:lnTo>
                        <a:pt x="762" y="230"/>
                      </a:lnTo>
                      <a:lnTo>
                        <a:pt x="766" y="234"/>
                      </a:lnTo>
                      <a:lnTo>
                        <a:pt x="766" y="238"/>
                      </a:lnTo>
                      <a:lnTo>
                        <a:pt x="766" y="242"/>
                      </a:lnTo>
                      <a:lnTo>
                        <a:pt x="766" y="238"/>
                      </a:lnTo>
                      <a:lnTo>
                        <a:pt x="766" y="242"/>
                      </a:lnTo>
                      <a:lnTo>
                        <a:pt x="766" y="246"/>
                      </a:lnTo>
                      <a:lnTo>
                        <a:pt x="762" y="246"/>
                      </a:lnTo>
                      <a:lnTo>
                        <a:pt x="762" y="250"/>
                      </a:lnTo>
                      <a:lnTo>
                        <a:pt x="762" y="254"/>
                      </a:lnTo>
                      <a:lnTo>
                        <a:pt x="758" y="254"/>
                      </a:lnTo>
                      <a:lnTo>
                        <a:pt x="758" y="258"/>
                      </a:lnTo>
                      <a:lnTo>
                        <a:pt x="754" y="262"/>
                      </a:lnTo>
                      <a:lnTo>
                        <a:pt x="754" y="266"/>
                      </a:lnTo>
                      <a:lnTo>
                        <a:pt x="754" y="262"/>
                      </a:lnTo>
                      <a:lnTo>
                        <a:pt x="754" y="258"/>
                      </a:lnTo>
                      <a:lnTo>
                        <a:pt x="754" y="254"/>
                      </a:lnTo>
                      <a:lnTo>
                        <a:pt x="758" y="254"/>
                      </a:lnTo>
                      <a:lnTo>
                        <a:pt x="758" y="250"/>
                      </a:lnTo>
                      <a:lnTo>
                        <a:pt x="754" y="250"/>
                      </a:lnTo>
                      <a:lnTo>
                        <a:pt x="754" y="246"/>
                      </a:lnTo>
                      <a:lnTo>
                        <a:pt x="754" y="242"/>
                      </a:lnTo>
                      <a:lnTo>
                        <a:pt x="754" y="246"/>
                      </a:lnTo>
                      <a:lnTo>
                        <a:pt x="748" y="246"/>
                      </a:lnTo>
                      <a:lnTo>
                        <a:pt x="748" y="242"/>
                      </a:lnTo>
                      <a:lnTo>
                        <a:pt x="746" y="238"/>
                      </a:lnTo>
                      <a:lnTo>
                        <a:pt x="748" y="238"/>
                      </a:lnTo>
                      <a:lnTo>
                        <a:pt x="754" y="238"/>
                      </a:lnTo>
                      <a:lnTo>
                        <a:pt x="754" y="234"/>
                      </a:lnTo>
                      <a:lnTo>
                        <a:pt x="754" y="238"/>
                      </a:lnTo>
                      <a:lnTo>
                        <a:pt x="748" y="238"/>
                      </a:lnTo>
                      <a:lnTo>
                        <a:pt x="748" y="234"/>
                      </a:lnTo>
                      <a:lnTo>
                        <a:pt x="746" y="234"/>
                      </a:lnTo>
                      <a:lnTo>
                        <a:pt x="748" y="230"/>
                      </a:lnTo>
                      <a:lnTo>
                        <a:pt x="748" y="234"/>
                      </a:lnTo>
                      <a:lnTo>
                        <a:pt x="748" y="230"/>
                      </a:lnTo>
                      <a:lnTo>
                        <a:pt x="746" y="230"/>
                      </a:lnTo>
                      <a:lnTo>
                        <a:pt x="746" y="224"/>
                      </a:lnTo>
                      <a:lnTo>
                        <a:pt x="748" y="230"/>
                      </a:lnTo>
                      <a:lnTo>
                        <a:pt x="748" y="224"/>
                      </a:lnTo>
                      <a:lnTo>
                        <a:pt x="748" y="222"/>
                      </a:lnTo>
                      <a:lnTo>
                        <a:pt x="754" y="222"/>
                      </a:lnTo>
                      <a:lnTo>
                        <a:pt x="754" y="218"/>
                      </a:lnTo>
                      <a:lnTo>
                        <a:pt x="754" y="214"/>
                      </a:lnTo>
                      <a:lnTo>
                        <a:pt x="748" y="218"/>
                      </a:lnTo>
                      <a:lnTo>
                        <a:pt x="748" y="222"/>
                      </a:lnTo>
                      <a:lnTo>
                        <a:pt x="748" y="218"/>
                      </a:lnTo>
                      <a:lnTo>
                        <a:pt x="746" y="222"/>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213" name="Freeform 8">
                  <a:extLst>
                    <a:ext uri="{FF2B5EF4-FFF2-40B4-BE49-F238E27FC236}">
                      <a16:creationId xmlns:a16="http://schemas.microsoft.com/office/drawing/2014/main" id="{ECAFC059-9BD9-0CB7-8EED-2D782768CCD9}"/>
                    </a:ext>
                  </a:extLst>
                </p:cNvPr>
                <p:cNvSpPr>
                  <a:spLocks noEditPoints="1"/>
                </p:cNvSpPr>
                <p:nvPr/>
              </p:nvSpPr>
              <p:spPr bwMode="gray">
                <a:xfrm>
                  <a:off x="415924" y="2078326"/>
                  <a:ext cx="1184824" cy="800100"/>
                </a:xfrm>
                <a:custGeom>
                  <a:avLst/>
                  <a:gdLst>
                    <a:gd name="T0" fmla="*/ 20 w 746"/>
                    <a:gd name="T1" fmla="*/ 500 h 504"/>
                    <a:gd name="T2" fmla="*/ 56 w 746"/>
                    <a:gd name="T3" fmla="*/ 492 h 504"/>
                    <a:gd name="T4" fmla="*/ 184 w 746"/>
                    <a:gd name="T5" fmla="*/ 454 h 504"/>
                    <a:gd name="T6" fmla="*/ 188 w 746"/>
                    <a:gd name="T7" fmla="*/ 444 h 504"/>
                    <a:gd name="T8" fmla="*/ 230 w 746"/>
                    <a:gd name="T9" fmla="*/ 426 h 504"/>
                    <a:gd name="T10" fmla="*/ 698 w 746"/>
                    <a:gd name="T11" fmla="*/ 426 h 504"/>
                    <a:gd name="T12" fmla="*/ 718 w 746"/>
                    <a:gd name="T13" fmla="*/ 418 h 504"/>
                    <a:gd name="T14" fmla="*/ 726 w 746"/>
                    <a:gd name="T15" fmla="*/ 410 h 504"/>
                    <a:gd name="T16" fmla="*/ 706 w 746"/>
                    <a:gd name="T17" fmla="*/ 410 h 504"/>
                    <a:gd name="T18" fmla="*/ 690 w 746"/>
                    <a:gd name="T19" fmla="*/ 388 h 504"/>
                    <a:gd name="T20" fmla="*/ 708 w 746"/>
                    <a:gd name="T21" fmla="*/ 392 h 504"/>
                    <a:gd name="T22" fmla="*/ 680 w 746"/>
                    <a:gd name="T23" fmla="*/ 378 h 504"/>
                    <a:gd name="T24" fmla="*/ 694 w 746"/>
                    <a:gd name="T25" fmla="*/ 374 h 504"/>
                    <a:gd name="T26" fmla="*/ 662 w 746"/>
                    <a:gd name="T27" fmla="*/ 378 h 504"/>
                    <a:gd name="T28" fmla="*/ 386 w 746"/>
                    <a:gd name="T29" fmla="*/ 354 h 504"/>
                    <a:gd name="T30" fmla="*/ 376 w 746"/>
                    <a:gd name="T31" fmla="*/ 374 h 504"/>
                    <a:gd name="T32" fmla="*/ 392 w 746"/>
                    <a:gd name="T33" fmla="*/ 354 h 504"/>
                    <a:gd name="T34" fmla="*/ 662 w 746"/>
                    <a:gd name="T35" fmla="*/ 356 h 504"/>
                    <a:gd name="T36" fmla="*/ 678 w 746"/>
                    <a:gd name="T37" fmla="*/ 364 h 504"/>
                    <a:gd name="T38" fmla="*/ 392 w 746"/>
                    <a:gd name="T39" fmla="*/ 344 h 504"/>
                    <a:gd name="T40" fmla="*/ 476 w 746"/>
                    <a:gd name="T41" fmla="*/ 294 h 504"/>
                    <a:gd name="T42" fmla="*/ 494 w 746"/>
                    <a:gd name="T43" fmla="*/ 292 h 504"/>
                    <a:gd name="T44" fmla="*/ 120 w 746"/>
                    <a:gd name="T45" fmla="*/ 214 h 504"/>
                    <a:gd name="T46" fmla="*/ 352 w 746"/>
                    <a:gd name="T47" fmla="*/ 406 h 504"/>
                    <a:gd name="T48" fmla="*/ 528 w 746"/>
                    <a:gd name="T49" fmla="*/ 304 h 504"/>
                    <a:gd name="T50" fmla="*/ 210 w 746"/>
                    <a:gd name="T51" fmla="*/ 132 h 504"/>
                    <a:gd name="T52" fmla="*/ 448 w 746"/>
                    <a:gd name="T53" fmla="*/ 304 h 504"/>
                    <a:gd name="T54" fmla="*/ 404 w 746"/>
                    <a:gd name="T55" fmla="*/ 320 h 504"/>
                    <a:gd name="T56" fmla="*/ 444 w 746"/>
                    <a:gd name="T57" fmla="*/ 266 h 504"/>
                    <a:gd name="T58" fmla="*/ 380 w 746"/>
                    <a:gd name="T59" fmla="*/ 312 h 504"/>
                    <a:gd name="T60" fmla="*/ 338 w 746"/>
                    <a:gd name="T61" fmla="*/ 364 h 504"/>
                    <a:gd name="T62" fmla="*/ 306 w 746"/>
                    <a:gd name="T63" fmla="*/ 392 h 504"/>
                    <a:gd name="T64" fmla="*/ 248 w 746"/>
                    <a:gd name="T65" fmla="*/ 418 h 504"/>
                    <a:gd name="T66" fmla="*/ 278 w 746"/>
                    <a:gd name="T67" fmla="*/ 392 h 504"/>
                    <a:gd name="T68" fmla="*/ 330 w 746"/>
                    <a:gd name="T69" fmla="*/ 328 h 504"/>
                    <a:gd name="T70" fmla="*/ 278 w 746"/>
                    <a:gd name="T71" fmla="*/ 322 h 504"/>
                    <a:gd name="T72" fmla="*/ 244 w 746"/>
                    <a:gd name="T73" fmla="*/ 288 h 504"/>
                    <a:gd name="T74" fmla="*/ 210 w 746"/>
                    <a:gd name="T75" fmla="*/ 278 h 504"/>
                    <a:gd name="T76" fmla="*/ 210 w 746"/>
                    <a:gd name="T77" fmla="*/ 262 h 504"/>
                    <a:gd name="T78" fmla="*/ 212 w 746"/>
                    <a:gd name="T79" fmla="*/ 230 h 504"/>
                    <a:gd name="T80" fmla="*/ 270 w 746"/>
                    <a:gd name="T81" fmla="*/ 178 h 504"/>
                    <a:gd name="T82" fmla="*/ 210 w 746"/>
                    <a:gd name="T83" fmla="*/ 190 h 504"/>
                    <a:gd name="T84" fmla="*/ 158 w 746"/>
                    <a:gd name="T85" fmla="*/ 156 h 504"/>
                    <a:gd name="T86" fmla="*/ 224 w 746"/>
                    <a:gd name="T87" fmla="*/ 132 h 504"/>
                    <a:gd name="T88" fmla="*/ 242 w 746"/>
                    <a:gd name="T89" fmla="*/ 124 h 504"/>
                    <a:gd name="T90" fmla="*/ 230 w 746"/>
                    <a:gd name="T91" fmla="*/ 122 h 504"/>
                    <a:gd name="T92" fmla="*/ 212 w 746"/>
                    <a:gd name="T93" fmla="*/ 66 h 504"/>
                    <a:gd name="T94" fmla="*/ 282 w 746"/>
                    <a:gd name="T95" fmla="*/ 26 h 504"/>
                    <a:gd name="T96" fmla="*/ 338 w 746"/>
                    <a:gd name="T97" fmla="*/ 0 h 504"/>
                    <a:gd name="T98" fmla="*/ 396 w 746"/>
                    <a:gd name="T99" fmla="*/ 18 h 504"/>
                    <a:gd name="T100" fmla="*/ 482 w 746"/>
                    <a:gd name="T101" fmla="*/ 34 h 504"/>
                    <a:gd name="T102" fmla="*/ 576 w 746"/>
                    <a:gd name="T103" fmla="*/ 108 h 504"/>
                    <a:gd name="T104" fmla="*/ 632 w 746"/>
                    <a:gd name="T105" fmla="*/ 328 h 504"/>
                    <a:gd name="T106" fmla="*/ 706 w 746"/>
                    <a:gd name="T107" fmla="*/ 360 h 504"/>
                    <a:gd name="T108" fmla="*/ 730 w 746"/>
                    <a:gd name="T109" fmla="*/ 422 h 504"/>
                    <a:gd name="T110" fmla="*/ 714 w 746"/>
                    <a:gd name="T111" fmla="*/ 398 h 504"/>
                    <a:gd name="T112" fmla="*/ 698 w 746"/>
                    <a:gd name="T113" fmla="*/ 354 h 504"/>
                    <a:gd name="T114" fmla="*/ 662 w 746"/>
                    <a:gd name="T115" fmla="*/ 322 h 504"/>
                    <a:gd name="T116" fmla="*/ 640 w 746"/>
                    <a:gd name="T117" fmla="*/ 328 h 504"/>
                    <a:gd name="T118" fmla="*/ 616 w 746"/>
                    <a:gd name="T119" fmla="*/ 320 h 504"/>
                    <a:gd name="T120" fmla="*/ 570 w 746"/>
                    <a:gd name="T121" fmla="*/ 298 h 504"/>
                    <a:gd name="T122" fmla="*/ 498 w 746"/>
                    <a:gd name="T123" fmla="*/ 284 h 504"/>
                    <a:gd name="T124" fmla="*/ 462 w 746"/>
                    <a:gd name="T125" fmla="*/ 284 h 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746" h="504">
                      <a:moveTo>
                        <a:pt x="28" y="500"/>
                      </a:moveTo>
                      <a:lnTo>
                        <a:pt x="28" y="496"/>
                      </a:lnTo>
                      <a:lnTo>
                        <a:pt x="28" y="500"/>
                      </a:lnTo>
                      <a:close/>
                      <a:moveTo>
                        <a:pt x="32" y="500"/>
                      </a:moveTo>
                      <a:lnTo>
                        <a:pt x="28" y="500"/>
                      </a:lnTo>
                      <a:lnTo>
                        <a:pt x="28" y="496"/>
                      </a:lnTo>
                      <a:lnTo>
                        <a:pt x="32" y="496"/>
                      </a:lnTo>
                      <a:lnTo>
                        <a:pt x="32" y="500"/>
                      </a:lnTo>
                      <a:lnTo>
                        <a:pt x="32" y="496"/>
                      </a:lnTo>
                      <a:lnTo>
                        <a:pt x="32" y="500"/>
                      </a:lnTo>
                      <a:close/>
                      <a:moveTo>
                        <a:pt x="4" y="504"/>
                      </a:moveTo>
                      <a:lnTo>
                        <a:pt x="0" y="500"/>
                      </a:lnTo>
                      <a:lnTo>
                        <a:pt x="4" y="500"/>
                      </a:lnTo>
                      <a:lnTo>
                        <a:pt x="0" y="500"/>
                      </a:lnTo>
                      <a:lnTo>
                        <a:pt x="0" y="496"/>
                      </a:lnTo>
                      <a:lnTo>
                        <a:pt x="4" y="496"/>
                      </a:lnTo>
                      <a:lnTo>
                        <a:pt x="4" y="500"/>
                      </a:lnTo>
                      <a:lnTo>
                        <a:pt x="4" y="504"/>
                      </a:lnTo>
                      <a:close/>
                      <a:moveTo>
                        <a:pt x="8" y="500"/>
                      </a:moveTo>
                      <a:lnTo>
                        <a:pt x="12" y="500"/>
                      </a:lnTo>
                      <a:lnTo>
                        <a:pt x="16" y="500"/>
                      </a:lnTo>
                      <a:lnTo>
                        <a:pt x="16" y="496"/>
                      </a:lnTo>
                      <a:lnTo>
                        <a:pt x="16" y="500"/>
                      </a:lnTo>
                      <a:lnTo>
                        <a:pt x="12" y="500"/>
                      </a:lnTo>
                      <a:lnTo>
                        <a:pt x="8" y="500"/>
                      </a:lnTo>
                      <a:close/>
                      <a:moveTo>
                        <a:pt x="20" y="504"/>
                      </a:moveTo>
                      <a:lnTo>
                        <a:pt x="16" y="504"/>
                      </a:lnTo>
                      <a:lnTo>
                        <a:pt x="16" y="500"/>
                      </a:lnTo>
                      <a:lnTo>
                        <a:pt x="20" y="500"/>
                      </a:lnTo>
                      <a:lnTo>
                        <a:pt x="20" y="496"/>
                      </a:lnTo>
                      <a:lnTo>
                        <a:pt x="26" y="496"/>
                      </a:lnTo>
                      <a:lnTo>
                        <a:pt x="28" y="500"/>
                      </a:lnTo>
                      <a:lnTo>
                        <a:pt x="26" y="500"/>
                      </a:lnTo>
                      <a:lnTo>
                        <a:pt x="20" y="500"/>
                      </a:lnTo>
                      <a:lnTo>
                        <a:pt x="20" y="504"/>
                      </a:lnTo>
                      <a:close/>
                      <a:moveTo>
                        <a:pt x="32" y="496"/>
                      </a:moveTo>
                      <a:lnTo>
                        <a:pt x="28" y="496"/>
                      </a:lnTo>
                      <a:lnTo>
                        <a:pt x="28" y="492"/>
                      </a:lnTo>
                      <a:lnTo>
                        <a:pt x="32" y="492"/>
                      </a:lnTo>
                      <a:lnTo>
                        <a:pt x="32" y="496"/>
                      </a:lnTo>
                      <a:close/>
                      <a:moveTo>
                        <a:pt x="74" y="492"/>
                      </a:moveTo>
                      <a:lnTo>
                        <a:pt x="70" y="492"/>
                      </a:lnTo>
                      <a:lnTo>
                        <a:pt x="64" y="492"/>
                      </a:lnTo>
                      <a:lnTo>
                        <a:pt x="60" y="492"/>
                      </a:lnTo>
                      <a:lnTo>
                        <a:pt x="64" y="492"/>
                      </a:lnTo>
                      <a:lnTo>
                        <a:pt x="70" y="492"/>
                      </a:lnTo>
                      <a:lnTo>
                        <a:pt x="74" y="492"/>
                      </a:lnTo>
                      <a:lnTo>
                        <a:pt x="78" y="492"/>
                      </a:lnTo>
                      <a:lnTo>
                        <a:pt x="82" y="492"/>
                      </a:lnTo>
                      <a:lnTo>
                        <a:pt x="78" y="492"/>
                      </a:lnTo>
                      <a:lnTo>
                        <a:pt x="74" y="492"/>
                      </a:lnTo>
                      <a:close/>
                      <a:moveTo>
                        <a:pt x="86" y="488"/>
                      </a:moveTo>
                      <a:lnTo>
                        <a:pt x="86" y="482"/>
                      </a:lnTo>
                      <a:lnTo>
                        <a:pt x="88" y="482"/>
                      </a:lnTo>
                      <a:lnTo>
                        <a:pt x="88" y="488"/>
                      </a:lnTo>
                      <a:lnTo>
                        <a:pt x="86" y="488"/>
                      </a:lnTo>
                      <a:close/>
                      <a:moveTo>
                        <a:pt x="50" y="492"/>
                      </a:moveTo>
                      <a:lnTo>
                        <a:pt x="54" y="492"/>
                      </a:lnTo>
                      <a:lnTo>
                        <a:pt x="56" y="492"/>
                      </a:lnTo>
                      <a:lnTo>
                        <a:pt x="56" y="488"/>
                      </a:lnTo>
                      <a:lnTo>
                        <a:pt x="60" y="488"/>
                      </a:lnTo>
                      <a:lnTo>
                        <a:pt x="56" y="488"/>
                      </a:lnTo>
                      <a:lnTo>
                        <a:pt x="56" y="482"/>
                      </a:lnTo>
                      <a:lnTo>
                        <a:pt x="60" y="482"/>
                      </a:lnTo>
                      <a:lnTo>
                        <a:pt x="64" y="482"/>
                      </a:lnTo>
                      <a:lnTo>
                        <a:pt x="64" y="488"/>
                      </a:lnTo>
                      <a:lnTo>
                        <a:pt x="60" y="492"/>
                      </a:lnTo>
                      <a:lnTo>
                        <a:pt x="56" y="492"/>
                      </a:lnTo>
                      <a:lnTo>
                        <a:pt x="54" y="492"/>
                      </a:lnTo>
                      <a:lnTo>
                        <a:pt x="50" y="492"/>
                      </a:lnTo>
                      <a:lnTo>
                        <a:pt x="46" y="492"/>
                      </a:lnTo>
                      <a:lnTo>
                        <a:pt x="50" y="492"/>
                      </a:lnTo>
                      <a:close/>
                      <a:moveTo>
                        <a:pt x="116" y="478"/>
                      </a:moveTo>
                      <a:lnTo>
                        <a:pt x="120" y="478"/>
                      </a:lnTo>
                      <a:lnTo>
                        <a:pt x="116" y="478"/>
                      </a:lnTo>
                      <a:close/>
                      <a:moveTo>
                        <a:pt x="126" y="476"/>
                      </a:moveTo>
                      <a:lnTo>
                        <a:pt x="130" y="472"/>
                      </a:lnTo>
                      <a:lnTo>
                        <a:pt x="130" y="476"/>
                      </a:lnTo>
                      <a:lnTo>
                        <a:pt x="126" y="476"/>
                      </a:lnTo>
                      <a:close/>
                      <a:moveTo>
                        <a:pt x="158" y="458"/>
                      </a:moveTo>
                      <a:lnTo>
                        <a:pt x="158" y="464"/>
                      </a:lnTo>
                      <a:lnTo>
                        <a:pt x="154" y="464"/>
                      </a:lnTo>
                      <a:lnTo>
                        <a:pt x="150" y="464"/>
                      </a:lnTo>
                      <a:lnTo>
                        <a:pt x="150" y="468"/>
                      </a:lnTo>
                      <a:lnTo>
                        <a:pt x="150" y="472"/>
                      </a:lnTo>
                      <a:lnTo>
                        <a:pt x="148" y="472"/>
                      </a:lnTo>
                      <a:lnTo>
                        <a:pt x="144" y="472"/>
                      </a:lnTo>
                      <a:lnTo>
                        <a:pt x="144" y="476"/>
                      </a:lnTo>
                      <a:lnTo>
                        <a:pt x="140" y="476"/>
                      </a:lnTo>
                      <a:lnTo>
                        <a:pt x="144" y="472"/>
                      </a:lnTo>
                      <a:lnTo>
                        <a:pt x="148" y="468"/>
                      </a:lnTo>
                      <a:lnTo>
                        <a:pt x="144" y="468"/>
                      </a:lnTo>
                      <a:lnTo>
                        <a:pt x="148" y="468"/>
                      </a:lnTo>
                      <a:lnTo>
                        <a:pt x="148" y="464"/>
                      </a:lnTo>
                      <a:lnTo>
                        <a:pt x="150" y="464"/>
                      </a:lnTo>
                      <a:lnTo>
                        <a:pt x="150" y="458"/>
                      </a:lnTo>
                      <a:lnTo>
                        <a:pt x="154" y="458"/>
                      </a:lnTo>
                      <a:lnTo>
                        <a:pt x="158" y="458"/>
                      </a:lnTo>
                      <a:close/>
                      <a:moveTo>
                        <a:pt x="184" y="454"/>
                      </a:moveTo>
                      <a:lnTo>
                        <a:pt x="184" y="450"/>
                      </a:lnTo>
                      <a:lnTo>
                        <a:pt x="188" y="450"/>
                      </a:lnTo>
                      <a:lnTo>
                        <a:pt x="184" y="454"/>
                      </a:lnTo>
                      <a:close/>
                      <a:moveTo>
                        <a:pt x="172" y="454"/>
                      </a:moveTo>
                      <a:lnTo>
                        <a:pt x="176" y="454"/>
                      </a:lnTo>
                      <a:lnTo>
                        <a:pt x="172" y="450"/>
                      </a:lnTo>
                      <a:lnTo>
                        <a:pt x="172" y="448"/>
                      </a:lnTo>
                      <a:lnTo>
                        <a:pt x="176" y="448"/>
                      </a:lnTo>
                      <a:lnTo>
                        <a:pt x="180" y="448"/>
                      </a:lnTo>
                      <a:lnTo>
                        <a:pt x="180" y="450"/>
                      </a:lnTo>
                      <a:lnTo>
                        <a:pt x="180" y="448"/>
                      </a:lnTo>
                      <a:lnTo>
                        <a:pt x="184" y="448"/>
                      </a:lnTo>
                      <a:lnTo>
                        <a:pt x="184" y="450"/>
                      </a:lnTo>
                      <a:lnTo>
                        <a:pt x="180" y="450"/>
                      </a:lnTo>
                      <a:lnTo>
                        <a:pt x="180" y="454"/>
                      </a:lnTo>
                      <a:lnTo>
                        <a:pt x="180" y="450"/>
                      </a:lnTo>
                      <a:lnTo>
                        <a:pt x="184" y="450"/>
                      </a:lnTo>
                      <a:lnTo>
                        <a:pt x="184" y="454"/>
                      </a:lnTo>
                      <a:lnTo>
                        <a:pt x="180" y="454"/>
                      </a:lnTo>
                      <a:lnTo>
                        <a:pt x="180" y="458"/>
                      </a:lnTo>
                      <a:lnTo>
                        <a:pt x="176" y="458"/>
                      </a:lnTo>
                      <a:lnTo>
                        <a:pt x="172" y="458"/>
                      </a:lnTo>
                      <a:lnTo>
                        <a:pt x="168" y="464"/>
                      </a:lnTo>
                      <a:lnTo>
                        <a:pt x="164" y="464"/>
                      </a:lnTo>
                      <a:lnTo>
                        <a:pt x="158" y="464"/>
                      </a:lnTo>
                      <a:lnTo>
                        <a:pt x="164" y="464"/>
                      </a:lnTo>
                      <a:lnTo>
                        <a:pt x="164" y="458"/>
                      </a:lnTo>
                      <a:lnTo>
                        <a:pt x="168" y="458"/>
                      </a:lnTo>
                      <a:lnTo>
                        <a:pt x="172" y="458"/>
                      </a:lnTo>
                      <a:lnTo>
                        <a:pt x="172" y="454"/>
                      </a:lnTo>
                      <a:close/>
                      <a:moveTo>
                        <a:pt x="204" y="444"/>
                      </a:moveTo>
                      <a:lnTo>
                        <a:pt x="204" y="448"/>
                      </a:lnTo>
                      <a:lnTo>
                        <a:pt x="200" y="448"/>
                      </a:lnTo>
                      <a:lnTo>
                        <a:pt x="200" y="444"/>
                      </a:lnTo>
                      <a:lnTo>
                        <a:pt x="204" y="444"/>
                      </a:lnTo>
                      <a:close/>
                      <a:moveTo>
                        <a:pt x="188" y="448"/>
                      </a:moveTo>
                      <a:lnTo>
                        <a:pt x="188" y="444"/>
                      </a:lnTo>
                      <a:lnTo>
                        <a:pt x="192" y="444"/>
                      </a:lnTo>
                      <a:lnTo>
                        <a:pt x="192" y="448"/>
                      </a:lnTo>
                      <a:lnTo>
                        <a:pt x="188" y="448"/>
                      </a:lnTo>
                      <a:close/>
                      <a:moveTo>
                        <a:pt x="196" y="444"/>
                      </a:moveTo>
                      <a:lnTo>
                        <a:pt x="192" y="444"/>
                      </a:lnTo>
                      <a:lnTo>
                        <a:pt x="192" y="438"/>
                      </a:lnTo>
                      <a:lnTo>
                        <a:pt x="196" y="438"/>
                      </a:lnTo>
                      <a:lnTo>
                        <a:pt x="196" y="444"/>
                      </a:lnTo>
                      <a:close/>
                      <a:moveTo>
                        <a:pt x="238" y="434"/>
                      </a:moveTo>
                      <a:lnTo>
                        <a:pt x="242" y="434"/>
                      </a:lnTo>
                      <a:lnTo>
                        <a:pt x="242" y="438"/>
                      </a:lnTo>
                      <a:lnTo>
                        <a:pt x="238" y="438"/>
                      </a:lnTo>
                      <a:lnTo>
                        <a:pt x="238" y="434"/>
                      </a:lnTo>
                      <a:close/>
                      <a:moveTo>
                        <a:pt x="706" y="426"/>
                      </a:moveTo>
                      <a:lnTo>
                        <a:pt x="706" y="430"/>
                      </a:lnTo>
                      <a:lnTo>
                        <a:pt x="702" y="426"/>
                      </a:lnTo>
                      <a:lnTo>
                        <a:pt x="706" y="426"/>
                      </a:lnTo>
                      <a:close/>
                      <a:moveTo>
                        <a:pt x="726" y="422"/>
                      </a:moveTo>
                      <a:lnTo>
                        <a:pt x="726" y="426"/>
                      </a:lnTo>
                      <a:lnTo>
                        <a:pt x="722" y="426"/>
                      </a:lnTo>
                      <a:lnTo>
                        <a:pt x="726" y="422"/>
                      </a:lnTo>
                      <a:close/>
                      <a:moveTo>
                        <a:pt x="216" y="434"/>
                      </a:moveTo>
                      <a:lnTo>
                        <a:pt x="212" y="434"/>
                      </a:lnTo>
                      <a:lnTo>
                        <a:pt x="212" y="438"/>
                      </a:lnTo>
                      <a:lnTo>
                        <a:pt x="210" y="438"/>
                      </a:lnTo>
                      <a:lnTo>
                        <a:pt x="204" y="438"/>
                      </a:lnTo>
                      <a:lnTo>
                        <a:pt x="204" y="434"/>
                      </a:lnTo>
                      <a:lnTo>
                        <a:pt x="204" y="430"/>
                      </a:lnTo>
                      <a:lnTo>
                        <a:pt x="210" y="430"/>
                      </a:lnTo>
                      <a:lnTo>
                        <a:pt x="212" y="426"/>
                      </a:lnTo>
                      <a:lnTo>
                        <a:pt x="216" y="426"/>
                      </a:lnTo>
                      <a:lnTo>
                        <a:pt x="220" y="422"/>
                      </a:lnTo>
                      <a:lnTo>
                        <a:pt x="224" y="422"/>
                      </a:lnTo>
                      <a:lnTo>
                        <a:pt x="230" y="426"/>
                      </a:lnTo>
                      <a:lnTo>
                        <a:pt x="230" y="430"/>
                      </a:lnTo>
                      <a:lnTo>
                        <a:pt x="234" y="430"/>
                      </a:lnTo>
                      <a:lnTo>
                        <a:pt x="230" y="430"/>
                      </a:lnTo>
                      <a:lnTo>
                        <a:pt x="224" y="430"/>
                      </a:lnTo>
                      <a:lnTo>
                        <a:pt x="224" y="434"/>
                      </a:lnTo>
                      <a:lnTo>
                        <a:pt x="224" y="430"/>
                      </a:lnTo>
                      <a:lnTo>
                        <a:pt x="220" y="430"/>
                      </a:lnTo>
                      <a:lnTo>
                        <a:pt x="216" y="430"/>
                      </a:lnTo>
                      <a:lnTo>
                        <a:pt x="216" y="434"/>
                      </a:lnTo>
                      <a:close/>
                      <a:moveTo>
                        <a:pt x="290" y="422"/>
                      </a:moveTo>
                      <a:lnTo>
                        <a:pt x="290" y="426"/>
                      </a:lnTo>
                      <a:lnTo>
                        <a:pt x="290" y="422"/>
                      </a:lnTo>
                      <a:close/>
                      <a:moveTo>
                        <a:pt x="254" y="418"/>
                      </a:moveTo>
                      <a:lnTo>
                        <a:pt x="258" y="418"/>
                      </a:lnTo>
                      <a:lnTo>
                        <a:pt x="258" y="422"/>
                      </a:lnTo>
                      <a:lnTo>
                        <a:pt x="254" y="422"/>
                      </a:lnTo>
                      <a:lnTo>
                        <a:pt x="254" y="418"/>
                      </a:lnTo>
                      <a:close/>
                      <a:moveTo>
                        <a:pt x="702" y="418"/>
                      </a:moveTo>
                      <a:lnTo>
                        <a:pt x="702" y="422"/>
                      </a:lnTo>
                      <a:lnTo>
                        <a:pt x="706" y="422"/>
                      </a:lnTo>
                      <a:lnTo>
                        <a:pt x="702" y="422"/>
                      </a:lnTo>
                      <a:lnTo>
                        <a:pt x="702" y="418"/>
                      </a:lnTo>
                      <a:close/>
                      <a:moveTo>
                        <a:pt x="290" y="418"/>
                      </a:moveTo>
                      <a:lnTo>
                        <a:pt x="290" y="422"/>
                      </a:lnTo>
                      <a:lnTo>
                        <a:pt x="286" y="422"/>
                      </a:lnTo>
                      <a:lnTo>
                        <a:pt x="290" y="418"/>
                      </a:lnTo>
                      <a:close/>
                      <a:moveTo>
                        <a:pt x="698" y="418"/>
                      </a:moveTo>
                      <a:lnTo>
                        <a:pt x="698" y="422"/>
                      </a:lnTo>
                      <a:lnTo>
                        <a:pt x="702" y="426"/>
                      </a:lnTo>
                      <a:lnTo>
                        <a:pt x="702" y="430"/>
                      </a:lnTo>
                      <a:lnTo>
                        <a:pt x="706" y="430"/>
                      </a:lnTo>
                      <a:lnTo>
                        <a:pt x="702" y="430"/>
                      </a:lnTo>
                      <a:lnTo>
                        <a:pt x="702" y="426"/>
                      </a:lnTo>
                      <a:lnTo>
                        <a:pt x="698" y="426"/>
                      </a:lnTo>
                      <a:lnTo>
                        <a:pt x="698" y="422"/>
                      </a:lnTo>
                      <a:lnTo>
                        <a:pt x="694" y="422"/>
                      </a:lnTo>
                      <a:lnTo>
                        <a:pt x="698" y="418"/>
                      </a:lnTo>
                      <a:close/>
                      <a:moveTo>
                        <a:pt x="722" y="418"/>
                      </a:moveTo>
                      <a:lnTo>
                        <a:pt x="726" y="422"/>
                      </a:lnTo>
                      <a:lnTo>
                        <a:pt x="722" y="422"/>
                      </a:lnTo>
                      <a:lnTo>
                        <a:pt x="722" y="418"/>
                      </a:lnTo>
                      <a:close/>
                      <a:moveTo>
                        <a:pt x="282" y="418"/>
                      </a:moveTo>
                      <a:lnTo>
                        <a:pt x="282" y="422"/>
                      </a:lnTo>
                      <a:lnTo>
                        <a:pt x="278" y="422"/>
                      </a:lnTo>
                      <a:lnTo>
                        <a:pt x="278" y="426"/>
                      </a:lnTo>
                      <a:lnTo>
                        <a:pt x="278" y="422"/>
                      </a:lnTo>
                      <a:lnTo>
                        <a:pt x="278" y="418"/>
                      </a:lnTo>
                      <a:lnTo>
                        <a:pt x="282" y="418"/>
                      </a:lnTo>
                      <a:lnTo>
                        <a:pt x="282" y="422"/>
                      </a:lnTo>
                      <a:lnTo>
                        <a:pt x="282" y="418"/>
                      </a:lnTo>
                      <a:close/>
                      <a:moveTo>
                        <a:pt x="694" y="414"/>
                      </a:moveTo>
                      <a:lnTo>
                        <a:pt x="694" y="418"/>
                      </a:lnTo>
                      <a:lnTo>
                        <a:pt x="694" y="414"/>
                      </a:lnTo>
                      <a:close/>
                      <a:moveTo>
                        <a:pt x="278" y="414"/>
                      </a:moveTo>
                      <a:lnTo>
                        <a:pt x="278" y="418"/>
                      </a:lnTo>
                      <a:lnTo>
                        <a:pt x="272" y="418"/>
                      </a:lnTo>
                      <a:lnTo>
                        <a:pt x="272" y="414"/>
                      </a:lnTo>
                      <a:lnTo>
                        <a:pt x="278" y="414"/>
                      </a:lnTo>
                      <a:close/>
                      <a:moveTo>
                        <a:pt x="270" y="414"/>
                      </a:moveTo>
                      <a:lnTo>
                        <a:pt x="272" y="414"/>
                      </a:lnTo>
                      <a:lnTo>
                        <a:pt x="272" y="418"/>
                      </a:lnTo>
                      <a:lnTo>
                        <a:pt x="270" y="418"/>
                      </a:lnTo>
                      <a:lnTo>
                        <a:pt x="270" y="422"/>
                      </a:lnTo>
                      <a:lnTo>
                        <a:pt x="270" y="418"/>
                      </a:lnTo>
                      <a:lnTo>
                        <a:pt x="270" y="414"/>
                      </a:lnTo>
                      <a:close/>
                      <a:moveTo>
                        <a:pt x="718" y="414"/>
                      </a:moveTo>
                      <a:lnTo>
                        <a:pt x="722" y="418"/>
                      </a:lnTo>
                      <a:lnTo>
                        <a:pt x="718" y="418"/>
                      </a:lnTo>
                      <a:lnTo>
                        <a:pt x="718" y="414"/>
                      </a:lnTo>
                      <a:close/>
                      <a:moveTo>
                        <a:pt x="694" y="414"/>
                      </a:moveTo>
                      <a:lnTo>
                        <a:pt x="690" y="414"/>
                      </a:lnTo>
                      <a:lnTo>
                        <a:pt x="690" y="418"/>
                      </a:lnTo>
                      <a:lnTo>
                        <a:pt x="690" y="414"/>
                      </a:lnTo>
                      <a:lnTo>
                        <a:pt x="694" y="414"/>
                      </a:lnTo>
                      <a:close/>
                      <a:moveTo>
                        <a:pt x="690" y="410"/>
                      </a:moveTo>
                      <a:lnTo>
                        <a:pt x="694" y="410"/>
                      </a:lnTo>
                      <a:lnTo>
                        <a:pt x="694" y="414"/>
                      </a:lnTo>
                      <a:lnTo>
                        <a:pt x="690" y="414"/>
                      </a:lnTo>
                      <a:lnTo>
                        <a:pt x="690" y="410"/>
                      </a:lnTo>
                      <a:close/>
                      <a:moveTo>
                        <a:pt x="690" y="414"/>
                      </a:moveTo>
                      <a:lnTo>
                        <a:pt x="684" y="414"/>
                      </a:lnTo>
                      <a:lnTo>
                        <a:pt x="684" y="410"/>
                      </a:lnTo>
                      <a:lnTo>
                        <a:pt x="690" y="410"/>
                      </a:lnTo>
                      <a:lnTo>
                        <a:pt x="690" y="414"/>
                      </a:lnTo>
                      <a:close/>
                      <a:moveTo>
                        <a:pt x="694" y="410"/>
                      </a:moveTo>
                      <a:lnTo>
                        <a:pt x="694" y="414"/>
                      </a:lnTo>
                      <a:lnTo>
                        <a:pt x="694" y="410"/>
                      </a:lnTo>
                      <a:close/>
                      <a:moveTo>
                        <a:pt x="694" y="406"/>
                      </a:moveTo>
                      <a:lnTo>
                        <a:pt x="690" y="406"/>
                      </a:lnTo>
                      <a:lnTo>
                        <a:pt x="690" y="402"/>
                      </a:lnTo>
                      <a:lnTo>
                        <a:pt x="694" y="406"/>
                      </a:lnTo>
                      <a:close/>
                      <a:moveTo>
                        <a:pt x="300" y="402"/>
                      </a:moveTo>
                      <a:lnTo>
                        <a:pt x="304" y="402"/>
                      </a:lnTo>
                      <a:lnTo>
                        <a:pt x="300" y="406"/>
                      </a:lnTo>
                      <a:lnTo>
                        <a:pt x="300" y="402"/>
                      </a:lnTo>
                      <a:close/>
                      <a:moveTo>
                        <a:pt x="680" y="402"/>
                      </a:moveTo>
                      <a:lnTo>
                        <a:pt x="678" y="402"/>
                      </a:lnTo>
                      <a:lnTo>
                        <a:pt x="680" y="402"/>
                      </a:lnTo>
                      <a:close/>
                      <a:moveTo>
                        <a:pt x="722" y="418"/>
                      </a:moveTo>
                      <a:lnTo>
                        <a:pt x="722" y="414"/>
                      </a:lnTo>
                      <a:lnTo>
                        <a:pt x="726" y="414"/>
                      </a:lnTo>
                      <a:lnTo>
                        <a:pt x="726" y="410"/>
                      </a:lnTo>
                      <a:lnTo>
                        <a:pt x="726" y="406"/>
                      </a:lnTo>
                      <a:lnTo>
                        <a:pt x="722" y="410"/>
                      </a:lnTo>
                      <a:lnTo>
                        <a:pt x="726" y="410"/>
                      </a:lnTo>
                      <a:lnTo>
                        <a:pt x="726" y="414"/>
                      </a:lnTo>
                      <a:lnTo>
                        <a:pt x="722" y="414"/>
                      </a:lnTo>
                      <a:lnTo>
                        <a:pt x="722" y="410"/>
                      </a:lnTo>
                      <a:lnTo>
                        <a:pt x="722" y="414"/>
                      </a:lnTo>
                      <a:lnTo>
                        <a:pt x="722" y="418"/>
                      </a:lnTo>
                      <a:lnTo>
                        <a:pt x="718" y="414"/>
                      </a:lnTo>
                      <a:lnTo>
                        <a:pt x="718" y="410"/>
                      </a:lnTo>
                      <a:lnTo>
                        <a:pt x="718" y="406"/>
                      </a:lnTo>
                      <a:lnTo>
                        <a:pt x="722" y="406"/>
                      </a:lnTo>
                      <a:lnTo>
                        <a:pt x="718" y="406"/>
                      </a:lnTo>
                      <a:lnTo>
                        <a:pt x="718" y="402"/>
                      </a:lnTo>
                      <a:lnTo>
                        <a:pt x="722" y="402"/>
                      </a:lnTo>
                      <a:lnTo>
                        <a:pt x="726" y="402"/>
                      </a:lnTo>
                      <a:lnTo>
                        <a:pt x="730" y="402"/>
                      </a:lnTo>
                      <a:lnTo>
                        <a:pt x="730" y="406"/>
                      </a:lnTo>
                      <a:lnTo>
                        <a:pt x="730" y="410"/>
                      </a:lnTo>
                      <a:lnTo>
                        <a:pt x="730" y="414"/>
                      </a:lnTo>
                      <a:lnTo>
                        <a:pt x="730" y="418"/>
                      </a:lnTo>
                      <a:lnTo>
                        <a:pt x="726" y="418"/>
                      </a:lnTo>
                      <a:lnTo>
                        <a:pt x="726" y="414"/>
                      </a:lnTo>
                      <a:lnTo>
                        <a:pt x="726" y="418"/>
                      </a:lnTo>
                      <a:lnTo>
                        <a:pt x="722" y="418"/>
                      </a:lnTo>
                      <a:close/>
                      <a:moveTo>
                        <a:pt x="694" y="398"/>
                      </a:moveTo>
                      <a:lnTo>
                        <a:pt x="690" y="402"/>
                      </a:lnTo>
                      <a:lnTo>
                        <a:pt x="684" y="402"/>
                      </a:lnTo>
                      <a:lnTo>
                        <a:pt x="690" y="398"/>
                      </a:lnTo>
                      <a:lnTo>
                        <a:pt x="694" y="392"/>
                      </a:lnTo>
                      <a:lnTo>
                        <a:pt x="694" y="398"/>
                      </a:lnTo>
                      <a:close/>
                      <a:moveTo>
                        <a:pt x="708" y="414"/>
                      </a:moveTo>
                      <a:lnTo>
                        <a:pt x="708" y="410"/>
                      </a:lnTo>
                      <a:lnTo>
                        <a:pt x="706" y="410"/>
                      </a:lnTo>
                      <a:lnTo>
                        <a:pt x="708" y="414"/>
                      </a:lnTo>
                      <a:lnTo>
                        <a:pt x="714" y="418"/>
                      </a:lnTo>
                      <a:lnTo>
                        <a:pt x="708" y="418"/>
                      </a:lnTo>
                      <a:lnTo>
                        <a:pt x="714" y="418"/>
                      </a:lnTo>
                      <a:lnTo>
                        <a:pt x="714" y="422"/>
                      </a:lnTo>
                      <a:lnTo>
                        <a:pt x="708" y="422"/>
                      </a:lnTo>
                      <a:lnTo>
                        <a:pt x="714" y="422"/>
                      </a:lnTo>
                      <a:lnTo>
                        <a:pt x="714" y="426"/>
                      </a:lnTo>
                      <a:lnTo>
                        <a:pt x="714" y="430"/>
                      </a:lnTo>
                      <a:lnTo>
                        <a:pt x="708" y="430"/>
                      </a:lnTo>
                      <a:lnTo>
                        <a:pt x="708" y="426"/>
                      </a:lnTo>
                      <a:lnTo>
                        <a:pt x="706" y="422"/>
                      </a:lnTo>
                      <a:lnTo>
                        <a:pt x="706" y="426"/>
                      </a:lnTo>
                      <a:lnTo>
                        <a:pt x="706" y="422"/>
                      </a:lnTo>
                      <a:lnTo>
                        <a:pt x="706" y="418"/>
                      </a:lnTo>
                      <a:lnTo>
                        <a:pt x="702" y="418"/>
                      </a:lnTo>
                      <a:lnTo>
                        <a:pt x="698" y="418"/>
                      </a:lnTo>
                      <a:lnTo>
                        <a:pt x="702" y="418"/>
                      </a:lnTo>
                      <a:lnTo>
                        <a:pt x="698" y="418"/>
                      </a:lnTo>
                      <a:lnTo>
                        <a:pt x="694" y="418"/>
                      </a:lnTo>
                      <a:lnTo>
                        <a:pt x="694" y="414"/>
                      </a:lnTo>
                      <a:lnTo>
                        <a:pt x="698" y="414"/>
                      </a:lnTo>
                      <a:lnTo>
                        <a:pt x="702" y="414"/>
                      </a:lnTo>
                      <a:lnTo>
                        <a:pt x="698" y="414"/>
                      </a:lnTo>
                      <a:lnTo>
                        <a:pt x="698" y="410"/>
                      </a:lnTo>
                      <a:lnTo>
                        <a:pt x="702" y="410"/>
                      </a:lnTo>
                      <a:lnTo>
                        <a:pt x="698" y="410"/>
                      </a:lnTo>
                      <a:lnTo>
                        <a:pt x="694" y="410"/>
                      </a:lnTo>
                      <a:lnTo>
                        <a:pt x="694" y="406"/>
                      </a:lnTo>
                      <a:lnTo>
                        <a:pt x="698" y="402"/>
                      </a:lnTo>
                      <a:lnTo>
                        <a:pt x="694" y="402"/>
                      </a:lnTo>
                      <a:lnTo>
                        <a:pt x="694" y="392"/>
                      </a:lnTo>
                      <a:lnTo>
                        <a:pt x="690" y="392"/>
                      </a:lnTo>
                      <a:lnTo>
                        <a:pt x="690" y="388"/>
                      </a:lnTo>
                      <a:lnTo>
                        <a:pt x="694" y="388"/>
                      </a:lnTo>
                      <a:lnTo>
                        <a:pt x="698" y="388"/>
                      </a:lnTo>
                      <a:lnTo>
                        <a:pt x="698" y="392"/>
                      </a:lnTo>
                      <a:lnTo>
                        <a:pt x="698" y="398"/>
                      </a:lnTo>
                      <a:lnTo>
                        <a:pt x="702" y="398"/>
                      </a:lnTo>
                      <a:lnTo>
                        <a:pt x="706" y="402"/>
                      </a:lnTo>
                      <a:lnTo>
                        <a:pt x="706" y="406"/>
                      </a:lnTo>
                      <a:lnTo>
                        <a:pt x="708" y="406"/>
                      </a:lnTo>
                      <a:lnTo>
                        <a:pt x="708" y="410"/>
                      </a:lnTo>
                      <a:lnTo>
                        <a:pt x="714" y="410"/>
                      </a:lnTo>
                      <a:lnTo>
                        <a:pt x="714" y="414"/>
                      </a:lnTo>
                      <a:lnTo>
                        <a:pt x="708" y="414"/>
                      </a:lnTo>
                      <a:close/>
                      <a:moveTo>
                        <a:pt x="708" y="402"/>
                      </a:moveTo>
                      <a:lnTo>
                        <a:pt x="706" y="402"/>
                      </a:lnTo>
                      <a:lnTo>
                        <a:pt x="708" y="398"/>
                      </a:lnTo>
                      <a:lnTo>
                        <a:pt x="706" y="398"/>
                      </a:lnTo>
                      <a:lnTo>
                        <a:pt x="702" y="398"/>
                      </a:lnTo>
                      <a:lnTo>
                        <a:pt x="702" y="392"/>
                      </a:lnTo>
                      <a:lnTo>
                        <a:pt x="706" y="392"/>
                      </a:lnTo>
                      <a:lnTo>
                        <a:pt x="706" y="388"/>
                      </a:lnTo>
                      <a:lnTo>
                        <a:pt x="708" y="388"/>
                      </a:lnTo>
                      <a:lnTo>
                        <a:pt x="708" y="392"/>
                      </a:lnTo>
                      <a:lnTo>
                        <a:pt x="714" y="398"/>
                      </a:lnTo>
                      <a:lnTo>
                        <a:pt x="714" y="402"/>
                      </a:lnTo>
                      <a:lnTo>
                        <a:pt x="708" y="402"/>
                      </a:lnTo>
                      <a:close/>
                      <a:moveTo>
                        <a:pt x="702" y="392"/>
                      </a:moveTo>
                      <a:lnTo>
                        <a:pt x="698" y="388"/>
                      </a:lnTo>
                      <a:lnTo>
                        <a:pt x="702" y="388"/>
                      </a:lnTo>
                      <a:lnTo>
                        <a:pt x="706" y="388"/>
                      </a:lnTo>
                      <a:lnTo>
                        <a:pt x="706" y="392"/>
                      </a:lnTo>
                      <a:lnTo>
                        <a:pt x="702" y="392"/>
                      </a:lnTo>
                      <a:close/>
                      <a:moveTo>
                        <a:pt x="714" y="398"/>
                      </a:moveTo>
                      <a:lnTo>
                        <a:pt x="714" y="392"/>
                      </a:lnTo>
                      <a:lnTo>
                        <a:pt x="708" y="392"/>
                      </a:lnTo>
                      <a:lnTo>
                        <a:pt x="708" y="388"/>
                      </a:lnTo>
                      <a:lnTo>
                        <a:pt x="714" y="388"/>
                      </a:lnTo>
                      <a:lnTo>
                        <a:pt x="714" y="392"/>
                      </a:lnTo>
                      <a:lnTo>
                        <a:pt x="714" y="398"/>
                      </a:lnTo>
                      <a:close/>
                      <a:moveTo>
                        <a:pt x="322" y="384"/>
                      </a:moveTo>
                      <a:lnTo>
                        <a:pt x="326" y="384"/>
                      </a:lnTo>
                      <a:lnTo>
                        <a:pt x="322" y="384"/>
                      </a:lnTo>
                      <a:close/>
                      <a:moveTo>
                        <a:pt x="368" y="384"/>
                      </a:moveTo>
                      <a:lnTo>
                        <a:pt x="362" y="388"/>
                      </a:lnTo>
                      <a:lnTo>
                        <a:pt x="362" y="384"/>
                      </a:lnTo>
                      <a:lnTo>
                        <a:pt x="368" y="384"/>
                      </a:lnTo>
                      <a:close/>
                      <a:moveTo>
                        <a:pt x="702" y="382"/>
                      </a:moveTo>
                      <a:lnTo>
                        <a:pt x="706" y="382"/>
                      </a:lnTo>
                      <a:lnTo>
                        <a:pt x="706" y="384"/>
                      </a:lnTo>
                      <a:lnTo>
                        <a:pt x="702" y="384"/>
                      </a:lnTo>
                      <a:lnTo>
                        <a:pt x="698" y="384"/>
                      </a:lnTo>
                      <a:lnTo>
                        <a:pt x="702" y="384"/>
                      </a:lnTo>
                      <a:lnTo>
                        <a:pt x="702" y="382"/>
                      </a:lnTo>
                      <a:close/>
                      <a:moveTo>
                        <a:pt x="684" y="392"/>
                      </a:moveTo>
                      <a:lnTo>
                        <a:pt x="684" y="388"/>
                      </a:lnTo>
                      <a:lnTo>
                        <a:pt x="684" y="392"/>
                      </a:lnTo>
                      <a:lnTo>
                        <a:pt x="684" y="398"/>
                      </a:lnTo>
                      <a:lnTo>
                        <a:pt x="680" y="398"/>
                      </a:lnTo>
                      <a:lnTo>
                        <a:pt x="680" y="392"/>
                      </a:lnTo>
                      <a:lnTo>
                        <a:pt x="680" y="398"/>
                      </a:lnTo>
                      <a:lnTo>
                        <a:pt x="678" y="392"/>
                      </a:lnTo>
                      <a:lnTo>
                        <a:pt x="680" y="392"/>
                      </a:lnTo>
                      <a:lnTo>
                        <a:pt x="678" y="388"/>
                      </a:lnTo>
                      <a:lnTo>
                        <a:pt x="680" y="388"/>
                      </a:lnTo>
                      <a:lnTo>
                        <a:pt x="680" y="384"/>
                      </a:lnTo>
                      <a:lnTo>
                        <a:pt x="678" y="384"/>
                      </a:lnTo>
                      <a:lnTo>
                        <a:pt x="678" y="382"/>
                      </a:lnTo>
                      <a:lnTo>
                        <a:pt x="678" y="378"/>
                      </a:lnTo>
                      <a:lnTo>
                        <a:pt x="680" y="378"/>
                      </a:lnTo>
                      <a:lnTo>
                        <a:pt x="678" y="378"/>
                      </a:lnTo>
                      <a:lnTo>
                        <a:pt x="680" y="378"/>
                      </a:lnTo>
                      <a:lnTo>
                        <a:pt x="684" y="378"/>
                      </a:lnTo>
                      <a:lnTo>
                        <a:pt x="684" y="382"/>
                      </a:lnTo>
                      <a:lnTo>
                        <a:pt x="684" y="384"/>
                      </a:lnTo>
                      <a:lnTo>
                        <a:pt x="680" y="384"/>
                      </a:lnTo>
                      <a:lnTo>
                        <a:pt x="684" y="384"/>
                      </a:lnTo>
                      <a:lnTo>
                        <a:pt x="684" y="382"/>
                      </a:lnTo>
                      <a:lnTo>
                        <a:pt x="690" y="382"/>
                      </a:lnTo>
                      <a:lnTo>
                        <a:pt x="690" y="384"/>
                      </a:lnTo>
                      <a:lnTo>
                        <a:pt x="684" y="384"/>
                      </a:lnTo>
                      <a:lnTo>
                        <a:pt x="684" y="388"/>
                      </a:lnTo>
                      <a:lnTo>
                        <a:pt x="684" y="392"/>
                      </a:lnTo>
                      <a:close/>
                      <a:moveTo>
                        <a:pt x="698" y="378"/>
                      </a:moveTo>
                      <a:lnTo>
                        <a:pt x="702" y="378"/>
                      </a:lnTo>
                      <a:lnTo>
                        <a:pt x="698" y="382"/>
                      </a:lnTo>
                      <a:lnTo>
                        <a:pt x="702" y="384"/>
                      </a:lnTo>
                      <a:lnTo>
                        <a:pt x="698" y="384"/>
                      </a:lnTo>
                      <a:lnTo>
                        <a:pt x="698" y="382"/>
                      </a:lnTo>
                      <a:lnTo>
                        <a:pt x="694" y="382"/>
                      </a:lnTo>
                      <a:lnTo>
                        <a:pt x="694" y="378"/>
                      </a:lnTo>
                      <a:lnTo>
                        <a:pt x="694" y="382"/>
                      </a:lnTo>
                      <a:lnTo>
                        <a:pt x="698" y="384"/>
                      </a:lnTo>
                      <a:lnTo>
                        <a:pt x="698" y="388"/>
                      </a:lnTo>
                      <a:lnTo>
                        <a:pt x="694" y="388"/>
                      </a:lnTo>
                      <a:lnTo>
                        <a:pt x="690" y="388"/>
                      </a:lnTo>
                      <a:lnTo>
                        <a:pt x="690" y="384"/>
                      </a:lnTo>
                      <a:lnTo>
                        <a:pt x="690" y="382"/>
                      </a:lnTo>
                      <a:lnTo>
                        <a:pt x="684" y="382"/>
                      </a:lnTo>
                      <a:lnTo>
                        <a:pt x="684" y="378"/>
                      </a:lnTo>
                      <a:lnTo>
                        <a:pt x="680" y="374"/>
                      </a:lnTo>
                      <a:lnTo>
                        <a:pt x="684" y="374"/>
                      </a:lnTo>
                      <a:lnTo>
                        <a:pt x="690" y="374"/>
                      </a:lnTo>
                      <a:lnTo>
                        <a:pt x="694" y="374"/>
                      </a:lnTo>
                      <a:lnTo>
                        <a:pt x="694" y="378"/>
                      </a:lnTo>
                      <a:lnTo>
                        <a:pt x="698" y="374"/>
                      </a:lnTo>
                      <a:lnTo>
                        <a:pt x="698" y="378"/>
                      </a:lnTo>
                      <a:close/>
                      <a:moveTo>
                        <a:pt x="392" y="374"/>
                      </a:moveTo>
                      <a:lnTo>
                        <a:pt x="386" y="374"/>
                      </a:lnTo>
                      <a:lnTo>
                        <a:pt x="382" y="374"/>
                      </a:lnTo>
                      <a:lnTo>
                        <a:pt x="382" y="378"/>
                      </a:lnTo>
                      <a:lnTo>
                        <a:pt x="382" y="374"/>
                      </a:lnTo>
                      <a:lnTo>
                        <a:pt x="382" y="368"/>
                      </a:lnTo>
                      <a:lnTo>
                        <a:pt x="386" y="368"/>
                      </a:lnTo>
                      <a:lnTo>
                        <a:pt x="392" y="368"/>
                      </a:lnTo>
                      <a:lnTo>
                        <a:pt x="392" y="374"/>
                      </a:lnTo>
                      <a:close/>
                      <a:moveTo>
                        <a:pt x="658" y="368"/>
                      </a:moveTo>
                      <a:lnTo>
                        <a:pt x="662" y="368"/>
                      </a:lnTo>
                      <a:lnTo>
                        <a:pt x="662" y="374"/>
                      </a:lnTo>
                      <a:lnTo>
                        <a:pt x="658" y="374"/>
                      </a:lnTo>
                      <a:lnTo>
                        <a:pt x="658" y="378"/>
                      </a:lnTo>
                      <a:lnTo>
                        <a:pt x="658" y="374"/>
                      </a:lnTo>
                      <a:lnTo>
                        <a:pt x="658" y="368"/>
                      </a:lnTo>
                      <a:lnTo>
                        <a:pt x="654" y="368"/>
                      </a:lnTo>
                      <a:lnTo>
                        <a:pt x="658" y="368"/>
                      </a:lnTo>
                      <a:close/>
                      <a:moveTo>
                        <a:pt x="670" y="364"/>
                      </a:moveTo>
                      <a:lnTo>
                        <a:pt x="674" y="364"/>
                      </a:lnTo>
                      <a:lnTo>
                        <a:pt x="670" y="368"/>
                      </a:lnTo>
                      <a:lnTo>
                        <a:pt x="670" y="364"/>
                      </a:lnTo>
                      <a:close/>
                      <a:moveTo>
                        <a:pt x="674" y="384"/>
                      </a:moveTo>
                      <a:lnTo>
                        <a:pt x="674" y="388"/>
                      </a:lnTo>
                      <a:lnTo>
                        <a:pt x="674" y="392"/>
                      </a:lnTo>
                      <a:lnTo>
                        <a:pt x="670" y="388"/>
                      </a:lnTo>
                      <a:lnTo>
                        <a:pt x="670" y="384"/>
                      </a:lnTo>
                      <a:lnTo>
                        <a:pt x="670" y="382"/>
                      </a:lnTo>
                      <a:lnTo>
                        <a:pt x="666" y="384"/>
                      </a:lnTo>
                      <a:lnTo>
                        <a:pt x="666" y="382"/>
                      </a:lnTo>
                      <a:lnTo>
                        <a:pt x="662" y="378"/>
                      </a:lnTo>
                      <a:lnTo>
                        <a:pt x="662" y="374"/>
                      </a:lnTo>
                      <a:lnTo>
                        <a:pt x="662" y="368"/>
                      </a:lnTo>
                      <a:lnTo>
                        <a:pt x="658" y="368"/>
                      </a:lnTo>
                      <a:lnTo>
                        <a:pt x="658" y="364"/>
                      </a:lnTo>
                      <a:lnTo>
                        <a:pt x="662" y="364"/>
                      </a:lnTo>
                      <a:lnTo>
                        <a:pt x="662" y="360"/>
                      </a:lnTo>
                      <a:lnTo>
                        <a:pt x="666" y="364"/>
                      </a:lnTo>
                      <a:lnTo>
                        <a:pt x="670" y="364"/>
                      </a:lnTo>
                      <a:lnTo>
                        <a:pt x="670" y="368"/>
                      </a:lnTo>
                      <a:lnTo>
                        <a:pt x="674" y="374"/>
                      </a:lnTo>
                      <a:lnTo>
                        <a:pt x="674" y="378"/>
                      </a:lnTo>
                      <a:lnTo>
                        <a:pt x="674" y="382"/>
                      </a:lnTo>
                      <a:lnTo>
                        <a:pt x="674" y="384"/>
                      </a:lnTo>
                      <a:close/>
                      <a:moveTo>
                        <a:pt x="382" y="354"/>
                      </a:moveTo>
                      <a:lnTo>
                        <a:pt x="386" y="354"/>
                      </a:lnTo>
                      <a:lnTo>
                        <a:pt x="386" y="356"/>
                      </a:lnTo>
                      <a:lnTo>
                        <a:pt x="382" y="356"/>
                      </a:lnTo>
                      <a:lnTo>
                        <a:pt x="382" y="354"/>
                      </a:lnTo>
                      <a:lnTo>
                        <a:pt x="380" y="354"/>
                      </a:lnTo>
                      <a:lnTo>
                        <a:pt x="382" y="354"/>
                      </a:lnTo>
                      <a:close/>
                      <a:moveTo>
                        <a:pt x="380" y="360"/>
                      </a:moveTo>
                      <a:lnTo>
                        <a:pt x="380" y="356"/>
                      </a:lnTo>
                      <a:lnTo>
                        <a:pt x="376" y="356"/>
                      </a:lnTo>
                      <a:lnTo>
                        <a:pt x="380" y="354"/>
                      </a:lnTo>
                      <a:lnTo>
                        <a:pt x="380" y="356"/>
                      </a:lnTo>
                      <a:lnTo>
                        <a:pt x="380" y="360"/>
                      </a:lnTo>
                      <a:lnTo>
                        <a:pt x="382" y="356"/>
                      </a:lnTo>
                      <a:lnTo>
                        <a:pt x="382" y="354"/>
                      </a:lnTo>
                      <a:lnTo>
                        <a:pt x="386" y="356"/>
                      </a:lnTo>
                      <a:lnTo>
                        <a:pt x="386" y="354"/>
                      </a:lnTo>
                      <a:lnTo>
                        <a:pt x="386" y="356"/>
                      </a:lnTo>
                      <a:lnTo>
                        <a:pt x="386" y="354"/>
                      </a:lnTo>
                      <a:lnTo>
                        <a:pt x="382" y="354"/>
                      </a:lnTo>
                      <a:lnTo>
                        <a:pt x="386" y="354"/>
                      </a:lnTo>
                      <a:lnTo>
                        <a:pt x="392" y="354"/>
                      </a:lnTo>
                      <a:lnTo>
                        <a:pt x="392" y="356"/>
                      </a:lnTo>
                      <a:lnTo>
                        <a:pt x="392" y="354"/>
                      </a:lnTo>
                      <a:lnTo>
                        <a:pt x="396" y="354"/>
                      </a:lnTo>
                      <a:lnTo>
                        <a:pt x="400" y="354"/>
                      </a:lnTo>
                      <a:lnTo>
                        <a:pt x="400" y="356"/>
                      </a:lnTo>
                      <a:lnTo>
                        <a:pt x="396" y="356"/>
                      </a:lnTo>
                      <a:lnTo>
                        <a:pt x="400" y="360"/>
                      </a:lnTo>
                      <a:lnTo>
                        <a:pt x="404" y="360"/>
                      </a:lnTo>
                      <a:lnTo>
                        <a:pt x="400" y="360"/>
                      </a:lnTo>
                      <a:lnTo>
                        <a:pt x="400" y="364"/>
                      </a:lnTo>
                      <a:lnTo>
                        <a:pt x="396" y="364"/>
                      </a:lnTo>
                      <a:lnTo>
                        <a:pt x="392" y="360"/>
                      </a:lnTo>
                      <a:lnTo>
                        <a:pt x="386" y="364"/>
                      </a:lnTo>
                      <a:lnTo>
                        <a:pt x="392" y="364"/>
                      </a:lnTo>
                      <a:lnTo>
                        <a:pt x="396" y="364"/>
                      </a:lnTo>
                      <a:lnTo>
                        <a:pt x="396" y="368"/>
                      </a:lnTo>
                      <a:lnTo>
                        <a:pt x="392" y="368"/>
                      </a:lnTo>
                      <a:lnTo>
                        <a:pt x="386" y="364"/>
                      </a:lnTo>
                      <a:lnTo>
                        <a:pt x="386" y="368"/>
                      </a:lnTo>
                      <a:lnTo>
                        <a:pt x="392" y="368"/>
                      </a:lnTo>
                      <a:lnTo>
                        <a:pt x="386" y="368"/>
                      </a:lnTo>
                      <a:lnTo>
                        <a:pt x="382" y="368"/>
                      </a:lnTo>
                      <a:lnTo>
                        <a:pt x="382" y="374"/>
                      </a:lnTo>
                      <a:lnTo>
                        <a:pt x="380" y="374"/>
                      </a:lnTo>
                      <a:lnTo>
                        <a:pt x="380" y="378"/>
                      </a:lnTo>
                      <a:lnTo>
                        <a:pt x="376" y="378"/>
                      </a:lnTo>
                      <a:lnTo>
                        <a:pt x="376" y="382"/>
                      </a:lnTo>
                      <a:lnTo>
                        <a:pt x="372" y="382"/>
                      </a:lnTo>
                      <a:lnTo>
                        <a:pt x="372" y="378"/>
                      </a:lnTo>
                      <a:lnTo>
                        <a:pt x="376" y="378"/>
                      </a:lnTo>
                      <a:lnTo>
                        <a:pt x="376" y="374"/>
                      </a:lnTo>
                      <a:lnTo>
                        <a:pt x="376" y="378"/>
                      </a:lnTo>
                      <a:lnTo>
                        <a:pt x="376" y="374"/>
                      </a:lnTo>
                      <a:lnTo>
                        <a:pt x="380" y="374"/>
                      </a:lnTo>
                      <a:lnTo>
                        <a:pt x="376" y="374"/>
                      </a:lnTo>
                      <a:lnTo>
                        <a:pt x="372" y="374"/>
                      </a:lnTo>
                      <a:lnTo>
                        <a:pt x="372" y="378"/>
                      </a:lnTo>
                      <a:lnTo>
                        <a:pt x="372" y="374"/>
                      </a:lnTo>
                      <a:lnTo>
                        <a:pt x="376" y="374"/>
                      </a:lnTo>
                      <a:lnTo>
                        <a:pt x="372" y="374"/>
                      </a:lnTo>
                      <a:lnTo>
                        <a:pt x="368" y="374"/>
                      </a:lnTo>
                      <a:lnTo>
                        <a:pt x="372" y="374"/>
                      </a:lnTo>
                      <a:lnTo>
                        <a:pt x="372" y="378"/>
                      </a:lnTo>
                      <a:lnTo>
                        <a:pt x="368" y="378"/>
                      </a:lnTo>
                      <a:lnTo>
                        <a:pt x="368" y="374"/>
                      </a:lnTo>
                      <a:lnTo>
                        <a:pt x="368" y="368"/>
                      </a:lnTo>
                      <a:lnTo>
                        <a:pt x="362" y="368"/>
                      </a:lnTo>
                      <a:lnTo>
                        <a:pt x="362" y="364"/>
                      </a:lnTo>
                      <a:lnTo>
                        <a:pt x="362" y="360"/>
                      </a:lnTo>
                      <a:lnTo>
                        <a:pt x="368" y="360"/>
                      </a:lnTo>
                      <a:lnTo>
                        <a:pt x="372" y="360"/>
                      </a:lnTo>
                      <a:lnTo>
                        <a:pt x="376" y="360"/>
                      </a:lnTo>
                      <a:lnTo>
                        <a:pt x="376" y="364"/>
                      </a:lnTo>
                      <a:lnTo>
                        <a:pt x="376" y="368"/>
                      </a:lnTo>
                      <a:lnTo>
                        <a:pt x="380" y="368"/>
                      </a:lnTo>
                      <a:lnTo>
                        <a:pt x="376" y="364"/>
                      </a:lnTo>
                      <a:lnTo>
                        <a:pt x="376" y="360"/>
                      </a:lnTo>
                      <a:lnTo>
                        <a:pt x="380" y="360"/>
                      </a:lnTo>
                      <a:close/>
                      <a:moveTo>
                        <a:pt x="646" y="350"/>
                      </a:moveTo>
                      <a:lnTo>
                        <a:pt x="650" y="350"/>
                      </a:lnTo>
                      <a:lnTo>
                        <a:pt x="650" y="354"/>
                      </a:lnTo>
                      <a:lnTo>
                        <a:pt x="646" y="354"/>
                      </a:lnTo>
                      <a:lnTo>
                        <a:pt x="646" y="350"/>
                      </a:lnTo>
                      <a:close/>
                      <a:moveTo>
                        <a:pt x="382" y="350"/>
                      </a:moveTo>
                      <a:lnTo>
                        <a:pt x="386" y="350"/>
                      </a:lnTo>
                      <a:lnTo>
                        <a:pt x="392" y="350"/>
                      </a:lnTo>
                      <a:lnTo>
                        <a:pt x="392" y="354"/>
                      </a:lnTo>
                      <a:lnTo>
                        <a:pt x="386" y="354"/>
                      </a:lnTo>
                      <a:lnTo>
                        <a:pt x="386" y="350"/>
                      </a:lnTo>
                      <a:lnTo>
                        <a:pt x="382" y="350"/>
                      </a:lnTo>
                      <a:close/>
                      <a:moveTo>
                        <a:pt x="650" y="356"/>
                      </a:moveTo>
                      <a:lnTo>
                        <a:pt x="646" y="356"/>
                      </a:lnTo>
                      <a:lnTo>
                        <a:pt x="650" y="354"/>
                      </a:lnTo>
                      <a:lnTo>
                        <a:pt x="654" y="354"/>
                      </a:lnTo>
                      <a:lnTo>
                        <a:pt x="650" y="354"/>
                      </a:lnTo>
                      <a:lnTo>
                        <a:pt x="646" y="350"/>
                      </a:lnTo>
                      <a:lnTo>
                        <a:pt x="650" y="344"/>
                      </a:lnTo>
                      <a:lnTo>
                        <a:pt x="650" y="350"/>
                      </a:lnTo>
                      <a:lnTo>
                        <a:pt x="650" y="344"/>
                      </a:lnTo>
                      <a:lnTo>
                        <a:pt x="654" y="344"/>
                      </a:lnTo>
                      <a:lnTo>
                        <a:pt x="658" y="344"/>
                      </a:lnTo>
                      <a:lnTo>
                        <a:pt x="662" y="344"/>
                      </a:lnTo>
                      <a:lnTo>
                        <a:pt x="662" y="350"/>
                      </a:lnTo>
                      <a:lnTo>
                        <a:pt x="658" y="350"/>
                      </a:lnTo>
                      <a:lnTo>
                        <a:pt x="658" y="354"/>
                      </a:lnTo>
                      <a:lnTo>
                        <a:pt x="662" y="354"/>
                      </a:lnTo>
                      <a:lnTo>
                        <a:pt x="662" y="350"/>
                      </a:lnTo>
                      <a:lnTo>
                        <a:pt x="666" y="350"/>
                      </a:lnTo>
                      <a:lnTo>
                        <a:pt x="670" y="350"/>
                      </a:lnTo>
                      <a:lnTo>
                        <a:pt x="670" y="354"/>
                      </a:lnTo>
                      <a:lnTo>
                        <a:pt x="666" y="354"/>
                      </a:lnTo>
                      <a:lnTo>
                        <a:pt x="670" y="354"/>
                      </a:lnTo>
                      <a:lnTo>
                        <a:pt x="670" y="356"/>
                      </a:lnTo>
                      <a:lnTo>
                        <a:pt x="666" y="356"/>
                      </a:lnTo>
                      <a:lnTo>
                        <a:pt x="662" y="356"/>
                      </a:lnTo>
                      <a:lnTo>
                        <a:pt x="662" y="354"/>
                      </a:lnTo>
                      <a:lnTo>
                        <a:pt x="658" y="354"/>
                      </a:lnTo>
                      <a:lnTo>
                        <a:pt x="654" y="354"/>
                      </a:lnTo>
                      <a:lnTo>
                        <a:pt x="658" y="354"/>
                      </a:lnTo>
                      <a:lnTo>
                        <a:pt x="662" y="354"/>
                      </a:lnTo>
                      <a:lnTo>
                        <a:pt x="662" y="356"/>
                      </a:lnTo>
                      <a:lnTo>
                        <a:pt x="666" y="356"/>
                      </a:lnTo>
                      <a:lnTo>
                        <a:pt x="670" y="356"/>
                      </a:lnTo>
                      <a:lnTo>
                        <a:pt x="670" y="360"/>
                      </a:lnTo>
                      <a:lnTo>
                        <a:pt x="670" y="364"/>
                      </a:lnTo>
                      <a:lnTo>
                        <a:pt x="666" y="364"/>
                      </a:lnTo>
                      <a:lnTo>
                        <a:pt x="666" y="360"/>
                      </a:lnTo>
                      <a:lnTo>
                        <a:pt x="662" y="360"/>
                      </a:lnTo>
                      <a:lnTo>
                        <a:pt x="662" y="356"/>
                      </a:lnTo>
                      <a:lnTo>
                        <a:pt x="658" y="356"/>
                      </a:lnTo>
                      <a:lnTo>
                        <a:pt x="658" y="360"/>
                      </a:lnTo>
                      <a:lnTo>
                        <a:pt x="662" y="360"/>
                      </a:lnTo>
                      <a:lnTo>
                        <a:pt x="662" y="364"/>
                      </a:lnTo>
                      <a:lnTo>
                        <a:pt x="658" y="364"/>
                      </a:lnTo>
                      <a:lnTo>
                        <a:pt x="654" y="364"/>
                      </a:lnTo>
                      <a:lnTo>
                        <a:pt x="654" y="360"/>
                      </a:lnTo>
                      <a:lnTo>
                        <a:pt x="654" y="364"/>
                      </a:lnTo>
                      <a:lnTo>
                        <a:pt x="658" y="364"/>
                      </a:lnTo>
                      <a:lnTo>
                        <a:pt x="654" y="360"/>
                      </a:lnTo>
                      <a:lnTo>
                        <a:pt x="650" y="356"/>
                      </a:lnTo>
                      <a:close/>
                      <a:moveTo>
                        <a:pt x="684" y="364"/>
                      </a:moveTo>
                      <a:lnTo>
                        <a:pt x="680" y="364"/>
                      </a:lnTo>
                      <a:lnTo>
                        <a:pt x="684" y="364"/>
                      </a:lnTo>
                      <a:lnTo>
                        <a:pt x="684" y="368"/>
                      </a:lnTo>
                      <a:lnTo>
                        <a:pt x="680" y="368"/>
                      </a:lnTo>
                      <a:lnTo>
                        <a:pt x="680" y="364"/>
                      </a:lnTo>
                      <a:lnTo>
                        <a:pt x="680" y="368"/>
                      </a:lnTo>
                      <a:lnTo>
                        <a:pt x="678" y="374"/>
                      </a:lnTo>
                      <a:lnTo>
                        <a:pt x="674" y="374"/>
                      </a:lnTo>
                      <a:lnTo>
                        <a:pt x="674" y="368"/>
                      </a:lnTo>
                      <a:lnTo>
                        <a:pt x="678" y="364"/>
                      </a:lnTo>
                      <a:lnTo>
                        <a:pt x="678" y="368"/>
                      </a:lnTo>
                      <a:lnTo>
                        <a:pt x="678" y="364"/>
                      </a:lnTo>
                      <a:lnTo>
                        <a:pt x="674" y="364"/>
                      </a:lnTo>
                      <a:lnTo>
                        <a:pt x="678" y="364"/>
                      </a:lnTo>
                      <a:lnTo>
                        <a:pt x="678" y="360"/>
                      </a:lnTo>
                      <a:lnTo>
                        <a:pt x="674" y="360"/>
                      </a:lnTo>
                      <a:lnTo>
                        <a:pt x="674" y="356"/>
                      </a:lnTo>
                      <a:lnTo>
                        <a:pt x="674" y="350"/>
                      </a:lnTo>
                      <a:lnTo>
                        <a:pt x="670" y="344"/>
                      </a:lnTo>
                      <a:lnTo>
                        <a:pt x="670" y="340"/>
                      </a:lnTo>
                      <a:lnTo>
                        <a:pt x="670" y="344"/>
                      </a:lnTo>
                      <a:lnTo>
                        <a:pt x="674" y="344"/>
                      </a:lnTo>
                      <a:lnTo>
                        <a:pt x="674" y="350"/>
                      </a:lnTo>
                      <a:lnTo>
                        <a:pt x="674" y="344"/>
                      </a:lnTo>
                      <a:lnTo>
                        <a:pt x="678" y="344"/>
                      </a:lnTo>
                      <a:lnTo>
                        <a:pt x="678" y="350"/>
                      </a:lnTo>
                      <a:lnTo>
                        <a:pt x="680" y="350"/>
                      </a:lnTo>
                      <a:lnTo>
                        <a:pt x="680" y="354"/>
                      </a:lnTo>
                      <a:lnTo>
                        <a:pt x="684" y="356"/>
                      </a:lnTo>
                      <a:lnTo>
                        <a:pt x="684" y="360"/>
                      </a:lnTo>
                      <a:lnTo>
                        <a:pt x="684" y="356"/>
                      </a:lnTo>
                      <a:lnTo>
                        <a:pt x="680" y="356"/>
                      </a:lnTo>
                      <a:lnTo>
                        <a:pt x="680" y="354"/>
                      </a:lnTo>
                      <a:lnTo>
                        <a:pt x="680" y="350"/>
                      </a:lnTo>
                      <a:lnTo>
                        <a:pt x="678" y="350"/>
                      </a:lnTo>
                      <a:lnTo>
                        <a:pt x="678" y="354"/>
                      </a:lnTo>
                      <a:lnTo>
                        <a:pt x="680" y="354"/>
                      </a:lnTo>
                      <a:lnTo>
                        <a:pt x="680" y="356"/>
                      </a:lnTo>
                      <a:lnTo>
                        <a:pt x="680" y="360"/>
                      </a:lnTo>
                      <a:lnTo>
                        <a:pt x="684" y="360"/>
                      </a:lnTo>
                      <a:lnTo>
                        <a:pt x="684" y="364"/>
                      </a:lnTo>
                      <a:close/>
                      <a:moveTo>
                        <a:pt x="396" y="350"/>
                      </a:moveTo>
                      <a:lnTo>
                        <a:pt x="392" y="354"/>
                      </a:lnTo>
                      <a:lnTo>
                        <a:pt x="392" y="350"/>
                      </a:lnTo>
                      <a:lnTo>
                        <a:pt x="386" y="350"/>
                      </a:lnTo>
                      <a:lnTo>
                        <a:pt x="386" y="344"/>
                      </a:lnTo>
                      <a:lnTo>
                        <a:pt x="392" y="350"/>
                      </a:lnTo>
                      <a:lnTo>
                        <a:pt x="392" y="344"/>
                      </a:lnTo>
                      <a:lnTo>
                        <a:pt x="386" y="344"/>
                      </a:lnTo>
                      <a:lnTo>
                        <a:pt x="392" y="344"/>
                      </a:lnTo>
                      <a:lnTo>
                        <a:pt x="392" y="340"/>
                      </a:lnTo>
                      <a:lnTo>
                        <a:pt x="396" y="340"/>
                      </a:lnTo>
                      <a:lnTo>
                        <a:pt x="400" y="340"/>
                      </a:lnTo>
                      <a:lnTo>
                        <a:pt x="404" y="340"/>
                      </a:lnTo>
                      <a:lnTo>
                        <a:pt x="404" y="344"/>
                      </a:lnTo>
                      <a:lnTo>
                        <a:pt x="404" y="350"/>
                      </a:lnTo>
                      <a:lnTo>
                        <a:pt x="400" y="344"/>
                      </a:lnTo>
                      <a:lnTo>
                        <a:pt x="400" y="350"/>
                      </a:lnTo>
                      <a:lnTo>
                        <a:pt x="396" y="350"/>
                      </a:lnTo>
                      <a:close/>
                      <a:moveTo>
                        <a:pt x="400" y="336"/>
                      </a:moveTo>
                      <a:lnTo>
                        <a:pt x="396" y="340"/>
                      </a:lnTo>
                      <a:lnTo>
                        <a:pt x="396" y="336"/>
                      </a:lnTo>
                      <a:lnTo>
                        <a:pt x="400" y="336"/>
                      </a:lnTo>
                      <a:close/>
                      <a:moveTo>
                        <a:pt x="424" y="316"/>
                      </a:moveTo>
                      <a:lnTo>
                        <a:pt x="424" y="320"/>
                      </a:lnTo>
                      <a:lnTo>
                        <a:pt x="424" y="316"/>
                      </a:lnTo>
                      <a:close/>
                      <a:moveTo>
                        <a:pt x="382" y="316"/>
                      </a:moveTo>
                      <a:lnTo>
                        <a:pt x="382" y="320"/>
                      </a:lnTo>
                      <a:lnTo>
                        <a:pt x="380" y="320"/>
                      </a:lnTo>
                      <a:lnTo>
                        <a:pt x="380" y="316"/>
                      </a:lnTo>
                      <a:lnTo>
                        <a:pt x="382" y="316"/>
                      </a:lnTo>
                      <a:close/>
                      <a:moveTo>
                        <a:pt x="470" y="298"/>
                      </a:moveTo>
                      <a:lnTo>
                        <a:pt x="470" y="304"/>
                      </a:lnTo>
                      <a:lnTo>
                        <a:pt x="466" y="304"/>
                      </a:lnTo>
                      <a:lnTo>
                        <a:pt x="466" y="298"/>
                      </a:lnTo>
                      <a:lnTo>
                        <a:pt x="470" y="298"/>
                      </a:lnTo>
                      <a:close/>
                      <a:moveTo>
                        <a:pt x="470" y="298"/>
                      </a:moveTo>
                      <a:lnTo>
                        <a:pt x="466" y="298"/>
                      </a:lnTo>
                      <a:lnTo>
                        <a:pt x="470" y="294"/>
                      </a:lnTo>
                      <a:lnTo>
                        <a:pt x="470" y="298"/>
                      </a:lnTo>
                      <a:close/>
                      <a:moveTo>
                        <a:pt x="482" y="294"/>
                      </a:moveTo>
                      <a:lnTo>
                        <a:pt x="476" y="294"/>
                      </a:lnTo>
                      <a:lnTo>
                        <a:pt x="476" y="298"/>
                      </a:lnTo>
                      <a:lnTo>
                        <a:pt x="474" y="304"/>
                      </a:lnTo>
                      <a:lnTo>
                        <a:pt x="470" y="308"/>
                      </a:lnTo>
                      <a:lnTo>
                        <a:pt x="470" y="304"/>
                      </a:lnTo>
                      <a:lnTo>
                        <a:pt x="474" y="298"/>
                      </a:lnTo>
                      <a:lnTo>
                        <a:pt x="476" y="298"/>
                      </a:lnTo>
                      <a:lnTo>
                        <a:pt x="476" y="294"/>
                      </a:lnTo>
                      <a:lnTo>
                        <a:pt x="476" y="292"/>
                      </a:lnTo>
                      <a:lnTo>
                        <a:pt x="482" y="292"/>
                      </a:lnTo>
                      <a:lnTo>
                        <a:pt x="482" y="294"/>
                      </a:lnTo>
                      <a:close/>
                      <a:moveTo>
                        <a:pt x="188" y="292"/>
                      </a:moveTo>
                      <a:lnTo>
                        <a:pt x="192" y="292"/>
                      </a:lnTo>
                      <a:lnTo>
                        <a:pt x="192" y="294"/>
                      </a:lnTo>
                      <a:lnTo>
                        <a:pt x="192" y="298"/>
                      </a:lnTo>
                      <a:lnTo>
                        <a:pt x="196" y="304"/>
                      </a:lnTo>
                      <a:lnTo>
                        <a:pt x="192" y="304"/>
                      </a:lnTo>
                      <a:lnTo>
                        <a:pt x="188" y="304"/>
                      </a:lnTo>
                      <a:lnTo>
                        <a:pt x="184" y="304"/>
                      </a:lnTo>
                      <a:lnTo>
                        <a:pt x="184" y="308"/>
                      </a:lnTo>
                      <a:lnTo>
                        <a:pt x="188" y="308"/>
                      </a:lnTo>
                      <a:lnTo>
                        <a:pt x="184" y="308"/>
                      </a:lnTo>
                      <a:lnTo>
                        <a:pt x="180" y="304"/>
                      </a:lnTo>
                      <a:lnTo>
                        <a:pt x="172" y="304"/>
                      </a:lnTo>
                      <a:lnTo>
                        <a:pt x="172" y="298"/>
                      </a:lnTo>
                      <a:lnTo>
                        <a:pt x="168" y="298"/>
                      </a:lnTo>
                      <a:lnTo>
                        <a:pt x="168" y="294"/>
                      </a:lnTo>
                      <a:lnTo>
                        <a:pt x="172" y="294"/>
                      </a:lnTo>
                      <a:lnTo>
                        <a:pt x="176" y="294"/>
                      </a:lnTo>
                      <a:lnTo>
                        <a:pt x="176" y="292"/>
                      </a:lnTo>
                      <a:lnTo>
                        <a:pt x="180" y="292"/>
                      </a:lnTo>
                      <a:lnTo>
                        <a:pt x="184" y="292"/>
                      </a:lnTo>
                      <a:lnTo>
                        <a:pt x="188" y="292"/>
                      </a:lnTo>
                      <a:close/>
                      <a:moveTo>
                        <a:pt x="498" y="292"/>
                      </a:moveTo>
                      <a:lnTo>
                        <a:pt x="494" y="292"/>
                      </a:lnTo>
                      <a:lnTo>
                        <a:pt x="490" y="292"/>
                      </a:lnTo>
                      <a:lnTo>
                        <a:pt x="490" y="294"/>
                      </a:lnTo>
                      <a:lnTo>
                        <a:pt x="486" y="294"/>
                      </a:lnTo>
                      <a:lnTo>
                        <a:pt x="490" y="294"/>
                      </a:lnTo>
                      <a:lnTo>
                        <a:pt x="490" y="292"/>
                      </a:lnTo>
                      <a:lnTo>
                        <a:pt x="486" y="292"/>
                      </a:lnTo>
                      <a:lnTo>
                        <a:pt x="490" y="292"/>
                      </a:lnTo>
                      <a:lnTo>
                        <a:pt x="490" y="288"/>
                      </a:lnTo>
                      <a:lnTo>
                        <a:pt x="490" y="292"/>
                      </a:lnTo>
                      <a:lnTo>
                        <a:pt x="494" y="292"/>
                      </a:lnTo>
                      <a:lnTo>
                        <a:pt x="498" y="292"/>
                      </a:lnTo>
                      <a:close/>
                      <a:moveTo>
                        <a:pt x="502" y="288"/>
                      </a:moveTo>
                      <a:lnTo>
                        <a:pt x="498" y="288"/>
                      </a:lnTo>
                      <a:lnTo>
                        <a:pt x="494" y="292"/>
                      </a:lnTo>
                      <a:lnTo>
                        <a:pt x="494" y="288"/>
                      </a:lnTo>
                      <a:lnTo>
                        <a:pt x="498" y="288"/>
                      </a:lnTo>
                      <a:lnTo>
                        <a:pt x="502" y="288"/>
                      </a:lnTo>
                      <a:close/>
                      <a:moveTo>
                        <a:pt x="466" y="278"/>
                      </a:moveTo>
                      <a:lnTo>
                        <a:pt x="470" y="278"/>
                      </a:lnTo>
                      <a:lnTo>
                        <a:pt x="466" y="284"/>
                      </a:lnTo>
                      <a:lnTo>
                        <a:pt x="466" y="278"/>
                      </a:lnTo>
                      <a:close/>
                      <a:moveTo>
                        <a:pt x="144" y="222"/>
                      </a:moveTo>
                      <a:lnTo>
                        <a:pt x="140" y="222"/>
                      </a:lnTo>
                      <a:lnTo>
                        <a:pt x="134" y="222"/>
                      </a:lnTo>
                      <a:lnTo>
                        <a:pt x="130" y="226"/>
                      </a:lnTo>
                      <a:lnTo>
                        <a:pt x="130" y="222"/>
                      </a:lnTo>
                      <a:lnTo>
                        <a:pt x="126" y="222"/>
                      </a:lnTo>
                      <a:lnTo>
                        <a:pt x="122" y="222"/>
                      </a:lnTo>
                      <a:lnTo>
                        <a:pt x="122" y="218"/>
                      </a:lnTo>
                      <a:lnTo>
                        <a:pt x="120" y="214"/>
                      </a:lnTo>
                      <a:lnTo>
                        <a:pt x="116" y="214"/>
                      </a:lnTo>
                      <a:lnTo>
                        <a:pt x="110" y="214"/>
                      </a:lnTo>
                      <a:lnTo>
                        <a:pt x="116" y="214"/>
                      </a:lnTo>
                      <a:lnTo>
                        <a:pt x="120" y="214"/>
                      </a:lnTo>
                      <a:lnTo>
                        <a:pt x="120" y="218"/>
                      </a:lnTo>
                      <a:lnTo>
                        <a:pt x="122" y="218"/>
                      </a:lnTo>
                      <a:lnTo>
                        <a:pt x="120" y="218"/>
                      </a:lnTo>
                      <a:lnTo>
                        <a:pt x="116" y="214"/>
                      </a:lnTo>
                      <a:lnTo>
                        <a:pt x="110" y="214"/>
                      </a:lnTo>
                      <a:lnTo>
                        <a:pt x="106" y="214"/>
                      </a:lnTo>
                      <a:lnTo>
                        <a:pt x="106" y="218"/>
                      </a:lnTo>
                      <a:lnTo>
                        <a:pt x="102" y="218"/>
                      </a:lnTo>
                      <a:lnTo>
                        <a:pt x="98" y="218"/>
                      </a:lnTo>
                      <a:lnTo>
                        <a:pt x="98" y="214"/>
                      </a:lnTo>
                      <a:lnTo>
                        <a:pt x="98" y="210"/>
                      </a:lnTo>
                      <a:lnTo>
                        <a:pt x="98" y="206"/>
                      </a:lnTo>
                      <a:lnTo>
                        <a:pt x="102" y="206"/>
                      </a:lnTo>
                      <a:lnTo>
                        <a:pt x="102" y="210"/>
                      </a:lnTo>
                      <a:lnTo>
                        <a:pt x="106" y="210"/>
                      </a:lnTo>
                      <a:lnTo>
                        <a:pt x="110" y="210"/>
                      </a:lnTo>
                      <a:lnTo>
                        <a:pt x="116" y="210"/>
                      </a:lnTo>
                      <a:lnTo>
                        <a:pt x="120" y="206"/>
                      </a:lnTo>
                      <a:lnTo>
                        <a:pt x="122" y="206"/>
                      </a:lnTo>
                      <a:lnTo>
                        <a:pt x="122" y="210"/>
                      </a:lnTo>
                      <a:lnTo>
                        <a:pt x="126" y="210"/>
                      </a:lnTo>
                      <a:lnTo>
                        <a:pt x="126" y="214"/>
                      </a:lnTo>
                      <a:lnTo>
                        <a:pt x="130" y="214"/>
                      </a:lnTo>
                      <a:lnTo>
                        <a:pt x="134" y="214"/>
                      </a:lnTo>
                      <a:lnTo>
                        <a:pt x="134" y="218"/>
                      </a:lnTo>
                      <a:lnTo>
                        <a:pt x="140" y="218"/>
                      </a:lnTo>
                      <a:lnTo>
                        <a:pt x="144" y="218"/>
                      </a:lnTo>
                      <a:lnTo>
                        <a:pt x="148" y="218"/>
                      </a:lnTo>
                      <a:lnTo>
                        <a:pt x="144" y="222"/>
                      </a:lnTo>
                      <a:close/>
                      <a:moveTo>
                        <a:pt x="694" y="402"/>
                      </a:moveTo>
                      <a:lnTo>
                        <a:pt x="694" y="406"/>
                      </a:lnTo>
                      <a:lnTo>
                        <a:pt x="694" y="402"/>
                      </a:lnTo>
                      <a:close/>
                      <a:moveTo>
                        <a:pt x="352" y="402"/>
                      </a:moveTo>
                      <a:lnTo>
                        <a:pt x="352" y="406"/>
                      </a:lnTo>
                      <a:lnTo>
                        <a:pt x="348" y="406"/>
                      </a:lnTo>
                      <a:lnTo>
                        <a:pt x="348" y="402"/>
                      </a:lnTo>
                      <a:lnTo>
                        <a:pt x="352" y="402"/>
                      </a:lnTo>
                      <a:close/>
                      <a:moveTo>
                        <a:pt x="376" y="384"/>
                      </a:moveTo>
                      <a:lnTo>
                        <a:pt x="372" y="384"/>
                      </a:lnTo>
                      <a:lnTo>
                        <a:pt x="376" y="384"/>
                      </a:lnTo>
                      <a:close/>
                      <a:moveTo>
                        <a:pt x="372" y="384"/>
                      </a:moveTo>
                      <a:lnTo>
                        <a:pt x="368" y="384"/>
                      </a:lnTo>
                      <a:lnTo>
                        <a:pt x="372" y="384"/>
                      </a:lnTo>
                      <a:close/>
                      <a:moveTo>
                        <a:pt x="130" y="384"/>
                      </a:moveTo>
                      <a:lnTo>
                        <a:pt x="134" y="384"/>
                      </a:lnTo>
                      <a:lnTo>
                        <a:pt x="130" y="384"/>
                      </a:lnTo>
                      <a:close/>
                      <a:moveTo>
                        <a:pt x="122" y="374"/>
                      </a:moveTo>
                      <a:lnTo>
                        <a:pt x="120" y="374"/>
                      </a:lnTo>
                      <a:lnTo>
                        <a:pt x="120" y="368"/>
                      </a:lnTo>
                      <a:lnTo>
                        <a:pt x="122" y="368"/>
                      </a:lnTo>
                      <a:lnTo>
                        <a:pt x="122" y="374"/>
                      </a:lnTo>
                      <a:close/>
                      <a:moveTo>
                        <a:pt x="678" y="344"/>
                      </a:moveTo>
                      <a:lnTo>
                        <a:pt x="674" y="344"/>
                      </a:lnTo>
                      <a:lnTo>
                        <a:pt x="674" y="340"/>
                      </a:lnTo>
                      <a:lnTo>
                        <a:pt x="678" y="344"/>
                      </a:lnTo>
                      <a:close/>
                      <a:moveTo>
                        <a:pt x="266" y="336"/>
                      </a:moveTo>
                      <a:lnTo>
                        <a:pt x="266" y="332"/>
                      </a:lnTo>
                      <a:lnTo>
                        <a:pt x="270" y="332"/>
                      </a:lnTo>
                      <a:lnTo>
                        <a:pt x="266" y="336"/>
                      </a:lnTo>
                      <a:close/>
                      <a:moveTo>
                        <a:pt x="528" y="304"/>
                      </a:moveTo>
                      <a:lnTo>
                        <a:pt x="522" y="304"/>
                      </a:lnTo>
                      <a:lnTo>
                        <a:pt x="518" y="304"/>
                      </a:lnTo>
                      <a:lnTo>
                        <a:pt x="518" y="308"/>
                      </a:lnTo>
                      <a:lnTo>
                        <a:pt x="518" y="304"/>
                      </a:lnTo>
                      <a:lnTo>
                        <a:pt x="522" y="304"/>
                      </a:lnTo>
                      <a:lnTo>
                        <a:pt x="522" y="298"/>
                      </a:lnTo>
                      <a:lnTo>
                        <a:pt x="528" y="298"/>
                      </a:lnTo>
                      <a:lnTo>
                        <a:pt x="528" y="304"/>
                      </a:lnTo>
                      <a:close/>
                      <a:moveTo>
                        <a:pt x="466" y="294"/>
                      </a:moveTo>
                      <a:lnTo>
                        <a:pt x="466" y="298"/>
                      </a:lnTo>
                      <a:lnTo>
                        <a:pt x="462" y="298"/>
                      </a:lnTo>
                      <a:lnTo>
                        <a:pt x="466" y="298"/>
                      </a:lnTo>
                      <a:lnTo>
                        <a:pt x="466" y="294"/>
                      </a:lnTo>
                      <a:close/>
                      <a:moveTo>
                        <a:pt x="466" y="292"/>
                      </a:moveTo>
                      <a:lnTo>
                        <a:pt x="466" y="294"/>
                      </a:lnTo>
                      <a:lnTo>
                        <a:pt x="466" y="292"/>
                      </a:lnTo>
                      <a:close/>
                      <a:moveTo>
                        <a:pt x="510" y="292"/>
                      </a:moveTo>
                      <a:lnTo>
                        <a:pt x="510" y="294"/>
                      </a:lnTo>
                      <a:lnTo>
                        <a:pt x="510" y="292"/>
                      </a:lnTo>
                      <a:close/>
                      <a:moveTo>
                        <a:pt x="88" y="294"/>
                      </a:moveTo>
                      <a:lnTo>
                        <a:pt x="88" y="292"/>
                      </a:lnTo>
                      <a:lnTo>
                        <a:pt x="86" y="292"/>
                      </a:lnTo>
                      <a:lnTo>
                        <a:pt x="82" y="292"/>
                      </a:lnTo>
                      <a:lnTo>
                        <a:pt x="78" y="288"/>
                      </a:lnTo>
                      <a:lnTo>
                        <a:pt x="82" y="288"/>
                      </a:lnTo>
                      <a:lnTo>
                        <a:pt x="82" y="292"/>
                      </a:lnTo>
                      <a:lnTo>
                        <a:pt x="86" y="292"/>
                      </a:lnTo>
                      <a:lnTo>
                        <a:pt x="88" y="292"/>
                      </a:lnTo>
                      <a:lnTo>
                        <a:pt x="88" y="294"/>
                      </a:lnTo>
                      <a:close/>
                      <a:moveTo>
                        <a:pt x="466" y="284"/>
                      </a:moveTo>
                      <a:lnTo>
                        <a:pt x="466" y="288"/>
                      </a:lnTo>
                      <a:lnTo>
                        <a:pt x="466" y="284"/>
                      </a:lnTo>
                      <a:lnTo>
                        <a:pt x="462" y="284"/>
                      </a:lnTo>
                      <a:lnTo>
                        <a:pt x="466" y="284"/>
                      </a:lnTo>
                      <a:close/>
                      <a:moveTo>
                        <a:pt x="244" y="210"/>
                      </a:moveTo>
                      <a:lnTo>
                        <a:pt x="242" y="210"/>
                      </a:lnTo>
                      <a:lnTo>
                        <a:pt x="244" y="210"/>
                      </a:lnTo>
                      <a:close/>
                      <a:moveTo>
                        <a:pt x="184" y="140"/>
                      </a:moveTo>
                      <a:lnTo>
                        <a:pt x="180" y="146"/>
                      </a:lnTo>
                      <a:lnTo>
                        <a:pt x="180" y="140"/>
                      </a:lnTo>
                      <a:lnTo>
                        <a:pt x="184" y="140"/>
                      </a:lnTo>
                      <a:close/>
                      <a:moveTo>
                        <a:pt x="210" y="132"/>
                      </a:moveTo>
                      <a:lnTo>
                        <a:pt x="204" y="132"/>
                      </a:lnTo>
                      <a:lnTo>
                        <a:pt x="196" y="136"/>
                      </a:lnTo>
                      <a:lnTo>
                        <a:pt x="200" y="132"/>
                      </a:lnTo>
                      <a:lnTo>
                        <a:pt x="204" y="132"/>
                      </a:lnTo>
                      <a:lnTo>
                        <a:pt x="210" y="132"/>
                      </a:lnTo>
                      <a:close/>
                      <a:moveTo>
                        <a:pt x="244" y="422"/>
                      </a:moveTo>
                      <a:lnTo>
                        <a:pt x="244" y="426"/>
                      </a:lnTo>
                      <a:lnTo>
                        <a:pt x="244" y="422"/>
                      </a:lnTo>
                      <a:close/>
                      <a:moveTo>
                        <a:pt x="474" y="292"/>
                      </a:moveTo>
                      <a:lnTo>
                        <a:pt x="470" y="292"/>
                      </a:lnTo>
                      <a:lnTo>
                        <a:pt x="474" y="292"/>
                      </a:lnTo>
                      <a:lnTo>
                        <a:pt x="470" y="294"/>
                      </a:lnTo>
                      <a:lnTo>
                        <a:pt x="470" y="292"/>
                      </a:lnTo>
                      <a:lnTo>
                        <a:pt x="474" y="288"/>
                      </a:lnTo>
                      <a:lnTo>
                        <a:pt x="474" y="292"/>
                      </a:lnTo>
                      <a:close/>
                      <a:moveTo>
                        <a:pt x="456" y="292"/>
                      </a:moveTo>
                      <a:lnTo>
                        <a:pt x="456" y="288"/>
                      </a:lnTo>
                      <a:lnTo>
                        <a:pt x="462" y="288"/>
                      </a:lnTo>
                      <a:lnTo>
                        <a:pt x="466" y="288"/>
                      </a:lnTo>
                      <a:lnTo>
                        <a:pt x="470" y="288"/>
                      </a:lnTo>
                      <a:lnTo>
                        <a:pt x="470" y="292"/>
                      </a:lnTo>
                      <a:lnTo>
                        <a:pt x="466" y="292"/>
                      </a:lnTo>
                      <a:lnTo>
                        <a:pt x="462" y="294"/>
                      </a:lnTo>
                      <a:lnTo>
                        <a:pt x="466" y="294"/>
                      </a:lnTo>
                      <a:lnTo>
                        <a:pt x="466" y="298"/>
                      </a:lnTo>
                      <a:lnTo>
                        <a:pt x="462" y="298"/>
                      </a:lnTo>
                      <a:lnTo>
                        <a:pt x="462" y="294"/>
                      </a:lnTo>
                      <a:lnTo>
                        <a:pt x="462" y="298"/>
                      </a:lnTo>
                      <a:lnTo>
                        <a:pt x="462" y="304"/>
                      </a:lnTo>
                      <a:lnTo>
                        <a:pt x="456" y="304"/>
                      </a:lnTo>
                      <a:lnTo>
                        <a:pt x="452" y="304"/>
                      </a:lnTo>
                      <a:lnTo>
                        <a:pt x="448" y="304"/>
                      </a:lnTo>
                      <a:lnTo>
                        <a:pt x="448" y="298"/>
                      </a:lnTo>
                      <a:lnTo>
                        <a:pt x="448" y="304"/>
                      </a:lnTo>
                      <a:lnTo>
                        <a:pt x="444" y="304"/>
                      </a:lnTo>
                      <a:lnTo>
                        <a:pt x="444" y="298"/>
                      </a:lnTo>
                      <a:lnTo>
                        <a:pt x="444" y="304"/>
                      </a:lnTo>
                      <a:lnTo>
                        <a:pt x="442" y="304"/>
                      </a:lnTo>
                      <a:lnTo>
                        <a:pt x="442" y="308"/>
                      </a:lnTo>
                      <a:lnTo>
                        <a:pt x="444" y="308"/>
                      </a:lnTo>
                      <a:lnTo>
                        <a:pt x="442" y="308"/>
                      </a:lnTo>
                      <a:lnTo>
                        <a:pt x="442" y="304"/>
                      </a:lnTo>
                      <a:lnTo>
                        <a:pt x="442" y="308"/>
                      </a:lnTo>
                      <a:lnTo>
                        <a:pt x="442" y="312"/>
                      </a:lnTo>
                      <a:lnTo>
                        <a:pt x="442" y="308"/>
                      </a:lnTo>
                      <a:lnTo>
                        <a:pt x="438" y="308"/>
                      </a:lnTo>
                      <a:lnTo>
                        <a:pt x="438" y="312"/>
                      </a:lnTo>
                      <a:lnTo>
                        <a:pt x="432" y="316"/>
                      </a:lnTo>
                      <a:lnTo>
                        <a:pt x="428" y="316"/>
                      </a:lnTo>
                      <a:lnTo>
                        <a:pt x="428" y="312"/>
                      </a:lnTo>
                      <a:lnTo>
                        <a:pt x="432" y="312"/>
                      </a:lnTo>
                      <a:lnTo>
                        <a:pt x="432" y="308"/>
                      </a:lnTo>
                      <a:lnTo>
                        <a:pt x="432" y="312"/>
                      </a:lnTo>
                      <a:lnTo>
                        <a:pt x="428" y="312"/>
                      </a:lnTo>
                      <a:lnTo>
                        <a:pt x="428" y="316"/>
                      </a:lnTo>
                      <a:lnTo>
                        <a:pt x="428" y="312"/>
                      </a:lnTo>
                      <a:lnTo>
                        <a:pt x="424" y="312"/>
                      </a:lnTo>
                      <a:lnTo>
                        <a:pt x="428" y="316"/>
                      </a:lnTo>
                      <a:lnTo>
                        <a:pt x="424" y="316"/>
                      </a:lnTo>
                      <a:lnTo>
                        <a:pt x="420" y="320"/>
                      </a:lnTo>
                      <a:lnTo>
                        <a:pt x="416" y="320"/>
                      </a:lnTo>
                      <a:lnTo>
                        <a:pt x="420" y="320"/>
                      </a:lnTo>
                      <a:lnTo>
                        <a:pt x="416" y="320"/>
                      </a:lnTo>
                      <a:lnTo>
                        <a:pt x="414" y="320"/>
                      </a:lnTo>
                      <a:lnTo>
                        <a:pt x="414" y="322"/>
                      </a:lnTo>
                      <a:lnTo>
                        <a:pt x="408" y="322"/>
                      </a:lnTo>
                      <a:lnTo>
                        <a:pt x="408" y="320"/>
                      </a:lnTo>
                      <a:lnTo>
                        <a:pt x="404" y="320"/>
                      </a:lnTo>
                      <a:lnTo>
                        <a:pt x="408" y="316"/>
                      </a:lnTo>
                      <a:lnTo>
                        <a:pt x="414" y="316"/>
                      </a:lnTo>
                      <a:lnTo>
                        <a:pt x="414" y="312"/>
                      </a:lnTo>
                      <a:lnTo>
                        <a:pt x="416" y="312"/>
                      </a:lnTo>
                      <a:lnTo>
                        <a:pt x="420" y="308"/>
                      </a:lnTo>
                      <a:lnTo>
                        <a:pt x="416" y="308"/>
                      </a:lnTo>
                      <a:lnTo>
                        <a:pt x="414" y="312"/>
                      </a:lnTo>
                      <a:lnTo>
                        <a:pt x="408" y="308"/>
                      </a:lnTo>
                      <a:lnTo>
                        <a:pt x="408" y="298"/>
                      </a:lnTo>
                      <a:lnTo>
                        <a:pt x="414" y="298"/>
                      </a:lnTo>
                      <a:lnTo>
                        <a:pt x="414" y="294"/>
                      </a:lnTo>
                      <a:lnTo>
                        <a:pt x="416" y="292"/>
                      </a:lnTo>
                      <a:lnTo>
                        <a:pt x="416" y="288"/>
                      </a:lnTo>
                      <a:lnTo>
                        <a:pt x="416" y="284"/>
                      </a:lnTo>
                      <a:lnTo>
                        <a:pt x="414" y="284"/>
                      </a:lnTo>
                      <a:lnTo>
                        <a:pt x="416" y="284"/>
                      </a:lnTo>
                      <a:lnTo>
                        <a:pt x="420" y="284"/>
                      </a:lnTo>
                      <a:lnTo>
                        <a:pt x="424" y="278"/>
                      </a:lnTo>
                      <a:lnTo>
                        <a:pt x="428" y="274"/>
                      </a:lnTo>
                      <a:lnTo>
                        <a:pt x="432" y="274"/>
                      </a:lnTo>
                      <a:lnTo>
                        <a:pt x="432" y="278"/>
                      </a:lnTo>
                      <a:lnTo>
                        <a:pt x="438" y="278"/>
                      </a:lnTo>
                      <a:lnTo>
                        <a:pt x="438" y="274"/>
                      </a:lnTo>
                      <a:lnTo>
                        <a:pt x="442" y="274"/>
                      </a:lnTo>
                      <a:lnTo>
                        <a:pt x="442" y="278"/>
                      </a:lnTo>
                      <a:lnTo>
                        <a:pt x="444" y="278"/>
                      </a:lnTo>
                      <a:lnTo>
                        <a:pt x="448" y="278"/>
                      </a:lnTo>
                      <a:lnTo>
                        <a:pt x="444" y="278"/>
                      </a:lnTo>
                      <a:lnTo>
                        <a:pt x="442" y="274"/>
                      </a:lnTo>
                      <a:lnTo>
                        <a:pt x="438" y="274"/>
                      </a:lnTo>
                      <a:lnTo>
                        <a:pt x="438" y="270"/>
                      </a:lnTo>
                      <a:lnTo>
                        <a:pt x="438" y="266"/>
                      </a:lnTo>
                      <a:lnTo>
                        <a:pt x="442" y="266"/>
                      </a:lnTo>
                      <a:lnTo>
                        <a:pt x="444" y="266"/>
                      </a:lnTo>
                      <a:lnTo>
                        <a:pt x="448" y="262"/>
                      </a:lnTo>
                      <a:lnTo>
                        <a:pt x="444" y="262"/>
                      </a:lnTo>
                      <a:lnTo>
                        <a:pt x="442" y="262"/>
                      </a:lnTo>
                      <a:lnTo>
                        <a:pt x="442" y="266"/>
                      </a:lnTo>
                      <a:lnTo>
                        <a:pt x="438" y="266"/>
                      </a:lnTo>
                      <a:lnTo>
                        <a:pt x="438" y="270"/>
                      </a:lnTo>
                      <a:lnTo>
                        <a:pt x="432" y="270"/>
                      </a:lnTo>
                      <a:lnTo>
                        <a:pt x="428" y="270"/>
                      </a:lnTo>
                      <a:lnTo>
                        <a:pt x="424" y="270"/>
                      </a:lnTo>
                      <a:lnTo>
                        <a:pt x="420" y="270"/>
                      </a:lnTo>
                      <a:lnTo>
                        <a:pt x="416" y="274"/>
                      </a:lnTo>
                      <a:lnTo>
                        <a:pt x="414" y="274"/>
                      </a:lnTo>
                      <a:lnTo>
                        <a:pt x="408" y="278"/>
                      </a:lnTo>
                      <a:lnTo>
                        <a:pt x="408" y="284"/>
                      </a:lnTo>
                      <a:lnTo>
                        <a:pt x="404" y="284"/>
                      </a:lnTo>
                      <a:lnTo>
                        <a:pt x="404" y="288"/>
                      </a:lnTo>
                      <a:lnTo>
                        <a:pt x="400" y="288"/>
                      </a:lnTo>
                      <a:lnTo>
                        <a:pt x="400" y="292"/>
                      </a:lnTo>
                      <a:lnTo>
                        <a:pt x="400" y="294"/>
                      </a:lnTo>
                      <a:lnTo>
                        <a:pt x="396" y="294"/>
                      </a:lnTo>
                      <a:lnTo>
                        <a:pt x="392" y="294"/>
                      </a:lnTo>
                      <a:lnTo>
                        <a:pt x="386" y="294"/>
                      </a:lnTo>
                      <a:lnTo>
                        <a:pt x="392" y="294"/>
                      </a:lnTo>
                      <a:lnTo>
                        <a:pt x="396" y="298"/>
                      </a:lnTo>
                      <a:lnTo>
                        <a:pt x="392" y="304"/>
                      </a:lnTo>
                      <a:lnTo>
                        <a:pt x="386" y="304"/>
                      </a:lnTo>
                      <a:lnTo>
                        <a:pt x="382" y="308"/>
                      </a:lnTo>
                      <a:lnTo>
                        <a:pt x="386" y="304"/>
                      </a:lnTo>
                      <a:lnTo>
                        <a:pt x="386" y="308"/>
                      </a:lnTo>
                      <a:lnTo>
                        <a:pt x="386" y="312"/>
                      </a:lnTo>
                      <a:lnTo>
                        <a:pt x="382" y="312"/>
                      </a:lnTo>
                      <a:lnTo>
                        <a:pt x="382" y="308"/>
                      </a:lnTo>
                      <a:lnTo>
                        <a:pt x="382" y="312"/>
                      </a:lnTo>
                      <a:lnTo>
                        <a:pt x="380" y="312"/>
                      </a:lnTo>
                      <a:lnTo>
                        <a:pt x="376" y="312"/>
                      </a:lnTo>
                      <a:lnTo>
                        <a:pt x="380" y="316"/>
                      </a:lnTo>
                      <a:lnTo>
                        <a:pt x="376" y="316"/>
                      </a:lnTo>
                      <a:lnTo>
                        <a:pt x="372" y="316"/>
                      </a:lnTo>
                      <a:lnTo>
                        <a:pt x="376" y="316"/>
                      </a:lnTo>
                      <a:lnTo>
                        <a:pt x="372" y="320"/>
                      </a:lnTo>
                      <a:lnTo>
                        <a:pt x="372" y="322"/>
                      </a:lnTo>
                      <a:lnTo>
                        <a:pt x="376" y="322"/>
                      </a:lnTo>
                      <a:lnTo>
                        <a:pt x="380" y="322"/>
                      </a:lnTo>
                      <a:lnTo>
                        <a:pt x="380" y="328"/>
                      </a:lnTo>
                      <a:lnTo>
                        <a:pt x="382" y="328"/>
                      </a:lnTo>
                      <a:lnTo>
                        <a:pt x="382" y="332"/>
                      </a:lnTo>
                      <a:lnTo>
                        <a:pt x="380" y="336"/>
                      </a:lnTo>
                      <a:lnTo>
                        <a:pt x="376" y="336"/>
                      </a:lnTo>
                      <a:lnTo>
                        <a:pt x="376" y="340"/>
                      </a:lnTo>
                      <a:lnTo>
                        <a:pt x="372" y="340"/>
                      </a:lnTo>
                      <a:lnTo>
                        <a:pt x="376" y="340"/>
                      </a:lnTo>
                      <a:lnTo>
                        <a:pt x="372" y="340"/>
                      </a:lnTo>
                      <a:lnTo>
                        <a:pt x="368" y="344"/>
                      </a:lnTo>
                      <a:lnTo>
                        <a:pt x="372" y="344"/>
                      </a:lnTo>
                      <a:lnTo>
                        <a:pt x="372" y="350"/>
                      </a:lnTo>
                      <a:lnTo>
                        <a:pt x="368" y="350"/>
                      </a:lnTo>
                      <a:lnTo>
                        <a:pt x="362" y="350"/>
                      </a:lnTo>
                      <a:lnTo>
                        <a:pt x="362" y="354"/>
                      </a:lnTo>
                      <a:lnTo>
                        <a:pt x="358" y="350"/>
                      </a:lnTo>
                      <a:lnTo>
                        <a:pt x="358" y="354"/>
                      </a:lnTo>
                      <a:lnTo>
                        <a:pt x="354" y="354"/>
                      </a:lnTo>
                      <a:lnTo>
                        <a:pt x="354" y="356"/>
                      </a:lnTo>
                      <a:lnTo>
                        <a:pt x="352" y="356"/>
                      </a:lnTo>
                      <a:lnTo>
                        <a:pt x="348" y="356"/>
                      </a:lnTo>
                      <a:lnTo>
                        <a:pt x="348" y="360"/>
                      </a:lnTo>
                      <a:lnTo>
                        <a:pt x="344" y="360"/>
                      </a:lnTo>
                      <a:lnTo>
                        <a:pt x="344" y="364"/>
                      </a:lnTo>
                      <a:lnTo>
                        <a:pt x="338" y="364"/>
                      </a:lnTo>
                      <a:lnTo>
                        <a:pt x="334" y="368"/>
                      </a:lnTo>
                      <a:lnTo>
                        <a:pt x="338" y="368"/>
                      </a:lnTo>
                      <a:lnTo>
                        <a:pt x="338" y="374"/>
                      </a:lnTo>
                      <a:lnTo>
                        <a:pt x="334" y="374"/>
                      </a:lnTo>
                      <a:lnTo>
                        <a:pt x="334" y="378"/>
                      </a:lnTo>
                      <a:lnTo>
                        <a:pt x="330" y="378"/>
                      </a:lnTo>
                      <a:lnTo>
                        <a:pt x="326" y="378"/>
                      </a:lnTo>
                      <a:lnTo>
                        <a:pt x="326" y="382"/>
                      </a:lnTo>
                      <a:lnTo>
                        <a:pt x="322" y="382"/>
                      </a:lnTo>
                      <a:lnTo>
                        <a:pt x="322" y="378"/>
                      </a:lnTo>
                      <a:lnTo>
                        <a:pt x="318" y="378"/>
                      </a:lnTo>
                      <a:lnTo>
                        <a:pt x="318" y="382"/>
                      </a:lnTo>
                      <a:lnTo>
                        <a:pt x="318" y="384"/>
                      </a:lnTo>
                      <a:lnTo>
                        <a:pt x="314" y="382"/>
                      </a:lnTo>
                      <a:lnTo>
                        <a:pt x="314" y="384"/>
                      </a:lnTo>
                      <a:lnTo>
                        <a:pt x="310" y="384"/>
                      </a:lnTo>
                      <a:lnTo>
                        <a:pt x="314" y="384"/>
                      </a:lnTo>
                      <a:lnTo>
                        <a:pt x="314" y="388"/>
                      </a:lnTo>
                      <a:lnTo>
                        <a:pt x="310" y="388"/>
                      </a:lnTo>
                      <a:lnTo>
                        <a:pt x="310" y="384"/>
                      </a:lnTo>
                      <a:lnTo>
                        <a:pt x="310" y="388"/>
                      </a:lnTo>
                      <a:lnTo>
                        <a:pt x="306" y="388"/>
                      </a:lnTo>
                      <a:lnTo>
                        <a:pt x="304" y="388"/>
                      </a:lnTo>
                      <a:lnTo>
                        <a:pt x="304" y="392"/>
                      </a:lnTo>
                      <a:lnTo>
                        <a:pt x="306" y="388"/>
                      </a:lnTo>
                      <a:lnTo>
                        <a:pt x="306" y="392"/>
                      </a:lnTo>
                      <a:lnTo>
                        <a:pt x="310" y="392"/>
                      </a:lnTo>
                      <a:lnTo>
                        <a:pt x="306" y="392"/>
                      </a:lnTo>
                      <a:lnTo>
                        <a:pt x="310" y="392"/>
                      </a:lnTo>
                      <a:lnTo>
                        <a:pt x="306" y="398"/>
                      </a:lnTo>
                      <a:lnTo>
                        <a:pt x="306" y="392"/>
                      </a:lnTo>
                      <a:lnTo>
                        <a:pt x="306" y="398"/>
                      </a:lnTo>
                      <a:lnTo>
                        <a:pt x="304" y="398"/>
                      </a:lnTo>
                      <a:lnTo>
                        <a:pt x="306" y="392"/>
                      </a:lnTo>
                      <a:lnTo>
                        <a:pt x="304" y="392"/>
                      </a:lnTo>
                      <a:lnTo>
                        <a:pt x="304" y="398"/>
                      </a:lnTo>
                      <a:lnTo>
                        <a:pt x="304" y="402"/>
                      </a:lnTo>
                      <a:lnTo>
                        <a:pt x="304" y="398"/>
                      </a:lnTo>
                      <a:lnTo>
                        <a:pt x="300" y="398"/>
                      </a:lnTo>
                      <a:lnTo>
                        <a:pt x="300" y="402"/>
                      </a:lnTo>
                      <a:lnTo>
                        <a:pt x="294" y="402"/>
                      </a:lnTo>
                      <a:lnTo>
                        <a:pt x="290" y="402"/>
                      </a:lnTo>
                      <a:lnTo>
                        <a:pt x="290" y="406"/>
                      </a:lnTo>
                      <a:lnTo>
                        <a:pt x="286" y="406"/>
                      </a:lnTo>
                      <a:lnTo>
                        <a:pt x="286" y="410"/>
                      </a:lnTo>
                      <a:lnTo>
                        <a:pt x="286" y="406"/>
                      </a:lnTo>
                      <a:lnTo>
                        <a:pt x="286" y="402"/>
                      </a:lnTo>
                      <a:lnTo>
                        <a:pt x="282" y="402"/>
                      </a:lnTo>
                      <a:lnTo>
                        <a:pt x="282" y="406"/>
                      </a:lnTo>
                      <a:lnTo>
                        <a:pt x="278" y="406"/>
                      </a:lnTo>
                      <a:lnTo>
                        <a:pt x="278" y="410"/>
                      </a:lnTo>
                      <a:lnTo>
                        <a:pt x="272" y="410"/>
                      </a:lnTo>
                      <a:lnTo>
                        <a:pt x="270" y="410"/>
                      </a:lnTo>
                      <a:lnTo>
                        <a:pt x="270" y="414"/>
                      </a:lnTo>
                      <a:lnTo>
                        <a:pt x="270" y="410"/>
                      </a:lnTo>
                      <a:lnTo>
                        <a:pt x="266" y="410"/>
                      </a:lnTo>
                      <a:lnTo>
                        <a:pt x="266" y="414"/>
                      </a:lnTo>
                      <a:lnTo>
                        <a:pt x="262" y="414"/>
                      </a:lnTo>
                      <a:lnTo>
                        <a:pt x="258" y="414"/>
                      </a:lnTo>
                      <a:lnTo>
                        <a:pt x="258" y="410"/>
                      </a:lnTo>
                      <a:lnTo>
                        <a:pt x="262" y="410"/>
                      </a:lnTo>
                      <a:lnTo>
                        <a:pt x="258" y="410"/>
                      </a:lnTo>
                      <a:lnTo>
                        <a:pt x="254" y="410"/>
                      </a:lnTo>
                      <a:lnTo>
                        <a:pt x="254" y="414"/>
                      </a:lnTo>
                      <a:lnTo>
                        <a:pt x="254" y="418"/>
                      </a:lnTo>
                      <a:lnTo>
                        <a:pt x="248" y="418"/>
                      </a:lnTo>
                      <a:lnTo>
                        <a:pt x="248" y="422"/>
                      </a:lnTo>
                      <a:lnTo>
                        <a:pt x="248" y="418"/>
                      </a:lnTo>
                      <a:lnTo>
                        <a:pt x="244" y="422"/>
                      </a:lnTo>
                      <a:lnTo>
                        <a:pt x="242" y="422"/>
                      </a:lnTo>
                      <a:lnTo>
                        <a:pt x="242" y="418"/>
                      </a:lnTo>
                      <a:lnTo>
                        <a:pt x="242" y="422"/>
                      </a:lnTo>
                      <a:lnTo>
                        <a:pt x="238" y="426"/>
                      </a:lnTo>
                      <a:lnTo>
                        <a:pt x="238" y="422"/>
                      </a:lnTo>
                      <a:lnTo>
                        <a:pt x="234" y="422"/>
                      </a:lnTo>
                      <a:lnTo>
                        <a:pt x="234" y="418"/>
                      </a:lnTo>
                      <a:lnTo>
                        <a:pt x="234" y="422"/>
                      </a:lnTo>
                      <a:lnTo>
                        <a:pt x="234" y="426"/>
                      </a:lnTo>
                      <a:lnTo>
                        <a:pt x="230" y="426"/>
                      </a:lnTo>
                      <a:lnTo>
                        <a:pt x="230" y="422"/>
                      </a:lnTo>
                      <a:lnTo>
                        <a:pt x="230" y="418"/>
                      </a:lnTo>
                      <a:lnTo>
                        <a:pt x="234" y="418"/>
                      </a:lnTo>
                      <a:lnTo>
                        <a:pt x="238" y="418"/>
                      </a:lnTo>
                      <a:lnTo>
                        <a:pt x="238" y="414"/>
                      </a:lnTo>
                      <a:lnTo>
                        <a:pt x="242" y="414"/>
                      </a:lnTo>
                      <a:lnTo>
                        <a:pt x="242" y="410"/>
                      </a:lnTo>
                      <a:lnTo>
                        <a:pt x="244" y="410"/>
                      </a:lnTo>
                      <a:lnTo>
                        <a:pt x="244" y="406"/>
                      </a:lnTo>
                      <a:lnTo>
                        <a:pt x="248" y="406"/>
                      </a:lnTo>
                      <a:lnTo>
                        <a:pt x="254" y="402"/>
                      </a:lnTo>
                      <a:lnTo>
                        <a:pt x="262" y="402"/>
                      </a:lnTo>
                      <a:lnTo>
                        <a:pt x="266" y="402"/>
                      </a:lnTo>
                      <a:lnTo>
                        <a:pt x="270" y="406"/>
                      </a:lnTo>
                      <a:lnTo>
                        <a:pt x="270" y="402"/>
                      </a:lnTo>
                      <a:lnTo>
                        <a:pt x="272" y="402"/>
                      </a:lnTo>
                      <a:lnTo>
                        <a:pt x="272" y="406"/>
                      </a:lnTo>
                      <a:lnTo>
                        <a:pt x="278" y="406"/>
                      </a:lnTo>
                      <a:lnTo>
                        <a:pt x="278" y="402"/>
                      </a:lnTo>
                      <a:lnTo>
                        <a:pt x="272" y="402"/>
                      </a:lnTo>
                      <a:lnTo>
                        <a:pt x="272" y="398"/>
                      </a:lnTo>
                      <a:lnTo>
                        <a:pt x="272" y="392"/>
                      </a:lnTo>
                      <a:lnTo>
                        <a:pt x="278" y="392"/>
                      </a:lnTo>
                      <a:lnTo>
                        <a:pt x="278" y="388"/>
                      </a:lnTo>
                      <a:lnTo>
                        <a:pt x="282" y="388"/>
                      </a:lnTo>
                      <a:lnTo>
                        <a:pt x="282" y="384"/>
                      </a:lnTo>
                      <a:lnTo>
                        <a:pt x="286" y="384"/>
                      </a:lnTo>
                      <a:lnTo>
                        <a:pt x="290" y="384"/>
                      </a:lnTo>
                      <a:lnTo>
                        <a:pt x="294" y="382"/>
                      </a:lnTo>
                      <a:lnTo>
                        <a:pt x="300" y="382"/>
                      </a:lnTo>
                      <a:lnTo>
                        <a:pt x="304" y="382"/>
                      </a:lnTo>
                      <a:lnTo>
                        <a:pt x="304" y="378"/>
                      </a:lnTo>
                      <a:lnTo>
                        <a:pt x="304" y="374"/>
                      </a:lnTo>
                      <a:lnTo>
                        <a:pt x="306" y="368"/>
                      </a:lnTo>
                      <a:lnTo>
                        <a:pt x="310" y="364"/>
                      </a:lnTo>
                      <a:lnTo>
                        <a:pt x="314" y="364"/>
                      </a:lnTo>
                      <a:lnTo>
                        <a:pt x="314" y="360"/>
                      </a:lnTo>
                      <a:lnTo>
                        <a:pt x="318" y="360"/>
                      </a:lnTo>
                      <a:lnTo>
                        <a:pt x="318" y="364"/>
                      </a:lnTo>
                      <a:lnTo>
                        <a:pt x="322" y="364"/>
                      </a:lnTo>
                      <a:lnTo>
                        <a:pt x="322" y="360"/>
                      </a:lnTo>
                      <a:lnTo>
                        <a:pt x="318" y="364"/>
                      </a:lnTo>
                      <a:lnTo>
                        <a:pt x="318" y="360"/>
                      </a:lnTo>
                      <a:lnTo>
                        <a:pt x="318" y="356"/>
                      </a:lnTo>
                      <a:lnTo>
                        <a:pt x="318" y="354"/>
                      </a:lnTo>
                      <a:lnTo>
                        <a:pt x="318" y="350"/>
                      </a:lnTo>
                      <a:lnTo>
                        <a:pt x="322" y="344"/>
                      </a:lnTo>
                      <a:lnTo>
                        <a:pt x="326" y="344"/>
                      </a:lnTo>
                      <a:lnTo>
                        <a:pt x="326" y="350"/>
                      </a:lnTo>
                      <a:lnTo>
                        <a:pt x="326" y="344"/>
                      </a:lnTo>
                      <a:lnTo>
                        <a:pt x="322" y="344"/>
                      </a:lnTo>
                      <a:lnTo>
                        <a:pt x="318" y="344"/>
                      </a:lnTo>
                      <a:lnTo>
                        <a:pt x="318" y="340"/>
                      </a:lnTo>
                      <a:lnTo>
                        <a:pt x="322" y="336"/>
                      </a:lnTo>
                      <a:lnTo>
                        <a:pt x="326" y="332"/>
                      </a:lnTo>
                      <a:lnTo>
                        <a:pt x="326" y="328"/>
                      </a:lnTo>
                      <a:lnTo>
                        <a:pt x="330" y="328"/>
                      </a:lnTo>
                      <a:lnTo>
                        <a:pt x="330" y="322"/>
                      </a:lnTo>
                      <a:lnTo>
                        <a:pt x="326" y="328"/>
                      </a:lnTo>
                      <a:lnTo>
                        <a:pt x="322" y="328"/>
                      </a:lnTo>
                      <a:lnTo>
                        <a:pt x="322" y="332"/>
                      </a:lnTo>
                      <a:lnTo>
                        <a:pt x="318" y="332"/>
                      </a:lnTo>
                      <a:lnTo>
                        <a:pt x="314" y="332"/>
                      </a:lnTo>
                      <a:lnTo>
                        <a:pt x="310" y="336"/>
                      </a:lnTo>
                      <a:lnTo>
                        <a:pt x="306" y="336"/>
                      </a:lnTo>
                      <a:lnTo>
                        <a:pt x="306" y="332"/>
                      </a:lnTo>
                      <a:lnTo>
                        <a:pt x="304" y="332"/>
                      </a:lnTo>
                      <a:lnTo>
                        <a:pt x="304" y="328"/>
                      </a:lnTo>
                      <a:lnTo>
                        <a:pt x="306" y="328"/>
                      </a:lnTo>
                      <a:lnTo>
                        <a:pt x="306" y="322"/>
                      </a:lnTo>
                      <a:lnTo>
                        <a:pt x="310" y="322"/>
                      </a:lnTo>
                      <a:lnTo>
                        <a:pt x="310" y="328"/>
                      </a:lnTo>
                      <a:lnTo>
                        <a:pt x="310" y="322"/>
                      </a:lnTo>
                      <a:lnTo>
                        <a:pt x="306" y="322"/>
                      </a:lnTo>
                      <a:lnTo>
                        <a:pt x="304" y="320"/>
                      </a:lnTo>
                      <a:lnTo>
                        <a:pt x="304" y="322"/>
                      </a:lnTo>
                      <a:lnTo>
                        <a:pt x="306" y="322"/>
                      </a:lnTo>
                      <a:lnTo>
                        <a:pt x="304" y="328"/>
                      </a:lnTo>
                      <a:lnTo>
                        <a:pt x="300" y="328"/>
                      </a:lnTo>
                      <a:lnTo>
                        <a:pt x="300" y="332"/>
                      </a:lnTo>
                      <a:lnTo>
                        <a:pt x="304" y="340"/>
                      </a:lnTo>
                      <a:lnTo>
                        <a:pt x="300" y="340"/>
                      </a:lnTo>
                      <a:lnTo>
                        <a:pt x="294" y="340"/>
                      </a:lnTo>
                      <a:lnTo>
                        <a:pt x="294" y="336"/>
                      </a:lnTo>
                      <a:lnTo>
                        <a:pt x="290" y="332"/>
                      </a:lnTo>
                      <a:lnTo>
                        <a:pt x="286" y="328"/>
                      </a:lnTo>
                      <a:lnTo>
                        <a:pt x="286" y="332"/>
                      </a:lnTo>
                      <a:lnTo>
                        <a:pt x="282" y="332"/>
                      </a:lnTo>
                      <a:lnTo>
                        <a:pt x="282" y="328"/>
                      </a:lnTo>
                      <a:lnTo>
                        <a:pt x="278" y="328"/>
                      </a:lnTo>
                      <a:lnTo>
                        <a:pt x="278" y="322"/>
                      </a:lnTo>
                      <a:lnTo>
                        <a:pt x="272" y="322"/>
                      </a:lnTo>
                      <a:lnTo>
                        <a:pt x="270" y="328"/>
                      </a:lnTo>
                      <a:lnTo>
                        <a:pt x="266" y="328"/>
                      </a:lnTo>
                      <a:lnTo>
                        <a:pt x="266" y="332"/>
                      </a:lnTo>
                      <a:lnTo>
                        <a:pt x="262" y="332"/>
                      </a:lnTo>
                      <a:lnTo>
                        <a:pt x="262" y="336"/>
                      </a:lnTo>
                      <a:lnTo>
                        <a:pt x="258" y="336"/>
                      </a:lnTo>
                      <a:lnTo>
                        <a:pt x="254" y="336"/>
                      </a:lnTo>
                      <a:lnTo>
                        <a:pt x="248" y="336"/>
                      </a:lnTo>
                      <a:lnTo>
                        <a:pt x="248" y="332"/>
                      </a:lnTo>
                      <a:lnTo>
                        <a:pt x="248" y="336"/>
                      </a:lnTo>
                      <a:lnTo>
                        <a:pt x="254" y="336"/>
                      </a:lnTo>
                      <a:lnTo>
                        <a:pt x="254" y="332"/>
                      </a:lnTo>
                      <a:lnTo>
                        <a:pt x="258" y="332"/>
                      </a:lnTo>
                      <a:lnTo>
                        <a:pt x="254" y="332"/>
                      </a:lnTo>
                      <a:lnTo>
                        <a:pt x="254" y="328"/>
                      </a:lnTo>
                      <a:lnTo>
                        <a:pt x="254" y="322"/>
                      </a:lnTo>
                      <a:lnTo>
                        <a:pt x="258" y="322"/>
                      </a:lnTo>
                      <a:lnTo>
                        <a:pt x="254" y="322"/>
                      </a:lnTo>
                      <a:lnTo>
                        <a:pt x="248" y="322"/>
                      </a:lnTo>
                      <a:lnTo>
                        <a:pt x="248" y="320"/>
                      </a:lnTo>
                      <a:lnTo>
                        <a:pt x="248" y="316"/>
                      </a:lnTo>
                      <a:lnTo>
                        <a:pt x="254" y="316"/>
                      </a:lnTo>
                      <a:lnTo>
                        <a:pt x="254" y="312"/>
                      </a:lnTo>
                      <a:lnTo>
                        <a:pt x="254" y="308"/>
                      </a:lnTo>
                      <a:lnTo>
                        <a:pt x="248" y="308"/>
                      </a:lnTo>
                      <a:lnTo>
                        <a:pt x="248" y="304"/>
                      </a:lnTo>
                      <a:lnTo>
                        <a:pt x="244" y="298"/>
                      </a:lnTo>
                      <a:lnTo>
                        <a:pt x="248" y="294"/>
                      </a:lnTo>
                      <a:lnTo>
                        <a:pt x="244" y="294"/>
                      </a:lnTo>
                      <a:lnTo>
                        <a:pt x="244" y="298"/>
                      </a:lnTo>
                      <a:lnTo>
                        <a:pt x="244" y="294"/>
                      </a:lnTo>
                      <a:lnTo>
                        <a:pt x="244" y="292"/>
                      </a:lnTo>
                      <a:lnTo>
                        <a:pt x="244" y="288"/>
                      </a:lnTo>
                      <a:lnTo>
                        <a:pt x="248" y="288"/>
                      </a:lnTo>
                      <a:lnTo>
                        <a:pt x="248" y="284"/>
                      </a:lnTo>
                      <a:lnTo>
                        <a:pt x="248" y="288"/>
                      </a:lnTo>
                      <a:lnTo>
                        <a:pt x="248" y="284"/>
                      </a:lnTo>
                      <a:lnTo>
                        <a:pt x="254" y="284"/>
                      </a:lnTo>
                      <a:lnTo>
                        <a:pt x="248" y="284"/>
                      </a:lnTo>
                      <a:lnTo>
                        <a:pt x="244" y="288"/>
                      </a:lnTo>
                      <a:lnTo>
                        <a:pt x="244" y="292"/>
                      </a:lnTo>
                      <a:lnTo>
                        <a:pt x="242" y="292"/>
                      </a:lnTo>
                      <a:lnTo>
                        <a:pt x="242" y="294"/>
                      </a:lnTo>
                      <a:lnTo>
                        <a:pt x="244" y="294"/>
                      </a:lnTo>
                      <a:lnTo>
                        <a:pt x="242" y="298"/>
                      </a:lnTo>
                      <a:lnTo>
                        <a:pt x="242" y="304"/>
                      </a:lnTo>
                      <a:lnTo>
                        <a:pt x="238" y="304"/>
                      </a:lnTo>
                      <a:lnTo>
                        <a:pt x="234" y="304"/>
                      </a:lnTo>
                      <a:lnTo>
                        <a:pt x="230" y="308"/>
                      </a:lnTo>
                      <a:lnTo>
                        <a:pt x="224" y="308"/>
                      </a:lnTo>
                      <a:lnTo>
                        <a:pt x="220" y="308"/>
                      </a:lnTo>
                      <a:lnTo>
                        <a:pt x="216" y="308"/>
                      </a:lnTo>
                      <a:lnTo>
                        <a:pt x="216" y="304"/>
                      </a:lnTo>
                      <a:lnTo>
                        <a:pt x="216" y="298"/>
                      </a:lnTo>
                      <a:lnTo>
                        <a:pt x="212" y="298"/>
                      </a:lnTo>
                      <a:lnTo>
                        <a:pt x="212" y="294"/>
                      </a:lnTo>
                      <a:lnTo>
                        <a:pt x="210" y="294"/>
                      </a:lnTo>
                      <a:lnTo>
                        <a:pt x="204" y="292"/>
                      </a:lnTo>
                      <a:lnTo>
                        <a:pt x="200" y="292"/>
                      </a:lnTo>
                      <a:lnTo>
                        <a:pt x="204" y="292"/>
                      </a:lnTo>
                      <a:lnTo>
                        <a:pt x="204" y="288"/>
                      </a:lnTo>
                      <a:lnTo>
                        <a:pt x="200" y="288"/>
                      </a:lnTo>
                      <a:lnTo>
                        <a:pt x="196" y="288"/>
                      </a:lnTo>
                      <a:lnTo>
                        <a:pt x="200" y="288"/>
                      </a:lnTo>
                      <a:lnTo>
                        <a:pt x="204" y="284"/>
                      </a:lnTo>
                      <a:lnTo>
                        <a:pt x="204" y="278"/>
                      </a:lnTo>
                      <a:lnTo>
                        <a:pt x="210" y="278"/>
                      </a:lnTo>
                      <a:lnTo>
                        <a:pt x="212" y="284"/>
                      </a:lnTo>
                      <a:lnTo>
                        <a:pt x="216" y="284"/>
                      </a:lnTo>
                      <a:lnTo>
                        <a:pt x="212" y="284"/>
                      </a:lnTo>
                      <a:lnTo>
                        <a:pt x="212" y="288"/>
                      </a:lnTo>
                      <a:lnTo>
                        <a:pt x="216" y="284"/>
                      </a:lnTo>
                      <a:lnTo>
                        <a:pt x="220" y="284"/>
                      </a:lnTo>
                      <a:lnTo>
                        <a:pt x="220" y="288"/>
                      </a:lnTo>
                      <a:lnTo>
                        <a:pt x="224" y="288"/>
                      </a:lnTo>
                      <a:lnTo>
                        <a:pt x="230" y="284"/>
                      </a:lnTo>
                      <a:lnTo>
                        <a:pt x="224" y="284"/>
                      </a:lnTo>
                      <a:lnTo>
                        <a:pt x="224" y="278"/>
                      </a:lnTo>
                      <a:lnTo>
                        <a:pt x="220" y="278"/>
                      </a:lnTo>
                      <a:lnTo>
                        <a:pt x="224" y="278"/>
                      </a:lnTo>
                      <a:lnTo>
                        <a:pt x="224" y="274"/>
                      </a:lnTo>
                      <a:lnTo>
                        <a:pt x="220" y="278"/>
                      </a:lnTo>
                      <a:lnTo>
                        <a:pt x="216" y="278"/>
                      </a:lnTo>
                      <a:lnTo>
                        <a:pt x="212" y="278"/>
                      </a:lnTo>
                      <a:lnTo>
                        <a:pt x="210" y="278"/>
                      </a:lnTo>
                      <a:lnTo>
                        <a:pt x="204" y="278"/>
                      </a:lnTo>
                      <a:lnTo>
                        <a:pt x="200" y="278"/>
                      </a:lnTo>
                      <a:lnTo>
                        <a:pt x="200" y="274"/>
                      </a:lnTo>
                      <a:lnTo>
                        <a:pt x="204" y="274"/>
                      </a:lnTo>
                      <a:lnTo>
                        <a:pt x="210" y="274"/>
                      </a:lnTo>
                      <a:lnTo>
                        <a:pt x="204" y="274"/>
                      </a:lnTo>
                      <a:lnTo>
                        <a:pt x="200" y="274"/>
                      </a:lnTo>
                      <a:lnTo>
                        <a:pt x="200" y="270"/>
                      </a:lnTo>
                      <a:lnTo>
                        <a:pt x="196" y="270"/>
                      </a:lnTo>
                      <a:lnTo>
                        <a:pt x="200" y="270"/>
                      </a:lnTo>
                      <a:lnTo>
                        <a:pt x="200" y="266"/>
                      </a:lnTo>
                      <a:lnTo>
                        <a:pt x="204" y="266"/>
                      </a:lnTo>
                      <a:lnTo>
                        <a:pt x="204" y="262"/>
                      </a:lnTo>
                      <a:lnTo>
                        <a:pt x="210" y="262"/>
                      </a:lnTo>
                      <a:lnTo>
                        <a:pt x="210" y="260"/>
                      </a:lnTo>
                      <a:lnTo>
                        <a:pt x="210" y="262"/>
                      </a:lnTo>
                      <a:lnTo>
                        <a:pt x="204" y="262"/>
                      </a:lnTo>
                      <a:lnTo>
                        <a:pt x="204" y="266"/>
                      </a:lnTo>
                      <a:lnTo>
                        <a:pt x="200" y="266"/>
                      </a:lnTo>
                      <a:lnTo>
                        <a:pt x="200" y="270"/>
                      </a:lnTo>
                      <a:lnTo>
                        <a:pt x="196" y="270"/>
                      </a:lnTo>
                      <a:lnTo>
                        <a:pt x="200" y="270"/>
                      </a:lnTo>
                      <a:lnTo>
                        <a:pt x="196" y="274"/>
                      </a:lnTo>
                      <a:lnTo>
                        <a:pt x="192" y="270"/>
                      </a:lnTo>
                      <a:lnTo>
                        <a:pt x="196" y="270"/>
                      </a:lnTo>
                      <a:lnTo>
                        <a:pt x="192" y="266"/>
                      </a:lnTo>
                      <a:lnTo>
                        <a:pt x="188" y="266"/>
                      </a:lnTo>
                      <a:lnTo>
                        <a:pt x="192" y="266"/>
                      </a:lnTo>
                      <a:lnTo>
                        <a:pt x="192" y="262"/>
                      </a:lnTo>
                      <a:lnTo>
                        <a:pt x="188" y="262"/>
                      </a:lnTo>
                      <a:lnTo>
                        <a:pt x="184" y="262"/>
                      </a:lnTo>
                      <a:lnTo>
                        <a:pt x="184" y="260"/>
                      </a:lnTo>
                      <a:lnTo>
                        <a:pt x="188" y="260"/>
                      </a:lnTo>
                      <a:lnTo>
                        <a:pt x="192" y="260"/>
                      </a:lnTo>
                      <a:lnTo>
                        <a:pt x="188" y="260"/>
                      </a:lnTo>
                      <a:lnTo>
                        <a:pt x="188" y="254"/>
                      </a:lnTo>
                      <a:lnTo>
                        <a:pt x="192" y="254"/>
                      </a:lnTo>
                      <a:lnTo>
                        <a:pt x="192" y="250"/>
                      </a:lnTo>
                      <a:lnTo>
                        <a:pt x="192" y="246"/>
                      </a:lnTo>
                      <a:lnTo>
                        <a:pt x="196" y="246"/>
                      </a:lnTo>
                      <a:lnTo>
                        <a:pt x="196" y="244"/>
                      </a:lnTo>
                      <a:lnTo>
                        <a:pt x="200" y="244"/>
                      </a:lnTo>
                      <a:lnTo>
                        <a:pt x="200" y="240"/>
                      </a:lnTo>
                      <a:lnTo>
                        <a:pt x="204" y="240"/>
                      </a:lnTo>
                      <a:lnTo>
                        <a:pt x="210" y="240"/>
                      </a:lnTo>
                      <a:lnTo>
                        <a:pt x="210" y="244"/>
                      </a:lnTo>
                      <a:lnTo>
                        <a:pt x="210" y="240"/>
                      </a:lnTo>
                      <a:lnTo>
                        <a:pt x="204" y="240"/>
                      </a:lnTo>
                      <a:lnTo>
                        <a:pt x="210" y="236"/>
                      </a:lnTo>
                      <a:lnTo>
                        <a:pt x="212" y="230"/>
                      </a:lnTo>
                      <a:lnTo>
                        <a:pt x="210" y="236"/>
                      </a:lnTo>
                      <a:lnTo>
                        <a:pt x="204" y="230"/>
                      </a:lnTo>
                      <a:lnTo>
                        <a:pt x="210" y="226"/>
                      </a:lnTo>
                      <a:lnTo>
                        <a:pt x="212" y="226"/>
                      </a:lnTo>
                      <a:lnTo>
                        <a:pt x="212" y="222"/>
                      </a:lnTo>
                      <a:lnTo>
                        <a:pt x="210" y="222"/>
                      </a:lnTo>
                      <a:lnTo>
                        <a:pt x="212" y="218"/>
                      </a:lnTo>
                      <a:lnTo>
                        <a:pt x="216" y="218"/>
                      </a:lnTo>
                      <a:lnTo>
                        <a:pt x="220" y="218"/>
                      </a:lnTo>
                      <a:lnTo>
                        <a:pt x="224" y="218"/>
                      </a:lnTo>
                      <a:lnTo>
                        <a:pt x="224" y="222"/>
                      </a:lnTo>
                      <a:lnTo>
                        <a:pt x="230" y="222"/>
                      </a:lnTo>
                      <a:lnTo>
                        <a:pt x="230" y="226"/>
                      </a:lnTo>
                      <a:lnTo>
                        <a:pt x="234" y="226"/>
                      </a:lnTo>
                      <a:lnTo>
                        <a:pt x="234" y="222"/>
                      </a:lnTo>
                      <a:lnTo>
                        <a:pt x="238" y="222"/>
                      </a:lnTo>
                      <a:lnTo>
                        <a:pt x="242" y="218"/>
                      </a:lnTo>
                      <a:lnTo>
                        <a:pt x="244" y="214"/>
                      </a:lnTo>
                      <a:lnTo>
                        <a:pt x="244" y="210"/>
                      </a:lnTo>
                      <a:lnTo>
                        <a:pt x="248" y="214"/>
                      </a:lnTo>
                      <a:lnTo>
                        <a:pt x="254" y="214"/>
                      </a:lnTo>
                      <a:lnTo>
                        <a:pt x="258" y="214"/>
                      </a:lnTo>
                      <a:lnTo>
                        <a:pt x="262" y="214"/>
                      </a:lnTo>
                      <a:lnTo>
                        <a:pt x="270" y="206"/>
                      </a:lnTo>
                      <a:lnTo>
                        <a:pt x="270" y="202"/>
                      </a:lnTo>
                      <a:lnTo>
                        <a:pt x="266" y="198"/>
                      </a:lnTo>
                      <a:lnTo>
                        <a:pt x="266" y="194"/>
                      </a:lnTo>
                      <a:lnTo>
                        <a:pt x="262" y="190"/>
                      </a:lnTo>
                      <a:lnTo>
                        <a:pt x="258" y="190"/>
                      </a:lnTo>
                      <a:lnTo>
                        <a:pt x="258" y="184"/>
                      </a:lnTo>
                      <a:lnTo>
                        <a:pt x="262" y="184"/>
                      </a:lnTo>
                      <a:lnTo>
                        <a:pt x="266" y="184"/>
                      </a:lnTo>
                      <a:lnTo>
                        <a:pt x="270" y="182"/>
                      </a:lnTo>
                      <a:lnTo>
                        <a:pt x="270" y="178"/>
                      </a:lnTo>
                      <a:lnTo>
                        <a:pt x="266" y="178"/>
                      </a:lnTo>
                      <a:lnTo>
                        <a:pt x="262" y="178"/>
                      </a:lnTo>
                      <a:lnTo>
                        <a:pt x="266" y="178"/>
                      </a:lnTo>
                      <a:lnTo>
                        <a:pt x="266" y="174"/>
                      </a:lnTo>
                      <a:lnTo>
                        <a:pt x="262" y="174"/>
                      </a:lnTo>
                      <a:lnTo>
                        <a:pt x="262" y="178"/>
                      </a:lnTo>
                      <a:lnTo>
                        <a:pt x="258" y="182"/>
                      </a:lnTo>
                      <a:lnTo>
                        <a:pt x="258" y="178"/>
                      </a:lnTo>
                      <a:lnTo>
                        <a:pt x="254" y="178"/>
                      </a:lnTo>
                      <a:lnTo>
                        <a:pt x="254" y="182"/>
                      </a:lnTo>
                      <a:lnTo>
                        <a:pt x="248" y="182"/>
                      </a:lnTo>
                      <a:lnTo>
                        <a:pt x="254" y="182"/>
                      </a:lnTo>
                      <a:lnTo>
                        <a:pt x="248" y="182"/>
                      </a:lnTo>
                      <a:lnTo>
                        <a:pt x="244" y="182"/>
                      </a:lnTo>
                      <a:lnTo>
                        <a:pt x="244" y="184"/>
                      </a:lnTo>
                      <a:lnTo>
                        <a:pt x="242" y="184"/>
                      </a:lnTo>
                      <a:lnTo>
                        <a:pt x="242" y="190"/>
                      </a:lnTo>
                      <a:lnTo>
                        <a:pt x="238" y="190"/>
                      </a:lnTo>
                      <a:lnTo>
                        <a:pt x="238" y="184"/>
                      </a:lnTo>
                      <a:lnTo>
                        <a:pt x="234" y="182"/>
                      </a:lnTo>
                      <a:lnTo>
                        <a:pt x="230" y="182"/>
                      </a:lnTo>
                      <a:lnTo>
                        <a:pt x="230" y="184"/>
                      </a:lnTo>
                      <a:lnTo>
                        <a:pt x="234" y="184"/>
                      </a:lnTo>
                      <a:lnTo>
                        <a:pt x="234" y="190"/>
                      </a:lnTo>
                      <a:lnTo>
                        <a:pt x="230" y="190"/>
                      </a:lnTo>
                      <a:lnTo>
                        <a:pt x="230" y="184"/>
                      </a:lnTo>
                      <a:lnTo>
                        <a:pt x="224" y="184"/>
                      </a:lnTo>
                      <a:lnTo>
                        <a:pt x="220" y="184"/>
                      </a:lnTo>
                      <a:lnTo>
                        <a:pt x="216" y="184"/>
                      </a:lnTo>
                      <a:lnTo>
                        <a:pt x="212" y="184"/>
                      </a:lnTo>
                      <a:lnTo>
                        <a:pt x="210" y="184"/>
                      </a:lnTo>
                      <a:lnTo>
                        <a:pt x="204" y="184"/>
                      </a:lnTo>
                      <a:lnTo>
                        <a:pt x="204" y="190"/>
                      </a:lnTo>
                      <a:lnTo>
                        <a:pt x="210" y="190"/>
                      </a:lnTo>
                      <a:lnTo>
                        <a:pt x="210" y="184"/>
                      </a:lnTo>
                      <a:lnTo>
                        <a:pt x="210" y="190"/>
                      </a:lnTo>
                      <a:lnTo>
                        <a:pt x="204" y="190"/>
                      </a:lnTo>
                      <a:lnTo>
                        <a:pt x="200" y="190"/>
                      </a:lnTo>
                      <a:lnTo>
                        <a:pt x="200" y="184"/>
                      </a:lnTo>
                      <a:lnTo>
                        <a:pt x="196" y="184"/>
                      </a:lnTo>
                      <a:lnTo>
                        <a:pt x="192" y="184"/>
                      </a:lnTo>
                      <a:lnTo>
                        <a:pt x="188" y="184"/>
                      </a:lnTo>
                      <a:lnTo>
                        <a:pt x="184" y="184"/>
                      </a:lnTo>
                      <a:lnTo>
                        <a:pt x="184" y="182"/>
                      </a:lnTo>
                      <a:lnTo>
                        <a:pt x="180" y="182"/>
                      </a:lnTo>
                      <a:lnTo>
                        <a:pt x="180" y="178"/>
                      </a:lnTo>
                      <a:lnTo>
                        <a:pt x="184" y="178"/>
                      </a:lnTo>
                      <a:lnTo>
                        <a:pt x="180" y="178"/>
                      </a:lnTo>
                      <a:lnTo>
                        <a:pt x="180" y="174"/>
                      </a:lnTo>
                      <a:lnTo>
                        <a:pt x="176" y="174"/>
                      </a:lnTo>
                      <a:lnTo>
                        <a:pt x="176" y="170"/>
                      </a:lnTo>
                      <a:lnTo>
                        <a:pt x="172" y="170"/>
                      </a:lnTo>
                      <a:lnTo>
                        <a:pt x="176" y="170"/>
                      </a:lnTo>
                      <a:lnTo>
                        <a:pt x="176" y="164"/>
                      </a:lnTo>
                      <a:lnTo>
                        <a:pt x="176" y="170"/>
                      </a:lnTo>
                      <a:lnTo>
                        <a:pt x="180" y="170"/>
                      </a:lnTo>
                      <a:lnTo>
                        <a:pt x="184" y="164"/>
                      </a:lnTo>
                      <a:lnTo>
                        <a:pt x="184" y="170"/>
                      </a:lnTo>
                      <a:lnTo>
                        <a:pt x="188" y="170"/>
                      </a:lnTo>
                      <a:lnTo>
                        <a:pt x="188" y="164"/>
                      </a:lnTo>
                      <a:lnTo>
                        <a:pt x="184" y="164"/>
                      </a:lnTo>
                      <a:lnTo>
                        <a:pt x="180" y="164"/>
                      </a:lnTo>
                      <a:lnTo>
                        <a:pt x="176" y="164"/>
                      </a:lnTo>
                      <a:lnTo>
                        <a:pt x="172" y="164"/>
                      </a:lnTo>
                      <a:lnTo>
                        <a:pt x="168" y="160"/>
                      </a:lnTo>
                      <a:lnTo>
                        <a:pt x="164" y="160"/>
                      </a:lnTo>
                      <a:lnTo>
                        <a:pt x="158" y="160"/>
                      </a:lnTo>
                      <a:lnTo>
                        <a:pt x="158" y="156"/>
                      </a:lnTo>
                      <a:lnTo>
                        <a:pt x="154" y="156"/>
                      </a:lnTo>
                      <a:lnTo>
                        <a:pt x="154" y="152"/>
                      </a:lnTo>
                      <a:lnTo>
                        <a:pt x="158" y="152"/>
                      </a:lnTo>
                      <a:lnTo>
                        <a:pt x="158" y="156"/>
                      </a:lnTo>
                      <a:lnTo>
                        <a:pt x="154" y="156"/>
                      </a:lnTo>
                      <a:lnTo>
                        <a:pt x="158" y="156"/>
                      </a:lnTo>
                      <a:lnTo>
                        <a:pt x="164" y="152"/>
                      </a:lnTo>
                      <a:lnTo>
                        <a:pt x="168" y="152"/>
                      </a:lnTo>
                      <a:lnTo>
                        <a:pt x="168" y="150"/>
                      </a:lnTo>
                      <a:lnTo>
                        <a:pt x="172" y="152"/>
                      </a:lnTo>
                      <a:lnTo>
                        <a:pt x="172" y="150"/>
                      </a:lnTo>
                      <a:lnTo>
                        <a:pt x="176" y="150"/>
                      </a:lnTo>
                      <a:lnTo>
                        <a:pt x="172" y="150"/>
                      </a:lnTo>
                      <a:lnTo>
                        <a:pt x="176" y="150"/>
                      </a:lnTo>
                      <a:lnTo>
                        <a:pt x="176" y="146"/>
                      </a:lnTo>
                      <a:lnTo>
                        <a:pt x="180" y="146"/>
                      </a:lnTo>
                      <a:lnTo>
                        <a:pt x="184" y="140"/>
                      </a:lnTo>
                      <a:lnTo>
                        <a:pt x="188" y="146"/>
                      </a:lnTo>
                      <a:lnTo>
                        <a:pt x="192" y="146"/>
                      </a:lnTo>
                      <a:lnTo>
                        <a:pt x="196" y="146"/>
                      </a:lnTo>
                      <a:lnTo>
                        <a:pt x="192" y="140"/>
                      </a:lnTo>
                      <a:lnTo>
                        <a:pt x="188" y="140"/>
                      </a:lnTo>
                      <a:lnTo>
                        <a:pt x="192" y="140"/>
                      </a:lnTo>
                      <a:lnTo>
                        <a:pt x="192" y="136"/>
                      </a:lnTo>
                      <a:lnTo>
                        <a:pt x="196" y="136"/>
                      </a:lnTo>
                      <a:lnTo>
                        <a:pt x="200" y="136"/>
                      </a:lnTo>
                      <a:lnTo>
                        <a:pt x="204" y="136"/>
                      </a:lnTo>
                      <a:lnTo>
                        <a:pt x="210" y="132"/>
                      </a:lnTo>
                      <a:lnTo>
                        <a:pt x="212" y="132"/>
                      </a:lnTo>
                      <a:lnTo>
                        <a:pt x="216" y="132"/>
                      </a:lnTo>
                      <a:lnTo>
                        <a:pt x="220" y="132"/>
                      </a:lnTo>
                      <a:lnTo>
                        <a:pt x="224" y="132"/>
                      </a:lnTo>
                      <a:lnTo>
                        <a:pt x="220" y="132"/>
                      </a:lnTo>
                      <a:lnTo>
                        <a:pt x="224" y="132"/>
                      </a:lnTo>
                      <a:lnTo>
                        <a:pt x="220" y="136"/>
                      </a:lnTo>
                      <a:lnTo>
                        <a:pt x="220" y="140"/>
                      </a:lnTo>
                      <a:lnTo>
                        <a:pt x="216" y="140"/>
                      </a:lnTo>
                      <a:lnTo>
                        <a:pt x="220" y="140"/>
                      </a:lnTo>
                      <a:lnTo>
                        <a:pt x="220" y="146"/>
                      </a:lnTo>
                      <a:lnTo>
                        <a:pt x="224" y="146"/>
                      </a:lnTo>
                      <a:lnTo>
                        <a:pt x="230" y="146"/>
                      </a:lnTo>
                      <a:lnTo>
                        <a:pt x="234" y="146"/>
                      </a:lnTo>
                      <a:lnTo>
                        <a:pt x="238" y="146"/>
                      </a:lnTo>
                      <a:lnTo>
                        <a:pt x="242" y="146"/>
                      </a:lnTo>
                      <a:lnTo>
                        <a:pt x="244" y="146"/>
                      </a:lnTo>
                      <a:lnTo>
                        <a:pt x="248" y="146"/>
                      </a:lnTo>
                      <a:lnTo>
                        <a:pt x="254" y="150"/>
                      </a:lnTo>
                      <a:lnTo>
                        <a:pt x="254" y="146"/>
                      </a:lnTo>
                      <a:lnTo>
                        <a:pt x="258" y="146"/>
                      </a:lnTo>
                      <a:lnTo>
                        <a:pt x="258" y="140"/>
                      </a:lnTo>
                      <a:lnTo>
                        <a:pt x="262" y="140"/>
                      </a:lnTo>
                      <a:lnTo>
                        <a:pt x="266" y="140"/>
                      </a:lnTo>
                      <a:lnTo>
                        <a:pt x="266" y="146"/>
                      </a:lnTo>
                      <a:lnTo>
                        <a:pt x="262" y="146"/>
                      </a:lnTo>
                      <a:lnTo>
                        <a:pt x="266" y="146"/>
                      </a:lnTo>
                      <a:lnTo>
                        <a:pt x="266" y="140"/>
                      </a:lnTo>
                      <a:lnTo>
                        <a:pt x="266" y="136"/>
                      </a:lnTo>
                      <a:lnTo>
                        <a:pt x="262" y="136"/>
                      </a:lnTo>
                      <a:lnTo>
                        <a:pt x="258" y="136"/>
                      </a:lnTo>
                      <a:lnTo>
                        <a:pt x="254" y="136"/>
                      </a:lnTo>
                      <a:lnTo>
                        <a:pt x="254" y="140"/>
                      </a:lnTo>
                      <a:lnTo>
                        <a:pt x="248" y="136"/>
                      </a:lnTo>
                      <a:lnTo>
                        <a:pt x="254" y="136"/>
                      </a:lnTo>
                      <a:lnTo>
                        <a:pt x="254" y="132"/>
                      </a:lnTo>
                      <a:lnTo>
                        <a:pt x="248" y="128"/>
                      </a:lnTo>
                      <a:lnTo>
                        <a:pt x="244" y="128"/>
                      </a:lnTo>
                      <a:lnTo>
                        <a:pt x="242" y="128"/>
                      </a:lnTo>
                      <a:lnTo>
                        <a:pt x="242" y="124"/>
                      </a:lnTo>
                      <a:lnTo>
                        <a:pt x="244" y="122"/>
                      </a:lnTo>
                      <a:lnTo>
                        <a:pt x="248" y="124"/>
                      </a:lnTo>
                      <a:lnTo>
                        <a:pt x="248" y="128"/>
                      </a:lnTo>
                      <a:lnTo>
                        <a:pt x="254" y="132"/>
                      </a:lnTo>
                      <a:lnTo>
                        <a:pt x="258" y="136"/>
                      </a:lnTo>
                      <a:lnTo>
                        <a:pt x="262" y="132"/>
                      </a:lnTo>
                      <a:lnTo>
                        <a:pt x="266" y="132"/>
                      </a:lnTo>
                      <a:lnTo>
                        <a:pt x="266" y="136"/>
                      </a:lnTo>
                      <a:lnTo>
                        <a:pt x="270" y="136"/>
                      </a:lnTo>
                      <a:lnTo>
                        <a:pt x="272" y="136"/>
                      </a:lnTo>
                      <a:lnTo>
                        <a:pt x="278" y="136"/>
                      </a:lnTo>
                      <a:lnTo>
                        <a:pt x="278" y="132"/>
                      </a:lnTo>
                      <a:lnTo>
                        <a:pt x="278" y="128"/>
                      </a:lnTo>
                      <a:lnTo>
                        <a:pt x="272" y="132"/>
                      </a:lnTo>
                      <a:lnTo>
                        <a:pt x="270" y="132"/>
                      </a:lnTo>
                      <a:lnTo>
                        <a:pt x="270" y="128"/>
                      </a:lnTo>
                      <a:lnTo>
                        <a:pt x="266" y="128"/>
                      </a:lnTo>
                      <a:lnTo>
                        <a:pt x="262" y="128"/>
                      </a:lnTo>
                      <a:lnTo>
                        <a:pt x="262" y="132"/>
                      </a:lnTo>
                      <a:lnTo>
                        <a:pt x="258" y="132"/>
                      </a:lnTo>
                      <a:lnTo>
                        <a:pt x="254" y="132"/>
                      </a:lnTo>
                      <a:lnTo>
                        <a:pt x="254" y="128"/>
                      </a:lnTo>
                      <a:lnTo>
                        <a:pt x="254" y="124"/>
                      </a:lnTo>
                      <a:lnTo>
                        <a:pt x="254" y="122"/>
                      </a:lnTo>
                      <a:lnTo>
                        <a:pt x="258" y="122"/>
                      </a:lnTo>
                      <a:lnTo>
                        <a:pt x="254" y="122"/>
                      </a:lnTo>
                      <a:lnTo>
                        <a:pt x="244" y="122"/>
                      </a:lnTo>
                      <a:lnTo>
                        <a:pt x="242" y="122"/>
                      </a:lnTo>
                      <a:lnTo>
                        <a:pt x="244" y="122"/>
                      </a:lnTo>
                      <a:lnTo>
                        <a:pt x="244" y="116"/>
                      </a:lnTo>
                      <a:lnTo>
                        <a:pt x="242" y="122"/>
                      </a:lnTo>
                      <a:lnTo>
                        <a:pt x="238" y="122"/>
                      </a:lnTo>
                      <a:lnTo>
                        <a:pt x="234" y="122"/>
                      </a:lnTo>
                      <a:lnTo>
                        <a:pt x="230" y="122"/>
                      </a:lnTo>
                      <a:lnTo>
                        <a:pt x="224" y="116"/>
                      </a:lnTo>
                      <a:lnTo>
                        <a:pt x="220" y="116"/>
                      </a:lnTo>
                      <a:lnTo>
                        <a:pt x="224" y="116"/>
                      </a:lnTo>
                      <a:lnTo>
                        <a:pt x="220" y="112"/>
                      </a:lnTo>
                      <a:lnTo>
                        <a:pt x="220" y="108"/>
                      </a:lnTo>
                      <a:lnTo>
                        <a:pt x="220" y="104"/>
                      </a:lnTo>
                      <a:lnTo>
                        <a:pt x="216" y="104"/>
                      </a:lnTo>
                      <a:lnTo>
                        <a:pt x="212" y="104"/>
                      </a:lnTo>
                      <a:lnTo>
                        <a:pt x="212" y="100"/>
                      </a:lnTo>
                      <a:lnTo>
                        <a:pt x="210" y="100"/>
                      </a:lnTo>
                      <a:lnTo>
                        <a:pt x="200" y="94"/>
                      </a:lnTo>
                      <a:lnTo>
                        <a:pt x="200" y="90"/>
                      </a:lnTo>
                      <a:lnTo>
                        <a:pt x="196" y="90"/>
                      </a:lnTo>
                      <a:lnTo>
                        <a:pt x="192" y="90"/>
                      </a:lnTo>
                      <a:lnTo>
                        <a:pt x="188" y="90"/>
                      </a:lnTo>
                      <a:lnTo>
                        <a:pt x="188" y="88"/>
                      </a:lnTo>
                      <a:lnTo>
                        <a:pt x="184" y="88"/>
                      </a:lnTo>
                      <a:lnTo>
                        <a:pt x="184" y="84"/>
                      </a:lnTo>
                      <a:lnTo>
                        <a:pt x="180" y="84"/>
                      </a:lnTo>
                      <a:lnTo>
                        <a:pt x="176" y="84"/>
                      </a:lnTo>
                      <a:lnTo>
                        <a:pt x="180" y="84"/>
                      </a:lnTo>
                      <a:lnTo>
                        <a:pt x="176" y="84"/>
                      </a:lnTo>
                      <a:lnTo>
                        <a:pt x="180" y="84"/>
                      </a:lnTo>
                      <a:lnTo>
                        <a:pt x="184" y="84"/>
                      </a:lnTo>
                      <a:lnTo>
                        <a:pt x="184" y="80"/>
                      </a:lnTo>
                      <a:lnTo>
                        <a:pt x="184" y="76"/>
                      </a:lnTo>
                      <a:lnTo>
                        <a:pt x="184" y="70"/>
                      </a:lnTo>
                      <a:lnTo>
                        <a:pt x="188" y="70"/>
                      </a:lnTo>
                      <a:lnTo>
                        <a:pt x="192" y="70"/>
                      </a:lnTo>
                      <a:lnTo>
                        <a:pt x="196" y="70"/>
                      </a:lnTo>
                      <a:lnTo>
                        <a:pt x="200" y="70"/>
                      </a:lnTo>
                      <a:lnTo>
                        <a:pt x="204" y="66"/>
                      </a:lnTo>
                      <a:lnTo>
                        <a:pt x="210" y="66"/>
                      </a:lnTo>
                      <a:lnTo>
                        <a:pt x="212" y="66"/>
                      </a:lnTo>
                      <a:lnTo>
                        <a:pt x="216" y="66"/>
                      </a:lnTo>
                      <a:lnTo>
                        <a:pt x="220" y="66"/>
                      </a:lnTo>
                      <a:lnTo>
                        <a:pt x="224" y="62"/>
                      </a:lnTo>
                      <a:lnTo>
                        <a:pt x="230" y="62"/>
                      </a:lnTo>
                      <a:lnTo>
                        <a:pt x="230" y="58"/>
                      </a:lnTo>
                      <a:lnTo>
                        <a:pt x="234" y="56"/>
                      </a:lnTo>
                      <a:lnTo>
                        <a:pt x="230" y="58"/>
                      </a:lnTo>
                      <a:lnTo>
                        <a:pt x="234" y="56"/>
                      </a:lnTo>
                      <a:lnTo>
                        <a:pt x="234" y="50"/>
                      </a:lnTo>
                      <a:lnTo>
                        <a:pt x="234" y="46"/>
                      </a:lnTo>
                      <a:lnTo>
                        <a:pt x="238" y="46"/>
                      </a:lnTo>
                      <a:lnTo>
                        <a:pt x="234" y="46"/>
                      </a:lnTo>
                      <a:lnTo>
                        <a:pt x="238" y="42"/>
                      </a:lnTo>
                      <a:lnTo>
                        <a:pt x="242" y="42"/>
                      </a:lnTo>
                      <a:lnTo>
                        <a:pt x="242" y="38"/>
                      </a:lnTo>
                      <a:lnTo>
                        <a:pt x="244" y="34"/>
                      </a:lnTo>
                      <a:lnTo>
                        <a:pt x="248" y="28"/>
                      </a:lnTo>
                      <a:lnTo>
                        <a:pt x="254" y="28"/>
                      </a:lnTo>
                      <a:lnTo>
                        <a:pt x="254" y="34"/>
                      </a:lnTo>
                      <a:lnTo>
                        <a:pt x="248" y="34"/>
                      </a:lnTo>
                      <a:lnTo>
                        <a:pt x="254" y="34"/>
                      </a:lnTo>
                      <a:lnTo>
                        <a:pt x="254" y="28"/>
                      </a:lnTo>
                      <a:lnTo>
                        <a:pt x="258" y="28"/>
                      </a:lnTo>
                      <a:lnTo>
                        <a:pt x="262" y="28"/>
                      </a:lnTo>
                      <a:lnTo>
                        <a:pt x="266" y="28"/>
                      </a:lnTo>
                      <a:lnTo>
                        <a:pt x="270" y="28"/>
                      </a:lnTo>
                      <a:lnTo>
                        <a:pt x="270" y="26"/>
                      </a:lnTo>
                      <a:lnTo>
                        <a:pt x="272" y="26"/>
                      </a:lnTo>
                      <a:lnTo>
                        <a:pt x="272" y="22"/>
                      </a:lnTo>
                      <a:lnTo>
                        <a:pt x="278" y="22"/>
                      </a:lnTo>
                      <a:lnTo>
                        <a:pt x="282" y="22"/>
                      </a:lnTo>
                      <a:lnTo>
                        <a:pt x="282" y="26"/>
                      </a:lnTo>
                      <a:lnTo>
                        <a:pt x="278" y="26"/>
                      </a:lnTo>
                      <a:lnTo>
                        <a:pt x="282" y="26"/>
                      </a:lnTo>
                      <a:lnTo>
                        <a:pt x="282" y="28"/>
                      </a:lnTo>
                      <a:lnTo>
                        <a:pt x="282" y="26"/>
                      </a:lnTo>
                      <a:lnTo>
                        <a:pt x="286" y="26"/>
                      </a:lnTo>
                      <a:lnTo>
                        <a:pt x="290" y="26"/>
                      </a:lnTo>
                      <a:lnTo>
                        <a:pt x="290" y="22"/>
                      </a:lnTo>
                      <a:lnTo>
                        <a:pt x="286" y="22"/>
                      </a:lnTo>
                      <a:lnTo>
                        <a:pt x="286" y="26"/>
                      </a:lnTo>
                      <a:lnTo>
                        <a:pt x="282" y="22"/>
                      </a:lnTo>
                      <a:lnTo>
                        <a:pt x="278" y="22"/>
                      </a:lnTo>
                      <a:lnTo>
                        <a:pt x="282" y="18"/>
                      </a:lnTo>
                      <a:lnTo>
                        <a:pt x="286" y="18"/>
                      </a:lnTo>
                      <a:lnTo>
                        <a:pt x="286" y="14"/>
                      </a:lnTo>
                      <a:lnTo>
                        <a:pt x="290" y="14"/>
                      </a:lnTo>
                      <a:lnTo>
                        <a:pt x="294" y="14"/>
                      </a:lnTo>
                      <a:lnTo>
                        <a:pt x="290" y="14"/>
                      </a:lnTo>
                      <a:lnTo>
                        <a:pt x="294" y="14"/>
                      </a:lnTo>
                      <a:lnTo>
                        <a:pt x="290" y="14"/>
                      </a:lnTo>
                      <a:lnTo>
                        <a:pt x="290" y="18"/>
                      </a:lnTo>
                      <a:lnTo>
                        <a:pt x="294" y="18"/>
                      </a:lnTo>
                      <a:lnTo>
                        <a:pt x="300" y="18"/>
                      </a:lnTo>
                      <a:lnTo>
                        <a:pt x="300" y="14"/>
                      </a:lnTo>
                      <a:lnTo>
                        <a:pt x="300" y="18"/>
                      </a:lnTo>
                      <a:lnTo>
                        <a:pt x="304" y="18"/>
                      </a:lnTo>
                      <a:lnTo>
                        <a:pt x="304" y="14"/>
                      </a:lnTo>
                      <a:lnTo>
                        <a:pt x="306" y="14"/>
                      </a:lnTo>
                      <a:lnTo>
                        <a:pt x="310" y="14"/>
                      </a:lnTo>
                      <a:lnTo>
                        <a:pt x="314" y="14"/>
                      </a:lnTo>
                      <a:lnTo>
                        <a:pt x="318" y="10"/>
                      </a:lnTo>
                      <a:lnTo>
                        <a:pt x="322" y="10"/>
                      </a:lnTo>
                      <a:lnTo>
                        <a:pt x="322" y="4"/>
                      </a:lnTo>
                      <a:lnTo>
                        <a:pt x="326" y="4"/>
                      </a:lnTo>
                      <a:lnTo>
                        <a:pt x="330" y="0"/>
                      </a:lnTo>
                      <a:lnTo>
                        <a:pt x="334" y="0"/>
                      </a:lnTo>
                      <a:lnTo>
                        <a:pt x="338" y="0"/>
                      </a:lnTo>
                      <a:lnTo>
                        <a:pt x="344" y="0"/>
                      </a:lnTo>
                      <a:lnTo>
                        <a:pt x="344" y="4"/>
                      </a:lnTo>
                      <a:lnTo>
                        <a:pt x="348" y="4"/>
                      </a:lnTo>
                      <a:lnTo>
                        <a:pt x="352" y="4"/>
                      </a:lnTo>
                      <a:lnTo>
                        <a:pt x="348" y="10"/>
                      </a:lnTo>
                      <a:lnTo>
                        <a:pt x="344" y="10"/>
                      </a:lnTo>
                      <a:lnTo>
                        <a:pt x="338" y="14"/>
                      </a:lnTo>
                      <a:lnTo>
                        <a:pt x="344" y="14"/>
                      </a:lnTo>
                      <a:lnTo>
                        <a:pt x="344" y="18"/>
                      </a:lnTo>
                      <a:lnTo>
                        <a:pt x="344" y="14"/>
                      </a:lnTo>
                      <a:lnTo>
                        <a:pt x="348" y="14"/>
                      </a:lnTo>
                      <a:lnTo>
                        <a:pt x="352" y="14"/>
                      </a:lnTo>
                      <a:lnTo>
                        <a:pt x="352" y="10"/>
                      </a:lnTo>
                      <a:lnTo>
                        <a:pt x="354" y="10"/>
                      </a:lnTo>
                      <a:lnTo>
                        <a:pt x="354" y="4"/>
                      </a:lnTo>
                      <a:lnTo>
                        <a:pt x="358" y="4"/>
                      </a:lnTo>
                      <a:lnTo>
                        <a:pt x="358" y="10"/>
                      </a:lnTo>
                      <a:lnTo>
                        <a:pt x="354" y="10"/>
                      </a:lnTo>
                      <a:lnTo>
                        <a:pt x="358" y="10"/>
                      </a:lnTo>
                      <a:lnTo>
                        <a:pt x="358" y="4"/>
                      </a:lnTo>
                      <a:lnTo>
                        <a:pt x="362" y="10"/>
                      </a:lnTo>
                      <a:lnTo>
                        <a:pt x="362" y="14"/>
                      </a:lnTo>
                      <a:lnTo>
                        <a:pt x="368" y="14"/>
                      </a:lnTo>
                      <a:lnTo>
                        <a:pt x="372" y="14"/>
                      </a:lnTo>
                      <a:lnTo>
                        <a:pt x="372" y="18"/>
                      </a:lnTo>
                      <a:lnTo>
                        <a:pt x="376" y="14"/>
                      </a:lnTo>
                      <a:lnTo>
                        <a:pt x="380" y="14"/>
                      </a:lnTo>
                      <a:lnTo>
                        <a:pt x="382" y="14"/>
                      </a:lnTo>
                      <a:lnTo>
                        <a:pt x="386" y="14"/>
                      </a:lnTo>
                      <a:lnTo>
                        <a:pt x="392" y="14"/>
                      </a:lnTo>
                      <a:lnTo>
                        <a:pt x="396" y="14"/>
                      </a:lnTo>
                      <a:lnTo>
                        <a:pt x="400" y="14"/>
                      </a:lnTo>
                      <a:lnTo>
                        <a:pt x="400" y="18"/>
                      </a:lnTo>
                      <a:lnTo>
                        <a:pt x="396" y="18"/>
                      </a:lnTo>
                      <a:lnTo>
                        <a:pt x="396" y="22"/>
                      </a:lnTo>
                      <a:lnTo>
                        <a:pt x="400" y="22"/>
                      </a:lnTo>
                      <a:lnTo>
                        <a:pt x="404" y="22"/>
                      </a:lnTo>
                      <a:lnTo>
                        <a:pt x="400" y="22"/>
                      </a:lnTo>
                      <a:lnTo>
                        <a:pt x="396" y="22"/>
                      </a:lnTo>
                      <a:lnTo>
                        <a:pt x="400" y="22"/>
                      </a:lnTo>
                      <a:lnTo>
                        <a:pt x="404" y="22"/>
                      </a:lnTo>
                      <a:lnTo>
                        <a:pt x="408" y="22"/>
                      </a:lnTo>
                      <a:lnTo>
                        <a:pt x="408" y="26"/>
                      </a:lnTo>
                      <a:lnTo>
                        <a:pt x="404" y="26"/>
                      </a:lnTo>
                      <a:lnTo>
                        <a:pt x="408" y="26"/>
                      </a:lnTo>
                      <a:lnTo>
                        <a:pt x="414" y="26"/>
                      </a:lnTo>
                      <a:lnTo>
                        <a:pt x="416" y="26"/>
                      </a:lnTo>
                      <a:lnTo>
                        <a:pt x="420" y="26"/>
                      </a:lnTo>
                      <a:lnTo>
                        <a:pt x="424" y="26"/>
                      </a:lnTo>
                      <a:lnTo>
                        <a:pt x="424" y="22"/>
                      </a:lnTo>
                      <a:lnTo>
                        <a:pt x="428" y="22"/>
                      </a:lnTo>
                      <a:lnTo>
                        <a:pt x="428" y="26"/>
                      </a:lnTo>
                      <a:lnTo>
                        <a:pt x="432" y="26"/>
                      </a:lnTo>
                      <a:lnTo>
                        <a:pt x="438" y="26"/>
                      </a:lnTo>
                      <a:lnTo>
                        <a:pt x="438" y="22"/>
                      </a:lnTo>
                      <a:lnTo>
                        <a:pt x="444" y="22"/>
                      </a:lnTo>
                      <a:lnTo>
                        <a:pt x="444" y="26"/>
                      </a:lnTo>
                      <a:lnTo>
                        <a:pt x="448" y="26"/>
                      </a:lnTo>
                      <a:lnTo>
                        <a:pt x="452" y="26"/>
                      </a:lnTo>
                      <a:lnTo>
                        <a:pt x="456" y="26"/>
                      </a:lnTo>
                      <a:lnTo>
                        <a:pt x="456" y="28"/>
                      </a:lnTo>
                      <a:lnTo>
                        <a:pt x="462" y="28"/>
                      </a:lnTo>
                      <a:lnTo>
                        <a:pt x="466" y="26"/>
                      </a:lnTo>
                      <a:lnTo>
                        <a:pt x="466" y="28"/>
                      </a:lnTo>
                      <a:lnTo>
                        <a:pt x="470" y="28"/>
                      </a:lnTo>
                      <a:lnTo>
                        <a:pt x="474" y="34"/>
                      </a:lnTo>
                      <a:lnTo>
                        <a:pt x="476" y="34"/>
                      </a:lnTo>
                      <a:lnTo>
                        <a:pt x="482" y="34"/>
                      </a:lnTo>
                      <a:lnTo>
                        <a:pt x="486" y="34"/>
                      </a:lnTo>
                      <a:lnTo>
                        <a:pt x="490" y="34"/>
                      </a:lnTo>
                      <a:lnTo>
                        <a:pt x="494" y="34"/>
                      </a:lnTo>
                      <a:lnTo>
                        <a:pt x="498" y="34"/>
                      </a:lnTo>
                      <a:lnTo>
                        <a:pt x="502" y="34"/>
                      </a:lnTo>
                      <a:lnTo>
                        <a:pt x="508" y="38"/>
                      </a:lnTo>
                      <a:lnTo>
                        <a:pt x="510" y="38"/>
                      </a:lnTo>
                      <a:lnTo>
                        <a:pt x="514" y="38"/>
                      </a:lnTo>
                      <a:lnTo>
                        <a:pt x="518" y="38"/>
                      </a:lnTo>
                      <a:lnTo>
                        <a:pt x="522" y="38"/>
                      </a:lnTo>
                      <a:lnTo>
                        <a:pt x="528" y="38"/>
                      </a:lnTo>
                      <a:lnTo>
                        <a:pt x="528" y="34"/>
                      </a:lnTo>
                      <a:lnTo>
                        <a:pt x="536" y="34"/>
                      </a:lnTo>
                      <a:lnTo>
                        <a:pt x="538" y="34"/>
                      </a:lnTo>
                      <a:lnTo>
                        <a:pt x="542" y="34"/>
                      </a:lnTo>
                      <a:lnTo>
                        <a:pt x="546" y="34"/>
                      </a:lnTo>
                      <a:lnTo>
                        <a:pt x="552" y="38"/>
                      </a:lnTo>
                      <a:lnTo>
                        <a:pt x="556" y="38"/>
                      </a:lnTo>
                      <a:lnTo>
                        <a:pt x="556" y="42"/>
                      </a:lnTo>
                      <a:lnTo>
                        <a:pt x="560" y="42"/>
                      </a:lnTo>
                      <a:lnTo>
                        <a:pt x="564" y="42"/>
                      </a:lnTo>
                      <a:lnTo>
                        <a:pt x="564" y="46"/>
                      </a:lnTo>
                      <a:lnTo>
                        <a:pt x="568" y="46"/>
                      </a:lnTo>
                      <a:lnTo>
                        <a:pt x="570" y="46"/>
                      </a:lnTo>
                      <a:lnTo>
                        <a:pt x="576" y="46"/>
                      </a:lnTo>
                      <a:lnTo>
                        <a:pt x="576" y="50"/>
                      </a:lnTo>
                      <a:lnTo>
                        <a:pt x="576" y="56"/>
                      </a:lnTo>
                      <a:lnTo>
                        <a:pt x="576" y="66"/>
                      </a:lnTo>
                      <a:lnTo>
                        <a:pt x="576" y="80"/>
                      </a:lnTo>
                      <a:lnTo>
                        <a:pt x="576" y="88"/>
                      </a:lnTo>
                      <a:lnTo>
                        <a:pt x="576" y="90"/>
                      </a:lnTo>
                      <a:lnTo>
                        <a:pt x="576" y="94"/>
                      </a:lnTo>
                      <a:lnTo>
                        <a:pt x="576" y="100"/>
                      </a:lnTo>
                      <a:lnTo>
                        <a:pt x="576" y="108"/>
                      </a:lnTo>
                      <a:lnTo>
                        <a:pt x="576" y="112"/>
                      </a:lnTo>
                      <a:lnTo>
                        <a:pt x="576" y="122"/>
                      </a:lnTo>
                      <a:lnTo>
                        <a:pt x="576" y="124"/>
                      </a:lnTo>
                      <a:lnTo>
                        <a:pt x="576" y="128"/>
                      </a:lnTo>
                      <a:lnTo>
                        <a:pt x="576" y="132"/>
                      </a:lnTo>
                      <a:lnTo>
                        <a:pt x="576" y="146"/>
                      </a:lnTo>
                      <a:lnTo>
                        <a:pt x="576" y="156"/>
                      </a:lnTo>
                      <a:lnTo>
                        <a:pt x="576" y="170"/>
                      </a:lnTo>
                      <a:lnTo>
                        <a:pt x="576" y="194"/>
                      </a:lnTo>
                      <a:lnTo>
                        <a:pt x="576" y="202"/>
                      </a:lnTo>
                      <a:lnTo>
                        <a:pt x="576" y="206"/>
                      </a:lnTo>
                      <a:lnTo>
                        <a:pt x="576" y="222"/>
                      </a:lnTo>
                      <a:lnTo>
                        <a:pt x="576" y="236"/>
                      </a:lnTo>
                      <a:lnTo>
                        <a:pt x="576" y="278"/>
                      </a:lnTo>
                      <a:lnTo>
                        <a:pt x="576" y="292"/>
                      </a:lnTo>
                      <a:lnTo>
                        <a:pt x="576" y="294"/>
                      </a:lnTo>
                      <a:lnTo>
                        <a:pt x="584" y="294"/>
                      </a:lnTo>
                      <a:lnTo>
                        <a:pt x="592" y="294"/>
                      </a:lnTo>
                      <a:lnTo>
                        <a:pt x="598" y="294"/>
                      </a:lnTo>
                      <a:lnTo>
                        <a:pt x="598" y="292"/>
                      </a:lnTo>
                      <a:lnTo>
                        <a:pt x="600" y="292"/>
                      </a:lnTo>
                      <a:lnTo>
                        <a:pt x="604" y="292"/>
                      </a:lnTo>
                      <a:lnTo>
                        <a:pt x="604" y="294"/>
                      </a:lnTo>
                      <a:lnTo>
                        <a:pt x="604" y="298"/>
                      </a:lnTo>
                      <a:lnTo>
                        <a:pt x="608" y="304"/>
                      </a:lnTo>
                      <a:lnTo>
                        <a:pt x="612" y="304"/>
                      </a:lnTo>
                      <a:lnTo>
                        <a:pt x="612" y="308"/>
                      </a:lnTo>
                      <a:lnTo>
                        <a:pt x="616" y="312"/>
                      </a:lnTo>
                      <a:lnTo>
                        <a:pt x="622" y="312"/>
                      </a:lnTo>
                      <a:lnTo>
                        <a:pt x="626" y="316"/>
                      </a:lnTo>
                      <a:lnTo>
                        <a:pt x="630" y="320"/>
                      </a:lnTo>
                      <a:lnTo>
                        <a:pt x="630" y="322"/>
                      </a:lnTo>
                      <a:lnTo>
                        <a:pt x="630" y="328"/>
                      </a:lnTo>
                      <a:lnTo>
                        <a:pt x="632" y="328"/>
                      </a:lnTo>
                      <a:lnTo>
                        <a:pt x="632" y="322"/>
                      </a:lnTo>
                      <a:lnTo>
                        <a:pt x="636" y="322"/>
                      </a:lnTo>
                      <a:lnTo>
                        <a:pt x="640" y="322"/>
                      </a:lnTo>
                      <a:lnTo>
                        <a:pt x="646" y="322"/>
                      </a:lnTo>
                      <a:lnTo>
                        <a:pt x="646" y="320"/>
                      </a:lnTo>
                      <a:lnTo>
                        <a:pt x="646" y="316"/>
                      </a:lnTo>
                      <a:lnTo>
                        <a:pt x="650" y="316"/>
                      </a:lnTo>
                      <a:lnTo>
                        <a:pt x="650" y="312"/>
                      </a:lnTo>
                      <a:lnTo>
                        <a:pt x="654" y="312"/>
                      </a:lnTo>
                      <a:lnTo>
                        <a:pt x="654" y="308"/>
                      </a:lnTo>
                      <a:lnTo>
                        <a:pt x="658" y="308"/>
                      </a:lnTo>
                      <a:lnTo>
                        <a:pt x="662" y="308"/>
                      </a:lnTo>
                      <a:lnTo>
                        <a:pt x="666" y="312"/>
                      </a:lnTo>
                      <a:lnTo>
                        <a:pt x="670" y="312"/>
                      </a:lnTo>
                      <a:lnTo>
                        <a:pt x="670" y="316"/>
                      </a:lnTo>
                      <a:lnTo>
                        <a:pt x="666" y="316"/>
                      </a:lnTo>
                      <a:lnTo>
                        <a:pt x="670" y="320"/>
                      </a:lnTo>
                      <a:lnTo>
                        <a:pt x="674" y="320"/>
                      </a:lnTo>
                      <a:lnTo>
                        <a:pt x="674" y="322"/>
                      </a:lnTo>
                      <a:lnTo>
                        <a:pt x="678" y="322"/>
                      </a:lnTo>
                      <a:lnTo>
                        <a:pt x="678" y="328"/>
                      </a:lnTo>
                      <a:lnTo>
                        <a:pt x="680" y="328"/>
                      </a:lnTo>
                      <a:lnTo>
                        <a:pt x="680" y="332"/>
                      </a:lnTo>
                      <a:lnTo>
                        <a:pt x="684" y="332"/>
                      </a:lnTo>
                      <a:lnTo>
                        <a:pt x="684" y="336"/>
                      </a:lnTo>
                      <a:lnTo>
                        <a:pt x="690" y="336"/>
                      </a:lnTo>
                      <a:lnTo>
                        <a:pt x="694" y="340"/>
                      </a:lnTo>
                      <a:lnTo>
                        <a:pt x="694" y="344"/>
                      </a:lnTo>
                      <a:lnTo>
                        <a:pt x="698" y="344"/>
                      </a:lnTo>
                      <a:lnTo>
                        <a:pt x="698" y="350"/>
                      </a:lnTo>
                      <a:lnTo>
                        <a:pt x="698" y="354"/>
                      </a:lnTo>
                      <a:lnTo>
                        <a:pt x="702" y="354"/>
                      </a:lnTo>
                      <a:lnTo>
                        <a:pt x="702" y="356"/>
                      </a:lnTo>
                      <a:lnTo>
                        <a:pt x="706" y="360"/>
                      </a:lnTo>
                      <a:lnTo>
                        <a:pt x="706" y="364"/>
                      </a:lnTo>
                      <a:lnTo>
                        <a:pt x="708" y="364"/>
                      </a:lnTo>
                      <a:lnTo>
                        <a:pt x="708" y="368"/>
                      </a:lnTo>
                      <a:lnTo>
                        <a:pt x="708" y="374"/>
                      </a:lnTo>
                      <a:lnTo>
                        <a:pt x="714" y="374"/>
                      </a:lnTo>
                      <a:lnTo>
                        <a:pt x="714" y="378"/>
                      </a:lnTo>
                      <a:lnTo>
                        <a:pt x="718" y="382"/>
                      </a:lnTo>
                      <a:lnTo>
                        <a:pt x="718" y="384"/>
                      </a:lnTo>
                      <a:lnTo>
                        <a:pt x="722" y="384"/>
                      </a:lnTo>
                      <a:lnTo>
                        <a:pt x="726" y="384"/>
                      </a:lnTo>
                      <a:lnTo>
                        <a:pt x="726" y="388"/>
                      </a:lnTo>
                      <a:lnTo>
                        <a:pt x="730" y="388"/>
                      </a:lnTo>
                      <a:lnTo>
                        <a:pt x="736" y="388"/>
                      </a:lnTo>
                      <a:lnTo>
                        <a:pt x="736" y="392"/>
                      </a:lnTo>
                      <a:lnTo>
                        <a:pt x="740" y="392"/>
                      </a:lnTo>
                      <a:lnTo>
                        <a:pt x="740" y="398"/>
                      </a:lnTo>
                      <a:lnTo>
                        <a:pt x="742" y="398"/>
                      </a:lnTo>
                      <a:lnTo>
                        <a:pt x="746" y="398"/>
                      </a:lnTo>
                      <a:lnTo>
                        <a:pt x="746" y="402"/>
                      </a:lnTo>
                      <a:lnTo>
                        <a:pt x="742" y="402"/>
                      </a:lnTo>
                      <a:lnTo>
                        <a:pt x="742" y="406"/>
                      </a:lnTo>
                      <a:lnTo>
                        <a:pt x="742" y="410"/>
                      </a:lnTo>
                      <a:lnTo>
                        <a:pt x="742" y="414"/>
                      </a:lnTo>
                      <a:lnTo>
                        <a:pt x="746" y="418"/>
                      </a:lnTo>
                      <a:lnTo>
                        <a:pt x="742" y="418"/>
                      </a:lnTo>
                      <a:lnTo>
                        <a:pt x="742" y="422"/>
                      </a:lnTo>
                      <a:lnTo>
                        <a:pt x="740" y="426"/>
                      </a:lnTo>
                      <a:lnTo>
                        <a:pt x="736" y="426"/>
                      </a:lnTo>
                      <a:lnTo>
                        <a:pt x="736" y="430"/>
                      </a:lnTo>
                      <a:lnTo>
                        <a:pt x="736" y="426"/>
                      </a:lnTo>
                      <a:lnTo>
                        <a:pt x="736" y="430"/>
                      </a:lnTo>
                      <a:lnTo>
                        <a:pt x="730" y="430"/>
                      </a:lnTo>
                      <a:lnTo>
                        <a:pt x="730" y="426"/>
                      </a:lnTo>
                      <a:lnTo>
                        <a:pt x="730" y="422"/>
                      </a:lnTo>
                      <a:lnTo>
                        <a:pt x="736" y="422"/>
                      </a:lnTo>
                      <a:lnTo>
                        <a:pt x="740" y="418"/>
                      </a:lnTo>
                      <a:lnTo>
                        <a:pt x="740" y="414"/>
                      </a:lnTo>
                      <a:lnTo>
                        <a:pt x="740" y="418"/>
                      </a:lnTo>
                      <a:lnTo>
                        <a:pt x="736" y="418"/>
                      </a:lnTo>
                      <a:lnTo>
                        <a:pt x="736" y="422"/>
                      </a:lnTo>
                      <a:lnTo>
                        <a:pt x="736" y="418"/>
                      </a:lnTo>
                      <a:lnTo>
                        <a:pt x="730" y="422"/>
                      </a:lnTo>
                      <a:lnTo>
                        <a:pt x="730" y="418"/>
                      </a:lnTo>
                      <a:lnTo>
                        <a:pt x="736" y="418"/>
                      </a:lnTo>
                      <a:lnTo>
                        <a:pt x="736" y="414"/>
                      </a:lnTo>
                      <a:lnTo>
                        <a:pt x="730" y="414"/>
                      </a:lnTo>
                      <a:lnTo>
                        <a:pt x="730" y="410"/>
                      </a:lnTo>
                      <a:lnTo>
                        <a:pt x="730" y="406"/>
                      </a:lnTo>
                      <a:lnTo>
                        <a:pt x="730" y="402"/>
                      </a:lnTo>
                      <a:lnTo>
                        <a:pt x="726" y="402"/>
                      </a:lnTo>
                      <a:lnTo>
                        <a:pt x="726" y="398"/>
                      </a:lnTo>
                      <a:lnTo>
                        <a:pt x="730" y="398"/>
                      </a:lnTo>
                      <a:lnTo>
                        <a:pt x="726" y="398"/>
                      </a:lnTo>
                      <a:lnTo>
                        <a:pt x="726" y="402"/>
                      </a:lnTo>
                      <a:lnTo>
                        <a:pt x="722" y="402"/>
                      </a:lnTo>
                      <a:lnTo>
                        <a:pt x="722" y="398"/>
                      </a:lnTo>
                      <a:lnTo>
                        <a:pt x="722" y="402"/>
                      </a:lnTo>
                      <a:lnTo>
                        <a:pt x="718" y="402"/>
                      </a:lnTo>
                      <a:lnTo>
                        <a:pt x="714" y="402"/>
                      </a:lnTo>
                      <a:lnTo>
                        <a:pt x="718" y="402"/>
                      </a:lnTo>
                      <a:lnTo>
                        <a:pt x="718" y="406"/>
                      </a:lnTo>
                      <a:lnTo>
                        <a:pt x="718" y="410"/>
                      </a:lnTo>
                      <a:lnTo>
                        <a:pt x="714" y="410"/>
                      </a:lnTo>
                      <a:lnTo>
                        <a:pt x="708" y="410"/>
                      </a:lnTo>
                      <a:lnTo>
                        <a:pt x="708" y="406"/>
                      </a:lnTo>
                      <a:lnTo>
                        <a:pt x="714" y="406"/>
                      </a:lnTo>
                      <a:lnTo>
                        <a:pt x="714" y="402"/>
                      </a:lnTo>
                      <a:lnTo>
                        <a:pt x="714" y="398"/>
                      </a:lnTo>
                      <a:lnTo>
                        <a:pt x="714" y="392"/>
                      </a:lnTo>
                      <a:lnTo>
                        <a:pt x="718" y="392"/>
                      </a:lnTo>
                      <a:lnTo>
                        <a:pt x="714" y="392"/>
                      </a:lnTo>
                      <a:lnTo>
                        <a:pt x="714" y="388"/>
                      </a:lnTo>
                      <a:lnTo>
                        <a:pt x="708" y="388"/>
                      </a:lnTo>
                      <a:lnTo>
                        <a:pt x="708" y="384"/>
                      </a:lnTo>
                      <a:lnTo>
                        <a:pt x="706" y="384"/>
                      </a:lnTo>
                      <a:lnTo>
                        <a:pt x="706" y="382"/>
                      </a:lnTo>
                      <a:lnTo>
                        <a:pt x="708" y="382"/>
                      </a:lnTo>
                      <a:lnTo>
                        <a:pt x="706" y="382"/>
                      </a:lnTo>
                      <a:lnTo>
                        <a:pt x="702" y="382"/>
                      </a:lnTo>
                      <a:lnTo>
                        <a:pt x="702" y="378"/>
                      </a:lnTo>
                      <a:lnTo>
                        <a:pt x="702" y="374"/>
                      </a:lnTo>
                      <a:lnTo>
                        <a:pt x="698" y="374"/>
                      </a:lnTo>
                      <a:lnTo>
                        <a:pt x="694" y="374"/>
                      </a:lnTo>
                      <a:lnTo>
                        <a:pt x="690" y="374"/>
                      </a:lnTo>
                      <a:lnTo>
                        <a:pt x="690" y="368"/>
                      </a:lnTo>
                      <a:lnTo>
                        <a:pt x="694" y="368"/>
                      </a:lnTo>
                      <a:lnTo>
                        <a:pt x="698" y="368"/>
                      </a:lnTo>
                      <a:lnTo>
                        <a:pt x="698" y="364"/>
                      </a:lnTo>
                      <a:lnTo>
                        <a:pt x="698" y="368"/>
                      </a:lnTo>
                      <a:lnTo>
                        <a:pt x="694" y="368"/>
                      </a:lnTo>
                      <a:lnTo>
                        <a:pt x="694" y="364"/>
                      </a:lnTo>
                      <a:lnTo>
                        <a:pt x="690" y="364"/>
                      </a:lnTo>
                      <a:lnTo>
                        <a:pt x="694" y="360"/>
                      </a:lnTo>
                      <a:lnTo>
                        <a:pt x="690" y="360"/>
                      </a:lnTo>
                      <a:lnTo>
                        <a:pt x="690" y="356"/>
                      </a:lnTo>
                      <a:lnTo>
                        <a:pt x="698" y="360"/>
                      </a:lnTo>
                      <a:lnTo>
                        <a:pt x="694" y="360"/>
                      </a:lnTo>
                      <a:lnTo>
                        <a:pt x="694" y="356"/>
                      </a:lnTo>
                      <a:lnTo>
                        <a:pt x="690" y="356"/>
                      </a:lnTo>
                      <a:lnTo>
                        <a:pt x="690" y="354"/>
                      </a:lnTo>
                      <a:lnTo>
                        <a:pt x="694" y="354"/>
                      </a:lnTo>
                      <a:lnTo>
                        <a:pt x="698" y="354"/>
                      </a:lnTo>
                      <a:lnTo>
                        <a:pt x="694" y="354"/>
                      </a:lnTo>
                      <a:lnTo>
                        <a:pt x="690" y="354"/>
                      </a:lnTo>
                      <a:lnTo>
                        <a:pt x="690" y="356"/>
                      </a:lnTo>
                      <a:lnTo>
                        <a:pt x="684" y="354"/>
                      </a:lnTo>
                      <a:lnTo>
                        <a:pt x="684" y="350"/>
                      </a:lnTo>
                      <a:lnTo>
                        <a:pt x="690" y="350"/>
                      </a:lnTo>
                      <a:lnTo>
                        <a:pt x="684" y="350"/>
                      </a:lnTo>
                      <a:lnTo>
                        <a:pt x="684" y="354"/>
                      </a:lnTo>
                      <a:lnTo>
                        <a:pt x="684" y="350"/>
                      </a:lnTo>
                      <a:lnTo>
                        <a:pt x="680" y="350"/>
                      </a:lnTo>
                      <a:lnTo>
                        <a:pt x="680" y="344"/>
                      </a:lnTo>
                      <a:lnTo>
                        <a:pt x="684" y="340"/>
                      </a:lnTo>
                      <a:lnTo>
                        <a:pt x="680" y="340"/>
                      </a:lnTo>
                      <a:lnTo>
                        <a:pt x="684" y="340"/>
                      </a:lnTo>
                      <a:lnTo>
                        <a:pt x="684" y="336"/>
                      </a:lnTo>
                      <a:lnTo>
                        <a:pt x="684" y="340"/>
                      </a:lnTo>
                      <a:lnTo>
                        <a:pt x="684" y="336"/>
                      </a:lnTo>
                      <a:lnTo>
                        <a:pt x="684" y="340"/>
                      </a:lnTo>
                      <a:lnTo>
                        <a:pt x="680" y="340"/>
                      </a:lnTo>
                      <a:lnTo>
                        <a:pt x="680" y="344"/>
                      </a:lnTo>
                      <a:lnTo>
                        <a:pt x="678" y="344"/>
                      </a:lnTo>
                      <a:lnTo>
                        <a:pt x="678" y="340"/>
                      </a:lnTo>
                      <a:lnTo>
                        <a:pt x="674" y="340"/>
                      </a:lnTo>
                      <a:lnTo>
                        <a:pt x="670" y="336"/>
                      </a:lnTo>
                      <a:lnTo>
                        <a:pt x="670" y="332"/>
                      </a:lnTo>
                      <a:lnTo>
                        <a:pt x="666" y="332"/>
                      </a:lnTo>
                      <a:lnTo>
                        <a:pt x="666" y="328"/>
                      </a:lnTo>
                      <a:lnTo>
                        <a:pt x="666" y="322"/>
                      </a:lnTo>
                      <a:lnTo>
                        <a:pt x="666" y="320"/>
                      </a:lnTo>
                      <a:lnTo>
                        <a:pt x="662" y="320"/>
                      </a:lnTo>
                      <a:lnTo>
                        <a:pt x="662" y="316"/>
                      </a:lnTo>
                      <a:lnTo>
                        <a:pt x="662" y="320"/>
                      </a:lnTo>
                      <a:lnTo>
                        <a:pt x="666" y="322"/>
                      </a:lnTo>
                      <a:lnTo>
                        <a:pt x="662" y="322"/>
                      </a:lnTo>
                      <a:lnTo>
                        <a:pt x="662" y="320"/>
                      </a:lnTo>
                      <a:lnTo>
                        <a:pt x="662" y="322"/>
                      </a:lnTo>
                      <a:lnTo>
                        <a:pt x="662" y="328"/>
                      </a:lnTo>
                      <a:lnTo>
                        <a:pt x="666" y="328"/>
                      </a:lnTo>
                      <a:lnTo>
                        <a:pt x="666" y="332"/>
                      </a:lnTo>
                      <a:lnTo>
                        <a:pt x="666" y="336"/>
                      </a:lnTo>
                      <a:lnTo>
                        <a:pt x="666" y="340"/>
                      </a:lnTo>
                      <a:lnTo>
                        <a:pt x="670" y="340"/>
                      </a:lnTo>
                      <a:lnTo>
                        <a:pt x="670" y="344"/>
                      </a:lnTo>
                      <a:lnTo>
                        <a:pt x="666" y="344"/>
                      </a:lnTo>
                      <a:lnTo>
                        <a:pt x="662" y="344"/>
                      </a:lnTo>
                      <a:lnTo>
                        <a:pt x="662" y="340"/>
                      </a:lnTo>
                      <a:lnTo>
                        <a:pt x="658" y="340"/>
                      </a:lnTo>
                      <a:lnTo>
                        <a:pt x="654" y="340"/>
                      </a:lnTo>
                      <a:lnTo>
                        <a:pt x="658" y="336"/>
                      </a:lnTo>
                      <a:lnTo>
                        <a:pt x="654" y="336"/>
                      </a:lnTo>
                      <a:lnTo>
                        <a:pt x="654" y="332"/>
                      </a:lnTo>
                      <a:lnTo>
                        <a:pt x="654" y="328"/>
                      </a:lnTo>
                      <a:lnTo>
                        <a:pt x="658" y="328"/>
                      </a:lnTo>
                      <a:lnTo>
                        <a:pt x="654" y="328"/>
                      </a:lnTo>
                      <a:lnTo>
                        <a:pt x="654" y="322"/>
                      </a:lnTo>
                      <a:lnTo>
                        <a:pt x="650" y="322"/>
                      </a:lnTo>
                      <a:lnTo>
                        <a:pt x="650" y="328"/>
                      </a:lnTo>
                      <a:lnTo>
                        <a:pt x="654" y="328"/>
                      </a:lnTo>
                      <a:lnTo>
                        <a:pt x="654" y="332"/>
                      </a:lnTo>
                      <a:lnTo>
                        <a:pt x="650" y="332"/>
                      </a:lnTo>
                      <a:lnTo>
                        <a:pt x="646" y="332"/>
                      </a:lnTo>
                      <a:lnTo>
                        <a:pt x="646" y="328"/>
                      </a:lnTo>
                      <a:lnTo>
                        <a:pt x="640" y="328"/>
                      </a:lnTo>
                      <a:lnTo>
                        <a:pt x="636" y="322"/>
                      </a:lnTo>
                      <a:lnTo>
                        <a:pt x="636" y="328"/>
                      </a:lnTo>
                      <a:lnTo>
                        <a:pt x="636" y="332"/>
                      </a:lnTo>
                      <a:lnTo>
                        <a:pt x="636" y="328"/>
                      </a:lnTo>
                      <a:lnTo>
                        <a:pt x="640" y="328"/>
                      </a:lnTo>
                      <a:lnTo>
                        <a:pt x="646" y="328"/>
                      </a:lnTo>
                      <a:lnTo>
                        <a:pt x="646" y="332"/>
                      </a:lnTo>
                      <a:lnTo>
                        <a:pt x="640" y="332"/>
                      </a:lnTo>
                      <a:lnTo>
                        <a:pt x="646" y="332"/>
                      </a:lnTo>
                      <a:lnTo>
                        <a:pt x="650" y="332"/>
                      </a:lnTo>
                      <a:lnTo>
                        <a:pt x="646" y="336"/>
                      </a:lnTo>
                      <a:lnTo>
                        <a:pt x="650" y="336"/>
                      </a:lnTo>
                      <a:lnTo>
                        <a:pt x="654" y="336"/>
                      </a:lnTo>
                      <a:lnTo>
                        <a:pt x="654" y="340"/>
                      </a:lnTo>
                      <a:lnTo>
                        <a:pt x="650" y="344"/>
                      </a:lnTo>
                      <a:lnTo>
                        <a:pt x="650" y="340"/>
                      </a:lnTo>
                      <a:lnTo>
                        <a:pt x="646" y="340"/>
                      </a:lnTo>
                      <a:lnTo>
                        <a:pt x="646" y="344"/>
                      </a:lnTo>
                      <a:lnTo>
                        <a:pt x="646" y="340"/>
                      </a:lnTo>
                      <a:lnTo>
                        <a:pt x="650" y="344"/>
                      </a:lnTo>
                      <a:lnTo>
                        <a:pt x="646" y="344"/>
                      </a:lnTo>
                      <a:lnTo>
                        <a:pt x="646" y="340"/>
                      </a:lnTo>
                      <a:lnTo>
                        <a:pt x="640" y="344"/>
                      </a:lnTo>
                      <a:lnTo>
                        <a:pt x="646" y="344"/>
                      </a:lnTo>
                      <a:lnTo>
                        <a:pt x="640" y="344"/>
                      </a:lnTo>
                      <a:lnTo>
                        <a:pt x="640" y="340"/>
                      </a:lnTo>
                      <a:lnTo>
                        <a:pt x="636" y="340"/>
                      </a:lnTo>
                      <a:lnTo>
                        <a:pt x="632" y="340"/>
                      </a:lnTo>
                      <a:lnTo>
                        <a:pt x="632" y="336"/>
                      </a:lnTo>
                      <a:lnTo>
                        <a:pt x="630" y="336"/>
                      </a:lnTo>
                      <a:lnTo>
                        <a:pt x="630" y="332"/>
                      </a:lnTo>
                      <a:lnTo>
                        <a:pt x="630" y="336"/>
                      </a:lnTo>
                      <a:lnTo>
                        <a:pt x="626" y="332"/>
                      </a:lnTo>
                      <a:lnTo>
                        <a:pt x="626" y="328"/>
                      </a:lnTo>
                      <a:lnTo>
                        <a:pt x="622" y="328"/>
                      </a:lnTo>
                      <a:lnTo>
                        <a:pt x="622" y="322"/>
                      </a:lnTo>
                      <a:lnTo>
                        <a:pt x="616" y="322"/>
                      </a:lnTo>
                      <a:lnTo>
                        <a:pt x="612" y="322"/>
                      </a:lnTo>
                      <a:lnTo>
                        <a:pt x="616" y="320"/>
                      </a:lnTo>
                      <a:lnTo>
                        <a:pt x="612" y="320"/>
                      </a:lnTo>
                      <a:lnTo>
                        <a:pt x="612" y="322"/>
                      </a:lnTo>
                      <a:lnTo>
                        <a:pt x="608" y="320"/>
                      </a:lnTo>
                      <a:lnTo>
                        <a:pt x="604" y="320"/>
                      </a:lnTo>
                      <a:lnTo>
                        <a:pt x="604" y="316"/>
                      </a:lnTo>
                      <a:lnTo>
                        <a:pt x="600" y="316"/>
                      </a:lnTo>
                      <a:lnTo>
                        <a:pt x="598" y="316"/>
                      </a:lnTo>
                      <a:lnTo>
                        <a:pt x="598" y="312"/>
                      </a:lnTo>
                      <a:lnTo>
                        <a:pt x="600" y="308"/>
                      </a:lnTo>
                      <a:lnTo>
                        <a:pt x="598" y="308"/>
                      </a:lnTo>
                      <a:lnTo>
                        <a:pt x="598" y="304"/>
                      </a:lnTo>
                      <a:lnTo>
                        <a:pt x="600" y="304"/>
                      </a:lnTo>
                      <a:lnTo>
                        <a:pt x="600" y="308"/>
                      </a:lnTo>
                      <a:lnTo>
                        <a:pt x="600" y="312"/>
                      </a:lnTo>
                      <a:lnTo>
                        <a:pt x="604" y="312"/>
                      </a:lnTo>
                      <a:lnTo>
                        <a:pt x="604" y="308"/>
                      </a:lnTo>
                      <a:lnTo>
                        <a:pt x="600" y="308"/>
                      </a:lnTo>
                      <a:lnTo>
                        <a:pt x="604" y="304"/>
                      </a:lnTo>
                      <a:lnTo>
                        <a:pt x="608" y="308"/>
                      </a:lnTo>
                      <a:lnTo>
                        <a:pt x="608" y="304"/>
                      </a:lnTo>
                      <a:lnTo>
                        <a:pt x="604" y="304"/>
                      </a:lnTo>
                      <a:lnTo>
                        <a:pt x="600" y="304"/>
                      </a:lnTo>
                      <a:lnTo>
                        <a:pt x="600" y="298"/>
                      </a:lnTo>
                      <a:lnTo>
                        <a:pt x="598" y="298"/>
                      </a:lnTo>
                      <a:lnTo>
                        <a:pt x="598" y="304"/>
                      </a:lnTo>
                      <a:lnTo>
                        <a:pt x="592" y="308"/>
                      </a:lnTo>
                      <a:lnTo>
                        <a:pt x="588" y="308"/>
                      </a:lnTo>
                      <a:lnTo>
                        <a:pt x="584" y="308"/>
                      </a:lnTo>
                      <a:lnTo>
                        <a:pt x="580" y="308"/>
                      </a:lnTo>
                      <a:lnTo>
                        <a:pt x="576" y="308"/>
                      </a:lnTo>
                      <a:lnTo>
                        <a:pt x="570" y="304"/>
                      </a:lnTo>
                      <a:lnTo>
                        <a:pt x="568" y="304"/>
                      </a:lnTo>
                      <a:lnTo>
                        <a:pt x="570" y="304"/>
                      </a:lnTo>
                      <a:lnTo>
                        <a:pt x="570" y="298"/>
                      </a:lnTo>
                      <a:lnTo>
                        <a:pt x="568" y="298"/>
                      </a:lnTo>
                      <a:lnTo>
                        <a:pt x="568" y="304"/>
                      </a:lnTo>
                      <a:lnTo>
                        <a:pt x="564" y="304"/>
                      </a:lnTo>
                      <a:lnTo>
                        <a:pt x="564" y="298"/>
                      </a:lnTo>
                      <a:lnTo>
                        <a:pt x="560" y="298"/>
                      </a:lnTo>
                      <a:lnTo>
                        <a:pt x="552" y="298"/>
                      </a:lnTo>
                      <a:lnTo>
                        <a:pt x="546" y="298"/>
                      </a:lnTo>
                      <a:lnTo>
                        <a:pt x="542" y="298"/>
                      </a:lnTo>
                      <a:lnTo>
                        <a:pt x="538" y="298"/>
                      </a:lnTo>
                      <a:lnTo>
                        <a:pt x="536" y="298"/>
                      </a:lnTo>
                      <a:lnTo>
                        <a:pt x="532" y="298"/>
                      </a:lnTo>
                      <a:lnTo>
                        <a:pt x="528" y="298"/>
                      </a:lnTo>
                      <a:lnTo>
                        <a:pt x="528" y="294"/>
                      </a:lnTo>
                      <a:lnTo>
                        <a:pt x="522" y="294"/>
                      </a:lnTo>
                      <a:lnTo>
                        <a:pt x="518" y="294"/>
                      </a:lnTo>
                      <a:lnTo>
                        <a:pt x="514" y="294"/>
                      </a:lnTo>
                      <a:lnTo>
                        <a:pt x="514" y="292"/>
                      </a:lnTo>
                      <a:lnTo>
                        <a:pt x="514" y="288"/>
                      </a:lnTo>
                      <a:lnTo>
                        <a:pt x="518" y="288"/>
                      </a:lnTo>
                      <a:lnTo>
                        <a:pt x="518" y="284"/>
                      </a:lnTo>
                      <a:lnTo>
                        <a:pt x="514" y="288"/>
                      </a:lnTo>
                      <a:lnTo>
                        <a:pt x="510" y="292"/>
                      </a:lnTo>
                      <a:lnTo>
                        <a:pt x="508" y="292"/>
                      </a:lnTo>
                      <a:lnTo>
                        <a:pt x="502" y="292"/>
                      </a:lnTo>
                      <a:lnTo>
                        <a:pt x="498" y="288"/>
                      </a:lnTo>
                      <a:lnTo>
                        <a:pt x="502" y="288"/>
                      </a:lnTo>
                      <a:lnTo>
                        <a:pt x="502" y="284"/>
                      </a:lnTo>
                      <a:lnTo>
                        <a:pt x="502" y="288"/>
                      </a:lnTo>
                      <a:lnTo>
                        <a:pt x="498" y="288"/>
                      </a:lnTo>
                      <a:lnTo>
                        <a:pt x="498" y="284"/>
                      </a:lnTo>
                      <a:lnTo>
                        <a:pt x="498" y="288"/>
                      </a:lnTo>
                      <a:lnTo>
                        <a:pt x="494" y="288"/>
                      </a:lnTo>
                      <a:lnTo>
                        <a:pt x="494" y="284"/>
                      </a:lnTo>
                      <a:lnTo>
                        <a:pt x="498" y="284"/>
                      </a:lnTo>
                      <a:lnTo>
                        <a:pt x="494" y="284"/>
                      </a:lnTo>
                      <a:lnTo>
                        <a:pt x="490" y="284"/>
                      </a:lnTo>
                      <a:lnTo>
                        <a:pt x="486" y="284"/>
                      </a:lnTo>
                      <a:lnTo>
                        <a:pt x="490" y="284"/>
                      </a:lnTo>
                      <a:lnTo>
                        <a:pt x="494" y="278"/>
                      </a:lnTo>
                      <a:lnTo>
                        <a:pt x="490" y="278"/>
                      </a:lnTo>
                      <a:lnTo>
                        <a:pt x="486" y="278"/>
                      </a:lnTo>
                      <a:lnTo>
                        <a:pt x="490" y="274"/>
                      </a:lnTo>
                      <a:lnTo>
                        <a:pt x="494" y="274"/>
                      </a:lnTo>
                      <a:lnTo>
                        <a:pt x="494" y="270"/>
                      </a:lnTo>
                      <a:lnTo>
                        <a:pt x="490" y="270"/>
                      </a:lnTo>
                      <a:lnTo>
                        <a:pt x="490" y="274"/>
                      </a:lnTo>
                      <a:lnTo>
                        <a:pt x="486" y="274"/>
                      </a:lnTo>
                      <a:lnTo>
                        <a:pt x="482" y="278"/>
                      </a:lnTo>
                      <a:lnTo>
                        <a:pt x="482" y="274"/>
                      </a:lnTo>
                      <a:lnTo>
                        <a:pt x="476" y="274"/>
                      </a:lnTo>
                      <a:lnTo>
                        <a:pt x="476" y="278"/>
                      </a:lnTo>
                      <a:lnTo>
                        <a:pt x="474" y="278"/>
                      </a:lnTo>
                      <a:lnTo>
                        <a:pt x="474" y="274"/>
                      </a:lnTo>
                      <a:lnTo>
                        <a:pt x="474" y="270"/>
                      </a:lnTo>
                      <a:lnTo>
                        <a:pt x="474" y="278"/>
                      </a:lnTo>
                      <a:lnTo>
                        <a:pt x="470" y="278"/>
                      </a:lnTo>
                      <a:lnTo>
                        <a:pt x="466" y="278"/>
                      </a:lnTo>
                      <a:lnTo>
                        <a:pt x="470" y="274"/>
                      </a:lnTo>
                      <a:lnTo>
                        <a:pt x="470" y="270"/>
                      </a:lnTo>
                      <a:lnTo>
                        <a:pt x="470" y="274"/>
                      </a:lnTo>
                      <a:lnTo>
                        <a:pt x="466" y="274"/>
                      </a:lnTo>
                      <a:lnTo>
                        <a:pt x="462" y="274"/>
                      </a:lnTo>
                      <a:lnTo>
                        <a:pt x="466" y="274"/>
                      </a:lnTo>
                      <a:lnTo>
                        <a:pt x="462" y="278"/>
                      </a:lnTo>
                      <a:lnTo>
                        <a:pt x="456" y="278"/>
                      </a:lnTo>
                      <a:lnTo>
                        <a:pt x="456" y="284"/>
                      </a:lnTo>
                      <a:lnTo>
                        <a:pt x="456" y="278"/>
                      </a:lnTo>
                      <a:lnTo>
                        <a:pt x="462" y="284"/>
                      </a:lnTo>
                      <a:lnTo>
                        <a:pt x="456" y="284"/>
                      </a:lnTo>
                      <a:lnTo>
                        <a:pt x="462" y="284"/>
                      </a:lnTo>
                      <a:lnTo>
                        <a:pt x="466" y="288"/>
                      </a:lnTo>
                      <a:lnTo>
                        <a:pt x="462" y="288"/>
                      </a:lnTo>
                      <a:lnTo>
                        <a:pt x="456" y="288"/>
                      </a:lnTo>
                      <a:lnTo>
                        <a:pt x="456" y="292"/>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214" name="Freeform 65">
                  <a:extLst>
                    <a:ext uri="{FF2B5EF4-FFF2-40B4-BE49-F238E27FC236}">
                      <a16:creationId xmlns:a16="http://schemas.microsoft.com/office/drawing/2014/main" id="{69689585-DC33-3CC8-16D0-FB8AA27712FD}"/>
                    </a:ext>
                  </a:extLst>
                </p:cNvPr>
                <p:cNvSpPr>
                  <a:spLocks/>
                </p:cNvSpPr>
                <p:nvPr/>
              </p:nvSpPr>
              <p:spPr bwMode="gray">
                <a:xfrm>
                  <a:off x="3074595" y="4140546"/>
                  <a:ext cx="6957" cy="6957"/>
                </a:xfrm>
                <a:custGeom>
                  <a:avLst/>
                  <a:gdLst>
                    <a:gd name="T0" fmla="*/ 4 w 4"/>
                    <a:gd name="T1" fmla="*/ 4 h 4"/>
                    <a:gd name="T2" fmla="*/ 4 w 4"/>
                    <a:gd name="T3" fmla="*/ 4 h 4"/>
                    <a:gd name="T4" fmla="*/ 0 w 4"/>
                    <a:gd name="T5" fmla="*/ 4 h 4"/>
                    <a:gd name="T6" fmla="*/ 0 w 4"/>
                    <a:gd name="T7" fmla="*/ 0 h 4"/>
                    <a:gd name="T8" fmla="*/ 0 w 4"/>
                    <a:gd name="T9" fmla="*/ 0 h 4"/>
                    <a:gd name="T10" fmla="*/ 4 w 4"/>
                    <a:gd name="T11" fmla="*/ 4 h 4"/>
                    <a:gd name="T12" fmla="*/ 4 w 4"/>
                    <a:gd name="T13" fmla="*/ 4 h 4"/>
                    <a:gd name="T14" fmla="*/ 4 w 4"/>
                    <a:gd name="T15" fmla="*/ 4 h 4"/>
                    <a:gd name="T16" fmla="*/ 4 w 4"/>
                    <a:gd name="T17" fmla="*/ 4 h 4"/>
                    <a:gd name="T18" fmla="*/ 4 w 4"/>
                    <a:gd name="T19" fmla="*/ 4 h 4"/>
                    <a:gd name="T20" fmla="*/ 4 w 4"/>
                    <a:gd name="T21" fmla="*/ 4 h 4"/>
                    <a:gd name="T22" fmla="*/ 4 w 4"/>
                    <a:gd name="T23" fmla="*/ 4 h 4"/>
                    <a:gd name="T24" fmla="*/ 4 w 4"/>
                    <a:gd name="T25" fmla="*/ 4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 h="4">
                      <a:moveTo>
                        <a:pt x="4" y="4"/>
                      </a:moveTo>
                      <a:lnTo>
                        <a:pt x="4" y="4"/>
                      </a:lnTo>
                      <a:lnTo>
                        <a:pt x="0" y="4"/>
                      </a:lnTo>
                      <a:lnTo>
                        <a:pt x="0" y="0"/>
                      </a:lnTo>
                      <a:lnTo>
                        <a:pt x="0" y="0"/>
                      </a:lnTo>
                      <a:lnTo>
                        <a:pt x="4" y="4"/>
                      </a:lnTo>
                      <a:lnTo>
                        <a:pt x="4" y="4"/>
                      </a:lnTo>
                      <a:lnTo>
                        <a:pt x="4" y="4"/>
                      </a:lnTo>
                      <a:lnTo>
                        <a:pt x="4" y="4"/>
                      </a:lnTo>
                      <a:lnTo>
                        <a:pt x="4" y="4"/>
                      </a:lnTo>
                      <a:lnTo>
                        <a:pt x="4" y="4"/>
                      </a:lnTo>
                      <a:lnTo>
                        <a:pt x="4" y="4"/>
                      </a:lnTo>
                      <a:lnTo>
                        <a:pt x="4" y="4"/>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215" name="Freeform 66">
                  <a:extLst>
                    <a:ext uri="{FF2B5EF4-FFF2-40B4-BE49-F238E27FC236}">
                      <a16:creationId xmlns:a16="http://schemas.microsoft.com/office/drawing/2014/main" id="{56585469-1768-3045-1ADD-C8E422420F97}"/>
                    </a:ext>
                  </a:extLst>
                </p:cNvPr>
                <p:cNvSpPr>
                  <a:spLocks noEditPoints="1"/>
                </p:cNvSpPr>
                <p:nvPr/>
              </p:nvSpPr>
              <p:spPr bwMode="gray">
                <a:xfrm>
                  <a:off x="2604994" y="3966620"/>
                  <a:ext cx="34785" cy="76527"/>
                </a:xfrm>
                <a:custGeom>
                  <a:avLst/>
                  <a:gdLst>
                    <a:gd name="T0" fmla="*/ 14 w 20"/>
                    <a:gd name="T1" fmla="*/ 0 h 44"/>
                    <a:gd name="T2" fmla="*/ 14 w 20"/>
                    <a:gd name="T3" fmla="*/ 4 h 44"/>
                    <a:gd name="T4" fmla="*/ 16 w 20"/>
                    <a:gd name="T5" fmla="*/ 4 h 44"/>
                    <a:gd name="T6" fmla="*/ 16 w 20"/>
                    <a:gd name="T7" fmla="*/ 4 h 44"/>
                    <a:gd name="T8" fmla="*/ 16 w 20"/>
                    <a:gd name="T9" fmla="*/ 6 h 44"/>
                    <a:gd name="T10" fmla="*/ 14 w 20"/>
                    <a:gd name="T11" fmla="*/ 10 h 44"/>
                    <a:gd name="T12" fmla="*/ 14 w 20"/>
                    <a:gd name="T13" fmla="*/ 10 h 44"/>
                    <a:gd name="T14" fmla="*/ 14 w 20"/>
                    <a:gd name="T15" fmla="*/ 10 h 44"/>
                    <a:gd name="T16" fmla="*/ 14 w 20"/>
                    <a:gd name="T17" fmla="*/ 14 h 44"/>
                    <a:gd name="T18" fmla="*/ 14 w 20"/>
                    <a:gd name="T19" fmla="*/ 14 h 44"/>
                    <a:gd name="T20" fmla="*/ 14 w 20"/>
                    <a:gd name="T21" fmla="*/ 14 h 44"/>
                    <a:gd name="T22" fmla="*/ 14 w 20"/>
                    <a:gd name="T23" fmla="*/ 18 h 44"/>
                    <a:gd name="T24" fmla="*/ 14 w 20"/>
                    <a:gd name="T25" fmla="*/ 22 h 44"/>
                    <a:gd name="T26" fmla="*/ 14 w 20"/>
                    <a:gd name="T27" fmla="*/ 22 h 44"/>
                    <a:gd name="T28" fmla="*/ 14 w 20"/>
                    <a:gd name="T29" fmla="*/ 22 h 44"/>
                    <a:gd name="T30" fmla="*/ 14 w 20"/>
                    <a:gd name="T31" fmla="*/ 26 h 44"/>
                    <a:gd name="T32" fmla="*/ 14 w 20"/>
                    <a:gd name="T33" fmla="*/ 26 h 44"/>
                    <a:gd name="T34" fmla="*/ 14 w 20"/>
                    <a:gd name="T35" fmla="*/ 26 h 44"/>
                    <a:gd name="T36" fmla="*/ 14 w 20"/>
                    <a:gd name="T37" fmla="*/ 28 h 44"/>
                    <a:gd name="T38" fmla="*/ 14 w 20"/>
                    <a:gd name="T39" fmla="*/ 32 h 44"/>
                    <a:gd name="T40" fmla="*/ 14 w 20"/>
                    <a:gd name="T41" fmla="*/ 32 h 44"/>
                    <a:gd name="T42" fmla="*/ 14 w 20"/>
                    <a:gd name="T43" fmla="*/ 32 h 44"/>
                    <a:gd name="T44" fmla="*/ 10 w 20"/>
                    <a:gd name="T45" fmla="*/ 36 h 44"/>
                    <a:gd name="T46" fmla="*/ 6 w 20"/>
                    <a:gd name="T47" fmla="*/ 40 h 44"/>
                    <a:gd name="T48" fmla="*/ 6 w 20"/>
                    <a:gd name="T49" fmla="*/ 40 h 44"/>
                    <a:gd name="T50" fmla="*/ 6 w 20"/>
                    <a:gd name="T51" fmla="*/ 44 h 44"/>
                    <a:gd name="T52" fmla="*/ 6 w 20"/>
                    <a:gd name="T53" fmla="*/ 44 h 44"/>
                    <a:gd name="T54" fmla="*/ 2 w 20"/>
                    <a:gd name="T55" fmla="*/ 44 h 44"/>
                    <a:gd name="T56" fmla="*/ 0 w 20"/>
                    <a:gd name="T57" fmla="*/ 44 h 44"/>
                    <a:gd name="T58" fmla="*/ 0 w 20"/>
                    <a:gd name="T59" fmla="*/ 40 h 44"/>
                    <a:gd name="T60" fmla="*/ 2 w 20"/>
                    <a:gd name="T61" fmla="*/ 26 h 44"/>
                    <a:gd name="T62" fmla="*/ 2 w 20"/>
                    <a:gd name="T63" fmla="*/ 14 h 44"/>
                    <a:gd name="T64" fmla="*/ 2 w 20"/>
                    <a:gd name="T65" fmla="*/ 10 h 44"/>
                    <a:gd name="T66" fmla="*/ 2 w 20"/>
                    <a:gd name="T67" fmla="*/ 6 h 44"/>
                    <a:gd name="T68" fmla="*/ 2 w 20"/>
                    <a:gd name="T69" fmla="*/ 6 h 44"/>
                    <a:gd name="T70" fmla="*/ 6 w 20"/>
                    <a:gd name="T71" fmla="*/ 10 h 44"/>
                    <a:gd name="T72" fmla="*/ 6 w 20"/>
                    <a:gd name="T73" fmla="*/ 6 h 44"/>
                    <a:gd name="T74" fmla="*/ 6 w 20"/>
                    <a:gd name="T75" fmla="*/ 6 h 44"/>
                    <a:gd name="T76" fmla="*/ 10 w 20"/>
                    <a:gd name="T77" fmla="*/ 4 h 44"/>
                    <a:gd name="T78" fmla="*/ 10 w 20"/>
                    <a:gd name="T79" fmla="*/ 0 h 44"/>
                    <a:gd name="T80" fmla="*/ 10 w 20"/>
                    <a:gd name="T81" fmla="*/ 0 h 44"/>
                    <a:gd name="T82" fmla="*/ 14 w 20"/>
                    <a:gd name="T83" fmla="*/ 0 h 44"/>
                    <a:gd name="T84" fmla="*/ 14 w 20"/>
                    <a:gd name="T85" fmla="*/ 0 h 44"/>
                    <a:gd name="T86" fmla="*/ 14 w 20"/>
                    <a:gd name="T87" fmla="*/ 0 h 44"/>
                    <a:gd name="T88" fmla="*/ 16 w 20"/>
                    <a:gd name="T89" fmla="*/ 6 h 44"/>
                    <a:gd name="T90" fmla="*/ 16 w 20"/>
                    <a:gd name="T91" fmla="*/ 10 h 44"/>
                    <a:gd name="T92" fmla="*/ 16 w 20"/>
                    <a:gd name="T93" fmla="*/ 10 h 44"/>
                    <a:gd name="T94" fmla="*/ 16 w 20"/>
                    <a:gd name="T95" fmla="*/ 10 h 44"/>
                    <a:gd name="T96" fmla="*/ 16 w 20"/>
                    <a:gd name="T97" fmla="*/ 10 h 44"/>
                    <a:gd name="T98" fmla="*/ 20 w 20"/>
                    <a:gd name="T99" fmla="*/ 6 h 44"/>
                    <a:gd name="T100" fmla="*/ 20 w 20"/>
                    <a:gd name="T101" fmla="*/ 6 h 44"/>
                    <a:gd name="T102" fmla="*/ 16 w 20"/>
                    <a:gd name="T103" fmla="*/ 6 h 44"/>
                    <a:gd name="T104" fmla="*/ 16 w 20"/>
                    <a:gd name="T105" fmla="*/ 6 h 44"/>
                    <a:gd name="T106" fmla="*/ 16 w 20"/>
                    <a:gd name="T107" fmla="*/ 22 h 44"/>
                    <a:gd name="T108" fmla="*/ 16 w 20"/>
                    <a:gd name="T109" fmla="*/ 22 h 44"/>
                    <a:gd name="T110" fmla="*/ 20 w 20"/>
                    <a:gd name="T111" fmla="*/ 14 h 44"/>
                    <a:gd name="T112" fmla="*/ 20 w 20"/>
                    <a:gd name="T113" fmla="*/ 18 h 44"/>
                    <a:gd name="T114" fmla="*/ 20 w 20"/>
                    <a:gd name="T115" fmla="*/ 18 h 44"/>
                    <a:gd name="T116" fmla="*/ 20 w 20"/>
                    <a:gd name="T117" fmla="*/ 18 h 44"/>
                    <a:gd name="T118" fmla="*/ 20 w 20"/>
                    <a:gd name="T119" fmla="*/ 18 h 44"/>
                    <a:gd name="T120" fmla="*/ 16 w 20"/>
                    <a:gd name="T121" fmla="*/ 18 h 44"/>
                    <a:gd name="T122" fmla="*/ 16 w 20"/>
                    <a:gd name="T123" fmla="*/ 22 h 44"/>
                    <a:gd name="T124" fmla="*/ 16 w 20"/>
                    <a:gd name="T125" fmla="*/ 22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0" h="44">
                      <a:moveTo>
                        <a:pt x="14" y="0"/>
                      </a:moveTo>
                      <a:lnTo>
                        <a:pt x="14" y="0"/>
                      </a:lnTo>
                      <a:lnTo>
                        <a:pt x="14" y="0"/>
                      </a:lnTo>
                      <a:lnTo>
                        <a:pt x="14" y="4"/>
                      </a:lnTo>
                      <a:lnTo>
                        <a:pt x="14" y="4"/>
                      </a:lnTo>
                      <a:lnTo>
                        <a:pt x="16" y="4"/>
                      </a:lnTo>
                      <a:lnTo>
                        <a:pt x="16" y="4"/>
                      </a:lnTo>
                      <a:lnTo>
                        <a:pt x="16" y="4"/>
                      </a:lnTo>
                      <a:lnTo>
                        <a:pt x="16" y="6"/>
                      </a:lnTo>
                      <a:lnTo>
                        <a:pt x="16" y="6"/>
                      </a:lnTo>
                      <a:lnTo>
                        <a:pt x="14" y="10"/>
                      </a:lnTo>
                      <a:lnTo>
                        <a:pt x="14" y="10"/>
                      </a:lnTo>
                      <a:lnTo>
                        <a:pt x="14" y="10"/>
                      </a:lnTo>
                      <a:lnTo>
                        <a:pt x="14" y="10"/>
                      </a:lnTo>
                      <a:lnTo>
                        <a:pt x="14" y="10"/>
                      </a:lnTo>
                      <a:lnTo>
                        <a:pt x="14" y="10"/>
                      </a:lnTo>
                      <a:lnTo>
                        <a:pt x="14" y="14"/>
                      </a:lnTo>
                      <a:lnTo>
                        <a:pt x="14" y="14"/>
                      </a:lnTo>
                      <a:lnTo>
                        <a:pt x="14" y="14"/>
                      </a:lnTo>
                      <a:lnTo>
                        <a:pt x="14" y="14"/>
                      </a:lnTo>
                      <a:lnTo>
                        <a:pt x="14" y="14"/>
                      </a:lnTo>
                      <a:lnTo>
                        <a:pt x="14" y="14"/>
                      </a:lnTo>
                      <a:lnTo>
                        <a:pt x="14" y="18"/>
                      </a:lnTo>
                      <a:lnTo>
                        <a:pt x="14" y="18"/>
                      </a:lnTo>
                      <a:lnTo>
                        <a:pt x="14" y="18"/>
                      </a:lnTo>
                      <a:lnTo>
                        <a:pt x="14" y="22"/>
                      </a:lnTo>
                      <a:lnTo>
                        <a:pt x="14" y="22"/>
                      </a:lnTo>
                      <a:lnTo>
                        <a:pt x="14" y="22"/>
                      </a:lnTo>
                      <a:lnTo>
                        <a:pt x="14" y="22"/>
                      </a:lnTo>
                      <a:lnTo>
                        <a:pt x="14" y="22"/>
                      </a:lnTo>
                      <a:lnTo>
                        <a:pt x="14" y="26"/>
                      </a:lnTo>
                      <a:lnTo>
                        <a:pt x="14" y="26"/>
                      </a:lnTo>
                      <a:lnTo>
                        <a:pt x="14" y="26"/>
                      </a:lnTo>
                      <a:lnTo>
                        <a:pt x="14" y="26"/>
                      </a:lnTo>
                      <a:lnTo>
                        <a:pt x="14" y="26"/>
                      </a:lnTo>
                      <a:lnTo>
                        <a:pt x="14" y="26"/>
                      </a:lnTo>
                      <a:lnTo>
                        <a:pt x="14" y="28"/>
                      </a:lnTo>
                      <a:lnTo>
                        <a:pt x="14" y="28"/>
                      </a:lnTo>
                      <a:lnTo>
                        <a:pt x="14" y="32"/>
                      </a:lnTo>
                      <a:lnTo>
                        <a:pt x="14" y="32"/>
                      </a:lnTo>
                      <a:lnTo>
                        <a:pt x="14" y="32"/>
                      </a:lnTo>
                      <a:lnTo>
                        <a:pt x="14" y="32"/>
                      </a:lnTo>
                      <a:lnTo>
                        <a:pt x="14" y="32"/>
                      </a:lnTo>
                      <a:lnTo>
                        <a:pt x="14" y="32"/>
                      </a:lnTo>
                      <a:lnTo>
                        <a:pt x="14" y="32"/>
                      </a:lnTo>
                      <a:lnTo>
                        <a:pt x="10" y="36"/>
                      </a:lnTo>
                      <a:lnTo>
                        <a:pt x="10" y="36"/>
                      </a:lnTo>
                      <a:lnTo>
                        <a:pt x="6" y="40"/>
                      </a:lnTo>
                      <a:lnTo>
                        <a:pt x="6" y="40"/>
                      </a:lnTo>
                      <a:lnTo>
                        <a:pt x="6" y="40"/>
                      </a:lnTo>
                      <a:lnTo>
                        <a:pt x="6" y="40"/>
                      </a:lnTo>
                      <a:lnTo>
                        <a:pt x="6" y="44"/>
                      </a:lnTo>
                      <a:lnTo>
                        <a:pt x="6" y="44"/>
                      </a:lnTo>
                      <a:lnTo>
                        <a:pt x="6" y="44"/>
                      </a:lnTo>
                      <a:lnTo>
                        <a:pt x="2" y="44"/>
                      </a:lnTo>
                      <a:lnTo>
                        <a:pt x="2" y="44"/>
                      </a:lnTo>
                      <a:lnTo>
                        <a:pt x="2" y="44"/>
                      </a:lnTo>
                      <a:lnTo>
                        <a:pt x="0" y="44"/>
                      </a:lnTo>
                      <a:lnTo>
                        <a:pt x="0" y="44"/>
                      </a:lnTo>
                      <a:lnTo>
                        <a:pt x="0" y="40"/>
                      </a:lnTo>
                      <a:lnTo>
                        <a:pt x="2" y="36"/>
                      </a:lnTo>
                      <a:lnTo>
                        <a:pt x="2" y="26"/>
                      </a:lnTo>
                      <a:lnTo>
                        <a:pt x="2" y="18"/>
                      </a:lnTo>
                      <a:lnTo>
                        <a:pt x="2" y="14"/>
                      </a:lnTo>
                      <a:lnTo>
                        <a:pt x="2" y="10"/>
                      </a:lnTo>
                      <a:lnTo>
                        <a:pt x="2" y="10"/>
                      </a:lnTo>
                      <a:lnTo>
                        <a:pt x="2" y="6"/>
                      </a:lnTo>
                      <a:lnTo>
                        <a:pt x="2" y="6"/>
                      </a:lnTo>
                      <a:lnTo>
                        <a:pt x="2" y="6"/>
                      </a:lnTo>
                      <a:lnTo>
                        <a:pt x="2" y="6"/>
                      </a:lnTo>
                      <a:lnTo>
                        <a:pt x="2" y="10"/>
                      </a:lnTo>
                      <a:lnTo>
                        <a:pt x="6" y="10"/>
                      </a:lnTo>
                      <a:lnTo>
                        <a:pt x="6" y="10"/>
                      </a:lnTo>
                      <a:lnTo>
                        <a:pt x="6" y="6"/>
                      </a:lnTo>
                      <a:lnTo>
                        <a:pt x="6" y="6"/>
                      </a:lnTo>
                      <a:lnTo>
                        <a:pt x="6" y="6"/>
                      </a:lnTo>
                      <a:lnTo>
                        <a:pt x="6" y="4"/>
                      </a:lnTo>
                      <a:lnTo>
                        <a:pt x="10" y="4"/>
                      </a:lnTo>
                      <a:lnTo>
                        <a:pt x="10" y="4"/>
                      </a:lnTo>
                      <a:lnTo>
                        <a:pt x="10" y="0"/>
                      </a:lnTo>
                      <a:lnTo>
                        <a:pt x="10" y="0"/>
                      </a:lnTo>
                      <a:lnTo>
                        <a:pt x="10" y="0"/>
                      </a:lnTo>
                      <a:lnTo>
                        <a:pt x="14" y="0"/>
                      </a:lnTo>
                      <a:lnTo>
                        <a:pt x="14" y="0"/>
                      </a:lnTo>
                      <a:lnTo>
                        <a:pt x="14" y="0"/>
                      </a:lnTo>
                      <a:lnTo>
                        <a:pt x="14" y="0"/>
                      </a:lnTo>
                      <a:lnTo>
                        <a:pt x="14" y="0"/>
                      </a:lnTo>
                      <a:lnTo>
                        <a:pt x="14" y="0"/>
                      </a:lnTo>
                      <a:close/>
                      <a:moveTo>
                        <a:pt x="16" y="6"/>
                      </a:moveTo>
                      <a:lnTo>
                        <a:pt x="16" y="6"/>
                      </a:lnTo>
                      <a:lnTo>
                        <a:pt x="16" y="6"/>
                      </a:lnTo>
                      <a:lnTo>
                        <a:pt x="16" y="10"/>
                      </a:lnTo>
                      <a:lnTo>
                        <a:pt x="16" y="10"/>
                      </a:lnTo>
                      <a:lnTo>
                        <a:pt x="16" y="10"/>
                      </a:lnTo>
                      <a:lnTo>
                        <a:pt x="16" y="10"/>
                      </a:lnTo>
                      <a:lnTo>
                        <a:pt x="16" y="10"/>
                      </a:lnTo>
                      <a:lnTo>
                        <a:pt x="16" y="10"/>
                      </a:lnTo>
                      <a:lnTo>
                        <a:pt x="16" y="10"/>
                      </a:lnTo>
                      <a:lnTo>
                        <a:pt x="16" y="6"/>
                      </a:lnTo>
                      <a:lnTo>
                        <a:pt x="20" y="6"/>
                      </a:lnTo>
                      <a:lnTo>
                        <a:pt x="20" y="6"/>
                      </a:lnTo>
                      <a:lnTo>
                        <a:pt x="20" y="6"/>
                      </a:lnTo>
                      <a:lnTo>
                        <a:pt x="16" y="6"/>
                      </a:lnTo>
                      <a:lnTo>
                        <a:pt x="16" y="6"/>
                      </a:lnTo>
                      <a:lnTo>
                        <a:pt x="16" y="6"/>
                      </a:lnTo>
                      <a:lnTo>
                        <a:pt x="16" y="6"/>
                      </a:lnTo>
                      <a:close/>
                      <a:moveTo>
                        <a:pt x="16" y="22"/>
                      </a:moveTo>
                      <a:lnTo>
                        <a:pt x="16" y="22"/>
                      </a:lnTo>
                      <a:lnTo>
                        <a:pt x="16" y="22"/>
                      </a:lnTo>
                      <a:lnTo>
                        <a:pt x="16" y="22"/>
                      </a:lnTo>
                      <a:lnTo>
                        <a:pt x="16" y="18"/>
                      </a:lnTo>
                      <a:lnTo>
                        <a:pt x="20" y="14"/>
                      </a:lnTo>
                      <a:lnTo>
                        <a:pt x="20" y="14"/>
                      </a:lnTo>
                      <a:lnTo>
                        <a:pt x="20" y="18"/>
                      </a:lnTo>
                      <a:lnTo>
                        <a:pt x="20" y="18"/>
                      </a:lnTo>
                      <a:lnTo>
                        <a:pt x="20" y="18"/>
                      </a:lnTo>
                      <a:lnTo>
                        <a:pt x="20" y="18"/>
                      </a:lnTo>
                      <a:lnTo>
                        <a:pt x="20" y="18"/>
                      </a:lnTo>
                      <a:lnTo>
                        <a:pt x="20" y="18"/>
                      </a:lnTo>
                      <a:lnTo>
                        <a:pt x="20" y="18"/>
                      </a:lnTo>
                      <a:lnTo>
                        <a:pt x="20" y="18"/>
                      </a:lnTo>
                      <a:lnTo>
                        <a:pt x="16" y="18"/>
                      </a:lnTo>
                      <a:lnTo>
                        <a:pt x="16" y="18"/>
                      </a:lnTo>
                      <a:lnTo>
                        <a:pt x="16" y="22"/>
                      </a:lnTo>
                      <a:lnTo>
                        <a:pt x="16" y="22"/>
                      </a:lnTo>
                      <a:lnTo>
                        <a:pt x="16" y="22"/>
                      </a:lnTo>
                      <a:lnTo>
                        <a:pt x="16" y="22"/>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216" name="Freeform 67">
                  <a:extLst>
                    <a:ext uri="{FF2B5EF4-FFF2-40B4-BE49-F238E27FC236}">
                      <a16:creationId xmlns:a16="http://schemas.microsoft.com/office/drawing/2014/main" id="{E57D2BC1-20D8-1C3B-DA7A-089B76B92A3E}"/>
                    </a:ext>
                  </a:extLst>
                </p:cNvPr>
                <p:cNvSpPr>
                  <a:spLocks/>
                </p:cNvSpPr>
                <p:nvPr/>
              </p:nvSpPr>
              <p:spPr bwMode="gray">
                <a:xfrm>
                  <a:off x="3203301" y="3531805"/>
                  <a:ext cx="6957" cy="6957"/>
                </a:xfrm>
                <a:custGeom>
                  <a:avLst/>
                  <a:gdLst>
                    <a:gd name="T0" fmla="*/ 0 w 4"/>
                    <a:gd name="T1" fmla="*/ 4 h 4"/>
                    <a:gd name="T2" fmla="*/ 0 w 4"/>
                    <a:gd name="T3" fmla="*/ 4 h 4"/>
                    <a:gd name="T4" fmla="*/ 0 w 4"/>
                    <a:gd name="T5" fmla="*/ 4 h 4"/>
                    <a:gd name="T6" fmla="*/ 0 w 4"/>
                    <a:gd name="T7" fmla="*/ 0 h 4"/>
                    <a:gd name="T8" fmla="*/ 0 w 4"/>
                    <a:gd name="T9" fmla="*/ 0 h 4"/>
                    <a:gd name="T10" fmla="*/ 0 w 4"/>
                    <a:gd name="T11" fmla="*/ 0 h 4"/>
                    <a:gd name="T12" fmla="*/ 4 w 4"/>
                    <a:gd name="T13" fmla="*/ 0 h 4"/>
                    <a:gd name="T14" fmla="*/ 0 w 4"/>
                    <a:gd name="T15" fmla="*/ 0 h 4"/>
                    <a:gd name="T16" fmla="*/ 0 w 4"/>
                    <a:gd name="T17" fmla="*/ 0 h 4"/>
                    <a:gd name="T18" fmla="*/ 0 w 4"/>
                    <a:gd name="T19" fmla="*/ 4 h 4"/>
                    <a:gd name="T20" fmla="*/ 0 w 4"/>
                    <a:gd name="T21" fmla="*/ 4 h 4"/>
                    <a:gd name="T22" fmla="*/ 0 w 4"/>
                    <a:gd name="T23" fmla="*/ 4 h 4"/>
                    <a:gd name="T24" fmla="*/ 0 w 4"/>
                    <a:gd name="T25" fmla="*/ 4 h 4"/>
                    <a:gd name="T26" fmla="*/ 0 w 4"/>
                    <a:gd name="T27" fmla="*/ 4 h 4"/>
                    <a:gd name="T28" fmla="*/ 0 w 4"/>
                    <a:gd name="T29" fmla="*/ 4 h 4"/>
                    <a:gd name="T30" fmla="*/ 0 w 4"/>
                    <a:gd name="T31" fmla="*/ 4 h 4"/>
                    <a:gd name="T32" fmla="*/ 0 w 4"/>
                    <a:gd name="T33" fmla="*/ 4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 h="4">
                      <a:moveTo>
                        <a:pt x="0" y="4"/>
                      </a:moveTo>
                      <a:lnTo>
                        <a:pt x="0" y="4"/>
                      </a:lnTo>
                      <a:lnTo>
                        <a:pt x="0" y="4"/>
                      </a:lnTo>
                      <a:lnTo>
                        <a:pt x="0" y="0"/>
                      </a:lnTo>
                      <a:lnTo>
                        <a:pt x="0" y="0"/>
                      </a:lnTo>
                      <a:lnTo>
                        <a:pt x="0" y="0"/>
                      </a:lnTo>
                      <a:lnTo>
                        <a:pt x="4" y="0"/>
                      </a:lnTo>
                      <a:lnTo>
                        <a:pt x="0" y="0"/>
                      </a:lnTo>
                      <a:lnTo>
                        <a:pt x="0" y="0"/>
                      </a:lnTo>
                      <a:lnTo>
                        <a:pt x="0" y="4"/>
                      </a:lnTo>
                      <a:lnTo>
                        <a:pt x="0" y="4"/>
                      </a:lnTo>
                      <a:lnTo>
                        <a:pt x="0" y="4"/>
                      </a:lnTo>
                      <a:lnTo>
                        <a:pt x="0" y="4"/>
                      </a:lnTo>
                      <a:lnTo>
                        <a:pt x="0" y="4"/>
                      </a:lnTo>
                      <a:lnTo>
                        <a:pt x="0" y="4"/>
                      </a:lnTo>
                      <a:lnTo>
                        <a:pt x="0" y="4"/>
                      </a:lnTo>
                      <a:lnTo>
                        <a:pt x="0" y="4"/>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217" name="Freeform 68">
                  <a:extLst>
                    <a:ext uri="{FF2B5EF4-FFF2-40B4-BE49-F238E27FC236}">
                      <a16:creationId xmlns:a16="http://schemas.microsoft.com/office/drawing/2014/main" id="{0AEEA7C9-5EF4-5CB5-AB2F-D5ABDEFFF597}"/>
                    </a:ext>
                  </a:extLst>
                </p:cNvPr>
                <p:cNvSpPr>
                  <a:spLocks noEditPoints="1"/>
                </p:cNvSpPr>
                <p:nvPr/>
              </p:nvSpPr>
              <p:spPr bwMode="gray">
                <a:xfrm>
                  <a:off x="1331853" y="1500349"/>
                  <a:ext cx="2170601" cy="1725346"/>
                </a:xfrm>
                <a:custGeom>
                  <a:avLst/>
                  <a:gdLst>
                    <a:gd name="T0" fmla="*/ 682 w 1248"/>
                    <a:gd name="T1" fmla="*/ 556 h 992"/>
                    <a:gd name="T2" fmla="*/ 876 w 1248"/>
                    <a:gd name="T3" fmla="*/ 788 h 992"/>
                    <a:gd name="T4" fmla="*/ 1006 w 1248"/>
                    <a:gd name="T5" fmla="*/ 590 h 992"/>
                    <a:gd name="T6" fmla="*/ 1106 w 1248"/>
                    <a:gd name="T7" fmla="*/ 642 h 992"/>
                    <a:gd name="T8" fmla="*/ 1144 w 1248"/>
                    <a:gd name="T9" fmla="*/ 754 h 992"/>
                    <a:gd name="T10" fmla="*/ 1018 w 1248"/>
                    <a:gd name="T11" fmla="*/ 862 h 992"/>
                    <a:gd name="T12" fmla="*/ 1080 w 1248"/>
                    <a:gd name="T13" fmla="*/ 910 h 992"/>
                    <a:gd name="T14" fmla="*/ 672 w 1248"/>
                    <a:gd name="T15" fmla="*/ 854 h 992"/>
                    <a:gd name="T16" fmla="*/ 194 w 1248"/>
                    <a:gd name="T17" fmla="*/ 802 h 992"/>
                    <a:gd name="T18" fmla="*/ 100 w 1248"/>
                    <a:gd name="T19" fmla="*/ 638 h 992"/>
                    <a:gd name="T20" fmla="*/ 124 w 1248"/>
                    <a:gd name="T21" fmla="*/ 396 h 992"/>
                    <a:gd name="T22" fmla="*/ 384 w 1248"/>
                    <a:gd name="T23" fmla="*/ 422 h 992"/>
                    <a:gd name="T24" fmla="*/ 596 w 1248"/>
                    <a:gd name="T25" fmla="*/ 418 h 992"/>
                    <a:gd name="T26" fmla="*/ 646 w 1248"/>
                    <a:gd name="T27" fmla="*/ 332 h 992"/>
                    <a:gd name="T28" fmla="*/ 790 w 1248"/>
                    <a:gd name="T29" fmla="*/ 374 h 992"/>
                    <a:gd name="T30" fmla="*/ 992 w 1248"/>
                    <a:gd name="T31" fmla="*/ 550 h 992"/>
                    <a:gd name="T32" fmla="*/ 790 w 1248"/>
                    <a:gd name="T33" fmla="*/ 124 h 992"/>
                    <a:gd name="T34" fmla="*/ 336 w 1248"/>
                    <a:gd name="T35" fmla="*/ 350 h 992"/>
                    <a:gd name="T36" fmla="*/ 1104 w 1248"/>
                    <a:gd name="T37" fmla="*/ 440 h 992"/>
                    <a:gd name="T38" fmla="*/ 206 w 1248"/>
                    <a:gd name="T39" fmla="*/ 806 h 992"/>
                    <a:gd name="T40" fmla="*/ 698 w 1248"/>
                    <a:gd name="T41" fmla="*/ 116 h 992"/>
                    <a:gd name="T42" fmla="*/ 694 w 1248"/>
                    <a:gd name="T43" fmla="*/ 64 h 992"/>
                    <a:gd name="T44" fmla="*/ 578 w 1248"/>
                    <a:gd name="T45" fmla="*/ 132 h 992"/>
                    <a:gd name="T46" fmla="*/ 536 w 1248"/>
                    <a:gd name="T47" fmla="*/ 142 h 992"/>
                    <a:gd name="T48" fmla="*/ 280 w 1248"/>
                    <a:gd name="T49" fmla="*/ 208 h 992"/>
                    <a:gd name="T50" fmla="*/ 820 w 1248"/>
                    <a:gd name="T51" fmla="*/ 246 h 992"/>
                    <a:gd name="T52" fmla="*/ 734 w 1248"/>
                    <a:gd name="T53" fmla="*/ 202 h 992"/>
                    <a:gd name="T54" fmla="*/ 352 w 1248"/>
                    <a:gd name="T55" fmla="*/ 216 h 992"/>
                    <a:gd name="T56" fmla="*/ 418 w 1248"/>
                    <a:gd name="T57" fmla="*/ 246 h 992"/>
                    <a:gd name="T58" fmla="*/ 552 w 1248"/>
                    <a:gd name="T59" fmla="*/ 202 h 992"/>
                    <a:gd name="T60" fmla="*/ 544 w 1248"/>
                    <a:gd name="T61" fmla="*/ 208 h 992"/>
                    <a:gd name="T62" fmla="*/ 284 w 1248"/>
                    <a:gd name="T63" fmla="*/ 250 h 992"/>
                    <a:gd name="T64" fmla="*/ 620 w 1248"/>
                    <a:gd name="T65" fmla="*/ 280 h 992"/>
                    <a:gd name="T66" fmla="*/ 988 w 1248"/>
                    <a:gd name="T67" fmla="*/ 522 h 992"/>
                    <a:gd name="T68" fmla="*/ 924 w 1248"/>
                    <a:gd name="T69" fmla="*/ 396 h 992"/>
                    <a:gd name="T70" fmla="*/ 756 w 1248"/>
                    <a:gd name="T71" fmla="*/ 340 h 992"/>
                    <a:gd name="T72" fmla="*/ 802 w 1248"/>
                    <a:gd name="T73" fmla="*/ 288 h 992"/>
                    <a:gd name="T74" fmla="*/ 948 w 1248"/>
                    <a:gd name="T75" fmla="*/ 314 h 992"/>
                    <a:gd name="T76" fmla="*/ 1014 w 1248"/>
                    <a:gd name="T77" fmla="*/ 362 h 992"/>
                    <a:gd name="T78" fmla="*/ 1056 w 1248"/>
                    <a:gd name="T79" fmla="*/ 414 h 992"/>
                    <a:gd name="T80" fmla="*/ 1092 w 1248"/>
                    <a:gd name="T81" fmla="*/ 494 h 992"/>
                    <a:gd name="T82" fmla="*/ 1076 w 1248"/>
                    <a:gd name="T83" fmla="*/ 538 h 992"/>
                    <a:gd name="T84" fmla="*/ 508 w 1248"/>
                    <a:gd name="T85" fmla="*/ 292 h 992"/>
                    <a:gd name="T86" fmla="*/ 448 w 1248"/>
                    <a:gd name="T87" fmla="*/ 294 h 992"/>
                    <a:gd name="T88" fmla="*/ 444 w 1248"/>
                    <a:gd name="T89" fmla="*/ 400 h 992"/>
                    <a:gd name="T90" fmla="*/ 574 w 1248"/>
                    <a:gd name="T91" fmla="*/ 348 h 992"/>
                    <a:gd name="T92" fmla="*/ 94 w 1248"/>
                    <a:gd name="T93" fmla="*/ 388 h 992"/>
                    <a:gd name="T94" fmla="*/ 932 w 1248"/>
                    <a:gd name="T95" fmla="*/ 410 h 992"/>
                    <a:gd name="T96" fmla="*/ 842 w 1248"/>
                    <a:gd name="T97" fmla="*/ 512 h 992"/>
                    <a:gd name="T98" fmla="*/ 832 w 1248"/>
                    <a:gd name="T99" fmla="*/ 538 h 992"/>
                    <a:gd name="T100" fmla="*/ 872 w 1248"/>
                    <a:gd name="T101" fmla="*/ 698 h 992"/>
                    <a:gd name="T102" fmla="*/ 168 w 1248"/>
                    <a:gd name="T103" fmla="*/ 754 h 992"/>
                    <a:gd name="T104" fmla="*/ 1208 w 1248"/>
                    <a:gd name="T105" fmla="*/ 792 h 992"/>
                    <a:gd name="T106" fmla="*/ 1208 w 1248"/>
                    <a:gd name="T107" fmla="*/ 874 h 992"/>
                    <a:gd name="T108" fmla="*/ 246 w 1248"/>
                    <a:gd name="T109" fmla="*/ 852 h 992"/>
                    <a:gd name="T110" fmla="*/ 772 w 1248"/>
                    <a:gd name="T111" fmla="*/ 78 h 992"/>
                    <a:gd name="T112" fmla="*/ 786 w 1248"/>
                    <a:gd name="T113" fmla="*/ 34 h 992"/>
                    <a:gd name="T114" fmla="*/ 918 w 1248"/>
                    <a:gd name="T115" fmla="*/ 4 h 992"/>
                    <a:gd name="T116" fmla="*/ 1040 w 1248"/>
                    <a:gd name="T117" fmla="*/ 52 h 992"/>
                    <a:gd name="T118" fmla="*/ 918 w 1248"/>
                    <a:gd name="T119" fmla="*/ 116 h 992"/>
                    <a:gd name="T120" fmla="*/ 894 w 1248"/>
                    <a:gd name="T121" fmla="*/ 190 h 992"/>
                    <a:gd name="T122" fmla="*/ 820 w 1248"/>
                    <a:gd name="T123" fmla="*/ 158 h 992"/>
                    <a:gd name="T124" fmla="*/ 794 w 1248"/>
                    <a:gd name="T125" fmla="*/ 86 h 9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248" h="992">
                      <a:moveTo>
                        <a:pt x="600" y="254"/>
                      </a:moveTo>
                      <a:lnTo>
                        <a:pt x="596" y="254"/>
                      </a:lnTo>
                      <a:lnTo>
                        <a:pt x="600" y="250"/>
                      </a:lnTo>
                      <a:lnTo>
                        <a:pt x="600" y="254"/>
                      </a:lnTo>
                      <a:lnTo>
                        <a:pt x="600" y="254"/>
                      </a:lnTo>
                      <a:lnTo>
                        <a:pt x="600" y="254"/>
                      </a:lnTo>
                      <a:close/>
                      <a:moveTo>
                        <a:pt x="612" y="258"/>
                      </a:moveTo>
                      <a:lnTo>
                        <a:pt x="612" y="262"/>
                      </a:lnTo>
                      <a:lnTo>
                        <a:pt x="608" y="264"/>
                      </a:lnTo>
                      <a:lnTo>
                        <a:pt x="604" y="264"/>
                      </a:lnTo>
                      <a:lnTo>
                        <a:pt x="600" y="264"/>
                      </a:lnTo>
                      <a:lnTo>
                        <a:pt x="596" y="264"/>
                      </a:lnTo>
                      <a:lnTo>
                        <a:pt x="592" y="264"/>
                      </a:lnTo>
                      <a:lnTo>
                        <a:pt x="590" y="264"/>
                      </a:lnTo>
                      <a:lnTo>
                        <a:pt x="590" y="262"/>
                      </a:lnTo>
                      <a:lnTo>
                        <a:pt x="592" y="262"/>
                      </a:lnTo>
                      <a:lnTo>
                        <a:pt x="596" y="262"/>
                      </a:lnTo>
                      <a:lnTo>
                        <a:pt x="600" y="262"/>
                      </a:lnTo>
                      <a:lnTo>
                        <a:pt x="604" y="262"/>
                      </a:lnTo>
                      <a:lnTo>
                        <a:pt x="604" y="258"/>
                      </a:lnTo>
                      <a:lnTo>
                        <a:pt x="608" y="258"/>
                      </a:lnTo>
                      <a:lnTo>
                        <a:pt x="612" y="258"/>
                      </a:lnTo>
                      <a:lnTo>
                        <a:pt x="612" y="258"/>
                      </a:lnTo>
                      <a:lnTo>
                        <a:pt x="612" y="258"/>
                      </a:lnTo>
                      <a:close/>
                      <a:moveTo>
                        <a:pt x="764" y="478"/>
                      </a:moveTo>
                      <a:lnTo>
                        <a:pt x="760" y="478"/>
                      </a:lnTo>
                      <a:lnTo>
                        <a:pt x="760" y="482"/>
                      </a:lnTo>
                      <a:lnTo>
                        <a:pt x="756" y="482"/>
                      </a:lnTo>
                      <a:lnTo>
                        <a:pt x="752" y="482"/>
                      </a:lnTo>
                      <a:lnTo>
                        <a:pt x="748" y="482"/>
                      </a:lnTo>
                      <a:lnTo>
                        <a:pt x="746" y="478"/>
                      </a:lnTo>
                      <a:lnTo>
                        <a:pt x="742" y="474"/>
                      </a:lnTo>
                      <a:lnTo>
                        <a:pt x="738" y="474"/>
                      </a:lnTo>
                      <a:lnTo>
                        <a:pt x="742" y="474"/>
                      </a:lnTo>
                      <a:lnTo>
                        <a:pt x="738" y="474"/>
                      </a:lnTo>
                      <a:lnTo>
                        <a:pt x="734" y="474"/>
                      </a:lnTo>
                      <a:lnTo>
                        <a:pt x="734" y="470"/>
                      </a:lnTo>
                      <a:lnTo>
                        <a:pt x="732" y="470"/>
                      </a:lnTo>
                      <a:lnTo>
                        <a:pt x="728" y="466"/>
                      </a:lnTo>
                      <a:lnTo>
                        <a:pt x="724" y="466"/>
                      </a:lnTo>
                      <a:lnTo>
                        <a:pt x="720" y="466"/>
                      </a:lnTo>
                      <a:lnTo>
                        <a:pt x="724" y="466"/>
                      </a:lnTo>
                      <a:lnTo>
                        <a:pt x="724" y="470"/>
                      </a:lnTo>
                      <a:lnTo>
                        <a:pt x="720" y="466"/>
                      </a:lnTo>
                      <a:lnTo>
                        <a:pt x="720" y="470"/>
                      </a:lnTo>
                      <a:lnTo>
                        <a:pt x="716" y="470"/>
                      </a:lnTo>
                      <a:lnTo>
                        <a:pt x="716" y="466"/>
                      </a:lnTo>
                      <a:lnTo>
                        <a:pt x="720" y="466"/>
                      </a:lnTo>
                      <a:lnTo>
                        <a:pt x="716" y="466"/>
                      </a:lnTo>
                      <a:lnTo>
                        <a:pt x="712" y="466"/>
                      </a:lnTo>
                      <a:lnTo>
                        <a:pt x="708" y="466"/>
                      </a:lnTo>
                      <a:lnTo>
                        <a:pt x="706" y="466"/>
                      </a:lnTo>
                      <a:lnTo>
                        <a:pt x="702" y="466"/>
                      </a:lnTo>
                      <a:lnTo>
                        <a:pt x="706" y="470"/>
                      </a:lnTo>
                      <a:lnTo>
                        <a:pt x="708" y="470"/>
                      </a:lnTo>
                      <a:lnTo>
                        <a:pt x="706" y="470"/>
                      </a:lnTo>
                      <a:lnTo>
                        <a:pt x="706" y="466"/>
                      </a:lnTo>
                      <a:lnTo>
                        <a:pt x="708" y="466"/>
                      </a:lnTo>
                      <a:lnTo>
                        <a:pt x="712" y="466"/>
                      </a:lnTo>
                      <a:lnTo>
                        <a:pt x="720" y="470"/>
                      </a:lnTo>
                      <a:lnTo>
                        <a:pt x="724" y="470"/>
                      </a:lnTo>
                      <a:lnTo>
                        <a:pt x="728" y="470"/>
                      </a:lnTo>
                      <a:lnTo>
                        <a:pt x="728" y="474"/>
                      </a:lnTo>
                      <a:lnTo>
                        <a:pt x="732" y="478"/>
                      </a:lnTo>
                      <a:lnTo>
                        <a:pt x="734" y="482"/>
                      </a:lnTo>
                      <a:lnTo>
                        <a:pt x="738" y="482"/>
                      </a:lnTo>
                      <a:lnTo>
                        <a:pt x="742" y="482"/>
                      </a:lnTo>
                      <a:lnTo>
                        <a:pt x="746" y="482"/>
                      </a:lnTo>
                      <a:lnTo>
                        <a:pt x="748" y="482"/>
                      </a:lnTo>
                      <a:lnTo>
                        <a:pt x="752" y="482"/>
                      </a:lnTo>
                      <a:lnTo>
                        <a:pt x="756" y="482"/>
                      </a:lnTo>
                      <a:lnTo>
                        <a:pt x="760" y="482"/>
                      </a:lnTo>
                      <a:lnTo>
                        <a:pt x="764" y="486"/>
                      </a:lnTo>
                      <a:lnTo>
                        <a:pt x="764" y="490"/>
                      </a:lnTo>
                      <a:lnTo>
                        <a:pt x="760" y="490"/>
                      </a:lnTo>
                      <a:lnTo>
                        <a:pt x="756" y="496"/>
                      </a:lnTo>
                      <a:lnTo>
                        <a:pt x="756" y="500"/>
                      </a:lnTo>
                      <a:lnTo>
                        <a:pt x="752" y="500"/>
                      </a:lnTo>
                      <a:lnTo>
                        <a:pt x="752" y="504"/>
                      </a:lnTo>
                      <a:lnTo>
                        <a:pt x="748" y="508"/>
                      </a:lnTo>
                      <a:lnTo>
                        <a:pt x="748" y="512"/>
                      </a:lnTo>
                      <a:lnTo>
                        <a:pt x="746" y="512"/>
                      </a:lnTo>
                      <a:lnTo>
                        <a:pt x="742" y="512"/>
                      </a:lnTo>
                      <a:lnTo>
                        <a:pt x="738" y="516"/>
                      </a:lnTo>
                      <a:lnTo>
                        <a:pt x="734" y="516"/>
                      </a:lnTo>
                      <a:lnTo>
                        <a:pt x="734" y="512"/>
                      </a:lnTo>
                      <a:lnTo>
                        <a:pt x="732" y="512"/>
                      </a:lnTo>
                      <a:lnTo>
                        <a:pt x="732" y="508"/>
                      </a:lnTo>
                      <a:lnTo>
                        <a:pt x="732" y="512"/>
                      </a:lnTo>
                      <a:lnTo>
                        <a:pt x="734" y="512"/>
                      </a:lnTo>
                      <a:lnTo>
                        <a:pt x="734" y="516"/>
                      </a:lnTo>
                      <a:lnTo>
                        <a:pt x="732" y="516"/>
                      </a:lnTo>
                      <a:lnTo>
                        <a:pt x="732" y="512"/>
                      </a:lnTo>
                      <a:lnTo>
                        <a:pt x="728" y="512"/>
                      </a:lnTo>
                      <a:lnTo>
                        <a:pt x="728" y="516"/>
                      </a:lnTo>
                      <a:lnTo>
                        <a:pt x="728" y="512"/>
                      </a:lnTo>
                      <a:lnTo>
                        <a:pt x="724" y="512"/>
                      </a:lnTo>
                      <a:lnTo>
                        <a:pt x="724" y="508"/>
                      </a:lnTo>
                      <a:lnTo>
                        <a:pt x="724" y="512"/>
                      </a:lnTo>
                      <a:lnTo>
                        <a:pt x="724" y="508"/>
                      </a:lnTo>
                      <a:lnTo>
                        <a:pt x="720" y="512"/>
                      </a:lnTo>
                      <a:lnTo>
                        <a:pt x="724" y="512"/>
                      </a:lnTo>
                      <a:lnTo>
                        <a:pt x="724" y="516"/>
                      </a:lnTo>
                      <a:lnTo>
                        <a:pt x="720" y="516"/>
                      </a:lnTo>
                      <a:lnTo>
                        <a:pt x="724" y="516"/>
                      </a:lnTo>
                      <a:lnTo>
                        <a:pt x="720" y="516"/>
                      </a:lnTo>
                      <a:lnTo>
                        <a:pt x="720" y="512"/>
                      </a:lnTo>
                      <a:lnTo>
                        <a:pt x="716" y="512"/>
                      </a:lnTo>
                      <a:lnTo>
                        <a:pt x="720" y="516"/>
                      </a:lnTo>
                      <a:lnTo>
                        <a:pt x="724" y="520"/>
                      </a:lnTo>
                      <a:lnTo>
                        <a:pt x="720" y="520"/>
                      </a:lnTo>
                      <a:lnTo>
                        <a:pt x="720" y="522"/>
                      </a:lnTo>
                      <a:lnTo>
                        <a:pt x="716" y="522"/>
                      </a:lnTo>
                      <a:lnTo>
                        <a:pt x="712" y="520"/>
                      </a:lnTo>
                      <a:lnTo>
                        <a:pt x="712" y="522"/>
                      </a:lnTo>
                      <a:lnTo>
                        <a:pt x="708" y="522"/>
                      </a:lnTo>
                      <a:lnTo>
                        <a:pt x="706" y="522"/>
                      </a:lnTo>
                      <a:lnTo>
                        <a:pt x="702" y="522"/>
                      </a:lnTo>
                      <a:lnTo>
                        <a:pt x="702" y="520"/>
                      </a:lnTo>
                      <a:lnTo>
                        <a:pt x="698" y="520"/>
                      </a:lnTo>
                      <a:lnTo>
                        <a:pt x="694" y="520"/>
                      </a:lnTo>
                      <a:lnTo>
                        <a:pt x="690" y="520"/>
                      </a:lnTo>
                      <a:lnTo>
                        <a:pt x="686" y="520"/>
                      </a:lnTo>
                      <a:lnTo>
                        <a:pt x="682" y="520"/>
                      </a:lnTo>
                      <a:lnTo>
                        <a:pt x="682" y="516"/>
                      </a:lnTo>
                      <a:lnTo>
                        <a:pt x="678" y="516"/>
                      </a:lnTo>
                      <a:lnTo>
                        <a:pt x="676" y="516"/>
                      </a:lnTo>
                      <a:lnTo>
                        <a:pt x="672" y="512"/>
                      </a:lnTo>
                      <a:lnTo>
                        <a:pt x="668" y="508"/>
                      </a:lnTo>
                      <a:lnTo>
                        <a:pt x="672" y="512"/>
                      </a:lnTo>
                      <a:lnTo>
                        <a:pt x="672" y="516"/>
                      </a:lnTo>
                      <a:lnTo>
                        <a:pt x="668" y="516"/>
                      </a:lnTo>
                      <a:lnTo>
                        <a:pt x="672" y="516"/>
                      </a:lnTo>
                      <a:lnTo>
                        <a:pt x="672" y="520"/>
                      </a:lnTo>
                      <a:lnTo>
                        <a:pt x="676" y="520"/>
                      </a:lnTo>
                      <a:lnTo>
                        <a:pt x="676" y="516"/>
                      </a:lnTo>
                      <a:lnTo>
                        <a:pt x="672" y="516"/>
                      </a:lnTo>
                      <a:lnTo>
                        <a:pt x="676" y="516"/>
                      </a:lnTo>
                      <a:lnTo>
                        <a:pt x="678" y="516"/>
                      </a:lnTo>
                      <a:lnTo>
                        <a:pt x="682" y="520"/>
                      </a:lnTo>
                      <a:lnTo>
                        <a:pt x="686" y="520"/>
                      </a:lnTo>
                      <a:lnTo>
                        <a:pt x="690" y="520"/>
                      </a:lnTo>
                      <a:lnTo>
                        <a:pt x="690" y="522"/>
                      </a:lnTo>
                      <a:lnTo>
                        <a:pt x="686" y="522"/>
                      </a:lnTo>
                      <a:lnTo>
                        <a:pt x="690" y="522"/>
                      </a:lnTo>
                      <a:lnTo>
                        <a:pt x="694" y="522"/>
                      </a:lnTo>
                      <a:lnTo>
                        <a:pt x="698" y="520"/>
                      </a:lnTo>
                      <a:lnTo>
                        <a:pt x="698" y="522"/>
                      </a:lnTo>
                      <a:lnTo>
                        <a:pt x="702" y="526"/>
                      </a:lnTo>
                      <a:lnTo>
                        <a:pt x="706" y="526"/>
                      </a:lnTo>
                      <a:lnTo>
                        <a:pt x="708" y="526"/>
                      </a:lnTo>
                      <a:lnTo>
                        <a:pt x="712" y="530"/>
                      </a:lnTo>
                      <a:lnTo>
                        <a:pt x="712" y="534"/>
                      </a:lnTo>
                      <a:lnTo>
                        <a:pt x="712" y="538"/>
                      </a:lnTo>
                      <a:lnTo>
                        <a:pt x="708" y="538"/>
                      </a:lnTo>
                      <a:lnTo>
                        <a:pt x="706" y="538"/>
                      </a:lnTo>
                      <a:lnTo>
                        <a:pt x="706" y="542"/>
                      </a:lnTo>
                      <a:lnTo>
                        <a:pt x="702" y="542"/>
                      </a:lnTo>
                      <a:lnTo>
                        <a:pt x="698" y="542"/>
                      </a:lnTo>
                      <a:lnTo>
                        <a:pt x="694" y="542"/>
                      </a:lnTo>
                      <a:lnTo>
                        <a:pt x="690" y="542"/>
                      </a:lnTo>
                      <a:lnTo>
                        <a:pt x="686" y="542"/>
                      </a:lnTo>
                      <a:lnTo>
                        <a:pt x="690" y="546"/>
                      </a:lnTo>
                      <a:lnTo>
                        <a:pt x="694" y="546"/>
                      </a:lnTo>
                      <a:lnTo>
                        <a:pt x="694" y="550"/>
                      </a:lnTo>
                      <a:lnTo>
                        <a:pt x="690" y="546"/>
                      </a:lnTo>
                      <a:lnTo>
                        <a:pt x="690" y="550"/>
                      </a:lnTo>
                      <a:lnTo>
                        <a:pt x="686" y="550"/>
                      </a:lnTo>
                      <a:lnTo>
                        <a:pt x="682" y="550"/>
                      </a:lnTo>
                      <a:lnTo>
                        <a:pt x="682" y="552"/>
                      </a:lnTo>
                      <a:lnTo>
                        <a:pt x="686" y="552"/>
                      </a:lnTo>
                      <a:lnTo>
                        <a:pt x="686" y="556"/>
                      </a:lnTo>
                      <a:lnTo>
                        <a:pt x="682" y="556"/>
                      </a:lnTo>
                      <a:lnTo>
                        <a:pt x="682" y="552"/>
                      </a:lnTo>
                      <a:lnTo>
                        <a:pt x="678" y="552"/>
                      </a:lnTo>
                      <a:lnTo>
                        <a:pt x="682" y="552"/>
                      </a:lnTo>
                      <a:lnTo>
                        <a:pt x="682" y="556"/>
                      </a:lnTo>
                      <a:lnTo>
                        <a:pt x="678" y="556"/>
                      </a:lnTo>
                      <a:lnTo>
                        <a:pt x="678" y="560"/>
                      </a:lnTo>
                      <a:lnTo>
                        <a:pt x="676" y="560"/>
                      </a:lnTo>
                      <a:lnTo>
                        <a:pt x="676" y="564"/>
                      </a:lnTo>
                      <a:lnTo>
                        <a:pt x="672" y="564"/>
                      </a:lnTo>
                      <a:lnTo>
                        <a:pt x="672" y="560"/>
                      </a:lnTo>
                      <a:lnTo>
                        <a:pt x="672" y="564"/>
                      </a:lnTo>
                      <a:lnTo>
                        <a:pt x="676" y="564"/>
                      </a:lnTo>
                      <a:lnTo>
                        <a:pt x="676" y="566"/>
                      </a:lnTo>
                      <a:lnTo>
                        <a:pt x="672" y="566"/>
                      </a:lnTo>
                      <a:lnTo>
                        <a:pt x="668" y="570"/>
                      </a:lnTo>
                      <a:lnTo>
                        <a:pt x="664" y="570"/>
                      </a:lnTo>
                      <a:lnTo>
                        <a:pt x="664" y="574"/>
                      </a:lnTo>
                      <a:lnTo>
                        <a:pt x="668" y="574"/>
                      </a:lnTo>
                      <a:lnTo>
                        <a:pt x="664" y="578"/>
                      </a:lnTo>
                      <a:lnTo>
                        <a:pt x="664" y="582"/>
                      </a:lnTo>
                      <a:lnTo>
                        <a:pt x="660" y="586"/>
                      </a:lnTo>
                      <a:lnTo>
                        <a:pt x="660" y="590"/>
                      </a:lnTo>
                      <a:lnTo>
                        <a:pt x="656" y="594"/>
                      </a:lnTo>
                      <a:lnTo>
                        <a:pt x="656" y="596"/>
                      </a:lnTo>
                      <a:lnTo>
                        <a:pt x="656" y="600"/>
                      </a:lnTo>
                      <a:lnTo>
                        <a:pt x="656" y="604"/>
                      </a:lnTo>
                      <a:lnTo>
                        <a:pt x="652" y="604"/>
                      </a:lnTo>
                      <a:lnTo>
                        <a:pt x="652" y="608"/>
                      </a:lnTo>
                      <a:lnTo>
                        <a:pt x="652" y="612"/>
                      </a:lnTo>
                      <a:lnTo>
                        <a:pt x="652" y="616"/>
                      </a:lnTo>
                      <a:lnTo>
                        <a:pt x="652" y="620"/>
                      </a:lnTo>
                      <a:lnTo>
                        <a:pt x="656" y="620"/>
                      </a:lnTo>
                      <a:lnTo>
                        <a:pt x="656" y="622"/>
                      </a:lnTo>
                      <a:lnTo>
                        <a:pt x="652" y="622"/>
                      </a:lnTo>
                      <a:lnTo>
                        <a:pt x="652" y="626"/>
                      </a:lnTo>
                      <a:lnTo>
                        <a:pt x="656" y="630"/>
                      </a:lnTo>
                      <a:lnTo>
                        <a:pt x="656" y="634"/>
                      </a:lnTo>
                      <a:lnTo>
                        <a:pt x="660" y="634"/>
                      </a:lnTo>
                      <a:lnTo>
                        <a:pt x="660" y="638"/>
                      </a:lnTo>
                      <a:lnTo>
                        <a:pt x="660" y="642"/>
                      </a:lnTo>
                      <a:lnTo>
                        <a:pt x="660" y="646"/>
                      </a:lnTo>
                      <a:lnTo>
                        <a:pt x="660" y="642"/>
                      </a:lnTo>
                      <a:lnTo>
                        <a:pt x="660" y="638"/>
                      </a:lnTo>
                      <a:lnTo>
                        <a:pt x="664" y="634"/>
                      </a:lnTo>
                      <a:lnTo>
                        <a:pt x="668" y="634"/>
                      </a:lnTo>
                      <a:lnTo>
                        <a:pt x="672" y="634"/>
                      </a:lnTo>
                      <a:lnTo>
                        <a:pt x="676" y="634"/>
                      </a:lnTo>
                      <a:lnTo>
                        <a:pt x="678" y="634"/>
                      </a:lnTo>
                      <a:lnTo>
                        <a:pt x="678" y="638"/>
                      </a:lnTo>
                      <a:lnTo>
                        <a:pt x="678" y="642"/>
                      </a:lnTo>
                      <a:lnTo>
                        <a:pt x="678" y="646"/>
                      </a:lnTo>
                      <a:lnTo>
                        <a:pt x="682" y="650"/>
                      </a:lnTo>
                      <a:lnTo>
                        <a:pt x="682" y="652"/>
                      </a:lnTo>
                      <a:lnTo>
                        <a:pt x="682" y="656"/>
                      </a:lnTo>
                      <a:lnTo>
                        <a:pt x="686" y="660"/>
                      </a:lnTo>
                      <a:lnTo>
                        <a:pt x="686" y="664"/>
                      </a:lnTo>
                      <a:lnTo>
                        <a:pt x="686" y="668"/>
                      </a:lnTo>
                      <a:lnTo>
                        <a:pt x="686" y="672"/>
                      </a:lnTo>
                      <a:lnTo>
                        <a:pt x="682" y="676"/>
                      </a:lnTo>
                      <a:lnTo>
                        <a:pt x="686" y="676"/>
                      </a:lnTo>
                      <a:lnTo>
                        <a:pt x="686" y="672"/>
                      </a:lnTo>
                      <a:lnTo>
                        <a:pt x="690" y="672"/>
                      </a:lnTo>
                      <a:lnTo>
                        <a:pt x="690" y="676"/>
                      </a:lnTo>
                      <a:lnTo>
                        <a:pt x="686" y="676"/>
                      </a:lnTo>
                      <a:lnTo>
                        <a:pt x="690" y="676"/>
                      </a:lnTo>
                      <a:lnTo>
                        <a:pt x="690" y="672"/>
                      </a:lnTo>
                      <a:lnTo>
                        <a:pt x="694" y="672"/>
                      </a:lnTo>
                      <a:lnTo>
                        <a:pt x="698" y="672"/>
                      </a:lnTo>
                      <a:lnTo>
                        <a:pt x="706" y="668"/>
                      </a:lnTo>
                      <a:lnTo>
                        <a:pt x="708" y="668"/>
                      </a:lnTo>
                      <a:lnTo>
                        <a:pt x="712" y="668"/>
                      </a:lnTo>
                      <a:lnTo>
                        <a:pt x="716" y="668"/>
                      </a:lnTo>
                      <a:lnTo>
                        <a:pt x="716" y="672"/>
                      </a:lnTo>
                      <a:lnTo>
                        <a:pt x="720" y="672"/>
                      </a:lnTo>
                      <a:lnTo>
                        <a:pt x="724" y="672"/>
                      </a:lnTo>
                      <a:lnTo>
                        <a:pt x="724" y="676"/>
                      </a:lnTo>
                      <a:lnTo>
                        <a:pt x="728" y="676"/>
                      </a:lnTo>
                      <a:lnTo>
                        <a:pt x="732" y="676"/>
                      </a:lnTo>
                      <a:lnTo>
                        <a:pt x="734" y="676"/>
                      </a:lnTo>
                      <a:lnTo>
                        <a:pt x="738" y="680"/>
                      </a:lnTo>
                      <a:lnTo>
                        <a:pt x="742" y="680"/>
                      </a:lnTo>
                      <a:lnTo>
                        <a:pt x="742" y="682"/>
                      </a:lnTo>
                      <a:lnTo>
                        <a:pt x="746" y="682"/>
                      </a:lnTo>
                      <a:lnTo>
                        <a:pt x="746" y="686"/>
                      </a:lnTo>
                      <a:lnTo>
                        <a:pt x="748" y="686"/>
                      </a:lnTo>
                      <a:lnTo>
                        <a:pt x="752" y="690"/>
                      </a:lnTo>
                      <a:lnTo>
                        <a:pt x="756" y="694"/>
                      </a:lnTo>
                      <a:lnTo>
                        <a:pt x="760" y="698"/>
                      </a:lnTo>
                      <a:lnTo>
                        <a:pt x="764" y="698"/>
                      </a:lnTo>
                      <a:lnTo>
                        <a:pt x="768" y="698"/>
                      </a:lnTo>
                      <a:lnTo>
                        <a:pt x="772" y="698"/>
                      </a:lnTo>
                      <a:lnTo>
                        <a:pt x="772" y="702"/>
                      </a:lnTo>
                      <a:lnTo>
                        <a:pt x="776" y="702"/>
                      </a:lnTo>
                      <a:lnTo>
                        <a:pt x="778" y="702"/>
                      </a:lnTo>
                      <a:lnTo>
                        <a:pt x="782" y="706"/>
                      </a:lnTo>
                      <a:lnTo>
                        <a:pt x="786" y="708"/>
                      </a:lnTo>
                      <a:lnTo>
                        <a:pt x="790" y="708"/>
                      </a:lnTo>
                      <a:lnTo>
                        <a:pt x="790" y="712"/>
                      </a:lnTo>
                      <a:lnTo>
                        <a:pt x="786" y="712"/>
                      </a:lnTo>
                      <a:lnTo>
                        <a:pt x="786" y="716"/>
                      </a:lnTo>
                      <a:lnTo>
                        <a:pt x="786" y="712"/>
                      </a:lnTo>
                      <a:lnTo>
                        <a:pt x="790" y="712"/>
                      </a:lnTo>
                      <a:lnTo>
                        <a:pt x="794" y="712"/>
                      </a:lnTo>
                      <a:lnTo>
                        <a:pt x="798" y="712"/>
                      </a:lnTo>
                      <a:lnTo>
                        <a:pt x="802" y="712"/>
                      </a:lnTo>
                      <a:lnTo>
                        <a:pt x="806" y="712"/>
                      </a:lnTo>
                      <a:lnTo>
                        <a:pt x="806" y="708"/>
                      </a:lnTo>
                      <a:lnTo>
                        <a:pt x="808" y="708"/>
                      </a:lnTo>
                      <a:lnTo>
                        <a:pt x="812" y="712"/>
                      </a:lnTo>
                      <a:lnTo>
                        <a:pt x="808" y="712"/>
                      </a:lnTo>
                      <a:lnTo>
                        <a:pt x="812" y="712"/>
                      </a:lnTo>
                      <a:lnTo>
                        <a:pt x="816" y="712"/>
                      </a:lnTo>
                      <a:lnTo>
                        <a:pt x="820" y="712"/>
                      </a:lnTo>
                      <a:lnTo>
                        <a:pt x="824" y="712"/>
                      </a:lnTo>
                      <a:lnTo>
                        <a:pt x="828" y="712"/>
                      </a:lnTo>
                      <a:lnTo>
                        <a:pt x="828" y="716"/>
                      </a:lnTo>
                      <a:lnTo>
                        <a:pt x="832" y="716"/>
                      </a:lnTo>
                      <a:lnTo>
                        <a:pt x="832" y="712"/>
                      </a:lnTo>
                      <a:lnTo>
                        <a:pt x="832" y="716"/>
                      </a:lnTo>
                      <a:lnTo>
                        <a:pt x="832" y="720"/>
                      </a:lnTo>
                      <a:lnTo>
                        <a:pt x="832" y="728"/>
                      </a:lnTo>
                      <a:lnTo>
                        <a:pt x="828" y="732"/>
                      </a:lnTo>
                      <a:lnTo>
                        <a:pt x="828" y="736"/>
                      </a:lnTo>
                      <a:lnTo>
                        <a:pt x="832" y="736"/>
                      </a:lnTo>
                      <a:lnTo>
                        <a:pt x="832" y="738"/>
                      </a:lnTo>
                      <a:lnTo>
                        <a:pt x="832" y="742"/>
                      </a:lnTo>
                      <a:lnTo>
                        <a:pt x="832" y="746"/>
                      </a:lnTo>
                      <a:lnTo>
                        <a:pt x="832" y="750"/>
                      </a:lnTo>
                      <a:lnTo>
                        <a:pt x="832" y="754"/>
                      </a:lnTo>
                      <a:lnTo>
                        <a:pt x="832" y="758"/>
                      </a:lnTo>
                      <a:lnTo>
                        <a:pt x="832" y="762"/>
                      </a:lnTo>
                      <a:lnTo>
                        <a:pt x="834" y="766"/>
                      </a:lnTo>
                      <a:lnTo>
                        <a:pt x="838" y="768"/>
                      </a:lnTo>
                      <a:lnTo>
                        <a:pt x="838" y="772"/>
                      </a:lnTo>
                      <a:lnTo>
                        <a:pt x="842" y="772"/>
                      </a:lnTo>
                      <a:lnTo>
                        <a:pt x="842" y="776"/>
                      </a:lnTo>
                      <a:lnTo>
                        <a:pt x="838" y="776"/>
                      </a:lnTo>
                      <a:lnTo>
                        <a:pt x="834" y="776"/>
                      </a:lnTo>
                      <a:lnTo>
                        <a:pt x="838" y="776"/>
                      </a:lnTo>
                      <a:lnTo>
                        <a:pt x="842" y="776"/>
                      </a:lnTo>
                      <a:lnTo>
                        <a:pt x="842" y="780"/>
                      </a:lnTo>
                      <a:lnTo>
                        <a:pt x="846" y="780"/>
                      </a:lnTo>
                      <a:lnTo>
                        <a:pt x="850" y="780"/>
                      </a:lnTo>
                      <a:lnTo>
                        <a:pt x="850" y="784"/>
                      </a:lnTo>
                      <a:lnTo>
                        <a:pt x="854" y="788"/>
                      </a:lnTo>
                      <a:lnTo>
                        <a:pt x="854" y="792"/>
                      </a:lnTo>
                      <a:lnTo>
                        <a:pt x="858" y="792"/>
                      </a:lnTo>
                      <a:lnTo>
                        <a:pt x="858" y="794"/>
                      </a:lnTo>
                      <a:lnTo>
                        <a:pt x="854" y="794"/>
                      </a:lnTo>
                      <a:lnTo>
                        <a:pt x="854" y="798"/>
                      </a:lnTo>
                      <a:lnTo>
                        <a:pt x="850" y="798"/>
                      </a:lnTo>
                      <a:lnTo>
                        <a:pt x="850" y="802"/>
                      </a:lnTo>
                      <a:lnTo>
                        <a:pt x="850" y="798"/>
                      </a:lnTo>
                      <a:lnTo>
                        <a:pt x="854" y="798"/>
                      </a:lnTo>
                      <a:lnTo>
                        <a:pt x="854" y="794"/>
                      </a:lnTo>
                      <a:lnTo>
                        <a:pt x="858" y="794"/>
                      </a:lnTo>
                      <a:lnTo>
                        <a:pt x="862" y="794"/>
                      </a:lnTo>
                      <a:lnTo>
                        <a:pt x="862" y="798"/>
                      </a:lnTo>
                      <a:lnTo>
                        <a:pt x="864" y="798"/>
                      </a:lnTo>
                      <a:lnTo>
                        <a:pt x="864" y="802"/>
                      </a:lnTo>
                      <a:lnTo>
                        <a:pt x="868" y="802"/>
                      </a:lnTo>
                      <a:lnTo>
                        <a:pt x="868" y="806"/>
                      </a:lnTo>
                      <a:lnTo>
                        <a:pt x="872" y="806"/>
                      </a:lnTo>
                      <a:lnTo>
                        <a:pt x="872" y="810"/>
                      </a:lnTo>
                      <a:lnTo>
                        <a:pt x="872" y="806"/>
                      </a:lnTo>
                      <a:lnTo>
                        <a:pt x="868" y="806"/>
                      </a:lnTo>
                      <a:lnTo>
                        <a:pt x="868" y="802"/>
                      </a:lnTo>
                      <a:lnTo>
                        <a:pt x="864" y="798"/>
                      </a:lnTo>
                      <a:lnTo>
                        <a:pt x="868" y="798"/>
                      </a:lnTo>
                      <a:lnTo>
                        <a:pt x="868" y="794"/>
                      </a:lnTo>
                      <a:lnTo>
                        <a:pt x="868" y="792"/>
                      </a:lnTo>
                      <a:lnTo>
                        <a:pt x="872" y="792"/>
                      </a:lnTo>
                      <a:lnTo>
                        <a:pt x="872" y="788"/>
                      </a:lnTo>
                      <a:lnTo>
                        <a:pt x="872" y="792"/>
                      </a:lnTo>
                      <a:lnTo>
                        <a:pt x="876" y="792"/>
                      </a:lnTo>
                      <a:lnTo>
                        <a:pt x="876" y="794"/>
                      </a:lnTo>
                      <a:lnTo>
                        <a:pt x="876" y="798"/>
                      </a:lnTo>
                      <a:lnTo>
                        <a:pt x="880" y="798"/>
                      </a:lnTo>
                      <a:lnTo>
                        <a:pt x="880" y="794"/>
                      </a:lnTo>
                      <a:lnTo>
                        <a:pt x="880" y="792"/>
                      </a:lnTo>
                      <a:lnTo>
                        <a:pt x="876" y="788"/>
                      </a:lnTo>
                      <a:lnTo>
                        <a:pt x="880" y="788"/>
                      </a:lnTo>
                      <a:lnTo>
                        <a:pt x="880" y="784"/>
                      </a:lnTo>
                      <a:lnTo>
                        <a:pt x="880" y="780"/>
                      </a:lnTo>
                      <a:lnTo>
                        <a:pt x="884" y="780"/>
                      </a:lnTo>
                      <a:lnTo>
                        <a:pt x="884" y="776"/>
                      </a:lnTo>
                      <a:lnTo>
                        <a:pt x="884" y="772"/>
                      </a:lnTo>
                      <a:lnTo>
                        <a:pt x="884" y="768"/>
                      </a:lnTo>
                      <a:lnTo>
                        <a:pt x="880" y="768"/>
                      </a:lnTo>
                      <a:lnTo>
                        <a:pt x="880" y="766"/>
                      </a:lnTo>
                      <a:lnTo>
                        <a:pt x="880" y="762"/>
                      </a:lnTo>
                      <a:lnTo>
                        <a:pt x="880" y="758"/>
                      </a:lnTo>
                      <a:lnTo>
                        <a:pt x="880" y="754"/>
                      </a:lnTo>
                      <a:lnTo>
                        <a:pt x="876" y="754"/>
                      </a:lnTo>
                      <a:lnTo>
                        <a:pt x="876" y="750"/>
                      </a:lnTo>
                      <a:lnTo>
                        <a:pt x="880" y="750"/>
                      </a:lnTo>
                      <a:lnTo>
                        <a:pt x="876" y="746"/>
                      </a:lnTo>
                      <a:lnTo>
                        <a:pt x="876" y="742"/>
                      </a:lnTo>
                      <a:lnTo>
                        <a:pt x="880" y="742"/>
                      </a:lnTo>
                      <a:lnTo>
                        <a:pt x="876" y="742"/>
                      </a:lnTo>
                      <a:lnTo>
                        <a:pt x="876" y="738"/>
                      </a:lnTo>
                      <a:lnTo>
                        <a:pt x="876" y="736"/>
                      </a:lnTo>
                      <a:lnTo>
                        <a:pt x="872" y="736"/>
                      </a:lnTo>
                      <a:lnTo>
                        <a:pt x="872" y="732"/>
                      </a:lnTo>
                      <a:lnTo>
                        <a:pt x="868" y="732"/>
                      </a:lnTo>
                      <a:lnTo>
                        <a:pt x="868" y="728"/>
                      </a:lnTo>
                      <a:lnTo>
                        <a:pt x="868" y="724"/>
                      </a:lnTo>
                      <a:lnTo>
                        <a:pt x="864" y="724"/>
                      </a:lnTo>
                      <a:lnTo>
                        <a:pt x="868" y="724"/>
                      </a:lnTo>
                      <a:lnTo>
                        <a:pt x="872" y="724"/>
                      </a:lnTo>
                      <a:lnTo>
                        <a:pt x="876" y="720"/>
                      </a:lnTo>
                      <a:lnTo>
                        <a:pt x="880" y="720"/>
                      </a:lnTo>
                      <a:lnTo>
                        <a:pt x="884" y="716"/>
                      </a:lnTo>
                      <a:lnTo>
                        <a:pt x="888" y="716"/>
                      </a:lnTo>
                      <a:lnTo>
                        <a:pt x="890" y="712"/>
                      </a:lnTo>
                      <a:lnTo>
                        <a:pt x="894" y="708"/>
                      </a:lnTo>
                      <a:lnTo>
                        <a:pt x="898" y="706"/>
                      </a:lnTo>
                      <a:lnTo>
                        <a:pt x="902" y="706"/>
                      </a:lnTo>
                      <a:lnTo>
                        <a:pt x="902" y="702"/>
                      </a:lnTo>
                      <a:lnTo>
                        <a:pt x="906" y="702"/>
                      </a:lnTo>
                      <a:lnTo>
                        <a:pt x="910" y="698"/>
                      </a:lnTo>
                      <a:lnTo>
                        <a:pt x="910" y="694"/>
                      </a:lnTo>
                      <a:lnTo>
                        <a:pt x="914" y="690"/>
                      </a:lnTo>
                      <a:lnTo>
                        <a:pt x="914" y="686"/>
                      </a:lnTo>
                      <a:lnTo>
                        <a:pt x="914" y="682"/>
                      </a:lnTo>
                      <a:lnTo>
                        <a:pt x="914" y="680"/>
                      </a:lnTo>
                      <a:lnTo>
                        <a:pt x="914" y="676"/>
                      </a:lnTo>
                      <a:lnTo>
                        <a:pt x="910" y="672"/>
                      </a:lnTo>
                      <a:lnTo>
                        <a:pt x="914" y="672"/>
                      </a:lnTo>
                      <a:lnTo>
                        <a:pt x="910" y="668"/>
                      </a:lnTo>
                      <a:lnTo>
                        <a:pt x="910" y="664"/>
                      </a:lnTo>
                      <a:lnTo>
                        <a:pt x="910" y="660"/>
                      </a:lnTo>
                      <a:lnTo>
                        <a:pt x="906" y="656"/>
                      </a:lnTo>
                      <a:lnTo>
                        <a:pt x="902" y="650"/>
                      </a:lnTo>
                      <a:lnTo>
                        <a:pt x="898" y="650"/>
                      </a:lnTo>
                      <a:lnTo>
                        <a:pt x="898" y="646"/>
                      </a:lnTo>
                      <a:lnTo>
                        <a:pt x="894" y="646"/>
                      </a:lnTo>
                      <a:lnTo>
                        <a:pt x="890" y="642"/>
                      </a:lnTo>
                      <a:lnTo>
                        <a:pt x="888" y="638"/>
                      </a:lnTo>
                      <a:lnTo>
                        <a:pt x="884" y="638"/>
                      </a:lnTo>
                      <a:lnTo>
                        <a:pt x="888" y="638"/>
                      </a:lnTo>
                      <a:lnTo>
                        <a:pt x="884" y="638"/>
                      </a:lnTo>
                      <a:lnTo>
                        <a:pt x="884" y="634"/>
                      </a:lnTo>
                      <a:lnTo>
                        <a:pt x="884" y="630"/>
                      </a:lnTo>
                      <a:lnTo>
                        <a:pt x="888" y="630"/>
                      </a:lnTo>
                      <a:lnTo>
                        <a:pt x="888" y="626"/>
                      </a:lnTo>
                      <a:lnTo>
                        <a:pt x="890" y="626"/>
                      </a:lnTo>
                      <a:lnTo>
                        <a:pt x="890" y="622"/>
                      </a:lnTo>
                      <a:lnTo>
                        <a:pt x="894" y="622"/>
                      </a:lnTo>
                      <a:lnTo>
                        <a:pt x="894" y="620"/>
                      </a:lnTo>
                      <a:lnTo>
                        <a:pt x="890" y="620"/>
                      </a:lnTo>
                      <a:lnTo>
                        <a:pt x="894" y="616"/>
                      </a:lnTo>
                      <a:lnTo>
                        <a:pt x="894" y="612"/>
                      </a:lnTo>
                      <a:lnTo>
                        <a:pt x="898" y="612"/>
                      </a:lnTo>
                      <a:lnTo>
                        <a:pt x="898" y="616"/>
                      </a:lnTo>
                      <a:lnTo>
                        <a:pt x="902" y="616"/>
                      </a:lnTo>
                      <a:lnTo>
                        <a:pt x="898" y="616"/>
                      </a:lnTo>
                      <a:lnTo>
                        <a:pt x="898" y="612"/>
                      </a:lnTo>
                      <a:lnTo>
                        <a:pt x="902" y="612"/>
                      </a:lnTo>
                      <a:lnTo>
                        <a:pt x="898" y="608"/>
                      </a:lnTo>
                      <a:lnTo>
                        <a:pt x="902" y="604"/>
                      </a:lnTo>
                      <a:lnTo>
                        <a:pt x="906" y="604"/>
                      </a:lnTo>
                      <a:lnTo>
                        <a:pt x="910" y="604"/>
                      </a:lnTo>
                      <a:lnTo>
                        <a:pt x="910" y="600"/>
                      </a:lnTo>
                      <a:lnTo>
                        <a:pt x="906" y="600"/>
                      </a:lnTo>
                      <a:lnTo>
                        <a:pt x="906" y="604"/>
                      </a:lnTo>
                      <a:lnTo>
                        <a:pt x="902" y="604"/>
                      </a:lnTo>
                      <a:lnTo>
                        <a:pt x="898" y="604"/>
                      </a:lnTo>
                      <a:lnTo>
                        <a:pt x="898" y="600"/>
                      </a:lnTo>
                      <a:lnTo>
                        <a:pt x="898" y="596"/>
                      </a:lnTo>
                      <a:lnTo>
                        <a:pt x="894" y="596"/>
                      </a:lnTo>
                      <a:lnTo>
                        <a:pt x="898" y="594"/>
                      </a:lnTo>
                      <a:lnTo>
                        <a:pt x="894" y="594"/>
                      </a:lnTo>
                      <a:lnTo>
                        <a:pt x="894" y="590"/>
                      </a:lnTo>
                      <a:lnTo>
                        <a:pt x="898" y="586"/>
                      </a:lnTo>
                      <a:lnTo>
                        <a:pt x="894" y="590"/>
                      </a:lnTo>
                      <a:lnTo>
                        <a:pt x="890" y="590"/>
                      </a:lnTo>
                      <a:lnTo>
                        <a:pt x="890" y="586"/>
                      </a:lnTo>
                      <a:lnTo>
                        <a:pt x="890" y="590"/>
                      </a:lnTo>
                      <a:lnTo>
                        <a:pt x="888" y="590"/>
                      </a:lnTo>
                      <a:lnTo>
                        <a:pt x="888" y="586"/>
                      </a:lnTo>
                      <a:lnTo>
                        <a:pt x="890" y="582"/>
                      </a:lnTo>
                      <a:lnTo>
                        <a:pt x="894" y="582"/>
                      </a:lnTo>
                      <a:lnTo>
                        <a:pt x="894" y="578"/>
                      </a:lnTo>
                      <a:lnTo>
                        <a:pt x="894" y="574"/>
                      </a:lnTo>
                      <a:lnTo>
                        <a:pt x="894" y="570"/>
                      </a:lnTo>
                      <a:lnTo>
                        <a:pt x="898" y="570"/>
                      </a:lnTo>
                      <a:lnTo>
                        <a:pt x="894" y="570"/>
                      </a:lnTo>
                      <a:lnTo>
                        <a:pt x="898" y="570"/>
                      </a:lnTo>
                      <a:lnTo>
                        <a:pt x="894" y="570"/>
                      </a:lnTo>
                      <a:lnTo>
                        <a:pt x="894" y="566"/>
                      </a:lnTo>
                      <a:lnTo>
                        <a:pt x="890" y="566"/>
                      </a:lnTo>
                      <a:lnTo>
                        <a:pt x="890" y="564"/>
                      </a:lnTo>
                      <a:lnTo>
                        <a:pt x="890" y="560"/>
                      </a:lnTo>
                      <a:lnTo>
                        <a:pt x="888" y="560"/>
                      </a:lnTo>
                      <a:lnTo>
                        <a:pt x="888" y="556"/>
                      </a:lnTo>
                      <a:lnTo>
                        <a:pt x="888" y="552"/>
                      </a:lnTo>
                      <a:lnTo>
                        <a:pt x="890" y="552"/>
                      </a:lnTo>
                      <a:lnTo>
                        <a:pt x="894" y="550"/>
                      </a:lnTo>
                      <a:lnTo>
                        <a:pt x="898" y="550"/>
                      </a:lnTo>
                      <a:lnTo>
                        <a:pt x="906" y="550"/>
                      </a:lnTo>
                      <a:lnTo>
                        <a:pt x="910" y="550"/>
                      </a:lnTo>
                      <a:lnTo>
                        <a:pt x="914" y="550"/>
                      </a:lnTo>
                      <a:lnTo>
                        <a:pt x="914" y="552"/>
                      </a:lnTo>
                      <a:lnTo>
                        <a:pt x="918" y="552"/>
                      </a:lnTo>
                      <a:lnTo>
                        <a:pt x="924" y="552"/>
                      </a:lnTo>
                      <a:lnTo>
                        <a:pt x="924" y="556"/>
                      </a:lnTo>
                      <a:lnTo>
                        <a:pt x="920" y="556"/>
                      </a:lnTo>
                      <a:lnTo>
                        <a:pt x="924" y="556"/>
                      </a:lnTo>
                      <a:lnTo>
                        <a:pt x="924" y="552"/>
                      </a:lnTo>
                      <a:lnTo>
                        <a:pt x="928" y="552"/>
                      </a:lnTo>
                      <a:lnTo>
                        <a:pt x="932" y="552"/>
                      </a:lnTo>
                      <a:lnTo>
                        <a:pt x="936" y="556"/>
                      </a:lnTo>
                      <a:lnTo>
                        <a:pt x="940" y="556"/>
                      </a:lnTo>
                      <a:lnTo>
                        <a:pt x="936" y="556"/>
                      </a:lnTo>
                      <a:lnTo>
                        <a:pt x="940" y="556"/>
                      </a:lnTo>
                      <a:lnTo>
                        <a:pt x="944" y="556"/>
                      </a:lnTo>
                      <a:lnTo>
                        <a:pt x="944" y="552"/>
                      </a:lnTo>
                      <a:lnTo>
                        <a:pt x="948" y="552"/>
                      </a:lnTo>
                      <a:lnTo>
                        <a:pt x="950" y="550"/>
                      </a:lnTo>
                      <a:lnTo>
                        <a:pt x="954" y="550"/>
                      </a:lnTo>
                      <a:lnTo>
                        <a:pt x="954" y="552"/>
                      </a:lnTo>
                      <a:lnTo>
                        <a:pt x="958" y="552"/>
                      </a:lnTo>
                      <a:lnTo>
                        <a:pt x="958" y="556"/>
                      </a:lnTo>
                      <a:lnTo>
                        <a:pt x="962" y="556"/>
                      </a:lnTo>
                      <a:lnTo>
                        <a:pt x="966" y="556"/>
                      </a:lnTo>
                      <a:lnTo>
                        <a:pt x="970" y="560"/>
                      </a:lnTo>
                      <a:lnTo>
                        <a:pt x="966" y="560"/>
                      </a:lnTo>
                      <a:lnTo>
                        <a:pt x="966" y="564"/>
                      </a:lnTo>
                      <a:lnTo>
                        <a:pt x="970" y="564"/>
                      </a:lnTo>
                      <a:lnTo>
                        <a:pt x="966" y="564"/>
                      </a:lnTo>
                      <a:lnTo>
                        <a:pt x="970" y="564"/>
                      </a:lnTo>
                      <a:lnTo>
                        <a:pt x="974" y="564"/>
                      </a:lnTo>
                      <a:lnTo>
                        <a:pt x="976" y="566"/>
                      </a:lnTo>
                      <a:lnTo>
                        <a:pt x="974" y="570"/>
                      </a:lnTo>
                      <a:lnTo>
                        <a:pt x="974" y="566"/>
                      </a:lnTo>
                      <a:lnTo>
                        <a:pt x="974" y="570"/>
                      </a:lnTo>
                      <a:lnTo>
                        <a:pt x="976" y="570"/>
                      </a:lnTo>
                      <a:lnTo>
                        <a:pt x="976" y="566"/>
                      </a:lnTo>
                      <a:lnTo>
                        <a:pt x="980" y="566"/>
                      </a:lnTo>
                      <a:lnTo>
                        <a:pt x="980" y="570"/>
                      </a:lnTo>
                      <a:lnTo>
                        <a:pt x="976" y="574"/>
                      </a:lnTo>
                      <a:lnTo>
                        <a:pt x="980" y="574"/>
                      </a:lnTo>
                      <a:lnTo>
                        <a:pt x="980" y="578"/>
                      </a:lnTo>
                      <a:lnTo>
                        <a:pt x="984" y="578"/>
                      </a:lnTo>
                      <a:lnTo>
                        <a:pt x="988" y="578"/>
                      </a:lnTo>
                      <a:lnTo>
                        <a:pt x="992" y="582"/>
                      </a:lnTo>
                      <a:lnTo>
                        <a:pt x="996" y="582"/>
                      </a:lnTo>
                      <a:lnTo>
                        <a:pt x="1000" y="582"/>
                      </a:lnTo>
                      <a:lnTo>
                        <a:pt x="1004" y="582"/>
                      </a:lnTo>
                      <a:lnTo>
                        <a:pt x="1004" y="586"/>
                      </a:lnTo>
                      <a:lnTo>
                        <a:pt x="1006" y="586"/>
                      </a:lnTo>
                      <a:lnTo>
                        <a:pt x="1010" y="586"/>
                      </a:lnTo>
                      <a:lnTo>
                        <a:pt x="1010" y="582"/>
                      </a:lnTo>
                      <a:lnTo>
                        <a:pt x="1014" y="586"/>
                      </a:lnTo>
                      <a:lnTo>
                        <a:pt x="1014" y="590"/>
                      </a:lnTo>
                      <a:lnTo>
                        <a:pt x="1010" y="590"/>
                      </a:lnTo>
                      <a:lnTo>
                        <a:pt x="1006" y="590"/>
                      </a:lnTo>
                      <a:lnTo>
                        <a:pt x="1010" y="590"/>
                      </a:lnTo>
                      <a:lnTo>
                        <a:pt x="1010" y="594"/>
                      </a:lnTo>
                      <a:lnTo>
                        <a:pt x="1006" y="594"/>
                      </a:lnTo>
                      <a:lnTo>
                        <a:pt x="1006" y="596"/>
                      </a:lnTo>
                      <a:lnTo>
                        <a:pt x="1006" y="600"/>
                      </a:lnTo>
                      <a:lnTo>
                        <a:pt x="1010" y="600"/>
                      </a:lnTo>
                      <a:lnTo>
                        <a:pt x="1010" y="604"/>
                      </a:lnTo>
                      <a:lnTo>
                        <a:pt x="1006" y="604"/>
                      </a:lnTo>
                      <a:lnTo>
                        <a:pt x="1004" y="604"/>
                      </a:lnTo>
                      <a:lnTo>
                        <a:pt x="1000" y="604"/>
                      </a:lnTo>
                      <a:lnTo>
                        <a:pt x="996" y="604"/>
                      </a:lnTo>
                      <a:lnTo>
                        <a:pt x="992" y="604"/>
                      </a:lnTo>
                      <a:lnTo>
                        <a:pt x="996" y="608"/>
                      </a:lnTo>
                      <a:lnTo>
                        <a:pt x="1000" y="608"/>
                      </a:lnTo>
                      <a:lnTo>
                        <a:pt x="1004" y="608"/>
                      </a:lnTo>
                      <a:lnTo>
                        <a:pt x="1006" y="608"/>
                      </a:lnTo>
                      <a:lnTo>
                        <a:pt x="1010" y="608"/>
                      </a:lnTo>
                      <a:lnTo>
                        <a:pt x="1010" y="612"/>
                      </a:lnTo>
                      <a:lnTo>
                        <a:pt x="1010" y="616"/>
                      </a:lnTo>
                      <a:lnTo>
                        <a:pt x="1006" y="616"/>
                      </a:lnTo>
                      <a:lnTo>
                        <a:pt x="1006" y="620"/>
                      </a:lnTo>
                      <a:lnTo>
                        <a:pt x="1010" y="620"/>
                      </a:lnTo>
                      <a:lnTo>
                        <a:pt x="1006" y="620"/>
                      </a:lnTo>
                      <a:lnTo>
                        <a:pt x="1006" y="622"/>
                      </a:lnTo>
                      <a:lnTo>
                        <a:pt x="1010" y="622"/>
                      </a:lnTo>
                      <a:lnTo>
                        <a:pt x="1010" y="620"/>
                      </a:lnTo>
                      <a:lnTo>
                        <a:pt x="1014" y="620"/>
                      </a:lnTo>
                      <a:lnTo>
                        <a:pt x="1014" y="622"/>
                      </a:lnTo>
                      <a:lnTo>
                        <a:pt x="1010" y="622"/>
                      </a:lnTo>
                      <a:lnTo>
                        <a:pt x="1010" y="626"/>
                      </a:lnTo>
                      <a:lnTo>
                        <a:pt x="1014" y="626"/>
                      </a:lnTo>
                      <a:lnTo>
                        <a:pt x="1010" y="626"/>
                      </a:lnTo>
                      <a:lnTo>
                        <a:pt x="1010" y="630"/>
                      </a:lnTo>
                      <a:lnTo>
                        <a:pt x="1010" y="634"/>
                      </a:lnTo>
                      <a:lnTo>
                        <a:pt x="1006" y="630"/>
                      </a:lnTo>
                      <a:lnTo>
                        <a:pt x="1010" y="630"/>
                      </a:lnTo>
                      <a:lnTo>
                        <a:pt x="1006" y="630"/>
                      </a:lnTo>
                      <a:lnTo>
                        <a:pt x="1006" y="626"/>
                      </a:lnTo>
                      <a:lnTo>
                        <a:pt x="1006" y="630"/>
                      </a:lnTo>
                      <a:lnTo>
                        <a:pt x="1006" y="634"/>
                      </a:lnTo>
                      <a:lnTo>
                        <a:pt x="1004" y="634"/>
                      </a:lnTo>
                      <a:lnTo>
                        <a:pt x="1006" y="634"/>
                      </a:lnTo>
                      <a:lnTo>
                        <a:pt x="1006" y="638"/>
                      </a:lnTo>
                      <a:lnTo>
                        <a:pt x="1010" y="634"/>
                      </a:lnTo>
                      <a:lnTo>
                        <a:pt x="1014" y="634"/>
                      </a:lnTo>
                      <a:lnTo>
                        <a:pt x="1014" y="630"/>
                      </a:lnTo>
                      <a:lnTo>
                        <a:pt x="1018" y="630"/>
                      </a:lnTo>
                      <a:lnTo>
                        <a:pt x="1022" y="630"/>
                      </a:lnTo>
                      <a:lnTo>
                        <a:pt x="1026" y="630"/>
                      </a:lnTo>
                      <a:lnTo>
                        <a:pt x="1026" y="634"/>
                      </a:lnTo>
                      <a:lnTo>
                        <a:pt x="1030" y="634"/>
                      </a:lnTo>
                      <a:lnTo>
                        <a:pt x="1030" y="638"/>
                      </a:lnTo>
                      <a:lnTo>
                        <a:pt x="1030" y="642"/>
                      </a:lnTo>
                      <a:lnTo>
                        <a:pt x="1030" y="646"/>
                      </a:lnTo>
                      <a:lnTo>
                        <a:pt x="1030" y="650"/>
                      </a:lnTo>
                      <a:lnTo>
                        <a:pt x="1026" y="650"/>
                      </a:lnTo>
                      <a:lnTo>
                        <a:pt x="1022" y="652"/>
                      </a:lnTo>
                      <a:lnTo>
                        <a:pt x="1018" y="652"/>
                      </a:lnTo>
                      <a:lnTo>
                        <a:pt x="1014" y="652"/>
                      </a:lnTo>
                      <a:lnTo>
                        <a:pt x="1014" y="656"/>
                      </a:lnTo>
                      <a:lnTo>
                        <a:pt x="1014" y="652"/>
                      </a:lnTo>
                      <a:lnTo>
                        <a:pt x="1018" y="652"/>
                      </a:lnTo>
                      <a:lnTo>
                        <a:pt x="1022" y="652"/>
                      </a:lnTo>
                      <a:lnTo>
                        <a:pt x="1026" y="652"/>
                      </a:lnTo>
                      <a:lnTo>
                        <a:pt x="1026" y="650"/>
                      </a:lnTo>
                      <a:lnTo>
                        <a:pt x="1030" y="650"/>
                      </a:lnTo>
                      <a:lnTo>
                        <a:pt x="1030" y="646"/>
                      </a:lnTo>
                      <a:lnTo>
                        <a:pt x="1030" y="642"/>
                      </a:lnTo>
                      <a:lnTo>
                        <a:pt x="1030" y="638"/>
                      </a:lnTo>
                      <a:lnTo>
                        <a:pt x="1032" y="638"/>
                      </a:lnTo>
                      <a:lnTo>
                        <a:pt x="1032" y="642"/>
                      </a:lnTo>
                      <a:lnTo>
                        <a:pt x="1032" y="646"/>
                      </a:lnTo>
                      <a:lnTo>
                        <a:pt x="1032" y="650"/>
                      </a:lnTo>
                      <a:lnTo>
                        <a:pt x="1032" y="646"/>
                      </a:lnTo>
                      <a:lnTo>
                        <a:pt x="1036" y="646"/>
                      </a:lnTo>
                      <a:lnTo>
                        <a:pt x="1036" y="642"/>
                      </a:lnTo>
                      <a:lnTo>
                        <a:pt x="1036" y="646"/>
                      </a:lnTo>
                      <a:lnTo>
                        <a:pt x="1036" y="652"/>
                      </a:lnTo>
                      <a:lnTo>
                        <a:pt x="1036" y="650"/>
                      </a:lnTo>
                      <a:lnTo>
                        <a:pt x="1040" y="646"/>
                      </a:lnTo>
                      <a:lnTo>
                        <a:pt x="1044" y="642"/>
                      </a:lnTo>
                      <a:lnTo>
                        <a:pt x="1048" y="642"/>
                      </a:lnTo>
                      <a:lnTo>
                        <a:pt x="1052" y="642"/>
                      </a:lnTo>
                      <a:lnTo>
                        <a:pt x="1052" y="638"/>
                      </a:lnTo>
                      <a:lnTo>
                        <a:pt x="1052" y="634"/>
                      </a:lnTo>
                      <a:lnTo>
                        <a:pt x="1056" y="634"/>
                      </a:lnTo>
                      <a:lnTo>
                        <a:pt x="1056" y="630"/>
                      </a:lnTo>
                      <a:lnTo>
                        <a:pt x="1060" y="634"/>
                      </a:lnTo>
                      <a:lnTo>
                        <a:pt x="1060" y="638"/>
                      </a:lnTo>
                      <a:lnTo>
                        <a:pt x="1062" y="638"/>
                      </a:lnTo>
                      <a:lnTo>
                        <a:pt x="1060" y="642"/>
                      </a:lnTo>
                      <a:lnTo>
                        <a:pt x="1060" y="646"/>
                      </a:lnTo>
                      <a:lnTo>
                        <a:pt x="1060" y="642"/>
                      </a:lnTo>
                      <a:lnTo>
                        <a:pt x="1062" y="642"/>
                      </a:lnTo>
                      <a:lnTo>
                        <a:pt x="1062" y="638"/>
                      </a:lnTo>
                      <a:lnTo>
                        <a:pt x="1060" y="634"/>
                      </a:lnTo>
                      <a:lnTo>
                        <a:pt x="1060" y="630"/>
                      </a:lnTo>
                      <a:lnTo>
                        <a:pt x="1062" y="630"/>
                      </a:lnTo>
                      <a:lnTo>
                        <a:pt x="1062" y="634"/>
                      </a:lnTo>
                      <a:lnTo>
                        <a:pt x="1062" y="630"/>
                      </a:lnTo>
                      <a:lnTo>
                        <a:pt x="1062" y="626"/>
                      </a:lnTo>
                      <a:lnTo>
                        <a:pt x="1066" y="626"/>
                      </a:lnTo>
                      <a:lnTo>
                        <a:pt x="1066" y="630"/>
                      </a:lnTo>
                      <a:lnTo>
                        <a:pt x="1066" y="626"/>
                      </a:lnTo>
                      <a:lnTo>
                        <a:pt x="1070" y="626"/>
                      </a:lnTo>
                      <a:lnTo>
                        <a:pt x="1066" y="626"/>
                      </a:lnTo>
                      <a:lnTo>
                        <a:pt x="1066" y="622"/>
                      </a:lnTo>
                      <a:lnTo>
                        <a:pt x="1066" y="620"/>
                      </a:lnTo>
                      <a:lnTo>
                        <a:pt x="1070" y="620"/>
                      </a:lnTo>
                      <a:lnTo>
                        <a:pt x="1070" y="622"/>
                      </a:lnTo>
                      <a:lnTo>
                        <a:pt x="1070" y="620"/>
                      </a:lnTo>
                      <a:lnTo>
                        <a:pt x="1066" y="620"/>
                      </a:lnTo>
                      <a:lnTo>
                        <a:pt x="1070" y="620"/>
                      </a:lnTo>
                      <a:lnTo>
                        <a:pt x="1074" y="620"/>
                      </a:lnTo>
                      <a:lnTo>
                        <a:pt x="1070" y="620"/>
                      </a:lnTo>
                      <a:lnTo>
                        <a:pt x="1070" y="616"/>
                      </a:lnTo>
                      <a:lnTo>
                        <a:pt x="1066" y="616"/>
                      </a:lnTo>
                      <a:lnTo>
                        <a:pt x="1066" y="612"/>
                      </a:lnTo>
                      <a:lnTo>
                        <a:pt x="1070" y="612"/>
                      </a:lnTo>
                      <a:lnTo>
                        <a:pt x="1070" y="608"/>
                      </a:lnTo>
                      <a:lnTo>
                        <a:pt x="1070" y="612"/>
                      </a:lnTo>
                      <a:lnTo>
                        <a:pt x="1074" y="612"/>
                      </a:lnTo>
                      <a:lnTo>
                        <a:pt x="1074" y="608"/>
                      </a:lnTo>
                      <a:lnTo>
                        <a:pt x="1070" y="608"/>
                      </a:lnTo>
                      <a:lnTo>
                        <a:pt x="1074" y="608"/>
                      </a:lnTo>
                      <a:lnTo>
                        <a:pt x="1074" y="604"/>
                      </a:lnTo>
                      <a:lnTo>
                        <a:pt x="1076" y="600"/>
                      </a:lnTo>
                      <a:lnTo>
                        <a:pt x="1076" y="596"/>
                      </a:lnTo>
                      <a:lnTo>
                        <a:pt x="1080" y="596"/>
                      </a:lnTo>
                      <a:lnTo>
                        <a:pt x="1080" y="600"/>
                      </a:lnTo>
                      <a:lnTo>
                        <a:pt x="1076" y="600"/>
                      </a:lnTo>
                      <a:lnTo>
                        <a:pt x="1080" y="600"/>
                      </a:lnTo>
                      <a:lnTo>
                        <a:pt x="1084" y="600"/>
                      </a:lnTo>
                      <a:lnTo>
                        <a:pt x="1080" y="604"/>
                      </a:lnTo>
                      <a:lnTo>
                        <a:pt x="1076" y="604"/>
                      </a:lnTo>
                      <a:lnTo>
                        <a:pt x="1076" y="608"/>
                      </a:lnTo>
                      <a:lnTo>
                        <a:pt x="1076" y="604"/>
                      </a:lnTo>
                      <a:lnTo>
                        <a:pt x="1080" y="604"/>
                      </a:lnTo>
                      <a:lnTo>
                        <a:pt x="1084" y="604"/>
                      </a:lnTo>
                      <a:lnTo>
                        <a:pt x="1084" y="608"/>
                      </a:lnTo>
                      <a:lnTo>
                        <a:pt x="1080" y="608"/>
                      </a:lnTo>
                      <a:lnTo>
                        <a:pt x="1084" y="608"/>
                      </a:lnTo>
                      <a:lnTo>
                        <a:pt x="1084" y="604"/>
                      </a:lnTo>
                      <a:lnTo>
                        <a:pt x="1088" y="604"/>
                      </a:lnTo>
                      <a:lnTo>
                        <a:pt x="1088" y="608"/>
                      </a:lnTo>
                      <a:lnTo>
                        <a:pt x="1084" y="612"/>
                      </a:lnTo>
                      <a:lnTo>
                        <a:pt x="1088" y="612"/>
                      </a:lnTo>
                      <a:lnTo>
                        <a:pt x="1088" y="616"/>
                      </a:lnTo>
                      <a:lnTo>
                        <a:pt x="1092" y="616"/>
                      </a:lnTo>
                      <a:lnTo>
                        <a:pt x="1092" y="620"/>
                      </a:lnTo>
                      <a:lnTo>
                        <a:pt x="1088" y="620"/>
                      </a:lnTo>
                      <a:lnTo>
                        <a:pt x="1092" y="620"/>
                      </a:lnTo>
                      <a:lnTo>
                        <a:pt x="1092" y="622"/>
                      </a:lnTo>
                      <a:lnTo>
                        <a:pt x="1092" y="620"/>
                      </a:lnTo>
                      <a:lnTo>
                        <a:pt x="1096" y="620"/>
                      </a:lnTo>
                      <a:lnTo>
                        <a:pt x="1096" y="622"/>
                      </a:lnTo>
                      <a:lnTo>
                        <a:pt x="1100" y="622"/>
                      </a:lnTo>
                      <a:lnTo>
                        <a:pt x="1096" y="626"/>
                      </a:lnTo>
                      <a:lnTo>
                        <a:pt x="1092" y="626"/>
                      </a:lnTo>
                      <a:lnTo>
                        <a:pt x="1088" y="626"/>
                      </a:lnTo>
                      <a:lnTo>
                        <a:pt x="1088" y="630"/>
                      </a:lnTo>
                      <a:lnTo>
                        <a:pt x="1092" y="626"/>
                      </a:lnTo>
                      <a:lnTo>
                        <a:pt x="1096" y="626"/>
                      </a:lnTo>
                      <a:lnTo>
                        <a:pt x="1100" y="626"/>
                      </a:lnTo>
                      <a:lnTo>
                        <a:pt x="1100" y="630"/>
                      </a:lnTo>
                      <a:lnTo>
                        <a:pt x="1104" y="630"/>
                      </a:lnTo>
                      <a:lnTo>
                        <a:pt x="1104" y="634"/>
                      </a:lnTo>
                      <a:lnTo>
                        <a:pt x="1106" y="634"/>
                      </a:lnTo>
                      <a:lnTo>
                        <a:pt x="1106" y="638"/>
                      </a:lnTo>
                      <a:lnTo>
                        <a:pt x="1104" y="638"/>
                      </a:lnTo>
                      <a:lnTo>
                        <a:pt x="1100" y="642"/>
                      </a:lnTo>
                      <a:lnTo>
                        <a:pt x="1096" y="642"/>
                      </a:lnTo>
                      <a:lnTo>
                        <a:pt x="1096" y="646"/>
                      </a:lnTo>
                      <a:lnTo>
                        <a:pt x="1096" y="642"/>
                      </a:lnTo>
                      <a:lnTo>
                        <a:pt x="1100" y="642"/>
                      </a:lnTo>
                      <a:lnTo>
                        <a:pt x="1104" y="642"/>
                      </a:lnTo>
                      <a:lnTo>
                        <a:pt x="1106" y="642"/>
                      </a:lnTo>
                      <a:lnTo>
                        <a:pt x="1110" y="642"/>
                      </a:lnTo>
                      <a:lnTo>
                        <a:pt x="1106" y="642"/>
                      </a:lnTo>
                      <a:lnTo>
                        <a:pt x="1106" y="646"/>
                      </a:lnTo>
                      <a:lnTo>
                        <a:pt x="1110" y="646"/>
                      </a:lnTo>
                      <a:lnTo>
                        <a:pt x="1106" y="646"/>
                      </a:lnTo>
                      <a:lnTo>
                        <a:pt x="1106" y="650"/>
                      </a:lnTo>
                      <a:lnTo>
                        <a:pt x="1106" y="646"/>
                      </a:lnTo>
                      <a:lnTo>
                        <a:pt x="1104" y="650"/>
                      </a:lnTo>
                      <a:lnTo>
                        <a:pt x="1100" y="650"/>
                      </a:lnTo>
                      <a:lnTo>
                        <a:pt x="1100" y="652"/>
                      </a:lnTo>
                      <a:lnTo>
                        <a:pt x="1104" y="650"/>
                      </a:lnTo>
                      <a:lnTo>
                        <a:pt x="1106" y="650"/>
                      </a:lnTo>
                      <a:lnTo>
                        <a:pt x="1110" y="650"/>
                      </a:lnTo>
                      <a:lnTo>
                        <a:pt x="1110" y="646"/>
                      </a:lnTo>
                      <a:lnTo>
                        <a:pt x="1110" y="650"/>
                      </a:lnTo>
                      <a:lnTo>
                        <a:pt x="1114" y="650"/>
                      </a:lnTo>
                      <a:lnTo>
                        <a:pt x="1110" y="650"/>
                      </a:lnTo>
                      <a:lnTo>
                        <a:pt x="1110" y="652"/>
                      </a:lnTo>
                      <a:lnTo>
                        <a:pt x="1110" y="650"/>
                      </a:lnTo>
                      <a:lnTo>
                        <a:pt x="1110" y="652"/>
                      </a:lnTo>
                      <a:lnTo>
                        <a:pt x="1106" y="652"/>
                      </a:lnTo>
                      <a:lnTo>
                        <a:pt x="1110" y="652"/>
                      </a:lnTo>
                      <a:lnTo>
                        <a:pt x="1114" y="652"/>
                      </a:lnTo>
                      <a:lnTo>
                        <a:pt x="1114" y="656"/>
                      </a:lnTo>
                      <a:lnTo>
                        <a:pt x="1118" y="656"/>
                      </a:lnTo>
                      <a:lnTo>
                        <a:pt x="1118" y="660"/>
                      </a:lnTo>
                      <a:lnTo>
                        <a:pt x="1114" y="660"/>
                      </a:lnTo>
                      <a:lnTo>
                        <a:pt x="1114" y="664"/>
                      </a:lnTo>
                      <a:lnTo>
                        <a:pt x="1110" y="664"/>
                      </a:lnTo>
                      <a:lnTo>
                        <a:pt x="1110" y="660"/>
                      </a:lnTo>
                      <a:lnTo>
                        <a:pt x="1110" y="664"/>
                      </a:lnTo>
                      <a:lnTo>
                        <a:pt x="1114" y="664"/>
                      </a:lnTo>
                      <a:lnTo>
                        <a:pt x="1118" y="664"/>
                      </a:lnTo>
                      <a:lnTo>
                        <a:pt x="1118" y="668"/>
                      </a:lnTo>
                      <a:lnTo>
                        <a:pt x="1118" y="672"/>
                      </a:lnTo>
                      <a:lnTo>
                        <a:pt x="1122" y="672"/>
                      </a:lnTo>
                      <a:lnTo>
                        <a:pt x="1126" y="672"/>
                      </a:lnTo>
                      <a:lnTo>
                        <a:pt x="1126" y="676"/>
                      </a:lnTo>
                      <a:lnTo>
                        <a:pt x="1122" y="676"/>
                      </a:lnTo>
                      <a:lnTo>
                        <a:pt x="1122" y="680"/>
                      </a:lnTo>
                      <a:lnTo>
                        <a:pt x="1118" y="680"/>
                      </a:lnTo>
                      <a:lnTo>
                        <a:pt x="1122" y="680"/>
                      </a:lnTo>
                      <a:lnTo>
                        <a:pt x="1118" y="680"/>
                      </a:lnTo>
                      <a:lnTo>
                        <a:pt x="1122" y="680"/>
                      </a:lnTo>
                      <a:lnTo>
                        <a:pt x="1122" y="682"/>
                      </a:lnTo>
                      <a:lnTo>
                        <a:pt x="1118" y="682"/>
                      </a:lnTo>
                      <a:lnTo>
                        <a:pt x="1118" y="680"/>
                      </a:lnTo>
                      <a:lnTo>
                        <a:pt x="1114" y="680"/>
                      </a:lnTo>
                      <a:lnTo>
                        <a:pt x="1110" y="680"/>
                      </a:lnTo>
                      <a:lnTo>
                        <a:pt x="1114" y="680"/>
                      </a:lnTo>
                      <a:lnTo>
                        <a:pt x="1114" y="676"/>
                      </a:lnTo>
                      <a:lnTo>
                        <a:pt x="1110" y="676"/>
                      </a:lnTo>
                      <a:lnTo>
                        <a:pt x="1110" y="680"/>
                      </a:lnTo>
                      <a:lnTo>
                        <a:pt x="1114" y="680"/>
                      </a:lnTo>
                      <a:lnTo>
                        <a:pt x="1118" y="682"/>
                      </a:lnTo>
                      <a:lnTo>
                        <a:pt x="1114" y="682"/>
                      </a:lnTo>
                      <a:lnTo>
                        <a:pt x="1118" y="682"/>
                      </a:lnTo>
                      <a:lnTo>
                        <a:pt x="1122" y="682"/>
                      </a:lnTo>
                      <a:lnTo>
                        <a:pt x="1122" y="686"/>
                      </a:lnTo>
                      <a:lnTo>
                        <a:pt x="1118" y="686"/>
                      </a:lnTo>
                      <a:lnTo>
                        <a:pt x="1118" y="682"/>
                      </a:lnTo>
                      <a:lnTo>
                        <a:pt x="1114" y="686"/>
                      </a:lnTo>
                      <a:lnTo>
                        <a:pt x="1118" y="686"/>
                      </a:lnTo>
                      <a:lnTo>
                        <a:pt x="1114" y="686"/>
                      </a:lnTo>
                      <a:lnTo>
                        <a:pt x="1118" y="686"/>
                      </a:lnTo>
                      <a:lnTo>
                        <a:pt x="1122" y="686"/>
                      </a:lnTo>
                      <a:lnTo>
                        <a:pt x="1122" y="690"/>
                      </a:lnTo>
                      <a:lnTo>
                        <a:pt x="1118" y="690"/>
                      </a:lnTo>
                      <a:lnTo>
                        <a:pt x="1114" y="690"/>
                      </a:lnTo>
                      <a:lnTo>
                        <a:pt x="1118" y="690"/>
                      </a:lnTo>
                      <a:lnTo>
                        <a:pt x="1122" y="690"/>
                      </a:lnTo>
                      <a:lnTo>
                        <a:pt x="1126" y="690"/>
                      </a:lnTo>
                      <a:lnTo>
                        <a:pt x="1126" y="694"/>
                      </a:lnTo>
                      <a:lnTo>
                        <a:pt x="1130" y="694"/>
                      </a:lnTo>
                      <a:lnTo>
                        <a:pt x="1126" y="694"/>
                      </a:lnTo>
                      <a:lnTo>
                        <a:pt x="1126" y="698"/>
                      </a:lnTo>
                      <a:lnTo>
                        <a:pt x="1130" y="698"/>
                      </a:lnTo>
                      <a:lnTo>
                        <a:pt x="1132" y="698"/>
                      </a:lnTo>
                      <a:lnTo>
                        <a:pt x="1136" y="698"/>
                      </a:lnTo>
                      <a:lnTo>
                        <a:pt x="1136" y="702"/>
                      </a:lnTo>
                      <a:lnTo>
                        <a:pt x="1132" y="702"/>
                      </a:lnTo>
                      <a:lnTo>
                        <a:pt x="1136" y="702"/>
                      </a:lnTo>
                      <a:lnTo>
                        <a:pt x="1136" y="698"/>
                      </a:lnTo>
                      <a:lnTo>
                        <a:pt x="1136" y="702"/>
                      </a:lnTo>
                      <a:lnTo>
                        <a:pt x="1136" y="706"/>
                      </a:lnTo>
                      <a:lnTo>
                        <a:pt x="1136" y="702"/>
                      </a:lnTo>
                      <a:lnTo>
                        <a:pt x="1140" y="702"/>
                      </a:lnTo>
                      <a:lnTo>
                        <a:pt x="1136" y="702"/>
                      </a:lnTo>
                      <a:lnTo>
                        <a:pt x="1136" y="706"/>
                      </a:lnTo>
                      <a:lnTo>
                        <a:pt x="1140" y="706"/>
                      </a:lnTo>
                      <a:lnTo>
                        <a:pt x="1140" y="708"/>
                      </a:lnTo>
                      <a:lnTo>
                        <a:pt x="1136" y="708"/>
                      </a:lnTo>
                      <a:lnTo>
                        <a:pt x="1140" y="708"/>
                      </a:lnTo>
                      <a:lnTo>
                        <a:pt x="1140" y="706"/>
                      </a:lnTo>
                      <a:lnTo>
                        <a:pt x="1144" y="706"/>
                      </a:lnTo>
                      <a:lnTo>
                        <a:pt x="1144" y="708"/>
                      </a:lnTo>
                      <a:lnTo>
                        <a:pt x="1140" y="708"/>
                      </a:lnTo>
                      <a:lnTo>
                        <a:pt x="1140" y="712"/>
                      </a:lnTo>
                      <a:lnTo>
                        <a:pt x="1136" y="712"/>
                      </a:lnTo>
                      <a:lnTo>
                        <a:pt x="1140" y="712"/>
                      </a:lnTo>
                      <a:lnTo>
                        <a:pt x="1136" y="716"/>
                      </a:lnTo>
                      <a:lnTo>
                        <a:pt x="1140" y="716"/>
                      </a:lnTo>
                      <a:lnTo>
                        <a:pt x="1140" y="712"/>
                      </a:lnTo>
                      <a:lnTo>
                        <a:pt x="1144" y="712"/>
                      </a:lnTo>
                      <a:lnTo>
                        <a:pt x="1144" y="716"/>
                      </a:lnTo>
                      <a:lnTo>
                        <a:pt x="1140" y="716"/>
                      </a:lnTo>
                      <a:lnTo>
                        <a:pt x="1144" y="716"/>
                      </a:lnTo>
                      <a:lnTo>
                        <a:pt x="1144" y="712"/>
                      </a:lnTo>
                      <a:lnTo>
                        <a:pt x="1148" y="712"/>
                      </a:lnTo>
                      <a:lnTo>
                        <a:pt x="1148" y="708"/>
                      </a:lnTo>
                      <a:lnTo>
                        <a:pt x="1148" y="712"/>
                      </a:lnTo>
                      <a:lnTo>
                        <a:pt x="1144" y="712"/>
                      </a:lnTo>
                      <a:lnTo>
                        <a:pt x="1144" y="716"/>
                      </a:lnTo>
                      <a:lnTo>
                        <a:pt x="1148" y="716"/>
                      </a:lnTo>
                      <a:lnTo>
                        <a:pt x="1152" y="712"/>
                      </a:lnTo>
                      <a:lnTo>
                        <a:pt x="1152" y="716"/>
                      </a:lnTo>
                      <a:lnTo>
                        <a:pt x="1148" y="720"/>
                      </a:lnTo>
                      <a:lnTo>
                        <a:pt x="1148" y="724"/>
                      </a:lnTo>
                      <a:lnTo>
                        <a:pt x="1148" y="720"/>
                      </a:lnTo>
                      <a:lnTo>
                        <a:pt x="1152" y="720"/>
                      </a:lnTo>
                      <a:lnTo>
                        <a:pt x="1156" y="716"/>
                      </a:lnTo>
                      <a:lnTo>
                        <a:pt x="1156" y="712"/>
                      </a:lnTo>
                      <a:lnTo>
                        <a:pt x="1160" y="712"/>
                      </a:lnTo>
                      <a:lnTo>
                        <a:pt x="1156" y="712"/>
                      </a:lnTo>
                      <a:lnTo>
                        <a:pt x="1156" y="716"/>
                      </a:lnTo>
                      <a:lnTo>
                        <a:pt x="1160" y="716"/>
                      </a:lnTo>
                      <a:lnTo>
                        <a:pt x="1160" y="712"/>
                      </a:lnTo>
                      <a:lnTo>
                        <a:pt x="1160" y="716"/>
                      </a:lnTo>
                      <a:lnTo>
                        <a:pt x="1160" y="720"/>
                      </a:lnTo>
                      <a:lnTo>
                        <a:pt x="1162" y="720"/>
                      </a:lnTo>
                      <a:lnTo>
                        <a:pt x="1166" y="724"/>
                      </a:lnTo>
                      <a:lnTo>
                        <a:pt x="1166" y="720"/>
                      </a:lnTo>
                      <a:lnTo>
                        <a:pt x="1170" y="720"/>
                      </a:lnTo>
                      <a:lnTo>
                        <a:pt x="1170" y="724"/>
                      </a:lnTo>
                      <a:lnTo>
                        <a:pt x="1174" y="724"/>
                      </a:lnTo>
                      <a:lnTo>
                        <a:pt x="1178" y="724"/>
                      </a:lnTo>
                      <a:lnTo>
                        <a:pt x="1182" y="724"/>
                      </a:lnTo>
                      <a:lnTo>
                        <a:pt x="1182" y="728"/>
                      </a:lnTo>
                      <a:lnTo>
                        <a:pt x="1178" y="728"/>
                      </a:lnTo>
                      <a:lnTo>
                        <a:pt x="1182" y="728"/>
                      </a:lnTo>
                      <a:lnTo>
                        <a:pt x="1182" y="732"/>
                      </a:lnTo>
                      <a:lnTo>
                        <a:pt x="1178" y="732"/>
                      </a:lnTo>
                      <a:lnTo>
                        <a:pt x="1174" y="732"/>
                      </a:lnTo>
                      <a:lnTo>
                        <a:pt x="1170" y="732"/>
                      </a:lnTo>
                      <a:lnTo>
                        <a:pt x="1174" y="732"/>
                      </a:lnTo>
                      <a:lnTo>
                        <a:pt x="1170" y="736"/>
                      </a:lnTo>
                      <a:lnTo>
                        <a:pt x="1166" y="736"/>
                      </a:lnTo>
                      <a:lnTo>
                        <a:pt x="1162" y="736"/>
                      </a:lnTo>
                      <a:lnTo>
                        <a:pt x="1160" y="736"/>
                      </a:lnTo>
                      <a:lnTo>
                        <a:pt x="1156" y="738"/>
                      </a:lnTo>
                      <a:lnTo>
                        <a:pt x="1152" y="738"/>
                      </a:lnTo>
                      <a:lnTo>
                        <a:pt x="1156" y="738"/>
                      </a:lnTo>
                      <a:lnTo>
                        <a:pt x="1160" y="738"/>
                      </a:lnTo>
                      <a:lnTo>
                        <a:pt x="1162" y="736"/>
                      </a:lnTo>
                      <a:lnTo>
                        <a:pt x="1166" y="736"/>
                      </a:lnTo>
                      <a:lnTo>
                        <a:pt x="1166" y="738"/>
                      </a:lnTo>
                      <a:lnTo>
                        <a:pt x="1162" y="738"/>
                      </a:lnTo>
                      <a:lnTo>
                        <a:pt x="1160" y="738"/>
                      </a:lnTo>
                      <a:lnTo>
                        <a:pt x="1156" y="738"/>
                      </a:lnTo>
                      <a:lnTo>
                        <a:pt x="1156" y="742"/>
                      </a:lnTo>
                      <a:lnTo>
                        <a:pt x="1152" y="742"/>
                      </a:lnTo>
                      <a:lnTo>
                        <a:pt x="1148" y="742"/>
                      </a:lnTo>
                      <a:lnTo>
                        <a:pt x="1144" y="742"/>
                      </a:lnTo>
                      <a:lnTo>
                        <a:pt x="1144" y="746"/>
                      </a:lnTo>
                      <a:lnTo>
                        <a:pt x="1144" y="750"/>
                      </a:lnTo>
                      <a:lnTo>
                        <a:pt x="1140" y="746"/>
                      </a:lnTo>
                      <a:lnTo>
                        <a:pt x="1136" y="746"/>
                      </a:lnTo>
                      <a:lnTo>
                        <a:pt x="1132" y="742"/>
                      </a:lnTo>
                      <a:lnTo>
                        <a:pt x="1132" y="746"/>
                      </a:lnTo>
                      <a:lnTo>
                        <a:pt x="1136" y="746"/>
                      </a:lnTo>
                      <a:lnTo>
                        <a:pt x="1140" y="746"/>
                      </a:lnTo>
                      <a:lnTo>
                        <a:pt x="1140" y="750"/>
                      </a:lnTo>
                      <a:lnTo>
                        <a:pt x="1144" y="750"/>
                      </a:lnTo>
                      <a:lnTo>
                        <a:pt x="1140" y="754"/>
                      </a:lnTo>
                      <a:lnTo>
                        <a:pt x="1144" y="754"/>
                      </a:lnTo>
                      <a:lnTo>
                        <a:pt x="1140" y="754"/>
                      </a:lnTo>
                      <a:lnTo>
                        <a:pt x="1144" y="754"/>
                      </a:lnTo>
                      <a:lnTo>
                        <a:pt x="1144" y="750"/>
                      </a:lnTo>
                      <a:lnTo>
                        <a:pt x="1148" y="750"/>
                      </a:lnTo>
                      <a:lnTo>
                        <a:pt x="1152" y="750"/>
                      </a:lnTo>
                      <a:lnTo>
                        <a:pt x="1152" y="746"/>
                      </a:lnTo>
                      <a:lnTo>
                        <a:pt x="1156" y="746"/>
                      </a:lnTo>
                      <a:lnTo>
                        <a:pt x="1160" y="746"/>
                      </a:lnTo>
                      <a:lnTo>
                        <a:pt x="1160" y="742"/>
                      </a:lnTo>
                      <a:lnTo>
                        <a:pt x="1162" y="742"/>
                      </a:lnTo>
                      <a:lnTo>
                        <a:pt x="1166" y="738"/>
                      </a:lnTo>
                      <a:lnTo>
                        <a:pt x="1170" y="738"/>
                      </a:lnTo>
                      <a:lnTo>
                        <a:pt x="1174" y="738"/>
                      </a:lnTo>
                      <a:lnTo>
                        <a:pt x="1178" y="738"/>
                      </a:lnTo>
                      <a:lnTo>
                        <a:pt x="1174" y="736"/>
                      </a:lnTo>
                      <a:lnTo>
                        <a:pt x="1170" y="736"/>
                      </a:lnTo>
                      <a:lnTo>
                        <a:pt x="1166" y="736"/>
                      </a:lnTo>
                      <a:lnTo>
                        <a:pt x="1170" y="736"/>
                      </a:lnTo>
                      <a:lnTo>
                        <a:pt x="1174" y="736"/>
                      </a:lnTo>
                      <a:lnTo>
                        <a:pt x="1178" y="736"/>
                      </a:lnTo>
                      <a:lnTo>
                        <a:pt x="1182" y="736"/>
                      </a:lnTo>
                      <a:lnTo>
                        <a:pt x="1182" y="738"/>
                      </a:lnTo>
                      <a:lnTo>
                        <a:pt x="1186" y="742"/>
                      </a:lnTo>
                      <a:lnTo>
                        <a:pt x="1186" y="746"/>
                      </a:lnTo>
                      <a:lnTo>
                        <a:pt x="1182" y="746"/>
                      </a:lnTo>
                      <a:lnTo>
                        <a:pt x="1186" y="750"/>
                      </a:lnTo>
                      <a:lnTo>
                        <a:pt x="1182" y="750"/>
                      </a:lnTo>
                      <a:lnTo>
                        <a:pt x="1186" y="750"/>
                      </a:lnTo>
                      <a:lnTo>
                        <a:pt x="1186" y="746"/>
                      </a:lnTo>
                      <a:lnTo>
                        <a:pt x="1188" y="746"/>
                      </a:lnTo>
                      <a:lnTo>
                        <a:pt x="1192" y="746"/>
                      </a:lnTo>
                      <a:lnTo>
                        <a:pt x="1192" y="742"/>
                      </a:lnTo>
                      <a:lnTo>
                        <a:pt x="1196" y="742"/>
                      </a:lnTo>
                      <a:lnTo>
                        <a:pt x="1196" y="746"/>
                      </a:lnTo>
                      <a:lnTo>
                        <a:pt x="1192" y="746"/>
                      </a:lnTo>
                      <a:lnTo>
                        <a:pt x="1196" y="746"/>
                      </a:lnTo>
                      <a:lnTo>
                        <a:pt x="1200" y="746"/>
                      </a:lnTo>
                      <a:lnTo>
                        <a:pt x="1204" y="750"/>
                      </a:lnTo>
                      <a:lnTo>
                        <a:pt x="1200" y="750"/>
                      </a:lnTo>
                      <a:lnTo>
                        <a:pt x="1204" y="750"/>
                      </a:lnTo>
                      <a:lnTo>
                        <a:pt x="1200" y="754"/>
                      </a:lnTo>
                      <a:lnTo>
                        <a:pt x="1204" y="754"/>
                      </a:lnTo>
                      <a:lnTo>
                        <a:pt x="1204" y="758"/>
                      </a:lnTo>
                      <a:lnTo>
                        <a:pt x="1204" y="762"/>
                      </a:lnTo>
                      <a:lnTo>
                        <a:pt x="1200" y="762"/>
                      </a:lnTo>
                      <a:lnTo>
                        <a:pt x="1204" y="762"/>
                      </a:lnTo>
                      <a:lnTo>
                        <a:pt x="1204" y="766"/>
                      </a:lnTo>
                      <a:lnTo>
                        <a:pt x="1200" y="766"/>
                      </a:lnTo>
                      <a:lnTo>
                        <a:pt x="1204" y="768"/>
                      </a:lnTo>
                      <a:lnTo>
                        <a:pt x="1200" y="768"/>
                      </a:lnTo>
                      <a:lnTo>
                        <a:pt x="1204" y="768"/>
                      </a:lnTo>
                      <a:lnTo>
                        <a:pt x="1200" y="768"/>
                      </a:lnTo>
                      <a:lnTo>
                        <a:pt x="1196" y="768"/>
                      </a:lnTo>
                      <a:lnTo>
                        <a:pt x="1200" y="768"/>
                      </a:lnTo>
                      <a:lnTo>
                        <a:pt x="1204" y="772"/>
                      </a:lnTo>
                      <a:lnTo>
                        <a:pt x="1208" y="772"/>
                      </a:lnTo>
                      <a:lnTo>
                        <a:pt x="1204" y="776"/>
                      </a:lnTo>
                      <a:lnTo>
                        <a:pt x="1204" y="772"/>
                      </a:lnTo>
                      <a:lnTo>
                        <a:pt x="1200" y="772"/>
                      </a:lnTo>
                      <a:lnTo>
                        <a:pt x="1204" y="772"/>
                      </a:lnTo>
                      <a:lnTo>
                        <a:pt x="1204" y="776"/>
                      </a:lnTo>
                      <a:lnTo>
                        <a:pt x="1208" y="776"/>
                      </a:lnTo>
                      <a:lnTo>
                        <a:pt x="1208" y="780"/>
                      </a:lnTo>
                      <a:lnTo>
                        <a:pt x="1204" y="784"/>
                      </a:lnTo>
                      <a:lnTo>
                        <a:pt x="1200" y="784"/>
                      </a:lnTo>
                      <a:lnTo>
                        <a:pt x="1200" y="788"/>
                      </a:lnTo>
                      <a:lnTo>
                        <a:pt x="1196" y="788"/>
                      </a:lnTo>
                      <a:lnTo>
                        <a:pt x="1192" y="792"/>
                      </a:lnTo>
                      <a:lnTo>
                        <a:pt x="1188" y="792"/>
                      </a:lnTo>
                      <a:lnTo>
                        <a:pt x="1188" y="794"/>
                      </a:lnTo>
                      <a:lnTo>
                        <a:pt x="1186" y="794"/>
                      </a:lnTo>
                      <a:lnTo>
                        <a:pt x="1186" y="792"/>
                      </a:lnTo>
                      <a:lnTo>
                        <a:pt x="1182" y="792"/>
                      </a:lnTo>
                      <a:lnTo>
                        <a:pt x="1182" y="794"/>
                      </a:lnTo>
                      <a:lnTo>
                        <a:pt x="1178" y="794"/>
                      </a:lnTo>
                      <a:lnTo>
                        <a:pt x="1178" y="792"/>
                      </a:lnTo>
                      <a:lnTo>
                        <a:pt x="1174" y="794"/>
                      </a:lnTo>
                      <a:lnTo>
                        <a:pt x="1170" y="798"/>
                      </a:lnTo>
                      <a:lnTo>
                        <a:pt x="1166" y="794"/>
                      </a:lnTo>
                      <a:lnTo>
                        <a:pt x="1166" y="798"/>
                      </a:lnTo>
                      <a:lnTo>
                        <a:pt x="1162" y="798"/>
                      </a:lnTo>
                      <a:lnTo>
                        <a:pt x="1166" y="798"/>
                      </a:lnTo>
                      <a:lnTo>
                        <a:pt x="1162" y="802"/>
                      </a:lnTo>
                      <a:lnTo>
                        <a:pt x="1160" y="802"/>
                      </a:lnTo>
                      <a:lnTo>
                        <a:pt x="1160" y="806"/>
                      </a:lnTo>
                      <a:lnTo>
                        <a:pt x="1160" y="810"/>
                      </a:lnTo>
                      <a:lnTo>
                        <a:pt x="1160" y="806"/>
                      </a:lnTo>
                      <a:lnTo>
                        <a:pt x="1156" y="810"/>
                      </a:lnTo>
                      <a:lnTo>
                        <a:pt x="1152" y="810"/>
                      </a:lnTo>
                      <a:lnTo>
                        <a:pt x="1152" y="814"/>
                      </a:lnTo>
                      <a:lnTo>
                        <a:pt x="1148" y="814"/>
                      </a:lnTo>
                      <a:lnTo>
                        <a:pt x="1148" y="818"/>
                      </a:lnTo>
                      <a:lnTo>
                        <a:pt x="1144" y="818"/>
                      </a:lnTo>
                      <a:lnTo>
                        <a:pt x="1140" y="818"/>
                      </a:lnTo>
                      <a:lnTo>
                        <a:pt x="1136" y="818"/>
                      </a:lnTo>
                      <a:lnTo>
                        <a:pt x="1136" y="822"/>
                      </a:lnTo>
                      <a:lnTo>
                        <a:pt x="1136" y="818"/>
                      </a:lnTo>
                      <a:lnTo>
                        <a:pt x="1132" y="822"/>
                      </a:lnTo>
                      <a:lnTo>
                        <a:pt x="1130" y="822"/>
                      </a:lnTo>
                      <a:lnTo>
                        <a:pt x="1126" y="822"/>
                      </a:lnTo>
                      <a:lnTo>
                        <a:pt x="1122" y="822"/>
                      </a:lnTo>
                      <a:lnTo>
                        <a:pt x="1118" y="822"/>
                      </a:lnTo>
                      <a:lnTo>
                        <a:pt x="1118" y="818"/>
                      </a:lnTo>
                      <a:lnTo>
                        <a:pt x="1114" y="818"/>
                      </a:lnTo>
                      <a:lnTo>
                        <a:pt x="1110" y="818"/>
                      </a:lnTo>
                      <a:lnTo>
                        <a:pt x="1106" y="818"/>
                      </a:lnTo>
                      <a:lnTo>
                        <a:pt x="1100" y="818"/>
                      </a:lnTo>
                      <a:lnTo>
                        <a:pt x="1096" y="818"/>
                      </a:lnTo>
                      <a:lnTo>
                        <a:pt x="1092" y="818"/>
                      </a:lnTo>
                      <a:lnTo>
                        <a:pt x="1088" y="818"/>
                      </a:lnTo>
                      <a:lnTo>
                        <a:pt x="1084" y="818"/>
                      </a:lnTo>
                      <a:lnTo>
                        <a:pt x="1080" y="818"/>
                      </a:lnTo>
                      <a:lnTo>
                        <a:pt x="1076" y="818"/>
                      </a:lnTo>
                      <a:lnTo>
                        <a:pt x="1074" y="818"/>
                      </a:lnTo>
                      <a:lnTo>
                        <a:pt x="1070" y="818"/>
                      </a:lnTo>
                      <a:lnTo>
                        <a:pt x="1066" y="818"/>
                      </a:lnTo>
                      <a:lnTo>
                        <a:pt x="1062" y="818"/>
                      </a:lnTo>
                      <a:lnTo>
                        <a:pt x="1060" y="818"/>
                      </a:lnTo>
                      <a:lnTo>
                        <a:pt x="1060" y="822"/>
                      </a:lnTo>
                      <a:lnTo>
                        <a:pt x="1056" y="822"/>
                      </a:lnTo>
                      <a:lnTo>
                        <a:pt x="1056" y="818"/>
                      </a:lnTo>
                      <a:lnTo>
                        <a:pt x="1052" y="822"/>
                      </a:lnTo>
                      <a:lnTo>
                        <a:pt x="1048" y="824"/>
                      </a:lnTo>
                      <a:lnTo>
                        <a:pt x="1048" y="828"/>
                      </a:lnTo>
                      <a:lnTo>
                        <a:pt x="1044" y="828"/>
                      </a:lnTo>
                      <a:lnTo>
                        <a:pt x="1044" y="832"/>
                      </a:lnTo>
                      <a:lnTo>
                        <a:pt x="1044" y="836"/>
                      </a:lnTo>
                      <a:lnTo>
                        <a:pt x="1040" y="836"/>
                      </a:lnTo>
                      <a:lnTo>
                        <a:pt x="1036" y="840"/>
                      </a:lnTo>
                      <a:lnTo>
                        <a:pt x="1032" y="840"/>
                      </a:lnTo>
                      <a:lnTo>
                        <a:pt x="1030" y="840"/>
                      </a:lnTo>
                      <a:lnTo>
                        <a:pt x="1030" y="844"/>
                      </a:lnTo>
                      <a:lnTo>
                        <a:pt x="1026" y="844"/>
                      </a:lnTo>
                      <a:lnTo>
                        <a:pt x="1022" y="848"/>
                      </a:lnTo>
                      <a:lnTo>
                        <a:pt x="1018" y="852"/>
                      </a:lnTo>
                      <a:lnTo>
                        <a:pt x="1018" y="854"/>
                      </a:lnTo>
                      <a:lnTo>
                        <a:pt x="1014" y="854"/>
                      </a:lnTo>
                      <a:lnTo>
                        <a:pt x="1014" y="858"/>
                      </a:lnTo>
                      <a:lnTo>
                        <a:pt x="1010" y="858"/>
                      </a:lnTo>
                      <a:lnTo>
                        <a:pt x="1010" y="862"/>
                      </a:lnTo>
                      <a:lnTo>
                        <a:pt x="1006" y="862"/>
                      </a:lnTo>
                      <a:lnTo>
                        <a:pt x="1004" y="858"/>
                      </a:lnTo>
                      <a:lnTo>
                        <a:pt x="1000" y="858"/>
                      </a:lnTo>
                      <a:lnTo>
                        <a:pt x="996" y="858"/>
                      </a:lnTo>
                      <a:lnTo>
                        <a:pt x="996" y="854"/>
                      </a:lnTo>
                      <a:lnTo>
                        <a:pt x="992" y="854"/>
                      </a:lnTo>
                      <a:lnTo>
                        <a:pt x="988" y="854"/>
                      </a:lnTo>
                      <a:lnTo>
                        <a:pt x="992" y="854"/>
                      </a:lnTo>
                      <a:lnTo>
                        <a:pt x="992" y="858"/>
                      </a:lnTo>
                      <a:lnTo>
                        <a:pt x="996" y="858"/>
                      </a:lnTo>
                      <a:lnTo>
                        <a:pt x="1000" y="858"/>
                      </a:lnTo>
                      <a:lnTo>
                        <a:pt x="1004" y="858"/>
                      </a:lnTo>
                      <a:lnTo>
                        <a:pt x="1006" y="862"/>
                      </a:lnTo>
                      <a:lnTo>
                        <a:pt x="1006" y="866"/>
                      </a:lnTo>
                      <a:lnTo>
                        <a:pt x="1006" y="870"/>
                      </a:lnTo>
                      <a:lnTo>
                        <a:pt x="1004" y="870"/>
                      </a:lnTo>
                      <a:lnTo>
                        <a:pt x="1004" y="874"/>
                      </a:lnTo>
                      <a:lnTo>
                        <a:pt x="1004" y="878"/>
                      </a:lnTo>
                      <a:lnTo>
                        <a:pt x="1000" y="878"/>
                      </a:lnTo>
                      <a:lnTo>
                        <a:pt x="996" y="878"/>
                      </a:lnTo>
                      <a:lnTo>
                        <a:pt x="996" y="880"/>
                      </a:lnTo>
                      <a:lnTo>
                        <a:pt x="996" y="884"/>
                      </a:lnTo>
                      <a:lnTo>
                        <a:pt x="992" y="884"/>
                      </a:lnTo>
                      <a:lnTo>
                        <a:pt x="988" y="888"/>
                      </a:lnTo>
                      <a:lnTo>
                        <a:pt x="984" y="892"/>
                      </a:lnTo>
                      <a:lnTo>
                        <a:pt x="988" y="888"/>
                      </a:lnTo>
                      <a:lnTo>
                        <a:pt x="992" y="888"/>
                      </a:lnTo>
                      <a:lnTo>
                        <a:pt x="996" y="888"/>
                      </a:lnTo>
                      <a:lnTo>
                        <a:pt x="996" y="884"/>
                      </a:lnTo>
                      <a:lnTo>
                        <a:pt x="1000" y="884"/>
                      </a:lnTo>
                      <a:lnTo>
                        <a:pt x="1000" y="880"/>
                      </a:lnTo>
                      <a:lnTo>
                        <a:pt x="1004" y="878"/>
                      </a:lnTo>
                      <a:lnTo>
                        <a:pt x="1004" y="874"/>
                      </a:lnTo>
                      <a:lnTo>
                        <a:pt x="1006" y="874"/>
                      </a:lnTo>
                      <a:lnTo>
                        <a:pt x="1010" y="870"/>
                      </a:lnTo>
                      <a:lnTo>
                        <a:pt x="1010" y="866"/>
                      </a:lnTo>
                      <a:lnTo>
                        <a:pt x="1014" y="866"/>
                      </a:lnTo>
                      <a:lnTo>
                        <a:pt x="1014" y="862"/>
                      </a:lnTo>
                      <a:lnTo>
                        <a:pt x="1018" y="862"/>
                      </a:lnTo>
                      <a:lnTo>
                        <a:pt x="1018" y="858"/>
                      </a:lnTo>
                      <a:lnTo>
                        <a:pt x="1022" y="858"/>
                      </a:lnTo>
                      <a:lnTo>
                        <a:pt x="1026" y="854"/>
                      </a:lnTo>
                      <a:lnTo>
                        <a:pt x="1030" y="854"/>
                      </a:lnTo>
                      <a:lnTo>
                        <a:pt x="1030" y="852"/>
                      </a:lnTo>
                      <a:lnTo>
                        <a:pt x="1032" y="852"/>
                      </a:lnTo>
                      <a:lnTo>
                        <a:pt x="1036" y="848"/>
                      </a:lnTo>
                      <a:lnTo>
                        <a:pt x="1040" y="848"/>
                      </a:lnTo>
                      <a:lnTo>
                        <a:pt x="1044" y="848"/>
                      </a:lnTo>
                      <a:lnTo>
                        <a:pt x="1044" y="844"/>
                      </a:lnTo>
                      <a:lnTo>
                        <a:pt x="1048" y="844"/>
                      </a:lnTo>
                      <a:lnTo>
                        <a:pt x="1052" y="844"/>
                      </a:lnTo>
                      <a:lnTo>
                        <a:pt x="1056" y="840"/>
                      </a:lnTo>
                      <a:lnTo>
                        <a:pt x="1060" y="840"/>
                      </a:lnTo>
                      <a:lnTo>
                        <a:pt x="1062" y="840"/>
                      </a:lnTo>
                      <a:lnTo>
                        <a:pt x="1066" y="840"/>
                      </a:lnTo>
                      <a:lnTo>
                        <a:pt x="1070" y="840"/>
                      </a:lnTo>
                      <a:lnTo>
                        <a:pt x="1074" y="840"/>
                      </a:lnTo>
                      <a:lnTo>
                        <a:pt x="1076" y="840"/>
                      </a:lnTo>
                      <a:lnTo>
                        <a:pt x="1080" y="844"/>
                      </a:lnTo>
                      <a:lnTo>
                        <a:pt x="1084" y="844"/>
                      </a:lnTo>
                      <a:lnTo>
                        <a:pt x="1084" y="848"/>
                      </a:lnTo>
                      <a:lnTo>
                        <a:pt x="1088" y="852"/>
                      </a:lnTo>
                      <a:lnTo>
                        <a:pt x="1084" y="848"/>
                      </a:lnTo>
                      <a:lnTo>
                        <a:pt x="1080" y="848"/>
                      </a:lnTo>
                      <a:lnTo>
                        <a:pt x="1084" y="848"/>
                      </a:lnTo>
                      <a:lnTo>
                        <a:pt x="1084" y="852"/>
                      </a:lnTo>
                      <a:lnTo>
                        <a:pt x="1088" y="852"/>
                      </a:lnTo>
                      <a:lnTo>
                        <a:pt x="1084" y="852"/>
                      </a:lnTo>
                      <a:lnTo>
                        <a:pt x="1084" y="854"/>
                      </a:lnTo>
                      <a:lnTo>
                        <a:pt x="1084" y="858"/>
                      </a:lnTo>
                      <a:lnTo>
                        <a:pt x="1080" y="858"/>
                      </a:lnTo>
                      <a:lnTo>
                        <a:pt x="1076" y="858"/>
                      </a:lnTo>
                      <a:lnTo>
                        <a:pt x="1076" y="862"/>
                      </a:lnTo>
                      <a:lnTo>
                        <a:pt x="1074" y="862"/>
                      </a:lnTo>
                      <a:lnTo>
                        <a:pt x="1074" y="866"/>
                      </a:lnTo>
                      <a:lnTo>
                        <a:pt x="1070" y="866"/>
                      </a:lnTo>
                      <a:lnTo>
                        <a:pt x="1066" y="866"/>
                      </a:lnTo>
                      <a:lnTo>
                        <a:pt x="1066" y="862"/>
                      </a:lnTo>
                      <a:lnTo>
                        <a:pt x="1062" y="862"/>
                      </a:lnTo>
                      <a:lnTo>
                        <a:pt x="1060" y="862"/>
                      </a:lnTo>
                      <a:lnTo>
                        <a:pt x="1056" y="862"/>
                      </a:lnTo>
                      <a:lnTo>
                        <a:pt x="1052" y="866"/>
                      </a:lnTo>
                      <a:lnTo>
                        <a:pt x="1048" y="866"/>
                      </a:lnTo>
                      <a:lnTo>
                        <a:pt x="1052" y="866"/>
                      </a:lnTo>
                      <a:lnTo>
                        <a:pt x="1056" y="862"/>
                      </a:lnTo>
                      <a:lnTo>
                        <a:pt x="1060" y="866"/>
                      </a:lnTo>
                      <a:lnTo>
                        <a:pt x="1062" y="866"/>
                      </a:lnTo>
                      <a:lnTo>
                        <a:pt x="1066" y="870"/>
                      </a:lnTo>
                      <a:lnTo>
                        <a:pt x="1066" y="874"/>
                      </a:lnTo>
                      <a:lnTo>
                        <a:pt x="1070" y="870"/>
                      </a:lnTo>
                      <a:lnTo>
                        <a:pt x="1074" y="870"/>
                      </a:lnTo>
                      <a:lnTo>
                        <a:pt x="1076" y="870"/>
                      </a:lnTo>
                      <a:lnTo>
                        <a:pt x="1080" y="870"/>
                      </a:lnTo>
                      <a:lnTo>
                        <a:pt x="1076" y="870"/>
                      </a:lnTo>
                      <a:lnTo>
                        <a:pt x="1076" y="874"/>
                      </a:lnTo>
                      <a:lnTo>
                        <a:pt x="1076" y="878"/>
                      </a:lnTo>
                      <a:lnTo>
                        <a:pt x="1074" y="880"/>
                      </a:lnTo>
                      <a:lnTo>
                        <a:pt x="1070" y="884"/>
                      </a:lnTo>
                      <a:lnTo>
                        <a:pt x="1074" y="884"/>
                      </a:lnTo>
                      <a:lnTo>
                        <a:pt x="1076" y="884"/>
                      </a:lnTo>
                      <a:lnTo>
                        <a:pt x="1076" y="888"/>
                      </a:lnTo>
                      <a:lnTo>
                        <a:pt x="1076" y="892"/>
                      </a:lnTo>
                      <a:lnTo>
                        <a:pt x="1080" y="896"/>
                      </a:lnTo>
                      <a:lnTo>
                        <a:pt x="1080" y="900"/>
                      </a:lnTo>
                      <a:lnTo>
                        <a:pt x="1084" y="900"/>
                      </a:lnTo>
                      <a:lnTo>
                        <a:pt x="1088" y="904"/>
                      </a:lnTo>
                      <a:lnTo>
                        <a:pt x="1092" y="904"/>
                      </a:lnTo>
                      <a:lnTo>
                        <a:pt x="1088" y="904"/>
                      </a:lnTo>
                      <a:lnTo>
                        <a:pt x="1088" y="908"/>
                      </a:lnTo>
                      <a:lnTo>
                        <a:pt x="1092" y="908"/>
                      </a:lnTo>
                      <a:lnTo>
                        <a:pt x="1092" y="910"/>
                      </a:lnTo>
                      <a:lnTo>
                        <a:pt x="1096" y="908"/>
                      </a:lnTo>
                      <a:lnTo>
                        <a:pt x="1096" y="910"/>
                      </a:lnTo>
                      <a:lnTo>
                        <a:pt x="1100" y="910"/>
                      </a:lnTo>
                      <a:lnTo>
                        <a:pt x="1104" y="910"/>
                      </a:lnTo>
                      <a:lnTo>
                        <a:pt x="1106" y="910"/>
                      </a:lnTo>
                      <a:lnTo>
                        <a:pt x="1110" y="910"/>
                      </a:lnTo>
                      <a:lnTo>
                        <a:pt x="1110" y="914"/>
                      </a:lnTo>
                      <a:lnTo>
                        <a:pt x="1114" y="910"/>
                      </a:lnTo>
                      <a:lnTo>
                        <a:pt x="1118" y="910"/>
                      </a:lnTo>
                      <a:lnTo>
                        <a:pt x="1118" y="908"/>
                      </a:lnTo>
                      <a:lnTo>
                        <a:pt x="1118" y="910"/>
                      </a:lnTo>
                      <a:lnTo>
                        <a:pt x="1122" y="914"/>
                      </a:lnTo>
                      <a:lnTo>
                        <a:pt x="1122" y="910"/>
                      </a:lnTo>
                      <a:lnTo>
                        <a:pt x="1126" y="910"/>
                      </a:lnTo>
                      <a:lnTo>
                        <a:pt x="1126" y="914"/>
                      </a:lnTo>
                      <a:lnTo>
                        <a:pt x="1130" y="914"/>
                      </a:lnTo>
                      <a:lnTo>
                        <a:pt x="1130" y="918"/>
                      </a:lnTo>
                      <a:lnTo>
                        <a:pt x="1126" y="918"/>
                      </a:lnTo>
                      <a:lnTo>
                        <a:pt x="1130" y="918"/>
                      </a:lnTo>
                      <a:lnTo>
                        <a:pt x="1132" y="918"/>
                      </a:lnTo>
                      <a:lnTo>
                        <a:pt x="1132" y="922"/>
                      </a:lnTo>
                      <a:lnTo>
                        <a:pt x="1130" y="922"/>
                      </a:lnTo>
                      <a:lnTo>
                        <a:pt x="1126" y="922"/>
                      </a:lnTo>
                      <a:lnTo>
                        <a:pt x="1122" y="922"/>
                      </a:lnTo>
                      <a:lnTo>
                        <a:pt x="1122" y="926"/>
                      </a:lnTo>
                      <a:lnTo>
                        <a:pt x="1118" y="926"/>
                      </a:lnTo>
                      <a:lnTo>
                        <a:pt x="1114" y="926"/>
                      </a:lnTo>
                      <a:lnTo>
                        <a:pt x="1110" y="930"/>
                      </a:lnTo>
                      <a:lnTo>
                        <a:pt x="1106" y="930"/>
                      </a:lnTo>
                      <a:lnTo>
                        <a:pt x="1104" y="934"/>
                      </a:lnTo>
                      <a:lnTo>
                        <a:pt x="1104" y="930"/>
                      </a:lnTo>
                      <a:lnTo>
                        <a:pt x="1104" y="934"/>
                      </a:lnTo>
                      <a:lnTo>
                        <a:pt x="1100" y="934"/>
                      </a:lnTo>
                      <a:lnTo>
                        <a:pt x="1096" y="934"/>
                      </a:lnTo>
                      <a:lnTo>
                        <a:pt x="1092" y="934"/>
                      </a:lnTo>
                      <a:lnTo>
                        <a:pt x="1096" y="934"/>
                      </a:lnTo>
                      <a:lnTo>
                        <a:pt x="1096" y="938"/>
                      </a:lnTo>
                      <a:lnTo>
                        <a:pt x="1088" y="938"/>
                      </a:lnTo>
                      <a:lnTo>
                        <a:pt x="1088" y="934"/>
                      </a:lnTo>
                      <a:lnTo>
                        <a:pt x="1088" y="938"/>
                      </a:lnTo>
                      <a:lnTo>
                        <a:pt x="1088" y="934"/>
                      </a:lnTo>
                      <a:lnTo>
                        <a:pt x="1084" y="934"/>
                      </a:lnTo>
                      <a:lnTo>
                        <a:pt x="1084" y="938"/>
                      </a:lnTo>
                      <a:lnTo>
                        <a:pt x="1084" y="940"/>
                      </a:lnTo>
                      <a:lnTo>
                        <a:pt x="1080" y="940"/>
                      </a:lnTo>
                      <a:lnTo>
                        <a:pt x="1080" y="944"/>
                      </a:lnTo>
                      <a:lnTo>
                        <a:pt x="1076" y="948"/>
                      </a:lnTo>
                      <a:lnTo>
                        <a:pt x="1074" y="952"/>
                      </a:lnTo>
                      <a:lnTo>
                        <a:pt x="1070" y="952"/>
                      </a:lnTo>
                      <a:lnTo>
                        <a:pt x="1070" y="956"/>
                      </a:lnTo>
                      <a:lnTo>
                        <a:pt x="1066" y="956"/>
                      </a:lnTo>
                      <a:lnTo>
                        <a:pt x="1062" y="956"/>
                      </a:lnTo>
                      <a:lnTo>
                        <a:pt x="1062" y="952"/>
                      </a:lnTo>
                      <a:lnTo>
                        <a:pt x="1062" y="948"/>
                      </a:lnTo>
                      <a:lnTo>
                        <a:pt x="1062" y="952"/>
                      </a:lnTo>
                      <a:lnTo>
                        <a:pt x="1060" y="952"/>
                      </a:lnTo>
                      <a:lnTo>
                        <a:pt x="1060" y="948"/>
                      </a:lnTo>
                      <a:lnTo>
                        <a:pt x="1060" y="944"/>
                      </a:lnTo>
                      <a:lnTo>
                        <a:pt x="1060" y="940"/>
                      </a:lnTo>
                      <a:lnTo>
                        <a:pt x="1060" y="938"/>
                      </a:lnTo>
                      <a:lnTo>
                        <a:pt x="1062" y="938"/>
                      </a:lnTo>
                      <a:lnTo>
                        <a:pt x="1062" y="934"/>
                      </a:lnTo>
                      <a:lnTo>
                        <a:pt x="1062" y="938"/>
                      </a:lnTo>
                      <a:lnTo>
                        <a:pt x="1060" y="938"/>
                      </a:lnTo>
                      <a:lnTo>
                        <a:pt x="1062" y="934"/>
                      </a:lnTo>
                      <a:lnTo>
                        <a:pt x="1066" y="934"/>
                      </a:lnTo>
                      <a:lnTo>
                        <a:pt x="1066" y="930"/>
                      </a:lnTo>
                      <a:lnTo>
                        <a:pt x="1066" y="934"/>
                      </a:lnTo>
                      <a:lnTo>
                        <a:pt x="1066" y="930"/>
                      </a:lnTo>
                      <a:lnTo>
                        <a:pt x="1070" y="926"/>
                      </a:lnTo>
                      <a:lnTo>
                        <a:pt x="1074" y="926"/>
                      </a:lnTo>
                      <a:lnTo>
                        <a:pt x="1076" y="926"/>
                      </a:lnTo>
                      <a:lnTo>
                        <a:pt x="1076" y="922"/>
                      </a:lnTo>
                      <a:lnTo>
                        <a:pt x="1080" y="922"/>
                      </a:lnTo>
                      <a:lnTo>
                        <a:pt x="1084" y="922"/>
                      </a:lnTo>
                      <a:lnTo>
                        <a:pt x="1084" y="918"/>
                      </a:lnTo>
                      <a:lnTo>
                        <a:pt x="1080" y="918"/>
                      </a:lnTo>
                      <a:lnTo>
                        <a:pt x="1084" y="918"/>
                      </a:lnTo>
                      <a:lnTo>
                        <a:pt x="1084" y="922"/>
                      </a:lnTo>
                      <a:lnTo>
                        <a:pt x="1084" y="926"/>
                      </a:lnTo>
                      <a:lnTo>
                        <a:pt x="1084" y="922"/>
                      </a:lnTo>
                      <a:lnTo>
                        <a:pt x="1088" y="926"/>
                      </a:lnTo>
                      <a:lnTo>
                        <a:pt x="1084" y="922"/>
                      </a:lnTo>
                      <a:lnTo>
                        <a:pt x="1088" y="922"/>
                      </a:lnTo>
                      <a:lnTo>
                        <a:pt x="1092" y="918"/>
                      </a:lnTo>
                      <a:lnTo>
                        <a:pt x="1096" y="918"/>
                      </a:lnTo>
                      <a:lnTo>
                        <a:pt x="1100" y="918"/>
                      </a:lnTo>
                      <a:lnTo>
                        <a:pt x="1092" y="918"/>
                      </a:lnTo>
                      <a:lnTo>
                        <a:pt x="1088" y="918"/>
                      </a:lnTo>
                      <a:lnTo>
                        <a:pt x="1084" y="918"/>
                      </a:lnTo>
                      <a:lnTo>
                        <a:pt x="1080" y="918"/>
                      </a:lnTo>
                      <a:lnTo>
                        <a:pt x="1076" y="918"/>
                      </a:lnTo>
                      <a:lnTo>
                        <a:pt x="1076" y="914"/>
                      </a:lnTo>
                      <a:lnTo>
                        <a:pt x="1080" y="914"/>
                      </a:lnTo>
                      <a:lnTo>
                        <a:pt x="1080" y="910"/>
                      </a:lnTo>
                      <a:lnTo>
                        <a:pt x="1084" y="910"/>
                      </a:lnTo>
                      <a:lnTo>
                        <a:pt x="1084" y="908"/>
                      </a:lnTo>
                      <a:lnTo>
                        <a:pt x="1084" y="910"/>
                      </a:lnTo>
                      <a:lnTo>
                        <a:pt x="1080" y="910"/>
                      </a:lnTo>
                      <a:lnTo>
                        <a:pt x="1080" y="908"/>
                      </a:lnTo>
                      <a:lnTo>
                        <a:pt x="1080" y="904"/>
                      </a:lnTo>
                      <a:lnTo>
                        <a:pt x="1076" y="904"/>
                      </a:lnTo>
                      <a:lnTo>
                        <a:pt x="1076" y="908"/>
                      </a:lnTo>
                      <a:lnTo>
                        <a:pt x="1080" y="908"/>
                      </a:lnTo>
                      <a:lnTo>
                        <a:pt x="1080" y="910"/>
                      </a:lnTo>
                      <a:lnTo>
                        <a:pt x="1076" y="914"/>
                      </a:lnTo>
                      <a:lnTo>
                        <a:pt x="1074" y="914"/>
                      </a:lnTo>
                      <a:lnTo>
                        <a:pt x="1070" y="918"/>
                      </a:lnTo>
                      <a:lnTo>
                        <a:pt x="1066" y="918"/>
                      </a:lnTo>
                      <a:lnTo>
                        <a:pt x="1062" y="922"/>
                      </a:lnTo>
                      <a:lnTo>
                        <a:pt x="1060" y="918"/>
                      </a:lnTo>
                      <a:lnTo>
                        <a:pt x="1062" y="918"/>
                      </a:lnTo>
                      <a:lnTo>
                        <a:pt x="1060" y="918"/>
                      </a:lnTo>
                      <a:lnTo>
                        <a:pt x="1060" y="922"/>
                      </a:lnTo>
                      <a:lnTo>
                        <a:pt x="1056" y="926"/>
                      </a:lnTo>
                      <a:lnTo>
                        <a:pt x="1056" y="922"/>
                      </a:lnTo>
                      <a:lnTo>
                        <a:pt x="1052" y="922"/>
                      </a:lnTo>
                      <a:lnTo>
                        <a:pt x="1052" y="926"/>
                      </a:lnTo>
                      <a:lnTo>
                        <a:pt x="1048" y="922"/>
                      </a:lnTo>
                      <a:lnTo>
                        <a:pt x="1044" y="922"/>
                      </a:lnTo>
                      <a:lnTo>
                        <a:pt x="1040" y="922"/>
                      </a:lnTo>
                      <a:lnTo>
                        <a:pt x="1040" y="918"/>
                      </a:lnTo>
                      <a:lnTo>
                        <a:pt x="1040" y="914"/>
                      </a:lnTo>
                      <a:lnTo>
                        <a:pt x="1036" y="914"/>
                      </a:lnTo>
                      <a:lnTo>
                        <a:pt x="1036" y="910"/>
                      </a:lnTo>
                      <a:lnTo>
                        <a:pt x="1036" y="908"/>
                      </a:lnTo>
                      <a:lnTo>
                        <a:pt x="1036" y="900"/>
                      </a:lnTo>
                      <a:lnTo>
                        <a:pt x="1036" y="888"/>
                      </a:lnTo>
                      <a:lnTo>
                        <a:pt x="1036" y="884"/>
                      </a:lnTo>
                      <a:lnTo>
                        <a:pt x="1032" y="884"/>
                      </a:lnTo>
                      <a:lnTo>
                        <a:pt x="1032" y="880"/>
                      </a:lnTo>
                      <a:lnTo>
                        <a:pt x="1030" y="878"/>
                      </a:lnTo>
                      <a:lnTo>
                        <a:pt x="1026" y="880"/>
                      </a:lnTo>
                      <a:lnTo>
                        <a:pt x="1022" y="880"/>
                      </a:lnTo>
                      <a:lnTo>
                        <a:pt x="1018" y="880"/>
                      </a:lnTo>
                      <a:lnTo>
                        <a:pt x="1018" y="878"/>
                      </a:lnTo>
                      <a:lnTo>
                        <a:pt x="1014" y="878"/>
                      </a:lnTo>
                      <a:lnTo>
                        <a:pt x="1014" y="880"/>
                      </a:lnTo>
                      <a:lnTo>
                        <a:pt x="1010" y="884"/>
                      </a:lnTo>
                      <a:lnTo>
                        <a:pt x="1006" y="884"/>
                      </a:lnTo>
                      <a:lnTo>
                        <a:pt x="1006" y="888"/>
                      </a:lnTo>
                      <a:lnTo>
                        <a:pt x="1004" y="892"/>
                      </a:lnTo>
                      <a:lnTo>
                        <a:pt x="1004" y="896"/>
                      </a:lnTo>
                      <a:lnTo>
                        <a:pt x="1004" y="900"/>
                      </a:lnTo>
                      <a:lnTo>
                        <a:pt x="1000" y="900"/>
                      </a:lnTo>
                      <a:lnTo>
                        <a:pt x="1000" y="904"/>
                      </a:lnTo>
                      <a:lnTo>
                        <a:pt x="1000" y="908"/>
                      </a:lnTo>
                      <a:lnTo>
                        <a:pt x="1000" y="910"/>
                      </a:lnTo>
                      <a:lnTo>
                        <a:pt x="996" y="910"/>
                      </a:lnTo>
                      <a:lnTo>
                        <a:pt x="996" y="914"/>
                      </a:lnTo>
                      <a:lnTo>
                        <a:pt x="996" y="918"/>
                      </a:lnTo>
                      <a:lnTo>
                        <a:pt x="992" y="922"/>
                      </a:lnTo>
                      <a:lnTo>
                        <a:pt x="988" y="918"/>
                      </a:lnTo>
                      <a:lnTo>
                        <a:pt x="988" y="922"/>
                      </a:lnTo>
                      <a:lnTo>
                        <a:pt x="988" y="918"/>
                      </a:lnTo>
                      <a:lnTo>
                        <a:pt x="984" y="918"/>
                      </a:lnTo>
                      <a:lnTo>
                        <a:pt x="984" y="922"/>
                      </a:lnTo>
                      <a:lnTo>
                        <a:pt x="984" y="926"/>
                      </a:lnTo>
                      <a:lnTo>
                        <a:pt x="980" y="926"/>
                      </a:lnTo>
                      <a:lnTo>
                        <a:pt x="976" y="926"/>
                      </a:lnTo>
                      <a:lnTo>
                        <a:pt x="974" y="926"/>
                      </a:lnTo>
                      <a:lnTo>
                        <a:pt x="970" y="926"/>
                      </a:lnTo>
                      <a:lnTo>
                        <a:pt x="966" y="926"/>
                      </a:lnTo>
                      <a:lnTo>
                        <a:pt x="962" y="926"/>
                      </a:lnTo>
                      <a:lnTo>
                        <a:pt x="958" y="926"/>
                      </a:lnTo>
                      <a:lnTo>
                        <a:pt x="954" y="926"/>
                      </a:lnTo>
                      <a:lnTo>
                        <a:pt x="950" y="926"/>
                      </a:lnTo>
                      <a:lnTo>
                        <a:pt x="944" y="926"/>
                      </a:lnTo>
                      <a:lnTo>
                        <a:pt x="940" y="926"/>
                      </a:lnTo>
                      <a:lnTo>
                        <a:pt x="936" y="926"/>
                      </a:lnTo>
                      <a:lnTo>
                        <a:pt x="932" y="926"/>
                      </a:lnTo>
                      <a:lnTo>
                        <a:pt x="932" y="930"/>
                      </a:lnTo>
                      <a:lnTo>
                        <a:pt x="928" y="930"/>
                      </a:lnTo>
                      <a:lnTo>
                        <a:pt x="924" y="934"/>
                      </a:lnTo>
                      <a:lnTo>
                        <a:pt x="924" y="938"/>
                      </a:lnTo>
                      <a:lnTo>
                        <a:pt x="920" y="938"/>
                      </a:lnTo>
                      <a:lnTo>
                        <a:pt x="920" y="940"/>
                      </a:lnTo>
                      <a:lnTo>
                        <a:pt x="918" y="940"/>
                      </a:lnTo>
                      <a:lnTo>
                        <a:pt x="914" y="944"/>
                      </a:lnTo>
                      <a:lnTo>
                        <a:pt x="914" y="948"/>
                      </a:lnTo>
                      <a:lnTo>
                        <a:pt x="910" y="948"/>
                      </a:lnTo>
                      <a:lnTo>
                        <a:pt x="910" y="952"/>
                      </a:lnTo>
                      <a:lnTo>
                        <a:pt x="906" y="952"/>
                      </a:lnTo>
                      <a:lnTo>
                        <a:pt x="902" y="952"/>
                      </a:lnTo>
                      <a:lnTo>
                        <a:pt x="898" y="952"/>
                      </a:lnTo>
                      <a:lnTo>
                        <a:pt x="894" y="952"/>
                      </a:lnTo>
                      <a:lnTo>
                        <a:pt x="890" y="952"/>
                      </a:lnTo>
                      <a:lnTo>
                        <a:pt x="888" y="952"/>
                      </a:lnTo>
                      <a:lnTo>
                        <a:pt x="880" y="952"/>
                      </a:lnTo>
                      <a:lnTo>
                        <a:pt x="876" y="956"/>
                      </a:lnTo>
                      <a:lnTo>
                        <a:pt x="876" y="960"/>
                      </a:lnTo>
                      <a:lnTo>
                        <a:pt x="876" y="964"/>
                      </a:lnTo>
                      <a:lnTo>
                        <a:pt x="876" y="966"/>
                      </a:lnTo>
                      <a:lnTo>
                        <a:pt x="880" y="966"/>
                      </a:lnTo>
                      <a:lnTo>
                        <a:pt x="876" y="966"/>
                      </a:lnTo>
                      <a:lnTo>
                        <a:pt x="876" y="970"/>
                      </a:lnTo>
                      <a:lnTo>
                        <a:pt x="872" y="970"/>
                      </a:lnTo>
                      <a:lnTo>
                        <a:pt x="868" y="974"/>
                      </a:lnTo>
                      <a:lnTo>
                        <a:pt x="864" y="974"/>
                      </a:lnTo>
                      <a:lnTo>
                        <a:pt x="862" y="978"/>
                      </a:lnTo>
                      <a:lnTo>
                        <a:pt x="854" y="978"/>
                      </a:lnTo>
                      <a:lnTo>
                        <a:pt x="850" y="980"/>
                      </a:lnTo>
                      <a:lnTo>
                        <a:pt x="846" y="980"/>
                      </a:lnTo>
                      <a:lnTo>
                        <a:pt x="842" y="980"/>
                      </a:lnTo>
                      <a:lnTo>
                        <a:pt x="838" y="984"/>
                      </a:lnTo>
                      <a:lnTo>
                        <a:pt x="834" y="984"/>
                      </a:lnTo>
                      <a:lnTo>
                        <a:pt x="832" y="988"/>
                      </a:lnTo>
                      <a:lnTo>
                        <a:pt x="828" y="992"/>
                      </a:lnTo>
                      <a:lnTo>
                        <a:pt x="824" y="992"/>
                      </a:lnTo>
                      <a:lnTo>
                        <a:pt x="820" y="988"/>
                      </a:lnTo>
                      <a:lnTo>
                        <a:pt x="820" y="984"/>
                      </a:lnTo>
                      <a:lnTo>
                        <a:pt x="816" y="984"/>
                      </a:lnTo>
                      <a:lnTo>
                        <a:pt x="820" y="980"/>
                      </a:lnTo>
                      <a:lnTo>
                        <a:pt x="820" y="978"/>
                      </a:lnTo>
                      <a:lnTo>
                        <a:pt x="824" y="978"/>
                      </a:lnTo>
                      <a:lnTo>
                        <a:pt x="824" y="974"/>
                      </a:lnTo>
                      <a:lnTo>
                        <a:pt x="828" y="974"/>
                      </a:lnTo>
                      <a:lnTo>
                        <a:pt x="828" y="970"/>
                      </a:lnTo>
                      <a:lnTo>
                        <a:pt x="828" y="966"/>
                      </a:lnTo>
                      <a:lnTo>
                        <a:pt x="828" y="964"/>
                      </a:lnTo>
                      <a:lnTo>
                        <a:pt x="832" y="964"/>
                      </a:lnTo>
                      <a:lnTo>
                        <a:pt x="832" y="960"/>
                      </a:lnTo>
                      <a:lnTo>
                        <a:pt x="832" y="956"/>
                      </a:lnTo>
                      <a:lnTo>
                        <a:pt x="832" y="948"/>
                      </a:lnTo>
                      <a:lnTo>
                        <a:pt x="832" y="938"/>
                      </a:lnTo>
                      <a:lnTo>
                        <a:pt x="828" y="930"/>
                      </a:lnTo>
                      <a:lnTo>
                        <a:pt x="828" y="918"/>
                      </a:lnTo>
                      <a:lnTo>
                        <a:pt x="824" y="918"/>
                      </a:lnTo>
                      <a:lnTo>
                        <a:pt x="820" y="914"/>
                      </a:lnTo>
                      <a:lnTo>
                        <a:pt x="816" y="910"/>
                      </a:lnTo>
                      <a:lnTo>
                        <a:pt x="812" y="910"/>
                      </a:lnTo>
                      <a:lnTo>
                        <a:pt x="812" y="908"/>
                      </a:lnTo>
                      <a:lnTo>
                        <a:pt x="812" y="904"/>
                      </a:lnTo>
                      <a:lnTo>
                        <a:pt x="808" y="904"/>
                      </a:lnTo>
                      <a:lnTo>
                        <a:pt x="806" y="904"/>
                      </a:lnTo>
                      <a:lnTo>
                        <a:pt x="806" y="900"/>
                      </a:lnTo>
                      <a:lnTo>
                        <a:pt x="806" y="896"/>
                      </a:lnTo>
                      <a:lnTo>
                        <a:pt x="802" y="896"/>
                      </a:lnTo>
                      <a:lnTo>
                        <a:pt x="798" y="896"/>
                      </a:lnTo>
                      <a:lnTo>
                        <a:pt x="794" y="892"/>
                      </a:lnTo>
                      <a:lnTo>
                        <a:pt x="794" y="888"/>
                      </a:lnTo>
                      <a:lnTo>
                        <a:pt x="786" y="884"/>
                      </a:lnTo>
                      <a:lnTo>
                        <a:pt x="786" y="880"/>
                      </a:lnTo>
                      <a:lnTo>
                        <a:pt x="782" y="880"/>
                      </a:lnTo>
                      <a:lnTo>
                        <a:pt x="778" y="880"/>
                      </a:lnTo>
                      <a:lnTo>
                        <a:pt x="778" y="878"/>
                      </a:lnTo>
                      <a:lnTo>
                        <a:pt x="776" y="878"/>
                      </a:lnTo>
                      <a:lnTo>
                        <a:pt x="772" y="874"/>
                      </a:lnTo>
                      <a:lnTo>
                        <a:pt x="768" y="874"/>
                      </a:lnTo>
                      <a:lnTo>
                        <a:pt x="764" y="870"/>
                      </a:lnTo>
                      <a:lnTo>
                        <a:pt x="760" y="870"/>
                      </a:lnTo>
                      <a:lnTo>
                        <a:pt x="760" y="866"/>
                      </a:lnTo>
                      <a:lnTo>
                        <a:pt x="756" y="866"/>
                      </a:lnTo>
                      <a:lnTo>
                        <a:pt x="746" y="858"/>
                      </a:lnTo>
                      <a:lnTo>
                        <a:pt x="742" y="858"/>
                      </a:lnTo>
                      <a:lnTo>
                        <a:pt x="738" y="858"/>
                      </a:lnTo>
                      <a:lnTo>
                        <a:pt x="734" y="862"/>
                      </a:lnTo>
                      <a:lnTo>
                        <a:pt x="732" y="866"/>
                      </a:lnTo>
                      <a:lnTo>
                        <a:pt x="728" y="866"/>
                      </a:lnTo>
                      <a:lnTo>
                        <a:pt x="724" y="866"/>
                      </a:lnTo>
                      <a:lnTo>
                        <a:pt x="720" y="866"/>
                      </a:lnTo>
                      <a:lnTo>
                        <a:pt x="720" y="862"/>
                      </a:lnTo>
                      <a:lnTo>
                        <a:pt x="716" y="862"/>
                      </a:lnTo>
                      <a:lnTo>
                        <a:pt x="712" y="862"/>
                      </a:lnTo>
                      <a:lnTo>
                        <a:pt x="708" y="862"/>
                      </a:lnTo>
                      <a:lnTo>
                        <a:pt x="708" y="858"/>
                      </a:lnTo>
                      <a:lnTo>
                        <a:pt x="708" y="862"/>
                      </a:lnTo>
                      <a:lnTo>
                        <a:pt x="706" y="862"/>
                      </a:lnTo>
                      <a:lnTo>
                        <a:pt x="702" y="862"/>
                      </a:lnTo>
                      <a:lnTo>
                        <a:pt x="702" y="866"/>
                      </a:lnTo>
                      <a:lnTo>
                        <a:pt x="702" y="862"/>
                      </a:lnTo>
                      <a:lnTo>
                        <a:pt x="698" y="862"/>
                      </a:lnTo>
                      <a:lnTo>
                        <a:pt x="694" y="862"/>
                      </a:lnTo>
                      <a:lnTo>
                        <a:pt x="694" y="858"/>
                      </a:lnTo>
                      <a:lnTo>
                        <a:pt x="690" y="858"/>
                      </a:lnTo>
                      <a:lnTo>
                        <a:pt x="690" y="862"/>
                      </a:lnTo>
                      <a:lnTo>
                        <a:pt x="686" y="858"/>
                      </a:lnTo>
                      <a:lnTo>
                        <a:pt x="686" y="854"/>
                      </a:lnTo>
                      <a:lnTo>
                        <a:pt x="682" y="854"/>
                      </a:lnTo>
                      <a:lnTo>
                        <a:pt x="678" y="852"/>
                      </a:lnTo>
                      <a:lnTo>
                        <a:pt x="676" y="852"/>
                      </a:lnTo>
                      <a:lnTo>
                        <a:pt x="672" y="854"/>
                      </a:lnTo>
                      <a:lnTo>
                        <a:pt x="668" y="854"/>
                      </a:lnTo>
                      <a:lnTo>
                        <a:pt x="668" y="852"/>
                      </a:lnTo>
                      <a:lnTo>
                        <a:pt x="664" y="852"/>
                      </a:lnTo>
                      <a:lnTo>
                        <a:pt x="660" y="852"/>
                      </a:lnTo>
                      <a:lnTo>
                        <a:pt x="656" y="852"/>
                      </a:lnTo>
                      <a:lnTo>
                        <a:pt x="656" y="848"/>
                      </a:lnTo>
                      <a:lnTo>
                        <a:pt x="656" y="844"/>
                      </a:lnTo>
                      <a:lnTo>
                        <a:pt x="652" y="844"/>
                      </a:lnTo>
                      <a:lnTo>
                        <a:pt x="652" y="840"/>
                      </a:lnTo>
                      <a:lnTo>
                        <a:pt x="652" y="836"/>
                      </a:lnTo>
                      <a:lnTo>
                        <a:pt x="650" y="836"/>
                      </a:lnTo>
                      <a:lnTo>
                        <a:pt x="650" y="840"/>
                      </a:lnTo>
                      <a:lnTo>
                        <a:pt x="650" y="844"/>
                      </a:lnTo>
                      <a:lnTo>
                        <a:pt x="646" y="844"/>
                      </a:lnTo>
                      <a:lnTo>
                        <a:pt x="620" y="844"/>
                      </a:lnTo>
                      <a:lnTo>
                        <a:pt x="616" y="844"/>
                      </a:lnTo>
                      <a:lnTo>
                        <a:pt x="612" y="844"/>
                      </a:lnTo>
                      <a:lnTo>
                        <a:pt x="608" y="844"/>
                      </a:lnTo>
                      <a:lnTo>
                        <a:pt x="604" y="844"/>
                      </a:lnTo>
                      <a:lnTo>
                        <a:pt x="600" y="844"/>
                      </a:lnTo>
                      <a:lnTo>
                        <a:pt x="596" y="844"/>
                      </a:lnTo>
                      <a:lnTo>
                        <a:pt x="590" y="844"/>
                      </a:lnTo>
                      <a:lnTo>
                        <a:pt x="582" y="844"/>
                      </a:lnTo>
                      <a:lnTo>
                        <a:pt x="574" y="844"/>
                      </a:lnTo>
                      <a:lnTo>
                        <a:pt x="564" y="844"/>
                      </a:lnTo>
                      <a:lnTo>
                        <a:pt x="560" y="844"/>
                      </a:lnTo>
                      <a:lnTo>
                        <a:pt x="548" y="844"/>
                      </a:lnTo>
                      <a:lnTo>
                        <a:pt x="544" y="844"/>
                      </a:lnTo>
                      <a:lnTo>
                        <a:pt x="540" y="844"/>
                      </a:lnTo>
                      <a:lnTo>
                        <a:pt x="536" y="844"/>
                      </a:lnTo>
                      <a:lnTo>
                        <a:pt x="534" y="844"/>
                      </a:lnTo>
                      <a:lnTo>
                        <a:pt x="530" y="844"/>
                      </a:lnTo>
                      <a:lnTo>
                        <a:pt x="526" y="844"/>
                      </a:lnTo>
                      <a:lnTo>
                        <a:pt x="522" y="844"/>
                      </a:lnTo>
                      <a:lnTo>
                        <a:pt x="518" y="844"/>
                      </a:lnTo>
                      <a:lnTo>
                        <a:pt x="510" y="844"/>
                      </a:lnTo>
                      <a:lnTo>
                        <a:pt x="508" y="844"/>
                      </a:lnTo>
                      <a:lnTo>
                        <a:pt x="500" y="844"/>
                      </a:lnTo>
                      <a:lnTo>
                        <a:pt x="496" y="844"/>
                      </a:lnTo>
                      <a:lnTo>
                        <a:pt x="492" y="844"/>
                      </a:lnTo>
                      <a:lnTo>
                        <a:pt x="488" y="844"/>
                      </a:lnTo>
                      <a:lnTo>
                        <a:pt x="484" y="844"/>
                      </a:lnTo>
                      <a:lnTo>
                        <a:pt x="478" y="844"/>
                      </a:lnTo>
                      <a:lnTo>
                        <a:pt x="474" y="844"/>
                      </a:lnTo>
                      <a:lnTo>
                        <a:pt x="470" y="844"/>
                      </a:lnTo>
                      <a:lnTo>
                        <a:pt x="466" y="844"/>
                      </a:lnTo>
                      <a:lnTo>
                        <a:pt x="462" y="844"/>
                      </a:lnTo>
                      <a:lnTo>
                        <a:pt x="458" y="844"/>
                      </a:lnTo>
                      <a:lnTo>
                        <a:pt x="454" y="844"/>
                      </a:lnTo>
                      <a:lnTo>
                        <a:pt x="448" y="844"/>
                      </a:lnTo>
                      <a:lnTo>
                        <a:pt x="444" y="844"/>
                      </a:lnTo>
                      <a:lnTo>
                        <a:pt x="440" y="844"/>
                      </a:lnTo>
                      <a:lnTo>
                        <a:pt x="436" y="844"/>
                      </a:lnTo>
                      <a:lnTo>
                        <a:pt x="432" y="844"/>
                      </a:lnTo>
                      <a:lnTo>
                        <a:pt x="428" y="844"/>
                      </a:lnTo>
                      <a:lnTo>
                        <a:pt x="418" y="844"/>
                      </a:lnTo>
                      <a:lnTo>
                        <a:pt x="414" y="844"/>
                      </a:lnTo>
                      <a:lnTo>
                        <a:pt x="410" y="844"/>
                      </a:lnTo>
                      <a:lnTo>
                        <a:pt x="408" y="844"/>
                      </a:lnTo>
                      <a:lnTo>
                        <a:pt x="404" y="844"/>
                      </a:lnTo>
                      <a:lnTo>
                        <a:pt x="396" y="844"/>
                      </a:lnTo>
                      <a:lnTo>
                        <a:pt x="392" y="844"/>
                      </a:lnTo>
                      <a:lnTo>
                        <a:pt x="388" y="844"/>
                      </a:lnTo>
                      <a:lnTo>
                        <a:pt x="380" y="844"/>
                      </a:lnTo>
                      <a:lnTo>
                        <a:pt x="378" y="844"/>
                      </a:lnTo>
                      <a:lnTo>
                        <a:pt x="374" y="844"/>
                      </a:lnTo>
                      <a:lnTo>
                        <a:pt x="370" y="844"/>
                      </a:lnTo>
                      <a:lnTo>
                        <a:pt x="366" y="844"/>
                      </a:lnTo>
                      <a:lnTo>
                        <a:pt x="362" y="844"/>
                      </a:lnTo>
                      <a:lnTo>
                        <a:pt x="358" y="844"/>
                      </a:lnTo>
                      <a:lnTo>
                        <a:pt x="354" y="844"/>
                      </a:lnTo>
                      <a:lnTo>
                        <a:pt x="340" y="844"/>
                      </a:lnTo>
                      <a:lnTo>
                        <a:pt x="336" y="844"/>
                      </a:lnTo>
                      <a:lnTo>
                        <a:pt x="332" y="844"/>
                      </a:lnTo>
                      <a:lnTo>
                        <a:pt x="328" y="844"/>
                      </a:lnTo>
                      <a:lnTo>
                        <a:pt x="324" y="844"/>
                      </a:lnTo>
                      <a:lnTo>
                        <a:pt x="322" y="844"/>
                      </a:lnTo>
                      <a:lnTo>
                        <a:pt x="314" y="844"/>
                      </a:lnTo>
                      <a:lnTo>
                        <a:pt x="310" y="844"/>
                      </a:lnTo>
                      <a:lnTo>
                        <a:pt x="306" y="844"/>
                      </a:lnTo>
                      <a:lnTo>
                        <a:pt x="298" y="844"/>
                      </a:lnTo>
                      <a:lnTo>
                        <a:pt x="294" y="844"/>
                      </a:lnTo>
                      <a:lnTo>
                        <a:pt x="292" y="844"/>
                      </a:lnTo>
                      <a:lnTo>
                        <a:pt x="284" y="844"/>
                      </a:lnTo>
                      <a:lnTo>
                        <a:pt x="268" y="844"/>
                      </a:lnTo>
                      <a:lnTo>
                        <a:pt x="266" y="844"/>
                      </a:lnTo>
                      <a:lnTo>
                        <a:pt x="262" y="844"/>
                      </a:lnTo>
                      <a:lnTo>
                        <a:pt x="258" y="844"/>
                      </a:lnTo>
                      <a:lnTo>
                        <a:pt x="254" y="844"/>
                      </a:lnTo>
                      <a:lnTo>
                        <a:pt x="250" y="844"/>
                      </a:lnTo>
                      <a:lnTo>
                        <a:pt x="250" y="840"/>
                      </a:lnTo>
                      <a:lnTo>
                        <a:pt x="254" y="840"/>
                      </a:lnTo>
                      <a:lnTo>
                        <a:pt x="258" y="840"/>
                      </a:lnTo>
                      <a:lnTo>
                        <a:pt x="258" y="836"/>
                      </a:lnTo>
                      <a:lnTo>
                        <a:pt x="254" y="836"/>
                      </a:lnTo>
                      <a:lnTo>
                        <a:pt x="254" y="840"/>
                      </a:lnTo>
                      <a:lnTo>
                        <a:pt x="250" y="836"/>
                      </a:lnTo>
                      <a:lnTo>
                        <a:pt x="250" y="832"/>
                      </a:lnTo>
                      <a:lnTo>
                        <a:pt x="254" y="828"/>
                      </a:lnTo>
                      <a:lnTo>
                        <a:pt x="250" y="832"/>
                      </a:lnTo>
                      <a:lnTo>
                        <a:pt x="246" y="832"/>
                      </a:lnTo>
                      <a:lnTo>
                        <a:pt x="246" y="836"/>
                      </a:lnTo>
                      <a:lnTo>
                        <a:pt x="242" y="836"/>
                      </a:lnTo>
                      <a:lnTo>
                        <a:pt x="242" y="832"/>
                      </a:lnTo>
                      <a:lnTo>
                        <a:pt x="238" y="832"/>
                      </a:lnTo>
                      <a:lnTo>
                        <a:pt x="238" y="828"/>
                      </a:lnTo>
                      <a:lnTo>
                        <a:pt x="242" y="828"/>
                      </a:lnTo>
                      <a:lnTo>
                        <a:pt x="242" y="832"/>
                      </a:lnTo>
                      <a:lnTo>
                        <a:pt x="246" y="832"/>
                      </a:lnTo>
                      <a:lnTo>
                        <a:pt x="246" y="828"/>
                      </a:lnTo>
                      <a:lnTo>
                        <a:pt x="246" y="832"/>
                      </a:lnTo>
                      <a:lnTo>
                        <a:pt x="242" y="832"/>
                      </a:lnTo>
                      <a:lnTo>
                        <a:pt x="242" y="828"/>
                      </a:lnTo>
                      <a:lnTo>
                        <a:pt x="242" y="824"/>
                      </a:lnTo>
                      <a:lnTo>
                        <a:pt x="242" y="822"/>
                      </a:lnTo>
                      <a:lnTo>
                        <a:pt x="238" y="822"/>
                      </a:lnTo>
                      <a:lnTo>
                        <a:pt x="242" y="822"/>
                      </a:lnTo>
                      <a:lnTo>
                        <a:pt x="242" y="824"/>
                      </a:lnTo>
                      <a:lnTo>
                        <a:pt x="238" y="824"/>
                      </a:lnTo>
                      <a:lnTo>
                        <a:pt x="242" y="824"/>
                      </a:lnTo>
                      <a:lnTo>
                        <a:pt x="242" y="828"/>
                      </a:lnTo>
                      <a:lnTo>
                        <a:pt x="238" y="828"/>
                      </a:lnTo>
                      <a:lnTo>
                        <a:pt x="238" y="824"/>
                      </a:lnTo>
                      <a:lnTo>
                        <a:pt x="238" y="828"/>
                      </a:lnTo>
                      <a:lnTo>
                        <a:pt x="236" y="828"/>
                      </a:lnTo>
                      <a:lnTo>
                        <a:pt x="232" y="828"/>
                      </a:lnTo>
                      <a:lnTo>
                        <a:pt x="232" y="824"/>
                      </a:lnTo>
                      <a:lnTo>
                        <a:pt x="228" y="824"/>
                      </a:lnTo>
                      <a:lnTo>
                        <a:pt x="228" y="822"/>
                      </a:lnTo>
                      <a:lnTo>
                        <a:pt x="232" y="824"/>
                      </a:lnTo>
                      <a:lnTo>
                        <a:pt x="232" y="822"/>
                      </a:lnTo>
                      <a:lnTo>
                        <a:pt x="232" y="818"/>
                      </a:lnTo>
                      <a:lnTo>
                        <a:pt x="232" y="814"/>
                      </a:lnTo>
                      <a:lnTo>
                        <a:pt x="232" y="818"/>
                      </a:lnTo>
                      <a:lnTo>
                        <a:pt x="232" y="814"/>
                      </a:lnTo>
                      <a:lnTo>
                        <a:pt x="236" y="814"/>
                      </a:lnTo>
                      <a:lnTo>
                        <a:pt x="232" y="814"/>
                      </a:lnTo>
                      <a:lnTo>
                        <a:pt x="232" y="818"/>
                      </a:lnTo>
                      <a:lnTo>
                        <a:pt x="228" y="818"/>
                      </a:lnTo>
                      <a:lnTo>
                        <a:pt x="224" y="818"/>
                      </a:lnTo>
                      <a:lnTo>
                        <a:pt x="224" y="814"/>
                      </a:lnTo>
                      <a:lnTo>
                        <a:pt x="228" y="814"/>
                      </a:lnTo>
                      <a:lnTo>
                        <a:pt x="228" y="810"/>
                      </a:lnTo>
                      <a:lnTo>
                        <a:pt x="228" y="806"/>
                      </a:lnTo>
                      <a:lnTo>
                        <a:pt x="228" y="810"/>
                      </a:lnTo>
                      <a:lnTo>
                        <a:pt x="228" y="814"/>
                      </a:lnTo>
                      <a:lnTo>
                        <a:pt x="224" y="814"/>
                      </a:lnTo>
                      <a:lnTo>
                        <a:pt x="220" y="814"/>
                      </a:lnTo>
                      <a:lnTo>
                        <a:pt x="220" y="810"/>
                      </a:lnTo>
                      <a:lnTo>
                        <a:pt x="216" y="810"/>
                      </a:lnTo>
                      <a:lnTo>
                        <a:pt x="216" y="814"/>
                      </a:lnTo>
                      <a:lnTo>
                        <a:pt x="212" y="814"/>
                      </a:lnTo>
                      <a:lnTo>
                        <a:pt x="210" y="814"/>
                      </a:lnTo>
                      <a:lnTo>
                        <a:pt x="210" y="810"/>
                      </a:lnTo>
                      <a:lnTo>
                        <a:pt x="212" y="810"/>
                      </a:lnTo>
                      <a:lnTo>
                        <a:pt x="216" y="810"/>
                      </a:lnTo>
                      <a:lnTo>
                        <a:pt x="220" y="806"/>
                      </a:lnTo>
                      <a:lnTo>
                        <a:pt x="220" y="802"/>
                      </a:lnTo>
                      <a:lnTo>
                        <a:pt x="216" y="802"/>
                      </a:lnTo>
                      <a:lnTo>
                        <a:pt x="216" y="806"/>
                      </a:lnTo>
                      <a:lnTo>
                        <a:pt x="216" y="810"/>
                      </a:lnTo>
                      <a:lnTo>
                        <a:pt x="212" y="810"/>
                      </a:lnTo>
                      <a:lnTo>
                        <a:pt x="210" y="810"/>
                      </a:lnTo>
                      <a:lnTo>
                        <a:pt x="210" y="806"/>
                      </a:lnTo>
                      <a:lnTo>
                        <a:pt x="206" y="806"/>
                      </a:lnTo>
                      <a:lnTo>
                        <a:pt x="210" y="806"/>
                      </a:lnTo>
                      <a:lnTo>
                        <a:pt x="210" y="802"/>
                      </a:lnTo>
                      <a:lnTo>
                        <a:pt x="210" y="806"/>
                      </a:lnTo>
                      <a:lnTo>
                        <a:pt x="206" y="802"/>
                      </a:lnTo>
                      <a:lnTo>
                        <a:pt x="206" y="806"/>
                      </a:lnTo>
                      <a:lnTo>
                        <a:pt x="202" y="806"/>
                      </a:lnTo>
                      <a:lnTo>
                        <a:pt x="198" y="806"/>
                      </a:lnTo>
                      <a:lnTo>
                        <a:pt x="194" y="806"/>
                      </a:lnTo>
                      <a:lnTo>
                        <a:pt x="198" y="806"/>
                      </a:lnTo>
                      <a:lnTo>
                        <a:pt x="194" y="806"/>
                      </a:lnTo>
                      <a:lnTo>
                        <a:pt x="190" y="802"/>
                      </a:lnTo>
                      <a:lnTo>
                        <a:pt x="194" y="802"/>
                      </a:lnTo>
                      <a:lnTo>
                        <a:pt x="198" y="802"/>
                      </a:lnTo>
                      <a:lnTo>
                        <a:pt x="202" y="802"/>
                      </a:lnTo>
                      <a:lnTo>
                        <a:pt x="202" y="798"/>
                      </a:lnTo>
                      <a:lnTo>
                        <a:pt x="202" y="802"/>
                      </a:lnTo>
                      <a:lnTo>
                        <a:pt x="198" y="802"/>
                      </a:lnTo>
                      <a:lnTo>
                        <a:pt x="194" y="802"/>
                      </a:lnTo>
                      <a:lnTo>
                        <a:pt x="190" y="798"/>
                      </a:lnTo>
                      <a:lnTo>
                        <a:pt x="190" y="802"/>
                      </a:lnTo>
                      <a:lnTo>
                        <a:pt x="186" y="798"/>
                      </a:lnTo>
                      <a:lnTo>
                        <a:pt x="190" y="794"/>
                      </a:lnTo>
                      <a:lnTo>
                        <a:pt x="194" y="798"/>
                      </a:lnTo>
                      <a:lnTo>
                        <a:pt x="194" y="794"/>
                      </a:lnTo>
                      <a:lnTo>
                        <a:pt x="198" y="794"/>
                      </a:lnTo>
                      <a:lnTo>
                        <a:pt x="194" y="794"/>
                      </a:lnTo>
                      <a:lnTo>
                        <a:pt x="190" y="794"/>
                      </a:lnTo>
                      <a:lnTo>
                        <a:pt x="186" y="794"/>
                      </a:lnTo>
                      <a:lnTo>
                        <a:pt x="190" y="794"/>
                      </a:lnTo>
                      <a:lnTo>
                        <a:pt x="190" y="792"/>
                      </a:lnTo>
                      <a:lnTo>
                        <a:pt x="194" y="788"/>
                      </a:lnTo>
                      <a:lnTo>
                        <a:pt x="198" y="788"/>
                      </a:lnTo>
                      <a:lnTo>
                        <a:pt x="202" y="792"/>
                      </a:lnTo>
                      <a:lnTo>
                        <a:pt x="202" y="788"/>
                      </a:lnTo>
                      <a:lnTo>
                        <a:pt x="206" y="788"/>
                      </a:lnTo>
                      <a:lnTo>
                        <a:pt x="202" y="788"/>
                      </a:lnTo>
                      <a:lnTo>
                        <a:pt x="198" y="788"/>
                      </a:lnTo>
                      <a:lnTo>
                        <a:pt x="194" y="788"/>
                      </a:lnTo>
                      <a:lnTo>
                        <a:pt x="190" y="788"/>
                      </a:lnTo>
                      <a:lnTo>
                        <a:pt x="194" y="788"/>
                      </a:lnTo>
                      <a:lnTo>
                        <a:pt x="194" y="784"/>
                      </a:lnTo>
                      <a:lnTo>
                        <a:pt x="190" y="788"/>
                      </a:lnTo>
                      <a:lnTo>
                        <a:pt x="190" y="792"/>
                      </a:lnTo>
                      <a:lnTo>
                        <a:pt x="190" y="794"/>
                      </a:lnTo>
                      <a:lnTo>
                        <a:pt x="186" y="794"/>
                      </a:lnTo>
                      <a:lnTo>
                        <a:pt x="186" y="792"/>
                      </a:lnTo>
                      <a:lnTo>
                        <a:pt x="186" y="788"/>
                      </a:lnTo>
                      <a:lnTo>
                        <a:pt x="186" y="784"/>
                      </a:lnTo>
                      <a:lnTo>
                        <a:pt x="190" y="784"/>
                      </a:lnTo>
                      <a:lnTo>
                        <a:pt x="190" y="780"/>
                      </a:lnTo>
                      <a:lnTo>
                        <a:pt x="190" y="776"/>
                      </a:lnTo>
                      <a:lnTo>
                        <a:pt x="194" y="776"/>
                      </a:lnTo>
                      <a:lnTo>
                        <a:pt x="198" y="776"/>
                      </a:lnTo>
                      <a:lnTo>
                        <a:pt x="202" y="780"/>
                      </a:lnTo>
                      <a:lnTo>
                        <a:pt x="202" y="784"/>
                      </a:lnTo>
                      <a:lnTo>
                        <a:pt x="202" y="780"/>
                      </a:lnTo>
                      <a:lnTo>
                        <a:pt x="202" y="776"/>
                      </a:lnTo>
                      <a:lnTo>
                        <a:pt x="198" y="776"/>
                      </a:lnTo>
                      <a:lnTo>
                        <a:pt x="202" y="772"/>
                      </a:lnTo>
                      <a:lnTo>
                        <a:pt x="198" y="772"/>
                      </a:lnTo>
                      <a:lnTo>
                        <a:pt x="198" y="776"/>
                      </a:lnTo>
                      <a:lnTo>
                        <a:pt x="194" y="772"/>
                      </a:lnTo>
                      <a:lnTo>
                        <a:pt x="194" y="768"/>
                      </a:lnTo>
                      <a:lnTo>
                        <a:pt x="198" y="768"/>
                      </a:lnTo>
                      <a:lnTo>
                        <a:pt x="198" y="766"/>
                      </a:lnTo>
                      <a:lnTo>
                        <a:pt x="198" y="768"/>
                      </a:lnTo>
                      <a:lnTo>
                        <a:pt x="194" y="768"/>
                      </a:lnTo>
                      <a:lnTo>
                        <a:pt x="194" y="772"/>
                      </a:lnTo>
                      <a:lnTo>
                        <a:pt x="190" y="772"/>
                      </a:lnTo>
                      <a:lnTo>
                        <a:pt x="190" y="776"/>
                      </a:lnTo>
                      <a:lnTo>
                        <a:pt x="186" y="776"/>
                      </a:lnTo>
                      <a:lnTo>
                        <a:pt x="186" y="772"/>
                      </a:lnTo>
                      <a:lnTo>
                        <a:pt x="182" y="776"/>
                      </a:lnTo>
                      <a:lnTo>
                        <a:pt x="182" y="772"/>
                      </a:lnTo>
                      <a:lnTo>
                        <a:pt x="186" y="768"/>
                      </a:lnTo>
                      <a:lnTo>
                        <a:pt x="182" y="768"/>
                      </a:lnTo>
                      <a:lnTo>
                        <a:pt x="182" y="772"/>
                      </a:lnTo>
                      <a:lnTo>
                        <a:pt x="180" y="776"/>
                      </a:lnTo>
                      <a:lnTo>
                        <a:pt x="180" y="772"/>
                      </a:lnTo>
                      <a:lnTo>
                        <a:pt x="180" y="768"/>
                      </a:lnTo>
                      <a:lnTo>
                        <a:pt x="182" y="768"/>
                      </a:lnTo>
                      <a:lnTo>
                        <a:pt x="182" y="766"/>
                      </a:lnTo>
                      <a:lnTo>
                        <a:pt x="182" y="762"/>
                      </a:lnTo>
                      <a:lnTo>
                        <a:pt x="182" y="766"/>
                      </a:lnTo>
                      <a:lnTo>
                        <a:pt x="180" y="766"/>
                      </a:lnTo>
                      <a:lnTo>
                        <a:pt x="176" y="762"/>
                      </a:lnTo>
                      <a:lnTo>
                        <a:pt x="176" y="758"/>
                      </a:lnTo>
                      <a:lnTo>
                        <a:pt x="172" y="754"/>
                      </a:lnTo>
                      <a:lnTo>
                        <a:pt x="172" y="750"/>
                      </a:lnTo>
                      <a:lnTo>
                        <a:pt x="176" y="750"/>
                      </a:lnTo>
                      <a:lnTo>
                        <a:pt x="176" y="754"/>
                      </a:lnTo>
                      <a:lnTo>
                        <a:pt x="180" y="750"/>
                      </a:lnTo>
                      <a:lnTo>
                        <a:pt x="182" y="750"/>
                      </a:lnTo>
                      <a:lnTo>
                        <a:pt x="182" y="754"/>
                      </a:lnTo>
                      <a:lnTo>
                        <a:pt x="186" y="754"/>
                      </a:lnTo>
                      <a:lnTo>
                        <a:pt x="182" y="754"/>
                      </a:lnTo>
                      <a:lnTo>
                        <a:pt x="182" y="750"/>
                      </a:lnTo>
                      <a:lnTo>
                        <a:pt x="180" y="750"/>
                      </a:lnTo>
                      <a:lnTo>
                        <a:pt x="176" y="750"/>
                      </a:lnTo>
                      <a:lnTo>
                        <a:pt x="172" y="746"/>
                      </a:lnTo>
                      <a:lnTo>
                        <a:pt x="172" y="742"/>
                      </a:lnTo>
                      <a:lnTo>
                        <a:pt x="176" y="742"/>
                      </a:lnTo>
                      <a:lnTo>
                        <a:pt x="176" y="738"/>
                      </a:lnTo>
                      <a:lnTo>
                        <a:pt x="172" y="742"/>
                      </a:lnTo>
                      <a:lnTo>
                        <a:pt x="168" y="746"/>
                      </a:lnTo>
                      <a:lnTo>
                        <a:pt x="168" y="750"/>
                      </a:lnTo>
                      <a:lnTo>
                        <a:pt x="164" y="754"/>
                      </a:lnTo>
                      <a:lnTo>
                        <a:pt x="164" y="750"/>
                      </a:lnTo>
                      <a:lnTo>
                        <a:pt x="160" y="750"/>
                      </a:lnTo>
                      <a:lnTo>
                        <a:pt x="160" y="746"/>
                      </a:lnTo>
                      <a:lnTo>
                        <a:pt x="156" y="742"/>
                      </a:lnTo>
                      <a:lnTo>
                        <a:pt x="152" y="742"/>
                      </a:lnTo>
                      <a:lnTo>
                        <a:pt x="152" y="738"/>
                      </a:lnTo>
                      <a:lnTo>
                        <a:pt x="152" y="736"/>
                      </a:lnTo>
                      <a:lnTo>
                        <a:pt x="156" y="736"/>
                      </a:lnTo>
                      <a:lnTo>
                        <a:pt x="160" y="736"/>
                      </a:lnTo>
                      <a:lnTo>
                        <a:pt x="164" y="736"/>
                      </a:lnTo>
                      <a:lnTo>
                        <a:pt x="160" y="736"/>
                      </a:lnTo>
                      <a:lnTo>
                        <a:pt x="156" y="736"/>
                      </a:lnTo>
                      <a:lnTo>
                        <a:pt x="152" y="736"/>
                      </a:lnTo>
                      <a:lnTo>
                        <a:pt x="152" y="732"/>
                      </a:lnTo>
                      <a:lnTo>
                        <a:pt x="150" y="732"/>
                      </a:lnTo>
                      <a:lnTo>
                        <a:pt x="150" y="728"/>
                      </a:lnTo>
                      <a:lnTo>
                        <a:pt x="150" y="724"/>
                      </a:lnTo>
                      <a:lnTo>
                        <a:pt x="150" y="728"/>
                      </a:lnTo>
                      <a:lnTo>
                        <a:pt x="152" y="728"/>
                      </a:lnTo>
                      <a:lnTo>
                        <a:pt x="152" y="732"/>
                      </a:lnTo>
                      <a:lnTo>
                        <a:pt x="156" y="732"/>
                      </a:lnTo>
                      <a:lnTo>
                        <a:pt x="152" y="728"/>
                      </a:lnTo>
                      <a:lnTo>
                        <a:pt x="150" y="728"/>
                      </a:lnTo>
                      <a:lnTo>
                        <a:pt x="150" y="724"/>
                      </a:lnTo>
                      <a:lnTo>
                        <a:pt x="152" y="724"/>
                      </a:lnTo>
                      <a:lnTo>
                        <a:pt x="156" y="724"/>
                      </a:lnTo>
                      <a:lnTo>
                        <a:pt x="156" y="728"/>
                      </a:lnTo>
                      <a:lnTo>
                        <a:pt x="156" y="724"/>
                      </a:lnTo>
                      <a:lnTo>
                        <a:pt x="152" y="724"/>
                      </a:lnTo>
                      <a:lnTo>
                        <a:pt x="152" y="720"/>
                      </a:lnTo>
                      <a:lnTo>
                        <a:pt x="152" y="716"/>
                      </a:lnTo>
                      <a:lnTo>
                        <a:pt x="156" y="716"/>
                      </a:lnTo>
                      <a:lnTo>
                        <a:pt x="160" y="716"/>
                      </a:lnTo>
                      <a:lnTo>
                        <a:pt x="156" y="716"/>
                      </a:lnTo>
                      <a:lnTo>
                        <a:pt x="156" y="712"/>
                      </a:lnTo>
                      <a:lnTo>
                        <a:pt x="160" y="708"/>
                      </a:lnTo>
                      <a:lnTo>
                        <a:pt x="164" y="708"/>
                      </a:lnTo>
                      <a:lnTo>
                        <a:pt x="164" y="706"/>
                      </a:lnTo>
                      <a:lnTo>
                        <a:pt x="160" y="708"/>
                      </a:lnTo>
                      <a:lnTo>
                        <a:pt x="160" y="706"/>
                      </a:lnTo>
                      <a:lnTo>
                        <a:pt x="160" y="708"/>
                      </a:lnTo>
                      <a:lnTo>
                        <a:pt x="156" y="706"/>
                      </a:lnTo>
                      <a:lnTo>
                        <a:pt x="160" y="706"/>
                      </a:lnTo>
                      <a:lnTo>
                        <a:pt x="160" y="708"/>
                      </a:lnTo>
                      <a:lnTo>
                        <a:pt x="156" y="712"/>
                      </a:lnTo>
                      <a:lnTo>
                        <a:pt x="156" y="716"/>
                      </a:lnTo>
                      <a:lnTo>
                        <a:pt x="152" y="716"/>
                      </a:lnTo>
                      <a:lnTo>
                        <a:pt x="152" y="712"/>
                      </a:lnTo>
                      <a:lnTo>
                        <a:pt x="156" y="712"/>
                      </a:lnTo>
                      <a:lnTo>
                        <a:pt x="156" y="708"/>
                      </a:lnTo>
                      <a:lnTo>
                        <a:pt x="152" y="706"/>
                      </a:lnTo>
                      <a:lnTo>
                        <a:pt x="152" y="702"/>
                      </a:lnTo>
                      <a:lnTo>
                        <a:pt x="152" y="698"/>
                      </a:lnTo>
                      <a:lnTo>
                        <a:pt x="156" y="698"/>
                      </a:lnTo>
                      <a:lnTo>
                        <a:pt x="156" y="694"/>
                      </a:lnTo>
                      <a:lnTo>
                        <a:pt x="152" y="694"/>
                      </a:lnTo>
                      <a:lnTo>
                        <a:pt x="150" y="694"/>
                      </a:lnTo>
                      <a:lnTo>
                        <a:pt x="150" y="690"/>
                      </a:lnTo>
                      <a:lnTo>
                        <a:pt x="146" y="690"/>
                      </a:lnTo>
                      <a:lnTo>
                        <a:pt x="146" y="686"/>
                      </a:lnTo>
                      <a:lnTo>
                        <a:pt x="142" y="686"/>
                      </a:lnTo>
                      <a:lnTo>
                        <a:pt x="138" y="686"/>
                      </a:lnTo>
                      <a:lnTo>
                        <a:pt x="138" y="682"/>
                      </a:lnTo>
                      <a:lnTo>
                        <a:pt x="134" y="682"/>
                      </a:lnTo>
                      <a:lnTo>
                        <a:pt x="130" y="682"/>
                      </a:lnTo>
                      <a:lnTo>
                        <a:pt x="130" y="680"/>
                      </a:lnTo>
                      <a:lnTo>
                        <a:pt x="126" y="676"/>
                      </a:lnTo>
                      <a:lnTo>
                        <a:pt x="126" y="672"/>
                      </a:lnTo>
                      <a:lnTo>
                        <a:pt x="124" y="672"/>
                      </a:lnTo>
                      <a:lnTo>
                        <a:pt x="124" y="668"/>
                      </a:lnTo>
                      <a:lnTo>
                        <a:pt x="124" y="664"/>
                      </a:lnTo>
                      <a:lnTo>
                        <a:pt x="120" y="664"/>
                      </a:lnTo>
                      <a:lnTo>
                        <a:pt x="120" y="660"/>
                      </a:lnTo>
                      <a:lnTo>
                        <a:pt x="116" y="656"/>
                      </a:lnTo>
                      <a:lnTo>
                        <a:pt x="116" y="652"/>
                      </a:lnTo>
                      <a:lnTo>
                        <a:pt x="112" y="652"/>
                      </a:lnTo>
                      <a:lnTo>
                        <a:pt x="112" y="650"/>
                      </a:lnTo>
                      <a:lnTo>
                        <a:pt x="112" y="646"/>
                      </a:lnTo>
                      <a:lnTo>
                        <a:pt x="108" y="646"/>
                      </a:lnTo>
                      <a:lnTo>
                        <a:pt x="108" y="642"/>
                      </a:lnTo>
                      <a:lnTo>
                        <a:pt x="104" y="638"/>
                      </a:lnTo>
                      <a:lnTo>
                        <a:pt x="100" y="638"/>
                      </a:lnTo>
                      <a:lnTo>
                        <a:pt x="100" y="634"/>
                      </a:lnTo>
                      <a:lnTo>
                        <a:pt x="96" y="634"/>
                      </a:lnTo>
                      <a:lnTo>
                        <a:pt x="96" y="630"/>
                      </a:lnTo>
                      <a:lnTo>
                        <a:pt x="94" y="630"/>
                      </a:lnTo>
                      <a:lnTo>
                        <a:pt x="94" y="626"/>
                      </a:lnTo>
                      <a:lnTo>
                        <a:pt x="90" y="626"/>
                      </a:lnTo>
                      <a:lnTo>
                        <a:pt x="90" y="622"/>
                      </a:lnTo>
                      <a:lnTo>
                        <a:pt x="86" y="622"/>
                      </a:lnTo>
                      <a:lnTo>
                        <a:pt x="82" y="620"/>
                      </a:lnTo>
                      <a:lnTo>
                        <a:pt x="86" y="620"/>
                      </a:lnTo>
                      <a:lnTo>
                        <a:pt x="86" y="616"/>
                      </a:lnTo>
                      <a:lnTo>
                        <a:pt x="82" y="616"/>
                      </a:lnTo>
                      <a:lnTo>
                        <a:pt x="80" y="612"/>
                      </a:lnTo>
                      <a:lnTo>
                        <a:pt x="76" y="612"/>
                      </a:lnTo>
                      <a:lnTo>
                        <a:pt x="72" y="612"/>
                      </a:lnTo>
                      <a:lnTo>
                        <a:pt x="72" y="616"/>
                      </a:lnTo>
                      <a:lnTo>
                        <a:pt x="68" y="616"/>
                      </a:lnTo>
                      <a:lnTo>
                        <a:pt x="68" y="620"/>
                      </a:lnTo>
                      <a:lnTo>
                        <a:pt x="64" y="620"/>
                      </a:lnTo>
                      <a:lnTo>
                        <a:pt x="64" y="622"/>
                      </a:lnTo>
                      <a:lnTo>
                        <a:pt x="64" y="626"/>
                      </a:lnTo>
                      <a:lnTo>
                        <a:pt x="60" y="626"/>
                      </a:lnTo>
                      <a:lnTo>
                        <a:pt x="56" y="626"/>
                      </a:lnTo>
                      <a:lnTo>
                        <a:pt x="54" y="626"/>
                      </a:lnTo>
                      <a:lnTo>
                        <a:pt x="54" y="630"/>
                      </a:lnTo>
                      <a:lnTo>
                        <a:pt x="50" y="630"/>
                      </a:lnTo>
                      <a:lnTo>
                        <a:pt x="50" y="626"/>
                      </a:lnTo>
                      <a:lnTo>
                        <a:pt x="50" y="622"/>
                      </a:lnTo>
                      <a:lnTo>
                        <a:pt x="46" y="620"/>
                      </a:lnTo>
                      <a:lnTo>
                        <a:pt x="42" y="616"/>
                      </a:lnTo>
                      <a:lnTo>
                        <a:pt x="38" y="616"/>
                      </a:lnTo>
                      <a:lnTo>
                        <a:pt x="34" y="612"/>
                      </a:lnTo>
                      <a:lnTo>
                        <a:pt x="34" y="608"/>
                      </a:lnTo>
                      <a:lnTo>
                        <a:pt x="30" y="608"/>
                      </a:lnTo>
                      <a:lnTo>
                        <a:pt x="26" y="604"/>
                      </a:lnTo>
                      <a:lnTo>
                        <a:pt x="26" y="600"/>
                      </a:lnTo>
                      <a:lnTo>
                        <a:pt x="26" y="596"/>
                      </a:lnTo>
                      <a:lnTo>
                        <a:pt x="24" y="596"/>
                      </a:lnTo>
                      <a:lnTo>
                        <a:pt x="20" y="596"/>
                      </a:lnTo>
                      <a:lnTo>
                        <a:pt x="20" y="600"/>
                      </a:lnTo>
                      <a:lnTo>
                        <a:pt x="16" y="600"/>
                      </a:lnTo>
                      <a:lnTo>
                        <a:pt x="8" y="600"/>
                      </a:lnTo>
                      <a:lnTo>
                        <a:pt x="0" y="600"/>
                      </a:lnTo>
                      <a:lnTo>
                        <a:pt x="0" y="596"/>
                      </a:lnTo>
                      <a:lnTo>
                        <a:pt x="0" y="586"/>
                      </a:lnTo>
                      <a:lnTo>
                        <a:pt x="0" y="546"/>
                      </a:lnTo>
                      <a:lnTo>
                        <a:pt x="0" y="534"/>
                      </a:lnTo>
                      <a:lnTo>
                        <a:pt x="0" y="520"/>
                      </a:lnTo>
                      <a:lnTo>
                        <a:pt x="0" y="516"/>
                      </a:lnTo>
                      <a:lnTo>
                        <a:pt x="0" y="508"/>
                      </a:lnTo>
                      <a:lnTo>
                        <a:pt x="0" y="486"/>
                      </a:lnTo>
                      <a:lnTo>
                        <a:pt x="0" y="474"/>
                      </a:lnTo>
                      <a:lnTo>
                        <a:pt x="0" y="464"/>
                      </a:lnTo>
                      <a:lnTo>
                        <a:pt x="0" y="452"/>
                      </a:lnTo>
                      <a:lnTo>
                        <a:pt x="0" y="448"/>
                      </a:lnTo>
                      <a:lnTo>
                        <a:pt x="0" y="444"/>
                      </a:lnTo>
                      <a:lnTo>
                        <a:pt x="0" y="440"/>
                      </a:lnTo>
                      <a:lnTo>
                        <a:pt x="0" y="434"/>
                      </a:lnTo>
                      <a:lnTo>
                        <a:pt x="0" y="430"/>
                      </a:lnTo>
                      <a:lnTo>
                        <a:pt x="0" y="422"/>
                      </a:lnTo>
                      <a:lnTo>
                        <a:pt x="0" y="418"/>
                      </a:lnTo>
                      <a:lnTo>
                        <a:pt x="0" y="414"/>
                      </a:lnTo>
                      <a:lnTo>
                        <a:pt x="0" y="410"/>
                      </a:lnTo>
                      <a:lnTo>
                        <a:pt x="0" y="404"/>
                      </a:lnTo>
                      <a:lnTo>
                        <a:pt x="0" y="392"/>
                      </a:lnTo>
                      <a:lnTo>
                        <a:pt x="0" y="380"/>
                      </a:lnTo>
                      <a:lnTo>
                        <a:pt x="0" y="378"/>
                      </a:lnTo>
                      <a:lnTo>
                        <a:pt x="0" y="374"/>
                      </a:lnTo>
                      <a:lnTo>
                        <a:pt x="4" y="374"/>
                      </a:lnTo>
                      <a:lnTo>
                        <a:pt x="4" y="378"/>
                      </a:lnTo>
                      <a:lnTo>
                        <a:pt x="8" y="378"/>
                      </a:lnTo>
                      <a:lnTo>
                        <a:pt x="12" y="378"/>
                      </a:lnTo>
                      <a:lnTo>
                        <a:pt x="16" y="378"/>
                      </a:lnTo>
                      <a:lnTo>
                        <a:pt x="20" y="378"/>
                      </a:lnTo>
                      <a:lnTo>
                        <a:pt x="24" y="378"/>
                      </a:lnTo>
                      <a:lnTo>
                        <a:pt x="26" y="378"/>
                      </a:lnTo>
                      <a:lnTo>
                        <a:pt x="26" y="380"/>
                      </a:lnTo>
                      <a:lnTo>
                        <a:pt x="30" y="380"/>
                      </a:lnTo>
                      <a:lnTo>
                        <a:pt x="34" y="384"/>
                      </a:lnTo>
                      <a:lnTo>
                        <a:pt x="38" y="384"/>
                      </a:lnTo>
                      <a:lnTo>
                        <a:pt x="38" y="388"/>
                      </a:lnTo>
                      <a:lnTo>
                        <a:pt x="42" y="388"/>
                      </a:lnTo>
                      <a:lnTo>
                        <a:pt x="46" y="388"/>
                      </a:lnTo>
                      <a:lnTo>
                        <a:pt x="50" y="392"/>
                      </a:lnTo>
                      <a:lnTo>
                        <a:pt x="54" y="392"/>
                      </a:lnTo>
                      <a:lnTo>
                        <a:pt x="56" y="392"/>
                      </a:lnTo>
                      <a:lnTo>
                        <a:pt x="60" y="396"/>
                      </a:lnTo>
                      <a:lnTo>
                        <a:pt x="64" y="392"/>
                      </a:lnTo>
                      <a:lnTo>
                        <a:pt x="68" y="392"/>
                      </a:lnTo>
                      <a:lnTo>
                        <a:pt x="68" y="396"/>
                      </a:lnTo>
                      <a:lnTo>
                        <a:pt x="72" y="396"/>
                      </a:lnTo>
                      <a:lnTo>
                        <a:pt x="76" y="396"/>
                      </a:lnTo>
                      <a:lnTo>
                        <a:pt x="80" y="396"/>
                      </a:lnTo>
                      <a:lnTo>
                        <a:pt x="80" y="400"/>
                      </a:lnTo>
                      <a:lnTo>
                        <a:pt x="82" y="400"/>
                      </a:lnTo>
                      <a:lnTo>
                        <a:pt x="80" y="396"/>
                      </a:lnTo>
                      <a:lnTo>
                        <a:pt x="76" y="396"/>
                      </a:lnTo>
                      <a:lnTo>
                        <a:pt x="76" y="392"/>
                      </a:lnTo>
                      <a:lnTo>
                        <a:pt x="80" y="392"/>
                      </a:lnTo>
                      <a:lnTo>
                        <a:pt x="82" y="392"/>
                      </a:lnTo>
                      <a:lnTo>
                        <a:pt x="86" y="396"/>
                      </a:lnTo>
                      <a:lnTo>
                        <a:pt x="86" y="392"/>
                      </a:lnTo>
                      <a:lnTo>
                        <a:pt x="90" y="392"/>
                      </a:lnTo>
                      <a:lnTo>
                        <a:pt x="90" y="396"/>
                      </a:lnTo>
                      <a:lnTo>
                        <a:pt x="94" y="400"/>
                      </a:lnTo>
                      <a:lnTo>
                        <a:pt x="96" y="400"/>
                      </a:lnTo>
                      <a:lnTo>
                        <a:pt x="94" y="400"/>
                      </a:lnTo>
                      <a:lnTo>
                        <a:pt x="94" y="396"/>
                      </a:lnTo>
                      <a:lnTo>
                        <a:pt x="90" y="392"/>
                      </a:lnTo>
                      <a:lnTo>
                        <a:pt x="90" y="388"/>
                      </a:lnTo>
                      <a:lnTo>
                        <a:pt x="94" y="388"/>
                      </a:lnTo>
                      <a:lnTo>
                        <a:pt x="96" y="384"/>
                      </a:lnTo>
                      <a:lnTo>
                        <a:pt x="100" y="384"/>
                      </a:lnTo>
                      <a:lnTo>
                        <a:pt x="104" y="380"/>
                      </a:lnTo>
                      <a:lnTo>
                        <a:pt x="108" y="380"/>
                      </a:lnTo>
                      <a:lnTo>
                        <a:pt x="112" y="380"/>
                      </a:lnTo>
                      <a:lnTo>
                        <a:pt x="112" y="378"/>
                      </a:lnTo>
                      <a:lnTo>
                        <a:pt x="116" y="374"/>
                      </a:lnTo>
                      <a:lnTo>
                        <a:pt x="120" y="374"/>
                      </a:lnTo>
                      <a:lnTo>
                        <a:pt x="124" y="374"/>
                      </a:lnTo>
                      <a:lnTo>
                        <a:pt x="120" y="374"/>
                      </a:lnTo>
                      <a:lnTo>
                        <a:pt x="124" y="374"/>
                      </a:lnTo>
                      <a:lnTo>
                        <a:pt x="126" y="374"/>
                      </a:lnTo>
                      <a:lnTo>
                        <a:pt x="130" y="374"/>
                      </a:lnTo>
                      <a:lnTo>
                        <a:pt x="130" y="370"/>
                      </a:lnTo>
                      <a:lnTo>
                        <a:pt x="134" y="370"/>
                      </a:lnTo>
                      <a:lnTo>
                        <a:pt x="134" y="366"/>
                      </a:lnTo>
                      <a:lnTo>
                        <a:pt x="138" y="366"/>
                      </a:lnTo>
                      <a:lnTo>
                        <a:pt x="138" y="370"/>
                      </a:lnTo>
                      <a:lnTo>
                        <a:pt x="142" y="370"/>
                      </a:lnTo>
                      <a:lnTo>
                        <a:pt x="142" y="366"/>
                      </a:lnTo>
                      <a:lnTo>
                        <a:pt x="142" y="362"/>
                      </a:lnTo>
                      <a:lnTo>
                        <a:pt x="146" y="362"/>
                      </a:lnTo>
                      <a:lnTo>
                        <a:pt x="150" y="362"/>
                      </a:lnTo>
                      <a:lnTo>
                        <a:pt x="152" y="366"/>
                      </a:lnTo>
                      <a:lnTo>
                        <a:pt x="156" y="362"/>
                      </a:lnTo>
                      <a:lnTo>
                        <a:pt x="156" y="358"/>
                      </a:lnTo>
                      <a:lnTo>
                        <a:pt x="160" y="358"/>
                      </a:lnTo>
                      <a:lnTo>
                        <a:pt x="164" y="362"/>
                      </a:lnTo>
                      <a:lnTo>
                        <a:pt x="164" y="366"/>
                      </a:lnTo>
                      <a:lnTo>
                        <a:pt x="160" y="366"/>
                      </a:lnTo>
                      <a:lnTo>
                        <a:pt x="156" y="370"/>
                      </a:lnTo>
                      <a:lnTo>
                        <a:pt x="152" y="370"/>
                      </a:lnTo>
                      <a:lnTo>
                        <a:pt x="150" y="370"/>
                      </a:lnTo>
                      <a:lnTo>
                        <a:pt x="150" y="374"/>
                      </a:lnTo>
                      <a:lnTo>
                        <a:pt x="146" y="374"/>
                      </a:lnTo>
                      <a:lnTo>
                        <a:pt x="142" y="378"/>
                      </a:lnTo>
                      <a:lnTo>
                        <a:pt x="142" y="374"/>
                      </a:lnTo>
                      <a:lnTo>
                        <a:pt x="138" y="374"/>
                      </a:lnTo>
                      <a:lnTo>
                        <a:pt x="138" y="378"/>
                      </a:lnTo>
                      <a:lnTo>
                        <a:pt x="134" y="378"/>
                      </a:lnTo>
                      <a:lnTo>
                        <a:pt x="130" y="378"/>
                      </a:lnTo>
                      <a:lnTo>
                        <a:pt x="126" y="378"/>
                      </a:lnTo>
                      <a:lnTo>
                        <a:pt x="126" y="380"/>
                      </a:lnTo>
                      <a:lnTo>
                        <a:pt x="124" y="384"/>
                      </a:lnTo>
                      <a:lnTo>
                        <a:pt x="120" y="384"/>
                      </a:lnTo>
                      <a:lnTo>
                        <a:pt x="116" y="384"/>
                      </a:lnTo>
                      <a:lnTo>
                        <a:pt x="116" y="388"/>
                      </a:lnTo>
                      <a:lnTo>
                        <a:pt x="112" y="388"/>
                      </a:lnTo>
                      <a:lnTo>
                        <a:pt x="112" y="392"/>
                      </a:lnTo>
                      <a:lnTo>
                        <a:pt x="108" y="392"/>
                      </a:lnTo>
                      <a:lnTo>
                        <a:pt x="112" y="392"/>
                      </a:lnTo>
                      <a:lnTo>
                        <a:pt x="108" y="392"/>
                      </a:lnTo>
                      <a:lnTo>
                        <a:pt x="108" y="396"/>
                      </a:lnTo>
                      <a:lnTo>
                        <a:pt x="108" y="392"/>
                      </a:lnTo>
                      <a:lnTo>
                        <a:pt x="104" y="396"/>
                      </a:lnTo>
                      <a:lnTo>
                        <a:pt x="108" y="396"/>
                      </a:lnTo>
                      <a:lnTo>
                        <a:pt x="112" y="400"/>
                      </a:lnTo>
                      <a:lnTo>
                        <a:pt x="116" y="400"/>
                      </a:lnTo>
                      <a:lnTo>
                        <a:pt x="112" y="400"/>
                      </a:lnTo>
                      <a:lnTo>
                        <a:pt x="108" y="396"/>
                      </a:lnTo>
                      <a:lnTo>
                        <a:pt x="112" y="396"/>
                      </a:lnTo>
                      <a:lnTo>
                        <a:pt x="108" y="396"/>
                      </a:lnTo>
                      <a:lnTo>
                        <a:pt x="112" y="396"/>
                      </a:lnTo>
                      <a:lnTo>
                        <a:pt x="116" y="396"/>
                      </a:lnTo>
                      <a:lnTo>
                        <a:pt x="120" y="396"/>
                      </a:lnTo>
                      <a:lnTo>
                        <a:pt x="124" y="396"/>
                      </a:lnTo>
                      <a:lnTo>
                        <a:pt x="120" y="392"/>
                      </a:lnTo>
                      <a:lnTo>
                        <a:pt x="120" y="396"/>
                      </a:lnTo>
                      <a:lnTo>
                        <a:pt x="116" y="396"/>
                      </a:lnTo>
                      <a:lnTo>
                        <a:pt x="116" y="392"/>
                      </a:lnTo>
                      <a:lnTo>
                        <a:pt x="116" y="388"/>
                      </a:lnTo>
                      <a:lnTo>
                        <a:pt x="120" y="388"/>
                      </a:lnTo>
                      <a:lnTo>
                        <a:pt x="124" y="388"/>
                      </a:lnTo>
                      <a:lnTo>
                        <a:pt x="124" y="384"/>
                      </a:lnTo>
                      <a:lnTo>
                        <a:pt x="124" y="388"/>
                      </a:lnTo>
                      <a:lnTo>
                        <a:pt x="124" y="384"/>
                      </a:lnTo>
                      <a:lnTo>
                        <a:pt x="126" y="384"/>
                      </a:lnTo>
                      <a:lnTo>
                        <a:pt x="130" y="384"/>
                      </a:lnTo>
                      <a:lnTo>
                        <a:pt x="130" y="380"/>
                      </a:lnTo>
                      <a:lnTo>
                        <a:pt x="126" y="380"/>
                      </a:lnTo>
                      <a:lnTo>
                        <a:pt x="130" y="380"/>
                      </a:lnTo>
                      <a:lnTo>
                        <a:pt x="134" y="380"/>
                      </a:lnTo>
                      <a:lnTo>
                        <a:pt x="138" y="378"/>
                      </a:lnTo>
                      <a:lnTo>
                        <a:pt x="138" y="380"/>
                      </a:lnTo>
                      <a:lnTo>
                        <a:pt x="134" y="384"/>
                      </a:lnTo>
                      <a:lnTo>
                        <a:pt x="138" y="384"/>
                      </a:lnTo>
                      <a:lnTo>
                        <a:pt x="138" y="380"/>
                      </a:lnTo>
                      <a:lnTo>
                        <a:pt x="138" y="378"/>
                      </a:lnTo>
                      <a:lnTo>
                        <a:pt x="138" y="380"/>
                      </a:lnTo>
                      <a:lnTo>
                        <a:pt x="142" y="380"/>
                      </a:lnTo>
                      <a:lnTo>
                        <a:pt x="142" y="378"/>
                      </a:lnTo>
                      <a:lnTo>
                        <a:pt x="138" y="378"/>
                      </a:lnTo>
                      <a:lnTo>
                        <a:pt x="142" y="378"/>
                      </a:lnTo>
                      <a:lnTo>
                        <a:pt x="142" y="380"/>
                      </a:lnTo>
                      <a:lnTo>
                        <a:pt x="138" y="384"/>
                      </a:lnTo>
                      <a:lnTo>
                        <a:pt x="142" y="380"/>
                      </a:lnTo>
                      <a:lnTo>
                        <a:pt x="142" y="378"/>
                      </a:lnTo>
                      <a:lnTo>
                        <a:pt x="142" y="380"/>
                      </a:lnTo>
                      <a:lnTo>
                        <a:pt x="142" y="384"/>
                      </a:lnTo>
                      <a:lnTo>
                        <a:pt x="142" y="380"/>
                      </a:lnTo>
                      <a:lnTo>
                        <a:pt x="142" y="384"/>
                      </a:lnTo>
                      <a:lnTo>
                        <a:pt x="142" y="388"/>
                      </a:lnTo>
                      <a:lnTo>
                        <a:pt x="142" y="384"/>
                      </a:lnTo>
                      <a:lnTo>
                        <a:pt x="146" y="380"/>
                      </a:lnTo>
                      <a:lnTo>
                        <a:pt x="150" y="378"/>
                      </a:lnTo>
                      <a:lnTo>
                        <a:pt x="150" y="374"/>
                      </a:lnTo>
                      <a:lnTo>
                        <a:pt x="152" y="374"/>
                      </a:lnTo>
                      <a:lnTo>
                        <a:pt x="156" y="374"/>
                      </a:lnTo>
                      <a:lnTo>
                        <a:pt x="160" y="370"/>
                      </a:lnTo>
                      <a:lnTo>
                        <a:pt x="164" y="370"/>
                      </a:lnTo>
                      <a:lnTo>
                        <a:pt x="168" y="370"/>
                      </a:lnTo>
                      <a:lnTo>
                        <a:pt x="168" y="366"/>
                      </a:lnTo>
                      <a:lnTo>
                        <a:pt x="172" y="366"/>
                      </a:lnTo>
                      <a:lnTo>
                        <a:pt x="172" y="370"/>
                      </a:lnTo>
                      <a:lnTo>
                        <a:pt x="168" y="370"/>
                      </a:lnTo>
                      <a:lnTo>
                        <a:pt x="168" y="374"/>
                      </a:lnTo>
                      <a:lnTo>
                        <a:pt x="172" y="374"/>
                      </a:lnTo>
                      <a:lnTo>
                        <a:pt x="176" y="370"/>
                      </a:lnTo>
                      <a:lnTo>
                        <a:pt x="180" y="366"/>
                      </a:lnTo>
                      <a:lnTo>
                        <a:pt x="180" y="362"/>
                      </a:lnTo>
                      <a:lnTo>
                        <a:pt x="182" y="362"/>
                      </a:lnTo>
                      <a:lnTo>
                        <a:pt x="186" y="362"/>
                      </a:lnTo>
                      <a:lnTo>
                        <a:pt x="190" y="358"/>
                      </a:lnTo>
                      <a:lnTo>
                        <a:pt x="186" y="358"/>
                      </a:lnTo>
                      <a:lnTo>
                        <a:pt x="182" y="358"/>
                      </a:lnTo>
                      <a:lnTo>
                        <a:pt x="186" y="354"/>
                      </a:lnTo>
                      <a:lnTo>
                        <a:pt x="182" y="354"/>
                      </a:lnTo>
                      <a:lnTo>
                        <a:pt x="182" y="350"/>
                      </a:lnTo>
                      <a:lnTo>
                        <a:pt x="186" y="350"/>
                      </a:lnTo>
                      <a:lnTo>
                        <a:pt x="186" y="354"/>
                      </a:lnTo>
                      <a:lnTo>
                        <a:pt x="190" y="354"/>
                      </a:lnTo>
                      <a:lnTo>
                        <a:pt x="194" y="358"/>
                      </a:lnTo>
                      <a:lnTo>
                        <a:pt x="198" y="358"/>
                      </a:lnTo>
                      <a:lnTo>
                        <a:pt x="198" y="362"/>
                      </a:lnTo>
                      <a:lnTo>
                        <a:pt x="198" y="366"/>
                      </a:lnTo>
                      <a:lnTo>
                        <a:pt x="202" y="370"/>
                      </a:lnTo>
                      <a:lnTo>
                        <a:pt x="202" y="374"/>
                      </a:lnTo>
                      <a:lnTo>
                        <a:pt x="206" y="374"/>
                      </a:lnTo>
                      <a:lnTo>
                        <a:pt x="210" y="378"/>
                      </a:lnTo>
                      <a:lnTo>
                        <a:pt x="210" y="380"/>
                      </a:lnTo>
                      <a:lnTo>
                        <a:pt x="212" y="380"/>
                      </a:lnTo>
                      <a:lnTo>
                        <a:pt x="220" y="380"/>
                      </a:lnTo>
                      <a:lnTo>
                        <a:pt x="220" y="384"/>
                      </a:lnTo>
                      <a:lnTo>
                        <a:pt x="220" y="380"/>
                      </a:lnTo>
                      <a:lnTo>
                        <a:pt x="224" y="380"/>
                      </a:lnTo>
                      <a:lnTo>
                        <a:pt x="220" y="380"/>
                      </a:lnTo>
                      <a:lnTo>
                        <a:pt x="216" y="380"/>
                      </a:lnTo>
                      <a:lnTo>
                        <a:pt x="220" y="378"/>
                      </a:lnTo>
                      <a:lnTo>
                        <a:pt x="224" y="378"/>
                      </a:lnTo>
                      <a:lnTo>
                        <a:pt x="220" y="374"/>
                      </a:lnTo>
                      <a:lnTo>
                        <a:pt x="224" y="374"/>
                      </a:lnTo>
                      <a:lnTo>
                        <a:pt x="228" y="374"/>
                      </a:lnTo>
                      <a:lnTo>
                        <a:pt x="224" y="374"/>
                      </a:lnTo>
                      <a:lnTo>
                        <a:pt x="224" y="370"/>
                      </a:lnTo>
                      <a:lnTo>
                        <a:pt x="228" y="370"/>
                      </a:lnTo>
                      <a:lnTo>
                        <a:pt x="228" y="366"/>
                      </a:lnTo>
                      <a:lnTo>
                        <a:pt x="232" y="366"/>
                      </a:lnTo>
                      <a:lnTo>
                        <a:pt x="228" y="366"/>
                      </a:lnTo>
                      <a:lnTo>
                        <a:pt x="224" y="366"/>
                      </a:lnTo>
                      <a:lnTo>
                        <a:pt x="228" y="362"/>
                      </a:lnTo>
                      <a:lnTo>
                        <a:pt x="228" y="366"/>
                      </a:lnTo>
                      <a:lnTo>
                        <a:pt x="232" y="362"/>
                      </a:lnTo>
                      <a:lnTo>
                        <a:pt x="232" y="366"/>
                      </a:lnTo>
                      <a:lnTo>
                        <a:pt x="236" y="366"/>
                      </a:lnTo>
                      <a:lnTo>
                        <a:pt x="236" y="362"/>
                      </a:lnTo>
                      <a:lnTo>
                        <a:pt x="232" y="362"/>
                      </a:lnTo>
                      <a:lnTo>
                        <a:pt x="236" y="362"/>
                      </a:lnTo>
                      <a:lnTo>
                        <a:pt x="236" y="366"/>
                      </a:lnTo>
                      <a:lnTo>
                        <a:pt x="236" y="370"/>
                      </a:lnTo>
                      <a:lnTo>
                        <a:pt x="236" y="374"/>
                      </a:lnTo>
                      <a:lnTo>
                        <a:pt x="238" y="374"/>
                      </a:lnTo>
                      <a:lnTo>
                        <a:pt x="238" y="378"/>
                      </a:lnTo>
                      <a:lnTo>
                        <a:pt x="236" y="378"/>
                      </a:lnTo>
                      <a:lnTo>
                        <a:pt x="232" y="380"/>
                      </a:lnTo>
                      <a:lnTo>
                        <a:pt x="236" y="380"/>
                      </a:lnTo>
                      <a:lnTo>
                        <a:pt x="238" y="380"/>
                      </a:lnTo>
                      <a:lnTo>
                        <a:pt x="242" y="380"/>
                      </a:lnTo>
                      <a:lnTo>
                        <a:pt x="246" y="380"/>
                      </a:lnTo>
                      <a:lnTo>
                        <a:pt x="250" y="380"/>
                      </a:lnTo>
                      <a:lnTo>
                        <a:pt x="250" y="378"/>
                      </a:lnTo>
                      <a:lnTo>
                        <a:pt x="254" y="378"/>
                      </a:lnTo>
                      <a:lnTo>
                        <a:pt x="254" y="374"/>
                      </a:lnTo>
                      <a:lnTo>
                        <a:pt x="254" y="370"/>
                      </a:lnTo>
                      <a:lnTo>
                        <a:pt x="258" y="370"/>
                      </a:lnTo>
                      <a:lnTo>
                        <a:pt x="262" y="370"/>
                      </a:lnTo>
                      <a:lnTo>
                        <a:pt x="266" y="370"/>
                      </a:lnTo>
                      <a:lnTo>
                        <a:pt x="268" y="370"/>
                      </a:lnTo>
                      <a:lnTo>
                        <a:pt x="272" y="370"/>
                      </a:lnTo>
                      <a:lnTo>
                        <a:pt x="276" y="374"/>
                      </a:lnTo>
                      <a:lnTo>
                        <a:pt x="280" y="374"/>
                      </a:lnTo>
                      <a:lnTo>
                        <a:pt x="284" y="374"/>
                      </a:lnTo>
                      <a:lnTo>
                        <a:pt x="284" y="378"/>
                      </a:lnTo>
                      <a:lnTo>
                        <a:pt x="288" y="378"/>
                      </a:lnTo>
                      <a:lnTo>
                        <a:pt x="292" y="380"/>
                      </a:lnTo>
                      <a:lnTo>
                        <a:pt x="294" y="380"/>
                      </a:lnTo>
                      <a:lnTo>
                        <a:pt x="298" y="380"/>
                      </a:lnTo>
                      <a:lnTo>
                        <a:pt x="302" y="384"/>
                      </a:lnTo>
                      <a:lnTo>
                        <a:pt x="306" y="384"/>
                      </a:lnTo>
                      <a:lnTo>
                        <a:pt x="310" y="384"/>
                      </a:lnTo>
                      <a:lnTo>
                        <a:pt x="314" y="384"/>
                      </a:lnTo>
                      <a:lnTo>
                        <a:pt x="318" y="384"/>
                      </a:lnTo>
                      <a:lnTo>
                        <a:pt x="318" y="388"/>
                      </a:lnTo>
                      <a:lnTo>
                        <a:pt x="322" y="388"/>
                      </a:lnTo>
                      <a:lnTo>
                        <a:pt x="324" y="388"/>
                      </a:lnTo>
                      <a:lnTo>
                        <a:pt x="324" y="392"/>
                      </a:lnTo>
                      <a:lnTo>
                        <a:pt x="328" y="392"/>
                      </a:lnTo>
                      <a:lnTo>
                        <a:pt x="332" y="392"/>
                      </a:lnTo>
                      <a:lnTo>
                        <a:pt x="336" y="392"/>
                      </a:lnTo>
                      <a:lnTo>
                        <a:pt x="336" y="396"/>
                      </a:lnTo>
                      <a:lnTo>
                        <a:pt x="340" y="392"/>
                      </a:lnTo>
                      <a:lnTo>
                        <a:pt x="344" y="396"/>
                      </a:lnTo>
                      <a:lnTo>
                        <a:pt x="348" y="396"/>
                      </a:lnTo>
                      <a:lnTo>
                        <a:pt x="352" y="396"/>
                      </a:lnTo>
                      <a:lnTo>
                        <a:pt x="354" y="396"/>
                      </a:lnTo>
                      <a:lnTo>
                        <a:pt x="352" y="396"/>
                      </a:lnTo>
                      <a:lnTo>
                        <a:pt x="352" y="392"/>
                      </a:lnTo>
                      <a:lnTo>
                        <a:pt x="354" y="392"/>
                      </a:lnTo>
                      <a:lnTo>
                        <a:pt x="358" y="392"/>
                      </a:lnTo>
                      <a:lnTo>
                        <a:pt x="354" y="392"/>
                      </a:lnTo>
                      <a:lnTo>
                        <a:pt x="358" y="392"/>
                      </a:lnTo>
                      <a:lnTo>
                        <a:pt x="362" y="392"/>
                      </a:lnTo>
                      <a:lnTo>
                        <a:pt x="366" y="396"/>
                      </a:lnTo>
                      <a:lnTo>
                        <a:pt x="370" y="396"/>
                      </a:lnTo>
                      <a:lnTo>
                        <a:pt x="374" y="396"/>
                      </a:lnTo>
                      <a:lnTo>
                        <a:pt x="374" y="400"/>
                      </a:lnTo>
                      <a:lnTo>
                        <a:pt x="378" y="400"/>
                      </a:lnTo>
                      <a:lnTo>
                        <a:pt x="378" y="404"/>
                      </a:lnTo>
                      <a:lnTo>
                        <a:pt x="380" y="404"/>
                      </a:lnTo>
                      <a:lnTo>
                        <a:pt x="380" y="410"/>
                      </a:lnTo>
                      <a:lnTo>
                        <a:pt x="378" y="410"/>
                      </a:lnTo>
                      <a:lnTo>
                        <a:pt x="374" y="410"/>
                      </a:lnTo>
                      <a:lnTo>
                        <a:pt x="370" y="410"/>
                      </a:lnTo>
                      <a:lnTo>
                        <a:pt x="366" y="410"/>
                      </a:lnTo>
                      <a:lnTo>
                        <a:pt x="366" y="414"/>
                      </a:lnTo>
                      <a:lnTo>
                        <a:pt x="366" y="418"/>
                      </a:lnTo>
                      <a:lnTo>
                        <a:pt x="362" y="418"/>
                      </a:lnTo>
                      <a:lnTo>
                        <a:pt x="366" y="418"/>
                      </a:lnTo>
                      <a:lnTo>
                        <a:pt x="366" y="422"/>
                      </a:lnTo>
                      <a:lnTo>
                        <a:pt x="370" y="422"/>
                      </a:lnTo>
                      <a:lnTo>
                        <a:pt x="374" y="422"/>
                      </a:lnTo>
                      <a:lnTo>
                        <a:pt x="378" y="422"/>
                      </a:lnTo>
                      <a:lnTo>
                        <a:pt x="380" y="422"/>
                      </a:lnTo>
                      <a:lnTo>
                        <a:pt x="384" y="422"/>
                      </a:lnTo>
                      <a:lnTo>
                        <a:pt x="388" y="422"/>
                      </a:lnTo>
                      <a:lnTo>
                        <a:pt x="392" y="422"/>
                      </a:lnTo>
                      <a:lnTo>
                        <a:pt x="396" y="422"/>
                      </a:lnTo>
                      <a:lnTo>
                        <a:pt x="396" y="426"/>
                      </a:lnTo>
                      <a:lnTo>
                        <a:pt x="400" y="426"/>
                      </a:lnTo>
                      <a:lnTo>
                        <a:pt x="404" y="426"/>
                      </a:lnTo>
                      <a:lnTo>
                        <a:pt x="408" y="426"/>
                      </a:lnTo>
                      <a:lnTo>
                        <a:pt x="408" y="422"/>
                      </a:lnTo>
                      <a:lnTo>
                        <a:pt x="410" y="422"/>
                      </a:lnTo>
                      <a:lnTo>
                        <a:pt x="414" y="422"/>
                      </a:lnTo>
                      <a:lnTo>
                        <a:pt x="418" y="422"/>
                      </a:lnTo>
                      <a:lnTo>
                        <a:pt x="422" y="422"/>
                      </a:lnTo>
                      <a:lnTo>
                        <a:pt x="424" y="422"/>
                      </a:lnTo>
                      <a:lnTo>
                        <a:pt x="428" y="422"/>
                      </a:lnTo>
                      <a:lnTo>
                        <a:pt x="428" y="418"/>
                      </a:lnTo>
                      <a:lnTo>
                        <a:pt x="432" y="418"/>
                      </a:lnTo>
                      <a:lnTo>
                        <a:pt x="436" y="418"/>
                      </a:lnTo>
                      <a:lnTo>
                        <a:pt x="436" y="414"/>
                      </a:lnTo>
                      <a:lnTo>
                        <a:pt x="440" y="418"/>
                      </a:lnTo>
                      <a:lnTo>
                        <a:pt x="440" y="422"/>
                      </a:lnTo>
                      <a:lnTo>
                        <a:pt x="440" y="418"/>
                      </a:lnTo>
                      <a:lnTo>
                        <a:pt x="440" y="422"/>
                      </a:lnTo>
                      <a:lnTo>
                        <a:pt x="444" y="422"/>
                      </a:lnTo>
                      <a:lnTo>
                        <a:pt x="444" y="426"/>
                      </a:lnTo>
                      <a:lnTo>
                        <a:pt x="444" y="422"/>
                      </a:lnTo>
                      <a:lnTo>
                        <a:pt x="448" y="422"/>
                      </a:lnTo>
                      <a:lnTo>
                        <a:pt x="450" y="422"/>
                      </a:lnTo>
                      <a:lnTo>
                        <a:pt x="450" y="426"/>
                      </a:lnTo>
                      <a:lnTo>
                        <a:pt x="454" y="430"/>
                      </a:lnTo>
                      <a:lnTo>
                        <a:pt x="450" y="430"/>
                      </a:lnTo>
                      <a:lnTo>
                        <a:pt x="454" y="430"/>
                      </a:lnTo>
                      <a:lnTo>
                        <a:pt x="454" y="434"/>
                      </a:lnTo>
                      <a:lnTo>
                        <a:pt x="454" y="430"/>
                      </a:lnTo>
                      <a:lnTo>
                        <a:pt x="454" y="426"/>
                      </a:lnTo>
                      <a:lnTo>
                        <a:pt x="458" y="426"/>
                      </a:lnTo>
                      <a:lnTo>
                        <a:pt x="458" y="430"/>
                      </a:lnTo>
                      <a:lnTo>
                        <a:pt x="458" y="434"/>
                      </a:lnTo>
                      <a:lnTo>
                        <a:pt x="462" y="434"/>
                      </a:lnTo>
                      <a:lnTo>
                        <a:pt x="458" y="430"/>
                      </a:lnTo>
                      <a:lnTo>
                        <a:pt x="462" y="430"/>
                      </a:lnTo>
                      <a:lnTo>
                        <a:pt x="466" y="434"/>
                      </a:lnTo>
                      <a:lnTo>
                        <a:pt x="466" y="436"/>
                      </a:lnTo>
                      <a:lnTo>
                        <a:pt x="470" y="436"/>
                      </a:lnTo>
                      <a:lnTo>
                        <a:pt x="470" y="440"/>
                      </a:lnTo>
                      <a:lnTo>
                        <a:pt x="466" y="440"/>
                      </a:lnTo>
                      <a:lnTo>
                        <a:pt x="462" y="440"/>
                      </a:lnTo>
                      <a:lnTo>
                        <a:pt x="458" y="440"/>
                      </a:lnTo>
                      <a:lnTo>
                        <a:pt x="458" y="436"/>
                      </a:lnTo>
                      <a:lnTo>
                        <a:pt x="458" y="440"/>
                      </a:lnTo>
                      <a:lnTo>
                        <a:pt x="462" y="440"/>
                      </a:lnTo>
                      <a:lnTo>
                        <a:pt x="466" y="440"/>
                      </a:lnTo>
                      <a:lnTo>
                        <a:pt x="466" y="444"/>
                      </a:lnTo>
                      <a:lnTo>
                        <a:pt x="466" y="448"/>
                      </a:lnTo>
                      <a:lnTo>
                        <a:pt x="470" y="448"/>
                      </a:lnTo>
                      <a:lnTo>
                        <a:pt x="470" y="452"/>
                      </a:lnTo>
                      <a:lnTo>
                        <a:pt x="474" y="452"/>
                      </a:lnTo>
                      <a:lnTo>
                        <a:pt x="474" y="456"/>
                      </a:lnTo>
                      <a:lnTo>
                        <a:pt x="478" y="456"/>
                      </a:lnTo>
                      <a:lnTo>
                        <a:pt x="474" y="452"/>
                      </a:lnTo>
                      <a:lnTo>
                        <a:pt x="474" y="448"/>
                      </a:lnTo>
                      <a:lnTo>
                        <a:pt x="470" y="448"/>
                      </a:lnTo>
                      <a:lnTo>
                        <a:pt x="470" y="444"/>
                      </a:lnTo>
                      <a:lnTo>
                        <a:pt x="470" y="440"/>
                      </a:lnTo>
                      <a:lnTo>
                        <a:pt x="474" y="440"/>
                      </a:lnTo>
                      <a:lnTo>
                        <a:pt x="470" y="440"/>
                      </a:lnTo>
                      <a:lnTo>
                        <a:pt x="474" y="440"/>
                      </a:lnTo>
                      <a:lnTo>
                        <a:pt x="474" y="444"/>
                      </a:lnTo>
                      <a:lnTo>
                        <a:pt x="474" y="440"/>
                      </a:lnTo>
                      <a:lnTo>
                        <a:pt x="470" y="440"/>
                      </a:lnTo>
                      <a:lnTo>
                        <a:pt x="474" y="444"/>
                      </a:lnTo>
                      <a:lnTo>
                        <a:pt x="474" y="440"/>
                      </a:lnTo>
                      <a:lnTo>
                        <a:pt x="478" y="440"/>
                      </a:lnTo>
                      <a:lnTo>
                        <a:pt x="478" y="444"/>
                      </a:lnTo>
                      <a:lnTo>
                        <a:pt x="480" y="444"/>
                      </a:lnTo>
                      <a:lnTo>
                        <a:pt x="478" y="444"/>
                      </a:lnTo>
                      <a:lnTo>
                        <a:pt x="478" y="440"/>
                      </a:lnTo>
                      <a:lnTo>
                        <a:pt x="478" y="436"/>
                      </a:lnTo>
                      <a:lnTo>
                        <a:pt x="474" y="436"/>
                      </a:lnTo>
                      <a:lnTo>
                        <a:pt x="470" y="434"/>
                      </a:lnTo>
                      <a:lnTo>
                        <a:pt x="474" y="430"/>
                      </a:lnTo>
                      <a:lnTo>
                        <a:pt x="470" y="426"/>
                      </a:lnTo>
                      <a:lnTo>
                        <a:pt x="466" y="426"/>
                      </a:lnTo>
                      <a:lnTo>
                        <a:pt x="466" y="422"/>
                      </a:lnTo>
                      <a:lnTo>
                        <a:pt x="466" y="418"/>
                      </a:lnTo>
                      <a:lnTo>
                        <a:pt x="470" y="418"/>
                      </a:lnTo>
                      <a:lnTo>
                        <a:pt x="466" y="414"/>
                      </a:lnTo>
                      <a:lnTo>
                        <a:pt x="470" y="414"/>
                      </a:lnTo>
                      <a:lnTo>
                        <a:pt x="474" y="414"/>
                      </a:lnTo>
                      <a:lnTo>
                        <a:pt x="478" y="414"/>
                      </a:lnTo>
                      <a:lnTo>
                        <a:pt x="480" y="414"/>
                      </a:lnTo>
                      <a:lnTo>
                        <a:pt x="484" y="414"/>
                      </a:lnTo>
                      <a:lnTo>
                        <a:pt x="484" y="410"/>
                      </a:lnTo>
                      <a:lnTo>
                        <a:pt x="488" y="410"/>
                      </a:lnTo>
                      <a:lnTo>
                        <a:pt x="488" y="408"/>
                      </a:lnTo>
                      <a:lnTo>
                        <a:pt x="492" y="408"/>
                      </a:lnTo>
                      <a:lnTo>
                        <a:pt x="500" y="408"/>
                      </a:lnTo>
                      <a:lnTo>
                        <a:pt x="500" y="404"/>
                      </a:lnTo>
                      <a:lnTo>
                        <a:pt x="500" y="400"/>
                      </a:lnTo>
                      <a:lnTo>
                        <a:pt x="496" y="400"/>
                      </a:lnTo>
                      <a:lnTo>
                        <a:pt x="492" y="404"/>
                      </a:lnTo>
                      <a:lnTo>
                        <a:pt x="488" y="404"/>
                      </a:lnTo>
                      <a:lnTo>
                        <a:pt x="484" y="404"/>
                      </a:lnTo>
                      <a:lnTo>
                        <a:pt x="488" y="408"/>
                      </a:lnTo>
                      <a:lnTo>
                        <a:pt x="484" y="408"/>
                      </a:lnTo>
                      <a:lnTo>
                        <a:pt x="480" y="408"/>
                      </a:lnTo>
                      <a:lnTo>
                        <a:pt x="478" y="410"/>
                      </a:lnTo>
                      <a:lnTo>
                        <a:pt x="478" y="408"/>
                      </a:lnTo>
                      <a:lnTo>
                        <a:pt x="474" y="408"/>
                      </a:lnTo>
                      <a:lnTo>
                        <a:pt x="470" y="408"/>
                      </a:lnTo>
                      <a:lnTo>
                        <a:pt x="470" y="410"/>
                      </a:lnTo>
                      <a:lnTo>
                        <a:pt x="474" y="410"/>
                      </a:lnTo>
                      <a:lnTo>
                        <a:pt x="470" y="410"/>
                      </a:lnTo>
                      <a:lnTo>
                        <a:pt x="466" y="410"/>
                      </a:lnTo>
                      <a:lnTo>
                        <a:pt x="462" y="410"/>
                      </a:lnTo>
                      <a:lnTo>
                        <a:pt x="462" y="414"/>
                      </a:lnTo>
                      <a:lnTo>
                        <a:pt x="462" y="410"/>
                      </a:lnTo>
                      <a:lnTo>
                        <a:pt x="462" y="414"/>
                      </a:lnTo>
                      <a:lnTo>
                        <a:pt x="462" y="410"/>
                      </a:lnTo>
                      <a:lnTo>
                        <a:pt x="462" y="408"/>
                      </a:lnTo>
                      <a:lnTo>
                        <a:pt x="458" y="408"/>
                      </a:lnTo>
                      <a:lnTo>
                        <a:pt x="458" y="410"/>
                      </a:lnTo>
                      <a:lnTo>
                        <a:pt x="454" y="410"/>
                      </a:lnTo>
                      <a:lnTo>
                        <a:pt x="454" y="408"/>
                      </a:lnTo>
                      <a:lnTo>
                        <a:pt x="458" y="408"/>
                      </a:lnTo>
                      <a:lnTo>
                        <a:pt x="458" y="404"/>
                      </a:lnTo>
                      <a:lnTo>
                        <a:pt x="462" y="404"/>
                      </a:lnTo>
                      <a:lnTo>
                        <a:pt x="462" y="400"/>
                      </a:lnTo>
                      <a:lnTo>
                        <a:pt x="466" y="400"/>
                      </a:lnTo>
                      <a:lnTo>
                        <a:pt x="470" y="400"/>
                      </a:lnTo>
                      <a:lnTo>
                        <a:pt x="474" y="400"/>
                      </a:lnTo>
                      <a:lnTo>
                        <a:pt x="478" y="400"/>
                      </a:lnTo>
                      <a:lnTo>
                        <a:pt x="480" y="396"/>
                      </a:lnTo>
                      <a:lnTo>
                        <a:pt x="484" y="396"/>
                      </a:lnTo>
                      <a:lnTo>
                        <a:pt x="492" y="392"/>
                      </a:lnTo>
                      <a:lnTo>
                        <a:pt x="496" y="396"/>
                      </a:lnTo>
                      <a:lnTo>
                        <a:pt x="500" y="396"/>
                      </a:lnTo>
                      <a:lnTo>
                        <a:pt x="504" y="400"/>
                      </a:lnTo>
                      <a:lnTo>
                        <a:pt x="504" y="404"/>
                      </a:lnTo>
                      <a:lnTo>
                        <a:pt x="500" y="408"/>
                      </a:lnTo>
                      <a:lnTo>
                        <a:pt x="504" y="408"/>
                      </a:lnTo>
                      <a:lnTo>
                        <a:pt x="508" y="410"/>
                      </a:lnTo>
                      <a:lnTo>
                        <a:pt x="508" y="408"/>
                      </a:lnTo>
                      <a:lnTo>
                        <a:pt x="510" y="408"/>
                      </a:lnTo>
                      <a:lnTo>
                        <a:pt x="510" y="410"/>
                      </a:lnTo>
                      <a:lnTo>
                        <a:pt x="514" y="410"/>
                      </a:lnTo>
                      <a:lnTo>
                        <a:pt x="514" y="414"/>
                      </a:lnTo>
                      <a:lnTo>
                        <a:pt x="518" y="414"/>
                      </a:lnTo>
                      <a:lnTo>
                        <a:pt x="522" y="414"/>
                      </a:lnTo>
                      <a:lnTo>
                        <a:pt x="526" y="414"/>
                      </a:lnTo>
                      <a:lnTo>
                        <a:pt x="530" y="414"/>
                      </a:lnTo>
                      <a:lnTo>
                        <a:pt x="530" y="410"/>
                      </a:lnTo>
                      <a:lnTo>
                        <a:pt x="534" y="410"/>
                      </a:lnTo>
                      <a:lnTo>
                        <a:pt x="534" y="414"/>
                      </a:lnTo>
                      <a:lnTo>
                        <a:pt x="534" y="418"/>
                      </a:lnTo>
                      <a:lnTo>
                        <a:pt x="536" y="418"/>
                      </a:lnTo>
                      <a:lnTo>
                        <a:pt x="540" y="422"/>
                      </a:lnTo>
                      <a:lnTo>
                        <a:pt x="544" y="422"/>
                      </a:lnTo>
                      <a:lnTo>
                        <a:pt x="548" y="422"/>
                      </a:lnTo>
                      <a:lnTo>
                        <a:pt x="552" y="422"/>
                      </a:lnTo>
                      <a:lnTo>
                        <a:pt x="556" y="422"/>
                      </a:lnTo>
                      <a:lnTo>
                        <a:pt x="560" y="426"/>
                      </a:lnTo>
                      <a:lnTo>
                        <a:pt x="560" y="422"/>
                      </a:lnTo>
                      <a:lnTo>
                        <a:pt x="564" y="422"/>
                      </a:lnTo>
                      <a:lnTo>
                        <a:pt x="566" y="422"/>
                      </a:lnTo>
                      <a:lnTo>
                        <a:pt x="570" y="422"/>
                      </a:lnTo>
                      <a:lnTo>
                        <a:pt x="574" y="418"/>
                      </a:lnTo>
                      <a:lnTo>
                        <a:pt x="578" y="418"/>
                      </a:lnTo>
                      <a:lnTo>
                        <a:pt x="578" y="422"/>
                      </a:lnTo>
                      <a:lnTo>
                        <a:pt x="582" y="422"/>
                      </a:lnTo>
                      <a:lnTo>
                        <a:pt x="586" y="422"/>
                      </a:lnTo>
                      <a:lnTo>
                        <a:pt x="590" y="422"/>
                      </a:lnTo>
                      <a:lnTo>
                        <a:pt x="592" y="422"/>
                      </a:lnTo>
                      <a:lnTo>
                        <a:pt x="596" y="422"/>
                      </a:lnTo>
                      <a:lnTo>
                        <a:pt x="600" y="422"/>
                      </a:lnTo>
                      <a:lnTo>
                        <a:pt x="604" y="422"/>
                      </a:lnTo>
                      <a:lnTo>
                        <a:pt x="600" y="418"/>
                      </a:lnTo>
                      <a:lnTo>
                        <a:pt x="596" y="418"/>
                      </a:lnTo>
                      <a:lnTo>
                        <a:pt x="596" y="414"/>
                      </a:lnTo>
                      <a:lnTo>
                        <a:pt x="600" y="414"/>
                      </a:lnTo>
                      <a:lnTo>
                        <a:pt x="604" y="418"/>
                      </a:lnTo>
                      <a:lnTo>
                        <a:pt x="608" y="422"/>
                      </a:lnTo>
                      <a:lnTo>
                        <a:pt x="612" y="426"/>
                      </a:lnTo>
                      <a:lnTo>
                        <a:pt x="616" y="426"/>
                      </a:lnTo>
                      <a:lnTo>
                        <a:pt x="620" y="426"/>
                      </a:lnTo>
                      <a:lnTo>
                        <a:pt x="620" y="422"/>
                      </a:lnTo>
                      <a:lnTo>
                        <a:pt x="620" y="418"/>
                      </a:lnTo>
                      <a:lnTo>
                        <a:pt x="616" y="418"/>
                      </a:lnTo>
                      <a:lnTo>
                        <a:pt x="612" y="414"/>
                      </a:lnTo>
                      <a:lnTo>
                        <a:pt x="612" y="418"/>
                      </a:lnTo>
                      <a:lnTo>
                        <a:pt x="608" y="418"/>
                      </a:lnTo>
                      <a:lnTo>
                        <a:pt x="608" y="422"/>
                      </a:lnTo>
                      <a:lnTo>
                        <a:pt x="604" y="418"/>
                      </a:lnTo>
                      <a:lnTo>
                        <a:pt x="604" y="414"/>
                      </a:lnTo>
                      <a:lnTo>
                        <a:pt x="600" y="410"/>
                      </a:lnTo>
                      <a:lnTo>
                        <a:pt x="600" y="414"/>
                      </a:lnTo>
                      <a:lnTo>
                        <a:pt x="604" y="414"/>
                      </a:lnTo>
                      <a:lnTo>
                        <a:pt x="604" y="410"/>
                      </a:lnTo>
                      <a:lnTo>
                        <a:pt x="600" y="410"/>
                      </a:lnTo>
                      <a:lnTo>
                        <a:pt x="600" y="408"/>
                      </a:lnTo>
                      <a:lnTo>
                        <a:pt x="596" y="408"/>
                      </a:lnTo>
                      <a:lnTo>
                        <a:pt x="600" y="408"/>
                      </a:lnTo>
                      <a:lnTo>
                        <a:pt x="604" y="408"/>
                      </a:lnTo>
                      <a:lnTo>
                        <a:pt x="608" y="408"/>
                      </a:lnTo>
                      <a:lnTo>
                        <a:pt x="612" y="408"/>
                      </a:lnTo>
                      <a:lnTo>
                        <a:pt x="608" y="408"/>
                      </a:lnTo>
                      <a:lnTo>
                        <a:pt x="608" y="404"/>
                      </a:lnTo>
                      <a:lnTo>
                        <a:pt x="612" y="404"/>
                      </a:lnTo>
                      <a:lnTo>
                        <a:pt x="616" y="408"/>
                      </a:lnTo>
                      <a:lnTo>
                        <a:pt x="616" y="404"/>
                      </a:lnTo>
                      <a:lnTo>
                        <a:pt x="620" y="404"/>
                      </a:lnTo>
                      <a:lnTo>
                        <a:pt x="620" y="408"/>
                      </a:lnTo>
                      <a:lnTo>
                        <a:pt x="622" y="408"/>
                      </a:lnTo>
                      <a:lnTo>
                        <a:pt x="622" y="410"/>
                      </a:lnTo>
                      <a:lnTo>
                        <a:pt x="626" y="410"/>
                      </a:lnTo>
                      <a:lnTo>
                        <a:pt x="630" y="410"/>
                      </a:lnTo>
                      <a:lnTo>
                        <a:pt x="630" y="408"/>
                      </a:lnTo>
                      <a:lnTo>
                        <a:pt x="630" y="410"/>
                      </a:lnTo>
                      <a:lnTo>
                        <a:pt x="626" y="414"/>
                      </a:lnTo>
                      <a:lnTo>
                        <a:pt x="630" y="414"/>
                      </a:lnTo>
                      <a:lnTo>
                        <a:pt x="630" y="410"/>
                      </a:lnTo>
                      <a:lnTo>
                        <a:pt x="634" y="410"/>
                      </a:lnTo>
                      <a:lnTo>
                        <a:pt x="638" y="410"/>
                      </a:lnTo>
                      <a:lnTo>
                        <a:pt x="634" y="410"/>
                      </a:lnTo>
                      <a:lnTo>
                        <a:pt x="638" y="414"/>
                      </a:lnTo>
                      <a:lnTo>
                        <a:pt x="634" y="414"/>
                      </a:lnTo>
                      <a:lnTo>
                        <a:pt x="634" y="418"/>
                      </a:lnTo>
                      <a:lnTo>
                        <a:pt x="634" y="422"/>
                      </a:lnTo>
                      <a:lnTo>
                        <a:pt x="634" y="426"/>
                      </a:lnTo>
                      <a:lnTo>
                        <a:pt x="630" y="426"/>
                      </a:lnTo>
                      <a:lnTo>
                        <a:pt x="630" y="430"/>
                      </a:lnTo>
                      <a:lnTo>
                        <a:pt x="634" y="430"/>
                      </a:lnTo>
                      <a:lnTo>
                        <a:pt x="634" y="434"/>
                      </a:lnTo>
                      <a:lnTo>
                        <a:pt x="634" y="436"/>
                      </a:lnTo>
                      <a:lnTo>
                        <a:pt x="638" y="434"/>
                      </a:lnTo>
                      <a:lnTo>
                        <a:pt x="642" y="434"/>
                      </a:lnTo>
                      <a:lnTo>
                        <a:pt x="642" y="436"/>
                      </a:lnTo>
                      <a:lnTo>
                        <a:pt x="638" y="436"/>
                      </a:lnTo>
                      <a:lnTo>
                        <a:pt x="642" y="436"/>
                      </a:lnTo>
                      <a:lnTo>
                        <a:pt x="646" y="436"/>
                      </a:lnTo>
                      <a:lnTo>
                        <a:pt x="646" y="440"/>
                      </a:lnTo>
                      <a:lnTo>
                        <a:pt x="642" y="440"/>
                      </a:lnTo>
                      <a:lnTo>
                        <a:pt x="638" y="440"/>
                      </a:lnTo>
                      <a:lnTo>
                        <a:pt x="634" y="440"/>
                      </a:lnTo>
                      <a:lnTo>
                        <a:pt x="630" y="440"/>
                      </a:lnTo>
                      <a:lnTo>
                        <a:pt x="630" y="436"/>
                      </a:lnTo>
                      <a:lnTo>
                        <a:pt x="630" y="440"/>
                      </a:lnTo>
                      <a:lnTo>
                        <a:pt x="634" y="440"/>
                      </a:lnTo>
                      <a:lnTo>
                        <a:pt x="634" y="444"/>
                      </a:lnTo>
                      <a:lnTo>
                        <a:pt x="638" y="444"/>
                      </a:lnTo>
                      <a:lnTo>
                        <a:pt x="638" y="448"/>
                      </a:lnTo>
                      <a:lnTo>
                        <a:pt x="642" y="448"/>
                      </a:lnTo>
                      <a:lnTo>
                        <a:pt x="638" y="444"/>
                      </a:lnTo>
                      <a:lnTo>
                        <a:pt x="634" y="444"/>
                      </a:lnTo>
                      <a:lnTo>
                        <a:pt x="634" y="440"/>
                      </a:lnTo>
                      <a:lnTo>
                        <a:pt x="638" y="440"/>
                      </a:lnTo>
                      <a:lnTo>
                        <a:pt x="642" y="440"/>
                      </a:lnTo>
                      <a:lnTo>
                        <a:pt x="642" y="444"/>
                      </a:lnTo>
                      <a:lnTo>
                        <a:pt x="646" y="444"/>
                      </a:lnTo>
                      <a:lnTo>
                        <a:pt x="650" y="440"/>
                      </a:lnTo>
                      <a:lnTo>
                        <a:pt x="646" y="440"/>
                      </a:lnTo>
                      <a:lnTo>
                        <a:pt x="646" y="436"/>
                      </a:lnTo>
                      <a:lnTo>
                        <a:pt x="650" y="434"/>
                      </a:lnTo>
                      <a:lnTo>
                        <a:pt x="646" y="434"/>
                      </a:lnTo>
                      <a:lnTo>
                        <a:pt x="646" y="430"/>
                      </a:lnTo>
                      <a:lnTo>
                        <a:pt x="646" y="426"/>
                      </a:lnTo>
                      <a:lnTo>
                        <a:pt x="642" y="426"/>
                      </a:lnTo>
                      <a:lnTo>
                        <a:pt x="642" y="422"/>
                      </a:lnTo>
                      <a:lnTo>
                        <a:pt x="646" y="418"/>
                      </a:lnTo>
                      <a:lnTo>
                        <a:pt x="642" y="418"/>
                      </a:lnTo>
                      <a:lnTo>
                        <a:pt x="646" y="418"/>
                      </a:lnTo>
                      <a:lnTo>
                        <a:pt x="646" y="414"/>
                      </a:lnTo>
                      <a:lnTo>
                        <a:pt x="650" y="414"/>
                      </a:lnTo>
                      <a:lnTo>
                        <a:pt x="652" y="414"/>
                      </a:lnTo>
                      <a:lnTo>
                        <a:pt x="656" y="414"/>
                      </a:lnTo>
                      <a:lnTo>
                        <a:pt x="660" y="410"/>
                      </a:lnTo>
                      <a:lnTo>
                        <a:pt x="664" y="410"/>
                      </a:lnTo>
                      <a:lnTo>
                        <a:pt x="664" y="408"/>
                      </a:lnTo>
                      <a:lnTo>
                        <a:pt x="660" y="408"/>
                      </a:lnTo>
                      <a:lnTo>
                        <a:pt x="664" y="408"/>
                      </a:lnTo>
                      <a:lnTo>
                        <a:pt x="664" y="404"/>
                      </a:lnTo>
                      <a:lnTo>
                        <a:pt x="668" y="404"/>
                      </a:lnTo>
                      <a:lnTo>
                        <a:pt x="672" y="404"/>
                      </a:lnTo>
                      <a:lnTo>
                        <a:pt x="672" y="400"/>
                      </a:lnTo>
                      <a:lnTo>
                        <a:pt x="668" y="400"/>
                      </a:lnTo>
                      <a:lnTo>
                        <a:pt x="668" y="396"/>
                      </a:lnTo>
                      <a:lnTo>
                        <a:pt x="672" y="396"/>
                      </a:lnTo>
                      <a:lnTo>
                        <a:pt x="672" y="392"/>
                      </a:lnTo>
                      <a:lnTo>
                        <a:pt x="668" y="392"/>
                      </a:lnTo>
                      <a:lnTo>
                        <a:pt x="664" y="392"/>
                      </a:lnTo>
                      <a:lnTo>
                        <a:pt x="664" y="396"/>
                      </a:lnTo>
                      <a:lnTo>
                        <a:pt x="668" y="396"/>
                      </a:lnTo>
                      <a:lnTo>
                        <a:pt x="668" y="392"/>
                      </a:lnTo>
                      <a:lnTo>
                        <a:pt x="668" y="396"/>
                      </a:lnTo>
                      <a:lnTo>
                        <a:pt x="664" y="396"/>
                      </a:lnTo>
                      <a:lnTo>
                        <a:pt x="660" y="400"/>
                      </a:lnTo>
                      <a:lnTo>
                        <a:pt x="656" y="400"/>
                      </a:lnTo>
                      <a:lnTo>
                        <a:pt x="656" y="396"/>
                      </a:lnTo>
                      <a:lnTo>
                        <a:pt x="656" y="392"/>
                      </a:lnTo>
                      <a:lnTo>
                        <a:pt x="660" y="392"/>
                      </a:lnTo>
                      <a:lnTo>
                        <a:pt x="664" y="388"/>
                      </a:lnTo>
                      <a:lnTo>
                        <a:pt x="660" y="388"/>
                      </a:lnTo>
                      <a:lnTo>
                        <a:pt x="660" y="384"/>
                      </a:lnTo>
                      <a:lnTo>
                        <a:pt x="664" y="380"/>
                      </a:lnTo>
                      <a:lnTo>
                        <a:pt x="668" y="380"/>
                      </a:lnTo>
                      <a:lnTo>
                        <a:pt x="672" y="380"/>
                      </a:lnTo>
                      <a:lnTo>
                        <a:pt x="668" y="380"/>
                      </a:lnTo>
                      <a:lnTo>
                        <a:pt x="668" y="384"/>
                      </a:lnTo>
                      <a:lnTo>
                        <a:pt x="668" y="388"/>
                      </a:lnTo>
                      <a:lnTo>
                        <a:pt x="672" y="384"/>
                      </a:lnTo>
                      <a:lnTo>
                        <a:pt x="676" y="380"/>
                      </a:lnTo>
                      <a:lnTo>
                        <a:pt x="672" y="380"/>
                      </a:lnTo>
                      <a:lnTo>
                        <a:pt x="672" y="378"/>
                      </a:lnTo>
                      <a:lnTo>
                        <a:pt x="668" y="378"/>
                      </a:lnTo>
                      <a:lnTo>
                        <a:pt x="668" y="380"/>
                      </a:lnTo>
                      <a:lnTo>
                        <a:pt x="664" y="380"/>
                      </a:lnTo>
                      <a:lnTo>
                        <a:pt x="660" y="380"/>
                      </a:lnTo>
                      <a:lnTo>
                        <a:pt x="660" y="378"/>
                      </a:lnTo>
                      <a:lnTo>
                        <a:pt x="656" y="378"/>
                      </a:lnTo>
                      <a:lnTo>
                        <a:pt x="656" y="374"/>
                      </a:lnTo>
                      <a:lnTo>
                        <a:pt x="652" y="374"/>
                      </a:lnTo>
                      <a:lnTo>
                        <a:pt x="656" y="378"/>
                      </a:lnTo>
                      <a:lnTo>
                        <a:pt x="652" y="378"/>
                      </a:lnTo>
                      <a:lnTo>
                        <a:pt x="650" y="378"/>
                      </a:lnTo>
                      <a:lnTo>
                        <a:pt x="650" y="374"/>
                      </a:lnTo>
                      <a:lnTo>
                        <a:pt x="646" y="374"/>
                      </a:lnTo>
                      <a:lnTo>
                        <a:pt x="642" y="374"/>
                      </a:lnTo>
                      <a:lnTo>
                        <a:pt x="642" y="370"/>
                      </a:lnTo>
                      <a:lnTo>
                        <a:pt x="638" y="370"/>
                      </a:lnTo>
                      <a:lnTo>
                        <a:pt x="634" y="370"/>
                      </a:lnTo>
                      <a:lnTo>
                        <a:pt x="634" y="366"/>
                      </a:lnTo>
                      <a:lnTo>
                        <a:pt x="630" y="366"/>
                      </a:lnTo>
                      <a:lnTo>
                        <a:pt x="630" y="362"/>
                      </a:lnTo>
                      <a:lnTo>
                        <a:pt x="630" y="358"/>
                      </a:lnTo>
                      <a:lnTo>
                        <a:pt x="634" y="350"/>
                      </a:lnTo>
                      <a:lnTo>
                        <a:pt x="638" y="350"/>
                      </a:lnTo>
                      <a:lnTo>
                        <a:pt x="634" y="350"/>
                      </a:lnTo>
                      <a:lnTo>
                        <a:pt x="638" y="348"/>
                      </a:lnTo>
                      <a:lnTo>
                        <a:pt x="634" y="348"/>
                      </a:lnTo>
                      <a:lnTo>
                        <a:pt x="634" y="350"/>
                      </a:lnTo>
                      <a:lnTo>
                        <a:pt x="630" y="348"/>
                      </a:lnTo>
                      <a:lnTo>
                        <a:pt x="626" y="348"/>
                      </a:lnTo>
                      <a:lnTo>
                        <a:pt x="626" y="344"/>
                      </a:lnTo>
                      <a:lnTo>
                        <a:pt x="630" y="344"/>
                      </a:lnTo>
                      <a:lnTo>
                        <a:pt x="630" y="340"/>
                      </a:lnTo>
                      <a:lnTo>
                        <a:pt x="630" y="336"/>
                      </a:lnTo>
                      <a:lnTo>
                        <a:pt x="630" y="340"/>
                      </a:lnTo>
                      <a:lnTo>
                        <a:pt x="630" y="336"/>
                      </a:lnTo>
                      <a:lnTo>
                        <a:pt x="630" y="332"/>
                      </a:lnTo>
                      <a:lnTo>
                        <a:pt x="634" y="332"/>
                      </a:lnTo>
                      <a:lnTo>
                        <a:pt x="634" y="328"/>
                      </a:lnTo>
                      <a:lnTo>
                        <a:pt x="638" y="328"/>
                      </a:lnTo>
                      <a:lnTo>
                        <a:pt x="638" y="332"/>
                      </a:lnTo>
                      <a:lnTo>
                        <a:pt x="642" y="332"/>
                      </a:lnTo>
                      <a:lnTo>
                        <a:pt x="646" y="332"/>
                      </a:lnTo>
                      <a:lnTo>
                        <a:pt x="642" y="328"/>
                      </a:lnTo>
                      <a:lnTo>
                        <a:pt x="638" y="328"/>
                      </a:lnTo>
                      <a:lnTo>
                        <a:pt x="638" y="324"/>
                      </a:lnTo>
                      <a:lnTo>
                        <a:pt x="642" y="324"/>
                      </a:lnTo>
                      <a:lnTo>
                        <a:pt x="642" y="322"/>
                      </a:lnTo>
                      <a:lnTo>
                        <a:pt x="646" y="322"/>
                      </a:lnTo>
                      <a:lnTo>
                        <a:pt x="650" y="318"/>
                      </a:lnTo>
                      <a:lnTo>
                        <a:pt x="652" y="318"/>
                      </a:lnTo>
                      <a:lnTo>
                        <a:pt x="656" y="318"/>
                      </a:lnTo>
                      <a:lnTo>
                        <a:pt x="652" y="318"/>
                      </a:lnTo>
                      <a:lnTo>
                        <a:pt x="650" y="318"/>
                      </a:lnTo>
                      <a:lnTo>
                        <a:pt x="652" y="314"/>
                      </a:lnTo>
                      <a:lnTo>
                        <a:pt x="656" y="314"/>
                      </a:lnTo>
                      <a:lnTo>
                        <a:pt x="660" y="318"/>
                      </a:lnTo>
                      <a:lnTo>
                        <a:pt x="656" y="318"/>
                      </a:lnTo>
                      <a:lnTo>
                        <a:pt x="656" y="322"/>
                      </a:lnTo>
                      <a:lnTo>
                        <a:pt x="656" y="318"/>
                      </a:lnTo>
                      <a:lnTo>
                        <a:pt x="660" y="318"/>
                      </a:lnTo>
                      <a:lnTo>
                        <a:pt x="660" y="322"/>
                      </a:lnTo>
                      <a:lnTo>
                        <a:pt x="664" y="322"/>
                      </a:lnTo>
                      <a:lnTo>
                        <a:pt x="668" y="322"/>
                      </a:lnTo>
                      <a:lnTo>
                        <a:pt x="668" y="324"/>
                      </a:lnTo>
                      <a:lnTo>
                        <a:pt x="672" y="324"/>
                      </a:lnTo>
                      <a:lnTo>
                        <a:pt x="676" y="328"/>
                      </a:lnTo>
                      <a:lnTo>
                        <a:pt x="678" y="332"/>
                      </a:lnTo>
                      <a:lnTo>
                        <a:pt x="678" y="336"/>
                      </a:lnTo>
                      <a:lnTo>
                        <a:pt x="682" y="336"/>
                      </a:lnTo>
                      <a:lnTo>
                        <a:pt x="682" y="340"/>
                      </a:lnTo>
                      <a:lnTo>
                        <a:pt x="678" y="344"/>
                      </a:lnTo>
                      <a:lnTo>
                        <a:pt x="682" y="344"/>
                      </a:lnTo>
                      <a:lnTo>
                        <a:pt x="682" y="348"/>
                      </a:lnTo>
                      <a:lnTo>
                        <a:pt x="686" y="348"/>
                      </a:lnTo>
                      <a:lnTo>
                        <a:pt x="690" y="350"/>
                      </a:lnTo>
                      <a:lnTo>
                        <a:pt x="690" y="354"/>
                      </a:lnTo>
                      <a:lnTo>
                        <a:pt x="694" y="354"/>
                      </a:lnTo>
                      <a:lnTo>
                        <a:pt x="694" y="358"/>
                      </a:lnTo>
                      <a:lnTo>
                        <a:pt x="694" y="354"/>
                      </a:lnTo>
                      <a:lnTo>
                        <a:pt x="698" y="354"/>
                      </a:lnTo>
                      <a:lnTo>
                        <a:pt x="698" y="358"/>
                      </a:lnTo>
                      <a:lnTo>
                        <a:pt x="702" y="362"/>
                      </a:lnTo>
                      <a:lnTo>
                        <a:pt x="698" y="362"/>
                      </a:lnTo>
                      <a:lnTo>
                        <a:pt x="694" y="362"/>
                      </a:lnTo>
                      <a:lnTo>
                        <a:pt x="690" y="358"/>
                      </a:lnTo>
                      <a:lnTo>
                        <a:pt x="690" y="362"/>
                      </a:lnTo>
                      <a:lnTo>
                        <a:pt x="686" y="362"/>
                      </a:lnTo>
                      <a:lnTo>
                        <a:pt x="690" y="362"/>
                      </a:lnTo>
                      <a:lnTo>
                        <a:pt x="694" y="362"/>
                      </a:lnTo>
                      <a:lnTo>
                        <a:pt x="694" y="366"/>
                      </a:lnTo>
                      <a:lnTo>
                        <a:pt x="690" y="366"/>
                      </a:lnTo>
                      <a:lnTo>
                        <a:pt x="686" y="370"/>
                      </a:lnTo>
                      <a:lnTo>
                        <a:pt x="682" y="374"/>
                      </a:lnTo>
                      <a:lnTo>
                        <a:pt x="686" y="374"/>
                      </a:lnTo>
                      <a:lnTo>
                        <a:pt x="682" y="374"/>
                      </a:lnTo>
                      <a:lnTo>
                        <a:pt x="678" y="374"/>
                      </a:lnTo>
                      <a:lnTo>
                        <a:pt x="682" y="374"/>
                      </a:lnTo>
                      <a:lnTo>
                        <a:pt x="686" y="374"/>
                      </a:lnTo>
                      <a:lnTo>
                        <a:pt x="690" y="374"/>
                      </a:lnTo>
                      <a:lnTo>
                        <a:pt x="694" y="378"/>
                      </a:lnTo>
                      <a:lnTo>
                        <a:pt x="690" y="378"/>
                      </a:lnTo>
                      <a:lnTo>
                        <a:pt x="690" y="374"/>
                      </a:lnTo>
                      <a:lnTo>
                        <a:pt x="690" y="378"/>
                      </a:lnTo>
                      <a:lnTo>
                        <a:pt x="694" y="378"/>
                      </a:lnTo>
                      <a:lnTo>
                        <a:pt x="698" y="378"/>
                      </a:lnTo>
                      <a:lnTo>
                        <a:pt x="702" y="374"/>
                      </a:lnTo>
                      <a:lnTo>
                        <a:pt x="706" y="374"/>
                      </a:lnTo>
                      <a:lnTo>
                        <a:pt x="702" y="378"/>
                      </a:lnTo>
                      <a:lnTo>
                        <a:pt x="706" y="378"/>
                      </a:lnTo>
                      <a:lnTo>
                        <a:pt x="708" y="378"/>
                      </a:lnTo>
                      <a:lnTo>
                        <a:pt x="712" y="378"/>
                      </a:lnTo>
                      <a:lnTo>
                        <a:pt x="716" y="378"/>
                      </a:lnTo>
                      <a:lnTo>
                        <a:pt x="716" y="380"/>
                      </a:lnTo>
                      <a:lnTo>
                        <a:pt x="712" y="380"/>
                      </a:lnTo>
                      <a:lnTo>
                        <a:pt x="708" y="380"/>
                      </a:lnTo>
                      <a:lnTo>
                        <a:pt x="708" y="384"/>
                      </a:lnTo>
                      <a:lnTo>
                        <a:pt x="706" y="384"/>
                      </a:lnTo>
                      <a:lnTo>
                        <a:pt x="702" y="384"/>
                      </a:lnTo>
                      <a:lnTo>
                        <a:pt x="702" y="380"/>
                      </a:lnTo>
                      <a:lnTo>
                        <a:pt x="702" y="384"/>
                      </a:lnTo>
                      <a:lnTo>
                        <a:pt x="706" y="384"/>
                      </a:lnTo>
                      <a:lnTo>
                        <a:pt x="708" y="384"/>
                      </a:lnTo>
                      <a:lnTo>
                        <a:pt x="708" y="388"/>
                      </a:lnTo>
                      <a:lnTo>
                        <a:pt x="712" y="388"/>
                      </a:lnTo>
                      <a:lnTo>
                        <a:pt x="712" y="392"/>
                      </a:lnTo>
                      <a:lnTo>
                        <a:pt x="716" y="392"/>
                      </a:lnTo>
                      <a:lnTo>
                        <a:pt x="716" y="396"/>
                      </a:lnTo>
                      <a:lnTo>
                        <a:pt x="712" y="396"/>
                      </a:lnTo>
                      <a:lnTo>
                        <a:pt x="716" y="400"/>
                      </a:lnTo>
                      <a:lnTo>
                        <a:pt x="716" y="404"/>
                      </a:lnTo>
                      <a:lnTo>
                        <a:pt x="712" y="404"/>
                      </a:lnTo>
                      <a:lnTo>
                        <a:pt x="712" y="408"/>
                      </a:lnTo>
                      <a:lnTo>
                        <a:pt x="716" y="408"/>
                      </a:lnTo>
                      <a:lnTo>
                        <a:pt x="716" y="410"/>
                      </a:lnTo>
                      <a:lnTo>
                        <a:pt x="720" y="410"/>
                      </a:lnTo>
                      <a:lnTo>
                        <a:pt x="720" y="408"/>
                      </a:lnTo>
                      <a:lnTo>
                        <a:pt x="724" y="408"/>
                      </a:lnTo>
                      <a:lnTo>
                        <a:pt x="724" y="404"/>
                      </a:lnTo>
                      <a:lnTo>
                        <a:pt x="724" y="400"/>
                      </a:lnTo>
                      <a:lnTo>
                        <a:pt x="728" y="396"/>
                      </a:lnTo>
                      <a:lnTo>
                        <a:pt x="724" y="392"/>
                      </a:lnTo>
                      <a:lnTo>
                        <a:pt x="728" y="392"/>
                      </a:lnTo>
                      <a:lnTo>
                        <a:pt x="728" y="388"/>
                      </a:lnTo>
                      <a:lnTo>
                        <a:pt x="732" y="388"/>
                      </a:lnTo>
                      <a:lnTo>
                        <a:pt x="732" y="384"/>
                      </a:lnTo>
                      <a:lnTo>
                        <a:pt x="734" y="384"/>
                      </a:lnTo>
                      <a:lnTo>
                        <a:pt x="738" y="388"/>
                      </a:lnTo>
                      <a:lnTo>
                        <a:pt x="742" y="388"/>
                      </a:lnTo>
                      <a:lnTo>
                        <a:pt x="742" y="392"/>
                      </a:lnTo>
                      <a:lnTo>
                        <a:pt x="746" y="392"/>
                      </a:lnTo>
                      <a:lnTo>
                        <a:pt x="748" y="396"/>
                      </a:lnTo>
                      <a:lnTo>
                        <a:pt x="748" y="400"/>
                      </a:lnTo>
                      <a:lnTo>
                        <a:pt x="748" y="404"/>
                      </a:lnTo>
                      <a:lnTo>
                        <a:pt x="752" y="404"/>
                      </a:lnTo>
                      <a:lnTo>
                        <a:pt x="752" y="408"/>
                      </a:lnTo>
                      <a:lnTo>
                        <a:pt x="752" y="410"/>
                      </a:lnTo>
                      <a:lnTo>
                        <a:pt x="748" y="410"/>
                      </a:lnTo>
                      <a:lnTo>
                        <a:pt x="746" y="408"/>
                      </a:lnTo>
                      <a:lnTo>
                        <a:pt x="746" y="410"/>
                      </a:lnTo>
                      <a:lnTo>
                        <a:pt x="746" y="414"/>
                      </a:lnTo>
                      <a:lnTo>
                        <a:pt x="746" y="418"/>
                      </a:lnTo>
                      <a:lnTo>
                        <a:pt x="746" y="422"/>
                      </a:lnTo>
                      <a:lnTo>
                        <a:pt x="746" y="426"/>
                      </a:lnTo>
                      <a:lnTo>
                        <a:pt x="748" y="426"/>
                      </a:lnTo>
                      <a:lnTo>
                        <a:pt x="752" y="426"/>
                      </a:lnTo>
                      <a:lnTo>
                        <a:pt x="752" y="430"/>
                      </a:lnTo>
                      <a:lnTo>
                        <a:pt x="756" y="430"/>
                      </a:lnTo>
                      <a:lnTo>
                        <a:pt x="756" y="434"/>
                      </a:lnTo>
                      <a:lnTo>
                        <a:pt x="756" y="436"/>
                      </a:lnTo>
                      <a:lnTo>
                        <a:pt x="760" y="436"/>
                      </a:lnTo>
                      <a:lnTo>
                        <a:pt x="764" y="436"/>
                      </a:lnTo>
                      <a:lnTo>
                        <a:pt x="764" y="434"/>
                      </a:lnTo>
                      <a:lnTo>
                        <a:pt x="764" y="430"/>
                      </a:lnTo>
                      <a:lnTo>
                        <a:pt x="768" y="430"/>
                      </a:lnTo>
                      <a:lnTo>
                        <a:pt x="768" y="434"/>
                      </a:lnTo>
                      <a:lnTo>
                        <a:pt x="772" y="434"/>
                      </a:lnTo>
                      <a:lnTo>
                        <a:pt x="772" y="430"/>
                      </a:lnTo>
                      <a:lnTo>
                        <a:pt x="772" y="426"/>
                      </a:lnTo>
                      <a:lnTo>
                        <a:pt x="772" y="422"/>
                      </a:lnTo>
                      <a:lnTo>
                        <a:pt x="776" y="418"/>
                      </a:lnTo>
                      <a:lnTo>
                        <a:pt x="778" y="414"/>
                      </a:lnTo>
                      <a:lnTo>
                        <a:pt x="778" y="410"/>
                      </a:lnTo>
                      <a:lnTo>
                        <a:pt x="778" y="408"/>
                      </a:lnTo>
                      <a:lnTo>
                        <a:pt x="782" y="408"/>
                      </a:lnTo>
                      <a:lnTo>
                        <a:pt x="782" y="404"/>
                      </a:lnTo>
                      <a:lnTo>
                        <a:pt x="782" y="400"/>
                      </a:lnTo>
                      <a:lnTo>
                        <a:pt x="782" y="396"/>
                      </a:lnTo>
                      <a:lnTo>
                        <a:pt x="782" y="400"/>
                      </a:lnTo>
                      <a:lnTo>
                        <a:pt x="786" y="400"/>
                      </a:lnTo>
                      <a:lnTo>
                        <a:pt x="786" y="396"/>
                      </a:lnTo>
                      <a:lnTo>
                        <a:pt x="782" y="396"/>
                      </a:lnTo>
                      <a:lnTo>
                        <a:pt x="786" y="396"/>
                      </a:lnTo>
                      <a:lnTo>
                        <a:pt x="786" y="400"/>
                      </a:lnTo>
                      <a:lnTo>
                        <a:pt x="790" y="400"/>
                      </a:lnTo>
                      <a:lnTo>
                        <a:pt x="790" y="396"/>
                      </a:lnTo>
                      <a:lnTo>
                        <a:pt x="794" y="396"/>
                      </a:lnTo>
                      <a:lnTo>
                        <a:pt x="794" y="400"/>
                      </a:lnTo>
                      <a:lnTo>
                        <a:pt x="794" y="396"/>
                      </a:lnTo>
                      <a:lnTo>
                        <a:pt x="790" y="396"/>
                      </a:lnTo>
                      <a:lnTo>
                        <a:pt x="790" y="392"/>
                      </a:lnTo>
                      <a:lnTo>
                        <a:pt x="794" y="392"/>
                      </a:lnTo>
                      <a:lnTo>
                        <a:pt x="790" y="392"/>
                      </a:lnTo>
                      <a:lnTo>
                        <a:pt x="794" y="392"/>
                      </a:lnTo>
                      <a:lnTo>
                        <a:pt x="798" y="392"/>
                      </a:lnTo>
                      <a:lnTo>
                        <a:pt x="794" y="388"/>
                      </a:lnTo>
                      <a:lnTo>
                        <a:pt x="790" y="388"/>
                      </a:lnTo>
                      <a:lnTo>
                        <a:pt x="786" y="388"/>
                      </a:lnTo>
                      <a:lnTo>
                        <a:pt x="790" y="388"/>
                      </a:lnTo>
                      <a:lnTo>
                        <a:pt x="786" y="384"/>
                      </a:lnTo>
                      <a:lnTo>
                        <a:pt x="786" y="380"/>
                      </a:lnTo>
                      <a:lnTo>
                        <a:pt x="782" y="380"/>
                      </a:lnTo>
                      <a:lnTo>
                        <a:pt x="782" y="374"/>
                      </a:lnTo>
                      <a:lnTo>
                        <a:pt x="786" y="370"/>
                      </a:lnTo>
                      <a:lnTo>
                        <a:pt x="786" y="374"/>
                      </a:lnTo>
                      <a:lnTo>
                        <a:pt x="786" y="370"/>
                      </a:lnTo>
                      <a:lnTo>
                        <a:pt x="782" y="370"/>
                      </a:lnTo>
                      <a:lnTo>
                        <a:pt x="786" y="370"/>
                      </a:lnTo>
                      <a:lnTo>
                        <a:pt x="790" y="370"/>
                      </a:lnTo>
                      <a:lnTo>
                        <a:pt x="790" y="374"/>
                      </a:lnTo>
                      <a:lnTo>
                        <a:pt x="794" y="370"/>
                      </a:lnTo>
                      <a:lnTo>
                        <a:pt x="798" y="370"/>
                      </a:lnTo>
                      <a:lnTo>
                        <a:pt x="802" y="370"/>
                      </a:lnTo>
                      <a:lnTo>
                        <a:pt x="806" y="370"/>
                      </a:lnTo>
                      <a:lnTo>
                        <a:pt x="806" y="374"/>
                      </a:lnTo>
                      <a:lnTo>
                        <a:pt x="808" y="374"/>
                      </a:lnTo>
                      <a:lnTo>
                        <a:pt x="812" y="374"/>
                      </a:lnTo>
                      <a:lnTo>
                        <a:pt x="816" y="374"/>
                      </a:lnTo>
                      <a:lnTo>
                        <a:pt x="820" y="374"/>
                      </a:lnTo>
                      <a:lnTo>
                        <a:pt x="824" y="374"/>
                      </a:lnTo>
                      <a:lnTo>
                        <a:pt x="828" y="374"/>
                      </a:lnTo>
                      <a:lnTo>
                        <a:pt x="832" y="374"/>
                      </a:lnTo>
                      <a:lnTo>
                        <a:pt x="832" y="378"/>
                      </a:lnTo>
                      <a:lnTo>
                        <a:pt x="828" y="378"/>
                      </a:lnTo>
                      <a:lnTo>
                        <a:pt x="828" y="374"/>
                      </a:lnTo>
                      <a:lnTo>
                        <a:pt x="824" y="378"/>
                      </a:lnTo>
                      <a:lnTo>
                        <a:pt x="828" y="378"/>
                      </a:lnTo>
                      <a:lnTo>
                        <a:pt x="824" y="378"/>
                      </a:lnTo>
                      <a:lnTo>
                        <a:pt x="820" y="378"/>
                      </a:lnTo>
                      <a:lnTo>
                        <a:pt x="816" y="378"/>
                      </a:lnTo>
                      <a:lnTo>
                        <a:pt x="820" y="378"/>
                      </a:lnTo>
                      <a:lnTo>
                        <a:pt x="824" y="378"/>
                      </a:lnTo>
                      <a:lnTo>
                        <a:pt x="832" y="380"/>
                      </a:lnTo>
                      <a:lnTo>
                        <a:pt x="832" y="384"/>
                      </a:lnTo>
                      <a:lnTo>
                        <a:pt x="834" y="384"/>
                      </a:lnTo>
                      <a:lnTo>
                        <a:pt x="838" y="384"/>
                      </a:lnTo>
                      <a:lnTo>
                        <a:pt x="842" y="384"/>
                      </a:lnTo>
                      <a:lnTo>
                        <a:pt x="842" y="388"/>
                      </a:lnTo>
                      <a:lnTo>
                        <a:pt x="838" y="392"/>
                      </a:lnTo>
                      <a:lnTo>
                        <a:pt x="834" y="392"/>
                      </a:lnTo>
                      <a:lnTo>
                        <a:pt x="834" y="396"/>
                      </a:lnTo>
                      <a:lnTo>
                        <a:pt x="834" y="392"/>
                      </a:lnTo>
                      <a:lnTo>
                        <a:pt x="838" y="392"/>
                      </a:lnTo>
                      <a:lnTo>
                        <a:pt x="838" y="396"/>
                      </a:lnTo>
                      <a:lnTo>
                        <a:pt x="842" y="396"/>
                      </a:lnTo>
                      <a:lnTo>
                        <a:pt x="846" y="396"/>
                      </a:lnTo>
                      <a:lnTo>
                        <a:pt x="846" y="400"/>
                      </a:lnTo>
                      <a:lnTo>
                        <a:pt x="842" y="400"/>
                      </a:lnTo>
                      <a:lnTo>
                        <a:pt x="838" y="404"/>
                      </a:lnTo>
                      <a:lnTo>
                        <a:pt x="834" y="404"/>
                      </a:lnTo>
                      <a:lnTo>
                        <a:pt x="834" y="408"/>
                      </a:lnTo>
                      <a:lnTo>
                        <a:pt x="834" y="404"/>
                      </a:lnTo>
                      <a:lnTo>
                        <a:pt x="832" y="404"/>
                      </a:lnTo>
                      <a:lnTo>
                        <a:pt x="828" y="404"/>
                      </a:lnTo>
                      <a:lnTo>
                        <a:pt x="824" y="404"/>
                      </a:lnTo>
                      <a:lnTo>
                        <a:pt x="828" y="404"/>
                      </a:lnTo>
                      <a:lnTo>
                        <a:pt x="828" y="408"/>
                      </a:lnTo>
                      <a:lnTo>
                        <a:pt x="828" y="410"/>
                      </a:lnTo>
                      <a:lnTo>
                        <a:pt x="832" y="410"/>
                      </a:lnTo>
                      <a:lnTo>
                        <a:pt x="832" y="414"/>
                      </a:lnTo>
                      <a:lnTo>
                        <a:pt x="832" y="410"/>
                      </a:lnTo>
                      <a:lnTo>
                        <a:pt x="834" y="410"/>
                      </a:lnTo>
                      <a:lnTo>
                        <a:pt x="834" y="414"/>
                      </a:lnTo>
                      <a:lnTo>
                        <a:pt x="832" y="414"/>
                      </a:lnTo>
                      <a:lnTo>
                        <a:pt x="832" y="418"/>
                      </a:lnTo>
                      <a:lnTo>
                        <a:pt x="834" y="418"/>
                      </a:lnTo>
                      <a:lnTo>
                        <a:pt x="834" y="422"/>
                      </a:lnTo>
                      <a:lnTo>
                        <a:pt x="838" y="422"/>
                      </a:lnTo>
                      <a:lnTo>
                        <a:pt x="838" y="426"/>
                      </a:lnTo>
                      <a:lnTo>
                        <a:pt x="842" y="426"/>
                      </a:lnTo>
                      <a:lnTo>
                        <a:pt x="846" y="430"/>
                      </a:lnTo>
                      <a:lnTo>
                        <a:pt x="842" y="430"/>
                      </a:lnTo>
                      <a:lnTo>
                        <a:pt x="842" y="434"/>
                      </a:lnTo>
                      <a:lnTo>
                        <a:pt x="842" y="436"/>
                      </a:lnTo>
                      <a:lnTo>
                        <a:pt x="842" y="440"/>
                      </a:lnTo>
                      <a:lnTo>
                        <a:pt x="838" y="440"/>
                      </a:lnTo>
                      <a:lnTo>
                        <a:pt x="834" y="440"/>
                      </a:lnTo>
                      <a:lnTo>
                        <a:pt x="834" y="444"/>
                      </a:lnTo>
                      <a:lnTo>
                        <a:pt x="832" y="448"/>
                      </a:lnTo>
                      <a:lnTo>
                        <a:pt x="828" y="448"/>
                      </a:lnTo>
                      <a:lnTo>
                        <a:pt x="828" y="452"/>
                      </a:lnTo>
                      <a:lnTo>
                        <a:pt x="824" y="452"/>
                      </a:lnTo>
                      <a:lnTo>
                        <a:pt x="820" y="452"/>
                      </a:lnTo>
                      <a:lnTo>
                        <a:pt x="820" y="456"/>
                      </a:lnTo>
                      <a:lnTo>
                        <a:pt x="816" y="456"/>
                      </a:lnTo>
                      <a:lnTo>
                        <a:pt x="812" y="456"/>
                      </a:lnTo>
                      <a:lnTo>
                        <a:pt x="808" y="452"/>
                      </a:lnTo>
                      <a:lnTo>
                        <a:pt x="806" y="452"/>
                      </a:lnTo>
                      <a:lnTo>
                        <a:pt x="806" y="448"/>
                      </a:lnTo>
                      <a:lnTo>
                        <a:pt x="808" y="444"/>
                      </a:lnTo>
                      <a:lnTo>
                        <a:pt x="806" y="444"/>
                      </a:lnTo>
                      <a:lnTo>
                        <a:pt x="806" y="448"/>
                      </a:lnTo>
                      <a:lnTo>
                        <a:pt x="802" y="448"/>
                      </a:lnTo>
                      <a:lnTo>
                        <a:pt x="802" y="444"/>
                      </a:lnTo>
                      <a:lnTo>
                        <a:pt x="802" y="440"/>
                      </a:lnTo>
                      <a:lnTo>
                        <a:pt x="798" y="440"/>
                      </a:lnTo>
                      <a:lnTo>
                        <a:pt x="794" y="440"/>
                      </a:lnTo>
                      <a:lnTo>
                        <a:pt x="798" y="440"/>
                      </a:lnTo>
                      <a:lnTo>
                        <a:pt x="794" y="440"/>
                      </a:lnTo>
                      <a:lnTo>
                        <a:pt x="790" y="440"/>
                      </a:lnTo>
                      <a:lnTo>
                        <a:pt x="790" y="444"/>
                      </a:lnTo>
                      <a:lnTo>
                        <a:pt x="794" y="444"/>
                      </a:lnTo>
                      <a:lnTo>
                        <a:pt x="794" y="440"/>
                      </a:lnTo>
                      <a:lnTo>
                        <a:pt x="798" y="440"/>
                      </a:lnTo>
                      <a:lnTo>
                        <a:pt x="798" y="444"/>
                      </a:lnTo>
                      <a:lnTo>
                        <a:pt x="794" y="444"/>
                      </a:lnTo>
                      <a:lnTo>
                        <a:pt x="798" y="444"/>
                      </a:lnTo>
                      <a:lnTo>
                        <a:pt x="802" y="448"/>
                      </a:lnTo>
                      <a:lnTo>
                        <a:pt x="806" y="448"/>
                      </a:lnTo>
                      <a:lnTo>
                        <a:pt x="806" y="452"/>
                      </a:lnTo>
                      <a:lnTo>
                        <a:pt x="806" y="456"/>
                      </a:lnTo>
                      <a:lnTo>
                        <a:pt x="808" y="456"/>
                      </a:lnTo>
                      <a:lnTo>
                        <a:pt x="808" y="460"/>
                      </a:lnTo>
                      <a:lnTo>
                        <a:pt x="808" y="464"/>
                      </a:lnTo>
                      <a:lnTo>
                        <a:pt x="806" y="460"/>
                      </a:lnTo>
                      <a:lnTo>
                        <a:pt x="802" y="460"/>
                      </a:lnTo>
                      <a:lnTo>
                        <a:pt x="802" y="456"/>
                      </a:lnTo>
                      <a:lnTo>
                        <a:pt x="798" y="456"/>
                      </a:lnTo>
                      <a:lnTo>
                        <a:pt x="798" y="460"/>
                      </a:lnTo>
                      <a:lnTo>
                        <a:pt x="802" y="460"/>
                      </a:lnTo>
                      <a:lnTo>
                        <a:pt x="802" y="464"/>
                      </a:lnTo>
                      <a:lnTo>
                        <a:pt x="798" y="464"/>
                      </a:lnTo>
                      <a:lnTo>
                        <a:pt x="798" y="460"/>
                      </a:lnTo>
                      <a:lnTo>
                        <a:pt x="794" y="460"/>
                      </a:lnTo>
                      <a:lnTo>
                        <a:pt x="790" y="460"/>
                      </a:lnTo>
                      <a:lnTo>
                        <a:pt x="786" y="460"/>
                      </a:lnTo>
                      <a:lnTo>
                        <a:pt x="786" y="456"/>
                      </a:lnTo>
                      <a:lnTo>
                        <a:pt x="786" y="452"/>
                      </a:lnTo>
                      <a:lnTo>
                        <a:pt x="782" y="452"/>
                      </a:lnTo>
                      <a:lnTo>
                        <a:pt x="778" y="452"/>
                      </a:lnTo>
                      <a:lnTo>
                        <a:pt x="776" y="452"/>
                      </a:lnTo>
                      <a:lnTo>
                        <a:pt x="768" y="452"/>
                      </a:lnTo>
                      <a:lnTo>
                        <a:pt x="768" y="456"/>
                      </a:lnTo>
                      <a:lnTo>
                        <a:pt x="768" y="460"/>
                      </a:lnTo>
                      <a:lnTo>
                        <a:pt x="772" y="460"/>
                      </a:lnTo>
                      <a:lnTo>
                        <a:pt x="776" y="460"/>
                      </a:lnTo>
                      <a:lnTo>
                        <a:pt x="778" y="460"/>
                      </a:lnTo>
                      <a:lnTo>
                        <a:pt x="778" y="464"/>
                      </a:lnTo>
                      <a:lnTo>
                        <a:pt x="776" y="466"/>
                      </a:lnTo>
                      <a:lnTo>
                        <a:pt x="772" y="466"/>
                      </a:lnTo>
                      <a:lnTo>
                        <a:pt x="772" y="470"/>
                      </a:lnTo>
                      <a:lnTo>
                        <a:pt x="772" y="474"/>
                      </a:lnTo>
                      <a:lnTo>
                        <a:pt x="768" y="474"/>
                      </a:lnTo>
                      <a:lnTo>
                        <a:pt x="764" y="474"/>
                      </a:lnTo>
                      <a:lnTo>
                        <a:pt x="764" y="478"/>
                      </a:lnTo>
                      <a:lnTo>
                        <a:pt x="764" y="478"/>
                      </a:lnTo>
                      <a:lnTo>
                        <a:pt x="764" y="478"/>
                      </a:lnTo>
                      <a:close/>
                      <a:moveTo>
                        <a:pt x="408" y="354"/>
                      </a:moveTo>
                      <a:lnTo>
                        <a:pt x="410" y="358"/>
                      </a:lnTo>
                      <a:lnTo>
                        <a:pt x="414" y="358"/>
                      </a:lnTo>
                      <a:lnTo>
                        <a:pt x="410" y="358"/>
                      </a:lnTo>
                      <a:lnTo>
                        <a:pt x="408" y="358"/>
                      </a:lnTo>
                      <a:lnTo>
                        <a:pt x="408" y="354"/>
                      </a:lnTo>
                      <a:lnTo>
                        <a:pt x="408" y="354"/>
                      </a:lnTo>
                      <a:lnTo>
                        <a:pt x="408" y="354"/>
                      </a:lnTo>
                      <a:close/>
                      <a:moveTo>
                        <a:pt x="560" y="384"/>
                      </a:moveTo>
                      <a:lnTo>
                        <a:pt x="560" y="388"/>
                      </a:lnTo>
                      <a:lnTo>
                        <a:pt x="556" y="388"/>
                      </a:lnTo>
                      <a:lnTo>
                        <a:pt x="556" y="384"/>
                      </a:lnTo>
                      <a:lnTo>
                        <a:pt x="560" y="384"/>
                      </a:lnTo>
                      <a:lnTo>
                        <a:pt x="560" y="384"/>
                      </a:lnTo>
                      <a:lnTo>
                        <a:pt x="560" y="384"/>
                      </a:lnTo>
                      <a:close/>
                      <a:moveTo>
                        <a:pt x="1056" y="410"/>
                      </a:moveTo>
                      <a:lnTo>
                        <a:pt x="1052" y="410"/>
                      </a:lnTo>
                      <a:lnTo>
                        <a:pt x="1056" y="410"/>
                      </a:lnTo>
                      <a:lnTo>
                        <a:pt x="1060" y="410"/>
                      </a:lnTo>
                      <a:lnTo>
                        <a:pt x="1056" y="410"/>
                      </a:lnTo>
                      <a:lnTo>
                        <a:pt x="1056" y="410"/>
                      </a:lnTo>
                      <a:lnTo>
                        <a:pt x="1056" y="410"/>
                      </a:lnTo>
                      <a:close/>
                      <a:moveTo>
                        <a:pt x="466" y="418"/>
                      </a:moveTo>
                      <a:lnTo>
                        <a:pt x="462" y="418"/>
                      </a:lnTo>
                      <a:lnTo>
                        <a:pt x="466" y="418"/>
                      </a:lnTo>
                      <a:lnTo>
                        <a:pt x="466" y="418"/>
                      </a:lnTo>
                      <a:lnTo>
                        <a:pt x="466" y="418"/>
                      </a:lnTo>
                      <a:close/>
                      <a:moveTo>
                        <a:pt x="1088" y="426"/>
                      </a:moveTo>
                      <a:lnTo>
                        <a:pt x="1092" y="426"/>
                      </a:lnTo>
                      <a:lnTo>
                        <a:pt x="1092" y="430"/>
                      </a:lnTo>
                      <a:lnTo>
                        <a:pt x="1088" y="430"/>
                      </a:lnTo>
                      <a:lnTo>
                        <a:pt x="1088" y="426"/>
                      </a:lnTo>
                      <a:lnTo>
                        <a:pt x="1088" y="426"/>
                      </a:lnTo>
                      <a:lnTo>
                        <a:pt x="1088" y="426"/>
                      </a:lnTo>
                      <a:close/>
                      <a:moveTo>
                        <a:pt x="996" y="542"/>
                      </a:moveTo>
                      <a:lnTo>
                        <a:pt x="1000" y="546"/>
                      </a:lnTo>
                      <a:lnTo>
                        <a:pt x="1004" y="546"/>
                      </a:lnTo>
                      <a:lnTo>
                        <a:pt x="1000" y="550"/>
                      </a:lnTo>
                      <a:lnTo>
                        <a:pt x="996" y="550"/>
                      </a:lnTo>
                      <a:lnTo>
                        <a:pt x="992" y="550"/>
                      </a:lnTo>
                      <a:lnTo>
                        <a:pt x="992" y="546"/>
                      </a:lnTo>
                      <a:lnTo>
                        <a:pt x="992" y="542"/>
                      </a:lnTo>
                      <a:lnTo>
                        <a:pt x="988" y="542"/>
                      </a:lnTo>
                      <a:lnTo>
                        <a:pt x="992" y="542"/>
                      </a:lnTo>
                      <a:lnTo>
                        <a:pt x="996" y="542"/>
                      </a:lnTo>
                      <a:lnTo>
                        <a:pt x="996" y="542"/>
                      </a:lnTo>
                      <a:lnTo>
                        <a:pt x="996" y="542"/>
                      </a:lnTo>
                      <a:close/>
                      <a:moveTo>
                        <a:pt x="1084" y="596"/>
                      </a:moveTo>
                      <a:lnTo>
                        <a:pt x="1080" y="596"/>
                      </a:lnTo>
                      <a:lnTo>
                        <a:pt x="1080" y="600"/>
                      </a:lnTo>
                      <a:lnTo>
                        <a:pt x="1084" y="600"/>
                      </a:lnTo>
                      <a:lnTo>
                        <a:pt x="1080" y="600"/>
                      </a:lnTo>
                      <a:lnTo>
                        <a:pt x="1080" y="596"/>
                      </a:lnTo>
                      <a:lnTo>
                        <a:pt x="1076" y="596"/>
                      </a:lnTo>
                      <a:lnTo>
                        <a:pt x="1076" y="594"/>
                      </a:lnTo>
                      <a:lnTo>
                        <a:pt x="1080" y="594"/>
                      </a:lnTo>
                      <a:lnTo>
                        <a:pt x="1080" y="596"/>
                      </a:lnTo>
                      <a:lnTo>
                        <a:pt x="1084" y="596"/>
                      </a:lnTo>
                      <a:lnTo>
                        <a:pt x="1084" y="596"/>
                      </a:lnTo>
                      <a:lnTo>
                        <a:pt x="1084" y="596"/>
                      </a:lnTo>
                      <a:close/>
                      <a:moveTo>
                        <a:pt x="862" y="612"/>
                      </a:moveTo>
                      <a:lnTo>
                        <a:pt x="862" y="616"/>
                      </a:lnTo>
                      <a:lnTo>
                        <a:pt x="858" y="616"/>
                      </a:lnTo>
                      <a:lnTo>
                        <a:pt x="858" y="612"/>
                      </a:lnTo>
                      <a:lnTo>
                        <a:pt x="862" y="612"/>
                      </a:lnTo>
                      <a:lnTo>
                        <a:pt x="862" y="612"/>
                      </a:lnTo>
                      <a:lnTo>
                        <a:pt x="862" y="612"/>
                      </a:lnTo>
                      <a:close/>
                      <a:moveTo>
                        <a:pt x="1130" y="682"/>
                      </a:moveTo>
                      <a:lnTo>
                        <a:pt x="1130" y="680"/>
                      </a:lnTo>
                      <a:lnTo>
                        <a:pt x="1130" y="682"/>
                      </a:lnTo>
                      <a:lnTo>
                        <a:pt x="1130" y="682"/>
                      </a:lnTo>
                      <a:lnTo>
                        <a:pt x="1130" y="682"/>
                      </a:lnTo>
                      <a:close/>
                      <a:moveTo>
                        <a:pt x="1122" y="682"/>
                      </a:moveTo>
                      <a:lnTo>
                        <a:pt x="1126" y="682"/>
                      </a:lnTo>
                      <a:lnTo>
                        <a:pt x="1130" y="686"/>
                      </a:lnTo>
                      <a:lnTo>
                        <a:pt x="1126" y="686"/>
                      </a:lnTo>
                      <a:lnTo>
                        <a:pt x="1122" y="686"/>
                      </a:lnTo>
                      <a:lnTo>
                        <a:pt x="1126" y="686"/>
                      </a:lnTo>
                      <a:lnTo>
                        <a:pt x="1126" y="682"/>
                      </a:lnTo>
                      <a:lnTo>
                        <a:pt x="1122" y="682"/>
                      </a:lnTo>
                      <a:lnTo>
                        <a:pt x="1122" y="682"/>
                      </a:lnTo>
                      <a:lnTo>
                        <a:pt x="1122" y="682"/>
                      </a:lnTo>
                      <a:close/>
                      <a:moveTo>
                        <a:pt x="160" y="758"/>
                      </a:moveTo>
                      <a:lnTo>
                        <a:pt x="160" y="754"/>
                      </a:lnTo>
                      <a:lnTo>
                        <a:pt x="156" y="754"/>
                      </a:lnTo>
                      <a:lnTo>
                        <a:pt x="156" y="750"/>
                      </a:lnTo>
                      <a:lnTo>
                        <a:pt x="156" y="746"/>
                      </a:lnTo>
                      <a:lnTo>
                        <a:pt x="152" y="746"/>
                      </a:lnTo>
                      <a:lnTo>
                        <a:pt x="156" y="746"/>
                      </a:lnTo>
                      <a:lnTo>
                        <a:pt x="152" y="746"/>
                      </a:lnTo>
                      <a:lnTo>
                        <a:pt x="152" y="742"/>
                      </a:lnTo>
                      <a:lnTo>
                        <a:pt x="156" y="742"/>
                      </a:lnTo>
                      <a:lnTo>
                        <a:pt x="156" y="746"/>
                      </a:lnTo>
                      <a:lnTo>
                        <a:pt x="160" y="750"/>
                      </a:lnTo>
                      <a:lnTo>
                        <a:pt x="164" y="750"/>
                      </a:lnTo>
                      <a:lnTo>
                        <a:pt x="164" y="754"/>
                      </a:lnTo>
                      <a:lnTo>
                        <a:pt x="164" y="758"/>
                      </a:lnTo>
                      <a:lnTo>
                        <a:pt x="160" y="758"/>
                      </a:lnTo>
                      <a:lnTo>
                        <a:pt x="160" y="758"/>
                      </a:lnTo>
                      <a:lnTo>
                        <a:pt x="160" y="758"/>
                      </a:lnTo>
                      <a:close/>
                      <a:moveTo>
                        <a:pt x="168" y="766"/>
                      </a:moveTo>
                      <a:lnTo>
                        <a:pt x="168" y="762"/>
                      </a:lnTo>
                      <a:lnTo>
                        <a:pt x="172" y="762"/>
                      </a:lnTo>
                      <a:lnTo>
                        <a:pt x="172" y="758"/>
                      </a:lnTo>
                      <a:lnTo>
                        <a:pt x="168" y="758"/>
                      </a:lnTo>
                      <a:lnTo>
                        <a:pt x="172" y="758"/>
                      </a:lnTo>
                      <a:lnTo>
                        <a:pt x="172" y="762"/>
                      </a:lnTo>
                      <a:lnTo>
                        <a:pt x="168" y="762"/>
                      </a:lnTo>
                      <a:lnTo>
                        <a:pt x="168" y="758"/>
                      </a:lnTo>
                      <a:lnTo>
                        <a:pt x="168" y="754"/>
                      </a:lnTo>
                      <a:lnTo>
                        <a:pt x="172" y="754"/>
                      </a:lnTo>
                      <a:lnTo>
                        <a:pt x="172" y="758"/>
                      </a:lnTo>
                      <a:lnTo>
                        <a:pt x="176" y="758"/>
                      </a:lnTo>
                      <a:lnTo>
                        <a:pt x="176" y="762"/>
                      </a:lnTo>
                      <a:lnTo>
                        <a:pt x="176" y="768"/>
                      </a:lnTo>
                      <a:lnTo>
                        <a:pt x="172" y="768"/>
                      </a:lnTo>
                      <a:lnTo>
                        <a:pt x="172" y="766"/>
                      </a:lnTo>
                      <a:lnTo>
                        <a:pt x="176" y="766"/>
                      </a:lnTo>
                      <a:lnTo>
                        <a:pt x="176" y="762"/>
                      </a:lnTo>
                      <a:lnTo>
                        <a:pt x="172" y="766"/>
                      </a:lnTo>
                      <a:lnTo>
                        <a:pt x="172" y="768"/>
                      </a:lnTo>
                      <a:lnTo>
                        <a:pt x="168" y="768"/>
                      </a:lnTo>
                      <a:lnTo>
                        <a:pt x="168" y="766"/>
                      </a:lnTo>
                      <a:lnTo>
                        <a:pt x="168" y="766"/>
                      </a:lnTo>
                      <a:lnTo>
                        <a:pt x="168" y="766"/>
                      </a:lnTo>
                      <a:close/>
                      <a:moveTo>
                        <a:pt x="138" y="780"/>
                      </a:moveTo>
                      <a:lnTo>
                        <a:pt x="134" y="776"/>
                      </a:lnTo>
                      <a:lnTo>
                        <a:pt x="134" y="772"/>
                      </a:lnTo>
                      <a:lnTo>
                        <a:pt x="130" y="772"/>
                      </a:lnTo>
                      <a:lnTo>
                        <a:pt x="126" y="768"/>
                      </a:lnTo>
                      <a:lnTo>
                        <a:pt x="126" y="766"/>
                      </a:lnTo>
                      <a:lnTo>
                        <a:pt x="124" y="766"/>
                      </a:lnTo>
                      <a:lnTo>
                        <a:pt x="124" y="762"/>
                      </a:lnTo>
                      <a:lnTo>
                        <a:pt x="126" y="762"/>
                      </a:lnTo>
                      <a:lnTo>
                        <a:pt x="124" y="762"/>
                      </a:lnTo>
                      <a:lnTo>
                        <a:pt x="120" y="762"/>
                      </a:lnTo>
                      <a:lnTo>
                        <a:pt x="120" y="758"/>
                      </a:lnTo>
                      <a:lnTo>
                        <a:pt x="124" y="758"/>
                      </a:lnTo>
                      <a:lnTo>
                        <a:pt x="126" y="758"/>
                      </a:lnTo>
                      <a:lnTo>
                        <a:pt x="126" y="754"/>
                      </a:lnTo>
                      <a:lnTo>
                        <a:pt x="130" y="754"/>
                      </a:lnTo>
                      <a:lnTo>
                        <a:pt x="130" y="758"/>
                      </a:lnTo>
                      <a:lnTo>
                        <a:pt x="134" y="762"/>
                      </a:lnTo>
                      <a:lnTo>
                        <a:pt x="130" y="762"/>
                      </a:lnTo>
                      <a:lnTo>
                        <a:pt x="130" y="758"/>
                      </a:lnTo>
                      <a:lnTo>
                        <a:pt x="126" y="758"/>
                      </a:lnTo>
                      <a:lnTo>
                        <a:pt x="126" y="762"/>
                      </a:lnTo>
                      <a:lnTo>
                        <a:pt x="130" y="762"/>
                      </a:lnTo>
                      <a:lnTo>
                        <a:pt x="134" y="762"/>
                      </a:lnTo>
                      <a:lnTo>
                        <a:pt x="130" y="762"/>
                      </a:lnTo>
                      <a:lnTo>
                        <a:pt x="130" y="766"/>
                      </a:lnTo>
                      <a:lnTo>
                        <a:pt x="130" y="762"/>
                      </a:lnTo>
                      <a:lnTo>
                        <a:pt x="126" y="762"/>
                      </a:lnTo>
                      <a:lnTo>
                        <a:pt x="130" y="766"/>
                      </a:lnTo>
                      <a:lnTo>
                        <a:pt x="130" y="768"/>
                      </a:lnTo>
                      <a:lnTo>
                        <a:pt x="134" y="768"/>
                      </a:lnTo>
                      <a:lnTo>
                        <a:pt x="134" y="772"/>
                      </a:lnTo>
                      <a:lnTo>
                        <a:pt x="138" y="772"/>
                      </a:lnTo>
                      <a:lnTo>
                        <a:pt x="138" y="776"/>
                      </a:lnTo>
                      <a:lnTo>
                        <a:pt x="142" y="776"/>
                      </a:lnTo>
                      <a:lnTo>
                        <a:pt x="138" y="780"/>
                      </a:lnTo>
                      <a:lnTo>
                        <a:pt x="138" y="780"/>
                      </a:lnTo>
                      <a:lnTo>
                        <a:pt x="138" y="780"/>
                      </a:lnTo>
                      <a:close/>
                      <a:moveTo>
                        <a:pt x="182" y="776"/>
                      </a:moveTo>
                      <a:lnTo>
                        <a:pt x="182" y="780"/>
                      </a:lnTo>
                      <a:lnTo>
                        <a:pt x="180" y="780"/>
                      </a:lnTo>
                      <a:lnTo>
                        <a:pt x="180" y="776"/>
                      </a:lnTo>
                      <a:lnTo>
                        <a:pt x="182" y="776"/>
                      </a:lnTo>
                      <a:lnTo>
                        <a:pt x="182" y="776"/>
                      </a:lnTo>
                      <a:lnTo>
                        <a:pt x="182" y="776"/>
                      </a:lnTo>
                      <a:close/>
                      <a:moveTo>
                        <a:pt x="182" y="780"/>
                      </a:moveTo>
                      <a:lnTo>
                        <a:pt x="182" y="784"/>
                      </a:lnTo>
                      <a:lnTo>
                        <a:pt x="182" y="788"/>
                      </a:lnTo>
                      <a:lnTo>
                        <a:pt x="180" y="784"/>
                      </a:lnTo>
                      <a:lnTo>
                        <a:pt x="182" y="780"/>
                      </a:lnTo>
                      <a:lnTo>
                        <a:pt x="182" y="780"/>
                      </a:lnTo>
                      <a:lnTo>
                        <a:pt x="182" y="780"/>
                      </a:lnTo>
                      <a:close/>
                      <a:moveTo>
                        <a:pt x="884" y="8"/>
                      </a:moveTo>
                      <a:lnTo>
                        <a:pt x="888" y="4"/>
                      </a:lnTo>
                      <a:lnTo>
                        <a:pt x="890" y="8"/>
                      </a:lnTo>
                      <a:lnTo>
                        <a:pt x="888" y="8"/>
                      </a:lnTo>
                      <a:lnTo>
                        <a:pt x="884" y="8"/>
                      </a:lnTo>
                      <a:lnTo>
                        <a:pt x="884" y="8"/>
                      </a:lnTo>
                      <a:lnTo>
                        <a:pt x="884" y="8"/>
                      </a:lnTo>
                      <a:close/>
                      <a:moveTo>
                        <a:pt x="698" y="50"/>
                      </a:moveTo>
                      <a:lnTo>
                        <a:pt x="694" y="50"/>
                      </a:lnTo>
                      <a:lnTo>
                        <a:pt x="694" y="46"/>
                      </a:lnTo>
                      <a:lnTo>
                        <a:pt x="698" y="46"/>
                      </a:lnTo>
                      <a:lnTo>
                        <a:pt x="698" y="50"/>
                      </a:lnTo>
                      <a:lnTo>
                        <a:pt x="698" y="50"/>
                      </a:lnTo>
                      <a:lnTo>
                        <a:pt x="698" y="50"/>
                      </a:lnTo>
                      <a:close/>
                      <a:moveTo>
                        <a:pt x="1052" y="50"/>
                      </a:moveTo>
                      <a:lnTo>
                        <a:pt x="1048" y="50"/>
                      </a:lnTo>
                      <a:lnTo>
                        <a:pt x="1048" y="46"/>
                      </a:lnTo>
                      <a:lnTo>
                        <a:pt x="1052" y="46"/>
                      </a:lnTo>
                      <a:lnTo>
                        <a:pt x="1056" y="46"/>
                      </a:lnTo>
                      <a:lnTo>
                        <a:pt x="1056" y="50"/>
                      </a:lnTo>
                      <a:lnTo>
                        <a:pt x="1052" y="50"/>
                      </a:lnTo>
                      <a:lnTo>
                        <a:pt x="1052" y="50"/>
                      </a:lnTo>
                      <a:lnTo>
                        <a:pt x="1052" y="50"/>
                      </a:lnTo>
                      <a:close/>
                      <a:moveTo>
                        <a:pt x="650" y="76"/>
                      </a:moveTo>
                      <a:lnTo>
                        <a:pt x="652" y="76"/>
                      </a:lnTo>
                      <a:lnTo>
                        <a:pt x="650" y="76"/>
                      </a:lnTo>
                      <a:lnTo>
                        <a:pt x="646" y="76"/>
                      </a:lnTo>
                      <a:lnTo>
                        <a:pt x="642" y="76"/>
                      </a:lnTo>
                      <a:lnTo>
                        <a:pt x="638" y="76"/>
                      </a:lnTo>
                      <a:lnTo>
                        <a:pt x="634" y="76"/>
                      </a:lnTo>
                      <a:lnTo>
                        <a:pt x="638" y="76"/>
                      </a:lnTo>
                      <a:lnTo>
                        <a:pt x="646" y="76"/>
                      </a:lnTo>
                      <a:lnTo>
                        <a:pt x="650" y="76"/>
                      </a:lnTo>
                      <a:lnTo>
                        <a:pt x="650" y="76"/>
                      </a:lnTo>
                      <a:lnTo>
                        <a:pt x="650" y="76"/>
                      </a:lnTo>
                      <a:close/>
                      <a:moveTo>
                        <a:pt x="778" y="120"/>
                      </a:moveTo>
                      <a:lnTo>
                        <a:pt x="782" y="120"/>
                      </a:lnTo>
                      <a:lnTo>
                        <a:pt x="786" y="120"/>
                      </a:lnTo>
                      <a:lnTo>
                        <a:pt x="790" y="120"/>
                      </a:lnTo>
                      <a:lnTo>
                        <a:pt x="790" y="124"/>
                      </a:lnTo>
                      <a:lnTo>
                        <a:pt x="786" y="124"/>
                      </a:lnTo>
                      <a:lnTo>
                        <a:pt x="782" y="124"/>
                      </a:lnTo>
                      <a:lnTo>
                        <a:pt x="778" y="124"/>
                      </a:lnTo>
                      <a:lnTo>
                        <a:pt x="776" y="128"/>
                      </a:lnTo>
                      <a:lnTo>
                        <a:pt x="772" y="128"/>
                      </a:lnTo>
                      <a:lnTo>
                        <a:pt x="772" y="124"/>
                      </a:lnTo>
                      <a:lnTo>
                        <a:pt x="776" y="124"/>
                      </a:lnTo>
                      <a:lnTo>
                        <a:pt x="776" y="120"/>
                      </a:lnTo>
                      <a:lnTo>
                        <a:pt x="778" y="120"/>
                      </a:lnTo>
                      <a:lnTo>
                        <a:pt x="778" y="120"/>
                      </a:lnTo>
                      <a:lnTo>
                        <a:pt x="778" y="120"/>
                      </a:lnTo>
                      <a:close/>
                      <a:moveTo>
                        <a:pt x="944" y="132"/>
                      </a:moveTo>
                      <a:lnTo>
                        <a:pt x="940" y="132"/>
                      </a:lnTo>
                      <a:lnTo>
                        <a:pt x="936" y="132"/>
                      </a:lnTo>
                      <a:lnTo>
                        <a:pt x="940" y="132"/>
                      </a:lnTo>
                      <a:lnTo>
                        <a:pt x="940" y="128"/>
                      </a:lnTo>
                      <a:lnTo>
                        <a:pt x="940" y="132"/>
                      </a:lnTo>
                      <a:lnTo>
                        <a:pt x="944" y="132"/>
                      </a:lnTo>
                      <a:lnTo>
                        <a:pt x="948" y="132"/>
                      </a:lnTo>
                      <a:lnTo>
                        <a:pt x="944" y="132"/>
                      </a:lnTo>
                      <a:lnTo>
                        <a:pt x="944" y="132"/>
                      </a:lnTo>
                      <a:lnTo>
                        <a:pt x="944" y="132"/>
                      </a:lnTo>
                      <a:close/>
                      <a:moveTo>
                        <a:pt x="748" y="138"/>
                      </a:moveTo>
                      <a:lnTo>
                        <a:pt x="746" y="142"/>
                      </a:lnTo>
                      <a:lnTo>
                        <a:pt x="746" y="146"/>
                      </a:lnTo>
                      <a:lnTo>
                        <a:pt x="746" y="142"/>
                      </a:lnTo>
                      <a:lnTo>
                        <a:pt x="742" y="142"/>
                      </a:lnTo>
                      <a:lnTo>
                        <a:pt x="746" y="142"/>
                      </a:lnTo>
                      <a:lnTo>
                        <a:pt x="746" y="138"/>
                      </a:lnTo>
                      <a:lnTo>
                        <a:pt x="748" y="138"/>
                      </a:lnTo>
                      <a:lnTo>
                        <a:pt x="748" y="138"/>
                      </a:lnTo>
                      <a:lnTo>
                        <a:pt x="748" y="138"/>
                      </a:lnTo>
                      <a:close/>
                      <a:moveTo>
                        <a:pt x="556" y="146"/>
                      </a:moveTo>
                      <a:lnTo>
                        <a:pt x="552" y="146"/>
                      </a:lnTo>
                      <a:lnTo>
                        <a:pt x="556" y="146"/>
                      </a:lnTo>
                      <a:lnTo>
                        <a:pt x="556" y="146"/>
                      </a:lnTo>
                      <a:lnTo>
                        <a:pt x="556" y="146"/>
                      </a:lnTo>
                      <a:close/>
                      <a:moveTo>
                        <a:pt x="894" y="154"/>
                      </a:moveTo>
                      <a:lnTo>
                        <a:pt x="898" y="154"/>
                      </a:lnTo>
                      <a:lnTo>
                        <a:pt x="898" y="158"/>
                      </a:lnTo>
                      <a:lnTo>
                        <a:pt x="894" y="158"/>
                      </a:lnTo>
                      <a:lnTo>
                        <a:pt x="890" y="158"/>
                      </a:lnTo>
                      <a:lnTo>
                        <a:pt x="894" y="158"/>
                      </a:lnTo>
                      <a:lnTo>
                        <a:pt x="894" y="154"/>
                      </a:lnTo>
                      <a:lnTo>
                        <a:pt x="894" y="154"/>
                      </a:lnTo>
                      <a:lnTo>
                        <a:pt x="894" y="154"/>
                      </a:lnTo>
                      <a:close/>
                      <a:moveTo>
                        <a:pt x="786" y="164"/>
                      </a:moveTo>
                      <a:lnTo>
                        <a:pt x="790" y="164"/>
                      </a:lnTo>
                      <a:lnTo>
                        <a:pt x="794" y="164"/>
                      </a:lnTo>
                      <a:lnTo>
                        <a:pt x="790" y="168"/>
                      </a:lnTo>
                      <a:lnTo>
                        <a:pt x="790" y="164"/>
                      </a:lnTo>
                      <a:lnTo>
                        <a:pt x="786" y="164"/>
                      </a:lnTo>
                      <a:lnTo>
                        <a:pt x="782" y="164"/>
                      </a:lnTo>
                      <a:lnTo>
                        <a:pt x="786" y="164"/>
                      </a:lnTo>
                      <a:lnTo>
                        <a:pt x="786" y="164"/>
                      </a:lnTo>
                      <a:lnTo>
                        <a:pt x="786" y="164"/>
                      </a:lnTo>
                      <a:close/>
                      <a:moveTo>
                        <a:pt x="806" y="194"/>
                      </a:moveTo>
                      <a:lnTo>
                        <a:pt x="808" y="194"/>
                      </a:lnTo>
                      <a:lnTo>
                        <a:pt x="806" y="194"/>
                      </a:lnTo>
                      <a:lnTo>
                        <a:pt x="806" y="194"/>
                      </a:lnTo>
                      <a:lnTo>
                        <a:pt x="806" y="194"/>
                      </a:lnTo>
                      <a:close/>
                      <a:moveTo>
                        <a:pt x="540" y="198"/>
                      </a:moveTo>
                      <a:lnTo>
                        <a:pt x="544" y="202"/>
                      </a:lnTo>
                      <a:lnTo>
                        <a:pt x="540" y="206"/>
                      </a:lnTo>
                      <a:lnTo>
                        <a:pt x="536" y="206"/>
                      </a:lnTo>
                      <a:lnTo>
                        <a:pt x="534" y="206"/>
                      </a:lnTo>
                      <a:lnTo>
                        <a:pt x="530" y="206"/>
                      </a:lnTo>
                      <a:lnTo>
                        <a:pt x="526" y="206"/>
                      </a:lnTo>
                      <a:lnTo>
                        <a:pt x="522" y="206"/>
                      </a:lnTo>
                      <a:lnTo>
                        <a:pt x="526" y="206"/>
                      </a:lnTo>
                      <a:lnTo>
                        <a:pt x="522" y="206"/>
                      </a:lnTo>
                      <a:lnTo>
                        <a:pt x="518" y="206"/>
                      </a:lnTo>
                      <a:lnTo>
                        <a:pt x="518" y="202"/>
                      </a:lnTo>
                      <a:lnTo>
                        <a:pt x="522" y="202"/>
                      </a:lnTo>
                      <a:lnTo>
                        <a:pt x="526" y="202"/>
                      </a:lnTo>
                      <a:lnTo>
                        <a:pt x="530" y="198"/>
                      </a:lnTo>
                      <a:lnTo>
                        <a:pt x="534" y="198"/>
                      </a:lnTo>
                      <a:lnTo>
                        <a:pt x="536" y="198"/>
                      </a:lnTo>
                      <a:lnTo>
                        <a:pt x="540" y="198"/>
                      </a:lnTo>
                      <a:lnTo>
                        <a:pt x="540" y="198"/>
                      </a:lnTo>
                      <a:lnTo>
                        <a:pt x="540" y="198"/>
                      </a:lnTo>
                      <a:close/>
                      <a:moveTo>
                        <a:pt x="880" y="206"/>
                      </a:moveTo>
                      <a:lnTo>
                        <a:pt x="876" y="206"/>
                      </a:lnTo>
                      <a:lnTo>
                        <a:pt x="876" y="208"/>
                      </a:lnTo>
                      <a:lnTo>
                        <a:pt x="880" y="208"/>
                      </a:lnTo>
                      <a:lnTo>
                        <a:pt x="880" y="212"/>
                      </a:lnTo>
                      <a:lnTo>
                        <a:pt x="876" y="212"/>
                      </a:lnTo>
                      <a:lnTo>
                        <a:pt x="876" y="208"/>
                      </a:lnTo>
                      <a:lnTo>
                        <a:pt x="872" y="208"/>
                      </a:lnTo>
                      <a:lnTo>
                        <a:pt x="872" y="212"/>
                      </a:lnTo>
                      <a:lnTo>
                        <a:pt x="868" y="212"/>
                      </a:lnTo>
                      <a:lnTo>
                        <a:pt x="868" y="208"/>
                      </a:lnTo>
                      <a:lnTo>
                        <a:pt x="864" y="208"/>
                      </a:lnTo>
                      <a:lnTo>
                        <a:pt x="868" y="208"/>
                      </a:lnTo>
                      <a:lnTo>
                        <a:pt x="872" y="206"/>
                      </a:lnTo>
                      <a:lnTo>
                        <a:pt x="876" y="206"/>
                      </a:lnTo>
                      <a:lnTo>
                        <a:pt x="876" y="202"/>
                      </a:lnTo>
                      <a:lnTo>
                        <a:pt x="880" y="206"/>
                      </a:lnTo>
                      <a:lnTo>
                        <a:pt x="880" y="206"/>
                      </a:lnTo>
                      <a:lnTo>
                        <a:pt x="880" y="206"/>
                      </a:lnTo>
                      <a:close/>
                      <a:moveTo>
                        <a:pt x="284" y="208"/>
                      </a:moveTo>
                      <a:lnTo>
                        <a:pt x="284" y="212"/>
                      </a:lnTo>
                      <a:lnTo>
                        <a:pt x="280" y="212"/>
                      </a:lnTo>
                      <a:lnTo>
                        <a:pt x="284" y="212"/>
                      </a:lnTo>
                      <a:lnTo>
                        <a:pt x="284" y="208"/>
                      </a:lnTo>
                      <a:lnTo>
                        <a:pt x="284" y="208"/>
                      </a:lnTo>
                      <a:lnTo>
                        <a:pt x="284" y="208"/>
                      </a:lnTo>
                      <a:close/>
                      <a:moveTo>
                        <a:pt x="262" y="208"/>
                      </a:moveTo>
                      <a:lnTo>
                        <a:pt x="266" y="208"/>
                      </a:lnTo>
                      <a:lnTo>
                        <a:pt x="262" y="208"/>
                      </a:lnTo>
                      <a:lnTo>
                        <a:pt x="258" y="208"/>
                      </a:lnTo>
                      <a:lnTo>
                        <a:pt x="262" y="208"/>
                      </a:lnTo>
                      <a:lnTo>
                        <a:pt x="262" y="208"/>
                      </a:lnTo>
                      <a:lnTo>
                        <a:pt x="262" y="208"/>
                      </a:lnTo>
                      <a:close/>
                      <a:moveTo>
                        <a:pt x="534" y="208"/>
                      </a:moveTo>
                      <a:lnTo>
                        <a:pt x="530" y="212"/>
                      </a:lnTo>
                      <a:lnTo>
                        <a:pt x="526" y="212"/>
                      </a:lnTo>
                      <a:lnTo>
                        <a:pt x="526" y="208"/>
                      </a:lnTo>
                      <a:lnTo>
                        <a:pt x="530" y="208"/>
                      </a:lnTo>
                      <a:lnTo>
                        <a:pt x="534" y="208"/>
                      </a:lnTo>
                      <a:lnTo>
                        <a:pt x="534" y="208"/>
                      </a:lnTo>
                      <a:lnTo>
                        <a:pt x="534" y="208"/>
                      </a:lnTo>
                      <a:close/>
                      <a:moveTo>
                        <a:pt x="574" y="220"/>
                      </a:moveTo>
                      <a:lnTo>
                        <a:pt x="574" y="216"/>
                      </a:lnTo>
                      <a:lnTo>
                        <a:pt x="570" y="220"/>
                      </a:lnTo>
                      <a:lnTo>
                        <a:pt x="566" y="220"/>
                      </a:lnTo>
                      <a:lnTo>
                        <a:pt x="566" y="216"/>
                      </a:lnTo>
                      <a:lnTo>
                        <a:pt x="570" y="216"/>
                      </a:lnTo>
                      <a:lnTo>
                        <a:pt x="574" y="216"/>
                      </a:lnTo>
                      <a:lnTo>
                        <a:pt x="578" y="216"/>
                      </a:lnTo>
                      <a:lnTo>
                        <a:pt x="578" y="220"/>
                      </a:lnTo>
                      <a:lnTo>
                        <a:pt x="574" y="220"/>
                      </a:lnTo>
                      <a:lnTo>
                        <a:pt x="574" y="220"/>
                      </a:lnTo>
                      <a:lnTo>
                        <a:pt x="574" y="220"/>
                      </a:lnTo>
                      <a:close/>
                      <a:moveTo>
                        <a:pt x="862" y="298"/>
                      </a:moveTo>
                      <a:lnTo>
                        <a:pt x="864" y="302"/>
                      </a:lnTo>
                      <a:lnTo>
                        <a:pt x="862" y="302"/>
                      </a:lnTo>
                      <a:lnTo>
                        <a:pt x="862" y="298"/>
                      </a:lnTo>
                      <a:lnTo>
                        <a:pt x="862" y="298"/>
                      </a:lnTo>
                      <a:lnTo>
                        <a:pt x="862" y="298"/>
                      </a:lnTo>
                      <a:close/>
                      <a:moveTo>
                        <a:pt x="868" y="302"/>
                      </a:moveTo>
                      <a:lnTo>
                        <a:pt x="872" y="302"/>
                      </a:lnTo>
                      <a:lnTo>
                        <a:pt x="872" y="306"/>
                      </a:lnTo>
                      <a:lnTo>
                        <a:pt x="868" y="306"/>
                      </a:lnTo>
                      <a:lnTo>
                        <a:pt x="868" y="302"/>
                      </a:lnTo>
                      <a:lnTo>
                        <a:pt x="868" y="302"/>
                      </a:lnTo>
                      <a:lnTo>
                        <a:pt x="868" y="302"/>
                      </a:lnTo>
                      <a:close/>
                      <a:moveTo>
                        <a:pt x="876" y="302"/>
                      </a:moveTo>
                      <a:lnTo>
                        <a:pt x="880" y="302"/>
                      </a:lnTo>
                      <a:lnTo>
                        <a:pt x="880" y="306"/>
                      </a:lnTo>
                      <a:lnTo>
                        <a:pt x="876" y="306"/>
                      </a:lnTo>
                      <a:lnTo>
                        <a:pt x="876" y="302"/>
                      </a:lnTo>
                      <a:lnTo>
                        <a:pt x="876" y="302"/>
                      </a:lnTo>
                      <a:lnTo>
                        <a:pt x="876" y="302"/>
                      </a:lnTo>
                      <a:close/>
                      <a:moveTo>
                        <a:pt x="776" y="306"/>
                      </a:moveTo>
                      <a:lnTo>
                        <a:pt x="778" y="306"/>
                      </a:lnTo>
                      <a:lnTo>
                        <a:pt x="778" y="310"/>
                      </a:lnTo>
                      <a:lnTo>
                        <a:pt x="778" y="306"/>
                      </a:lnTo>
                      <a:lnTo>
                        <a:pt x="776" y="306"/>
                      </a:lnTo>
                      <a:lnTo>
                        <a:pt x="776" y="306"/>
                      </a:lnTo>
                      <a:lnTo>
                        <a:pt x="776" y="306"/>
                      </a:lnTo>
                      <a:close/>
                      <a:moveTo>
                        <a:pt x="646" y="318"/>
                      </a:moveTo>
                      <a:lnTo>
                        <a:pt x="646" y="322"/>
                      </a:lnTo>
                      <a:lnTo>
                        <a:pt x="646" y="318"/>
                      </a:lnTo>
                      <a:lnTo>
                        <a:pt x="646" y="318"/>
                      </a:lnTo>
                      <a:lnTo>
                        <a:pt x="646" y="318"/>
                      </a:lnTo>
                      <a:close/>
                      <a:moveTo>
                        <a:pt x="626" y="332"/>
                      </a:moveTo>
                      <a:lnTo>
                        <a:pt x="630" y="332"/>
                      </a:lnTo>
                      <a:lnTo>
                        <a:pt x="630" y="336"/>
                      </a:lnTo>
                      <a:lnTo>
                        <a:pt x="626" y="336"/>
                      </a:lnTo>
                      <a:lnTo>
                        <a:pt x="626" y="332"/>
                      </a:lnTo>
                      <a:lnTo>
                        <a:pt x="626" y="332"/>
                      </a:lnTo>
                      <a:lnTo>
                        <a:pt x="626" y="332"/>
                      </a:lnTo>
                      <a:close/>
                      <a:moveTo>
                        <a:pt x="336" y="350"/>
                      </a:moveTo>
                      <a:lnTo>
                        <a:pt x="340" y="350"/>
                      </a:lnTo>
                      <a:lnTo>
                        <a:pt x="336" y="350"/>
                      </a:lnTo>
                      <a:lnTo>
                        <a:pt x="336" y="350"/>
                      </a:lnTo>
                      <a:lnTo>
                        <a:pt x="336" y="350"/>
                      </a:lnTo>
                      <a:close/>
                      <a:moveTo>
                        <a:pt x="352" y="350"/>
                      </a:moveTo>
                      <a:lnTo>
                        <a:pt x="348" y="350"/>
                      </a:lnTo>
                      <a:lnTo>
                        <a:pt x="352" y="350"/>
                      </a:lnTo>
                      <a:lnTo>
                        <a:pt x="352" y="350"/>
                      </a:lnTo>
                      <a:lnTo>
                        <a:pt x="352" y="350"/>
                      </a:lnTo>
                      <a:close/>
                      <a:moveTo>
                        <a:pt x="620" y="366"/>
                      </a:moveTo>
                      <a:lnTo>
                        <a:pt x="620" y="370"/>
                      </a:lnTo>
                      <a:lnTo>
                        <a:pt x="616" y="370"/>
                      </a:lnTo>
                      <a:lnTo>
                        <a:pt x="616" y="366"/>
                      </a:lnTo>
                      <a:lnTo>
                        <a:pt x="620" y="366"/>
                      </a:lnTo>
                      <a:lnTo>
                        <a:pt x="620" y="366"/>
                      </a:lnTo>
                      <a:lnTo>
                        <a:pt x="620" y="366"/>
                      </a:lnTo>
                      <a:close/>
                      <a:moveTo>
                        <a:pt x="702" y="374"/>
                      </a:moveTo>
                      <a:lnTo>
                        <a:pt x="698" y="370"/>
                      </a:lnTo>
                      <a:lnTo>
                        <a:pt x="702" y="370"/>
                      </a:lnTo>
                      <a:lnTo>
                        <a:pt x="702" y="374"/>
                      </a:lnTo>
                      <a:lnTo>
                        <a:pt x="702" y="374"/>
                      </a:lnTo>
                      <a:lnTo>
                        <a:pt x="702" y="374"/>
                      </a:lnTo>
                      <a:close/>
                      <a:moveTo>
                        <a:pt x="634" y="378"/>
                      </a:moveTo>
                      <a:lnTo>
                        <a:pt x="634" y="380"/>
                      </a:lnTo>
                      <a:lnTo>
                        <a:pt x="630" y="380"/>
                      </a:lnTo>
                      <a:lnTo>
                        <a:pt x="626" y="378"/>
                      </a:lnTo>
                      <a:lnTo>
                        <a:pt x="630" y="378"/>
                      </a:lnTo>
                      <a:lnTo>
                        <a:pt x="634" y="378"/>
                      </a:lnTo>
                      <a:lnTo>
                        <a:pt x="634" y="378"/>
                      </a:lnTo>
                      <a:lnTo>
                        <a:pt x="634" y="378"/>
                      </a:lnTo>
                      <a:close/>
                      <a:moveTo>
                        <a:pt x="720" y="380"/>
                      </a:moveTo>
                      <a:lnTo>
                        <a:pt x="716" y="384"/>
                      </a:lnTo>
                      <a:lnTo>
                        <a:pt x="716" y="380"/>
                      </a:lnTo>
                      <a:lnTo>
                        <a:pt x="720" y="380"/>
                      </a:lnTo>
                      <a:lnTo>
                        <a:pt x="720" y="380"/>
                      </a:lnTo>
                      <a:lnTo>
                        <a:pt x="720" y="380"/>
                      </a:lnTo>
                      <a:close/>
                      <a:moveTo>
                        <a:pt x="82" y="384"/>
                      </a:moveTo>
                      <a:lnTo>
                        <a:pt x="80" y="384"/>
                      </a:lnTo>
                      <a:lnTo>
                        <a:pt x="80" y="380"/>
                      </a:lnTo>
                      <a:lnTo>
                        <a:pt x="82" y="380"/>
                      </a:lnTo>
                      <a:lnTo>
                        <a:pt x="82" y="384"/>
                      </a:lnTo>
                      <a:lnTo>
                        <a:pt x="82" y="384"/>
                      </a:lnTo>
                      <a:lnTo>
                        <a:pt x="82" y="384"/>
                      </a:lnTo>
                      <a:close/>
                      <a:moveTo>
                        <a:pt x="712" y="384"/>
                      </a:moveTo>
                      <a:lnTo>
                        <a:pt x="712" y="380"/>
                      </a:lnTo>
                      <a:lnTo>
                        <a:pt x="716" y="384"/>
                      </a:lnTo>
                      <a:lnTo>
                        <a:pt x="712" y="384"/>
                      </a:lnTo>
                      <a:lnTo>
                        <a:pt x="712" y="384"/>
                      </a:lnTo>
                      <a:lnTo>
                        <a:pt x="712" y="384"/>
                      </a:lnTo>
                      <a:close/>
                      <a:moveTo>
                        <a:pt x="578" y="388"/>
                      </a:moveTo>
                      <a:lnTo>
                        <a:pt x="582" y="392"/>
                      </a:lnTo>
                      <a:lnTo>
                        <a:pt x="578" y="392"/>
                      </a:lnTo>
                      <a:lnTo>
                        <a:pt x="578" y="388"/>
                      </a:lnTo>
                      <a:lnTo>
                        <a:pt x="578" y="388"/>
                      </a:lnTo>
                      <a:lnTo>
                        <a:pt x="578" y="388"/>
                      </a:lnTo>
                      <a:close/>
                      <a:moveTo>
                        <a:pt x="574" y="392"/>
                      </a:moveTo>
                      <a:lnTo>
                        <a:pt x="578" y="392"/>
                      </a:lnTo>
                      <a:lnTo>
                        <a:pt x="578" y="396"/>
                      </a:lnTo>
                      <a:lnTo>
                        <a:pt x="574" y="396"/>
                      </a:lnTo>
                      <a:lnTo>
                        <a:pt x="574" y="400"/>
                      </a:lnTo>
                      <a:lnTo>
                        <a:pt x="570" y="396"/>
                      </a:lnTo>
                      <a:lnTo>
                        <a:pt x="570" y="392"/>
                      </a:lnTo>
                      <a:lnTo>
                        <a:pt x="570" y="388"/>
                      </a:lnTo>
                      <a:lnTo>
                        <a:pt x="574" y="388"/>
                      </a:lnTo>
                      <a:lnTo>
                        <a:pt x="574" y="392"/>
                      </a:lnTo>
                      <a:lnTo>
                        <a:pt x="574" y="392"/>
                      </a:lnTo>
                      <a:lnTo>
                        <a:pt x="574" y="392"/>
                      </a:lnTo>
                      <a:close/>
                      <a:moveTo>
                        <a:pt x="724" y="392"/>
                      </a:moveTo>
                      <a:lnTo>
                        <a:pt x="720" y="392"/>
                      </a:lnTo>
                      <a:lnTo>
                        <a:pt x="724" y="392"/>
                      </a:lnTo>
                      <a:lnTo>
                        <a:pt x="724" y="392"/>
                      </a:lnTo>
                      <a:lnTo>
                        <a:pt x="724" y="392"/>
                      </a:lnTo>
                      <a:close/>
                      <a:moveTo>
                        <a:pt x="724" y="400"/>
                      </a:moveTo>
                      <a:lnTo>
                        <a:pt x="720" y="400"/>
                      </a:lnTo>
                      <a:lnTo>
                        <a:pt x="720" y="396"/>
                      </a:lnTo>
                      <a:lnTo>
                        <a:pt x="724" y="396"/>
                      </a:lnTo>
                      <a:lnTo>
                        <a:pt x="724" y="400"/>
                      </a:lnTo>
                      <a:lnTo>
                        <a:pt x="724" y="400"/>
                      </a:lnTo>
                      <a:lnTo>
                        <a:pt x="724" y="400"/>
                      </a:lnTo>
                      <a:close/>
                      <a:moveTo>
                        <a:pt x="1026" y="396"/>
                      </a:moveTo>
                      <a:lnTo>
                        <a:pt x="1030" y="396"/>
                      </a:lnTo>
                      <a:lnTo>
                        <a:pt x="1032" y="396"/>
                      </a:lnTo>
                      <a:lnTo>
                        <a:pt x="1036" y="400"/>
                      </a:lnTo>
                      <a:lnTo>
                        <a:pt x="1032" y="400"/>
                      </a:lnTo>
                      <a:lnTo>
                        <a:pt x="1032" y="396"/>
                      </a:lnTo>
                      <a:lnTo>
                        <a:pt x="1030" y="396"/>
                      </a:lnTo>
                      <a:lnTo>
                        <a:pt x="1026" y="396"/>
                      </a:lnTo>
                      <a:lnTo>
                        <a:pt x="1026" y="396"/>
                      </a:lnTo>
                      <a:lnTo>
                        <a:pt x="1026" y="396"/>
                      </a:lnTo>
                      <a:close/>
                      <a:moveTo>
                        <a:pt x="428" y="404"/>
                      </a:moveTo>
                      <a:lnTo>
                        <a:pt x="424" y="404"/>
                      </a:lnTo>
                      <a:lnTo>
                        <a:pt x="422" y="404"/>
                      </a:lnTo>
                      <a:lnTo>
                        <a:pt x="424" y="404"/>
                      </a:lnTo>
                      <a:lnTo>
                        <a:pt x="428" y="404"/>
                      </a:lnTo>
                      <a:lnTo>
                        <a:pt x="428" y="404"/>
                      </a:lnTo>
                      <a:lnTo>
                        <a:pt x="428" y="404"/>
                      </a:lnTo>
                      <a:close/>
                      <a:moveTo>
                        <a:pt x="834" y="408"/>
                      </a:moveTo>
                      <a:lnTo>
                        <a:pt x="832" y="408"/>
                      </a:lnTo>
                      <a:lnTo>
                        <a:pt x="834" y="408"/>
                      </a:lnTo>
                      <a:lnTo>
                        <a:pt x="834" y="408"/>
                      </a:lnTo>
                      <a:lnTo>
                        <a:pt x="834" y="408"/>
                      </a:lnTo>
                      <a:close/>
                      <a:moveTo>
                        <a:pt x="418" y="408"/>
                      </a:moveTo>
                      <a:lnTo>
                        <a:pt x="418" y="410"/>
                      </a:lnTo>
                      <a:lnTo>
                        <a:pt x="414" y="410"/>
                      </a:lnTo>
                      <a:lnTo>
                        <a:pt x="414" y="408"/>
                      </a:lnTo>
                      <a:lnTo>
                        <a:pt x="418" y="408"/>
                      </a:lnTo>
                      <a:lnTo>
                        <a:pt x="418" y="408"/>
                      </a:lnTo>
                      <a:lnTo>
                        <a:pt x="418" y="408"/>
                      </a:lnTo>
                      <a:close/>
                      <a:moveTo>
                        <a:pt x="444" y="410"/>
                      </a:moveTo>
                      <a:lnTo>
                        <a:pt x="440" y="410"/>
                      </a:lnTo>
                      <a:lnTo>
                        <a:pt x="440" y="414"/>
                      </a:lnTo>
                      <a:lnTo>
                        <a:pt x="440" y="410"/>
                      </a:lnTo>
                      <a:lnTo>
                        <a:pt x="444" y="410"/>
                      </a:lnTo>
                      <a:lnTo>
                        <a:pt x="444" y="410"/>
                      </a:lnTo>
                      <a:lnTo>
                        <a:pt x="444" y="410"/>
                      </a:lnTo>
                      <a:close/>
                      <a:moveTo>
                        <a:pt x="518" y="410"/>
                      </a:moveTo>
                      <a:lnTo>
                        <a:pt x="518" y="414"/>
                      </a:lnTo>
                      <a:lnTo>
                        <a:pt x="514" y="414"/>
                      </a:lnTo>
                      <a:lnTo>
                        <a:pt x="514" y="410"/>
                      </a:lnTo>
                      <a:lnTo>
                        <a:pt x="518" y="410"/>
                      </a:lnTo>
                      <a:lnTo>
                        <a:pt x="518" y="410"/>
                      </a:lnTo>
                      <a:lnTo>
                        <a:pt x="518" y="410"/>
                      </a:lnTo>
                      <a:close/>
                      <a:moveTo>
                        <a:pt x="440" y="414"/>
                      </a:moveTo>
                      <a:lnTo>
                        <a:pt x="436" y="414"/>
                      </a:lnTo>
                      <a:lnTo>
                        <a:pt x="440" y="414"/>
                      </a:lnTo>
                      <a:lnTo>
                        <a:pt x="440" y="414"/>
                      </a:lnTo>
                      <a:lnTo>
                        <a:pt x="440" y="414"/>
                      </a:lnTo>
                      <a:close/>
                      <a:moveTo>
                        <a:pt x="448" y="414"/>
                      </a:moveTo>
                      <a:lnTo>
                        <a:pt x="448" y="418"/>
                      </a:lnTo>
                      <a:lnTo>
                        <a:pt x="448" y="414"/>
                      </a:lnTo>
                      <a:lnTo>
                        <a:pt x="444" y="414"/>
                      </a:lnTo>
                      <a:lnTo>
                        <a:pt x="448" y="414"/>
                      </a:lnTo>
                      <a:lnTo>
                        <a:pt x="448" y="414"/>
                      </a:lnTo>
                      <a:lnTo>
                        <a:pt x="448" y="414"/>
                      </a:lnTo>
                      <a:close/>
                      <a:moveTo>
                        <a:pt x="462" y="418"/>
                      </a:moveTo>
                      <a:lnTo>
                        <a:pt x="458" y="418"/>
                      </a:lnTo>
                      <a:lnTo>
                        <a:pt x="462" y="418"/>
                      </a:lnTo>
                      <a:lnTo>
                        <a:pt x="462" y="418"/>
                      </a:lnTo>
                      <a:lnTo>
                        <a:pt x="462" y="418"/>
                      </a:lnTo>
                      <a:close/>
                      <a:moveTo>
                        <a:pt x="620" y="422"/>
                      </a:moveTo>
                      <a:lnTo>
                        <a:pt x="620" y="426"/>
                      </a:lnTo>
                      <a:lnTo>
                        <a:pt x="616" y="426"/>
                      </a:lnTo>
                      <a:lnTo>
                        <a:pt x="616" y="422"/>
                      </a:lnTo>
                      <a:lnTo>
                        <a:pt x="620" y="422"/>
                      </a:lnTo>
                      <a:lnTo>
                        <a:pt x="620" y="422"/>
                      </a:lnTo>
                      <a:lnTo>
                        <a:pt x="620" y="422"/>
                      </a:lnTo>
                      <a:close/>
                      <a:moveTo>
                        <a:pt x="466" y="430"/>
                      </a:moveTo>
                      <a:lnTo>
                        <a:pt x="466" y="426"/>
                      </a:lnTo>
                      <a:lnTo>
                        <a:pt x="466" y="430"/>
                      </a:lnTo>
                      <a:lnTo>
                        <a:pt x="466" y="430"/>
                      </a:lnTo>
                      <a:lnTo>
                        <a:pt x="466" y="430"/>
                      </a:lnTo>
                      <a:close/>
                      <a:moveTo>
                        <a:pt x="466" y="430"/>
                      </a:moveTo>
                      <a:lnTo>
                        <a:pt x="462" y="430"/>
                      </a:lnTo>
                      <a:lnTo>
                        <a:pt x="462" y="426"/>
                      </a:lnTo>
                      <a:lnTo>
                        <a:pt x="466" y="426"/>
                      </a:lnTo>
                      <a:lnTo>
                        <a:pt x="466" y="430"/>
                      </a:lnTo>
                      <a:lnTo>
                        <a:pt x="466" y="430"/>
                      </a:lnTo>
                      <a:lnTo>
                        <a:pt x="466" y="430"/>
                      </a:lnTo>
                      <a:close/>
                      <a:moveTo>
                        <a:pt x="1096" y="434"/>
                      </a:moveTo>
                      <a:lnTo>
                        <a:pt x="1092" y="434"/>
                      </a:lnTo>
                      <a:lnTo>
                        <a:pt x="1096" y="434"/>
                      </a:lnTo>
                      <a:lnTo>
                        <a:pt x="1100" y="434"/>
                      </a:lnTo>
                      <a:lnTo>
                        <a:pt x="1096" y="434"/>
                      </a:lnTo>
                      <a:lnTo>
                        <a:pt x="1096" y="434"/>
                      </a:lnTo>
                      <a:lnTo>
                        <a:pt x="1096" y="434"/>
                      </a:lnTo>
                      <a:close/>
                      <a:moveTo>
                        <a:pt x="646" y="434"/>
                      </a:moveTo>
                      <a:lnTo>
                        <a:pt x="646" y="436"/>
                      </a:lnTo>
                      <a:lnTo>
                        <a:pt x="642" y="436"/>
                      </a:lnTo>
                      <a:lnTo>
                        <a:pt x="642" y="434"/>
                      </a:lnTo>
                      <a:lnTo>
                        <a:pt x="646" y="434"/>
                      </a:lnTo>
                      <a:lnTo>
                        <a:pt x="646" y="434"/>
                      </a:lnTo>
                      <a:lnTo>
                        <a:pt x="646" y="434"/>
                      </a:lnTo>
                      <a:close/>
                      <a:moveTo>
                        <a:pt x="474" y="436"/>
                      </a:moveTo>
                      <a:lnTo>
                        <a:pt x="474" y="440"/>
                      </a:lnTo>
                      <a:lnTo>
                        <a:pt x="474" y="436"/>
                      </a:lnTo>
                      <a:lnTo>
                        <a:pt x="474" y="436"/>
                      </a:lnTo>
                      <a:lnTo>
                        <a:pt x="474" y="436"/>
                      </a:lnTo>
                      <a:close/>
                      <a:moveTo>
                        <a:pt x="1104" y="440"/>
                      </a:moveTo>
                      <a:lnTo>
                        <a:pt x="1100" y="440"/>
                      </a:lnTo>
                      <a:lnTo>
                        <a:pt x="1104" y="440"/>
                      </a:lnTo>
                      <a:lnTo>
                        <a:pt x="1104" y="440"/>
                      </a:lnTo>
                      <a:lnTo>
                        <a:pt x="1104" y="440"/>
                      </a:lnTo>
                      <a:close/>
                      <a:moveTo>
                        <a:pt x="470" y="440"/>
                      </a:moveTo>
                      <a:lnTo>
                        <a:pt x="470" y="444"/>
                      </a:lnTo>
                      <a:lnTo>
                        <a:pt x="466" y="444"/>
                      </a:lnTo>
                      <a:lnTo>
                        <a:pt x="470" y="440"/>
                      </a:lnTo>
                      <a:lnTo>
                        <a:pt x="470" y="440"/>
                      </a:lnTo>
                      <a:lnTo>
                        <a:pt x="470" y="440"/>
                      </a:lnTo>
                      <a:close/>
                      <a:moveTo>
                        <a:pt x="1114" y="460"/>
                      </a:moveTo>
                      <a:lnTo>
                        <a:pt x="1110" y="460"/>
                      </a:lnTo>
                      <a:lnTo>
                        <a:pt x="1114" y="460"/>
                      </a:lnTo>
                      <a:lnTo>
                        <a:pt x="1114" y="460"/>
                      </a:lnTo>
                      <a:lnTo>
                        <a:pt x="1114" y="460"/>
                      </a:lnTo>
                      <a:close/>
                      <a:moveTo>
                        <a:pt x="954" y="500"/>
                      </a:moveTo>
                      <a:lnTo>
                        <a:pt x="954" y="504"/>
                      </a:lnTo>
                      <a:lnTo>
                        <a:pt x="954" y="508"/>
                      </a:lnTo>
                      <a:lnTo>
                        <a:pt x="954" y="504"/>
                      </a:lnTo>
                      <a:lnTo>
                        <a:pt x="950" y="504"/>
                      </a:lnTo>
                      <a:lnTo>
                        <a:pt x="954" y="500"/>
                      </a:lnTo>
                      <a:lnTo>
                        <a:pt x="950" y="500"/>
                      </a:lnTo>
                      <a:lnTo>
                        <a:pt x="954" y="500"/>
                      </a:lnTo>
                      <a:lnTo>
                        <a:pt x="954" y="500"/>
                      </a:lnTo>
                      <a:lnTo>
                        <a:pt x="954" y="500"/>
                      </a:lnTo>
                      <a:close/>
                      <a:moveTo>
                        <a:pt x="944" y="500"/>
                      </a:moveTo>
                      <a:lnTo>
                        <a:pt x="944" y="504"/>
                      </a:lnTo>
                      <a:lnTo>
                        <a:pt x="948" y="504"/>
                      </a:lnTo>
                      <a:lnTo>
                        <a:pt x="944" y="504"/>
                      </a:lnTo>
                      <a:lnTo>
                        <a:pt x="944" y="500"/>
                      </a:lnTo>
                      <a:lnTo>
                        <a:pt x="944" y="500"/>
                      </a:lnTo>
                      <a:lnTo>
                        <a:pt x="944" y="500"/>
                      </a:lnTo>
                      <a:close/>
                      <a:moveTo>
                        <a:pt x="1076" y="504"/>
                      </a:moveTo>
                      <a:lnTo>
                        <a:pt x="1076" y="508"/>
                      </a:lnTo>
                      <a:lnTo>
                        <a:pt x="1076" y="504"/>
                      </a:lnTo>
                      <a:lnTo>
                        <a:pt x="1074" y="504"/>
                      </a:lnTo>
                      <a:lnTo>
                        <a:pt x="1076" y="504"/>
                      </a:lnTo>
                      <a:lnTo>
                        <a:pt x="1076" y="504"/>
                      </a:lnTo>
                      <a:lnTo>
                        <a:pt x="1076" y="504"/>
                      </a:lnTo>
                      <a:close/>
                      <a:moveTo>
                        <a:pt x="950" y="504"/>
                      </a:moveTo>
                      <a:lnTo>
                        <a:pt x="950" y="508"/>
                      </a:lnTo>
                      <a:lnTo>
                        <a:pt x="950" y="504"/>
                      </a:lnTo>
                      <a:lnTo>
                        <a:pt x="950" y="504"/>
                      </a:lnTo>
                      <a:lnTo>
                        <a:pt x="950" y="504"/>
                      </a:lnTo>
                      <a:close/>
                      <a:moveTo>
                        <a:pt x="1074" y="504"/>
                      </a:moveTo>
                      <a:lnTo>
                        <a:pt x="1076" y="508"/>
                      </a:lnTo>
                      <a:lnTo>
                        <a:pt x="1074" y="508"/>
                      </a:lnTo>
                      <a:lnTo>
                        <a:pt x="1074" y="504"/>
                      </a:lnTo>
                      <a:lnTo>
                        <a:pt x="1074" y="504"/>
                      </a:lnTo>
                      <a:lnTo>
                        <a:pt x="1074" y="504"/>
                      </a:lnTo>
                      <a:close/>
                      <a:moveTo>
                        <a:pt x="1080" y="516"/>
                      </a:moveTo>
                      <a:lnTo>
                        <a:pt x="1080" y="520"/>
                      </a:lnTo>
                      <a:lnTo>
                        <a:pt x="1084" y="520"/>
                      </a:lnTo>
                      <a:lnTo>
                        <a:pt x="1084" y="522"/>
                      </a:lnTo>
                      <a:lnTo>
                        <a:pt x="1080" y="522"/>
                      </a:lnTo>
                      <a:lnTo>
                        <a:pt x="1080" y="520"/>
                      </a:lnTo>
                      <a:lnTo>
                        <a:pt x="1076" y="520"/>
                      </a:lnTo>
                      <a:lnTo>
                        <a:pt x="1076" y="516"/>
                      </a:lnTo>
                      <a:lnTo>
                        <a:pt x="1080" y="516"/>
                      </a:lnTo>
                      <a:lnTo>
                        <a:pt x="1080" y="516"/>
                      </a:lnTo>
                      <a:lnTo>
                        <a:pt x="1080" y="516"/>
                      </a:lnTo>
                      <a:close/>
                      <a:moveTo>
                        <a:pt x="1084" y="516"/>
                      </a:moveTo>
                      <a:lnTo>
                        <a:pt x="1084" y="520"/>
                      </a:lnTo>
                      <a:lnTo>
                        <a:pt x="1084" y="516"/>
                      </a:lnTo>
                      <a:lnTo>
                        <a:pt x="1084" y="516"/>
                      </a:lnTo>
                      <a:lnTo>
                        <a:pt x="1084" y="516"/>
                      </a:lnTo>
                      <a:close/>
                      <a:moveTo>
                        <a:pt x="1088" y="520"/>
                      </a:moveTo>
                      <a:lnTo>
                        <a:pt x="1088" y="522"/>
                      </a:lnTo>
                      <a:lnTo>
                        <a:pt x="1084" y="522"/>
                      </a:lnTo>
                      <a:lnTo>
                        <a:pt x="1084" y="520"/>
                      </a:lnTo>
                      <a:lnTo>
                        <a:pt x="1088" y="520"/>
                      </a:lnTo>
                      <a:lnTo>
                        <a:pt x="1088" y="520"/>
                      </a:lnTo>
                      <a:lnTo>
                        <a:pt x="1088" y="520"/>
                      </a:lnTo>
                      <a:close/>
                      <a:moveTo>
                        <a:pt x="1084" y="522"/>
                      </a:moveTo>
                      <a:lnTo>
                        <a:pt x="1088" y="522"/>
                      </a:lnTo>
                      <a:lnTo>
                        <a:pt x="1088" y="526"/>
                      </a:lnTo>
                      <a:lnTo>
                        <a:pt x="1084" y="526"/>
                      </a:lnTo>
                      <a:lnTo>
                        <a:pt x="1084" y="522"/>
                      </a:lnTo>
                      <a:lnTo>
                        <a:pt x="1084" y="522"/>
                      </a:lnTo>
                      <a:lnTo>
                        <a:pt x="1084" y="522"/>
                      </a:lnTo>
                      <a:close/>
                      <a:moveTo>
                        <a:pt x="712" y="522"/>
                      </a:moveTo>
                      <a:lnTo>
                        <a:pt x="712" y="526"/>
                      </a:lnTo>
                      <a:lnTo>
                        <a:pt x="708" y="526"/>
                      </a:lnTo>
                      <a:lnTo>
                        <a:pt x="708" y="522"/>
                      </a:lnTo>
                      <a:lnTo>
                        <a:pt x="712" y="522"/>
                      </a:lnTo>
                      <a:lnTo>
                        <a:pt x="712" y="522"/>
                      </a:lnTo>
                      <a:lnTo>
                        <a:pt x="712" y="522"/>
                      </a:lnTo>
                      <a:close/>
                      <a:moveTo>
                        <a:pt x="890" y="546"/>
                      </a:moveTo>
                      <a:lnTo>
                        <a:pt x="894" y="546"/>
                      </a:lnTo>
                      <a:lnTo>
                        <a:pt x="894" y="550"/>
                      </a:lnTo>
                      <a:lnTo>
                        <a:pt x="890" y="550"/>
                      </a:lnTo>
                      <a:lnTo>
                        <a:pt x="890" y="546"/>
                      </a:lnTo>
                      <a:lnTo>
                        <a:pt x="890" y="546"/>
                      </a:lnTo>
                      <a:lnTo>
                        <a:pt x="890" y="546"/>
                      </a:lnTo>
                      <a:close/>
                      <a:moveTo>
                        <a:pt x="690" y="552"/>
                      </a:moveTo>
                      <a:lnTo>
                        <a:pt x="686" y="552"/>
                      </a:lnTo>
                      <a:lnTo>
                        <a:pt x="690" y="552"/>
                      </a:lnTo>
                      <a:lnTo>
                        <a:pt x="690" y="552"/>
                      </a:lnTo>
                      <a:lnTo>
                        <a:pt x="690" y="552"/>
                      </a:lnTo>
                      <a:close/>
                      <a:moveTo>
                        <a:pt x="1066" y="564"/>
                      </a:moveTo>
                      <a:lnTo>
                        <a:pt x="1066" y="566"/>
                      </a:lnTo>
                      <a:lnTo>
                        <a:pt x="1062" y="566"/>
                      </a:lnTo>
                      <a:lnTo>
                        <a:pt x="1062" y="564"/>
                      </a:lnTo>
                      <a:lnTo>
                        <a:pt x="1066" y="564"/>
                      </a:lnTo>
                      <a:lnTo>
                        <a:pt x="1066" y="564"/>
                      </a:lnTo>
                      <a:lnTo>
                        <a:pt x="1066" y="564"/>
                      </a:lnTo>
                      <a:close/>
                      <a:moveTo>
                        <a:pt x="1088" y="608"/>
                      </a:moveTo>
                      <a:lnTo>
                        <a:pt x="1088" y="612"/>
                      </a:lnTo>
                      <a:lnTo>
                        <a:pt x="1084" y="612"/>
                      </a:lnTo>
                      <a:lnTo>
                        <a:pt x="1088" y="608"/>
                      </a:lnTo>
                      <a:lnTo>
                        <a:pt x="1088" y="608"/>
                      </a:lnTo>
                      <a:lnTo>
                        <a:pt x="1088" y="608"/>
                      </a:lnTo>
                      <a:close/>
                      <a:moveTo>
                        <a:pt x="1118" y="664"/>
                      </a:moveTo>
                      <a:lnTo>
                        <a:pt x="1118" y="660"/>
                      </a:lnTo>
                      <a:lnTo>
                        <a:pt x="1122" y="660"/>
                      </a:lnTo>
                      <a:lnTo>
                        <a:pt x="1118" y="664"/>
                      </a:lnTo>
                      <a:lnTo>
                        <a:pt x="1118" y="664"/>
                      </a:lnTo>
                      <a:lnTo>
                        <a:pt x="1118" y="664"/>
                      </a:lnTo>
                      <a:close/>
                      <a:moveTo>
                        <a:pt x="1122" y="660"/>
                      </a:moveTo>
                      <a:lnTo>
                        <a:pt x="1122" y="664"/>
                      </a:lnTo>
                      <a:lnTo>
                        <a:pt x="1118" y="664"/>
                      </a:lnTo>
                      <a:lnTo>
                        <a:pt x="1122" y="664"/>
                      </a:lnTo>
                      <a:lnTo>
                        <a:pt x="1122" y="660"/>
                      </a:lnTo>
                      <a:lnTo>
                        <a:pt x="1122" y="660"/>
                      </a:lnTo>
                      <a:lnTo>
                        <a:pt x="1122" y="660"/>
                      </a:lnTo>
                      <a:close/>
                      <a:moveTo>
                        <a:pt x="864" y="676"/>
                      </a:moveTo>
                      <a:lnTo>
                        <a:pt x="864" y="680"/>
                      </a:lnTo>
                      <a:lnTo>
                        <a:pt x="864" y="676"/>
                      </a:lnTo>
                      <a:lnTo>
                        <a:pt x="864" y="676"/>
                      </a:lnTo>
                      <a:lnTo>
                        <a:pt x="864" y="676"/>
                      </a:lnTo>
                      <a:close/>
                      <a:moveTo>
                        <a:pt x="1132" y="698"/>
                      </a:moveTo>
                      <a:lnTo>
                        <a:pt x="1136" y="698"/>
                      </a:lnTo>
                      <a:lnTo>
                        <a:pt x="1132" y="698"/>
                      </a:lnTo>
                      <a:lnTo>
                        <a:pt x="1132" y="698"/>
                      </a:lnTo>
                      <a:lnTo>
                        <a:pt x="1132" y="698"/>
                      </a:lnTo>
                      <a:close/>
                      <a:moveTo>
                        <a:pt x="1174" y="720"/>
                      </a:moveTo>
                      <a:lnTo>
                        <a:pt x="1174" y="724"/>
                      </a:lnTo>
                      <a:lnTo>
                        <a:pt x="1170" y="724"/>
                      </a:lnTo>
                      <a:lnTo>
                        <a:pt x="1170" y="720"/>
                      </a:lnTo>
                      <a:lnTo>
                        <a:pt x="1174" y="720"/>
                      </a:lnTo>
                      <a:lnTo>
                        <a:pt x="1174" y="720"/>
                      </a:lnTo>
                      <a:lnTo>
                        <a:pt x="1174" y="720"/>
                      </a:lnTo>
                      <a:close/>
                      <a:moveTo>
                        <a:pt x="150" y="720"/>
                      </a:moveTo>
                      <a:lnTo>
                        <a:pt x="150" y="724"/>
                      </a:lnTo>
                      <a:lnTo>
                        <a:pt x="146" y="724"/>
                      </a:lnTo>
                      <a:lnTo>
                        <a:pt x="150" y="720"/>
                      </a:lnTo>
                      <a:lnTo>
                        <a:pt x="150" y="720"/>
                      </a:lnTo>
                      <a:lnTo>
                        <a:pt x="150" y="720"/>
                      </a:lnTo>
                      <a:close/>
                      <a:moveTo>
                        <a:pt x="1204" y="750"/>
                      </a:moveTo>
                      <a:lnTo>
                        <a:pt x="1208" y="750"/>
                      </a:lnTo>
                      <a:lnTo>
                        <a:pt x="1204" y="754"/>
                      </a:lnTo>
                      <a:lnTo>
                        <a:pt x="1204" y="750"/>
                      </a:lnTo>
                      <a:lnTo>
                        <a:pt x="1204" y="750"/>
                      </a:lnTo>
                      <a:lnTo>
                        <a:pt x="1204" y="750"/>
                      </a:lnTo>
                      <a:close/>
                      <a:moveTo>
                        <a:pt x="176" y="766"/>
                      </a:moveTo>
                      <a:lnTo>
                        <a:pt x="180" y="766"/>
                      </a:lnTo>
                      <a:lnTo>
                        <a:pt x="176" y="768"/>
                      </a:lnTo>
                      <a:lnTo>
                        <a:pt x="176" y="766"/>
                      </a:lnTo>
                      <a:lnTo>
                        <a:pt x="176" y="766"/>
                      </a:lnTo>
                      <a:lnTo>
                        <a:pt x="176" y="766"/>
                      </a:lnTo>
                      <a:close/>
                      <a:moveTo>
                        <a:pt x="182" y="776"/>
                      </a:moveTo>
                      <a:lnTo>
                        <a:pt x="186" y="776"/>
                      </a:lnTo>
                      <a:lnTo>
                        <a:pt x="182" y="776"/>
                      </a:lnTo>
                      <a:lnTo>
                        <a:pt x="182" y="776"/>
                      </a:lnTo>
                      <a:lnTo>
                        <a:pt x="182" y="776"/>
                      </a:lnTo>
                      <a:close/>
                      <a:moveTo>
                        <a:pt x="180" y="780"/>
                      </a:moveTo>
                      <a:lnTo>
                        <a:pt x="180" y="776"/>
                      </a:lnTo>
                      <a:lnTo>
                        <a:pt x="180" y="780"/>
                      </a:lnTo>
                      <a:lnTo>
                        <a:pt x="180" y="780"/>
                      </a:lnTo>
                      <a:lnTo>
                        <a:pt x="180" y="780"/>
                      </a:lnTo>
                      <a:close/>
                      <a:moveTo>
                        <a:pt x="182" y="780"/>
                      </a:moveTo>
                      <a:lnTo>
                        <a:pt x="186" y="780"/>
                      </a:lnTo>
                      <a:lnTo>
                        <a:pt x="182" y="780"/>
                      </a:lnTo>
                      <a:lnTo>
                        <a:pt x="182" y="780"/>
                      </a:lnTo>
                      <a:lnTo>
                        <a:pt x="182" y="780"/>
                      </a:lnTo>
                      <a:close/>
                      <a:moveTo>
                        <a:pt x="202" y="806"/>
                      </a:moveTo>
                      <a:lnTo>
                        <a:pt x="198" y="806"/>
                      </a:lnTo>
                      <a:lnTo>
                        <a:pt x="202" y="806"/>
                      </a:lnTo>
                      <a:lnTo>
                        <a:pt x="206" y="806"/>
                      </a:lnTo>
                      <a:lnTo>
                        <a:pt x="202" y="806"/>
                      </a:lnTo>
                      <a:lnTo>
                        <a:pt x="202" y="806"/>
                      </a:lnTo>
                      <a:lnTo>
                        <a:pt x="202" y="806"/>
                      </a:lnTo>
                      <a:close/>
                      <a:moveTo>
                        <a:pt x="1212" y="806"/>
                      </a:moveTo>
                      <a:lnTo>
                        <a:pt x="1208" y="810"/>
                      </a:lnTo>
                      <a:lnTo>
                        <a:pt x="1208" y="806"/>
                      </a:lnTo>
                      <a:lnTo>
                        <a:pt x="1212" y="806"/>
                      </a:lnTo>
                      <a:lnTo>
                        <a:pt x="1212" y="806"/>
                      </a:lnTo>
                      <a:lnTo>
                        <a:pt x="1212" y="806"/>
                      </a:lnTo>
                      <a:close/>
                      <a:moveTo>
                        <a:pt x="198" y="810"/>
                      </a:moveTo>
                      <a:lnTo>
                        <a:pt x="202" y="810"/>
                      </a:lnTo>
                      <a:lnTo>
                        <a:pt x="198" y="810"/>
                      </a:lnTo>
                      <a:lnTo>
                        <a:pt x="198" y="810"/>
                      </a:lnTo>
                      <a:lnTo>
                        <a:pt x="198" y="810"/>
                      </a:lnTo>
                      <a:close/>
                      <a:moveTo>
                        <a:pt x="210" y="810"/>
                      </a:moveTo>
                      <a:lnTo>
                        <a:pt x="210" y="814"/>
                      </a:lnTo>
                      <a:lnTo>
                        <a:pt x="206" y="814"/>
                      </a:lnTo>
                      <a:lnTo>
                        <a:pt x="202" y="814"/>
                      </a:lnTo>
                      <a:lnTo>
                        <a:pt x="206" y="814"/>
                      </a:lnTo>
                      <a:lnTo>
                        <a:pt x="210" y="810"/>
                      </a:lnTo>
                      <a:lnTo>
                        <a:pt x="210" y="810"/>
                      </a:lnTo>
                      <a:lnTo>
                        <a:pt x="210" y="810"/>
                      </a:lnTo>
                      <a:close/>
                      <a:moveTo>
                        <a:pt x="220" y="814"/>
                      </a:moveTo>
                      <a:lnTo>
                        <a:pt x="220" y="818"/>
                      </a:lnTo>
                      <a:lnTo>
                        <a:pt x="220" y="814"/>
                      </a:lnTo>
                      <a:lnTo>
                        <a:pt x="220" y="814"/>
                      </a:lnTo>
                      <a:lnTo>
                        <a:pt x="220" y="814"/>
                      </a:lnTo>
                      <a:close/>
                      <a:moveTo>
                        <a:pt x="224" y="814"/>
                      </a:moveTo>
                      <a:lnTo>
                        <a:pt x="224" y="818"/>
                      </a:lnTo>
                      <a:lnTo>
                        <a:pt x="224" y="822"/>
                      </a:lnTo>
                      <a:lnTo>
                        <a:pt x="224" y="818"/>
                      </a:lnTo>
                      <a:lnTo>
                        <a:pt x="220" y="818"/>
                      </a:lnTo>
                      <a:lnTo>
                        <a:pt x="224" y="814"/>
                      </a:lnTo>
                      <a:lnTo>
                        <a:pt x="224" y="814"/>
                      </a:lnTo>
                      <a:lnTo>
                        <a:pt x="224" y="814"/>
                      </a:lnTo>
                      <a:close/>
                      <a:moveTo>
                        <a:pt x="232" y="818"/>
                      </a:moveTo>
                      <a:lnTo>
                        <a:pt x="232" y="822"/>
                      </a:lnTo>
                      <a:lnTo>
                        <a:pt x="228" y="818"/>
                      </a:lnTo>
                      <a:lnTo>
                        <a:pt x="232" y="818"/>
                      </a:lnTo>
                      <a:lnTo>
                        <a:pt x="232" y="818"/>
                      </a:lnTo>
                      <a:lnTo>
                        <a:pt x="232" y="818"/>
                      </a:lnTo>
                      <a:close/>
                      <a:moveTo>
                        <a:pt x="228" y="818"/>
                      </a:moveTo>
                      <a:lnTo>
                        <a:pt x="232" y="822"/>
                      </a:lnTo>
                      <a:lnTo>
                        <a:pt x="228" y="822"/>
                      </a:lnTo>
                      <a:lnTo>
                        <a:pt x="228" y="818"/>
                      </a:lnTo>
                      <a:lnTo>
                        <a:pt x="228" y="818"/>
                      </a:lnTo>
                      <a:lnTo>
                        <a:pt x="228" y="818"/>
                      </a:lnTo>
                      <a:close/>
                      <a:moveTo>
                        <a:pt x="228" y="818"/>
                      </a:moveTo>
                      <a:lnTo>
                        <a:pt x="228" y="822"/>
                      </a:lnTo>
                      <a:lnTo>
                        <a:pt x="228" y="824"/>
                      </a:lnTo>
                      <a:lnTo>
                        <a:pt x="228" y="822"/>
                      </a:lnTo>
                      <a:lnTo>
                        <a:pt x="224" y="822"/>
                      </a:lnTo>
                      <a:lnTo>
                        <a:pt x="228" y="822"/>
                      </a:lnTo>
                      <a:lnTo>
                        <a:pt x="228" y="818"/>
                      </a:lnTo>
                      <a:lnTo>
                        <a:pt x="228" y="818"/>
                      </a:lnTo>
                      <a:lnTo>
                        <a:pt x="228" y="818"/>
                      </a:lnTo>
                      <a:close/>
                      <a:moveTo>
                        <a:pt x="238" y="828"/>
                      </a:moveTo>
                      <a:lnTo>
                        <a:pt x="238" y="832"/>
                      </a:lnTo>
                      <a:lnTo>
                        <a:pt x="238" y="828"/>
                      </a:lnTo>
                      <a:lnTo>
                        <a:pt x="238" y="828"/>
                      </a:lnTo>
                      <a:lnTo>
                        <a:pt x="238" y="828"/>
                      </a:lnTo>
                      <a:close/>
                      <a:moveTo>
                        <a:pt x="1230" y="828"/>
                      </a:moveTo>
                      <a:lnTo>
                        <a:pt x="1230" y="832"/>
                      </a:lnTo>
                      <a:lnTo>
                        <a:pt x="1226" y="832"/>
                      </a:lnTo>
                      <a:lnTo>
                        <a:pt x="1226" y="828"/>
                      </a:lnTo>
                      <a:lnTo>
                        <a:pt x="1230" y="828"/>
                      </a:lnTo>
                      <a:lnTo>
                        <a:pt x="1230" y="828"/>
                      </a:lnTo>
                      <a:lnTo>
                        <a:pt x="1230" y="828"/>
                      </a:lnTo>
                      <a:close/>
                      <a:moveTo>
                        <a:pt x="1222" y="832"/>
                      </a:moveTo>
                      <a:lnTo>
                        <a:pt x="1218" y="836"/>
                      </a:lnTo>
                      <a:lnTo>
                        <a:pt x="1218" y="832"/>
                      </a:lnTo>
                      <a:lnTo>
                        <a:pt x="1222" y="832"/>
                      </a:lnTo>
                      <a:lnTo>
                        <a:pt x="1222" y="832"/>
                      </a:lnTo>
                      <a:lnTo>
                        <a:pt x="1222" y="832"/>
                      </a:lnTo>
                      <a:close/>
                      <a:moveTo>
                        <a:pt x="250" y="832"/>
                      </a:moveTo>
                      <a:lnTo>
                        <a:pt x="250" y="836"/>
                      </a:lnTo>
                      <a:lnTo>
                        <a:pt x="246" y="836"/>
                      </a:lnTo>
                      <a:lnTo>
                        <a:pt x="250" y="836"/>
                      </a:lnTo>
                      <a:lnTo>
                        <a:pt x="250" y="832"/>
                      </a:lnTo>
                      <a:lnTo>
                        <a:pt x="250" y="832"/>
                      </a:lnTo>
                      <a:lnTo>
                        <a:pt x="250" y="832"/>
                      </a:lnTo>
                      <a:close/>
                      <a:moveTo>
                        <a:pt x="212" y="840"/>
                      </a:moveTo>
                      <a:lnTo>
                        <a:pt x="216" y="840"/>
                      </a:lnTo>
                      <a:lnTo>
                        <a:pt x="216" y="844"/>
                      </a:lnTo>
                      <a:lnTo>
                        <a:pt x="212" y="844"/>
                      </a:lnTo>
                      <a:lnTo>
                        <a:pt x="212" y="840"/>
                      </a:lnTo>
                      <a:lnTo>
                        <a:pt x="212" y="840"/>
                      </a:lnTo>
                      <a:lnTo>
                        <a:pt x="212" y="840"/>
                      </a:lnTo>
                      <a:close/>
                      <a:moveTo>
                        <a:pt x="1238" y="862"/>
                      </a:moveTo>
                      <a:lnTo>
                        <a:pt x="1234" y="862"/>
                      </a:lnTo>
                      <a:lnTo>
                        <a:pt x="1230" y="862"/>
                      </a:lnTo>
                      <a:lnTo>
                        <a:pt x="1234" y="862"/>
                      </a:lnTo>
                      <a:lnTo>
                        <a:pt x="1238" y="862"/>
                      </a:lnTo>
                      <a:lnTo>
                        <a:pt x="1238" y="862"/>
                      </a:lnTo>
                      <a:lnTo>
                        <a:pt x="1238" y="862"/>
                      </a:lnTo>
                      <a:close/>
                      <a:moveTo>
                        <a:pt x="1204" y="874"/>
                      </a:moveTo>
                      <a:lnTo>
                        <a:pt x="1200" y="874"/>
                      </a:lnTo>
                      <a:lnTo>
                        <a:pt x="1204" y="874"/>
                      </a:lnTo>
                      <a:lnTo>
                        <a:pt x="1204" y="874"/>
                      </a:lnTo>
                      <a:lnTo>
                        <a:pt x="1204" y="874"/>
                      </a:lnTo>
                      <a:close/>
                      <a:moveTo>
                        <a:pt x="1230" y="874"/>
                      </a:moveTo>
                      <a:lnTo>
                        <a:pt x="1226" y="874"/>
                      </a:lnTo>
                      <a:lnTo>
                        <a:pt x="1226" y="878"/>
                      </a:lnTo>
                      <a:lnTo>
                        <a:pt x="1226" y="874"/>
                      </a:lnTo>
                      <a:lnTo>
                        <a:pt x="1230" y="874"/>
                      </a:lnTo>
                      <a:lnTo>
                        <a:pt x="1230" y="874"/>
                      </a:lnTo>
                      <a:lnTo>
                        <a:pt x="1230" y="874"/>
                      </a:lnTo>
                      <a:close/>
                      <a:moveTo>
                        <a:pt x="738" y="146"/>
                      </a:moveTo>
                      <a:lnTo>
                        <a:pt x="734" y="146"/>
                      </a:lnTo>
                      <a:lnTo>
                        <a:pt x="732" y="146"/>
                      </a:lnTo>
                      <a:lnTo>
                        <a:pt x="732" y="142"/>
                      </a:lnTo>
                      <a:lnTo>
                        <a:pt x="728" y="138"/>
                      </a:lnTo>
                      <a:lnTo>
                        <a:pt x="724" y="138"/>
                      </a:lnTo>
                      <a:lnTo>
                        <a:pt x="724" y="136"/>
                      </a:lnTo>
                      <a:lnTo>
                        <a:pt x="720" y="136"/>
                      </a:lnTo>
                      <a:lnTo>
                        <a:pt x="720" y="138"/>
                      </a:lnTo>
                      <a:lnTo>
                        <a:pt x="724" y="138"/>
                      </a:lnTo>
                      <a:lnTo>
                        <a:pt x="724" y="142"/>
                      </a:lnTo>
                      <a:lnTo>
                        <a:pt x="728" y="142"/>
                      </a:lnTo>
                      <a:lnTo>
                        <a:pt x="732" y="146"/>
                      </a:lnTo>
                      <a:lnTo>
                        <a:pt x="728" y="146"/>
                      </a:lnTo>
                      <a:lnTo>
                        <a:pt x="724" y="146"/>
                      </a:lnTo>
                      <a:lnTo>
                        <a:pt x="724" y="142"/>
                      </a:lnTo>
                      <a:lnTo>
                        <a:pt x="720" y="142"/>
                      </a:lnTo>
                      <a:lnTo>
                        <a:pt x="716" y="142"/>
                      </a:lnTo>
                      <a:lnTo>
                        <a:pt x="712" y="142"/>
                      </a:lnTo>
                      <a:lnTo>
                        <a:pt x="716" y="142"/>
                      </a:lnTo>
                      <a:lnTo>
                        <a:pt x="716" y="146"/>
                      </a:lnTo>
                      <a:lnTo>
                        <a:pt x="712" y="146"/>
                      </a:lnTo>
                      <a:lnTo>
                        <a:pt x="708" y="146"/>
                      </a:lnTo>
                      <a:lnTo>
                        <a:pt x="706" y="146"/>
                      </a:lnTo>
                      <a:lnTo>
                        <a:pt x="702" y="146"/>
                      </a:lnTo>
                      <a:lnTo>
                        <a:pt x="698" y="146"/>
                      </a:lnTo>
                      <a:lnTo>
                        <a:pt x="694" y="146"/>
                      </a:lnTo>
                      <a:lnTo>
                        <a:pt x="690" y="146"/>
                      </a:lnTo>
                      <a:lnTo>
                        <a:pt x="690" y="142"/>
                      </a:lnTo>
                      <a:lnTo>
                        <a:pt x="686" y="142"/>
                      </a:lnTo>
                      <a:lnTo>
                        <a:pt x="678" y="138"/>
                      </a:lnTo>
                      <a:lnTo>
                        <a:pt x="682" y="138"/>
                      </a:lnTo>
                      <a:lnTo>
                        <a:pt x="686" y="138"/>
                      </a:lnTo>
                      <a:lnTo>
                        <a:pt x="686" y="136"/>
                      </a:lnTo>
                      <a:lnTo>
                        <a:pt x="690" y="136"/>
                      </a:lnTo>
                      <a:lnTo>
                        <a:pt x="694" y="136"/>
                      </a:lnTo>
                      <a:lnTo>
                        <a:pt x="698" y="136"/>
                      </a:lnTo>
                      <a:lnTo>
                        <a:pt x="694" y="136"/>
                      </a:lnTo>
                      <a:lnTo>
                        <a:pt x="690" y="136"/>
                      </a:lnTo>
                      <a:lnTo>
                        <a:pt x="686" y="136"/>
                      </a:lnTo>
                      <a:lnTo>
                        <a:pt x="682" y="136"/>
                      </a:lnTo>
                      <a:lnTo>
                        <a:pt x="678" y="136"/>
                      </a:lnTo>
                      <a:lnTo>
                        <a:pt x="676" y="136"/>
                      </a:lnTo>
                      <a:lnTo>
                        <a:pt x="672" y="136"/>
                      </a:lnTo>
                      <a:lnTo>
                        <a:pt x="668" y="132"/>
                      </a:lnTo>
                      <a:lnTo>
                        <a:pt x="668" y="128"/>
                      </a:lnTo>
                      <a:lnTo>
                        <a:pt x="672" y="128"/>
                      </a:lnTo>
                      <a:lnTo>
                        <a:pt x="672" y="132"/>
                      </a:lnTo>
                      <a:lnTo>
                        <a:pt x="676" y="132"/>
                      </a:lnTo>
                      <a:lnTo>
                        <a:pt x="678" y="132"/>
                      </a:lnTo>
                      <a:lnTo>
                        <a:pt x="676" y="128"/>
                      </a:lnTo>
                      <a:lnTo>
                        <a:pt x="672" y="128"/>
                      </a:lnTo>
                      <a:lnTo>
                        <a:pt x="668" y="128"/>
                      </a:lnTo>
                      <a:lnTo>
                        <a:pt x="664" y="128"/>
                      </a:lnTo>
                      <a:lnTo>
                        <a:pt x="664" y="124"/>
                      </a:lnTo>
                      <a:lnTo>
                        <a:pt x="660" y="124"/>
                      </a:lnTo>
                      <a:lnTo>
                        <a:pt x="664" y="124"/>
                      </a:lnTo>
                      <a:lnTo>
                        <a:pt x="668" y="120"/>
                      </a:lnTo>
                      <a:lnTo>
                        <a:pt x="668" y="124"/>
                      </a:lnTo>
                      <a:lnTo>
                        <a:pt x="668" y="120"/>
                      </a:lnTo>
                      <a:lnTo>
                        <a:pt x="672" y="120"/>
                      </a:lnTo>
                      <a:lnTo>
                        <a:pt x="676" y="120"/>
                      </a:lnTo>
                      <a:lnTo>
                        <a:pt x="676" y="116"/>
                      </a:lnTo>
                      <a:lnTo>
                        <a:pt x="676" y="120"/>
                      </a:lnTo>
                      <a:lnTo>
                        <a:pt x="678" y="120"/>
                      </a:lnTo>
                      <a:lnTo>
                        <a:pt x="682" y="120"/>
                      </a:lnTo>
                      <a:lnTo>
                        <a:pt x="686" y="120"/>
                      </a:lnTo>
                      <a:lnTo>
                        <a:pt x="690" y="120"/>
                      </a:lnTo>
                      <a:lnTo>
                        <a:pt x="694" y="120"/>
                      </a:lnTo>
                      <a:lnTo>
                        <a:pt x="698" y="116"/>
                      </a:lnTo>
                      <a:lnTo>
                        <a:pt x="702" y="116"/>
                      </a:lnTo>
                      <a:lnTo>
                        <a:pt x="706" y="116"/>
                      </a:lnTo>
                      <a:lnTo>
                        <a:pt x="708" y="116"/>
                      </a:lnTo>
                      <a:lnTo>
                        <a:pt x="712" y="116"/>
                      </a:lnTo>
                      <a:lnTo>
                        <a:pt x="716" y="116"/>
                      </a:lnTo>
                      <a:lnTo>
                        <a:pt x="712" y="116"/>
                      </a:lnTo>
                      <a:lnTo>
                        <a:pt x="708" y="116"/>
                      </a:lnTo>
                      <a:lnTo>
                        <a:pt x="706" y="116"/>
                      </a:lnTo>
                      <a:lnTo>
                        <a:pt x="702" y="116"/>
                      </a:lnTo>
                      <a:lnTo>
                        <a:pt x="694" y="116"/>
                      </a:lnTo>
                      <a:lnTo>
                        <a:pt x="690" y="116"/>
                      </a:lnTo>
                      <a:lnTo>
                        <a:pt x="686" y="116"/>
                      </a:lnTo>
                      <a:lnTo>
                        <a:pt x="682" y="116"/>
                      </a:lnTo>
                      <a:lnTo>
                        <a:pt x="686" y="116"/>
                      </a:lnTo>
                      <a:lnTo>
                        <a:pt x="686" y="112"/>
                      </a:lnTo>
                      <a:lnTo>
                        <a:pt x="690" y="112"/>
                      </a:lnTo>
                      <a:lnTo>
                        <a:pt x="694" y="116"/>
                      </a:lnTo>
                      <a:lnTo>
                        <a:pt x="694" y="112"/>
                      </a:lnTo>
                      <a:lnTo>
                        <a:pt x="698" y="112"/>
                      </a:lnTo>
                      <a:lnTo>
                        <a:pt x="702" y="112"/>
                      </a:lnTo>
                      <a:lnTo>
                        <a:pt x="706" y="112"/>
                      </a:lnTo>
                      <a:lnTo>
                        <a:pt x="702" y="112"/>
                      </a:lnTo>
                      <a:lnTo>
                        <a:pt x="698" y="112"/>
                      </a:lnTo>
                      <a:lnTo>
                        <a:pt x="694" y="112"/>
                      </a:lnTo>
                      <a:lnTo>
                        <a:pt x="690" y="112"/>
                      </a:lnTo>
                      <a:lnTo>
                        <a:pt x="686" y="112"/>
                      </a:lnTo>
                      <a:lnTo>
                        <a:pt x="690" y="112"/>
                      </a:lnTo>
                      <a:lnTo>
                        <a:pt x="690" y="108"/>
                      </a:lnTo>
                      <a:lnTo>
                        <a:pt x="686" y="108"/>
                      </a:lnTo>
                      <a:lnTo>
                        <a:pt x="682" y="108"/>
                      </a:lnTo>
                      <a:lnTo>
                        <a:pt x="682" y="112"/>
                      </a:lnTo>
                      <a:lnTo>
                        <a:pt x="678" y="112"/>
                      </a:lnTo>
                      <a:lnTo>
                        <a:pt x="678" y="108"/>
                      </a:lnTo>
                      <a:lnTo>
                        <a:pt x="678" y="112"/>
                      </a:lnTo>
                      <a:lnTo>
                        <a:pt x="676" y="112"/>
                      </a:lnTo>
                      <a:lnTo>
                        <a:pt x="676" y="108"/>
                      </a:lnTo>
                      <a:lnTo>
                        <a:pt x="672" y="112"/>
                      </a:lnTo>
                      <a:lnTo>
                        <a:pt x="668" y="116"/>
                      </a:lnTo>
                      <a:lnTo>
                        <a:pt x="664" y="116"/>
                      </a:lnTo>
                      <a:lnTo>
                        <a:pt x="660" y="116"/>
                      </a:lnTo>
                      <a:lnTo>
                        <a:pt x="664" y="112"/>
                      </a:lnTo>
                      <a:lnTo>
                        <a:pt x="660" y="112"/>
                      </a:lnTo>
                      <a:lnTo>
                        <a:pt x="656" y="112"/>
                      </a:lnTo>
                      <a:lnTo>
                        <a:pt x="660" y="112"/>
                      </a:lnTo>
                      <a:lnTo>
                        <a:pt x="656" y="112"/>
                      </a:lnTo>
                      <a:lnTo>
                        <a:pt x="652" y="112"/>
                      </a:lnTo>
                      <a:lnTo>
                        <a:pt x="652" y="116"/>
                      </a:lnTo>
                      <a:lnTo>
                        <a:pt x="650" y="116"/>
                      </a:lnTo>
                      <a:lnTo>
                        <a:pt x="646" y="112"/>
                      </a:lnTo>
                      <a:lnTo>
                        <a:pt x="642" y="112"/>
                      </a:lnTo>
                      <a:lnTo>
                        <a:pt x="642" y="108"/>
                      </a:lnTo>
                      <a:lnTo>
                        <a:pt x="642" y="106"/>
                      </a:lnTo>
                      <a:lnTo>
                        <a:pt x="646" y="106"/>
                      </a:lnTo>
                      <a:lnTo>
                        <a:pt x="650" y="106"/>
                      </a:lnTo>
                      <a:lnTo>
                        <a:pt x="652" y="106"/>
                      </a:lnTo>
                      <a:lnTo>
                        <a:pt x="656" y="106"/>
                      </a:lnTo>
                      <a:lnTo>
                        <a:pt x="660" y="106"/>
                      </a:lnTo>
                      <a:lnTo>
                        <a:pt x="660" y="102"/>
                      </a:lnTo>
                      <a:lnTo>
                        <a:pt x="656" y="102"/>
                      </a:lnTo>
                      <a:lnTo>
                        <a:pt x="652" y="106"/>
                      </a:lnTo>
                      <a:lnTo>
                        <a:pt x="650" y="106"/>
                      </a:lnTo>
                      <a:lnTo>
                        <a:pt x="646" y="106"/>
                      </a:lnTo>
                      <a:lnTo>
                        <a:pt x="642" y="106"/>
                      </a:lnTo>
                      <a:lnTo>
                        <a:pt x="638" y="106"/>
                      </a:lnTo>
                      <a:lnTo>
                        <a:pt x="638" y="102"/>
                      </a:lnTo>
                      <a:lnTo>
                        <a:pt x="634" y="102"/>
                      </a:lnTo>
                      <a:lnTo>
                        <a:pt x="630" y="98"/>
                      </a:lnTo>
                      <a:lnTo>
                        <a:pt x="626" y="98"/>
                      </a:lnTo>
                      <a:lnTo>
                        <a:pt x="630" y="98"/>
                      </a:lnTo>
                      <a:lnTo>
                        <a:pt x="634" y="98"/>
                      </a:lnTo>
                      <a:lnTo>
                        <a:pt x="630" y="94"/>
                      </a:lnTo>
                      <a:lnTo>
                        <a:pt x="626" y="94"/>
                      </a:lnTo>
                      <a:lnTo>
                        <a:pt x="630" y="94"/>
                      </a:lnTo>
                      <a:lnTo>
                        <a:pt x="626" y="94"/>
                      </a:lnTo>
                      <a:lnTo>
                        <a:pt x="626" y="90"/>
                      </a:lnTo>
                      <a:lnTo>
                        <a:pt x="630" y="90"/>
                      </a:lnTo>
                      <a:lnTo>
                        <a:pt x="634" y="90"/>
                      </a:lnTo>
                      <a:lnTo>
                        <a:pt x="638" y="90"/>
                      </a:lnTo>
                      <a:lnTo>
                        <a:pt x="638" y="94"/>
                      </a:lnTo>
                      <a:lnTo>
                        <a:pt x="642" y="94"/>
                      </a:lnTo>
                      <a:lnTo>
                        <a:pt x="646" y="94"/>
                      </a:lnTo>
                      <a:lnTo>
                        <a:pt x="650" y="94"/>
                      </a:lnTo>
                      <a:lnTo>
                        <a:pt x="652" y="94"/>
                      </a:lnTo>
                      <a:lnTo>
                        <a:pt x="656" y="94"/>
                      </a:lnTo>
                      <a:lnTo>
                        <a:pt x="660" y="94"/>
                      </a:lnTo>
                      <a:lnTo>
                        <a:pt x="656" y="94"/>
                      </a:lnTo>
                      <a:lnTo>
                        <a:pt x="652" y="90"/>
                      </a:lnTo>
                      <a:lnTo>
                        <a:pt x="656" y="90"/>
                      </a:lnTo>
                      <a:lnTo>
                        <a:pt x="660" y="90"/>
                      </a:lnTo>
                      <a:lnTo>
                        <a:pt x="664" y="90"/>
                      </a:lnTo>
                      <a:lnTo>
                        <a:pt x="660" y="90"/>
                      </a:lnTo>
                      <a:lnTo>
                        <a:pt x="656" y="86"/>
                      </a:lnTo>
                      <a:lnTo>
                        <a:pt x="656" y="90"/>
                      </a:lnTo>
                      <a:lnTo>
                        <a:pt x="652" y="90"/>
                      </a:lnTo>
                      <a:lnTo>
                        <a:pt x="650" y="90"/>
                      </a:lnTo>
                      <a:lnTo>
                        <a:pt x="646" y="90"/>
                      </a:lnTo>
                      <a:lnTo>
                        <a:pt x="642" y="90"/>
                      </a:lnTo>
                      <a:lnTo>
                        <a:pt x="642" y="86"/>
                      </a:lnTo>
                      <a:lnTo>
                        <a:pt x="646" y="86"/>
                      </a:lnTo>
                      <a:lnTo>
                        <a:pt x="650" y="86"/>
                      </a:lnTo>
                      <a:lnTo>
                        <a:pt x="646" y="86"/>
                      </a:lnTo>
                      <a:lnTo>
                        <a:pt x="642" y="86"/>
                      </a:lnTo>
                      <a:lnTo>
                        <a:pt x="638" y="86"/>
                      </a:lnTo>
                      <a:lnTo>
                        <a:pt x="638" y="90"/>
                      </a:lnTo>
                      <a:lnTo>
                        <a:pt x="638" y="86"/>
                      </a:lnTo>
                      <a:lnTo>
                        <a:pt x="634" y="86"/>
                      </a:lnTo>
                      <a:lnTo>
                        <a:pt x="630" y="86"/>
                      </a:lnTo>
                      <a:lnTo>
                        <a:pt x="626" y="82"/>
                      </a:lnTo>
                      <a:lnTo>
                        <a:pt x="630" y="82"/>
                      </a:lnTo>
                      <a:lnTo>
                        <a:pt x="634" y="82"/>
                      </a:lnTo>
                      <a:lnTo>
                        <a:pt x="638" y="82"/>
                      </a:lnTo>
                      <a:lnTo>
                        <a:pt x="642" y="82"/>
                      </a:lnTo>
                      <a:lnTo>
                        <a:pt x="646" y="82"/>
                      </a:lnTo>
                      <a:lnTo>
                        <a:pt x="642" y="82"/>
                      </a:lnTo>
                      <a:lnTo>
                        <a:pt x="638" y="78"/>
                      </a:lnTo>
                      <a:lnTo>
                        <a:pt x="638" y="76"/>
                      </a:lnTo>
                      <a:lnTo>
                        <a:pt x="642" y="76"/>
                      </a:lnTo>
                      <a:lnTo>
                        <a:pt x="646" y="76"/>
                      </a:lnTo>
                      <a:lnTo>
                        <a:pt x="650" y="76"/>
                      </a:lnTo>
                      <a:lnTo>
                        <a:pt x="652" y="76"/>
                      </a:lnTo>
                      <a:lnTo>
                        <a:pt x="652" y="78"/>
                      </a:lnTo>
                      <a:lnTo>
                        <a:pt x="656" y="78"/>
                      </a:lnTo>
                      <a:lnTo>
                        <a:pt x="660" y="78"/>
                      </a:lnTo>
                      <a:lnTo>
                        <a:pt x="664" y="78"/>
                      </a:lnTo>
                      <a:lnTo>
                        <a:pt x="668" y="78"/>
                      </a:lnTo>
                      <a:lnTo>
                        <a:pt x="664" y="78"/>
                      </a:lnTo>
                      <a:lnTo>
                        <a:pt x="664" y="76"/>
                      </a:lnTo>
                      <a:lnTo>
                        <a:pt x="660" y="76"/>
                      </a:lnTo>
                      <a:lnTo>
                        <a:pt x="656" y="76"/>
                      </a:lnTo>
                      <a:lnTo>
                        <a:pt x="660" y="76"/>
                      </a:lnTo>
                      <a:lnTo>
                        <a:pt x="664" y="76"/>
                      </a:lnTo>
                      <a:lnTo>
                        <a:pt x="664" y="72"/>
                      </a:lnTo>
                      <a:lnTo>
                        <a:pt x="660" y="72"/>
                      </a:lnTo>
                      <a:lnTo>
                        <a:pt x="656" y="72"/>
                      </a:lnTo>
                      <a:lnTo>
                        <a:pt x="652" y="72"/>
                      </a:lnTo>
                      <a:lnTo>
                        <a:pt x="650" y="72"/>
                      </a:lnTo>
                      <a:lnTo>
                        <a:pt x="646" y="72"/>
                      </a:lnTo>
                      <a:lnTo>
                        <a:pt x="642" y="72"/>
                      </a:lnTo>
                      <a:lnTo>
                        <a:pt x="646" y="68"/>
                      </a:lnTo>
                      <a:lnTo>
                        <a:pt x="650" y="68"/>
                      </a:lnTo>
                      <a:lnTo>
                        <a:pt x="646" y="68"/>
                      </a:lnTo>
                      <a:lnTo>
                        <a:pt x="650" y="64"/>
                      </a:lnTo>
                      <a:lnTo>
                        <a:pt x="652" y="64"/>
                      </a:lnTo>
                      <a:lnTo>
                        <a:pt x="656" y="64"/>
                      </a:lnTo>
                      <a:lnTo>
                        <a:pt x="660" y="64"/>
                      </a:lnTo>
                      <a:lnTo>
                        <a:pt x="664" y="64"/>
                      </a:lnTo>
                      <a:lnTo>
                        <a:pt x="668" y="64"/>
                      </a:lnTo>
                      <a:lnTo>
                        <a:pt x="664" y="64"/>
                      </a:lnTo>
                      <a:lnTo>
                        <a:pt x="660" y="60"/>
                      </a:lnTo>
                      <a:lnTo>
                        <a:pt x="664" y="60"/>
                      </a:lnTo>
                      <a:lnTo>
                        <a:pt x="668" y="60"/>
                      </a:lnTo>
                      <a:lnTo>
                        <a:pt x="672" y="64"/>
                      </a:lnTo>
                      <a:lnTo>
                        <a:pt x="676" y="64"/>
                      </a:lnTo>
                      <a:lnTo>
                        <a:pt x="676" y="60"/>
                      </a:lnTo>
                      <a:lnTo>
                        <a:pt x="678" y="60"/>
                      </a:lnTo>
                      <a:lnTo>
                        <a:pt x="676" y="56"/>
                      </a:lnTo>
                      <a:lnTo>
                        <a:pt x="672" y="56"/>
                      </a:lnTo>
                      <a:lnTo>
                        <a:pt x="668" y="60"/>
                      </a:lnTo>
                      <a:lnTo>
                        <a:pt x="664" y="60"/>
                      </a:lnTo>
                      <a:lnTo>
                        <a:pt x="664" y="56"/>
                      </a:lnTo>
                      <a:lnTo>
                        <a:pt x="660" y="56"/>
                      </a:lnTo>
                      <a:lnTo>
                        <a:pt x="660" y="52"/>
                      </a:lnTo>
                      <a:lnTo>
                        <a:pt x="664" y="52"/>
                      </a:lnTo>
                      <a:lnTo>
                        <a:pt x="668" y="52"/>
                      </a:lnTo>
                      <a:lnTo>
                        <a:pt x="672" y="56"/>
                      </a:lnTo>
                      <a:lnTo>
                        <a:pt x="672" y="52"/>
                      </a:lnTo>
                      <a:lnTo>
                        <a:pt x="676" y="52"/>
                      </a:lnTo>
                      <a:lnTo>
                        <a:pt x="678" y="52"/>
                      </a:lnTo>
                      <a:lnTo>
                        <a:pt x="678" y="56"/>
                      </a:lnTo>
                      <a:lnTo>
                        <a:pt x="682" y="56"/>
                      </a:lnTo>
                      <a:lnTo>
                        <a:pt x="686" y="56"/>
                      </a:lnTo>
                      <a:lnTo>
                        <a:pt x="690" y="56"/>
                      </a:lnTo>
                      <a:lnTo>
                        <a:pt x="694" y="56"/>
                      </a:lnTo>
                      <a:lnTo>
                        <a:pt x="694" y="60"/>
                      </a:lnTo>
                      <a:lnTo>
                        <a:pt x="698" y="60"/>
                      </a:lnTo>
                      <a:lnTo>
                        <a:pt x="698" y="64"/>
                      </a:lnTo>
                      <a:lnTo>
                        <a:pt x="694" y="64"/>
                      </a:lnTo>
                      <a:lnTo>
                        <a:pt x="698" y="64"/>
                      </a:lnTo>
                      <a:lnTo>
                        <a:pt x="702" y="64"/>
                      </a:lnTo>
                      <a:lnTo>
                        <a:pt x="702" y="68"/>
                      </a:lnTo>
                      <a:lnTo>
                        <a:pt x="706" y="72"/>
                      </a:lnTo>
                      <a:lnTo>
                        <a:pt x="708" y="72"/>
                      </a:lnTo>
                      <a:lnTo>
                        <a:pt x="712" y="72"/>
                      </a:lnTo>
                      <a:lnTo>
                        <a:pt x="712" y="76"/>
                      </a:lnTo>
                      <a:lnTo>
                        <a:pt x="712" y="78"/>
                      </a:lnTo>
                      <a:lnTo>
                        <a:pt x="716" y="78"/>
                      </a:lnTo>
                      <a:lnTo>
                        <a:pt x="720" y="78"/>
                      </a:lnTo>
                      <a:lnTo>
                        <a:pt x="724" y="78"/>
                      </a:lnTo>
                      <a:lnTo>
                        <a:pt x="728" y="78"/>
                      </a:lnTo>
                      <a:lnTo>
                        <a:pt x="732" y="78"/>
                      </a:lnTo>
                      <a:lnTo>
                        <a:pt x="734" y="78"/>
                      </a:lnTo>
                      <a:lnTo>
                        <a:pt x="734" y="82"/>
                      </a:lnTo>
                      <a:lnTo>
                        <a:pt x="732" y="82"/>
                      </a:lnTo>
                      <a:lnTo>
                        <a:pt x="734" y="82"/>
                      </a:lnTo>
                      <a:lnTo>
                        <a:pt x="734" y="86"/>
                      </a:lnTo>
                      <a:lnTo>
                        <a:pt x="732" y="86"/>
                      </a:lnTo>
                      <a:lnTo>
                        <a:pt x="734" y="86"/>
                      </a:lnTo>
                      <a:lnTo>
                        <a:pt x="734" y="90"/>
                      </a:lnTo>
                      <a:lnTo>
                        <a:pt x="738" y="90"/>
                      </a:lnTo>
                      <a:lnTo>
                        <a:pt x="742" y="90"/>
                      </a:lnTo>
                      <a:lnTo>
                        <a:pt x="746" y="90"/>
                      </a:lnTo>
                      <a:lnTo>
                        <a:pt x="746" y="86"/>
                      </a:lnTo>
                      <a:lnTo>
                        <a:pt x="742" y="86"/>
                      </a:lnTo>
                      <a:lnTo>
                        <a:pt x="738" y="82"/>
                      </a:lnTo>
                      <a:lnTo>
                        <a:pt x="742" y="82"/>
                      </a:lnTo>
                      <a:lnTo>
                        <a:pt x="746" y="82"/>
                      </a:lnTo>
                      <a:lnTo>
                        <a:pt x="748" y="82"/>
                      </a:lnTo>
                      <a:lnTo>
                        <a:pt x="752" y="82"/>
                      </a:lnTo>
                      <a:lnTo>
                        <a:pt x="756" y="86"/>
                      </a:lnTo>
                      <a:lnTo>
                        <a:pt x="756" y="90"/>
                      </a:lnTo>
                      <a:lnTo>
                        <a:pt x="752" y="90"/>
                      </a:lnTo>
                      <a:lnTo>
                        <a:pt x="748" y="90"/>
                      </a:lnTo>
                      <a:lnTo>
                        <a:pt x="748" y="94"/>
                      </a:lnTo>
                      <a:lnTo>
                        <a:pt x="752" y="94"/>
                      </a:lnTo>
                      <a:lnTo>
                        <a:pt x="752" y="90"/>
                      </a:lnTo>
                      <a:lnTo>
                        <a:pt x="756" y="90"/>
                      </a:lnTo>
                      <a:lnTo>
                        <a:pt x="760" y="90"/>
                      </a:lnTo>
                      <a:lnTo>
                        <a:pt x="760" y="94"/>
                      </a:lnTo>
                      <a:lnTo>
                        <a:pt x="764" y="94"/>
                      </a:lnTo>
                      <a:lnTo>
                        <a:pt x="760" y="98"/>
                      </a:lnTo>
                      <a:lnTo>
                        <a:pt x="756" y="98"/>
                      </a:lnTo>
                      <a:lnTo>
                        <a:pt x="760" y="98"/>
                      </a:lnTo>
                      <a:lnTo>
                        <a:pt x="764" y="98"/>
                      </a:lnTo>
                      <a:lnTo>
                        <a:pt x="764" y="102"/>
                      </a:lnTo>
                      <a:lnTo>
                        <a:pt x="760" y="106"/>
                      </a:lnTo>
                      <a:lnTo>
                        <a:pt x="756" y="106"/>
                      </a:lnTo>
                      <a:lnTo>
                        <a:pt x="756" y="108"/>
                      </a:lnTo>
                      <a:lnTo>
                        <a:pt x="760" y="108"/>
                      </a:lnTo>
                      <a:lnTo>
                        <a:pt x="760" y="106"/>
                      </a:lnTo>
                      <a:lnTo>
                        <a:pt x="764" y="106"/>
                      </a:lnTo>
                      <a:lnTo>
                        <a:pt x="768" y="106"/>
                      </a:lnTo>
                      <a:lnTo>
                        <a:pt x="764" y="108"/>
                      </a:lnTo>
                      <a:lnTo>
                        <a:pt x="768" y="108"/>
                      </a:lnTo>
                      <a:lnTo>
                        <a:pt x="768" y="106"/>
                      </a:lnTo>
                      <a:lnTo>
                        <a:pt x="772" y="106"/>
                      </a:lnTo>
                      <a:lnTo>
                        <a:pt x="776" y="106"/>
                      </a:lnTo>
                      <a:lnTo>
                        <a:pt x="778" y="108"/>
                      </a:lnTo>
                      <a:lnTo>
                        <a:pt x="776" y="108"/>
                      </a:lnTo>
                      <a:lnTo>
                        <a:pt x="778" y="108"/>
                      </a:lnTo>
                      <a:lnTo>
                        <a:pt x="778" y="106"/>
                      </a:lnTo>
                      <a:lnTo>
                        <a:pt x="782" y="106"/>
                      </a:lnTo>
                      <a:lnTo>
                        <a:pt x="786" y="108"/>
                      </a:lnTo>
                      <a:lnTo>
                        <a:pt x="786" y="112"/>
                      </a:lnTo>
                      <a:lnTo>
                        <a:pt x="790" y="112"/>
                      </a:lnTo>
                      <a:lnTo>
                        <a:pt x="794" y="112"/>
                      </a:lnTo>
                      <a:lnTo>
                        <a:pt x="794" y="116"/>
                      </a:lnTo>
                      <a:lnTo>
                        <a:pt x="790" y="116"/>
                      </a:lnTo>
                      <a:lnTo>
                        <a:pt x="786" y="116"/>
                      </a:lnTo>
                      <a:lnTo>
                        <a:pt x="782" y="120"/>
                      </a:lnTo>
                      <a:lnTo>
                        <a:pt x="778" y="120"/>
                      </a:lnTo>
                      <a:lnTo>
                        <a:pt x="776" y="120"/>
                      </a:lnTo>
                      <a:lnTo>
                        <a:pt x="772" y="120"/>
                      </a:lnTo>
                      <a:lnTo>
                        <a:pt x="768" y="124"/>
                      </a:lnTo>
                      <a:lnTo>
                        <a:pt x="764" y="124"/>
                      </a:lnTo>
                      <a:lnTo>
                        <a:pt x="764" y="120"/>
                      </a:lnTo>
                      <a:lnTo>
                        <a:pt x="764" y="124"/>
                      </a:lnTo>
                      <a:lnTo>
                        <a:pt x="764" y="128"/>
                      </a:lnTo>
                      <a:lnTo>
                        <a:pt x="760" y="128"/>
                      </a:lnTo>
                      <a:lnTo>
                        <a:pt x="756" y="132"/>
                      </a:lnTo>
                      <a:lnTo>
                        <a:pt x="756" y="136"/>
                      </a:lnTo>
                      <a:lnTo>
                        <a:pt x="752" y="136"/>
                      </a:lnTo>
                      <a:lnTo>
                        <a:pt x="752" y="132"/>
                      </a:lnTo>
                      <a:lnTo>
                        <a:pt x="748" y="132"/>
                      </a:lnTo>
                      <a:lnTo>
                        <a:pt x="748" y="128"/>
                      </a:lnTo>
                      <a:lnTo>
                        <a:pt x="748" y="124"/>
                      </a:lnTo>
                      <a:lnTo>
                        <a:pt x="752" y="124"/>
                      </a:lnTo>
                      <a:lnTo>
                        <a:pt x="752" y="120"/>
                      </a:lnTo>
                      <a:lnTo>
                        <a:pt x="748" y="124"/>
                      </a:lnTo>
                      <a:lnTo>
                        <a:pt x="746" y="124"/>
                      </a:lnTo>
                      <a:lnTo>
                        <a:pt x="746" y="128"/>
                      </a:lnTo>
                      <a:lnTo>
                        <a:pt x="746" y="132"/>
                      </a:lnTo>
                      <a:lnTo>
                        <a:pt x="748" y="132"/>
                      </a:lnTo>
                      <a:lnTo>
                        <a:pt x="748" y="136"/>
                      </a:lnTo>
                      <a:lnTo>
                        <a:pt x="748" y="138"/>
                      </a:lnTo>
                      <a:lnTo>
                        <a:pt x="746" y="138"/>
                      </a:lnTo>
                      <a:lnTo>
                        <a:pt x="746" y="136"/>
                      </a:lnTo>
                      <a:lnTo>
                        <a:pt x="742" y="136"/>
                      </a:lnTo>
                      <a:lnTo>
                        <a:pt x="738" y="136"/>
                      </a:lnTo>
                      <a:lnTo>
                        <a:pt x="742" y="138"/>
                      </a:lnTo>
                      <a:lnTo>
                        <a:pt x="742" y="142"/>
                      </a:lnTo>
                      <a:lnTo>
                        <a:pt x="738" y="142"/>
                      </a:lnTo>
                      <a:lnTo>
                        <a:pt x="738" y="146"/>
                      </a:lnTo>
                      <a:lnTo>
                        <a:pt x="738" y="146"/>
                      </a:lnTo>
                      <a:lnTo>
                        <a:pt x="738" y="146"/>
                      </a:lnTo>
                      <a:close/>
                      <a:moveTo>
                        <a:pt x="596" y="106"/>
                      </a:moveTo>
                      <a:lnTo>
                        <a:pt x="596" y="102"/>
                      </a:lnTo>
                      <a:lnTo>
                        <a:pt x="592" y="102"/>
                      </a:lnTo>
                      <a:lnTo>
                        <a:pt x="590" y="102"/>
                      </a:lnTo>
                      <a:lnTo>
                        <a:pt x="590" y="98"/>
                      </a:lnTo>
                      <a:lnTo>
                        <a:pt x="586" y="98"/>
                      </a:lnTo>
                      <a:lnTo>
                        <a:pt x="582" y="98"/>
                      </a:lnTo>
                      <a:lnTo>
                        <a:pt x="578" y="98"/>
                      </a:lnTo>
                      <a:lnTo>
                        <a:pt x="578" y="94"/>
                      </a:lnTo>
                      <a:lnTo>
                        <a:pt x="578" y="90"/>
                      </a:lnTo>
                      <a:lnTo>
                        <a:pt x="582" y="90"/>
                      </a:lnTo>
                      <a:lnTo>
                        <a:pt x="586" y="90"/>
                      </a:lnTo>
                      <a:lnTo>
                        <a:pt x="590" y="90"/>
                      </a:lnTo>
                      <a:lnTo>
                        <a:pt x="592" y="90"/>
                      </a:lnTo>
                      <a:lnTo>
                        <a:pt x="596" y="90"/>
                      </a:lnTo>
                      <a:lnTo>
                        <a:pt x="596" y="94"/>
                      </a:lnTo>
                      <a:lnTo>
                        <a:pt x="600" y="102"/>
                      </a:lnTo>
                      <a:lnTo>
                        <a:pt x="596" y="102"/>
                      </a:lnTo>
                      <a:lnTo>
                        <a:pt x="596" y="106"/>
                      </a:lnTo>
                      <a:lnTo>
                        <a:pt x="596" y="106"/>
                      </a:lnTo>
                      <a:lnTo>
                        <a:pt x="596" y="106"/>
                      </a:lnTo>
                      <a:close/>
                      <a:moveTo>
                        <a:pt x="526" y="132"/>
                      </a:moveTo>
                      <a:lnTo>
                        <a:pt x="526" y="128"/>
                      </a:lnTo>
                      <a:lnTo>
                        <a:pt x="526" y="132"/>
                      </a:lnTo>
                      <a:lnTo>
                        <a:pt x="522" y="132"/>
                      </a:lnTo>
                      <a:lnTo>
                        <a:pt x="522" y="128"/>
                      </a:lnTo>
                      <a:lnTo>
                        <a:pt x="526" y="128"/>
                      </a:lnTo>
                      <a:lnTo>
                        <a:pt x="526" y="124"/>
                      </a:lnTo>
                      <a:lnTo>
                        <a:pt x="522" y="124"/>
                      </a:lnTo>
                      <a:lnTo>
                        <a:pt x="518" y="124"/>
                      </a:lnTo>
                      <a:lnTo>
                        <a:pt x="514" y="124"/>
                      </a:lnTo>
                      <a:lnTo>
                        <a:pt x="514" y="128"/>
                      </a:lnTo>
                      <a:lnTo>
                        <a:pt x="510" y="128"/>
                      </a:lnTo>
                      <a:lnTo>
                        <a:pt x="508" y="128"/>
                      </a:lnTo>
                      <a:lnTo>
                        <a:pt x="510" y="124"/>
                      </a:lnTo>
                      <a:lnTo>
                        <a:pt x="514" y="124"/>
                      </a:lnTo>
                      <a:lnTo>
                        <a:pt x="510" y="120"/>
                      </a:lnTo>
                      <a:lnTo>
                        <a:pt x="508" y="120"/>
                      </a:lnTo>
                      <a:lnTo>
                        <a:pt x="508" y="124"/>
                      </a:lnTo>
                      <a:lnTo>
                        <a:pt x="504" y="124"/>
                      </a:lnTo>
                      <a:lnTo>
                        <a:pt x="500" y="124"/>
                      </a:lnTo>
                      <a:lnTo>
                        <a:pt x="500" y="120"/>
                      </a:lnTo>
                      <a:lnTo>
                        <a:pt x="504" y="112"/>
                      </a:lnTo>
                      <a:lnTo>
                        <a:pt x="508" y="112"/>
                      </a:lnTo>
                      <a:lnTo>
                        <a:pt x="510" y="112"/>
                      </a:lnTo>
                      <a:lnTo>
                        <a:pt x="514" y="112"/>
                      </a:lnTo>
                      <a:lnTo>
                        <a:pt x="518" y="112"/>
                      </a:lnTo>
                      <a:lnTo>
                        <a:pt x="522" y="112"/>
                      </a:lnTo>
                      <a:lnTo>
                        <a:pt x="526" y="112"/>
                      </a:lnTo>
                      <a:lnTo>
                        <a:pt x="530" y="112"/>
                      </a:lnTo>
                      <a:lnTo>
                        <a:pt x="534" y="112"/>
                      </a:lnTo>
                      <a:lnTo>
                        <a:pt x="536" y="116"/>
                      </a:lnTo>
                      <a:lnTo>
                        <a:pt x="540" y="116"/>
                      </a:lnTo>
                      <a:lnTo>
                        <a:pt x="540" y="120"/>
                      </a:lnTo>
                      <a:lnTo>
                        <a:pt x="544" y="120"/>
                      </a:lnTo>
                      <a:lnTo>
                        <a:pt x="540" y="124"/>
                      </a:lnTo>
                      <a:lnTo>
                        <a:pt x="544" y="128"/>
                      </a:lnTo>
                      <a:lnTo>
                        <a:pt x="544" y="124"/>
                      </a:lnTo>
                      <a:lnTo>
                        <a:pt x="548" y="124"/>
                      </a:lnTo>
                      <a:lnTo>
                        <a:pt x="552" y="120"/>
                      </a:lnTo>
                      <a:lnTo>
                        <a:pt x="556" y="120"/>
                      </a:lnTo>
                      <a:lnTo>
                        <a:pt x="560" y="120"/>
                      </a:lnTo>
                      <a:lnTo>
                        <a:pt x="564" y="124"/>
                      </a:lnTo>
                      <a:lnTo>
                        <a:pt x="566" y="124"/>
                      </a:lnTo>
                      <a:lnTo>
                        <a:pt x="564" y="128"/>
                      </a:lnTo>
                      <a:lnTo>
                        <a:pt x="566" y="128"/>
                      </a:lnTo>
                      <a:lnTo>
                        <a:pt x="570" y="128"/>
                      </a:lnTo>
                      <a:lnTo>
                        <a:pt x="574" y="128"/>
                      </a:lnTo>
                      <a:lnTo>
                        <a:pt x="574" y="132"/>
                      </a:lnTo>
                      <a:lnTo>
                        <a:pt x="578" y="132"/>
                      </a:lnTo>
                      <a:lnTo>
                        <a:pt x="582" y="132"/>
                      </a:lnTo>
                      <a:lnTo>
                        <a:pt x="578" y="136"/>
                      </a:lnTo>
                      <a:lnTo>
                        <a:pt x="582" y="136"/>
                      </a:lnTo>
                      <a:lnTo>
                        <a:pt x="586" y="136"/>
                      </a:lnTo>
                      <a:lnTo>
                        <a:pt x="586" y="138"/>
                      </a:lnTo>
                      <a:lnTo>
                        <a:pt x="582" y="138"/>
                      </a:lnTo>
                      <a:lnTo>
                        <a:pt x="582" y="142"/>
                      </a:lnTo>
                      <a:lnTo>
                        <a:pt x="586" y="142"/>
                      </a:lnTo>
                      <a:lnTo>
                        <a:pt x="586" y="146"/>
                      </a:lnTo>
                      <a:lnTo>
                        <a:pt x="590" y="146"/>
                      </a:lnTo>
                      <a:lnTo>
                        <a:pt x="592" y="146"/>
                      </a:lnTo>
                      <a:lnTo>
                        <a:pt x="592" y="150"/>
                      </a:lnTo>
                      <a:lnTo>
                        <a:pt x="596" y="150"/>
                      </a:lnTo>
                      <a:lnTo>
                        <a:pt x="592" y="150"/>
                      </a:lnTo>
                      <a:lnTo>
                        <a:pt x="592" y="154"/>
                      </a:lnTo>
                      <a:lnTo>
                        <a:pt x="590" y="158"/>
                      </a:lnTo>
                      <a:lnTo>
                        <a:pt x="586" y="158"/>
                      </a:lnTo>
                      <a:lnTo>
                        <a:pt x="582" y="158"/>
                      </a:lnTo>
                      <a:lnTo>
                        <a:pt x="578" y="158"/>
                      </a:lnTo>
                      <a:lnTo>
                        <a:pt x="574" y="158"/>
                      </a:lnTo>
                      <a:lnTo>
                        <a:pt x="570" y="154"/>
                      </a:lnTo>
                      <a:lnTo>
                        <a:pt x="566" y="150"/>
                      </a:lnTo>
                      <a:lnTo>
                        <a:pt x="566" y="146"/>
                      </a:lnTo>
                      <a:lnTo>
                        <a:pt x="564" y="146"/>
                      </a:lnTo>
                      <a:lnTo>
                        <a:pt x="560" y="146"/>
                      </a:lnTo>
                      <a:lnTo>
                        <a:pt x="556" y="142"/>
                      </a:lnTo>
                      <a:lnTo>
                        <a:pt x="548" y="142"/>
                      </a:lnTo>
                      <a:lnTo>
                        <a:pt x="544" y="142"/>
                      </a:lnTo>
                      <a:lnTo>
                        <a:pt x="544" y="146"/>
                      </a:lnTo>
                      <a:lnTo>
                        <a:pt x="540" y="146"/>
                      </a:lnTo>
                      <a:lnTo>
                        <a:pt x="540" y="142"/>
                      </a:lnTo>
                      <a:lnTo>
                        <a:pt x="536" y="142"/>
                      </a:lnTo>
                      <a:lnTo>
                        <a:pt x="534" y="142"/>
                      </a:lnTo>
                      <a:lnTo>
                        <a:pt x="530" y="142"/>
                      </a:lnTo>
                      <a:lnTo>
                        <a:pt x="526" y="142"/>
                      </a:lnTo>
                      <a:lnTo>
                        <a:pt x="526" y="146"/>
                      </a:lnTo>
                      <a:lnTo>
                        <a:pt x="522" y="146"/>
                      </a:lnTo>
                      <a:lnTo>
                        <a:pt x="518" y="146"/>
                      </a:lnTo>
                      <a:lnTo>
                        <a:pt x="518" y="142"/>
                      </a:lnTo>
                      <a:lnTo>
                        <a:pt x="514" y="142"/>
                      </a:lnTo>
                      <a:lnTo>
                        <a:pt x="510" y="142"/>
                      </a:lnTo>
                      <a:lnTo>
                        <a:pt x="510" y="138"/>
                      </a:lnTo>
                      <a:lnTo>
                        <a:pt x="508" y="138"/>
                      </a:lnTo>
                      <a:lnTo>
                        <a:pt x="508" y="136"/>
                      </a:lnTo>
                      <a:lnTo>
                        <a:pt x="510" y="136"/>
                      </a:lnTo>
                      <a:lnTo>
                        <a:pt x="514" y="136"/>
                      </a:lnTo>
                      <a:lnTo>
                        <a:pt x="518" y="136"/>
                      </a:lnTo>
                      <a:lnTo>
                        <a:pt x="522" y="136"/>
                      </a:lnTo>
                      <a:lnTo>
                        <a:pt x="526" y="136"/>
                      </a:lnTo>
                      <a:lnTo>
                        <a:pt x="530" y="138"/>
                      </a:lnTo>
                      <a:lnTo>
                        <a:pt x="530" y="136"/>
                      </a:lnTo>
                      <a:lnTo>
                        <a:pt x="534" y="136"/>
                      </a:lnTo>
                      <a:lnTo>
                        <a:pt x="530" y="136"/>
                      </a:lnTo>
                      <a:lnTo>
                        <a:pt x="526" y="136"/>
                      </a:lnTo>
                      <a:lnTo>
                        <a:pt x="522" y="136"/>
                      </a:lnTo>
                      <a:lnTo>
                        <a:pt x="526" y="132"/>
                      </a:lnTo>
                      <a:lnTo>
                        <a:pt x="530" y="132"/>
                      </a:lnTo>
                      <a:lnTo>
                        <a:pt x="534" y="132"/>
                      </a:lnTo>
                      <a:lnTo>
                        <a:pt x="534" y="128"/>
                      </a:lnTo>
                      <a:lnTo>
                        <a:pt x="530" y="128"/>
                      </a:lnTo>
                      <a:lnTo>
                        <a:pt x="530" y="132"/>
                      </a:lnTo>
                      <a:lnTo>
                        <a:pt x="526" y="132"/>
                      </a:lnTo>
                      <a:lnTo>
                        <a:pt x="526" y="132"/>
                      </a:lnTo>
                      <a:lnTo>
                        <a:pt x="526" y="132"/>
                      </a:lnTo>
                      <a:close/>
                      <a:moveTo>
                        <a:pt x="622" y="158"/>
                      </a:moveTo>
                      <a:lnTo>
                        <a:pt x="620" y="154"/>
                      </a:lnTo>
                      <a:lnTo>
                        <a:pt x="622" y="154"/>
                      </a:lnTo>
                      <a:lnTo>
                        <a:pt x="620" y="154"/>
                      </a:lnTo>
                      <a:lnTo>
                        <a:pt x="616" y="154"/>
                      </a:lnTo>
                      <a:lnTo>
                        <a:pt x="616" y="150"/>
                      </a:lnTo>
                      <a:lnTo>
                        <a:pt x="612" y="150"/>
                      </a:lnTo>
                      <a:lnTo>
                        <a:pt x="616" y="150"/>
                      </a:lnTo>
                      <a:lnTo>
                        <a:pt x="620" y="150"/>
                      </a:lnTo>
                      <a:lnTo>
                        <a:pt x="622" y="150"/>
                      </a:lnTo>
                      <a:lnTo>
                        <a:pt x="622" y="146"/>
                      </a:lnTo>
                      <a:lnTo>
                        <a:pt x="620" y="146"/>
                      </a:lnTo>
                      <a:lnTo>
                        <a:pt x="616" y="146"/>
                      </a:lnTo>
                      <a:lnTo>
                        <a:pt x="612" y="146"/>
                      </a:lnTo>
                      <a:lnTo>
                        <a:pt x="612" y="142"/>
                      </a:lnTo>
                      <a:lnTo>
                        <a:pt x="608" y="142"/>
                      </a:lnTo>
                      <a:lnTo>
                        <a:pt x="608" y="138"/>
                      </a:lnTo>
                      <a:lnTo>
                        <a:pt x="604" y="138"/>
                      </a:lnTo>
                      <a:lnTo>
                        <a:pt x="604" y="136"/>
                      </a:lnTo>
                      <a:lnTo>
                        <a:pt x="608" y="136"/>
                      </a:lnTo>
                      <a:lnTo>
                        <a:pt x="604" y="136"/>
                      </a:lnTo>
                      <a:lnTo>
                        <a:pt x="604" y="132"/>
                      </a:lnTo>
                      <a:lnTo>
                        <a:pt x="604" y="128"/>
                      </a:lnTo>
                      <a:lnTo>
                        <a:pt x="608" y="128"/>
                      </a:lnTo>
                      <a:lnTo>
                        <a:pt x="612" y="128"/>
                      </a:lnTo>
                      <a:lnTo>
                        <a:pt x="616" y="128"/>
                      </a:lnTo>
                      <a:lnTo>
                        <a:pt x="616" y="132"/>
                      </a:lnTo>
                      <a:lnTo>
                        <a:pt x="620" y="132"/>
                      </a:lnTo>
                      <a:lnTo>
                        <a:pt x="622" y="132"/>
                      </a:lnTo>
                      <a:lnTo>
                        <a:pt x="626" y="132"/>
                      </a:lnTo>
                      <a:lnTo>
                        <a:pt x="630" y="132"/>
                      </a:lnTo>
                      <a:lnTo>
                        <a:pt x="630" y="136"/>
                      </a:lnTo>
                      <a:lnTo>
                        <a:pt x="634" y="136"/>
                      </a:lnTo>
                      <a:lnTo>
                        <a:pt x="638" y="138"/>
                      </a:lnTo>
                      <a:lnTo>
                        <a:pt x="642" y="138"/>
                      </a:lnTo>
                      <a:lnTo>
                        <a:pt x="642" y="136"/>
                      </a:lnTo>
                      <a:lnTo>
                        <a:pt x="642" y="138"/>
                      </a:lnTo>
                      <a:lnTo>
                        <a:pt x="646" y="138"/>
                      </a:lnTo>
                      <a:lnTo>
                        <a:pt x="650" y="138"/>
                      </a:lnTo>
                      <a:lnTo>
                        <a:pt x="652" y="138"/>
                      </a:lnTo>
                      <a:lnTo>
                        <a:pt x="652" y="142"/>
                      </a:lnTo>
                      <a:lnTo>
                        <a:pt x="650" y="142"/>
                      </a:lnTo>
                      <a:lnTo>
                        <a:pt x="646" y="146"/>
                      </a:lnTo>
                      <a:lnTo>
                        <a:pt x="650" y="146"/>
                      </a:lnTo>
                      <a:lnTo>
                        <a:pt x="652" y="146"/>
                      </a:lnTo>
                      <a:lnTo>
                        <a:pt x="652" y="150"/>
                      </a:lnTo>
                      <a:lnTo>
                        <a:pt x="650" y="150"/>
                      </a:lnTo>
                      <a:lnTo>
                        <a:pt x="650" y="154"/>
                      </a:lnTo>
                      <a:lnTo>
                        <a:pt x="646" y="154"/>
                      </a:lnTo>
                      <a:lnTo>
                        <a:pt x="642" y="154"/>
                      </a:lnTo>
                      <a:lnTo>
                        <a:pt x="638" y="154"/>
                      </a:lnTo>
                      <a:lnTo>
                        <a:pt x="634" y="154"/>
                      </a:lnTo>
                      <a:lnTo>
                        <a:pt x="630" y="158"/>
                      </a:lnTo>
                      <a:lnTo>
                        <a:pt x="630" y="154"/>
                      </a:lnTo>
                      <a:lnTo>
                        <a:pt x="626" y="154"/>
                      </a:lnTo>
                      <a:lnTo>
                        <a:pt x="626" y="158"/>
                      </a:lnTo>
                      <a:lnTo>
                        <a:pt x="630" y="154"/>
                      </a:lnTo>
                      <a:lnTo>
                        <a:pt x="630" y="158"/>
                      </a:lnTo>
                      <a:lnTo>
                        <a:pt x="626" y="158"/>
                      </a:lnTo>
                      <a:lnTo>
                        <a:pt x="622" y="158"/>
                      </a:lnTo>
                      <a:lnTo>
                        <a:pt x="622" y="158"/>
                      </a:lnTo>
                      <a:lnTo>
                        <a:pt x="622" y="158"/>
                      </a:lnTo>
                      <a:close/>
                      <a:moveTo>
                        <a:pt x="440" y="142"/>
                      </a:moveTo>
                      <a:lnTo>
                        <a:pt x="436" y="142"/>
                      </a:lnTo>
                      <a:lnTo>
                        <a:pt x="432" y="142"/>
                      </a:lnTo>
                      <a:lnTo>
                        <a:pt x="428" y="142"/>
                      </a:lnTo>
                      <a:lnTo>
                        <a:pt x="424" y="142"/>
                      </a:lnTo>
                      <a:lnTo>
                        <a:pt x="422" y="138"/>
                      </a:lnTo>
                      <a:lnTo>
                        <a:pt x="422" y="142"/>
                      </a:lnTo>
                      <a:lnTo>
                        <a:pt x="418" y="142"/>
                      </a:lnTo>
                      <a:lnTo>
                        <a:pt x="414" y="142"/>
                      </a:lnTo>
                      <a:lnTo>
                        <a:pt x="410" y="142"/>
                      </a:lnTo>
                      <a:lnTo>
                        <a:pt x="408" y="142"/>
                      </a:lnTo>
                      <a:lnTo>
                        <a:pt x="404" y="142"/>
                      </a:lnTo>
                      <a:lnTo>
                        <a:pt x="400" y="142"/>
                      </a:lnTo>
                      <a:lnTo>
                        <a:pt x="396" y="142"/>
                      </a:lnTo>
                      <a:lnTo>
                        <a:pt x="392" y="142"/>
                      </a:lnTo>
                      <a:lnTo>
                        <a:pt x="392" y="138"/>
                      </a:lnTo>
                      <a:lnTo>
                        <a:pt x="396" y="138"/>
                      </a:lnTo>
                      <a:lnTo>
                        <a:pt x="400" y="138"/>
                      </a:lnTo>
                      <a:lnTo>
                        <a:pt x="404" y="138"/>
                      </a:lnTo>
                      <a:lnTo>
                        <a:pt x="408" y="136"/>
                      </a:lnTo>
                      <a:lnTo>
                        <a:pt x="410" y="136"/>
                      </a:lnTo>
                      <a:lnTo>
                        <a:pt x="414" y="136"/>
                      </a:lnTo>
                      <a:lnTo>
                        <a:pt x="418" y="136"/>
                      </a:lnTo>
                      <a:lnTo>
                        <a:pt x="422" y="132"/>
                      </a:lnTo>
                      <a:lnTo>
                        <a:pt x="424" y="132"/>
                      </a:lnTo>
                      <a:lnTo>
                        <a:pt x="428" y="132"/>
                      </a:lnTo>
                      <a:lnTo>
                        <a:pt x="432" y="132"/>
                      </a:lnTo>
                      <a:lnTo>
                        <a:pt x="436" y="132"/>
                      </a:lnTo>
                      <a:lnTo>
                        <a:pt x="440" y="132"/>
                      </a:lnTo>
                      <a:lnTo>
                        <a:pt x="444" y="136"/>
                      </a:lnTo>
                      <a:lnTo>
                        <a:pt x="448" y="136"/>
                      </a:lnTo>
                      <a:lnTo>
                        <a:pt x="448" y="138"/>
                      </a:lnTo>
                      <a:lnTo>
                        <a:pt x="448" y="142"/>
                      </a:lnTo>
                      <a:lnTo>
                        <a:pt x="444" y="142"/>
                      </a:lnTo>
                      <a:lnTo>
                        <a:pt x="440" y="142"/>
                      </a:lnTo>
                      <a:lnTo>
                        <a:pt x="440" y="142"/>
                      </a:lnTo>
                      <a:lnTo>
                        <a:pt x="440" y="142"/>
                      </a:lnTo>
                      <a:close/>
                      <a:moveTo>
                        <a:pt x="656" y="142"/>
                      </a:moveTo>
                      <a:lnTo>
                        <a:pt x="660" y="146"/>
                      </a:lnTo>
                      <a:lnTo>
                        <a:pt x="656" y="146"/>
                      </a:lnTo>
                      <a:lnTo>
                        <a:pt x="656" y="142"/>
                      </a:lnTo>
                      <a:lnTo>
                        <a:pt x="656" y="142"/>
                      </a:lnTo>
                      <a:lnTo>
                        <a:pt x="656" y="142"/>
                      </a:lnTo>
                      <a:close/>
                      <a:moveTo>
                        <a:pt x="540" y="142"/>
                      </a:moveTo>
                      <a:lnTo>
                        <a:pt x="540" y="146"/>
                      </a:lnTo>
                      <a:lnTo>
                        <a:pt x="536" y="146"/>
                      </a:lnTo>
                      <a:lnTo>
                        <a:pt x="536" y="150"/>
                      </a:lnTo>
                      <a:lnTo>
                        <a:pt x="534" y="150"/>
                      </a:lnTo>
                      <a:lnTo>
                        <a:pt x="534" y="146"/>
                      </a:lnTo>
                      <a:lnTo>
                        <a:pt x="536" y="146"/>
                      </a:lnTo>
                      <a:lnTo>
                        <a:pt x="536" y="142"/>
                      </a:lnTo>
                      <a:lnTo>
                        <a:pt x="540" y="142"/>
                      </a:lnTo>
                      <a:lnTo>
                        <a:pt x="540" y="142"/>
                      </a:lnTo>
                      <a:lnTo>
                        <a:pt x="540" y="142"/>
                      </a:lnTo>
                      <a:close/>
                      <a:moveTo>
                        <a:pt x="440" y="150"/>
                      </a:moveTo>
                      <a:lnTo>
                        <a:pt x="444" y="150"/>
                      </a:lnTo>
                      <a:lnTo>
                        <a:pt x="444" y="154"/>
                      </a:lnTo>
                      <a:lnTo>
                        <a:pt x="440" y="154"/>
                      </a:lnTo>
                      <a:lnTo>
                        <a:pt x="436" y="154"/>
                      </a:lnTo>
                      <a:lnTo>
                        <a:pt x="432" y="154"/>
                      </a:lnTo>
                      <a:lnTo>
                        <a:pt x="428" y="154"/>
                      </a:lnTo>
                      <a:lnTo>
                        <a:pt x="424" y="154"/>
                      </a:lnTo>
                      <a:lnTo>
                        <a:pt x="424" y="158"/>
                      </a:lnTo>
                      <a:lnTo>
                        <a:pt x="428" y="158"/>
                      </a:lnTo>
                      <a:lnTo>
                        <a:pt x="432" y="158"/>
                      </a:lnTo>
                      <a:lnTo>
                        <a:pt x="436" y="158"/>
                      </a:lnTo>
                      <a:lnTo>
                        <a:pt x="436" y="160"/>
                      </a:lnTo>
                      <a:lnTo>
                        <a:pt x="436" y="164"/>
                      </a:lnTo>
                      <a:lnTo>
                        <a:pt x="432" y="164"/>
                      </a:lnTo>
                      <a:lnTo>
                        <a:pt x="432" y="168"/>
                      </a:lnTo>
                      <a:lnTo>
                        <a:pt x="424" y="168"/>
                      </a:lnTo>
                      <a:lnTo>
                        <a:pt x="422" y="168"/>
                      </a:lnTo>
                      <a:lnTo>
                        <a:pt x="418" y="168"/>
                      </a:lnTo>
                      <a:lnTo>
                        <a:pt x="414" y="168"/>
                      </a:lnTo>
                      <a:lnTo>
                        <a:pt x="410" y="172"/>
                      </a:lnTo>
                      <a:lnTo>
                        <a:pt x="408" y="172"/>
                      </a:lnTo>
                      <a:lnTo>
                        <a:pt x="404" y="168"/>
                      </a:lnTo>
                      <a:lnTo>
                        <a:pt x="400" y="168"/>
                      </a:lnTo>
                      <a:lnTo>
                        <a:pt x="396" y="164"/>
                      </a:lnTo>
                      <a:lnTo>
                        <a:pt x="392" y="164"/>
                      </a:lnTo>
                      <a:lnTo>
                        <a:pt x="396" y="160"/>
                      </a:lnTo>
                      <a:lnTo>
                        <a:pt x="392" y="158"/>
                      </a:lnTo>
                      <a:lnTo>
                        <a:pt x="392" y="154"/>
                      </a:lnTo>
                      <a:lnTo>
                        <a:pt x="396" y="154"/>
                      </a:lnTo>
                      <a:lnTo>
                        <a:pt x="400" y="154"/>
                      </a:lnTo>
                      <a:lnTo>
                        <a:pt x="404" y="154"/>
                      </a:lnTo>
                      <a:lnTo>
                        <a:pt x="404" y="150"/>
                      </a:lnTo>
                      <a:lnTo>
                        <a:pt x="408" y="150"/>
                      </a:lnTo>
                      <a:lnTo>
                        <a:pt x="410" y="150"/>
                      </a:lnTo>
                      <a:lnTo>
                        <a:pt x="414" y="150"/>
                      </a:lnTo>
                      <a:lnTo>
                        <a:pt x="418" y="150"/>
                      </a:lnTo>
                      <a:lnTo>
                        <a:pt x="422" y="150"/>
                      </a:lnTo>
                      <a:lnTo>
                        <a:pt x="424" y="150"/>
                      </a:lnTo>
                      <a:lnTo>
                        <a:pt x="428" y="150"/>
                      </a:lnTo>
                      <a:lnTo>
                        <a:pt x="432" y="150"/>
                      </a:lnTo>
                      <a:lnTo>
                        <a:pt x="436" y="150"/>
                      </a:lnTo>
                      <a:lnTo>
                        <a:pt x="440" y="150"/>
                      </a:lnTo>
                      <a:lnTo>
                        <a:pt x="440" y="150"/>
                      </a:lnTo>
                      <a:lnTo>
                        <a:pt x="440" y="150"/>
                      </a:lnTo>
                      <a:close/>
                      <a:moveTo>
                        <a:pt x="380" y="160"/>
                      </a:moveTo>
                      <a:lnTo>
                        <a:pt x="378" y="160"/>
                      </a:lnTo>
                      <a:lnTo>
                        <a:pt x="378" y="158"/>
                      </a:lnTo>
                      <a:lnTo>
                        <a:pt x="374" y="158"/>
                      </a:lnTo>
                      <a:lnTo>
                        <a:pt x="370" y="158"/>
                      </a:lnTo>
                      <a:lnTo>
                        <a:pt x="366" y="154"/>
                      </a:lnTo>
                      <a:lnTo>
                        <a:pt x="370" y="154"/>
                      </a:lnTo>
                      <a:lnTo>
                        <a:pt x="374" y="150"/>
                      </a:lnTo>
                      <a:lnTo>
                        <a:pt x="378" y="150"/>
                      </a:lnTo>
                      <a:lnTo>
                        <a:pt x="380" y="154"/>
                      </a:lnTo>
                      <a:lnTo>
                        <a:pt x="384" y="154"/>
                      </a:lnTo>
                      <a:lnTo>
                        <a:pt x="388" y="154"/>
                      </a:lnTo>
                      <a:lnTo>
                        <a:pt x="388" y="158"/>
                      </a:lnTo>
                      <a:lnTo>
                        <a:pt x="384" y="158"/>
                      </a:lnTo>
                      <a:lnTo>
                        <a:pt x="384" y="160"/>
                      </a:lnTo>
                      <a:lnTo>
                        <a:pt x="380" y="160"/>
                      </a:lnTo>
                      <a:lnTo>
                        <a:pt x="380" y="160"/>
                      </a:lnTo>
                      <a:lnTo>
                        <a:pt x="380" y="160"/>
                      </a:lnTo>
                      <a:close/>
                      <a:moveTo>
                        <a:pt x="556" y="154"/>
                      </a:moveTo>
                      <a:lnTo>
                        <a:pt x="560" y="154"/>
                      </a:lnTo>
                      <a:lnTo>
                        <a:pt x="560" y="158"/>
                      </a:lnTo>
                      <a:lnTo>
                        <a:pt x="564" y="158"/>
                      </a:lnTo>
                      <a:lnTo>
                        <a:pt x="566" y="158"/>
                      </a:lnTo>
                      <a:lnTo>
                        <a:pt x="566" y="160"/>
                      </a:lnTo>
                      <a:lnTo>
                        <a:pt x="564" y="160"/>
                      </a:lnTo>
                      <a:lnTo>
                        <a:pt x="560" y="160"/>
                      </a:lnTo>
                      <a:lnTo>
                        <a:pt x="556" y="160"/>
                      </a:lnTo>
                      <a:lnTo>
                        <a:pt x="552" y="160"/>
                      </a:lnTo>
                      <a:lnTo>
                        <a:pt x="548" y="160"/>
                      </a:lnTo>
                      <a:lnTo>
                        <a:pt x="544" y="158"/>
                      </a:lnTo>
                      <a:lnTo>
                        <a:pt x="544" y="154"/>
                      </a:lnTo>
                      <a:lnTo>
                        <a:pt x="548" y="154"/>
                      </a:lnTo>
                      <a:lnTo>
                        <a:pt x="552" y="154"/>
                      </a:lnTo>
                      <a:lnTo>
                        <a:pt x="556" y="154"/>
                      </a:lnTo>
                      <a:lnTo>
                        <a:pt x="556" y="154"/>
                      </a:lnTo>
                      <a:lnTo>
                        <a:pt x="556" y="154"/>
                      </a:lnTo>
                      <a:close/>
                      <a:moveTo>
                        <a:pt x="676" y="160"/>
                      </a:moveTo>
                      <a:lnTo>
                        <a:pt x="678" y="160"/>
                      </a:lnTo>
                      <a:lnTo>
                        <a:pt x="676" y="160"/>
                      </a:lnTo>
                      <a:lnTo>
                        <a:pt x="672" y="164"/>
                      </a:lnTo>
                      <a:lnTo>
                        <a:pt x="672" y="168"/>
                      </a:lnTo>
                      <a:lnTo>
                        <a:pt x="668" y="168"/>
                      </a:lnTo>
                      <a:lnTo>
                        <a:pt x="660" y="168"/>
                      </a:lnTo>
                      <a:lnTo>
                        <a:pt x="660" y="164"/>
                      </a:lnTo>
                      <a:lnTo>
                        <a:pt x="652" y="164"/>
                      </a:lnTo>
                      <a:lnTo>
                        <a:pt x="650" y="164"/>
                      </a:lnTo>
                      <a:lnTo>
                        <a:pt x="650" y="168"/>
                      </a:lnTo>
                      <a:lnTo>
                        <a:pt x="646" y="164"/>
                      </a:lnTo>
                      <a:lnTo>
                        <a:pt x="642" y="164"/>
                      </a:lnTo>
                      <a:lnTo>
                        <a:pt x="638" y="164"/>
                      </a:lnTo>
                      <a:lnTo>
                        <a:pt x="634" y="164"/>
                      </a:lnTo>
                      <a:lnTo>
                        <a:pt x="630" y="160"/>
                      </a:lnTo>
                      <a:lnTo>
                        <a:pt x="634" y="160"/>
                      </a:lnTo>
                      <a:lnTo>
                        <a:pt x="634" y="158"/>
                      </a:lnTo>
                      <a:lnTo>
                        <a:pt x="638" y="158"/>
                      </a:lnTo>
                      <a:lnTo>
                        <a:pt x="642" y="158"/>
                      </a:lnTo>
                      <a:lnTo>
                        <a:pt x="646" y="158"/>
                      </a:lnTo>
                      <a:lnTo>
                        <a:pt x="650" y="158"/>
                      </a:lnTo>
                      <a:lnTo>
                        <a:pt x="652" y="158"/>
                      </a:lnTo>
                      <a:lnTo>
                        <a:pt x="656" y="158"/>
                      </a:lnTo>
                      <a:lnTo>
                        <a:pt x="660" y="158"/>
                      </a:lnTo>
                      <a:lnTo>
                        <a:pt x="664" y="158"/>
                      </a:lnTo>
                      <a:lnTo>
                        <a:pt x="668" y="158"/>
                      </a:lnTo>
                      <a:lnTo>
                        <a:pt x="672" y="158"/>
                      </a:lnTo>
                      <a:lnTo>
                        <a:pt x="676" y="158"/>
                      </a:lnTo>
                      <a:lnTo>
                        <a:pt x="676" y="160"/>
                      </a:lnTo>
                      <a:lnTo>
                        <a:pt x="676" y="160"/>
                      </a:lnTo>
                      <a:lnTo>
                        <a:pt x="676" y="160"/>
                      </a:lnTo>
                      <a:close/>
                      <a:moveTo>
                        <a:pt x="500" y="158"/>
                      </a:moveTo>
                      <a:lnTo>
                        <a:pt x="504" y="160"/>
                      </a:lnTo>
                      <a:lnTo>
                        <a:pt x="508" y="160"/>
                      </a:lnTo>
                      <a:lnTo>
                        <a:pt x="508" y="164"/>
                      </a:lnTo>
                      <a:lnTo>
                        <a:pt x="510" y="164"/>
                      </a:lnTo>
                      <a:lnTo>
                        <a:pt x="510" y="168"/>
                      </a:lnTo>
                      <a:lnTo>
                        <a:pt x="508" y="168"/>
                      </a:lnTo>
                      <a:lnTo>
                        <a:pt x="510" y="168"/>
                      </a:lnTo>
                      <a:lnTo>
                        <a:pt x="514" y="168"/>
                      </a:lnTo>
                      <a:lnTo>
                        <a:pt x="514" y="172"/>
                      </a:lnTo>
                      <a:lnTo>
                        <a:pt x="518" y="172"/>
                      </a:lnTo>
                      <a:lnTo>
                        <a:pt x="518" y="176"/>
                      </a:lnTo>
                      <a:lnTo>
                        <a:pt x="514" y="176"/>
                      </a:lnTo>
                      <a:lnTo>
                        <a:pt x="510" y="176"/>
                      </a:lnTo>
                      <a:lnTo>
                        <a:pt x="508" y="176"/>
                      </a:lnTo>
                      <a:lnTo>
                        <a:pt x="504" y="172"/>
                      </a:lnTo>
                      <a:lnTo>
                        <a:pt x="500" y="172"/>
                      </a:lnTo>
                      <a:lnTo>
                        <a:pt x="500" y="168"/>
                      </a:lnTo>
                      <a:lnTo>
                        <a:pt x="500" y="164"/>
                      </a:lnTo>
                      <a:lnTo>
                        <a:pt x="496" y="160"/>
                      </a:lnTo>
                      <a:lnTo>
                        <a:pt x="492" y="160"/>
                      </a:lnTo>
                      <a:lnTo>
                        <a:pt x="492" y="158"/>
                      </a:lnTo>
                      <a:lnTo>
                        <a:pt x="496" y="158"/>
                      </a:lnTo>
                      <a:lnTo>
                        <a:pt x="500" y="158"/>
                      </a:lnTo>
                      <a:lnTo>
                        <a:pt x="500" y="158"/>
                      </a:lnTo>
                      <a:lnTo>
                        <a:pt x="500" y="158"/>
                      </a:lnTo>
                      <a:close/>
                      <a:moveTo>
                        <a:pt x="716" y="172"/>
                      </a:moveTo>
                      <a:lnTo>
                        <a:pt x="712" y="172"/>
                      </a:lnTo>
                      <a:lnTo>
                        <a:pt x="708" y="172"/>
                      </a:lnTo>
                      <a:lnTo>
                        <a:pt x="706" y="168"/>
                      </a:lnTo>
                      <a:lnTo>
                        <a:pt x="706" y="164"/>
                      </a:lnTo>
                      <a:lnTo>
                        <a:pt x="706" y="160"/>
                      </a:lnTo>
                      <a:lnTo>
                        <a:pt x="708" y="160"/>
                      </a:lnTo>
                      <a:lnTo>
                        <a:pt x="712" y="160"/>
                      </a:lnTo>
                      <a:lnTo>
                        <a:pt x="716" y="160"/>
                      </a:lnTo>
                      <a:lnTo>
                        <a:pt x="720" y="160"/>
                      </a:lnTo>
                      <a:lnTo>
                        <a:pt x="720" y="164"/>
                      </a:lnTo>
                      <a:lnTo>
                        <a:pt x="724" y="164"/>
                      </a:lnTo>
                      <a:lnTo>
                        <a:pt x="728" y="168"/>
                      </a:lnTo>
                      <a:lnTo>
                        <a:pt x="728" y="172"/>
                      </a:lnTo>
                      <a:lnTo>
                        <a:pt x="724" y="172"/>
                      </a:lnTo>
                      <a:lnTo>
                        <a:pt x="720" y="172"/>
                      </a:lnTo>
                      <a:lnTo>
                        <a:pt x="716" y="172"/>
                      </a:lnTo>
                      <a:lnTo>
                        <a:pt x="716" y="172"/>
                      </a:lnTo>
                      <a:lnTo>
                        <a:pt x="716" y="172"/>
                      </a:lnTo>
                      <a:close/>
                      <a:moveTo>
                        <a:pt x="294" y="212"/>
                      </a:moveTo>
                      <a:lnTo>
                        <a:pt x="294" y="208"/>
                      </a:lnTo>
                      <a:lnTo>
                        <a:pt x="294" y="212"/>
                      </a:lnTo>
                      <a:lnTo>
                        <a:pt x="292" y="212"/>
                      </a:lnTo>
                      <a:lnTo>
                        <a:pt x="292" y="208"/>
                      </a:lnTo>
                      <a:lnTo>
                        <a:pt x="292" y="206"/>
                      </a:lnTo>
                      <a:lnTo>
                        <a:pt x="288" y="206"/>
                      </a:lnTo>
                      <a:lnTo>
                        <a:pt x="288" y="208"/>
                      </a:lnTo>
                      <a:lnTo>
                        <a:pt x="288" y="206"/>
                      </a:lnTo>
                      <a:lnTo>
                        <a:pt x="288" y="202"/>
                      </a:lnTo>
                      <a:lnTo>
                        <a:pt x="284" y="202"/>
                      </a:lnTo>
                      <a:lnTo>
                        <a:pt x="284" y="206"/>
                      </a:lnTo>
                      <a:lnTo>
                        <a:pt x="284" y="208"/>
                      </a:lnTo>
                      <a:lnTo>
                        <a:pt x="284" y="206"/>
                      </a:lnTo>
                      <a:lnTo>
                        <a:pt x="280" y="206"/>
                      </a:lnTo>
                      <a:lnTo>
                        <a:pt x="280" y="208"/>
                      </a:lnTo>
                      <a:lnTo>
                        <a:pt x="276" y="208"/>
                      </a:lnTo>
                      <a:lnTo>
                        <a:pt x="276" y="206"/>
                      </a:lnTo>
                      <a:lnTo>
                        <a:pt x="272" y="206"/>
                      </a:lnTo>
                      <a:lnTo>
                        <a:pt x="266" y="206"/>
                      </a:lnTo>
                      <a:lnTo>
                        <a:pt x="266" y="208"/>
                      </a:lnTo>
                      <a:lnTo>
                        <a:pt x="262" y="208"/>
                      </a:lnTo>
                      <a:lnTo>
                        <a:pt x="258" y="208"/>
                      </a:lnTo>
                      <a:lnTo>
                        <a:pt x="262" y="208"/>
                      </a:lnTo>
                      <a:lnTo>
                        <a:pt x="262" y="206"/>
                      </a:lnTo>
                      <a:lnTo>
                        <a:pt x="262" y="202"/>
                      </a:lnTo>
                      <a:lnTo>
                        <a:pt x="262" y="206"/>
                      </a:lnTo>
                      <a:lnTo>
                        <a:pt x="258" y="206"/>
                      </a:lnTo>
                      <a:lnTo>
                        <a:pt x="262" y="202"/>
                      </a:lnTo>
                      <a:lnTo>
                        <a:pt x="258" y="202"/>
                      </a:lnTo>
                      <a:lnTo>
                        <a:pt x="258" y="206"/>
                      </a:lnTo>
                      <a:lnTo>
                        <a:pt x="254" y="206"/>
                      </a:lnTo>
                      <a:lnTo>
                        <a:pt x="254" y="202"/>
                      </a:lnTo>
                      <a:lnTo>
                        <a:pt x="258" y="202"/>
                      </a:lnTo>
                      <a:lnTo>
                        <a:pt x="262" y="198"/>
                      </a:lnTo>
                      <a:lnTo>
                        <a:pt x="266" y="194"/>
                      </a:lnTo>
                      <a:lnTo>
                        <a:pt x="268" y="194"/>
                      </a:lnTo>
                      <a:lnTo>
                        <a:pt x="272" y="194"/>
                      </a:lnTo>
                      <a:lnTo>
                        <a:pt x="276" y="194"/>
                      </a:lnTo>
                      <a:lnTo>
                        <a:pt x="280" y="190"/>
                      </a:lnTo>
                      <a:lnTo>
                        <a:pt x="280" y="186"/>
                      </a:lnTo>
                      <a:lnTo>
                        <a:pt x="284" y="186"/>
                      </a:lnTo>
                      <a:lnTo>
                        <a:pt x="288" y="186"/>
                      </a:lnTo>
                      <a:lnTo>
                        <a:pt x="292" y="182"/>
                      </a:lnTo>
                      <a:lnTo>
                        <a:pt x="294" y="180"/>
                      </a:lnTo>
                      <a:lnTo>
                        <a:pt x="298" y="180"/>
                      </a:lnTo>
                      <a:lnTo>
                        <a:pt x="298" y="176"/>
                      </a:lnTo>
                      <a:lnTo>
                        <a:pt x="302" y="176"/>
                      </a:lnTo>
                      <a:lnTo>
                        <a:pt x="306" y="176"/>
                      </a:lnTo>
                      <a:lnTo>
                        <a:pt x="306" y="172"/>
                      </a:lnTo>
                      <a:lnTo>
                        <a:pt x="310" y="172"/>
                      </a:lnTo>
                      <a:lnTo>
                        <a:pt x="314" y="172"/>
                      </a:lnTo>
                      <a:lnTo>
                        <a:pt x="314" y="168"/>
                      </a:lnTo>
                      <a:lnTo>
                        <a:pt x="318" y="168"/>
                      </a:lnTo>
                      <a:lnTo>
                        <a:pt x="322" y="168"/>
                      </a:lnTo>
                      <a:lnTo>
                        <a:pt x="324" y="168"/>
                      </a:lnTo>
                      <a:lnTo>
                        <a:pt x="328" y="168"/>
                      </a:lnTo>
                      <a:lnTo>
                        <a:pt x="332" y="172"/>
                      </a:lnTo>
                      <a:lnTo>
                        <a:pt x="336" y="172"/>
                      </a:lnTo>
                      <a:lnTo>
                        <a:pt x="340" y="172"/>
                      </a:lnTo>
                      <a:lnTo>
                        <a:pt x="340" y="168"/>
                      </a:lnTo>
                      <a:lnTo>
                        <a:pt x="336" y="168"/>
                      </a:lnTo>
                      <a:lnTo>
                        <a:pt x="340" y="168"/>
                      </a:lnTo>
                      <a:lnTo>
                        <a:pt x="340" y="172"/>
                      </a:lnTo>
                      <a:lnTo>
                        <a:pt x="344" y="172"/>
                      </a:lnTo>
                      <a:lnTo>
                        <a:pt x="344" y="168"/>
                      </a:lnTo>
                      <a:lnTo>
                        <a:pt x="340" y="168"/>
                      </a:lnTo>
                      <a:lnTo>
                        <a:pt x="336" y="168"/>
                      </a:lnTo>
                      <a:lnTo>
                        <a:pt x="340" y="164"/>
                      </a:lnTo>
                      <a:lnTo>
                        <a:pt x="344" y="164"/>
                      </a:lnTo>
                      <a:lnTo>
                        <a:pt x="340" y="164"/>
                      </a:lnTo>
                      <a:lnTo>
                        <a:pt x="344" y="164"/>
                      </a:lnTo>
                      <a:lnTo>
                        <a:pt x="348" y="164"/>
                      </a:lnTo>
                      <a:lnTo>
                        <a:pt x="352" y="164"/>
                      </a:lnTo>
                      <a:lnTo>
                        <a:pt x="354" y="168"/>
                      </a:lnTo>
                      <a:lnTo>
                        <a:pt x="362" y="168"/>
                      </a:lnTo>
                      <a:lnTo>
                        <a:pt x="362" y="172"/>
                      </a:lnTo>
                      <a:lnTo>
                        <a:pt x="358" y="172"/>
                      </a:lnTo>
                      <a:lnTo>
                        <a:pt x="354" y="172"/>
                      </a:lnTo>
                      <a:lnTo>
                        <a:pt x="352" y="176"/>
                      </a:lnTo>
                      <a:lnTo>
                        <a:pt x="352" y="180"/>
                      </a:lnTo>
                      <a:lnTo>
                        <a:pt x="354" y="180"/>
                      </a:lnTo>
                      <a:lnTo>
                        <a:pt x="358" y="180"/>
                      </a:lnTo>
                      <a:lnTo>
                        <a:pt x="358" y="182"/>
                      </a:lnTo>
                      <a:lnTo>
                        <a:pt x="354" y="182"/>
                      </a:lnTo>
                      <a:lnTo>
                        <a:pt x="352" y="182"/>
                      </a:lnTo>
                      <a:lnTo>
                        <a:pt x="352" y="180"/>
                      </a:lnTo>
                      <a:lnTo>
                        <a:pt x="348" y="180"/>
                      </a:lnTo>
                      <a:lnTo>
                        <a:pt x="348" y="182"/>
                      </a:lnTo>
                      <a:lnTo>
                        <a:pt x="352" y="182"/>
                      </a:lnTo>
                      <a:lnTo>
                        <a:pt x="354" y="182"/>
                      </a:lnTo>
                      <a:lnTo>
                        <a:pt x="354" y="186"/>
                      </a:lnTo>
                      <a:lnTo>
                        <a:pt x="354" y="190"/>
                      </a:lnTo>
                      <a:lnTo>
                        <a:pt x="352" y="190"/>
                      </a:lnTo>
                      <a:lnTo>
                        <a:pt x="348" y="190"/>
                      </a:lnTo>
                      <a:lnTo>
                        <a:pt x="344" y="190"/>
                      </a:lnTo>
                      <a:lnTo>
                        <a:pt x="340" y="190"/>
                      </a:lnTo>
                      <a:lnTo>
                        <a:pt x="340" y="194"/>
                      </a:lnTo>
                      <a:lnTo>
                        <a:pt x="340" y="198"/>
                      </a:lnTo>
                      <a:lnTo>
                        <a:pt x="336" y="198"/>
                      </a:lnTo>
                      <a:lnTo>
                        <a:pt x="332" y="198"/>
                      </a:lnTo>
                      <a:lnTo>
                        <a:pt x="328" y="198"/>
                      </a:lnTo>
                      <a:lnTo>
                        <a:pt x="324" y="194"/>
                      </a:lnTo>
                      <a:lnTo>
                        <a:pt x="324" y="190"/>
                      </a:lnTo>
                      <a:lnTo>
                        <a:pt x="324" y="186"/>
                      </a:lnTo>
                      <a:lnTo>
                        <a:pt x="328" y="186"/>
                      </a:lnTo>
                      <a:lnTo>
                        <a:pt x="328" y="182"/>
                      </a:lnTo>
                      <a:lnTo>
                        <a:pt x="324" y="186"/>
                      </a:lnTo>
                      <a:lnTo>
                        <a:pt x="322" y="186"/>
                      </a:lnTo>
                      <a:lnTo>
                        <a:pt x="318" y="186"/>
                      </a:lnTo>
                      <a:lnTo>
                        <a:pt x="322" y="186"/>
                      </a:lnTo>
                      <a:lnTo>
                        <a:pt x="322" y="190"/>
                      </a:lnTo>
                      <a:lnTo>
                        <a:pt x="318" y="194"/>
                      </a:lnTo>
                      <a:lnTo>
                        <a:pt x="314" y="190"/>
                      </a:lnTo>
                      <a:lnTo>
                        <a:pt x="314" y="194"/>
                      </a:lnTo>
                      <a:lnTo>
                        <a:pt x="318" y="194"/>
                      </a:lnTo>
                      <a:lnTo>
                        <a:pt x="318" y="198"/>
                      </a:lnTo>
                      <a:lnTo>
                        <a:pt x="314" y="198"/>
                      </a:lnTo>
                      <a:lnTo>
                        <a:pt x="314" y="202"/>
                      </a:lnTo>
                      <a:lnTo>
                        <a:pt x="310" y="206"/>
                      </a:lnTo>
                      <a:lnTo>
                        <a:pt x="306" y="206"/>
                      </a:lnTo>
                      <a:lnTo>
                        <a:pt x="306" y="202"/>
                      </a:lnTo>
                      <a:lnTo>
                        <a:pt x="302" y="198"/>
                      </a:lnTo>
                      <a:lnTo>
                        <a:pt x="302" y="202"/>
                      </a:lnTo>
                      <a:lnTo>
                        <a:pt x="302" y="206"/>
                      </a:lnTo>
                      <a:lnTo>
                        <a:pt x="298" y="206"/>
                      </a:lnTo>
                      <a:lnTo>
                        <a:pt x="302" y="206"/>
                      </a:lnTo>
                      <a:lnTo>
                        <a:pt x="306" y="206"/>
                      </a:lnTo>
                      <a:lnTo>
                        <a:pt x="306" y="208"/>
                      </a:lnTo>
                      <a:lnTo>
                        <a:pt x="302" y="208"/>
                      </a:lnTo>
                      <a:lnTo>
                        <a:pt x="302" y="206"/>
                      </a:lnTo>
                      <a:lnTo>
                        <a:pt x="302" y="208"/>
                      </a:lnTo>
                      <a:lnTo>
                        <a:pt x="298" y="208"/>
                      </a:lnTo>
                      <a:lnTo>
                        <a:pt x="298" y="212"/>
                      </a:lnTo>
                      <a:lnTo>
                        <a:pt x="294" y="212"/>
                      </a:lnTo>
                      <a:lnTo>
                        <a:pt x="294" y="212"/>
                      </a:lnTo>
                      <a:lnTo>
                        <a:pt x="294" y="212"/>
                      </a:lnTo>
                      <a:close/>
                      <a:moveTo>
                        <a:pt x="706" y="172"/>
                      </a:moveTo>
                      <a:lnTo>
                        <a:pt x="708" y="172"/>
                      </a:lnTo>
                      <a:lnTo>
                        <a:pt x="712" y="172"/>
                      </a:lnTo>
                      <a:lnTo>
                        <a:pt x="712" y="176"/>
                      </a:lnTo>
                      <a:lnTo>
                        <a:pt x="708" y="176"/>
                      </a:lnTo>
                      <a:lnTo>
                        <a:pt x="706" y="176"/>
                      </a:lnTo>
                      <a:lnTo>
                        <a:pt x="706" y="172"/>
                      </a:lnTo>
                      <a:lnTo>
                        <a:pt x="706" y="172"/>
                      </a:lnTo>
                      <a:lnTo>
                        <a:pt x="706" y="172"/>
                      </a:lnTo>
                      <a:close/>
                      <a:moveTo>
                        <a:pt x="646" y="172"/>
                      </a:moveTo>
                      <a:lnTo>
                        <a:pt x="650" y="172"/>
                      </a:lnTo>
                      <a:lnTo>
                        <a:pt x="650" y="176"/>
                      </a:lnTo>
                      <a:lnTo>
                        <a:pt x="646" y="176"/>
                      </a:lnTo>
                      <a:lnTo>
                        <a:pt x="642" y="172"/>
                      </a:lnTo>
                      <a:lnTo>
                        <a:pt x="646" y="172"/>
                      </a:lnTo>
                      <a:lnTo>
                        <a:pt x="646" y="172"/>
                      </a:lnTo>
                      <a:lnTo>
                        <a:pt x="646" y="172"/>
                      </a:lnTo>
                      <a:close/>
                      <a:moveTo>
                        <a:pt x="522" y="176"/>
                      </a:moveTo>
                      <a:lnTo>
                        <a:pt x="518" y="176"/>
                      </a:lnTo>
                      <a:lnTo>
                        <a:pt x="522" y="176"/>
                      </a:lnTo>
                      <a:lnTo>
                        <a:pt x="522" y="176"/>
                      </a:lnTo>
                      <a:lnTo>
                        <a:pt x="522" y="176"/>
                      </a:lnTo>
                      <a:close/>
                      <a:moveTo>
                        <a:pt x="384" y="176"/>
                      </a:moveTo>
                      <a:lnTo>
                        <a:pt x="388" y="176"/>
                      </a:lnTo>
                      <a:lnTo>
                        <a:pt x="384" y="176"/>
                      </a:lnTo>
                      <a:lnTo>
                        <a:pt x="384" y="176"/>
                      </a:lnTo>
                      <a:lnTo>
                        <a:pt x="384" y="176"/>
                      </a:lnTo>
                      <a:close/>
                      <a:moveTo>
                        <a:pt x="858" y="236"/>
                      </a:moveTo>
                      <a:lnTo>
                        <a:pt x="862" y="236"/>
                      </a:lnTo>
                      <a:lnTo>
                        <a:pt x="858" y="236"/>
                      </a:lnTo>
                      <a:lnTo>
                        <a:pt x="862" y="236"/>
                      </a:lnTo>
                      <a:lnTo>
                        <a:pt x="864" y="236"/>
                      </a:lnTo>
                      <a:lnTo>
                        <a:pt x="868" y="236"/>
                      </a:lnTo>
                      <a:lnTo>
                        <a:pt x="872" y="236"/>
                      </a:lnTo>
                      <a:lnTo>
                        <a:pt x="872" y="238"/>
                      </a:lnTo>
                      <a:lnTo>
                        <a:pt x="868" y="238"/>
                      </a:lnTo>
                      <a:lnTo>
                        <a:pt x="864" y="238"/>
                      </a:lnTo>
                      <a:lnTo>
                        <a:pt x="862" y="238"/>
                      </a:lnTo>
                      <a:lnTo>
                        <a:pt x="858" y="238"/>
                      </a:lnTo>
                      <a:lnTo>
                        <a:pt x="858" y="236"/>
                      </a:lnTo>
                      <a:lnTo>
                        <a:pt x="858" y="238"/>
                      </a:lnTo>
                      <a:lnTo>
                        <a:pt x="862" y="238"/>
                      </a:lnTo>
                      <a:lnTo>
                        <a:pt x="862" y="242"/>
                      </a:lnTo>
                      <a:lnTo>
                        <a:pt x="862" y="246"/>
                      </a:lnTo>
                      <a:lnTo>
                        <a:pt x="858" y="246"/>
                      </a:lnTo>
                      <a:lnTo>
                        <a:pt x="854" y="246"/>
                      </a:lnTo>
                      <a:lnTo>
                        <a:pt x="850" y="246"/>
                      </a:lnTo>
                      <a:lnTo>
                        <a:pt x="846" y="246"/>
                      </a:lnTo>
                      <a:lnTo>
                        <a:pt x="842" y="246"/>
                      </a:lnTo>
                      <a:lnTo>
                        <a:pt x="838" y="246"/>
                      </a:lnTo>
                      <a:lnTo>
                        <a:pt x="838" y="250"/>
                      </a:lnTo>
                      <a:lnTo>
                        <a:pt x="834" y="250"/>
                      </a:lnTo>
                      <a:lnTo>
                        <a:pt x="832" y="246"/>
                      </a:lnTo>
                      <a:lnTo>
                        <a:pt x="828" y="246"/>
                      </a:lnTo>
                      <a:lnTo>
                        <a:pt x="824" y="246"/>
                      </a:lnTo>
                      <a:lnTo>
                        <a:pt x="820" y="246"/>
                      </a:lnTo>
                      <a:lnTo>
                        <a:pt x="820" y="242"/>
                      </a:lnTo>
                      <a:lnTo>
                        <a:pt x="820" y="238"/>
                      </a:lnTo>
                      <a:lnTo>
                        <a:pt x="816" y="238"/>
                      </a:lnTo>
                      <a:lnTo>
                        <a:pt x="812" y="236"/>
                      </a:lnTo>
                      <a:lnTo>
                        <a:pt x="812" y="238"/>
                      </a:lnTo>
                      <a:lnTo>
                        <a:pt x="816" y="238"/>
                      </a:lnTo>
                      <a:lnTo>
                        <a:pt x="816" y="242"/>
                      </a:lnTo>
                      <a:lnTo>
                        <a:pt x="812" y="246"/>
                      </a:lnTo>
                      <a:lnTo>
                        <a:pt x="808" y="246"/>
                      </a:lnTo>
                      <a:lnTo>
                        <a:pt x="806" y="246"/>
                      </a:lnTo>
                      <a:lnTo>
                        <a:pt x="802" y="246"/>
                      </a:lnTo>
                      <a:lnTo>
                        <a:pt x="798" y="246"/>
                      </a:lnTo>
                      <a:lnTo>
                        <a:pt x="794" y="246"/>
                      </a:lnTo>
                      <a:lnTo>
                        <a:pt x="790" y="246"/>
                      </a:lnTo>
                      <a:lnTo>
                        <a:pt x="794" y="242"/>
                      </a:lnTo>
                      <a:lnTo>
                        <a:pt x="790" y="242"/>
                      </a:lnTo>
                      <a:lnTo>
                        <a:pt x="790" y="246"/>
                      </a:lnTo>
                      <a:lnTo>
                        <a:pt x="786" y="246"/>
                      </a:lnTo>
                      <a:lnTo>
                        <a:pt x="786" y="242"/>
                      </a:lnTo>
                      <a:lnTo>
                        <a:pt x="782" y="242"/>
                      </a:lnTo>
                      <a:lnTo>
                        <a:pt x="782" y="246"/>
                      </a:lnTo>
                      <a:lnTo>
                        <a:pt x="786" y="246"/>
                      </a:lnTo>
                      <a:lnTo>
                        <a:pt x="782" y="246"/>
                      </a:lnTo>
                      <a:lnTo>
                        <a:pt x="778" y="246"/>
                      </a:lnTo>
                      <a:lnTo>
                        <a:pt x="776" y="246"/>
                      </a:lnTo>
                      <a:lnTo>
                        <a:pt x="772" y="246"/>
                      </a:lnTo>
                      <a:lnTo>
                        <a:pt x="768" y="246"/>
                      </a:lnTo>
                      <a:lnTo>
                        <a:pt x="768" y="242"/>
                      </a:lnTo>
                      <a:lnTo>
                        <a:pt x="768" y="246"/>
                      </a:lnTo>
                      <a:lnTo>
                        <a:pt x="768" y="250"/>
                      </a:lnTo>
                      <a:lnTo>
                        <a:pt x="764" y="250"/>
                      </a:lnTo>
                      <a:lnTo>
                        <a:pt x="760" y="250"/>
                      </a:lnTo>
                      <a:lnTo>
                        <a:pt x="760" y="246"/>
                      </a:lnTo>
                      <a:lnTo>
                        <a:pt x="756" y="250"/>
                      </a:lnTo>
                      <a:lnTo>
                        <a:pt x="752" y="250"/>
                      </a:lnTo>
                      <a:lnTo>
                        <a:pt x="752" y="246"/>
                      </a:lnTo>
                      <a:lnTo>
                        <a:pt x="752" y="250"/>
                      </a:lnTo>
                      <a:lnTo>
                        <a:pt x="748" y="250"/>
                      </a:lnTo>
                      <a:lnTo>
                        <a:pt x="746" y="246"/>
                      </a:lnTo>
                      <a:lnTo>
                        <a:pt x="742" y="246"/>
                      </a:lnTo>
                      <a:lnTo>
                        <a:pt x="746" y="242"/>
                      </a:lnTo>
                      <a:lnTo>
                        <a:pt x="746" y="238"/>
                      </a:lnTo>
                      <a:lnTo>
                        <a:pt x="742" y="238"/>
                      </a:lnTo>
                      <a:lnTo>
                        <a:pt x="742" y="236"/>
                      </a:lnTo>
                      <a:lnTo>
                        <a:pt x="742" y="238"/>
                      </a:lnTo>
                      <a:lnTo>
                        <a:pt x="738" y="238"/>
                      </a:lnTo>
                      <a:lnTo>
                        <a:pt x="738" y="242"/>
                      </a:lnTo>
                      <a:lnTo>
                        <a:pt x="738" y="238"/>
                      </a:lnTo>
                      <a:lnTo>
                        <a:pt x="734" y="238"/>
                      </a:lnTo>
                      <a:lnTo>
                        <a:pt x="734" y="242"/>
                      </a:lnTo>
                      <a:lnTo>
                        <a:pt x="732" y="242"/>
                      </a:lnTo>
                      <a:lnTo>
                        <a:pt x="732" y="238"/>
                      </a:lnTo>
                      <a:lnTo>
                        <a:pt x="732" y="242"/>
                      </a:lnTo>
                      <a:lnTo>
                        <a:pt x="734" y="242"/>
                      </a:lnTo>
                      <a:lnTo>
                        <a:pt x="734" y="246"/>
                      </a:lnTo>
                      <a:lnTo>
                        <a:pt x="732" y="246"/>
                      </a:lnTo>
                      <a:lnTo>
                        <a:pt x="728" y="246"/>
                      </a:lnTo>
                      <a:lnTo>
                        <a:pt x="724" y="246"/>
                      </a:lnTo>
                      <a:lnTo>
                        <a:pt x="720" y="246"/>
                      </a:lnTo>
                      <a:lnTo>
                        <a:pt x="716" y="246"/>
                      </a:lnTo>
                      <a:lnTo>
                        <a:pt x="712" y="246"/>
                      </a:lnTo>
                      <a:lnTo>
                        <a:pt x="712" y="242"/>
                      </a:lnTo>
                      <a:lnTo>
                        <a:pt x="708" y="242"/>
                      </a:lnTo>
                      <a:lnTo>
                        <a:pt x="708" y="238"/>
                      </a:lnTo>
                      <a:lnTo>
                        <a:pt x="712" y="238"/>
                      </a:lnTo>
                      <a:lnTo>
                        <a:pt x="708" y="238"/>
                      </a:lnTo>
                      <a:lnTo>
                        <a:pt x="706" y="238"/>
                      </a:lnTo>
                      <a:lnTo>
                        <a:pt x="706" y="242"/>
                      </a:lnTo>
                      <a:lnTo>
                        <a:pt x="706" y="238"/>
                      </a:lnTo>
                      <a:lnTo>
                        <a:pt x="706" y="242"/>
                      </a:lnTo>
                      <a:lnTo>
                        <a:pt x="702" y="242"/>
                      </a:lnTo>
                      <a:lnTo>
                        <a:pt x="698" y="242"/>
                      </a:lnTo>
                      <a:lnTo>
                        <a:pt x="694" y="242"/>
                      </a:lnTo>
                      <a:lnTo>
                        <a:pt x="694" y="238"/>
                      </a:lnTo>
                      <a:lnTo>
                        <a:pt x="694" y="236"/>
                      </a:lnTo>
                      <a:lnTo>
                        <a:pt x="690" y="236"/>
                      </a:lnTo>
                      <a:lnTo>
                        <a:pt x="690" y="232"/>
                      </a:lnTo>
                      <a:lnTo>
                        <a:pt x="694" y="232"/>
                      </a:lnTo>
                      <a:lnTo>
                        <a:pt x="690" y="232"/>
                      </a:lnTo>
                      <a:lnTo>
                        <a:pt x="686" y="228"/>
                      </a:lnTo>
                      <a:lnTo>
                        <a:pt x="686" y="224"/>
                      </a:lnTo>
                      <a:lnTo>
                        <a:pt x="686" y="220"/>
                      </a:lnTo>
                      <a:lnTo>
                        <a:pt x="690" y="220"/>
                      </a:lnTo>
                      <a:lnTo>
                        <a:pt x="694" y="220"/>
                      </a:lnTo>
                      <a:lnTo>
                        <a:pt x="694" y="216"/>
                      </a:lnTo>
                      <a:lnTo>
                        <a:pt x="690" y="212"/>
                      </a:lnTo>
                      <a:lnTo>
                        <a:pt x="690" y="208"/>
                      </a:lnTo>
                      <a:lnTo>
                        <a:pt x="686" y="208"/>
                      </a:lnTo>
                      <a:lnTo>
                        <a:pt x="686" y="206"/>
                      </a:lnTo>
                      <a:lnTo>
                        <a:pt x="682" y="206"/>
                      </a:lnTo>
                      <a:lnTo>
                        <a:pt x="682" y="202"/>
                      </a:lnTo>
                      <a:lnTo>
                        <a:pt x="678" y="202"/>
                      </a:lnTo>
                      <a:lnTo>
                        <a:pt x="678" y="198"/>
                      </a:lnTo>
                      <a:lnTo>
                        <a:pt x="676" y="198"/>
                      </a:lnTo>
                      <a:lnTo>
                        <a:pt x="672" y="198"/>
                      </a:lnTo>
                      <a:lnTo>
                        <a:pt x="668" y="198"/>
                      </a:lnTo>
                      <a:lnTo>
                        <a:pt x="668" y="202"/>
                      </a:lnTo>
                      <a:lnTo>
                        <a:pt x="664" y="198"/>
                      </a:lnTo>
                      <a:lnTo>
                        <a:pt x="660" y="198"/>
                      </a:lnTo>
                      <a:lnTo>
                        <a:pt x="656" y="198"/>
                      </a:lnTo>
                      <a:lnTo>
                        <a:pt x="652" y="198"/>
                      </a:lnTo>
                      <a:lnTo>
                        <a:pt x="650" y="202"/>
                      </a:lnTo>
                      <a:lnTo>
                        <a:pt x="646" y="202"/>
                      </a:lnTo>
                      <a:lnTo>
                        <a:pt x="646" y="198"/>
                      </a:lnTo>
                      <a:lnTo>
                        <a:pt x="650" y="198"/>
                      </a:lnTo>
                      <a:lnTo>
                        <a:pt x="652" y="198"/>
                      </a:lnTo>
                      <a:lnTo>
                        <a:pt x="650" y="198"/>
                      </a:lnTo>
                      <a:lnTo>
                        <a:pt x="646" y="198"/>
                      </a:lnTo>
                      <a:lnTo>
                        <a:pt x="642" y="198"/>
                      </a:lnTo>
                      <a:lnTo>
                        <a:pt x="642" y="194"/>
                      </a:lnTo>
                      <a:lnTo>
                        <a:pt x="638" y="194"/>
                      </a:lnTo>
                      <a:lnTo>
                        <a:pt x="634" y="194"/>
                      </a:lnTo>
                      <a:lnTo>
                        <a:pt x="638" y="194"/>
                      </a:lnTo>
                      <a:lnTo>
                        <a:pt x="642" y="194"/>
                      </a:lnTo>
                      <a:lnTo>
                        <a:pt x="642" y="190"/>
                      </a:lnTo>
                      <a:lnTo>
                        <a:pt x="638" y="190"/>
                      </a:lnTo>
                      <a:lnTo>
                        <a:pt x="634" y="190"/>
                      </a:lnTo>
                      <a:lnTo>
                        <a:pt x="630" y="190"/>
                      </a:lnTo>
                      <a:lnTo>
                        <a:pt x="630" y="186"/>
                      </a:lnTo>
                      <a:lnTo>
                        <a:pt x="626" y="186"/>
                      </a:lnTo>
                      <a:lnTo>
                        <a:pt x="622" y="186"/>
                      </a:lnTo>
                      <a:lnTo>
                        <a:pt x="622" y="182"/>
                      </a:lnTo>
                      <a:lnTo>
                        <a:pt x="626" y="186"/>
                      </a:lnTo>
                      <a:lnTo>
                        <a:pt x="630" y="186"/>
                      </a:lnTo>
                      <a:lnTo>
                        <a:pt x="634" y="186"/>
                      </a:lnTo>
                      <a:lnTo>
                        <a:pt x="630" y="182"/>
                      </a:lnTo>
                      <a:lnTo>
                        <a:pt x="626" y="182"/>
                      </a:lnTo>
                      <a:lnTo>
                        <a:pt x="622" y="182"/>
                      </a:lnTo>
                      <a:lnTo>
                        <a:pt x="626" y="180"/>
                      </a:lnTo>
                      <a:lnTo>
                        <a:pt x="630" y="180"/>
                      </a:lnTo>
                      <a:lnTo>
                        <a:pt x="634" y="180"/>
                      </a:lnTo>
                      <a:lnTo>
                        <a:pt x="638" y="180"/>
                      </a:lnTo>
                      <a:lnTo>
                        <a:pt x="642" y="176"/>
                      </a:lnTo>
                      <a:lnTo>
                        <a:pt x="642" y="180"/>
                      </a:lnTo>
                      <a:lnTo>
                        <a:pt x="646" y="180"/>
                      </a:lnTo>
                      <a:lnTo>
                        <a:pt x="650" y="180"/>
                      </a:lnTo>
                      <a:lnTo>
                        <a:pt x="652" y="180"/>
                      </a:lnTo>
                      <a:lnTo>
                        <a:pt x="656" y="180"/>
                      </a:lnTo>
                      <a:lnTo>
                        <a:pt x="660" y="182"/>
                      </a:lnTo>
                      <a:lnTo>
                        <a:pt x="664" y="182"/>
                      </a:lnTo>
                      <a:lnTo>
                        <a:pt x="664" y="180"/>
                      </a:lnTo>
                      <a:lnTo>
                        <a:pt x="668" y="180"/>
                      </a:lnTo>
                      <a:lnTo>
                        <a:pt x="668" y="182"/>
                      </a:lnTo>
                      <a:lnTo>
                        <a:pt x="672" y="182"/>
                      </a:lnTo>
                      <a:lnTo>
                        <a:pt x="676" y="186"/>
                      </a:lnTo>
                      <a:lnTo>
                        <a:pt x="676" y="190"/>
                      </a:lnTo>
                      <a:lnTo>
                        <a:pt x="672" y="194"/>
                      </a:lnTo>
                      <a:lnTo>
                        <a:pt x="672" y="198"/>
                      </a:lnTo>
                      <a:lnTo>
                        <a:pt x="672" y="194"/>
                      </a:lnTo>
                      <a:lnTo>
                        <a:pt x="676" y="194"/>
                      </a:lnTo>
                      <a:lnTo>
                        <a:pt x="678" y="190"/>
                      </a:lnTo>
                      <a:lnTo>
                        <a:pt x="682" y="190"/>
                      </a:lnTo>
                      <a:lnTo>
                        <a:pt x="686" y="190"/>
                      </a:lnTo>
                      <a:lnTo>
                        <a:pt x="690" y="190"/>
                      </a:lnTo>
                      <a:lnTo>
                        <a:pt x="694" y="190"/>
                      </a:lnTo>
                      <a:lnTo>
                        <a:pt x="694" y="186"/>
                      </a:lnTo>
                      <a:lnTo>
                        <a:pt x="698" y="186"/>
                      </a:lnTo>
                      <a:lnTo>
                        <a:pt x="702" y="186"/>
                      </a:lnTo>
                      <a:lnTo>
                        <a:pt x="706" y="186"/>
                      </a:lnTo>
                      <a:lnTo>
                        <a:pt x="708" y="190"/>
                      </a:lnTo>
                      <a:lnTo>
                        <a:pt x="712" y="190"/>
                      </a:lnTo>
                      <a:lnTo>
                        <a:pt x="716" y="190"/>
                      </a:lnTo>
                      <a:lnTo>
                        <a:pt x="716" y="194"/>
                      </a:lnTo>
                      <a:lnTo>
                        <a:pt x="712" y="194"/>
                      </a:lnTo>
                      <a:lnTo>
                        <a:pt x="708" y="194"/>
                      </a:lnTo>
                      <a:lnTo>
                        <a:pt x="706" y="194"/>
                      </a:lnTo>
                      <a:lnTo>
                        <a:pt x="702" y="194"/>
                      </a:lnTo>
                      <a:lnTo>
                        <a:pt x="706" y="194"/>
                      </a:lnTo>
                      <a:lnTo>
                        <a:pt x="708" y="194"/>
                      </a:lnTo>
                      <a:lnTo>
                        <a:pt x="712" y="194"/>
                      </a:lnTo>
                      <a:lnTo>
                        <a:pt x="716" y="194"/>
                      </a:lnTo>
                      <a:lnTo>
                        <a:pt x="716" y="198"/>
                      </a:lnTo>
                      <a:lnTo>
                        <a:pt x="720" y="198"/>
                      </a:lnTo>
                      <a:lnTo>
                        <a:pt x="724" y="198"/>
                      </a:lnTo>
                      <a:lnTo>
                        <a:pt x="728" y="198"/>
                      </a:lnTo>
                      <a:lnTo>
                        <a:pt x="732" y="198"/>
                      </a:lnTo>
                      <a:lnTo>
                        <a:pt x="734" y="202"/>
                      </a:lnTo>
                      <a:lnTo>
                        <a:pt x="732" y="202"/>
                      </a:lnTo>
                      <a:lnTo>
                        <a:pt x="728" y="202"/>
                      </a:lnTo>
                      <a:lnTo>
                        <a:pt x="724" y="202"/>
                      </a:lnTo>
                      <a:lnTo>
                        <a:pt x="716" y="202"/>
                      </a:lnTo>
                      <a:lnTo>
                        <a:pt x="720" y="202"/>
                      </a:lnTo>
                      <a:lnTo>
                        <a:pt x="716" y="202"/>
                      </a:lnTo>
                      <a:lnTo>
                        <a:pt x="712" y="202"/>
                      </a:lnTo>
                      <a:lnTo>
                        <a:pt x="708" y="202"/>
                      </a:lnTo>
                      <a:lnTo>
                        <a:pt x="706" y="202"/>
                      </a:lnTo>
                      <a:lnTo>
                        <a:pt x="702" y="202"/>
                      </a:lnTo>
                      <a:lnTo>
                        <a:pt x="702" y="198"/>
                      </a:lnTo>
                      <a:lnTo>
                        <a:pt x="698" y="198"/>
                      </a:lnTo>
                      <a:lnTo>
                        <a:pt x="698" y="202"/>
                      </a:lnTo>
                      <a:lnTo>
                        <a:pt x="702" y="202"/>
                      </a:lnTo>
                      <a:lnTo>
                        <a:pt x="706" y="202"/>
                      </a:lnTo>
                      <a:lnTo>
                        <a:pt x="708" y="202"/>
                      </a:lnTo>
                      <a:lnTo>
                        <a:pt x="712" y="206"/>
                      </a:lnTo>
                      <a:lnTo>
                        <a:pt x="708" y="206"/>
                      </a:lnTo>
                      <a:lnTo>
                        <a:pt x="712" y="206"/>
                      </a:lnTo>
                      <a:lnTo>
                        <a:pt x="716" y="206"/>
                      </a:lnTo>
                      <a:lnTo>
                        <a:pt x="720" y="206"/>
                      </a:lnTo>
                      <a:lnTo>
                        <a:pt x="716" y="206"/>
                      </a:lnTo>
                      <a:lnTo>
                        <a:pt x="712" y="206"/>
                      </a:lnTo>
                      <a:lnTo>
                        <a:pt x="708" y="206"/>
                      </a:lnTo>
                      <a:lnTo>
                        <a:pt x="706" y="206"/>
                      </a:lnTo>
                      <a:lnTo>
                        <a:pt x="708" y="208"/>
                      </a:lnTo>
                      <a:lnTo>
                        <a:pt x="706" y="208"/>
                      </a:lnTo>
                      <a:lnTo>
                        <a:pt x="706" y="212"/>
                      </a:lnTo>
                      <a:lnTo>
                        <a:pt x="706" y="208"/>
                      </a:lnTo>
                      <a:lnTo>
                        <a:pt x="708" y="208"/>
                      </a:lnTo>
                      <a:lnTo>
                        <a:pt x="708" y="206"/>
                      </a:lnTo>
                      <a:lnTo>
                        <a:pt x="712" y="206"/>
                      </a:lnTo>
                      <a:lnTo>
                        <a:pt x="712" y="208"/>
                      </a:lnTo>
                      <a:lnTo>
                        <a:pt x="716" y="208"/>
                      </a:lnTo>
                      <a:lnTo>
                        <a:pt x="712" y="208"/>
                      </a:lnTo>
                      <a:lnTo>
                        <a:pt x="716" y="208"/>
                      </a:lnTo>
                      <a:lnTo>
                        <a:pt x="720" y="208"/>
                      </a:lnTo>
                      <a:lnTo>
                        <a:pt x="720" y="206"/>
                      </a:lnTo>
                      <a:lnTo>
                        <a:pt x="724" y="206"/>
                      </a:lnTo>
                      <a:lnTo>
                        <a:pt x="724" y="208"/>
                      </a:lnTo>
                      <a:lnTo>
                        <a:pt x="728" y="208"/>
                      </a:lnTo>
                      <a:lnTo>
                        <a:pt x="724" y="212"/>
                      </a:lnTo>
                      <a:lnTo>
                        <a:pt x="728" y="212"/>
                      </a:lnTo>
                      <a:lnTo>
                        <a:pt x="728" y="208"/>
                      </a:lnTo>
                      <a:lnTo>
                        <a:pt x="732" y="212"/>
                      </a:lnTo>
                      <a:lnTo>
                        <a:pt x="734" y="212"/>
                      </a:lnTo>
                      <a:lnTo>
                        <a:pt x="732" y="216"/>
                      </a:lnTo>
                      <a:lnTo>
                        <a:pt x="728" y="216"/>
                      </a:lnTo>
                      <a:lnTo>
                        <a:pt x="724" y="220"/>
                      </a:lnTo>
                      <a:lnTo>
                        <a:pt x="728" y="216"/>
                      </a:lnTo>
                      <a:lnTo>
                        <a:pt x="728" y="220"/>
                      </a:lnTo>
                      <a:lnTo>
                        <a:pt x="728" y="216"/>
                      </a:lnTo>
                      <a:lnTo>
                        <a:pt x="732" y="216"/>
                      </a:lnTo>
                      <a:lnTo>
                        <a:pt x="734" y="220"/>
                      </a:lnTo>
                      <a:lnTo>
                        <a:pt x="734" y="224"/>
                      </a:lnTo>
                      <a:lnTo>
                        <a:pt x="738" y="224"/>
                      </a:lnTo>
                      <a:lnTo>
                        <a:pt x="738" y="220"/>
                      </a:lnTo>
                      <a:lnTo>
                        <a:pt x="738" y="216"/>
                      </a:lnTo>
                      <a:lnTo>
                        <a:pt x="742" y="216"/>
                      </a:lnTo>
                      <a:lnTo>
                        <a:pt x="746" y="216"/>
                      </a:lnTo>
                      <a:lnTo>
                        <a:pt x="746" y="220"/>
                      </a:lnTo>
                      <a:lnTo>
                        <a:pt x="748" y="220"/>
                      </a:lnTo>
                      <a:lnTo>
                        <a:pt x="752" y="220"/>
                      </a:lnTo>
                      <a:lnTo>
                        <a:pt x="756" y="220"/>
                      </a:lnTo>
                      <a:lnTo>
                        <a:pt x="756" y="216"/>
                      </a:lnTo>
                      <a:lnTo>
                        <a:pt x="760" y="216"/>
                      </a:lnTo>
                      <a:lnTo>
                        <a:pt x="764" y="216"/>
                      </a:lnTo>
                      <a:lnTo>
                        <a:pt x="764" y="220"/>
                      </a:lnTo>
                      <a:lnTo>
                        <a:pt x="768" y="220"/>
                      </a:lnTo>
                      <a:lnTo>
                        <a:pt x="772" y="220"/>
                      </a:lnTo>
                      <a:lnTo>
                        <a:pt x="772" y="224"/>
                      </a:lnTo>
                      <a:lnTo>
                        <a:pt x="768" y="224"/>
                      </a:lnTo>
                      <a:lnTo>
                        <a:pt x="772" y="224"/>
                      </a:lnTo>
                      <a:lnTo>
                        <a:pt x="776" y="224"/>
                      </a:lnTo>
                      <a:lnTo>
                        <a:pt x="778" y="224"/>
                      </a:lnTo>
                      <a:lnTo>
                        <a:pt x="782" y="224"/>
                      </a:lnTo>
                      <a:lnTo>
                        <a:pt x="778" y="220"/>
                      </a:lnTo>
                      <a:lnTo>
                        <a:pt x="776" y="220"/>
                      </a:lnTo>
                      <a:lnTo>
                        <a:pt x="778" y="220"/>
                      </a:lnTo>
                      <a:lnTo>
                        <a:pt x="782" y="220"/>
                      </a:lnTo>
                      <a:lnTo>
                        <a:pt x="786" y="220"/>
                      </a:lnTo>
                      <a:lnTo>
                        <a:pt x="790" y="216"/>
                      </a:lnTo>
                      <a:lnTo>
                        <a:pt x="794" y="216"/>
                      </a:lnTo>
                      <a:lnTo>
                        <a:pt x="798" y="216"/>
                      </a:lnTo>
                      <a:lnTo>
                        <a:pt x="802" y="216"/>
                      </a:lnTo>
                      <a:lnTo>
                        <a:pt x="806" y="212"/>
                      </a:lnTo>
                      <a:lnTo>
                        <a:pt x="808" y="212"/>
                      </a:lnTo>
                      <a:lnTo>
                        <a:pt x="812" y="212"/>
                      </a:lnTo>
                      <a:lnTo>
                        <a:pt x="816" y="212"/>
                      </a:lnTo>
                      <a:lnTo>
                        <a:pt x="820" y="212"/>
                      </a:lnTo>
                      <a:lnTo>
                        <a:pt x="824" y="212"/>
                      </a:lnTo>
                      <a:lnTo>
                        <a:pt x="828" y="212"/>
                      </a:lnTo>
                      <a:lnTo>
                        <a:pt x="832" y="212"/>
                      </a:lnTo>
                      <a:lnTo>
                        <a:pt x="834" y="212"/>
                      </a:lnTo>
                      <a:lnTo>
                        <a:pt x="838" y="212"/>
                      </a:lnTo>
                      <a:lnTo>
                        <a:pt x="842" y="212"/>
                      </a:lnTo>
                      <a:lnTo>
                        <a:pt x="846" y="212"/>
                      </a:lnTo>
                      <a:lnTo>
                        <a:pt x="846" y="216"/>
                      </a:lnTo>
                      <a:lnTo>
                        <a:pt x="850" y="216"/>
                      </a:lnTo>
                      <a:lnTo>
                        <a:pt x="854" y="216"/>
                      </a:lnTo>
                      <a:lnTo>
                        <a:pt x="858" y="216"/>
                      </a:lnTo>
                      <a:lnTo>
                        <a:pt x="862" y="216"/>
                      </a:lnTo>
                      <a:lnTo>
                        <a:pt x="864" y="220"/>
                      </a:lnTo>
                      <a:lnTo>
                        <a:pt x="862" y="220"/>
                      </a:lnTo>
                      <a:lnTo>
                        <a:pt x="858" y="220"/>
                      </a:lnTo>
                      <a:lnTo>
                        <a:pt x="862" y="220"/>
                      </a:lnTo>
                      <a:lnTo>
                        <a:pt x="864" y="220"/>
                      </a:lnTo>
                      <a:lnTo>
                        <a:pt x="868" y="220"/>
                      </a:lnTo>
                      <a:lnTo>
                        <a:pt x="868" y="224"/>
                      </a:lnTo>
                      <a:lnTo>
                        <a:pt x="868" y="228"/>
                      </a:lnTo>
                      <a:lnTo>
                        <a:pt x="872" y="228"/>
                      </a:lnTo>
                      <a:lnTo>
                        <a:pt x="868" y="228"/>
                      </a:lnTo>
                      <a:lnTo>
                        <a:pt x="864" y="232"/>
                      </a:lnTo>
                      <a:lnTo>
                        <a:pt x="864" y="228"/>
                      </a:lnTo>
                      <a:lnTo>
                        <a:pt x="864" y="232"/>
                      </a:lnTo>
                      <a:lnTo>
                        <a:pt x="862" y="232"/>
                      </a:lnTo>
                      <a:lnTo>
                        <a:pt x="858" y="232"/>
                      </a:lnTo>
                      <a:lnTo>
                        <a:pt x="858" y="236"/>
                      </a:lnTo>
                      <a:lnTo>
                        <a:pt x="858" y="236"/>
                      </a:lnTo>
                      <a:lnTo>
                        <a:pt x="858" y="236"/>
                      </a:lnTo>
                      <a:close/>
                      <a:moveTo>
                        <a:pt x="620" y="180"/>
                      </a:moveTo>
                      <a:lnTo>
                        <a:pt x="622" y="180"/>
                      </a:lnTo>
                      <a:lnTo>
                        <a:pt x="620" y="180"/>
                      </a:lnTo>
                      <a:lnTo>
                        <a:pt x="616" y="180"/>
                      </a:lnTo>
                      <a:lnTo>
                        <a:pt x="620" y="180"/>
                      </a:lnTo>
                      <a:lnTo>
                        <a:pt x="620" y="180"/>
                      </a:lnTo>
                      <a:lnTo>
                        <a:pt x="620" y="180"/>
                      </a:lnTo>
                      <a:close/>
                      <a:moveTo>
                        <a:pt x="380" y="186"/>
                      </a:moveTo>
                      <a:lnTo>
                        <a:pt x="374" y="186"/>
                      </a:lnTo>
                      <a:lnTo>
                        <a:pt x="370" y="186"/>
                      </a:lnTo>
                      <a:lnTo>
                        <a:pt x="370" y="182"/>
                      </a:lnTo>
                      <a:lnTo>
                        <a:pt x="374" y="182"/>
                      </a:lnTo>
                      <a:lnTo>
                        <a:pt x="378" y="182"/>
                      </a:lnTo>
                      <a:lnTo>
                        <a:pt x="380" y="182"/>
                      </a:lnTo>
                      <a:lnTo>
                        <a:pt x="384" y="182"/>
                      </a:lnTo>
                      <a:lnTo>
                        <a:pt x="388" y="182"/>
                      </a:lnTo>
                      <a:lnTo>
                        <a:pt x="388" y="186"/>
                      </a:lnTo>
                      <a:lnTo>
                        <a:pt x="384" y="186"/>
                      </a:lnTo>
                      <a:lnTo>
                        <a:pt x="380" y="186"/>
                      </a:lnTo>
                      <a:lnTo>
                        <a:pt x="380" y="186"/>
                      </a:lnTo>
                      <a:lnTo>
                        <a:pt x="380" y="186"/>
                      </a:lnTo>
                      <a:close/>
                      <a:moveTo>
                        <a:pt x="370" y="236"/>
                      </a:moveTo>
                      <a:lnTo>
                        <a:pt x="366" y="236"/>
                      </a:lnTo>
                      <a:lnTo>
                        <a:pt x="366" y="232"/>
                      </a:lnTo>
                      <a:lnTo>
                        <a:pt x="366" y="228"/>
                      </a:lnTo>
                      <a:lnTo>
                        <a:pt x="366" y="232"/>
                      </a:lnTo>
                      <a:lnTo>
                        <a:pt x="362" y="232"/>
                      </a:lnTo>
                      <a:lnTo>
                        <a:pt x="358" y="232"/>
                      </a:lnTo>
                      <a:lnTo>
                        <a:pt x="362" y="232"/>
                      </a:lnTo>
                      <a:lnTo>
                        <a:pt x="362" y="236"/>
                      </a:lnTo>
                      <a:lnTo>
                        <a:pt x="358" y="236"/>
                      </a:lnTo>
                      <a:lnTo>
                        <a:pt x="354" y="236"/>
                      </a:lnTo>
                      <a:lnTo>
                        <a:pt x="352" y="232"/>
                      </a:lnTo>
                      <a:lnTo>
                        <a:pt x="352" y="228"/>
                      </a:lnTo>
                      <a:lnTo>
                        <a:pt x="348" y="228"/>
                      </a:lnTo>
                      <a:lnTo>
                        <a:pt x="344" y="232"/>
                      </a:lnTo>
                      <a:lnTo>
                        <a:pt x="336" y="232"/>
                      </a:lnTo>
                      <a:lnTo>
                        <a:pt x="336" y="228"/>
                      </a:lnTo>
                      <a:lnTo>
                        <a:pt x="332" y="228"/>
                      </a:lnTo>
                      <a:lnTo>
                        <a:pt x="328" y="228"/>
                      </a:lnTo>
                      <a:lnTo>
                        <a:pt x="332" y="224"/>
                      </a:lnTo>
                      <a:lnTo>
                        <a:pt x="336" y="224"/>
                      </a:lnTo>
                      <a:lnTo>
                        <a:pt x="336" y="220"/>
                      </a:lnTo>
                      <a:lnTo>
                        <a:pt x="340" y="220"/>
                      </a:lnTo>
                      <a:lnTo>
                        <a:pt x="344" y="220"/>
                      </a:lnTo>
                      <a:lnTo>
                        <a:pt x="352" y="220"/>
                      </a:lnTo>
                      <a:lnTo>
                        <a:pt x="354" y="220"/>
                      </a:lnTo>
                      <a:lnTo>
                        <a:pt x="358" y="220"/>
                      </a:lnTo>
                      <a:lnTo>
                        <a:pt x="358" y="216"/>
                      </a:lnTo>
                      <a:lnTo>
                        <a:pt x="362" y="216"/>
                      </a:lnTo>
                      <a:lnTo>
                        <a:pt x="366" y="216"/>
                      </a:lnTo>
                      <a:lnTo>
                        <a:pt x="370" y="216"/>
                      </a:lnTo>
                      <a:lnTo>
                        <a:pt x="366" y="216"/>
                      </a:lnTo>
                      <a:lnTo>
                        <a:pt x="362" y="216"/>
                      </a:lnTo>
                      <a:lnTo>
                        <a:pt x="358" y="216"/>
                      </a:lnTo>
                      <a:lnTo>
                        <a:pt x="354" y="216"/>
                      </a:lnTo>
                      <a:lnTo>
                        <a:pt x="352" y="216"/>
                      </a:lnTo>
                      <a:lnTo>
                        <a:pt x="352" y="220"/>
                      </a:lnTo>
                      <a:lnTo>
                        <a:pt x="348" y="220"/>
                      </a:lnTo>
                      <a:lnTo>
                        <a:pt x="344" y="220"/>
                      </a:lnTo>
                      <a:lnTo>
                        <a:pt x="336" y="220"/>
                      </a:lnTo>
                      <a:lnTo>
                        <a:pt x="336" y="216"/>
                      </a:lnTo>
                      <a:lnTo>
                        <a:pt x="340" y="216"/>
                      </a:lnTo>
                      <a:lnTo>
                        <a:pt x="340" y="212"/>
                      </a:lnTo>
                      <a:lnTo>
                        <a:pt x="344" y="212"/>
                      </a:lnTo>
                      <a:lnTo>
                        <a:pt x="348" y="212"/>
                      </a:lnTo>
                      <a:lnTo>
                        <a:pt x="352" y="212"/>
                      </a:lnTo>
                      <a:lnTo>
                        <a:pt x="354" y="212"/>
                      </a:lnTo>
                      <a:lnTo>
                        <a:pt x="358" y="212"/>
                      </a:lnTo>
                      <a:lnTo>
                        <a:pt x="358" y="208"/>
                      </a:lnTo>
                      <a:lnTo>
                        <a:pt x="358" y="212"/>
                      </a:lnTo>
                      <a:lnTo>
                        <a:pt x="362" y="212"/>
                      </a:lnTo>
                      <a:lnTo>
                        <a:pt x="362" y="208"/>
                      </a:lnTo>
                      <a:lnTo>
                        <a:pt x="366" y="208"/>
                      </a:lnTo>
                      <a:lnTo>
                        <a:pt x="370" y="208"/>
                      </a:lnTo>
                      <a:lnTo>
                        <a:pt x="366" y="208"/>
                      </a:lnTo>
                      <a:lnTo>
                        <a:pt x="362" y="208"/>
                      </a:lnTo>
                      <a:lnTo>
                        <a:pt x="358" y="208"/>
                      </a:lnTo>
                      <a:lnTo>
                        <a:pt x="354" y="208"/>
                      </a:lnTo>
                      <a:lnTo>
                        <a:pt x="352" y="208"/>
                      </a:lnTo>
                      <a:lnTo>
                        <a:pt x="348" y="208"/>
                      </a:lnTo>
                      <a:lnTo>
                        <a:pt x="344" y="208"/>
                      </a:lnTo>
                      <a:lnTo>
                        <a:pt x="348" y="208"/>
                      </a:lnTo>
                      <a:lnTo>
                        <a:pt x="348" y="206"/>
                      </a:lnTo>
                      <a:lnTo>
                        <a:pt x="344" y="206"/>
                      </a:lnTo>
                      <a:lnTo>
                        <a:pt x="348" y="202"/>
                      </a:lnTo>
                      <a:lnTo>
                        <a:pt x="352" y="202"/>
                      </a:lnTo>
                      <a:lnTo>
                        <a:pt x="354" y="202"/>
                      </a:lnTo>
                      <a:lnTo>
                        <a:pt x="358" y="202"/>
                      </a:lnTo>
                      <a:lnTo>
                        <a:pt x="362" y="202"/>
                      </a:lnTo>
                      <a:lnTo>
                        <a:pt x="366" y="202"/>
                      </a:lnTo>
                      <a:lnTo>
                        <a:pt x="370" y="202"/>
                      </a:lnTo>
                      <a:lnTo>
                        <a:pt x="374" y="202"/>
                      </a:lnTo>
                      <a:lnTo>
                        <a:pt x="370" y="202"/>
                      </a:lnTo>
                      <a:lnTo>
                        <a:pt x="366" y="202"/>
                      </a:lnTo>
                      <a:lnTo>
                        <a:pt x="362" y="202"/>
                      </a:lnTo>
                      <a:lnTo>
                        <a:pt x="358" y="202"/>
                      </a:lnTo>
                      <a:lnTo>
                        <a:pt x="354" y="202"/>
                      </a:lnTo>
                      <a:lnTo>
                        <a:pt x="354" y="198"/>
                      </a:lnTo>
                      <a:lnTo>
                        <a:pt x="358" y="194"/>
                      </a:lnTo>
                      <a:lnTo>
                        <a:pt x="362" y="194"/>
                      </a:lnTo>
                      <a:lnTo>
                        <a:pt x="366" y="194"/>
                      </a:lnTo>
                      <a:lnTo>
                        <a:pt x="370" y="194"/>
                      </a:lnTo>
                      <a:lnTo>
                        <a:pt x="374" y="194"/>
                      </a:lnTo>
                      <a:lnTo>
                        <a:pt x="378" y="194"/>
                      </a:lnTo>
                      <a:lnTo>
                        <a:pt x="380" y="194"/>
                      </a:lnTo>
                      <a:lnTo>
                        <a:pt x="380" y="198"/>
                      </a:lnTo>
                      <a:lnTo>
                        <a:pt x="380" y="202"/>
                      </a:lnTo>
                      <a:lnTo>
                        <a:pt x="384" y="202"/>
                      </a:lnTo>
                      <a:lnTo>
                        <a:pt x="388" y="202"/>
                      </a:lnTo>
                      <a:lnTo>
                        <a:pt x="392" y="198"/>
                      </a:lnTo>
                      <a:lnTo>
                        <a:pt x="396" y="198"/>
                      </a:lnTo>
                      <a:lnTo>
                        <a:pt x="400" y="198"/>
                      </a:lnTo>
                      <a:lnTo>
                        <a:pt x="400" y="202"/>
                      </a:lnTo>
                      <a:lnTo>
                        <a:pt x="404" y="202"/>
                      </a:lnTo>
                      <a:lnTo>
                        <a:pt x="404" y="206"/>
                      </a:lnTo>
                      <a:lnTo>
                        <a:pt x="408" y="206"/>
                      </a:lnTo>
                      <a:lnTo>
                        <a:pt x="410" y="206"/>
                      </a:lnTo>
                      <a:lnTo>
                        <a:pt x="410" y="208"/>
                      </a:lnTo>
                      <a:lnTo>
                        <a:pt x="414" y="208"/>
                      </a:lnTo>
                      <a:lnTo>
                        <a:pt x="410" y="208"/>
                      </a:lnTo>
                      <a:lnTo>
                        <a:pt x="408" y="208"/>
                      </a:lnTo>
                      <a:lnTo>
                        <a:pt x="408" y="212"/>
                      </a:lnTo>
                      <a:lnTo>
                        <a:pt x="410" y="212"/>
                      </a:lnTo>
                      <a:lnTo>
                        <a:pt x="414" y="212"/>
                      </a:lnTo>
                      <a:lnTo>
                        <a:pt x="418" y="212"/>
                      </a:lnTo>
                      <a:lnTo>
                        <a:pt x="418" y="216"/>
                      </a:lnTo>
                      <a:lnTo>
                        <a:pt x="418" y="220"/>
                      </a:lnTo>
                      <a:lnTo>
                        <a:pt x="422" y="220"/>
                      </a:lnTo>
                      <a:lnTo>
                        <a:pt x="424" y="220"/>
                      </a:lnTo>
                      <a:lnTo>
                        <a:pt x="428" y="220"/>
                      </a:lnTo>
                      <a:lnTo>
                        <a:pt x="432" y="220"/>
                      </a:lnTo>
                      <a:lnTo>
                        <a:pt x="436" y="220"/>
                      </a:lnTo>
                      <a:lnTo>
                        <a:pt x="440" y="220"/>
                      </a:lnTo>
                      <a:lnTo>
                        <a:pt x="444" y="220"/>
                      </a:lnTo>
                      <a:lnTo>
                        <a:pt x="448" y="220"/>
                      </a:lnTo>
                      <a:lnTo>
                        <a:pt x="450" y="220"/>
                      </a:lnTo>
                      <a:lnTo>
                        <a:pt x="454" y="220"/>
                      </a:lnTo>
                      <a:lnTo>
                        <a:pt x="454" y="216"/>
                      </a:lnTo>
                      <a:lnTo>
                        <a:pt x="450" y="212"/>
                      </a:lnTo>
                      <a:lnTo>
                        <a:pt x="448" y="212"/>
                      </a:lnTo>
                      <a:lnTo>
                        <a:pt x="444" y="212"/>
                      </a:lnTo>
                      <a:lnTo>
                        <a:pt x="444" y="208"/>
                      </a:lnTo>
                      <a:lnTo>
                        <a:pt x="440" y="208"/>
                      </a:lnTo>
                      <a:lnTo>
                        <a:pt x="436" y="208"/>
                      </a:lnTo>
                      <a:lnTo>
                        <a:pt x="440" y="208"/>
                      </a:lnTo>
                      <a:lnTo>
                        <a:pt x="444" y="208"/>
                      </a:lnTo>
                      <a:lnTo>
                        <a:pt x="448" y="206"/>
                      </a:lnTo>
                      <a:lnTo>
                        <a:pt x="448" y="202"/>
                      </a:lnTo>
                      <a:lnTo>
                        <a:pt x="444" y="202"/>
                      </a:lnTo>
                      <a:lnTo>
                        <a:pt x="440" y="202"/>
                      </a:lnTo>
                      <a:lnTo>
                        <a:pt x="436" y="202"/>
                      </a:lnTo>
                      <a:lnTo>
                        <a:pt x="436" y="198"/>
                      </a:lnTo>
                      <a:lnTo>
                        <a:pt x="432" y="198"/>
                      </a:lnTo>
                      <a:lnTo>
                        <a:pt x="432" y="194"/>
                      </a:lnTo>
                      <a:lnTo>
                        <a:pt x="436" y="194"/>
                      </a:lnTo>
                      <a:lnTo>
                        <a:pt x="440" y="194"/>
                      </a:lnTo>
                      <a:lnTo>
                        <a:pt x="444" y="194"/>
                      </a:lnTo>
                      <a:lnTo>
                        <a:pt x="444" y="190"/>
                      </a:lnTo>
                      <a:lnTo>
                        <a:pt x="440" y="190"/>
                      </a:lnTo>
                      <a:lnTo>
                        <a:pt x="444" y="190"/>
                      </a:lnTo>
                      <a:lnTo>
                        <a:pt x="444" y="186"/>
                      </a:lnTo>
                      <a:lnTo>
                        <a:pt x="448" y="182"/>
                      </a:lnTo>
                      <a:lnTo>
                        <a:pt x="450" y="182"/>
                      </a:lnTo>
                      <a:lnTo>
                        <a:pt x="454" y="182"/>
                      </a:lnTo>
                      <a:lnTo>
                        <a:pt x="458" y="182"/>
                      </a:lnTo>
                      <a:lnTo>
                        <a:pt x="458" y="186"/>
                      </a:lnTo>
                      <a:lnTo>
                        <a:pt x="458" y="190"/>
                      </a:lnTo>
                      <a:lnTo>
                        <a:pt x="454" y="190"/>
                      </a:lnTo>
                      <a:lnTo>
                        <a:pt x="458" y="190"/>
                      </a:lnTo>
                      <a:lnTo>
                        <a:pt x="458" y="194"/>
                      </a:lnTo>
                      <a:lnTo>
                        <a:pt x="462" y="194"/>
                      </a:lnTo>
                      <a:lnTo>
                        <a:pt x="462" y="198"/>
                      </a:lnTo>
                      <a:lnTo>
                        <a:pt x="466" y="198"/>
                      </a:lnTo>
                      <a:lnTo>
                        <a:pt x="462" y="202"/>
                      </a:lnTo>
                      <a:lnTo>
                        <a:pt x="462" y="206"/>
                      </a:lnTo>
                      <a:lnTo>
                        <a:pt x="466" y="206"/>
                      </a:lnTo>
                      <a:lnTo>
                        <a:pt x="470" y="206"/>
                      </a:lnTo>
                      <a:lnTo>
                        <a:pt x="474" y="206"/>
                      </a:lnTo>
                      <a:lnTo>
                        <a:pt x="470" y="208"/>
                      </a:lnTo>
                      <a:lnTo>
                        <a:pt x="466" y="208"/>
                      </a:lnTo>
                      <a:lnTo>
                        <a:pt x="466" y="212"/>
                      </a:lnTo>
                      <a:lnTo>
                        <a:pt x="470" y="212"/>
                      </a:lnTo>
                      <a:lnTo>
                        <a:pt x="470" y="208"/>
                      </a:lnTo>
                      <a:lnTo>
                        <a:pt x="474" y="208"/>
                      </a:lnTo>
                      <a:lnTo>
                        <a:pt x="478" y="208"/>
                      </a:lnTo>
                      <a:lnTo>
                        <a:pt x="480" y="208"/>
                      </a:lnTo>
                      <a:lnTo>
                        <a:pt x="480" y="212"/>
                      </a:lnTo>
                      <a:lnTo>
                        <a:pt x="484" y="212"/>
                      </a:lnTo>
                      <a:lnTo>
                        <a:pt x="480" y="212"/>
                      </a:lnTo>
                      <a:lnTo>
                        <a:pt x="480" y="208"/>
                      </a:lnTo>
                      <a:lnTo>
                        <a:pt x="484" y="206"/>
                      </a:lnTo>
                      <a:lnTo>
                        <a:pt x="488" y="206"/>
                      </a:lnTo>
                      <a:lnTo>
                        <a:pt x="492" y="206"/>
                      </a:lnTo>
                      <a:lnTo>
                        <a:pt x="496" y="206"/>
                      </a:lnTo>
                      <a:lnTo>
                        <a:pt x="500" y="208"/>
                      </a:lnTo>
                      <a:lnTo>
                        <a:pt x="504" y="208"/>
                      </a:lnTo>
                      <a:lnTo>
                        <a:pt x="504" y="212"/>
                      </a:lnTo>
                      <a:lnTo>
                        <a:pt x="504" y="216"/>
                      </a:lnTo>
                      <a:lnTo>
                        <a:pt x="504" y="220"/>
                      </a:lnTo>
                      <a:lnTo>
                        <a:pt x="500" y="220"/>
                      </a:lnTo>
                      <a:lnTo>
                        <a:pt x="500" y="224"/>
                      </a:lnTo>
                      <a:lnTo>
                        <a:pt x="500" y="228"/>
                      </a:lnTo>
                      <a:lnTo>
                        <a:pt x="496" y="228"/>
                      </a:lnTo>
                      <a:lnTo>
                        <a:pt x="496" y="232"/>
                      </a:lnTo>
                      <a:lnTo>
                        <a:pt x="492" y="232"/>
                      </a:lnTo>
                      <a:lnTo>
                        <a:pt x="496" y="232"/>
                      </a:lnTo>
                      <a:lnTo>
                        <a:pt x="492" y="236"/>
                      </a:lnTo>
                      <a:lnTo>
                        <a:pt x="488" y="236"/>
                      </a:lnTo>
                      <a:lnTo>
                        <a:pt x="484" y="236"/>
                      </a:lnTo>
                      <a:lnTo>
                        <a:pt x="480" y="236"/>
                      </a:lnTo>
                      <a:lnTo>
                        <a:pt x="478" y="236"/>
                      </a:lnTo>
                      <a:lnTo>
                        <a:pt x="474" y="236"/>
                      </a:lnTo>
                      <a:lnTo>
                        <a:pt x="470" y="236"/>
                      </a:lnTo>
                      <a:lnTo>
                        <a:pt x="470" y="232"/>
                      </a:lnTo>
                      <a:lnTo>
                        <a:pt x="470" y="236"/>
                      </a:lnTo>
                      <a:lnTo>
                        <a:pt x="466" y="236"/>
                      </a:lnTo>
                      <a:lnTo>
                        <a:pt x="462" y="236"/>
                      </a:lnTo>
                      <a:lnTo>
                        <a:pt x="458" y="236"/>
                      </a:lnTo>
                      <a:lnTo>
                        <a:pt x="454" y="236"/>
                      </a:lnTo>
                      <a:lnTo>
                        <a:pt x="458" y="236"/>
                      </a:lnTo>
                      <a:lnTo>
                        <a:pt x="458" y="232"/>
                      </a:lnTo>
                      <a:lnTo>
                        <a:pt x="454" y="232"/>
                      </a:lnTo>
                      <a:lnTo>
                        <a:pt x="450" y="236"/>
                      </a:lnTo>
                      <a:lnTo>
                        <a:pt x="448" y="236"/>
                      </a:lnTo>
                      <a:lnTo>
                        <a:pt x="444" y="238"/>
                      </a:lnTo>
                      <a:lnTo>
                        <a:pt x="440" y="238"/>
                      </a:lnTo>
                      <a:lnTo>
                        <a:pt x="436" y="238"/>
                      </a:lnTo>
                      <a:lnTo>
                        <a:pt x="432" y="238"/>
                      </a:lnTo>
                      <a:lnTo>
                        <a:pt x="428" y="238"/>
                      </a:lnTo>
                      <a:lnTo>
                        <a:pt x="428" y="242"/>
                      </a:lnTo>
                      <a:lnTo>
                        <a:pt x="424" y="242"/>
                      </a:lnTo>
                      <a:lnTo>
                        <a:pt x="422" y="246"/>
                      </a:lnTo>
                      <a:lnTo>
                        <a:pt x="418" y="246"/>
                      </a:lnTo>
                      <a:lnTo>
                        <a:pt x="414" y="246"/>
                      </a:lnTo>
                      <a:lnTo>
                        <a:pt x="410" y="250"/>
                      </a:lnTo>
                      <a:lnTo>
                        <a:pt x="408" y="250"/>
                      </a:lnTo>
                      <a:lnTo>
                        <a:pt x="404" y="250"/>
                      </a:lnTo>
                      <a:lnTo>
                        <a:pt x="400" y="250"/>
                      </a:lnTo>
                      <a:lnTo>
                        <a:pt x="396" y="250"/>
                      </a:lnTo>
                      <a:lnTo>
                        <a:pt x="392" y="250"/>
                      </a:lnTo>
                      <a:lnTo>
                        <a:pt x="388" y="250"/>
                      </a:lnTo>
                      <a:lnTo>
                        <a:pt x="384" y="246"/>
                      </a:lnTo>
                      <a:lnTo>
                        <a:pt x="380" y="246"/>
                      </a:lnTo>
                      <a:lnTo>
                        <a:pt x="378" y="246"/>
                      </a:lnTo>
                      <a:lnTo>
                        <a:pt x="378" y="242"/>
                      </a:lnTo>
                      <a:lnTo>
                        <a:pt x="380" y="238"/>
                      </a:lnTo>
                      <a:lnTo>
                        <a:pt x="384" y="238"/>
                      </a:lnTo>
                      <a:lnTo>
                        <a:pt x="388" y="238"/>
                      </a:lnTo>
                      <a:lnTo>
                        <a:pt x="392" y="238"/>
                      </a:lnTo>
                      <a:lnTo>
                        <a:pt x="392" y="236"/>
                      </a:lnTo>
                      <a:lnTo>
                        <a:pt x="396" y="236"/>
                      </a:lnTo>
                      <a:lnTo>
                        <a:pt x="400" y="236"/>
                      </a:lnTo>
                      <a:lnTo>
                        <a:pt x="404" y="236"/>
                      </a:lnTo>
                      <a:lnTo>
                        <a:pt x="408" y="236"/>
                      </a:lnTo>
                      <a:lnTo>
                        <a:pt x="410" y="236"/>
                      </a:lnTo>
                      <a:lnTo>
                        <a:pt x="414" y="236"/>
                      </a:lnTo>
                      <a:lnTo>
                        <a:pt x="418" y="236"/>
                      </a:lnTo>
                      <a:lnTo>
                        <a:pt x="422" y="232"/>
                      </a:lnTo>
                      <a:lnTo>
                        <a:pt x="424" y="228"/>
                      </a:lnTo>
                      <a:lnTo>
                        <a:pt x="422" y="228"/>
                      </a:lnTo>
                      <a:lnTo>
                        <a:pt x="418" y="228"/>
                      </a:lnTo>
                      <a:lnTo>
                        <a:pt x="418" y="232"/>
                      </a:lnTo>
                      <a:lnTo>
                        <a:pt x="414" y="232"/>
                      </a:lnTo>
                      <a:lnTo>
                        <a:pt x="414" y="228"/>
                      </a:lnTo>
                      <a:lnTo>
                        <a:pt x="410" y="232"/>
                      </a:lnTo>
                      <a:lnTo>
                        <a:pt x="408" y="232"/>
                      </a:lnTo>
                      <a:lnTo>
                        <a:pt x="404" y="232"/>
                      </a:lnTo>
                      <a:lnTo>
                        <a:pt x="408" y="228"/>
                      </a:lnTo>
                      <a:lnTo>
                        <a:pt x="404" y="228"/>
                      </a:lnTo>
                      <a:lnTo>
                        <a:pt x="400" y="228"/>
                      </a:lnTo>
                      <a:lnTo>
                        <a:pt x="400" y="232"/>
                      </a:lnTo>
                      <a:lnTo>
                        <a:pt x="396" y="232"/>
                      </a:lnTo>
                      <a:lnTo>
                        <a:pt x="392" y="232"/>
                      </a:lnTo>
                      <a:lnTo>
                        <a:pt x="388" y="232"/>
                      </a:lnTo>
                      <a:lnTo>
                        <a:pt x="384" y="232"/>
                      </a:lnTo>
                      <a:lnTo>
                        <a:pt x="380" y="232"/>
                      </a:lnTo>
                      <a:lnTo>
                        <a:pt x="384" y="228"/>
                      </a:lnTo>
                      <a:lnTo>
                        <a:pt x="384" y="224"/>
                      </a:lnTo>
                      <a:lnTo>
                        <a:pt x="388" y="224"/>
                      </a:lnTo>
                      <a:lnTo>
                        <a:pt x="392" y="224"/>
                      </a:lnTo>
                      <a:lnTo>
                        <a:pt x="388" y="224"/>
                      </a:lnTo>
                      <a:lnTo>
                        <a:pt x="384" y="224"/>
                      </a:lnTo>
                      <a:lnTo>
                        <a:pt x="380" y="224"/>
                      </a:lnTo>
                      <a:lnTo>
                        <a:pt x="380" y="220"/>
                      </a:lnTo>
                      <a:lnTo>
                        <a:pt x="380" y="224"/>
                      </a:lnTo>
                      <a:lnTo>
                        <a:pt x="380" y="228"/>
                      </a:lnTo>
                      <a:lnTo>
                        <a:pt x="378" y="228"/>
                      </a:lnTo>
                      <a:lnTo>
                        <a:pt x="374" y="224"/>
                      </a:lnTo>
                      <a:lnTo>
                        <a:pt x="374" y="228"/>
                      </a:lnTo>
                      <a:lnTo>
                        <a:pt x="378" y="228"/>
                      </a:lnTo>
                      <a:lnTo>
                        <a:pt x="378" y="232"/>
                      </a:lnTo>
                      <a:lnTo>
                        <a:pt x="374" y="232"/>
                      </a:lnTo>
                      <a:lnTo>
                        <a:pt x="374" y="236"/>
                      </a:lnTo>
                      <a:lnTo>
                        <a:pt x="370" y="236"/>
                      </a:lnTo>
                      <a:lnTo>
                        <a:pt x="370" y="236"/>
                      </a:lnTo>
                      <a:lnTo>
                        <a:pt x="370" y="236"/>
                      </a:lnTo>
                      <a:close/>
                      <a:moveTo>
                        <a:pt x="724" y="194"/>
                      </a:moveTo>
                      <a:lnTo>
                        <a:pt x="720" y="194"/>
                      </a:lnTo>
                      <a:lnTo>
                        <a:pt x="720" y="190"/>
                      </a:lnTo>
                      <a:lnTo>
                        <a:pt x="716" y="190"/>
                      </a:lnTo>
                      <a:lnTo>
                        <a:pt x="716" y="186"/>
                      </a:lnTo>
                      <a:lnTo>
                        <a:pt x="712" y="186"/>
                      </a:lnTo>
                      <a:lnTo>
                        <a:pt x="716" y="186"/>
                      </a:lnTo>
                      <a:lnTo>
                        <a:pt x="716" y="182"/>
                      </a:lnTo>
                      <a:lnTo>
                        <a:pt x="720" y="182"/>
                      </a:lnTo>
                      <a:lnTo>
                        <a:pt x="724" y="182"/>
                      </a:lnTo>
                      <a:lnTo>
                        <a:pt x="724" y="186"/>
                      </a:lnTo>
                      <a:lnTo>
                        <a:pt x="728" y="186"/>
                      </a:lnTo>
                      <a:lnTo>
                        <a:pt x="724" y="186"/>
                      </a:lnTo>
                      <a:lnTo>
                        <a:pt x="724" y="190"/>
                      </a:lnTo>
                      <a:lnTo>
                        <a:pt x="724" y="194"/>
                      </a:lnTo>
                      <a:lnTo>
                        <a:pt x="728" y="194"/>
                      </a:lnTo>
                      <a:lnTo>
                        <a:pt x="724" y="194"/>
                      </a:lnTo>
                      <a:lnTo>
                        <a:pt x="724" y="194"/>
                      </a:lnTo>
                      <a:lnTo>
                        <a:pt x="724" y="194"/>
                      </a:lnTo>
                      <a:close/>
                      <a:moveTo>
                        <a:pt x="574" y="186"/>
                      </a:moveTo>
                      <a:lnTo>
                        <a:pt x="570" y="190"/>
                      </a:lnTo>
                      <a:lnTo>
                        <a:pt x="566" y="190"/>
                      </a:lnTo>
                      <a:lnTo>
                        <a:pt x="564" y="190"/>
                      </a:lnTo>
                      <a:lnTo>
                        <a:pt x="560" y="190"/>
                      </a:lnTo>
                      <a:lnTo>
                        <a:pt x="556" y="190"/>
                      </a:lnTo>
                      <a:lnTo>
                        <a:pt x="560" y="190"/>
                      </a:lnTo>
                      <a:lnTo>
                        <a:pt x="564" y="190"/>
                      </a:lnTo>
                      <a:lnTo>
                        <a:pt x="564" y="186"/>
                      </a:lnTo>
                      <a:lnTo>
                        <a:pt x="566" y="186"/>
                      </a:lnTo>
                      <a:lnTo>
                        <a:pt x="570" y="186"/>
                      </a:lnTo>
                      <a:lnTo>
                        <a:pt x="574" y="186"/>
                      </a:lnTo>
                      <a:lnTo>
                        <a:pt x="578" y="186"/>
                      </a:lnTo>
                      <a:lnTo>
                        <a:pt x="574" y="186"/>
                      </a:lnTo>
                      <a:lnTo>
                        <a:pt x="574" y="186"/>
                      </a:lnTo>
                      <a:lnTo>
                        <a:pt x="574" y="186"/>
                      </a:lnTo>
                      <a:close/>
                      <a:moveTo>
                        <a:pt x="586" y="186"/>
                      </a:moveTo>
                      <a:lnTo>
                        <a:pt x="590" y="186"/>
                      </a:lnTo>
                      <a:lnTo>
                        <a:pt x="586" y="186"/>
                      </a:lnTo>
                      <a:lnTo>
                        <a:pt x="582" y="186"/>
                      </a:lnTo>
                      <a:lnTo>
                        <a:pt x="578" y="186"/>
                      </a:lnTo>
                      <a:lnTo>
                        <a:pt x="582" y="186"/>
                      </a:lnTo>
                      <a:lnTo>
                        <a:pt x="586" y="186"/>
                      </a:lnTo>
                      <a:lnTo>
                        <a:pt x="586" y="186"/>
                      </a:lnTo>
                      <a:lnTo>
                        <a:pt x="586" y="186"/>
                      </a:lnTo>
                      <a:close/>
                      <a:moveTo>
                        <a:pt x="586" y="236"/>
                      </a:moveTo>
                      <a:lnTo>
                        <a:pt x="582" y="236"/>
                      </a:lnTo>
                      <a:lnTo>
                        <a:pt x="578" y="236"/>
                      </a:lnTo>
                      <a:lnTo>
                        <a:pt x="574" y="236"/>
                      </a:lnTo>
                      <a:lnTo>
                        <a:pt x="574" y="232"/>
                      </a:lnTo>
                      <a:lnTo>
                        <a:pt x="574" y="228"/>
                      </a:lnTo>
                      <a:lnTo>
                        <a:pt x="570" y="228"/>
                      </a:lnTo>
                      <a:lnTo>
                        <a:pt x="574" y="228"/>
                      </a:lnTo>
                      <a:lnTo>
                        <a:pt x="578" y="228"/>
                      </a:lnTo>
                      <a:lnTo>
                        <a:pt x="582" y="228"/>
                      </a:lnTo>
                      <a:lnTo>
                        <a:pt x="578" y="228"/>
                      </a:lnTo>
                      <a:lnTo>
                        <a:pt x="574" y="228"/>
                      </a:lnTo>
                      <a:lnTo>
                        <a:pt x="578" y="224"/>
                      </a:lnTo>
                      <a:lnTo>
                        <a:pt x="574" y="224"/>
                      </a:lnTo>
                      <a:lnTo>
                        <a:pt x="574" y="228"/>
                      </a:lnTo>
                      <a:lnTo>
                        <a:pt x="570" y="224"/>
                      </a:lnTo>
                      <a:lnTo>
                        <a:pt x="574" y="224"/>
                      </a:lnTo>
                      <a:lnTo>
                        <a:pt x="570" y="224"/>
                      </a:lnTo>
                      <a:lnTo>
                        <a:pt x="574" y="220"/>
                      </a:lnTo>
                      <a:lnTo>
                        <a:pt x="578" y="220"/>
                      </a:lnTo>
                      <a:lnTo>
                        <a:pt x="574" y="220"/>
                      </a:lnTo>
                      <a:lnTo>
                        <a:pt x="578" y="220"/>
                      </a:lnTo>
                      <a:lnTo>
                        <a:pt x="582" y="220"/>
                      </a:lnTo>
                      <a:lnTo>
                        <a:pt x="578" y="220"/>
                      </a:lnTo>
                      <a:lnTo>
                        <a:pt x="582" y="216"/>
                      </a:lnTo>
                      <a:lnTo>
                        <a:pt x="586" y="216"/>
                      </a:lnTo>
                      <a:lnTo>
                        <a:pt x="582" y="216"/>
                      </a:lnTo>
                      <a:lnTo>
                        <a:pt x="590" y="216"/>
                      </a:lnTo>
                      <a:lnTo>
                        <a:pt x="592" y="216"/>
                      </a:lnTo>
                      <a:lnTo>
                        <a:pt x="596" y="216"/>
                      </a:lnTo>
                      <a:lnTo>
                        <a:pt x="592" y="216"/>
                      </a:lnTo>
                      <a:lnTo>
                        <a:pt x="590" y="216"/>
                      </a:lnTo>
                      <a:lnTo>
                        <a:pt x="586" y="216"/>
                      </a:lnTo>
                      <a:lnTo>
                        <a:pt x="582" y="216"/>
                      </a:lnTo>
                      <a:lnTo>
                        <a:pt x="578" y="216"/>
                      </a:lnTo>
                      <a:lnTo>
                        <a:pt x="574" y="216"/>
                      </a:lnTo>
                      <a:lnTo>
                        <a:pt x="570" y="216"/>
                      </a:lnTo>
                      <a:lnTo>
                        <a:pt x="566" y="216"/>
                      </a:lnTo>
                      <a:lnTo>
                        <a:pt x="564" y="216"/>
                      </a:lnTo>
                      <a:lnTo>
                        <a:pt x="560" y="216"/>
                      </a:lnTo>
                      <a:lnTo>
                        <a:pt x="556" y="220"/>
                      </a:lnTo>
                      <a:lnTo>
                        <a:pt x="552" y="220"/>
                      </a:lnTo>
                      <a:lnTo>
                        <a:pt x="548" y="220"/>
                      </a:lnTo>
                      <a:lnTo>
                        <a:pt x="544" y="220"/>
                      </a:lnTo>
                      <a:lnTo>
                        <a:pt x="540" y="220"/>
                      </a:lnTo>
                      <a:lnTo>
                        <a:pt x="540" y="216"/>
                      </a:lnTo>
                      <a:lnTo>
                        <a:pt x="544" y="212"/>
                      </a:lnTo>
                      <a:lnTo>
                        <a:pt x="548" y="212"/>
                      </a:lnTo>
                      <a:lnTo>
                        <a:pt x="548" y="216"/>
                      </a:lnTo>
                      <a:lnTo>
                        <a:pt x="552" y="216"/>
                      </a:lnTo>
                      <a:lnTo>
                        <a:pt x="552" y="212"/>
                      </a:lnTo>
                      <a:lnTo>
                        <a:pt x="548" y="212"/>
                      </a:lnTo>
                      <a:lnTo>
                        <a:pt x="548" y="208"/>
                      </a:lnTo>
                      <a:lnTo>
                        <a:pt x="552" y="208"/>
                      </a:lnTo>
                      <a:lnTo>
                        <a:pt x="556" y="208"/>
                      </a:lnTo>
                      <a:lnTo>
                        <a:pt x="560" y="212"/>
                      </a:lnTo>
                      <a:lnTo>
                        <a:pt x="564" y="212"/>
                      </a:lnTo>
                      <a:lnTo>
                        <a:pt x="560" y="212"/>
                      </a:lnTo>
                      <a:lnTo>
                        <a:pt x="560" y="208"/>
                      </a:lnTo>
                      <a:lnTo>
                        <a:pt x="564" y="206"/>
                      </a:lnTo>
                      <a:lnTo>
                        <a:pt x="560" y="206"/>
                      </a:lnTo>
                      <a:lnTo>
                        <a:pt x="556" y="208"/>
                      </a:lnTo>
                      <a:lnTo>
                        <a:pt x="556" y="206"/>
                      </a:lnTo>
                      <a:lnTo>
                        <a:pt x="552" y="206"/>
                      </a:lnTo>
                      <a:lnTo>
                        <a:pt x="556" y="202"/>
                      </a:lnTo>
                      <a:lnTo>
                        <a:pt x="560" y="202"/>
                      </a:lnTo>
                      <a:lnTo>
                        <a:pt x="556" y="202"/>
                      </a:lnTo>
                      <a:lnTo>
                        <a:pt x="552" y="202"/>
                      </a:lnTo>
                      <a:lnTo>
                        <a:pt x="548" y="202"/>
                      </a:lnTo>
                      <a:lnTo>
                        <a:pt x="552" y="202"/>
                      </a:lnTo>
                      <a:lnTo>
                        <a:pt x="552" y="198"/>
                      </a:lnTo>
                      <a:lnTo>
                        <a:pt x="552" y="194"/>
                      </a:lnTo>
                      <a:lnTo>
                        <a:pt x="556" y="194"/>
                      </a:lnTo>
                      <a:lnTo>
                        <a:pt x="560" y="194"/>
                      </a:lnTo>
                      <a:lnTo>
                        <a:pt x="564" y="194"/>
                      </a:lnTo>
                      <a:lnTo>
                        <a:pt x="564" y="198"/>
                      </a:lnTo>
                      <a:lnTo>
                        <a:pt x="566" y="202"/>
                      </a:lnTo>
                      <a:lnTo>
                        <a:pt x="570" y="202"/>
                      </a:lnTo>
                      <a:lnTo>
                        <a:pt x="574" y="206"/>
                      </a:lnTo>
                      <a:lnTo>
                        <a:pt x="578" y="208"/>
                      </a:lnTo>
                      <a:lnTo>
                        <a:pt x="582" y="208"/>
                      </a:lnTo>
                      <a:lnTo>
                        <a:pt x="586" y="208"/>
                      </a:lnTo>
                      <a:lnTo>
                        <a:pt x="590" y="208"/>
                      </a:lnTo>
                      <a:lnTo>
                        <a:pt x="586" y="208"/>
                      </a:lnTo>
                      <a:lnTo>
                        <a:pt x="582" y="208"/>
                      </a:lnTo>
                      <a:lnTo>
                        <a:pt x="578" y="206"/>
                      </a:lnTo>
                      <a:lnTo>
                        <a:pt x="578" y="202"/>
                      </a:lnTo>
                      <a:lnTo>
                        <a:pt x="582" y="202"/>
                      </a:lnTo>
                      <a:lnTo>
                        <a:pt x="586" y="206"/>
                      </a:lnTo>
                      <a:lnTo>
                        <a:pt x="586" y="202"/>
                      </a:lnTo>
                      <a:lnTo>
                        <a:pt x="590" y="202"/>
                      </a:lnTo>
                      <a:lnTo>
                        <a:pt x="586" y="202"/>
                      </a:lnTo>
                      <a:lnTo>
                        <a:pt x="582" y="202"/>
                      </a:lnTo>
                      <a:lnTo>
                        <a:pt x="578" y="202"/>
                      </a:lnTo>
                      <a:lnTo>
                        <a:pt x="574" y="202"/>
                      </a:lnTo>
                      <a:lnTo>
                        <a:pt x="574" y="198"/>
                      </a:lnTo>
                      <a:lnTo>
                        <a:pt x="578" y="198"/>
                      </a:lnTo>
                      <a:lnTo>
                        <a:pt x="582" y="198"/>
                      </a:lnTo>
                      <a:lnTo>
                        <a:pt x="578" y="198"/>
                      </a:lnTo>
                      <a:lnTo>
                        <a:pt x="574" y="198"/>
                      </a:lnTo>
                      <a:lnTo>
                        <a:pt x="570" y="198"/>
                      </a:lnTo>
                      <a:lnTo>
                        <a:pt x="566" y="194"/>
                      </a:lnTo>
                      <a:lnTo>
                        <a:pt x="570" y="190"/>
                      </a:lnTo>
                      <a:lnTo>
                        <a:pt x="574" y="190"/>
                      </a:lnTo>
                      <a:lnTo>
                        <a:pt x="578" y="190"/>
                      </a:lnTo>
                      <a:lnTo>
                        <a:pt x="582" y="190"/>
                      </a:lnTo>
                      <a:lnTo>
                        <a:pt x="586" y="190"/>
                      </a:lnTo>
                      <a:lnTo>
                        <a:pt x="590" y="190"/>
                      </a:lnTo>
                      <a:lnTo>
                        <a:pt x="590" y="194"/>
                      </a:lnTo>
                      <a:lnTo>
                        <a:pt x="592" y="194"/>
                      </a:lnTo>
                      <a:lnTo>
                        <a:pt x="596" y="194"/>
                      </a:lnTo>
                      <a:lnTo>
                        <a:pt x="592" y="194"/>
                      </a:lnTo>
                      <a:lnTo>
                        <a:pt x="592" y="190"/>
                      </a:lnTo>
                      <a:lnTo>
                        <a:pt x="596" y="190"/>
                      </a:lnTo>
                      <a:lnTo>
                        <a:pt x="600" y="190"/>
                      </a:lnTo>
                      <a:lnTo>
                        <a:pt x="596" y="190"/>
                      </a:lnTo>
                      <a:lnTo>
                        <a:pt x="596" y="186"/>
                      </a:lnTo>
                      <a:lnTo>
                        <a:pt x="600" y="186"/>
                      </a:lnTo>
                      <a:lnTo>
                        <a:pt x="604" y="186"/>
                      </a:lnTo>
                      <a:lnTo>
                        <a:pt x="604" y="190"/>
                      </a:lnTo>
                      <a:lnTo>
                        <a:pt x="608" y="190"/>
                      </a:lnTo>
                      <a:lnTo>
                        <a:pt x="608" y="194"/>
                      </a:lnTo>
                      <a:lnTo>
                        <a:pt x="612" y="194"/>
                      </a:lnTo>
                      <a:lnTo>
                        <a:pt x="612" y="198"/>
                      </a:lnTo>
                      <a:lnTo>
                        <a:pt x="612" y="202"/>
                      </a:lnTo>
                      <a:lnTo>
                        <a:pt x="616" y="202"/>
                      </a:lnTo>
                      <a:lnTo>
                        <a:pt x="616" y="206"/>
                      </a:lnTo>
                      <a:lnTo>
                        <a:pt x="612" y="208"/>
                      </a:lnTo>
                      <a:lnTo>
                        <a:pt x="616" y="208"/>
                      </a:lnTo>
                      <a:lnTo>
                        <a:pt x="616" y="212"/>
                      </a:lnTo>
                      <a:lnTo>
                        <a:pt x="612" y="212"/>
                      </a:lnTo>
                      <a:lnTo>
                        <a:pt x="608" y="212"/>
                      </a:lnTo>
                      <a:lnTo>
                        <a:pt x="612" y="212"/>
                      </a:lnTo>
                      <a:lnTo>
                        <a:pt x="616" y="216"/>
                      </a:lnTo>
                      <a:lnTo>
                        <a:pt x="616" y="220"/>
                      </a:lnTo>
                      <a:lnTo>
                        <a:pt x="616" y="224"/>
                      </a:lnTo>
                      <a:lnTo>
                        <a:pt x="620" y="224"/>
                      </a:lnTo>
                      <a:lnTo>
                        <a:pt x="616" y="224"/>
                      </a:lnTo>
                      <a:lnTo>
                        <a:pt x="616" y="220"/>
                      </a:lnTo>
                      <a:lnTo>
                        <a:pt x="612" y="220"/>
                      </a:lnTo>
                      <a:lnTo>
                        <a:pt x="608" y="220"/>
                      </a:lnTo>
                      <a:lnTo>
                        <a:pt x="612" y="224"/>
                      </a:lnTo>
                      <a:lnTo>
                        <a:pt x="608" y="224"/>
                      </a:lnTo>
                      <a:lnTo>
                        <a:pt x="612" y="224"/>
                      </a:lnTo>
                      <a:lnTo>
                        <a:pt x="608" y="224"/>
                      </a:lnTo>
                      <a:lnTo>
                        <a:pt x="604" y="224"/>
                      </a:lnTo>
                      <a:lnTo>
                        <a:pt x="608" y="228"/>
                      </a:lnTo>
                      <a:lnTo>
                        <a:pt x="612" y="228"/>
                      </a:lnTo>
                      <a:lnTo>
                        <a:pt x="612" y="232"/>
                      </a:lnTo>
                      <a:lnTo>
                        <a:pt x="616" y="232"/>
                      </a:lnTo>
                      <a:lnTo>
                        <a:pt x="612" y="232"/>
                      </a:lnTo>
                      <a:lnTo>
                        <a:pt x="608" y="228"/>
                      </a:lnTo>
                      <a:lnTo>
                        <a:pt x="608" y="232"/>
                      </a:lnTo>
                      <a:lnTo>
                        <a:pt x="608" y="236"/>
                      </a:lnTo>
                      <a:lnTo>
                        <a:pt x="604" y="236"/>
                      </a:lnTo>
                      <a:lnTo>
                        <a:pt x="600" y="236"/>
                      </a:lnTo>
                      <a:lnTo>
                        <a:pt x="596" y="236"/>
                      </a:lnTo>
                      <a:lnTo>
                        <a:pt x="592" y="236"/>
                      </a:lnTo>
                      <a:lnTo>
                        <a:pt x="590" y="236"/>
                      </a:lnTo>
                      <a:lnTo>
                        <a:pt x="590" y="232"/>
                      </a:lnTo>
                      <a:lnTo>
                        <a:pt x="586" y="232"/>
                      </a:lnTo>
                      <a:lnTo>
                        <a:pt x="586" y="236"/>
                      </a:lnTo>
                      <a:lnTo>
                        <a:pt x="590" y="236"/>
                      </a:lnTo>
                      <a:lnTo>
                        <a:pt x="586" y="236"/>
                      </a:lnTo>
                      <a:lnTo>
                        <a:pt x="586" y="236"/>
                      </a:lnTo>
                      <a:lnTo>
                        <a:pt x="586" y="236"/>
                      </a:lnTo>
                      <a:close/>
                      <a:moveTo>
                        <a:pt x="522" y="186"/>
                      </a:moveTo>
                      <a:lnTo>
                        <a:pt x="522" y="190"/>
                      </a:lnTo>
                      <a:lnTo>
                        <a:pt x="526" y="190"/>
                      </a:lnTo>
                      <a:lnTo>
                        <a:pt x="522" y="190"/>
                      </a:lnTo>
                      <a:lnTo>
                        <a:pt x="526" y="190"/>
                      </a:lnTo>
                      <a:lnTo>
                        <a:pt x="530" y="190"/>
                      </a:lnTo>
                      <a:lnTo>
                        <a:pt x="530" y="194"/>
                      </a:lnTo>
                      <a:lnTo>
                        <a:pt x="534" y="194"/>
                      </a:lnTo>
                      <a:lnTo>
                        <a:pt x="536" y="194"/>
                      </a:lnTo>
                      <a:lnTo>
                        <a:pt x="536" y="198"/>
                      </a:lnTo>
                      <a:lnTo>
                        <a:pt x="534" y="198"/>
                      </a:lnTo>
                      <a:lnTo>
                        <a:pt x="530" y="198"/>
                      </a:lnTo>
                      <a:lnTo>
                        <a:pt x="526" y="198"/>
                      </a:lnTo>
                      <a:lnTo>
                        <a:pt x="522" y="198"/>
                      </a:lnTo>
                      <a:lnTo>
                        <a:pt x="518" y="198"/>
                      </a:lnTo>
                      <a:lnTo>
                        <a:pt x="518" y="194"/>
                      </a:lnTo>
                      <a:lnTo>
                        <a:pt x="514" y="194"/>
                      </a:lnTo>
                      <a:lnTo>
                        <a:pt x="514" y="190"/>
                      </a:lnTo>
                      <a:lnTo>
                        <a:pt x="518" y="190"/>
                      </a:lnTo>
                      <a:lnTo>
                        <a:pt x="518" y="186"/>
                      </a:lnTo>
                      <a:lnTo>
                        <a:pt x="522" y="186"/>
                      </a:lnTo>
                      <a:lnTo>
                        <a:pt x="522" y="186"/>
                      </a:lnTo>
                      <a:lnTo>
                        <a:pt x="522" y="186"/>
                      </a:lnTo>
                      <a:close/>
                      <a:moveTo>
                        <a:pt x="652" y="202"/>
                      </a:moveTo>
                      <a:lnTo>
                        <a:pt x="652" y="206"/>
                      </a:lnTo>
                      <a:lnTo>
                        <a:pt x="650" y="206"/>
                      </a:lnTo>
                      <a:lnTo>
                        <a:pt x="652" y="206"/>
                      </a:lnTo>
                      <a:lnTo>
                        <a:pt x="652" y="202"/>
                      </a:lnTo>
                      <a:lnTo>
                        <a:pt x="652" y="202"/>
                      </a:lnTo>
                      <a:lnTo>
                        <a:pt x="652" y="202"/>
                      </a:lnTo>
                      <a:close/>
                      <a:moveTo>
                        <a:pt x="332" y="206"/>
                      </a:moveTo>
                      <a:lnTo>
                        <a:pt x="332" y="208"/>
                      </a:lnTo>
                      <a:lnTo>
                        <a:pt x="328" y="208"/>
                      </a:lnTo>
                      <a:lnTo>
                        <a:pt x="324" y="212"/>
                      </a:lnTo>
                      <a:lnTo>
                        <a:pt x="324" y="216"/>
                      </a:lnTo>
                      <a:lnTo>
                        <a:pt x="322" y="216"/>
                      </a:lnTo>
                      <a:lnTo>
                        <a:pt x="322" y="220"/>
                      </a:lnTo>
                      <a:lnTo>
                        <a:pt x="318" y="220"/>
                      </a:lnTo>
                      <a:lnTo>
                        <a:pt x="314" y="220"/>
                      </a:lnTo>
                      <a:lnTo>
                        <a:pt x="310" y="220"/>
                      </a:lnTo>
                      <a:lnTo>
                        <a:pt x="306" y="216"/>
                      </a:lnTo>
                      <a:lnTo>
                        <a:pt x="310" y="216"/>
                      </a:lnTo>
                      <a:lnTo>
                        <a:pt x="310" y="212"/>
                      </a:lnTo>
                      <a:lnTo>
                        <a:pt x="314" y="212"/>
                      </a:lnTo>
                      <a:lnTo>
                        <a:pt x="314" y="208"/>
                      </a:lnTo>
                      <a:lnTo>
                        <a:pt x="318" y="208"/>
                      </a:lnTo>
                      <a:lnTo>
                        <a:pt x="322" y="208"/>
                      </a:lnTo>
                      <a:lnTo>
                        <a:pt x="324" y="208"/>
                      </a:lnTo>
                      <a:lnTo>
                        <a:pt x="324" y="206"/>
                      </a:lnTo>
                      <a:lnTo>
                        <a:pt x="328" y="206"/>
                      </a:lnTo>
                      <a:lnTo>
                        <a:pt x="332" y="206"/>
                      </a:lnTo>
                      <a:lnTo>
                        <a:pt x="332" y="206"/>
                      </a:lnTo>
                      <a:lnTo>
                        <a:pt x="332" y="206"/>
                      </a:lnTo>
                      <a:close/>
                      <a:moveTo>
                        <a:pt x="548" y="206"/>
                      </a:moveTo>
                      <a:lnTo>
                        <a:pt x="544" y="206"/>
                      </a:lnTo>
                      <a:lnTo>
                        <a:pt x="540" y="208"/>
                      </a:lnTo>
                      <a:lnTo>
                        <a:pt x="536" y="208"/>
                      </a:lnTo>
                      <a:lnTo>
                        <a:pt x="534" y="208"/>
                      </a:lnTo>
                      <a:lnTo>
                        <a:pt x="530" y="208"/>
                      </a:lnTo>
                      <a:lnTo>
                        <a:pt x="526" y="208"/>
                      </a:lnTo>
                      <a:lnTo>
                        <a:pt x="522" y="208"/>
                      </a:lnTo>
                      <a:lnTo>
                        <a:pt x="526" y="208"/>
                      </a:lnTo>
                      <a:lnTo>
                        <a:pt x="530" y="208"/>
                      </a:lnTo>
                      <a:lnTo>
                        <a:pt x="530" y="206"/>
                      </a:lnTo>
                      <a:lnTo>
                        <a:pt x="534" y="206"/>
                      </a:lnTo>
                      <a:lnTo>
                        <a:pt x="536" y="206"/>
                      </a:lnTo>
                      <a:lnTo>
                        <a:pt x="540" y="206"/>
                      </a:lnTo>
                      <a:lnTo>
                        <a:pt x="544" y="206"/>
                      </a:lnTo>
                      <a:lnTo>
                        <a:pt x="548" y="206"/>
                      </a:lnTo>
                      <a:lnTo>
                        <a:pt x="548" y="206"/>
                      </a:lnTo>
                      <a:lnTo>
                        <a:pt x="548" y="206"/>
                      </a:lnTo>
                      <a:close/>
                      <a:moveTo>
                        <a:pt x="552" y="208"/>
                      </a:moveTo>
                      <a:lnTo>
                        <a:pt x="548" y="208"/>
                      </a:lnTo>
                      <a:lnTo>
                        <a:pt x="544" y="208"/>
                      </a:lnTo>
                      <a:lnTo>
                        <a:pt x="544" y="212"/>
                      </a:lnTo>
                      <a:lnTo>
                        <a:pt x="540" y="212"/>
                      </a:lnTo>
                      <a:lnTo>
                        <a:pt x="536" y="212"/>
                      </a:lnTo>
                      <a:lnTo>
                        <a:pt x="534" y="212"/>
                      </a:lnTo>
                      <a:lnTo>
                        <a:pt x="536" y="208"/>
                      </a:lnTo>
                      <a:lnTo>
                        <a:pt x="540" y="208"/>
                      </a:lnTo>
                      <a:lnTo>
                        <a:pt x="544" y="208"/>
                      </a:lnTo>
                      <a:lnTo>
                        <a:pt x="548" y="208"/>
                      </a:lnTo>
                      <a:lnTo>
                        <a:pt x="548" y="206"/>
                      </a:lnTo>
                      <a:lnTo>
                        <a:pt x="552" y="208"/>
                      </a:lnTo>
                      <a:lnTo>
                        <a:pt x="552" y="208"/>
                      </a:lnTo>
                      <a:lnTo>
                        <a:pt x="552" y="208"/>
                      </a:lnTo>
                      <a:close/>
                      <a:moveTo>
                        <a:pt x="656" y="208"/>
                      </a:moveTo>
                      <a:lnTo>
                        <a:pt x="660" y="208"/>
                      </a:lnTo>
                      <a:lnTo>
                        <a:pt x="660" y="212"/>
                      </a:lnTo>
                      <a:lnTo>
                        <a:pt x="656" y="212"/>
                      </a:lnTo>
                      <a:lnTo>
                        <a:pt x="652" y="212"/>
                      </a:lnTo>
                      <a:lnTo>
                        <a:pt x="652" y="208"/>
                      </a:lnTo>
                      <a:lnTo>
                        <a:pt x="656" y="208"/>
                      </a:lnTo>
                      <a:lnTo>
                        <a:pt x="656" y="206"/>
                      </a:lnTo>
                      <a:lnTo>
                        <a:pt x="656" y="208"/>
                      </a:lnTo>
                      <a:lnTo>
                        <a:pt x="656" y="208"/>
                      </a:lnTo>
                      <a:lnTo>
                        <a:pt x="656" y="208"/>
                      </a:lnTo>
                      <a:close/>
                      <a:moveTo>
                        <a:pt x="630" y="212"/>
                      </a:moveTo>
                      <a:lnTo>
                        <a:pt x="626" y="212"/>
                      </a:lnTo>
                      <a:lnTo>
                        <a:pt x="630" y="212"/>
                      </a:lnTo>
                      <a:lnTo>
                        <a:pt x="630" y="212"/>
                      </a:lnTo>
                      <a:lnTo>
                        <a:pt x="630" y="212"/>
                      </a:lnTo>
                      <a:close/>
                      <a:moveTo>
                        <a:pt x="638" y="216"/>
                      </a:moveTo>
                      <a:lnTo>
                        <a:pt x="638" y="220"/>
                      </a:lnTo>
                      <a:lnTo>
                        <a:pt x="634" y="220"/>
                      </a:lnTo>
                      <a:lnTo>
                        <a:pt x="630" y="220"/>
                      </a:lnTo>
                      <a:lnTo>
                        <a:pt x="626" y="224"/>
                      </a:lnTo>
                      <a:lnTo>
                        <a:pt x="622" y="224"/>
                      </a:lnTo>
                      <a:lnTo>
                        <a:pt x="622" y="220"/>
                      </a:lnTo>
                      <a:lnTo>
                        <a:pt x="626" y="220"/>
                      </a:lnTo>
                      <a:lnTo>
                        <a:pt x="630" y="216"/>
                      </a:lnTo>
                      <a:lnTo>
                        <a:pt x="634" y="216"/>
                      </a:lnTo>
                      <a:lnTo>
                        <a:pt x="638" y="216"/>
                      </a:lnTo>
                      <a:lnTo>
                        <a:pt x="638" y="216"/>
                      </a:lnTo>
                      <a:lnTo>
                        <a:pt x="638" y="216"/>
                      </a:lnTo>
                      <a:close/>
                      <a:moveTo>
                        <a:pt x="638" y="238"/>
                      </a:moveTo>
                      <a:lnTo>
                        <a:pt x="634" y="236"/>
                      </a:lnTo>
                      <a:lnTo>
                        <a:pt x="630" y="236"/>
                      </a:lnTo>
                      <a:lnTo>
                        <a:pt x="626" y="236"/>
                      </a:lnTo>
                      <a:lnTo>
                        <a:pt x="626" y="232"/>
                      </a:lnTo>
                      <a:lnTo>
                        <a:pt x="630" y="232"/>
                      </a:lnTo>
                      <a:lnTo>
                        <a:pt x="630" y="228"/>
                      </a:lnTo>
                      <a:lnTo>
                        <a:pt x="634" y="228"/>
                      </a:lnTo>
                      <a:lnTo>
                        <a:pt x="638" y="228"/>
                      </a:lnTo>
                      <a:lnTo>
                        <a:pt x="634" y="224"/>
                      </a:lnTo>
                      <a:lnTo>
                        <a:pt x="638" y="224"/>
                      </a:lnTo>
                      <a:lnTo>
                        <a:pt x="634" y="224"/>
                      </a:lnTo>
                      <a:lnTo>
                        <a:pt x="638" y="224"/>
                      </a:lnTo>
                      <a:lnTo>
                        <a:pt x="642" y="224"/>
                      </a:lnTo>
                      <a:lnTo>
                        <a:pt x="638" y="224"/>
                      </a:lnTo>
                      <a:lnTo>
                        <a:pt x="638" y="220"/>
                      </a:lnTo>
                      <a:lnTo>
                        <a:pt x="642" y="220"/>
                      </a:lnTo>
                      <a:lnTo>
                        <a:pt x="646" y="220"/>
                      </a:lnTo>
                      <a:lnTo>
                        <a:pt x="646" y="216"/>
                      </a:lnTo>
                      <a:lnTo>
                        <a:pt x="650" y="216"/>
                      </a:lnTo>
                      <a:lnTo>
                        <a:pt x="652" y="216"/>
                      </a:lnTo>
                      <a:lnTo>
                        <a:pt x="656" y="216"/>
                      </a:lnTo>
                      <a:lnTo>
                        <a:pt x="660" y="216"/>
                      </a:lnTo>
                      <a:lnTo>
                        <a:pt x="660" y="220"/>
                      </a:lnTo>
                      <a:lnTo>
                        <a:pt x="664" y="220"/>
                      </a:lnTo>
                      <a:lnTo>
                        <a:pt x="664" y="224"/>
                      </a:lnTo>
                      <a:lnTo>
                        <a:pt x="668" y="224"/>
                      </a:lnTo>
                      <a:lnTo>
                        <a:pt x="672" y="228"/>
                      </a:lnTo>
                      <a:lnTo>
                        <a:pt x="672" y="232"/>
                      </a:lnTo>
                      <a:lnTo>
                        <a:pt x="672" y="236"/>
                      </a:lnTo>
                      <a:lnTo>
                        <a:pt x="676" y="238"/>
                      </a:lnTo>
                      <a:lnTo>
                        <a:pt x="672" y="242"/>
                      </a:lnTo>
                      <a:lnTo>
                        <a:pt x="668" y="242"/>
                      </a:lnTo>
                      <a:lnTo>
                        <a:pt x="664" y="242"/>
                      </a:lnTo>
                      <a:lnTo>
                        <a:pt x="660" y="242"/>
                      </a:lnTo>
                      <a:lnTo>
                        <a:pt x="656" y="242"/>
                      </a:lnTo>
                      <a:lnTo>
                        <a:pt x="650" y="242"/>
                      </a:lnTo>
                      <a:lnTo>
                        <a:pt x="646" y="238"/>
                      </a:lnTo>
                      <a:lnTo>
                        <a:pt x="642" y="238"/>
                      </a:lnTo>
                      <a:lnTo>
                        <a:pt x="638" y="238"/>
                      </a:lnTo>
                      <a:lnTo>
                        <a:pt x="638" y="238"/>
                      </a:lnTo>
                      <a:lnTo>
                        <a:pt x="638" y="238"/>
                      </a:lnTo>
                      <a:close/>
                      <a:moveTo>
                        <a:pt x="522" y="224"/>
                      </a:moveTo>
                      <a:lnTo>
                        <a:pt x="526" y="224"/>
                      </a:lnTo>
                      <a:lnTo>
                        <a:pt x="526" y="228"/>
                      </a:lnTo>
                      <a:lnTo>
                        <a:pt x="530" y="232"/>
                      </a:lnTo>
                      <a:lnTo>
                        <a:pt x="526" y="232"/>
                      </a:lnTo>
                      <a:lnTo>
                        <a:pt x="518" y="236"/>
                      </a:lnTo>
                      <a:lnTo>
                        <a:pt x="514" y="232"/>
                      </a:lnTo>
                      <a:lnTo>
                        <a:pt x="510" y="232"/>
                      </a:lnTo>
                      <a:lnTo>
                        <a:pt x="510" y="228"/>
                      </a:lnTo>
                      <a:lnTo>
                        <a:pt x="514" y="228"/>
                      </a:lnTo>
                      <a:lnTo>
                        <a:pt x="510" y="228"/>
                      </a:lnTo>
                      <a:lnTo>
                        <a:pt x="514" y="224"/>
                      </a:lnTo>
                      <a:lnTo>
                        <a:pt x="518" y="224"/>
                      </a:lnTo>
                      <a:lnTo>
                        <a:pt x="522" y="224"/>
                      </a:lnTo>
                      <a:lnTo>
                        <a:pt x="522" y="224"/>
                      </a:lnTo>
                      <a:lnTo>
                        <a:pt x="522" y="224"/>
                      </a:lnTo>
                      <a:close/>
                      <a:moveTo>
                        <a:pt x="642" y="242"/>
                      </a:moveTo>
                      <a:lnTo>
                        <a:pt x="646" y="242"/>
                      </a:lnTo>
                      <a:lnTo>
                        <a:pt x="646" y="246"/>
                      </a:lnTo>
                      <a:lnTo>
                        <a:pt x="650" y="246"/>
                      </a:lnTo>
                      <a:lnTo>
                        <a:pt x="646" y="246"/>
                      </a:lnTo>
                      <a:lnTo>
                        <a:pt x="642" y="246"/>
                      </a:lnTo>
                      <a:lnTo>
                        <a:pt x="638" y="246"/>
                      </a:lnTo>
                      <a:lnTo>
                        <a:pt x="642" y="242"/>
                      </a:lnTo>
                      <a:lnTo>
                        <a:pt x="642" y="242"/>
                      </a:lnTo>
                      <a:lnTo>
                        <a:pt x="642" y="242"/>
                      </a:lnTo>
                      <a:close/>
                      <a:moveTo>
                        <a:pt x="620" y="242"/>
                      </a:moveTo>
                      <a:lnTo>
                        <a:pt x="620" y="246"/>
                      </a:lnTo>
                      <a:lnTo>
                        <a:pt x="616" y="246"/>
                      </a:lnTo>
                      <a:lnTo>
                        <a:pt x="616" y="250"/>
                      </a:lnTo>
                      <a:lnTo>
                        <a:pt x="612" y="250"/>
                      </a:lnTo>
                      <a:lnTo>
                        <a:pt x="612" y="246"/>
                      </a:lnTo>
                      <a:lnTo>
                        <a:pt x="616" y="246"/>
                      </a:lnTo>
                      <a:lnTo>
                        <a:pt x="616" y="242"/>
                      </a:lnTo>
                      <a:lnTo>
                        <a:pt x="620" y="242"/>
                      </a:lnTo>
                      <a:lnTo>
                        <a:pt x="620" y="242"/>
                      </a:lnTo>
                      <a:lnTo>
                        <a:pt x="620" y="242"/>
                      </a:lnTo>
                      <a:close/>
                      <a:moveTo>
                        <a:pt x="250" y="332"/>
                      </a:moveTo>
                      <a:lnTo>
                        <a:pt x="246" y="332"/>
                      </a:lnTo>
                      <a:lnTo>
                        <a:pt x="246" y="328"/>
                      </a:lnTo>
                      <a:lnTo>
                        <a:pt x="242" y="324"/>
                      </a:lnTo>
                      <a:lnTo>
                        <a:pt x="242" y="322"/>
                      </a:lnTo>
                      <a:lnTo>
                        <a:pt x="238" y="322"/>
                      </a:lnTo>
                      <a:lnTo>
                        <a:pt x="236" y="322"/>
                      </a:lnTo>
                      <a:lnTo>
                        <a:pt x="232" y="322"/>
                      </a:lnTo>
                      <a:lnTo>
                        <a:pt x="232" y="318"/>
                      </a:lnTo>
                      <a:lnTo>
                        <a:pt x="228" y="318"/>
                      </a:lnTo>
                      <a:lnTo>
                        <a:pt x="224" y="318"/>
                      </a:lnTo>
                      <a:lnTo>
                        <a:pt x="224" y="314"/>
                      </a:lnTo>
                      <a:lnTo>
                        <a:pt x="228" y="318"/>
                      </a:lnTo>
                      <a:lnTo>
                        <a:pt x="228" y="314"/>
                      </a:lnTo>
                      <a:lnTo>
                        <a:pt x="224" y="314"/>
                      </a:lnTo>
                      <a:lnTo>
                        <a:pt x="220" y="314"/>
                      </a:lnTo>
                      <a:lnTo>
                        <a:pt x="216" y="314"/>
                      </a:lnTo>
                      <a:lnTo>
                        <a:pt x="212" y="314"/>
                      </a:lnTo>
                      <a:lnTo>
                        <a:pt x="216" y="314"/>
                      </a:lnTo>
                      <a:lnTo>
                        <a:pt x="216" y="310"/>
                      </a:lnTo>
                      <a:lnTo>
                        <a:pt x="216" y="306"/>
                      </a:lnTo>
                      <a:lnTo>
                        <a:pt x="220" y="306"/>
                      </a:lnTo>
                      <a:lnTo>
                        <a:pt x="220" y="302"/>
                      </a:lnTo>
                      <a:lnTo>
                        <a:pt x="224" y="302"/>
                      </a:lnTo>
                      <a:lnTo>
                        <a:pt x="224" y="298"/>
                      </a:lnTo>
                      <a:lnTo>
                        <a:pt x="228" y="298"/>
                      </a:lnTo>
                      <a:lnTo>
                        <a:pt x="228" y="294"/>
                      </a:lnTo>
                      <a:lnTo>
                        <a:pt x="228" y="292"/>
                      </a:lnTo>
                      <a:lnTo>
                        <a:pt x="232" y="292"/>
                      </a:lnTo>
                      <a:lnTo>
                        <a:pt x="236" y="292"/>
                      </a:lnTo>
                      <a:lnTo>
                        <a:pt x="236" y="288"/>
                      </a:lnTo>
                      <a:lnTo>
                        <a:pt x="232" y="288"/>
                      </a:lnTo>
                      <a:lnTo>
                        <a:pt x="228" y="288"/>
                      </a:lnTo>
                      <a:lnTo>
                        <a:pt x="228" y="284"/>
                      </a:lnTo>
                      <a:lnTo>
                        <a:pt x="232" y="284"/>
                      </a:lnTo>
                      <a:lnTo>
                        <a:pt x="232" y="280"/>
                      </a:lnTo>
                      <a:lnTo>
                        <a:pt x="236" y="280"/>
                      </a:lnTo>
                      <a:lnTo>
                        <a:pt x="236" y="276"/>
                      </a:lnTo>
                      <a:lnTo>
                        <a:pt x="238" y="276"/>
                      </a:lnTo>
                      <a:lnTo>
                        <a:pt x="238" y="272"/>
                      </a:lnTo>
                      <a:lnTo>
                        <a:pt x="238" y="268"/>
                      </a:lnTo>
                      <a:lnTo>
                        <a:pt x="242" y="268"/>
                      </a:lnTo>
                      <a:lnTo>
                        <a:pt x="242" y="264"/>
                      </a:lnTo>
                      <a:lnTo>
                        <a:pt x="238" y="264"/>
                      </a:lnTo>
                      <a:lnTo>
                        <a:pt x="236" y="262"/>
                      </a:lnTo>
                      <a:lnTo>
                        <a:pt x="236" y="258"/>
                      </a:lnTo>
                      <a:lnTo>
                        <a:pt x="232" y="254"/>
                      </a:lnTo>
                      <a:lnTo>
                        <a:pt x="228" y="254"/>
                      </a:lnTo>
                      <a:lnTo>
                        <a:pt x="232" y="250"/>
                      </a:lnTo>
                      <a:lnTo>
                        <a:pt x="236" y="250"/>
                      </a:lnTo>
                      <a:lnTo>
                        <a:pt x="238" y="250"/>
                      </a:lnTo>
                      <a:lnTo>
                        <a:pt x="242" y="250"/>
                      </a:lnTo>
                      <a:lnTo>
                        <a:pt x="246" y="250"/>
                      </a:lnTo>
                      <a:lnTo>
                        <a:pt x="250" y="250"/>
                      </a:lnTo>
                      <a:lnTo>
                        <a:pt x="254" y="250"/>
                      </a:lnTo>
                      <a:lnTo>
                        <a:pt x="258" y="250"/>
                      </a:lnTo>
                      <a:lnTo>
                        <a:pt x="262" y="250"/>
                      </a:lnTo>
                      <a:lnTo>
                        <a:pt x="266" y="250"/>
                      </a:lnTo>
                      <a:lnTo>
                        <a:pt x="268" y="246"/>
                      </a:lnTo>
                      <a:lnTo>
                        <a:pt x="272" y="246"/>
                      </a:lnTo>
                      <a:lnTo>
                        <a:pt x="276" y="246"/>
                      </a:lnTo>
                      <a:lnTo>
                        <a:pt x="280" y="246"/>
                      </a:lnTo>
                      <a:lnTo>
                        <a:pt x="284" y="246"/>
                      </a:lnTo>
                      <a:lnTo>
                        <a:pt x="284" y="250"/>
                      </a:lnTo>
                      <a:lnTo>
                        <a:pt x="288" y="250"/>
                      </a:lnTo>
                      <a:lnTo>
                        <a:pt x="292" y="254"/>
                      </a:lnTo>
                      <a:lnTo>
                        <a:pt x="294" y="254"/>
                      </a:lnTo>
                      <a:lnTo>
                        <a:pt x="298" y="254"/>
                      </a:lnTo>
                      <a:lnTo>
                        <a:pt x="302" y="254"/>
                      </a:lnTo>
                      <a:lnTo>
                        <a:pt x="302" y="258"/>
                      </a:lnTo>
                      <a:lnTo>
                        <a:pt x="298" y="258"/>
                      </a:lnTo>
                      <a:lnTo>
                        <a:pt x="298" y="262"/>
                      </a:lnTo>
                      <a:lnTo>
                        <a:pt x="302" y="262"/>
                      </a:lnTo>
                      <a:lnTo>
                        <a:pt x="302" y="258"/>
                      </a:lnTo>
                      <a:lnTo>
                        <a:pt x="306" y="254"/>
                      </a:lnTo>
                      <a:lnTo>
                        <a:pt x="310" y="254"/>
                      </a:lnTo>
                      <a:lnTo>
                        <a:pt x="310" y="258"/>
                      </a:lnTo>
                      <a:lnTo>
                        <a:pt x="310" y="262"/>
                      </a:lnTo>
                      <a:lnTo>
                        <a:pt x="314" y="262"/>
                      </a:lnTo>
                      <a:lnTo>
                        <a:pt x="314" y="258"/>
                      </a:lnTo>
                      <a:lnTo>
                        <a:pt x="314" y="254"/>
                      </a:lnTo>
                      <a:lnTo>
                        <a:pt x="318" y="254"/>
                      </a:lnTo>
                      <a:lnTo>
                        <a:pt x="324" y="254"/>
                      </a:lnTo>
                      <a:lnTo>
                        <a:pt x="328" y="254"/>
                      </a:lnTo>
                      <a:lnTo>
                        <a:pt x="332" y="254"/>
                      </a:lnTo>
                      <a:lnTo>
                        <a:pt x="336" y="254"/>
                      </a:lnTo>
                      <a:lnTo>
                        <a:pt x="336" y="258"/>
                      </a:lnTo>
                      <a:lnTo>
                        <a:pt x="344" y="258"/>
                      </a:lnTo>
                      <a:lnTo>
                        <a:pt x="344" y="262"/>
                      </a:lnTo>
                      <a:lnTo>
                        <a:pt x="348" y="262"/>
                      </a:lnTo>
                      <a:lnTo>
                        <a:pt x="348" y="264"/>
                      </a:lnTo>
                      <a:lnTo>
                        <a:pt x="352" y="264"/>
                      </a:lnTo>
                      <a:lnTo>
                        <a:pt x="354" y="264"/>
                      </a:lnTo>
                      <a:lnTo>
                        <a:pt x="354" y="268"/>
                      </a:lnTo>
                      <a:lnTo>
                        <a:pt x="358" y="268"/>
                      </a:lnTo>
                      <a:lnTo>
                        <a:pt x="362" y="272"/>
                      </a:lnTo>
                      <a:lnTo>
                        <a:pt x="362" y="276"/>
                      </a:lnTo>
                      <a:lnTo>
                        <a:pt x="358" y="276"/>
                      </a:lnTo>
                      <a:lnTo>
                        <a:pt x="354" y="280"/>
                      </a:lnTo>
                      <a:lnTo>
                        <a:pt x="352" y="280"/>
                      </a:lnTo>
                      <a:lnTo>
                        <a:pt x="348" y="280"/>
                      </a:lnTo>
                      <a:lnTo>
                        <a:pt x="344" y="284"/>
                      </a:lnTo>
                      <a:lnTo>
                        <a:pt x="340" y="284"/>
                      </a:lnTo>
                      <a:lnTo>
                        <a:pt x="336" y="284"/>
                      </a:lnTo>
                      <a:lnTo>
                        <a:pt x="336" y="288"/>
                      </a:lnTo>
                      <a:lnTo>
                        <a:pt x="332" y="288"/>
                      </a:lnTo>
                      <a:lnTo>
                        <a:pt x="328" y="288"/>
                      </a:lnTo>
                      <a:lnTo>
                        <a:pt x="328" y="292"/>
                      </a:lnTo>
                      <a:lnTo>
                        <a:pt x="324" y="292"/>
                      </a:lnTo>
                      <a:lnTo>
                        <a:pt x="322" y="292"/>
                      </a:lnTo>
                      <a:lnTo>
                        <a:pt x="318" y="294"/>
                      </a:lnTo>
                      <a:lnTo>
                        <a:pt x="314" y="294"/>
                      </a:lnTo>
                      <a:lnTo>
                        <a:pt x="310" y="298"/>
                      </a:lnTo>
                      <a:lnTo>
                        <a:pt x="306" y="302"/>
                      </a:lnTo>
                      <a:lnTo>
                        <a:pt x="306" y="306"/>
                      </a:lnTo>
                      <a:lnTo>
                        <a:pt x="302" y="306"/>
                      </a:lnTo>
                      <a:lnTo>
                        <a:pt x="302" y="310"/>
                      </a:lnTo>
                      <a:lnTo>
                        <a:pt x="298" y="310"/>
                      </a:lnTo>
                      <a:lnTo>
                        <a:pt x="294" y="306"/>
                      </a:lnTo>
                      <a:lnTo>
                        <a:pt x="294" y="310"/>
                      </a:lnTo>
                      <a:lnTo>
                        <a:pt x="294" y="314"/>
                      </a:lnTo>
                      <a:lnTo>
                        <a:pt x="292" y="314"/>
                      </a:lnTo>
                      <a:lnTo>
                        <a:pt x="292" y="318"/>
                      </a:lnTo>
                      <a:lnTo>
                        <a:pt x="292" y="322"/>
                      </a:lnTo>
                      <a:lnTo>
                        <a:pt x="292" y="324"/>
                      </a:lnTo>
                      <a:lnTo>
                        <a:pt x="288" y="328"/>
                      </a:lnTo>
                      <a:lnTo>
                        <a:pt x="284" y="328"/>
                      </a:lnTo>
                      <a:lnTo>
                        <a:pt x="280" y="328"/>
                      </a:lnTo>
                      <a:lnTo>
                        <a:pt x="276" y="328"/>
                      </a:lnTo>
                      <a:lnTo>
                        <a:pt x="272" y="328"/>
                      </a:lnTo>
                      <a:lnTo>
                        <a:pt x="268" y="328"/>
                      </a:lnTo>
                      <a:lnTo>
                        <a:pt x="268" y="332"/>
                      </a:lnTo>
                      <a:lnTo>
                        <a:pt x="266" y="332"/>
                      </a:lnTo>
                      <a:lnTo>
                        <a:pt x="266" y="336"/>
                      </a:lnTo>
                      <a:lnTo>
                        <a:pt x="262" y="336"/>
                      </a:lnTo>
                      <a:lnTo>
                        <a:pt x="258" y="336"/>
                      </a:lnTo>
                      <a:lnTo>
                        <a:pt x="258" y="340"/>
                      </a:lnTo>
                      <a:lnTo>
                        <a:pt x="254" y="340"/>
                      </a:lnTo>
                      <a:lnTo>
                        <a:pt x="254" y="336"/>
                      </a:lnTo>
                      <a:lnTo>
                        <a:pt x="250" y="336"/>
                      </a:lnTo>
                      <a:lnTo>
                        <a:pt x="250" y="332"/>
                      </a:lnTo>
                      <a:lnTo>
                        <a:pt x="250" y="332"/>
                      </a:lnTo>
                      <a:lnTo>
                        <a:pt x="250" y="332"/>
                      </a:lnTo>
                      <a:close/>
                      <a:moveTo>
                        <a:pt x="706" y="280"/>
                      </a:moveTo>
                      <a:lnTo>
                        <a:pt x="702" y="284"/>
                      </a:lnTo>
                      <a:lnTo>
                        <a:pt x="702" y="288"/>
                      </a:lnTo>
                      <a:lnTo>
                        <a:pt x="698" y="288"/>
                      </a:lnTo>
                      <a:lnTo>
                        <a:pt x="698" y="292"/>
                      </a:lnTo>
                      <a:lnTo>
                        <a:pt x="694" y="292"/>
                      </a:lnTo>
                      <a:lnTo>
                        <a:pt x="694" y="294"/>
                      </a:lnTo>
                      <a:lnTo>
                        <a:pt x="690" y="294"/>
                      </a:lnTo>
                      <a:lnTo>
                        <a:pt x="686" y="294"/>
                      </a:lnTo>
                      <a:lnTo>
                        <a:pt x="682" y="294"/>
                      </a:lnTo>
                      <a:lnTo>
                        <a:pt x="678" y="294"/>
                      </a:lnTo>
                      <a:lnTo>
                        <a:pt x="676" y="294"/>
                      </a:lnTo>
                      <a:lnTo>
                        <a:pt x="676" y="292"/>
                      </a:lnTo>
                      <a:lnTo>
                        <a:pt x="676" y="294"/>
                      </a:lnTo>
                      <a:lnTo>
                        <a:pt x="672" y="294"/>
                      </a:lnTo>
                      <a:lnTo>
                        <a:pt x="668" y="294"/>
                      </a:lnTo>
                      <a:lnTo>
                        <a:pt x="664" y="294"/>
                      </a:lnTo>
                      <a:lnTo>
                        <a:pt x="660" y="294"/>
                      </a:lnTo>
                      <a:lnTo>
                        <a:pt x="664" y="294"/>
                      </a:lnTo>
                      <a:lnTo>
                        <a:pt x="668" y="294"/>
                      </a:lnTo>
                      <a:lnTo>
                        <a:pt x="668" y="298"/>
                      </a:lnTo>
                      <a:lnTo>
                        <a:pt x="672" y="298"/>
                      </a:lnTo>
                      <a:lnTo>
                        <a:pt x="672" y="302"/>
                      </a:lnTo>
                      <a:lnTo>
                        <a:pt x="672" y="306"/>
                      </a:lnTo>
                      <a:lnTo>
                        <a:pt x="668" y="306"/>
                      </a:lnTo>
                      <a:lnTo>
                        <a:pt x="664" y="310"/>
                      </a:lnTo>
                      <a:lnTo>
                        <a:pt x="664" y="314"/>
                      </a:lnTo>
                      <a:lnTo>
                        <a:pt x="660" y="314"/>
                      </a:lnTo>
                      <a:lnTo>
                        <a:pt x="652" y="314"/>
                      </a:lnTo>
                      <a:lnTo>
                        <a:pt x="650" y="314"/>
                      </a:lnTo>
                      <a:lnTo>
                        <a:pt x="650" y="310"/>
                      </a:lnTo>
                      <a:lnTo>
                        <a:pt x="652" y="310"/>
                      </a:lnTo>
                      <a:lnTo>
                        <a:pt x="650" y="310"/>
                      </a:lnTo>
                      <a:lnTo>
                        <a:pt x="650" y="306"/>
                      </a:lnTo>
                      <a:lnTo>
                        <a:pt x="650" y="302"/>
                      </a:lnTo>
                      <a:lnTo>
                        <a:pt x="650" y="298"/>
                      </a:lnTo>
                      <a:lnTo>
                        <a:pt x="646" y="298"/>
                      </a:lnTo>
                      <a:lnTo>
                        <a:pt x="646" y="294"/>
                      </a:lnTo>
                      <a:lnTo>
                        <a:pt x="642" y="294"/>
                      </a:lnTo>
                      <a:lnTo>
                        <a:pt x="642" y="292"/>
                      </a:lnTo>
                      <a:lnTo>
                        <a:pt x="642" y="288"/>
                      </a:lnTo>
                      <a:lnTo>
                        <a:pt x="642" y="284"/>
                      </a:lnTo>
                      <a:lnTo>
                        <a:pt x="642" y="280"/>
                      </a:lnTo>
                      <a:lnTo>
                        <a:pt x="642" y="276"/>
                      </a:lnTo>
                      <a:lnTo>
                        <a:pt x="642" y="272"/>
                      </a:lnTo>
                      <a:lnTo>
                        <a:pt x="642" y="268"/>
                      </a:lnTo>
                      <a:lnTo>
                        <a:pt x="646" y="268"/>
                      </a:lnTo>
                      <a:lnTo>
                        <a:pt x="650" y="268"/>
                      </a:lnTo>
                      <a:lnTo>
                        <a:pt x="652" y="268"/>
                      </a:lnTo>
                      <a:lnTo>
                        <a:pt x="656" y="268"/>
                      </a:lnTo>
                      <a:lnTo>
                        <a:pt x="652" y="268"/>
                      </a:lnTo>
                      <a:lnTo>
                        <a:pt x="650" y="268"/>
                      </a:lnTo>
                      <a:lnTo>
                        <a:pt x="650" y="264"/>
                      </a:lnTo>
                      <a:lnTo>
                        <a:pt x="652" y="264"/>
                      </a:lnTo>
                      <a:lnTo>
                        <a:pt x="650" y="264"/>
                      </a:lnTo>
                      <a:lnTo>
                        <a:pt x="646" y="264"/>
                      </a:lnTo>
                      <a:lnTo>
                        <a:pt x="646" y="262"/>
                      </a:lnTo>
                      <a:lnTo>
                        <a:pt x="650" y="262"/>
                      </a:lnTo>
                      <a:lnTo>
                        <a:pt x="652" y="262"/>
                      </a:lnTo>
                      <a:lnTo>
                        <a:pt x="652" y="258"/>
                      </a:lnTo>
                      <a:lnTo>
                        <a:pt x="656" y="258"/>
                      </a:lnTo>
                      <a:lnTo>
                        <a:pt x="660" y="258"/>
                      </a:lnTo>
                      <a:lnTo>
                        <a:pt x="664" y="258"/>
                      </a:lnTo>
                      <a:lnTo>
                        <a:pt x="668" y="258"/>
                      </a:lnTo>
                      <a:lnTo>
                        <a:pt x="672" y="258"/>
                      </a:lnTo>
                      <a:lnTo>
                        <a:pt x="676" y="258"/>
                      </a:lnTo>
                      <a:lnTo>
                        <a:pt x="678" y="258"/>
                      </a:lnTo>
                      <a:lnTo>
                        <a:pt x="682" y="258"/>
                      </a:lnTo>
                      <a:lnTo>
                        <a:pt x="686" y="262"/>
                      </a:lnTo>
                      <a:lnTo>
                        <a:pt x="690" y="262"/>
                      </a:lnTo>
                      <a:lnTo>
                        <a:pt x="694" y="262"/>
                      </a:lnTo>
                      <a:lnTo>
                        <a:pt x="702" y="262"/>
                      </a:lnTo>
                      <a:lnTo>
                        <a:pt x="706" y="262"/>
                      </a:lnTo>
                      <a:lnTo>
                        <a:pt x="712" y="262"/>
                      </a:lnTo>
                      <a:lnTo>
                        <a:pt x="716" y="264"/>
                      </a:lnTo>
                      <a:lnTo>
                        <a:pt x="716" y="262"/>
                      </a:lnTo>
                      <a:lnTo>
                        <a:pt x="720" y="264"/>
                      </a:lnTo>
                      <a:lnTo>
                        <a:pt x="716" y="264"/>
                      </a:lnTo>
                      <a:lnTo>
                        <a:pt x="716" y="268"/>
                      </a:lnTo>
                      <a:lnTo>
                        <a:pt x="712" y="268"/>
                      </a:lnTo>
                      <a:lnTo>
                        <a:pt x="712" y="272"/>
                      </a:lnTo>
                      <a:lnTo>
                        <a:pt x="708" y="272"/>
                      </a:lnTo>
                      <a:lnTo>
                        <a:pt x="708" y="276"/>
                      </a:lnTo>
                      <a:lnTo>
                        <a:pt x="706" y="276"/>
                      </a:lnTo>
                      <a:lnTo>
                        <a:pt x="706" y="280"/>
                      </a:lnTo>
                      <a:lnTo>
                        <a:pt x="706" y="280"/>
                      </a:lnTo>
                      <a:lnTo>
                        <a:pt x="706" y="280"/>
                      </a:lnTo>
                      <a:close/>
                      <a:moveTo>
                        <a:pt x="720" y="262"/>
                      </a:moveTo>
                      <a:lnTo>
                        <a:pt x="716" y="262"/>
                      </a:lnTo>
                      <a:lnTo>
                        <a:pt x="720" y="262"/>
                      </a:lnTo>
                      <a:lnTo>
                        <a:pt x="720" y="258"/>
                      </a:lnTo>
                      <a:lnTo>
                        <a:pt x="724" y="258"/>
                      </a:lnTo>
                      <a:lnTo>
                        <a:pt x="724" y="262"/>
                      </a:lnTo>
                      <a:lnTo>
                        <a:pt x="720" y="262"/>
                      </a:lnTo>
                      <a:lnTo>
                        <a:pt x="720" y="262"/>
                      </a:lnTo>
                      <a:lnTo>
                        <a:pt x="720" y="262"/>
                      </a:lnTo>
                      <a:close/>
                      <a:moveTo>
                        <a:pt x="620" y="276"/>
                      </a:moveTo>
                      <a:lnTo>
                        <a:pt x="620" y="280"/>
                      </a:lnTo>
                      <a:lnTo>
                        <a:pt x="616" y="280"/>
                      </a:lnTo>
                      <a:lnTo>
                        <a:pt x="612" y="280"/>
                      </a:lnTo>
                      <a:lnTo>
                        <a:pt x="608" y="284"/>
                      </a:lnTo>
                      <a:lnTo>
                        <a:pt x="604" y="284"/>
                      </a:lnTo>
                      <a:lnTo>
                        <a:pt x="604" y="288"/>
                      </a:lnTo>
                      <a:lnTo>
                        <a:pt x="600" y="288"/>
                      </a:lnTo>
                      <a:lnTo>
                        <a:pt x="600" y="292"/>
                      </a:lnTo>
                      <a:lnTo>
                        <a:pt x="604" y="292"/>
                      </a:lnTo>
                      <a:lnTo>
                        <a:pt x="604" y="288"/>
                      </a:lnTo>
                      <a:lnTo>
                        <a:pt x="608" y="288"/>
                      </a:lnTo>
                      <a:lnTo>
                        <a:pt x="612" y="288"/>
                      </a:lnTo>
                      <a:lnTo>
                        <a:pt x="616" y="288"/>
                      </a:lnTo>
                      <a:lnTo>
                        <a:pt x="620" y="288"/>
                      </a:lnTo>
                      <a:lnTo>
                        <a:pt x="620" y="292"/>
                      </a:lnTo>
                      <a:lnTo>
                        <a:pt x="622" y="294"/>
                      </a:lnTo>
                      <a:lnTo>
                        <a:pt x="620" y="294"/>
                      </a:lnTo>
                      <a:lnTo>
                        <a:pt x="620" y="298"/>
                      </a:lnTo>
                      <a:lnTo>
                        <a:pt x="622" y="298"/>
                      </a:lnTo>
                      <a:lnTo>
                        <a:pt x="622" y="294"/>
                      </a:lnTo>
                      <a:lnTo>
                        <a:pt x="626" y="294"/>
                      </a:lnTo>
                      <a:lnTo>
                        <a:pt x="630" y="294"/>
                      </a:lnTo>
                      <a:lnTo>
                        <a:pt x="630" y="298"/>
                      </a:lnTo>
                      <a:lnTo>
                        <a:pt x="630" y="302"/>
                      </a:lnTo>
                      <a:lnTo>
                        <a:pt x="634" y="302"/>
                      </a:lnTo>
                      <a:lnTo>
                        <a:pt x="630" y="306"/>
                      </a:lnTo>
                      <a:lnTo>
                        <a:pt x="626" y="306"/>
                      </a:lnTo>
                      <a:lnTo>
                        <a:pt x="622" y="306"/>
                      </a:lnTo>
                      <a:lnTo>
                        <a:pt x="626" y="306"/>
                      </a:lnTo>
                      <a:lnTo>
                        <a:pt x="630" y="306"/>
                      </a:lnTo>
                      <a:lnTo>
                        <a:pt x="630" y="310"/>
                      </a:lnTo>
                      <a:lnTo>
                        <a:pt x="630" y="314"/>
                      </a:lnTo>
                      <a:lnTo>
                        <a:pt x="626" y="314"/>
                      </a:lnTo>
                      <a:lnTo>
                        <a:pt x="622" y="314"/>
                      </a:lnTo>
                      <a:lnTo>
                        <a:pt x="626" y="314"/>
                      </a:lnTo>
                      <a:lnTo>
                        <a:pt x="630" y="314"/>
                      </a:lnTo>
                      <a:lnTo>
                        <a:pt x="626" y="314"/>
                      </a:lnTo>
                      <a:lnTo>
                        <a:pt x="626" y="318"/>
                      </a:lnTo>
                      <a:lnTo>
                        <a:pt x="630" y="318"/>
                      </a:lnTo>
                      <a:lnTo>
                        <a:pt x="626" y="318"/>
                      </a:lnTo>
                      <a:lnTo>
                        <a:pt x="626" y="322"/>
                      </a:lnTo>
                      <a:lnTo>
                        <a:pt x="626" y="318"/>
                      </a:lnTo>
                      <a:lnTo>
                        <a:pt x="622" y="322"/>
                      </a:lnTo>
                      <a:lnTo>
                        <a:pt x="620" y="322"/>
                      </a:lnTo>
                      <a:lnTo>
                        <a:pt x="616" y="324"/>
                      </a:lnTo>
                      <a:lnTo>
                        <a:pt x="612" y="324"/>
                      </a:lnTo>
                      <a:lnTo>
                        <a:pt x="608" y="322"/>
                      </a:lnTo>
                      <a:lnTo>
                        <a:pt x="608" y="324"/>
                      </a:lnTo>
                      <a:lnTo>
                        <a:pt x="604" y="324"/>
                      </a:lnTo>
                      <a:lnTo>
                        <a:pt x="604" y="322"/>
                      </a:lnTo>
                      <a:lnTo>
                        <a:pt x="604" y="318"/>
                      </a:lnTo>
                      <a:lnTo>
                        <a:pt x="600" y="322"/>
                      </a:lnTo>
                      <a:lnTo>
                        <a:pt x="604" y="324"/>
                      </a:lnTo>
                      <a:lnTo>
                        <a:pt x="608" y="324"/>
                      </a:lnTo>
                      <a:lnTo>
                        <a:pt x="608" y="328"/>
                      </a:lnTo>
                      <a:lnTo>
                        <a:pt x="604" y="328"/>
                      </a:lnTo>
                      <a:lnTo>
                        <a:pt x="600" y="332"/>
                      </a:lnTo>
                      <a:lnTo>
                        <a:pt x="596" y="332"/>
                      </a:lnTo>
                      <a:lnTo>
                        <a:pt x="592" y="328"/>
                      </a:lnTo>
                      <a:lnTo>
                        <a:pt x="592" y="332"/>
                      </a:lnTo>
                      <a:lnTo>
                        <a:pt x="590" y="332"/>
                      </a:lnTo>
                      <a:lnTo>
                        <a:pt x="590" y="328"/>
                      </a:lnTo>
                      <a:lnTo>
                        <a:pt x="590" y="324"/>
                      </a:lnTo>
                      <a:lnTo>
                        <a:pt x="586" y="324"/>
                      </a:lnTo>
                      <a:lnTo>
                        <a:pt x="586" y="322"/>
                      </a:lnTo>
                      <a:lnTo>
                        <a:pt x="582" y="318"/>
                      </a:lnTo>
                      <a:lnTo>
                        <a:pt x="578" y="318"/>
                      </a:lnTo>
                      <a:lnTo>
                        <a:pt x="574" y="314"/>
                      </a:lnTo>
                      <a:lnTo>
                        <a:pt x="570" y="310"/>
                      </a:lnTo>
                      <a:lnTo>
                        <a:pt x="566" y="310"/>
                      </a:lnTo>
                      <a:lnTo>
                        <a:pt x="566" y="306"/>
                      </a:lnTo>
                      <a:lnTo>
                        <a:pt x="564" y="306"/>
                      </a:lnTo>
                      <a:lnTo>
                        <a:pt x="560" y="306"/>
                      </a:lnTo>
                      <a:lnTo>
                        <a:pt x="556" y="306"/>
                      </a:lnTo>
                      <a:lnTo>
                        <a:pt x="552" y="306"/>
                      </a:lnTo>
                      <a:lnTo>
                        <a:pt x="552" y="302"/>
                      </a:lnTo>
                      <a:lnTo>
                        <a:pt x="552" y="298"/>
                      </a:lnTo>
                      <a:lnTo>
                        <a:pt x="548" y="298"/>
                      </a:lnTo>
                      <a:lnTo>
                        <a:pt x="544" y="298"/>
                      </a:lnTo>
                      <a:lnTo>
                        <a:pt x="544" y="294"/>
                      </a:lnTo>
                      <a:lnTo>
                        <a:pt x="540" y="294"/>
                      </a:lnTo>
                      <a:lnTo>
                        <a:pt x="540" y="292"/>
                      </a:lnTo>
                      <a:lnTo>
                        <a:pt x="544" y="292"/>
                      </a:lnTo>
                      <a:lnTo>
                        <a:pt x="544" y="288"/>
                      </a:lnTo>
                      <a:lnTo>
                        <a:pt x="548" y="288"/>
                      </a:lnTo>
                      <a:lnTo>
                        <a:pt x="548" y="284"/>
                      </a:lnTo>
                      <a:lnTo>
                        <a:pt x="552" y="284"/>
                      </a:lnTo>
                      <a:lnTo>
                        <a:pt x="552" y="288"/>
                      </a:lnTo>
                      <a:lnTo>
                        <a:pt x="556" y="288"/>
                      </a:lnTo>
                      <a:lnTo>
                        <a:pt x="556" y="292"/>
                      </a:lnTo>
                      <a:lnTo>
                        <a:pt x="560" y="292"/>
                      </a:lnTo>
                      <a:lnTo>
                        <a:pt x="560" y="294"/>
                      </a:lnTo>
                      <a:lnTo>
                        <a:pt x="564" y="294"/>
                      </a:lnTo>
                      <a:lnTo>
                        <a:pt x="566" y="294"/>
                      </a:lnTo>
                      <a:lnTo>
                        <a:pt x="570" y="294"/>
                      </a:lnTo>
                      <a:lnTo>
                        <a:pt x="574" y="294"/>
                      </a:lnTo>
                      <a:lnTo>
                        <a:pt x="574" y="292"/>
                      </a:lnTo>
                      <a:lnTo>
                        <a:pt x="574" y="288"/>
                      </a:lnTo>
                      <a:lnTo>
                        <a:pt x="574" y="292"/>
                      </a:lnTo>
                      <a:lnTo>
                        <a:pt x="578" y="292"/>
                      </a:lnTo>
                      <a:lnTo>
                        <a:pt x="578" y="288"/>
                      </a:lnTo>
                      <a:lnTo>
                        <a:pt x="578" y="284"/>
                      </a:lnTo>
                      <a:lnTo>
                        <a:pt x="574" y="284"/>
                      </a:lnTo>
                      <a:lnTo>
                        <a:pt x="570" y="284"/>
                      </a:lnTo>
                      <a:lnTo>
                        <a:pt x="574" y="280"/>
                      </a:lnTo>
                      <a:lnTo>
                        <a:pt x="578" y="284"/>
                      </a:lnTo>
                      <a:lnTo>
                        <a:pt x="582" y="284"/>
                      </a:lnTo>
                      <a:lnTo>
                        <a:pt x="578" y="280"/>
                      </a:lnTo>
                      <a:lnTo>
                        <a:pt x="574" y="280"/>
                      </a:lnTo>
                      <a:lnTo>
                        <a:pt x="574" y="276"/>
                      </a:lnTo>
                      <a:lnTo>
                        <a:pt x="574" y="280"/>
                      </a:lnTo>
                      <a:lnTo>
                        <a:pt x="570" y="280"/>
                      </a:lnTo>
                      <a:lnTo>
                        <a:pt x="566" y="280"/>
                      </a:lnTo>
                      <a:lnTo>
                        <a:pt x="564" y="276"/>
                      </a:lnTo>
                      <a:lnTo>
                        <a:pt x="560" y="276"/>
                      </a:lnTo>
                      <a:lnTo>
                        <a:pt x="556" y="276"/>
                      </a:lnTo>
                      <a:lnTo>
                        <a:pt x="560" y="272"/>
                      </a:lnTo>
                      <a:lnTo>
                        <a:pt x="564" y="272"/>
                      </a:lnTo>
                      <a:lnTo>
                        <a:pt x="566" y="272"/>
                      </a:lnTo>
                      <a:lnTo>
                        <a:pt x="570" y="272"/>
                      </a:lnTo>
                      <a:lnTo>
                        <a:pt x="570" y="276"/>
                      </a:lnTo>
                      <a:lnTo>
                        <a:pt x="574" y="276"/>
                      </a:lnTo>
                      <a:lnTo>
                        <a:pt x="570" y="276"/>
                      </a:lnTo>
                      <a:lnTo>
                        <a:pt x="570" y="272"/>
                      </a:lnTo>
                      <a:lnTo>
                        <a:pt x="566" y="272"/>
                      </a:lnTo>
                      <a:lnTo>
                        <a:pt x="566" y="268"/>
                      </a:lnTo>
                      <a:lnTo>
                        <a:pt x="564" y="268"/>
                      </a:lnTo>
                      <a:lnTo>
                        <a:pt x="566" y="264"/>
                      </a:lnTo>
                      <a:lnTo>
                        <a:pt x="570" y="264"/>
                      </a:lnTo>
                      <a:lnTo>
                        <a:pt x="574" y="264"/>
                      </a:lnTo>
                      <a:lnTo>
                        <a:pt x="578" y="268"/>
                      </a:lnTo>
                      <a:lnTo>
                        <a:pt x="582" y="264"/>
                      </a:lnTo>
                      <a:lnTo>
                        <a:pt x="578" y="264"/>
                      </a:lnTo>
                      <a:lnTo>
                        <a:pt x="574" y="264"/>
                      </a:lnTo>
                      <a:lnTo>
                        <a:pt x="578" y="264"/>
                      </a:lnTo>
                      <a:lnTo>
                        <a:pt x="578" y="262"/>
                      </a:lnTo>
                      <a:lnTo>
                        <a:pt x="582" y="262"/>
                      </a:lnTo>
                      <a:lnTo>
                        <a:pt x="582" y="264"/>
                      </a:lnTo>
                      <a:lnTo>
                        <a:pt x="586" y="264"/>
                      </a:lnTo>
                      <a:lnTo>
                        <a:pt x="590" y="268"/>
                      </a:lnTo>
                      <a:lnTo>
                        <a:pt x="592" y="268"/>
                      </a:lnTo>
                      <a:lnTo>
                        <a:pt x="596" y="268"/>
                      </a:lnTo>
                      <a:lnTo>
                        <a:pt x="600" y="268"/>
                      </a:lnTo>
                      <a:lnTo>
                        <a:pt x="600" y="264"/>
                      </a:lnTo>
                      <a:lnTo>
                        <a:pt x="604" y="264"/>
                      </a:lnTo>
                      <a:lnTo>
                        <a:pt x="608" y="264"/>
                      </a:lnTo>
                      <a:lnTo>
                        <a:pt x="612" y="264"/>
                      </a:lnTo>
                      <a:lnTo>
                        <a:pt x="616" y="264"/>
                      </a:lnTo>
                      <a:lnTo>
                        <a:pt x="620" y="264"/>
                      </a:lnTo>
                      <a:lnTo>
                        <a:pt x="622" y="268"/>
                      </a:lnTo>
                      <a:lnTo>
                        <a:pt x="622" y="272"/>
                      </a:lnTo>
                      <a:lnTo>
                        <a:pt x="620" y="272"/>
                      </a:lnTo>
                      <a:lnTo>
                        <a:pt x="616" y="272"/>
                      </a:lnTo>
                      <a:lnTo>
                        <a:pt x="612" y="276"/>
                      </a:lnTo>
                      <a:lnTo>
                        <a:pt x="616" y="276"/>
                      </a:lnTo>
                      <a:lnTo>
                        <a:pt x="620" y="276"/>
                      </a:lnTo>
                      <a:lnTo>
                        <a:pt x="620" y="276"/>
                      </a:lnTo>
                      <a:lnTo>
                        <a:pt x="620" y="276"/>
                      </a:lnTo>
                      <a:close/>
                      <a:moveTo>
                        <a:pt x="1004" y="542"/>
                      </a:moveTo>
                      <a:lnTo>
                        <a:pt x="1000" y="542"/>
                      </a:lnTo>
                      <a:lnTo>
                        <a:pt x="996" y="542"/>
                      </a:lnTo>
                      <a:lnTo>
                        <a:pt x="992" y="538"/>
                      </a:lnTo>
                      <a:lnTo>
                        <a:pt x="988" y="538"/>
                      </a:lnTo>
                      <a:lnTo>
                        <a:pt x="992" y="538"/>
                      </a:lnTo>
                      <a:lnTo>
                        <a:pt x="992" y="534"/>
                      </a:lnTo>
                      <a:lnTo>
                        <a:pt x="988" y="534"/>
                      </a:lnTo>
                      <a:lnTo>
                        <a:pt x="988" y="538"/>
                      </a:lnTo>
                      <a:lnTo>
                        <a:pt x="984" y="534"/>
                      </a:lnTo>
                      <a:lnTo>
                        <a:pt x="980" y="534"/>
                      </a:lnTo>
                      <a:lnTo>
                        <a:pt x="980" y="530"/>
                      </a:lnTo>
                      <a:lnTo>
                        <a:pt x="980" y="526"/>
                      </a:lnTo>
                      <a:lnTo>
                        <a:pt x="976" y="526"/>
                      </a:lnTo>
                      <a:lnTo>
                        <a:pt x="974" y="526"/>
                      </a:lnTo>
                      <a:lnTo>
                        <a:pt x="976" y="526"/>
                      </a:lnTo>
                      <a:lnTo>
                        <a:pt x="980" y="526"/>
                      </a:lnTo>
                      <a:lnTo>
                        <a:pt x="984" y="526"/>
                      </a:lnTo>
                      <a:lnTo>
                        <a:pt x="984" y="522"/>
                      </a:lnTo>
                      <a:lnTo>
                        <a:pt x="988" y="522"/>
                      </a:lnTo>
                      <a:lnTo>
                        <a:pt x="984" y="522"/>
                      </a:lnTo>
                      <a:lnTo>
                        <a:pt x="980" y="522"/>
                      </a:lnTo>
                      <a:lnTo>
                        <a:pt x="980" y="520"/>
                      </a:lnTo>
                      <a:lnTo>
                        <a:pt x="976" y="520"/>
                      </a:lnTo>
                      <a:lnTo>
                        <a:pt x="976" y="522"/>
                      </a:lnTo>
                      <a:lnTo>
                        <a:pt x="974" y="520"/>
                      </a:lnTo>
                      <a:lnTo>
                        <a:pt x="974" y="522"/>
                      </a:lnTo>
                      <a:lnTo>
                        <a:pt x="970" y="520"/>
                      </a:lnTo>
                      <a:lnTo>
                        <a:pt x="974" y="520"/>
                      </a:lnTo>
                      <a:lnTo>
                        <a:pt x="974" y="516"/>
                      </a:lnTo>
                      <a:lnTo>
                        <a:pt x="970" y="516"/>
                      </a:lnTo>
                      <a:lnTo>
                        <a:pt x="970" y="520"/>
                      </a:lnTo>
                      <a:lnTo>
                        <a:pt x="970" y="516"/>
                      </a:lnTo>
                      <a:lnTo>
                        <a:pt x="966" y="516"/>
                      </a:lnTo>
                      <a:lnTo>
                        <a:pt x="970" y="512"/>
                      </a:lnTo>
                      <a:lnTo>
                        <a:pt x="966" y="512"/>
                      </a:lnTo>
                      <a:lnTo>
                        <a:pt x="966" y="516"/>
                      </a:lnTo>
                      <a:lnTo>
                        <a:pt x="966" y="512"/>
                      </a:lnTo>
                      <a:lnTo>
                        <a:pt x="962" y="512"/>
                      </a:lnTo>
                      <a:lnTo>
                        <a:pt x="962" y="508"/>
                      </a:lnTo>
                      <a:lnTo>
                        <a:pt x="958" y="508"/>
                      </a:lnTo>
                      <a:lnTo>
                        <a:pt x="954" y="504"/>
                      </a:lnTo>
                      <a:lnTo>
                        <a:pt x="958" y="500"/>
                      </a:lnTo>
                      <a:lnTo>
                        <a:pt x="958" y="496"/>
                      </a:lnTo>
                      <a:lnTo>
                        <a:pt x="958" y="500"/>
                      </a:lnTo>
                      <a:lnTo>
                        <a:pt x="954" y="500"/>
                      </a:lnTo>
                      <a:lnTo>
                        <a:pt x="954" y="496"/>
                      </a:lnTo>
                      <a:lnTo>
                        <a:pt x="950" y="496"/>
                      </a:lnTo>
                      <a:lnTo>
                        <a:pt x="950" y="500"/>
                      </a:lnTo>
                      <a:lnTo>
                        <a:pt x="948" y="500"/>
                      </a:lnTo>
                      <a:lnTo>
                        <a:pt x="950" y="500"/>
                      </a:lnTo>
                      <a:lnTo>
                        <a:pt x="948" y="504"/>
                      </a:lnTo>
                      <a:lnTo>
                        <a:pt x="948" y="500"/>
                      </a:lnTo>
                      <a:lnTo>
                        <a:pt x="948" y="496"/>
                      </a:lnTo>
                      <a:lnTo>
                        <a:pt x="944" y="496"/>
                      </a:lnTo>
                      <a:lnTo>
                        <a:pt x="944" y="500"/>
                      </a:lnTo>
                      <a:lnTo>
                        <a:pt x="940" y="500"/>
                      </a:lnTo>
                      <a:lnTo>
                        <a:pt x="940" y="496"/>
                      </a:lnTo>
                      <a:lnTo>
                        <a:pt x="940" y="494"/>
                      </a:lnTo>
                      <a:lnTo>
                        <a:pt x="936" y="494"/>
                      </a:lnTo>
                      <a:lnTo>
                        <a:pt x="936" y="496"/>
                      </a:lnTo>
                      <a:lnTo>
                        <a:pt x="936" y="494"/>
                      </a:lnTo>
                      <a:lnTo>
                        <a:pt x="932" y="494"/>
                      </a:lnTo>
                      <a:lnTo>
                        <a:pt x="936" y="496"/>
                      </a:lnTo>
                      <a:lnTo>
                        <a:pt x="940" y="496"/>
                      </a:lnTo>
                      <a:lnTo>
                        <a:pt x="940" y="500"/>
                      </a:lnTo>
                      <a:lnTo>
                        <a:pt x="940" y="504"/>
                      </a:lnTo>
                      <a:lnTo>
                        <a:pt x="936" y="504"/>
                      </a:lnTo>
                      <a:lnTo>
                        <a:pt x="932" y="504"/>
                      </a:lnTo>
                      <a:lnTo>
                        <a:pt x="932" y="500"/>
                      </a:lnTo>
                      <a:lnTo>
                        <a:pt x="932" y="504"/>
                      </a:lnTo>
                      <a:lnTo>
                        <a:pt x="928" y="504"/>
                      </a:lnTo>
                      <a:lnTo>
                        <a:pt x="928" y="500"/>
                      </a:lnTo>
                      <a:lnTo>
                        <a:pt x="924" y="500"/>
                      </a:lnTo>
                      <a:lnTo>
                        <a:pt x="920" y="500"/>
                      </a:lnTo>
                      <a:lnTo>
                        <a:pt x="924" y="500"/>
                      </a:lnTo>
                      <a:lnTo>
                        <a:pt x="924" y="504"/>
                      </a:lnTo>
                      <a:lnTo>
                        <a:pt x="920" y="504"/>
                      </a:lnTo>
                      <a:lnTo>
                        <a:pt x="920" y="500"/>
                      </a:lnTo>
                      <a:lnTo>
                        <a:pt x="924" y="504"/>
                      </a:lnTo>
                      <a:lnTo>
                        <a:pt x="920" y="504"/>
                      </a:lnTo>
                      <a:lnTo>
                        <a:pt x="918" y="504"/>
                      </a:lnTo>
                      <a:lnTo>
                        <a:pt x="918" y="508"/>
                      </a:lnTo>
                      <a:lnTo>
                        <a:pt x="914" y="508"/>
                      </a:lnTo>
                      <a:lnTo>
                        <a:pt x="910" y="508"/>
                      </a:lnTo>
                      <a:lnTo>
                        <a:pt x="906" y="508"/>
                      </a:lnTo>
                      <a:lnTo>
                        <a:pt x="902" y="508"/>
                      </a:lnTo>
                      <a:lnTo>
                        <a:pt x="898" y="508"/>
                      </a:lnTo>
                      <a:lnTo>
                        <a:pt x="898" y="504"/>
                      </a:lnTo>
                      <a:lnTo>
                        <a:pt x="894" y="504"/>
                      </a:lnTo>
                      <a:lnTo>
                        <a:pt x="890" y="504"/>
                      </a:lnTo>
                      <a:lnTo>
                        <a:pt x="888" y="500"/>
                      </a:lnTo>
                      <a:lnTo>
                        <a:pt x="888" y="496"/>
                      </a:lnTo>
                      <a:lnTo>
                        <a:pt x="890" y="494"/>
                      </a:lnTo>
                      <a:lnTo>
                        <a:pt x="888" y="490"/>
                      </a:lnTo>
                      <a:lnTo>
                        <a:pt x="890" y="490"/>
                      </a:lnTo>
                      <a:lnTo>
                        <a:pt x="894" y="486"/>
                      </a:lnTo>
                      <a:lnTo>
                        <a:pt x="898" y="486"/>
                      </a:lnTo>
                      <a:lnTo>
                        <a:pt x="902" y="486"/>
                      </a:lnTo>
                      <a:lnTo>
                        <a:pt x="898" y="482"/>
                      </a:lnTo>
                      <a:lnTo>
                        <a:pt x="902" y="482"/>
                      </a:lnTo>
                      <a:lnTo>
                        <a:pt x="898" y="478"/>
                      </a:lnTo>
                      <a:lnTo>
                        <a:pt x="902" y="478"/>
                      </a:lnTo>
                      <a:lnTo>
                        <a:pt x="906" y="478"/>
                      </a:lnTo>
                      <a:lnTo>
                        <a:pt x="910" y="482"/>
                      </a:lnTo>
                      <a:lnTo>
                        <a:pt x="914" y="482"/>
                      </a:lnTo>
                      <a:lnTo>
                        <a:pt x="918" y="482"/>
                      </a:lnTo>
                      <a:lnTo>
                        <a:pt x="920" y="482"/>
                      </a:lnTo>
                      <a:lnTo>
                        <a:pt x="920" y="486"/>
                      </a:lnTo>
                      <a:lnTo>
                        <a:pt x="924" y="486"/>
                      </a:lnTo>
                      <a:lnTo>
                        <a:pt x="928" y="490"/>
                      </a:lnTo>
                      <a:lnTo>
                        <a:pt x="924" y="490"/>
                      </a:lnTo>
                      <a:lnTo>
                        <a:pt x="924" y="494"/>
                      </a:lnTo>
                      <a:lnTo>
                        <a:pt x="928" y="494"/>
                      </a:lnTo>
                      <a:lnTo>
                        <a:pt x="928" y="496"/>
                      </a:lnTo>
                      <a:lnTo>
                        <a:pt x="928" y="494"/>
                      </a:lnTo>
                      <a:lnTo>
                        <a:pt x="924" y="494"/>
                      </a:lnTo>
                      <a:lnTo>
                        <a:pt x="928" y="494"/>
                      </a:lnTo>
                      <a:lnTo>
                        <a:pt x="928" y="490"/>
                      </a:lnTo>
                      <a:lnTo>
                        <a:pt x="932" y="490"/>
                      </a:lnTo>
                      <a:lnTo>
                        <a:pt x="932" y="486"/>
                      </a:lnTo>
                      <a:lnTo>
                        <a:pt x="928" y="486"/>
                      </a:lnTo>
                      <a:lnTo>
                        <a:pt x="928" y="490"/>
                      </a:lnTo>
                      <a:lnTo>
                        <a:pt x="928" y="486"/>
                      </a:lnTo>
                      <a:lnTo>
                        <a:pt x="924" y="486"/>
                      </a:lnTo>
                      <a:lnTo>
                        <a:pt x="920" y="486"/>
                      </a:lnTo>
                      <a:lnTo>
                        <a:pt x="920" y="482"/>
                      </a:lnTo>
                      <a:lnTo>
                        <a:pt x="924" y="482"/>
                      </a:lnTo>
                      <a:lnTo>
                        <a:pt x="928" y="482"/>
                      </a:lnTo>
                      <a:lnTo>
                        <a:pt x="932" y="482"/>
                      </a:lnTo>
                      <a:lnTo>
                        <a:pt x="936" y="482"/>
                      </a:lnTo>
                      <a:lnTo>
                        <a:pt x="940" y="482"/>
                      </a:lnTo>
                      <a:lnTo>
                        <a:pt x="944" y="478"/>
                      </a:lnTo>
                      <a:lnTo>
                        <a:pt x="948" y="478"/>
                      </a:lnTo>
                      <a:lnTo>
                        <a:pt x="950" y="478"/>
                      </a:lnTo>
                      <a:lnTo>
                        <a:pt x="954" y="478"/>
                      </a:lnTo>
                      <a:lnTo>
                        <a:pt x="954" y="474"/>
                      </a:lnTo>
                      <a:lnTo>
                        <a:pt x="950" y="474"/>
                      </a:lnTo>
                      <a:lnTo>
                        <a:pt x="950" y="470"/>
                      </a:lnTo>
                      <a:lnTo>
                        <a:pt x="948" y="470"/>
                      </a:lnTo>
                      <a:lnTo>
                        <a:pt x="948" y="466"/>
                      </a:lnTo>
                      <a:lnTo>
                        <a:pt x="944" y="466"/>
                      </a:lnTo>
                      <a:lnTo>
                        <a:pt x="944" y="464"/>
                      </a:lnTo>
                      <a:lnTo>
                        <a:pt x="940" y="464"/>
                      </a:lnTo>
                      <a:lnTo>
                        <a:pt x="944" y="460"/>
                      </a:lnTo>
                      <a:lnTo>
                        <a:pt x="948" y="460"/>
                      </a:lnTo>
                      <a:lnTo>
                        <a:pt x="950" y="456"/>
                      </a:lnTo>
                      <a:lnTo>
                        <a:pt x="954" y="452"/>
                      </a:lnTo>
                      <a:lnTo>
                        <a:pt x="958" y="448"/>
                      </a:lnTo>
                      <a:lnTo>
                        <a:pt x="962" y="448"/>
                      </a:lnTo>
                      <a:lnTo>
                        <a:pt x="962" y="444"/>
                      </a:lnTo>
                      <a:lnTo>
                        <a:pt x="966" y="440"/>
                      </a:lnTo>
                      <a:lnTo>
                        <a:pt x="970" y="440"/>
                      </a:lnTo>
                      <a:lnTo>
                        <a:pt x="970" y="436"/>
                      </a:lnTo>
                      <a:lnTo>
                        <a:pt x="974" y="436"/>
                      </a:lnTo>
                      <a:lnTo>
                        <a:pt x="974" y="434"/>
                      </a:lnTo>
                      <a:lnTo>
                        <a:pt x="970" y="434"/>
                      </a:lnTo>
                      <a:lnTo>
                        <a:pt x="970" y="430"/>
                      </a:lnTo>
                      <a:lnTo>
                        <a:pt x="970" y="426"/>
                      </a:lnTo>
                      <a:lnTo>
                        <a:pt x="966" y="426"/>
                      </a:lnTo>
                      <a:lnTo>
                        <a:pt x="966" y="422"/>
                      </a:lnTo>
                      <a:lnTo>
                        <a:pt x="970" y="422"/>
                      </a:lnTo>
                      <a:lnTo>
                        <a:pt x="966" y="422"/>
                      </a:lnTo>
                      <a:lnTo>
                        <a:pt x="966" y="418"/>
                      </a:lnTo>
                      <a:lnTo>
                        <a:pt x="962" y="418"/>
                      </a:lnTo>
                      <a:lnTo>
                        <a:pt x="962" y="414"/>
                      </a:lnTo>
                      <a:lnTo>
                        <a:pt x="962" y="410"/>
                      </a:lnTo>
                      <a:lnTo>
                        <a:pt x="958" y="410"/>
                      </a:lnTo>
                      <a:lnTo>
                        <a:pt x="954" y="410"/>
                      </a:lnTo>
                      <a:lnTo>
                        <a:pt x="954" y="408"/>
                      </a:lnTo>
                      <a:lnTo>
                        <a:pt x="958" y="408"/>
                      </a:lnTo>
                      <a:lnTo>
                        <a:pt x="954" y="408"/>
                      </a:lnTo>
                      <a:lnTo>
                        <a:pt x="954" y="410"/>
                      </a:lnTo>
                      <a:lnTo>
                        <a:pt x="950" y="408"/>
                      </a:lnTo>
                      <a:lnTo>
                        <a:pt x="950" y="404"/>
                      </a:lnTo>
                      <a:lnTo>
                        <a:pt x="950" y="400"/>
                      </a:lnTo>
                      <a:lnTo>
                        <a:pt x="948" y="400"/>
                      </a:lnTo>
                      <a:lnTo>
                        <a:pt x="950" y="404"/>
                      </a:lnTo>
                      <a:lnTo>
                        <a:pt x="948" y="404"/>
                      </a:lnTo>
                      <a:lnTo>
                        <a:pt x="944" y="404"/>
                      </a:lnTo>
                      <a:lnTo>
                        <a:pt x="940" y="400"/>
                      </a:lnTo>
                      <a:lnTo>
                        <a:pt x="936" y="400"/>
                      </a:lnTo>
                      <a:lnTo>
                        <a:pt x="936" y="396"/>
                      </a:lnTo>
                      <a:lnTo>
                        <a:pt x="940" y="396"/>
                      </a:lnTo>
                      <a:lnTo>
                        <a:pt x="936" y="396"/>
                      </a:lnTo>
                      <a:lnTo>
                        <a:pt x="940" y="396"/>
                      </a:lnTo>
                      <a:lnTo>
                        <a:pt x="936" y="396"/>
                      </a:lnTo>
                      <a:lnTo>
                        <a:pt x="936" y="392"/>
                      </a:lnTo>
                      <a:lnTo>
                        <a:pt x="932" y="392"/>
                      </a:lnTo>
                      <a:lnTo>
                        <a:pt x="936" y="392"/>
                      </a:lnTo>
                      <a:lnTo>
                        <a:pt x="940" y="392"/>
                      </a:lnTo>
                      <a:lnTo>
                        <a:pt x="940" y="388"/>
                      </a:lnTo>
                      <a:lnTo>
                        <a:pt x="936" y="388"/>
                      </a:lnTo>
                      <a:lnTo>
                        <a:pt x="932" y="392"/>
                      </a:lnTo>
                      <a:lnTo>
                        <a:pt x="928" y="392"/>
                      </a:lnTo>
                      <a:lnTo>
                        <a:pt x="924" y="392"/>
                      </a:lnTo>
                      <a:lnTo>
                        <a:pt x="924" y="396"/>
                      </a:lnTo>
                      <a:lnTo>
                        <a:pt x="920" y="396"/>
                      </a:lnTo>
                      <a:lnTo>
                        <a:pt x="918" y="396"/>
                      </a:lnTo>
                      <a:lnTo>
                        <a:pt x="918" y="400"/>
                      </a:lnTo>
                      <a:lnTo>
                        <a:pt x="914" y="400"/>
                      </a:lnTo>
                      <a:lnTo>
                        <a:pt x="910" y="400"/>
                      </a:lnTo>
                      <a:lnTo>
                        <a:pt x="910" y="396"/>
                      </a:lnTo>
                      <a:lnTo>
                        <a:pt x="914" y="396"/>
                      </a:lnTo>
                      <a:lnTo>
                        <a:pt x="910" y="396"/>
                      </a:lnTo>
                      <a:lnTo>
                        <a:pt x="910" y="392"/>
                      </a:lnTo>
                      <a:lnTo>
                        <a:pt x="914" y="388"/>
                      </a:lnTo>
                      <a:lnTo>
                        <a:pt x="918" y="388"/>
                      </a:lnTo>
                      <a:lnTo>
                        <a:pt x="918" y="392"/>
                      </a:lnTo>
                      <a:lnTo>
                        <a:pt x="920" y="392"/>
                      </a:lnTo>
                      <a:lnTo>
                        <a:pt x="920" y="388"/>
                      </a:lnTo>
                      <a:lnTo>
                        <a:pt x="924" y="388"/>
                      </a:lnTo>
                      <a:lnTo>
                        <a:pt x="924" y="384"/>
                      </a:lnTo>
                      <a:lnTo>
                        <a:pt x="920" y="384"/>
                      </a:lnTo>
                      <a:lnTo>
                        <a:pt x="920" y="380"/>
                      </a:lnTo>
                      <a:lnTo>
                        <a:pt x="918" y="380"/>
                      </a:lnTo>
                      <a:lnTo>
                        <a:pt x="914" y="380"/>
                      </a:lnTo>
                      <a:lnTo>
                        <a:pt x="910" y="378"/>
                      </a:lnTo>
                      <a:lnTo>
                        <a:pt x="914" y="374"/>
                      </a:lnTo>
                      <a:lnTo>
                        <a:pt x="918" y="374"/>
                      </a:lnTo>
                      <a:lnTo>
                        <a:pt x="914" y="374"/>
                      </a:lnTo>
                      <a:lnTo>
                        <a:pt x="910" y="374"/>
                      </a:lnTo>
                      <a:lnTo>
                        <a:pt x="914" y="374"/>
                      </a:lnTo>
                      <a:lnTo>
                        <a:pt x="910" y="378"/>
                      </a:lnTo>
                      <a:lnTo>
                        <a:pt x="906" y="378"/>
                      </a:lnTo>
                      <a:lnTo>
                        <a:pt x="902" y="374"/>
                      </a:lnTo>
                      <a:lnTo>
                        <a:pt x="906" y="374"/>
                      </a:lnTo>
                      <a:lnTo>
                        <a:pt x="910" y="374"/>
                      </a:lnTo>
                      <a:lnTo>
                        <a:pt x="906" y="370"/>
                      </a:lnTo>
                      <a:lnTo>
                        <a:pt x="902" y="370"/>
                      </a:lnTo>
                      <a:lnTo>
                        <a:pt x="906" y="366"/>
                      </a:lnTo>
                      <a:lnTo>
                        <a:pt x="902" y="366"/>
                      </a:lnTo>
                      <a:lnTo>
                        <a:pt x="902" y="370"/>
                      </a:lnTo>
                      <a:lnTo>
                        <a:pt x="898" y="370"/>
                      </a:lnTo>
                      <a:lnTo>
                        <a:pt x="898" y="374"/>
                      </a:lnTo>
                      <a:lnTo>
                        <a:pt x="894" y="374"/>
                      </a:lnTo>
                      <a:lnTo>
                        <a:pt x="894" y="370"/>
                      </a:lnTo>
                      <a:lnTo>
                        <a:pt x="894" y="366"/>
                      </a:lnTo>
                      <a:lnTo>
                        <a:pt x="894" y="362"/>
                      </a:lnTo>
                      <a:lnTo>
                        <a:pt x="894" y="358"/>
                      </a:lnTo>
                      <a:lnTo>
                        <a:pt x="890" y="358"/>
                      </a:lnTo>
                      <a:lnTo>
                        <a:pt x="888" y="358"/>
                      </a:lnTo>
                      <a:lnTo>
                        <a:pt x="888" y="362"/>
                      </a:lnTo>
                      <a:lnTo>
                        <a:pt x="884" y="358"/>
                      </a:lnTo>
                      <a:lnTo>
                        <a:pt x="884" y="354"/>
                      </a:lnTo>
                      <a:lnTo>
                        <a:pt x="884" y="358"/>
                      </a:lnTo>
                      <a:lnTo>
                        <a:pt x="880" y="354"/>
                      </a:lnTo>
                      <a:lnTo>
                        <a:pt x="876" y="354"/>
                      </a:lnTo>
                      <a:lnTo>
                        <a:pt x="876" y="350"/>
                      </a:lnTo>
                      <a:lnTo>
                        <a:pt x="880" y="350"/>
                      </a:lnTo>
                      <a:lnTo>
                        <a:pt x="876" y="350"/>
                      </a:lnTo>
                      <a:lnTo>
                        <a:pt x="876" y="348"/>
                      </a:lnTo>
                      <a:lnTo>
                        <a:pt x="876" y="350"/>
                      </a:lnTo>
                      <a:lnTo>
                        <a:pt x="876" y="354"/>
                      </a:lnTo>
                      <a:lnTo>
                        <a:pt x="872" y="354"/>
                      </a:lnTo>
                      <a:lnTo>
                        <a:pt x="868" y="354"/>
                      </a:lnTo>
                      <a:lnTo>
                        <a:pt x="872" y="354"/>
                      </a:lnTo>
                      <a:lnTo>
                        <a:pt x="872" y="358"/>
                      </a:lnTo>
                      <a:lnTo>
                        <a:pt x="876" y="358"/>
                      </a:lnTo>
                      <a:lnTo>
                        <a:pt x="880" y="358"/>
                      </a:lnTo>
                      <a:lnTo>
                        <a:pt x="880" y="362"/>
                      </a:lnTo>
                      <a:lnTo>
                        <a:pt x="880" y="366"/>
                      </a:lnTo>
                      <a:lnTo>
                        <a:pt x="880" y="370"/>
                      </a:lnTo>
                      <a:lnTo>
                        <a:pt x="876" y="370"/>
                      </a:lnTo>
                      <a:lnTo>
                        <a:pt x="872" y="370"/>
                      </a:lnTo>
                      <a:lnTo>
                        <a:pt x="868" y="370"/>
                      </a:lnTo>
                      <a:lnTo>
                        <a:pt x="864" y="370"/>
                      </a:lnTo>
                      <a:lnTo>
                        <a:pt x="864" y="366"/>
                      </a:lnTo>
                      <a:lnTo>
                        <a:pt x="862" y="366"/>
                      </a:lnTo>
                      <a:lnTo>
                        <a:pt x="858" y="366"/>
                      </a:lnTo>
                      <a:lnTo>
                        <a:pt x="854" y="366"/>
                      </a:lnTo>
                      <a:lnTo>
                        <a:pt x="850" y="366"/>
                      </a:lnTo>
                      <a:lnTo>
                        <a:pt x="850" y="362"/>
                      </a:lnTo>
                      <a:lnTo>
                        <a:pt x="846" y="362"/>
                      </a:lnTo>
                      <a:lnTo>
                        <a:pt x="842" y="362"/>
                      </a:lnTo>
                      <a:lnTo>
                        <a:pt x="838" y="362"/>
                      </a:lnTo>
                      <a:lnTo>
                        <a:pt x="838" y="366"/>
                      </a:lnTo>
                      <a:lnTo>
                        <a:pt x="842" y="366"/>
                      </a:lnTo>
                      <a:lnTo>
                        <a:pt x="846" y="366"/>
                      </a:lnTo>
                      <a:lnTo>
                        <a:pt x="846" y="370"/>
                      </a:lnTo>
                      <a:lnTo>
                        <a:pt x="850" y="370"/>
                      </a:lnTo>
                      <a:lnTo>
                        <a:pt x="854" y="374"/>
                      </a:lnTo>
                      <a:lnTo>
                        <a:pt x="850" y="374"/>
                      </a:lnTo>
                      <a:lnTo>
                        <a:pt x="846" y="374"/>
                      </a:lnTo>
                      <a:lnTo>
                        <a:pt x="846" y="370"/>
                      </a:lnTo>
                      <a:lnTo>
                        <a:pt x="842" y="370"/>
                      </a:lnTo>
                      <a:lnTo>
                        <a:pt x="842" y="366"/>
                      </a:lnTo>
                      <a:lnTo>
                        <a:pt x="838" y="366"/>
                      </a:lnTo>
                      <a:lnTo>
                        <a:pt x="834" y="366"/>
                      </a:lnTo>
                      <a:lnTo>
                        <a:pt x="834" y="362"/>
                      </a:lnTo>
                      <a:lnTo>
                        <a:pt x="832" y="362"/>
                      </a:lnTo>
                      <a:lnTo>
                        <a:pt x="828" y="362"/>
                      </a:lnTo>
                      <a:lnTo>
                        <a:pt x="824" y="358"/>
                      </a:lnTo>
                      <a:lnTo>
                        <a:pt x="820" y="358"/>
                      </a:lnTo>
                      <a:lnTo>
                        <a:pt x="824" y="358"/>
                      </a:lnTo>
                      <a:lnTo>
                        <a:pt x="824" y="362"/>
                      </a:lnTo>
                      <a:lnTo>
                        <a:pt x="828" y="362"/>
                      </a:lnTo>
                      <a:lnTo>
                        <a:pt x="832" y="362"/>
                      </a:lnTo>
                      <a:lnTo>
                        <a:pt x="834" y="366"/>
                      </a:lnTo>
                      <a:lnTo>
                        <a:pt x="838" y="366"/>
                      </a:lnTo>
                      <a:lnTo>
                        <a:pt x="838" y="370"/>
                      </a:lnTo>
                      <a:lnTo>
                        <a:pt x="834" y="370"/>
                      </a:lnTo>
                      <a:lnTo>
                        <a:pt x="832" y="370"/>
                      </a:lnTo>
                      <a:lnTo>
                        <a:pt x="828" y="370"/>
                      </a:lnTo>
                      <a:lnTo>
                        <a:pt x="824" y="370"/>
                      </a:lnTo>
                      <a:lnTo>
                        <a:pt x="820" y="366"/>
                      </a:lnTo>
                      <a:lnTo>
                        <a:pt x="816" y="366"/>
                      </a:lnTo>
                      <a:lnTo>
                        <a:pt x="812" y="366"/>
                      </a:lnTo>
                      <a:lnTo>
                        <a:pt x="808" y="366"/>
                      </a:lnTo>
                      <a:lnTo>
                        <a:pt x="806" y="366"/>
                      </a:lnTo>
                      <a:lnTo>
                        <a:pt x="802" y="366"/>
                      </a:lnTo>
                      <a:lnTo>
                        <a:pt x="798" y="366"/>
                      </a:lnTo>
                      <a:lnTo>
                        <a:pt x="794" y="366"/>
                      </a:lnTo>
                      <a:lnTo>
                        <a:pt x="790" y="362"/>
                      </a:lnTo>
                      <a:lnTo>
                        <a:pt x="786" y="362"/>
                      </a:lnTo>
                      <a:lnTo>
                        <a:pt x="782" y="362"/>
                      </a:lnTo>
                      <a:lnTo>
                        <a:pt x="778" y="362"/>
                      </a:lnTo>
                      <a:lnTo>
                        <a:pt x="778" y="366"/>
                      </a:lnTo>
                      <a:lnTo>
                        <a:pt x="782" y="362"/>
                      </a:lnTo>
                      <a:lnTo>
                        <a:pt x="786" y="366"/>
                      </a:lnTo>
                      <a:lnTo>
                        <a:pt x="790" y="366"/>
                      </a:lnTo>
                      <a:lnTo>
                        <a:pt x="786" y="366"/>
                      </a:lnTo>
                      <a:lnTo>
                        <a:pt x="782" y="366"/>
                      </a:lnTo>
                      <a:lnTo>
                        <a:pt x="778" y="366"/>
                      </a:lnTo>
                      <a:lnTo>
                        <a:pt x="776" y="366"/>
                      </a:lnTo>
                      <a:lnTo>
                        <a:pt x="776" y="362"/>
                      </a:lnTo>
                      <a:lnTo>
                        <a:pt x="772" y="362"/>
                      </a:lnTo>
                      <a:lnTo>
                        <a:pt x="772" y="358"/>
                      </a:lnTo>
                      <a:lnTo>
                        <a:pt x="768" y="354"/>
                      </a:lnTo>
                      <a:lnTo>
                        <a:pt x="772" y="354"/>
                      </a:lnTo>
                      <a:lnTo>
                        <a:pt x="776" y="354"/>
                      </a:lnTo>
                      <a:lnTo>
                        <a:pt x="772" y="354"/>
                      </a:lnTo>
                      <a:lnTo>
                        <a:pt x="772" y="350"/>
                      </a:lnTo>
                      <a:lnTo>
                        <a:pt x="772" y="354"/>
                      </a:lnTo>
                      <a:lnTo>
                        <a:pt x="768" y="354"/>
                      </a:lnTo>
                      <a:lnTo>
                        <a:pt x="768" y="358"/>
                      </a:lnTo>
                      <a:lnTo>
                        <a:pt x="764" y="358"/>
                      </a:lnTo>
                      <a:lnTo>
                        <a:pt x="764" y="354"/>
                      </a:lnTo>
                      <a:lnTo>
                        <a:pt x="760" y="354"/>
                      </a:lnTo>
                      <a:lnTo>
                        <a:pt x="764" y="354"/>
                      </a:lnTo>
                      <a:lnTo>
                        <a:pt x="764" y="358"/>
                      </a:lnTo>
                      <a:lnTo>
                        <a:pt x="760" y="358"/>
                      </a:lnTo>
                      <a:lnTo>
                        <a:pt x="756" y="358"/>
                      </a:lnTo>
                      <a:lnTo>
                        <a:pt x="752" y="358"/>
                      </a:lnTo>
                      <a:lnTo>
                        <a:pt x="756" y="358"/>
                      </a:lnTo>
                      <a:lnTo>
                        <a:pt x="752" y="358"/>
                      </a:lnTo>
                      <a:lnTo>
                        <a:pt x="748" y="358"/>
                      </a:lnTo>
                      <a:lnTo>
                        <a:pt x="746" y="358"/>
                      </a:lnTo>
                      <a:lnTo>
                        <a:pt x="748" y="358"/>
                      </a:lnTo>
                      <a:lnTo>
                        <a:pt x="748" y="354"/>
                      </a:lnTo>
                      <a:lnTo>
                        <a:pt x="746" y="354"/>
                      </a:lnTo>
                      <a:lnTo>
                        <a:pt x="742" y="354"/>
                      </a:lnTo>
                      <a:lnTo>
                        <a:pt x="738" y="354"/>
                      </a:lnTo>
                      <a:lnTo>
                        <a:pt x="738" y="350"/>
                      </a:lnTo>
                      <a:lnTo>
                        <a:pt x="734" y="350"/>
                      </a:lnTo>
                      <a:lnTo>
                        <a:pt x="734" y="348"/>
                      </a:lnTo>
                      <a:lnTo>
                        <a:pt x="732" y="348"/>
                      </a:lnTo>
                      <a:lnTo>
                        <a:pt x="732" y="344"/>
                      </a:lnTo>
                      <a:lnTo>
                        <a:pt x="734" y="340"/>
                      </a:lnTo>
                      <a:lnTo>
                        <a:pt x="732" y="340"/>
                      </a:lnTo>
                      <a:lnTo>
                        <a:pt x="728" y="340"/>
                      </a:lnTo>
                      <a:lnTo>
                        <a:pt x="728" y="336"/>
                      </a:lnTo>
                      <a:lnTo>
                        <a:pt x="732" y="340"/>
                      </a:lnTo>
                      <a:lnTo>
                        <a:pt x="734" y="340"/>
                      </a:lnTo>
                      <a:lnTo>
                        <a:pt x="738" y="340"/>
                      </a:lnTo>
                      <a:lnTo>
                        <a:pt x="742" y="340"/>
                      </a:lnTo>
                      <a:lnTo>
                        <a:pt x="746" y="340"/>
                      </a:lnTo>
                      <a:lnTo>
                        <a:pt x="748" y="344"/>
                      </a:lnTo>
                      <a:lnTo>
                        <a:pt x="752" y="340"/>
                      </a:lnTo>
                      <a:lnTo>
                        <a:pt x="756" y="340"/>
                      </a:lnTo>
                      <a:lnTo>
                        <a:pt x="760" y="340"/>
                      </a:lnTo>
                      <a:lnTo>
                        <a:pt x="764" y="340"/>
                      </a:lnTo>
                      <a:lnTo>
                        <a:pt x="760" y="340"/>
                      </a:lnTo>
                      <a:lnTo>
                        <a:pt x="756" y="340"/>
                      </a:lnTo>
                      <a:lnTo>
                        <a:pt x="756" y="336"/>
                      </a:lnTo>
                      <a:lnTo>
                        <a:pt x="752" y="336"/>
                      </a:lnTo>
                      <a:lnTo>
                        <a:pt x="752" y="332"/>
                      </a:lnTo>
                      <a:lnTo>
                        <a:pt x="748" y="332"/>
                      </a:lnTo>
                      <a:lnTo>
                        <a:pt x="748" y="336"/>
                      </a:lnTo>
                      <a:lnTo>
                        <a:pt x="746" y="332"/>
                      </a:lnTo>
                      <a:lnTo>
                        <a:pt x="742" y="332"/>
                      </a:lnTo>
                      <a:lnTo>
                        <a:pt x="738" y="332"/>
                      </a:lnTo>
                      <a:lnTo>
                        <a:pt x="734" y="332"/>
                      </a:lnTo>
                      <a:lnTo>
                        <a:pt x="732" y="332"/>
                      </a:lnTo>
                      <a:lnTo>
                        <a:pt x="728" y="332"/>
                      </a:lnTo>
                      <a:lnTo>
                        <a:pt x="724" y="332"/>
                      </a:lnTo>
                      <a:lnTo>
                        <a:pt x="724" y="328"/>
                      </a:lnTo>
                      <a:lnTo>
                        <a:pt x="720" y="324"/>
                      </a:lnTo>
                      <a:lnTo>
                        <a:pt x="724" y="324"/>
                      </a:lnTo>
                      <a:lnTo>
                        <a:pt x="724" y="322"/>
                      </a:lnTo>
                      <a:lnTo>
                        <a:pt x="724" y="318"/>
                      </a:lnTo>
                      <a:lnTo>
                        <a:pt x="720" y="318"/>
                      </a:lnTo>
                      <a:lnTo>
                        <a:pt x="720" y="314"/>
                      </a:lnTo>
                      <a:lnTo>
                        <a:pt x="724" y="314"/>
                      </a:lnTo>
                      <a:lnTo>
                        <a:pt x="724" y="310"/>
                      </a:lnTo>
                      <a:lnTo>
                        <a:pt x="728" y="310"/>
                      </a:lnTo>
                      <a:lnTo>
                        <a:pt x="724" y="310"/>
                      </a:lnTo>
                      <a:lnTo>
                        <a:pt x="724" y="306"/>
                      </a:lnTo>
                      <a:lnTo>
                        <a:pt x="724" y="302"/>
                      </a:lnTo>
                      <a:lnTo>
                        <a:pt x="724" y="298"/>
                      </a:lnTo>
                      <a:lnTo>
                        <a:pt x="728" y="298"/>
                      </a:lnTo>
                      <a:lnTo>
                        <a:pt x="728" y="294"/>
                      </a:lnTo>
                      <a:lnTo>
                        <a:pt x="732" y="294"/>
                      </a:lnTo>
                      <a:lnTo>
                        <a:pt x="732" y="288"/>
                      </a:lnTo>
                      <a:lnTo>
                        <a:pt x="732" y="284"/>
                      </a:lnTo>
                      <a:lnTo>
                        <a:pt x="734" y="280"/>
                      </a:lnTo>
                      <a:lnTo>
                        <a:pt x="738" y="280"/>
                      </a:lnTo>
                      <a:lnTo>
                        <a:pt x="738" y="276"/>
                      </a:lnTo>
                      <a:lnTo>
                        <a:pt x="742" y="276"/>
                      </a:lnTo>
                      <a:lnTo>
                        <a:pt x="742" y="272"/>
                      </a:lnTo>
                      <a:lnTo>
                        <a:pt x="746" y="272"/>
                      </a:lnTo>
                      <a:lnTo>
                        <a:pt x="748" y="272"/>
                      </a:lnTo>
                      <a:lnTo>
                        <a:pt x="748" y="268"/>
                      </a:lnTo>
                      <a:lnTo>
                        <a:pt x="752" y="268"/>
                      </a:lnTo>
                      <a:lnTo>
                        <a:pt x="756" y="268"/>
                      </a:lnTo>
                      <a:lnTo>
                        <a:pt x="760" y="264"/>
                      </a:lnTo>
                      <a:lnTo>
                        <a:pt x="764" y="264"/>
                      </a:lnTo>
                      <a:lnTo>
                        <a:pt x="768" y="264"/>
                      </a:lnTo>
                      <a:lnTo>
                        <a:pt x="772" y="264"/>
                      </a:lnTo>
                      <a:lnTo>
                        <a:pt x="776" y="264"/>
                      </a:lnTo>
                      <a:lnTo>
                        <a:pt x="782" y="264"/>
                      </a:lnTo>
                      <a:lnTo>
                        <a:pt x="786" y="264"/>
                      </a:lnTo>
                      <a:lnTo>
                        <a:pt x="790" y="264"/>
                      </a:lnTo>
                      <a:lnTo>
                        <a:pt x="794" y="268"/>
                      </a:lnTo>
                      <a:lnTo>
                        <a:pt x="790" y="268"/>
                      </a:lnTo>
                      <a:lnTo>
                        <a:pt x="786" y="272"/>
                      </a:lnTo>
                      <a:lnTo>
                        <a:pt x="782" y="276"/>
                      </a:lnTo>
                      <a:lnTo>
                        <a:pt x="778" y="276"/>
                      </a:lnTo>
                      <a:lnTo>
                        <a:pt x="778" y="280"/>
                      </a:lnTo>
                      <a:lnTo>
                        <a:pt x="776" y="280"/>
                      </a:lnTo>
                      <a:lnTo>
                        <a:pt x="776" y="284"/>
                      </a:lnTo>
                      <a:lnTo>
                        <a:pt x="776" y="288"/>
                      </a:lnTo>
                      <a:lnTo>
                        <a:pt x="772" y="288"/>
                      </a:lnTo>
                      <a:lnTo>
                        <a:pt x="768" y="292"/>
                      </a:lnTo>
                      <a:lnTo>
                        <a:pt x="768" y="294"/>
                      </a:lnTo>
                      <a:lnTo>
                        <a:pt x="768" y="298"/>
                      </a:lnTo>
                      <a:lnTo>
                        <a:pt x="772" y="298"/>
                      </a:lnTo>
                      <a:lnTo>
                        <a:pt x="772" y="302"/>
                      </a:lnTo>
                      <a:lnTo>
                        <a:pt x="776" y="302"/>
                      </a:lnTo>
                      <a:lnTo>
                        <a:pt x="772" y="306"/>
                      </a:lnTo>
                      <a:lnTo>
                        <a:pt x="772" y="310"/>
                      </a:lnTo>
                      <a:lnTo>
                        <a:pt x="772" y="314"/>
                      </a:lnTo>
                      <a:lnTo>
                        <a:pt x="776" y="318"/>
                      </a:lnTo>
                      <a:lnTo>
                        <a:pt x="776" y="322"/>
                      </a:lnTo>
                      <a:lnTo>
                        <a:pt x="778" y="322"/>
                      </a:lnTo>
                      <a:lnTo>
                        <a:pt x="786" y="328"/>
                      </a:lnTo>
                      <a:lnTo>
                        <a:pt x="790" y="328"/>
                      </a:lnTo>
                      <a:lnTo>
                        <a:pt x="794" y="328"/>
                      </a:lnTo>
                      <a:lnTo>
                        <a:pt x="794" y="332"/>
                      </a:lnTo>
                      <a:lnTo>
                        <a:pt x="790" y="332"/>
                      </a:lnTo>
                      <a:lnTo>
                        <a:pt x="786" y="336"/>
                      </a:lnTo>
                      <a:lnTo>
                        <a:pt x="782" y="336"/>
                      </a:lnTo>
                      <a:lnTo>
                        <a:pt x="778" y="336"/>
                      </a:lnTo>
                      <a:lnTo>
                        <a:pt x="776" y="336"/>
                      </a:lnTo>
                      <a:lnTo>
                        <a:pt x="776" y="340"/>
                      </a:lnTo>
                      <a:lnTo>
                        <a:pt x="772" y="340"/>
                      </a:lnTo>
                      <a:lnTo>
                        <a:pt x="768" y="340"/>
                      </a:lnTo>
                      <a:lnTo>
                        <a:pt x="772" y="340"/>
                      </a:lnTo>
                      <a:lnTo>
                        <a:pt x="776" y="340"/>
                      </a:lnTo>
                      <a:lnTo>
                        <a:pt x="778" y="340"/>
                      </a:lnTo>
                      <a:lnTo>
                        <a:pt x="778" y="336"/>
                      </a:lnTo>
                      <a:lnTo>
                        <a:pt x="782" y="336"/>
                      </a:lnTo>
                      <a:lnTo>
                        <a:pt x="786" y="336"/>
                      </a:lnTo>
                      <a:lnTo>
                        <a:pt x="790" y="336"/>
                      </a:lnTo>
                      <a:lnTo>
                        <a:pt x="794" y="336"/>
                      </a:lnTo>
                      <a:lnTo>
                        <a:pt x="794" y="340"/>
                      </a:lnTo>
                      <a:lnTo>
                        <a:pt x="794" y="336"/>
                      </a:lnTo>
                      <a:lnTo>
                        <a:pt x="790" y="336"/>
                      </a:lnTo>
                      <a:lnTo>
                        <a:pt x="790" y="340"/>
                      </a:lnTo>
                      <a:lnTo>
                        <a:pt x="794" y="340"/>
                      </a:lnTo>
                      <a:lnTo>
                        <a:pt x="794" y="344"/>
                      </a:lnTo>
                      <a:lnTo>
                        <a:pt x="794" y="340"/>
                      </a:lnTo>
                      <a:lnTo>
                        <a:pt x="794" y="336"/>
                      </a:lnTo>
                      <a:lnTo>
                        <a:pt x="794" y="332"/>
                      </a:lnTo>
                      <a:lnTo>
                        <a:pt x="794" y="328"/>
                      </a:lnTo>
                      <a:lnTo>
                        <a:pt x="798" y="328"/>
                      </a:lnTo>
                      <a:lnTo>
                        <a:pt x="798" y="324"/>
                      </a:lnTo>
                      <a:lnTo>
                        <a:pt x="798" y="322"/>
                      </a:lnTo>
                      <a:lnTo>
                        <a:pt x="794" y="322"/>
                      </a:lnTo>
                      <a:lnTo>
                        <a:pt x="794" y="324"/>
                      </a:lnTo>
                      <a:lnTo>
                        <a:pt x="790" y="324"/>
                      </a:lnTo>
                      <a:lnTo>
                        <a:pt x="790" y="322"/>
                      </a:lnTo>
                      <a:lnTo>
                        <a:pt x="786" y="322"/>
                      </a:lnTo>
                      <a:lnTo>
                        <a:pt x="782" y="322"/>
                      </a:lnTo>
                      <a:lnTo>
                        <a:pt x="786" y="322"/>
                      </a:lnTo>
                      <a:lnTo>
                        <a:pt x="786" y="318"/>
                      </a:lnTo>
                      <a:lnTo>
                        <a:pt x="782" y="318"/>
                      </a:lnTo>
                      <a:lnTo>
                        <a:pt x="778" y="314"/>
                      </a:lnTo>
                      <a:lnTo>
                        <a:pt x="776" y="314"/>
                      </a:lnTo>
                      <a:lnTo>
                        <a:pt x="778" y="314"/>
                      </a:lnTo>
                      <a:lnTo>
                        <a:pt x="782" y="314"/>
                      </a:lnTo>
                      <a:lnTo>
                        <a:pt x="786" y="314"/>
                      </a:lnTo>
                      <a:lnTo>
                        <a:pt x="786" y="310"/>
                      </a:lnTo>
                      <a:lnTo>
                        <a:pt x="786" y="306"/>
                      </a:lnTo>
                      <a:lnTo>
                        <a:pt x="790" y="306"/>
                      </a:lnTo>
                      <a:lnTo>
                        <a:pt x="794" y="306"/>
                      </a:lnTo>
                      <a:lnTo>
                        <a:pt x="794" y="310"/>
                      </a:lnTo>
                      <a:lnTo>
                        <a:pt x="798" y="310"/>
                      </a:lnTo>
                      <a:lnTo>
                        <a:pt x="802" y="314"/>
                      </a:lnTo>
                      <a:lnTo>
                        <a:pt x="802" y="318"/>
                      </a:lnTo>
                      <a:lnTo>
                        <a:pt x="806" y="318"/>
                      </a:lnTo>
                      <a:lnTo>
                        <a:pt x="806" y="314"/>
                      </a:lnTo>
                      <a:lnTo>
                        <a:pt x="802" y="314"/>
                      </a:lnTo>
                      <a:lnTo>
                        <a:pt x="802" y="310"/>
                      </a:lnTo>
                      <a:lnTo>
                        <a:pt x="798" y="310"/>
                      </a:lnTo>
                      <a:lnTo>
                        <a:pt x="794" y="310"/>
                      </a:lnTo>
                      <a:lnTo>
                        <a:pt x="794" y="306"/>
                      </a:lnTo>
                      <a:lnTo>
                        <a:pt x="798" y="306"/>
                      </a:lnTo>
                      <a:lnTo>
                        <a:pt x="802" y="302"/>
                      </a:lnTo>
                      <a:lnTo>
                        <a:pt x="798" y="302"/>
                      </a:lnTo>
                      <a:lnTo>
                        <a:pt x="798" y="306"/>
                      </a:lnTo>
                      <a:lnTo>
                        <a:pt x="794" y="306"/>
                      </a:lnTo>
                      <a:lnTo>
                        <a:pt x="794" y="302"/>
                      </a:lnTo>
                      <a:lnTo>
                        <a:pt x="790" y="302"/>
                      </a:lnTo>
                      <a:lnTo>
                        <a:pt x="790" y="306"/>
                      </a:lnTo>
                      <a:lnTo>
                        <a:pt x="786" y="302"/>
                      </a:lnTo>
                      <a:lnTo>
                        <a:pt x="782" y="302"/>
                      </a:lnTo>
                      <a:lnTo>
                        <a:pt x="782" y="298"/>
                      </a:lnTo>
                      <a:lnTo>
                        <a:pt x="786" y="298"/>
                      </a:lnTo>
                      <a:lnTo>
                        <a:pt x="782" y="298"/>
                      </a:lnTo>
                      <a:lnTo>
                        <a:pt x="782" y="294"/>
                      </a:lnTo>
                      <a:lnTo>
                        <a:pt x="782" y="292"/>
                      </a:lnTo>
                      <a:lnTo>
                        <a:pt x="782" y="288"/>
                      </a:lnTo>
                      <a:lnTo>
                        <a:pt x="786" y="288"/>
                      </a:lnTo>
                      <a:lnTo>
                        <a:pt x="790" y="292"/>
                      </a:lnTo>
                      <a:lnTo>
                        <a:pt x="794" y="292"/>
                      </a:lnTo>
                      <a:lnTo>
                        <a:pt x="798" y="292"/>
                      </a:lnTo>
                      <a:lnTo>
                        <a:pt x="802" y="292"/>
                      </a:lnTo>
                      <a:lnTo>
                        <a:pt x="802" y="294"/>
                      </a:lnTo>
                      <a:lnTo>
                        <a:pt x="806" y="294"/>
                      </a:lnTo>
                      <a:lnTo>
                        <a:pt x="802" y="294"/>
                      </a:lnTo>
                      <a:lnTo>
                        <a:pt x="802" y="292"/>
                      </a:lnTo>
                      <a:lnTo>
                        <a:pt x="798" y="292"/>
                      </a:lnTo>
                      <a:lnTo>
                        <a:pt x="794" y="292"/>
                      </a:lnTo>
                      <a:lnTo>
                        <a:pt x="794" y="288"/>
                      </a:lnTo>
                      <a:lnTo>
                        <a:pt x="790" y="288"/>
                      </a:lnTo>
                      <a:lnTo>
                        <a:pt x="782" y="288"/>
                      </a:lnTo>
                      <a:lnTo>
                        <a:pt x="786" y="284"/>
                      </a:lnTo>
                      <a:lnTo>
                        <a:pt x="786" y="288"/>
                      </a:lnTo>
                      <a:lnTo>
                        <a:pt x="790" y="288"/>
                      </a:lnTo>
                      <a:lnTo>
                        <a:pt x="790" y="284"/>
                      </a:lnTo>
                      <a:lnTo>
                        <a:pt x="794" y="284"/>
                      </a:lnTo>
                      <a:lnTo>
                        <a:pt x="794" y="288"/>
                      </a:lnTo>
                      <a:lnTo>
                        <a:pt x="798" y="288"/>
                      </a:lnTo>
                      <a:lnTo>
                        <a:pt x="802" y="288"/>
                      </a:lnTo>
                      <a:lnTo>
                        <a:pt x="806" y="288"/>
                      </a:lnTo>
                      <a:lnTo>
                        <a:pt x="808" y="288"/>
                      </a:lnTo>
                      <a:lnTo>
                        <a:pt x="812" y="288"/>
                      </a:lnTo>
                      <a:lnTo>
                        <a:pt x="808" y="288"/>
                      </a:lnTo>
                      <a:lnTo>
                        <a:pt x="806" y="288"/>
                      </a:lnTo>
                      <a:lnTo>
                        <a:pt x="802" y="288"/>
                      </a:lnTo>
                      <a:lnTo>
                        <a:pt x="802" y="284"/>
                      </a:lnTo>
                      <a:lnTo>
                        <a:pt x="798" y="284"/>
                      </a:lnTo>
                      <a:lnTo>
                        <a:pt x="794" y="284"/>
                      </a:lnTo>
                      <a:lnTo>
                        <a:pt x="790" y="284"/>
                      </a:lnTo>
                      <a:lnTo>
                        <a:pt x="790" y="280"/>
                      </a:lnTo>
                      <a:lnTo>
                        <a:pt x="794" y="280"/>
                      </a:lnTo>
                      <a:lnTo>
                        <a:pt x="794" y="276"/>
                      </a:lnTo>
                      <a:lnTo>
                        <a:pt x="798" y="280"/>
                      </a:lnTo>
                      <a:lnTo>
                        <a:pt x="802" y="280"/>
                      </a:lnTo>
                      <a:lnTo>
                        <a:pt x="798" y="280"/>
                      </a:lnTo>
                      <a:lnTo>
                        <a:pt x="798" y="276"/>
                      </a:lnTo>
                      <a:lnTo>
                        <a:pt x="802" y="276"/>
                      </a:lnTo>
                      <a:lnTo>
                        <a:pt x="806" y="276"/>
                      </a:lnTo>
                      <a:lnTo>
                        <a:pt x="808" y="276"/>
                      </a:lnTo>
                      <a:lnTo>
                        <a:pt x="808" y="280"/>
                      </a:lnTo>
                      <a:lnTo>
                        <a:pt x="812" y="280"/>
                      </a:lnTo>
                      <a:lnTo>
                        <a:pt x="812" y="276"/>
                      </a:lnTo>
                      <a:lnTo>
                        <a:pt x="808" y="276"/>
                      </a:lnTo>
                      <a:lnTo>
                        <a:pt x="806" y="276"/>
                      </a:lnTo>
                      <a:lnTo>
                        <a:pt x="806" y="272"/>
                      </a:lnTo>
                      <a:lnTo>
                        <a:pt x="808" y="272"/>
                      </a:lnTo>
                      <a:lnTo>
                        <a:pt x="812" y="272"/>
                      </a:lnTo>
                      <a:lnTo>
                        <a:pt x="816" y="268"/>
                      </a:lnTo>
                      <a:lnTo>
                        <a:pt x="820" y="268"/>
                      </a:lnTo>
                      <a:lnTo>
                        <a:pt x="824" y="268"/>
                      </a:lnTo>
                      <a:lnTo>
                        <a:pt x="828" y="268"/>
                      </a:lnTo>
                      <a:lnTo>
                        <a:pt x="832" y="268"/>
                      </a:lnTo>
                      <a:lnTo>
                        <a:pt x="834" y="268"/>
                      </a:lnTo>
                      <a:lnTo>
                        <a:pt x="838" y="268"/>
                      </a:lnTo>
                      <a:lnTo>
                        <a:pt x="842" y="268"/>
                      </a:lnTo>
                      <a:lnTo>
                        <a:pt x="846" y="272"/>
                      </a:lnTo>
                      <a:lnTo>
                        <a:pt x="846" y="276"/>
                      </a:lnTo>
                      <a:lnTo>
                        <a:pt x="846" y="280"/>
                      </a:lnTo>
                      <a:lnTo>
                        <a:pt x="850" y="284"/>
                      </a:lnTo>
                      <a:lnTo>
                        <a:pt x="854" y="284"/>
                      </a:lnTo>
                      <a:lnTo>
                        <a:pt x="854" y="288"/>
                      </a:lnTo>
                      <a:lnTo>
                        <a:pt x="854" y="292"/>
                      </a:lnTo>
                      <a:lnTo>
                        <a:pt x="858" y="292"/>
                      </a:lnTo>
                      <a:lnTo>
                        <a:pt x="858" y="294"/>
                      </a:lnTo>
                      <a:lnTo>
                        <a:pt x="854" y="298"/>
                      </a:lnTo>
                      <a:lnTo>
                        <a:pt x="850" y="302"/>
                      </a:lnTo>
                      <a:lnTo>
                        <a:pt x="846" y="306"/>
                      </a:lnTo>
                      <a:lnTo>
                        <a:pt x="842" y="306"/>
                      </a:lnTo>
                      <a:lnTo>
                        <a:pt x="846" y="306"/>
                      </a:lnTo>
                      <a:lnTo>
                        <a:pt x="850" y="302"/>
                      </a:lnTo>
                      <a:lnTo>
                        <a:pt x="854" y="302"/>
                      </a:lnTo>
                      <a:lnTo>
                        <a:pt x="858" y="302"/>
                      </a:lnTo>
                      <a:lnTo>
                        <a:pt x="854" y="302"/>
                      </a:lnTo>
                      <a:lnTo>
                        <a:pt x="854" y="306"/>
                      </a:lnTo>
                      <a:lnTo>
                        <a:pt x="850" y="306"/>
                      </a:lnTo>
                      <a:lnTo>
                        <a:pt x="850" y="310"/>
                      </a:lnTo>
                      <a:lnTo>
                        <a:pt x="854" y="310"/>
                      </a:lnTo>
                      <a:lnTo>
                        <a:pt x="854" y="314"/>
                      </a:lnTo>
                      <a:lnTo>
                        <a:pt x="854" y="310"/>
                      </a:lnTo>
                      <a:lnTo>
                        <a:pt x="850" y="314"/>
                      </a:lnTo>
                      <a:lnTo>
                        <a:pt x="846" y="314"/>
                      </a:lnTo>
                      <a:lnTo>
                        <a:pt x="850" y="314"/>
                      </a:lnTo>
                      <a:lnTo>
                        <a:pt x="850" y="318"/>
                      </a:lnTo>
                      <a:lnTo>
                        <a:pt x="854" y="318"/>
                      </a:lnTo>
                      <a:lnTo>
                        <a:pt x="854" y="314"/>
                      </a:lnTo>
                      <a:lnTo>
                        <a:pt x="858" y="314"/>
                      </a:lnTo>
                      <a:lnTo>
                        <a:pt x="858" y="310"/>
                      </a:lnTo>
                      <a:lnTo>
                        <a:pt x="862" y="310"/>
                      </a:lnTo>
                      <a:lnTo>
                        <a:pt x="858" y="310"/>
                      </a:lnTo>
                      <a:lnTo>
                        <a:pt x="858" y="306"/>
                      </a:lnTo>
                      <a:lnTo>
                        <a:pt x="862" y="306"/>
                      </a:lnTo>
                      <a:lnTo>
                        <a:pt x="862" y="310"/>
                      </a:lnTo>
                      <a:lnTo>
                        <a:pt x="864" y="310"/>
                      </a:lnTo>
                      <a:lnTo>
                        <a:pt x="868" y="310"/>
                      </a:lnTo>
                      <a:lnTo>
                        <a:pt x="864" y="310"/>
                      </a:lnTo>
                      <a:lnTo>
                        <a:pt x="862" y="306"/>
                      </a:lnTo>
                      <a:lnTo>
                        <a:pt x="862" y="302"/>
                      </a:lnTo>
                      <a:lnTo>
                        <a:pt x="864" y="302"/>
                      </a:lnTo>
                      <a:lnTo>
                        <a:pt x="868" y="302"/>
                      </a:lnTo>
                      <a:lnTo>
                        <a:pt x="864" y="302"/>
                      </a:lnTo>
                      <a:lnTo>
                        <a:pt x="868" y="302"/>
                      </a:lnTo>
                      <a:lnTo>
                        <a:pt x="868" y="306"/>
                      </a:lnTo>
                      <a:lnTo>
                        <a:pt x="864" y="306"/>
                      </a:lnTo>
                      <a:lnTo>
                        <a:pt x="864" y="310"/>
                      </a:lnTo>
                      <a:lnTo>
                        <a:pt x="868" y="310"/>
                      </a:lnTo>
                      <a:lnTo>
                        <a:pt x="868" y="306"/>
                      </a:lnTo>
                      <a:lnTo>
                        <a:pt x="872" y="302"/>
                      </a:lnTo>
                      <a:lnTo>
                        <a:pt x="876" y="306"/>
                      </a:lnTo>
                      <a:lnTo>
                        <a:pt x="876" y="310"/>
                      </a:lnTo>
                      <a:lnTo>
                        <a:pt x="876" y="314"/>
                      </a:lnTo>
                      <a:lnTo>
                        <a:pt x="872" y="314"/>
                      </a:lnTo>
                      <a:lnTo>
                        <a:pt x="876" y="314"/>
                      </a:lnTo>
                      <a:lnTo>
                        <a:pt x="880" y="318"/>
                      </a:lnTo>
                      <a:lnTo>
                        <a:pt x="884" y="318"/>
                      </a:lnTo>
                      <a:lnTo>
                        <a:pt x="880" y="314"/>
                      </a:lnTo>
                      <a:lnTo>
                        <a:pt x="880" y="310"/>
                      </a:lnTo>
                      <a:lnTo>
                        <a:pt x="884" y="310"/>
                      </a:lnTo>
                      <a:lnTo>
                        <a:pt x="884" y="314"/>
                      </a:lnTo>
                      <a:lnTo>
                        <a:pt x="888" y="314"/>
                      </a:lnTo>
                      <a:lnTo>
                        <a:pt x="888" y="318"/>
                      </a:lnTo>
                      <a:lnTo>
                        <a:pt x="890" y="318"/>
                      </a:lnTo>
                      <a:lnTo>
                        <a:pt x="890" y="322"/>
                      </a:lnTo>
                      <a:lnTo>
                        <a:pt x="890" y="318"/>
                      </a:lnTo>
                      <a:lnTo>
                        <a:pt x="888" y="318"/>
                      </a:lnTo>
                      <a:lnTo>
                        <a:pt x="888" y="314"/>
                      </a:lnTo>
                      <a:lnTo>
                        <a:pt x="890" y="318"/>
                      </a:lnTo>
                      <a:lnTo>
                        <a:pt x="894" y="322"/>
                      </a:lnTo>
                      <a:lnTo>
                        <a:pt x="894" y="318"/>
                      </a:lnTo>
                      <a:lnTo>
                        <a:pt x="890" y="318"/>
                      </a:lnTo>
                      <a:lnTo>
                        <a:pt x="890" y="314"/>
                      </a:lnTo>
                      <a:lnTo>
                        <a:pt x="888" y="314"/>
                      </a:lnTo>
                      <a:lnTo>
                        <a:pt x="888" y="310"/>
                      </a:lnTo>
                      <a:lnTo>
                        <a:pt x="884" y="310"/>
                      </a:lnTo>
                      <a:lnTo>
                        <a:pt x="880" y="310"/>
                      </a:lnTo>
                      <a:lnTo>
                        <a:pt x="880" y="306"/>
                      </a:lnTo>
                      <a:lnTo>
                        <a:pt x="884" y="306"/>
                      </a:lnTo>
                      <a:lnTo>
                        <a:pt x="884" y="310"/>
                      </a:lnTo>
                      <a:lnTo>
                        <a:pt x="888" y="310"/>
                      </a:lnTo>
                      <a:lnTo>
                        <a:pt x="884" y="310"/>
                      </a:lnTo>
                      <a:lnTo>
                        <a:pt x="884" y="306"/>
                      </a:lnTo>
                      <a:lnTo>
                        <a:pt x="888" y="306"/>
                      </a:lnTo>
                      <a:lnTo>
                        <a:pt x="890" y="306"/>
                      </a:lnTo>
                      <a:lnTo>
                        <a:pt x="894" y="306"/>
                      </a:lnTo>
                      <a:lnTo>
                        <a:pt x="894" y="310"/>
                      </a:lnTo>
                      <a:lnTo>
                        <a:pt x="898" y="310"/>
                      </a:lnTo>
                      <a:lnTo>
                        <a:pt x="902" y="310"/>
                      </a:lnTo>
                      <a:lnTo>
                        <a:pt x="906" y="310"/>
                      </a:lnTo>
                      <a:lnTo>
                        <a:pt x="902" y="310"/>
                      </a:lnTo>
                      <a:lnTo>
                        <a:pt x="898" y="310"/>
                      </a:lnTo>
                      <a:lnTo>
                        <a:pt x="894" y="310"/>
                      </a:lnTo>
                      <a:lnTo>
                        <a:pt x="894" y="306"/>
                      </a:lnTo>
                      <a:lnTo>
                        <a:pt x="890" y="306"/>
                      </a:lnTo>
                      <a:lnTo>
                        <a:pt x="888" y="306"/>
                      </a:lnTo>
                      <a:lnTo>
                        <a:pt x="884" y="302"/>
                      </a:lnTo>
                      <a:lnTo>
                        <a:pt x="884" y="298"/>
                      </a:lnTo>
                      <a:lnTo>
                        <a:pt x="888" y="298"/>
                      </a:lnTo>
                      <a:lnTo>
                        <a:pt x="890" y="294"/>
                      </a:lnTo>
                      <a:lnTo>
                        <a:pt x="894" y="294"/>
                      </a:lnTo>
                      <a:lnTo>
                        <a:pt x="898" y="294"/>
                      </a:lnTo>
                      <a:lnTo>
                        <a:pt x="902" y="294"/>
                      </a:lnTo>
                      <a:lnTo>
                        <a:pt x="906" y="294"/>
                      </a:lnTo>
                      <a:lnTo>
                        <a:pt x="910" y="294"/>
                      </a:lnTo>
                      <a:lnTo>
                        <a:pt x="910" y="298"/>
                      </a:lnTo>
                      <a:lnTo>
                        <a:pt x="914" y="298"/>
                      </a:lnTo>
                      <a:lnTo>
                        <a:pt x="918" y="298"/>
                      </a:lnTo>
                      <a:lnTo>
                        <a:pt x="918" y="302"/>
                      </a:lnTo>
                      <a:lnTo>
                        <a:pt x="918" y="298"/>
                      </a:lnTo>
                      <a:lnTo>
                        <a:pt x="920" y="298"/>
                      </a:lnTo>
                      <a:lnTo>
                        <a:pt x="924" y="298"/>
                      </a:lnTo>
                      <a:lnTo>
                        <a:pt x="928" y="298"/>
                      </a:lnTo>
                      <a:lnTo>
                        <a:pt x="928" y="302"/>
                      </a:lnTo>
                      <a:lnTo>
                        <a:pt x="932" y="302"/>
                      </a:lnTo>
                      <a:lnTo>
                        <a:pt x="932" y="306"/>
                      </a:lnTo>
                      <a:lnTo>
                        <a:pt x="936" y="306"/>
                      </a:lnTo>
                      <a:lnTo>
                        <a:pt x="932" y="310"/>
                      </a:lnTo>
                      <a:lnTo>
                        <a:pt x="928" y="310"/>
                      </a:lnTo>
                      <a:lnTo>
                        <a:pt x="924" y="310"/>
                      </a:lnTo>
                      <a:lnTo>
                        <a:pt x="920" y="310"/>
                      </a:lnTo>
                      <a:lnTo>
                        <a:pt x="920" y="314"/>
                      </a:lnTo>
                      <a:lnTo>
                        <a:pt x="918" y="314"/>
                      </a:lnTo>
                      <a:lnTo>
                        <a:pt x="914" y="318"/>
                      </a:lnTo>
                      <a:lnTo>
                        <a:pt x="918" y="314"/>
                      </a:lnTo>
                      <a:lnTo>
                        <a:pt x="920" y="314"/>
                      </a:lnTo>
                      <a:lnTo>
                        <a:pt x="920" y="310"/>
                      </a:lnTo>
                      <a:lnTo>
                        <a:pt x="924" y="310"/>
                      </a:lnTo>
                      <a:lnTo>
                        <a:pt x="928" y="310"/>
                      </a:lnTo>
                      <a:lnTo>
                        <a:pt x="932" y="314"/>
                      </a:lnTo>
                      <a:lnTo>
                        <a:pt x="928" y="314"/>
                      </a:lnTo>
                      <a:lnTo>
                        <a:pt x="924" y="314"/>
                      </a:lnTo>
                      <a:lnTo>
                        <a:pt x="924" y="318"/>
                      </a:lnTo>
                      <a:lnTo>
                        <a:pt x="920" y="322"/>
                      </a:lnTo>
                      <a:lnTo>
                        <a:pt x="918" y="322"/>
                      </a:lnTo>
                      <a:lnTo>
                        <a:pt x="920" y="322"/>
                      </a:lnTo>
                      <a:lnTo>
                        <a:pt x="924" y="318"/>
                      </a:lnTo>
                      <a:lnTo>
                        <a:pt x="924" y="314"/>
                      </a:lnTo>
                      <a:lnTo>
                        <a:pt x="928" y="314"/>
                      </a:lnTo>
                      <a:lnTo>
                        <a:pt x="932" y="314"/>
                      </a:lnTo>
                      <a:lnTo>
                        <a:pt x="932" y="310"/>
                      </a:lnTo>
                      <a:lnTo>
                        <a:pt x="936" y="310"/>
                      </a:lnTo>
                      <a:lnTo>
                        <a:pt x="940" y="310"/>
                      </a:lnTo>
                      <a:lnTo>
                        <a:pt x="944" y="314"/>
                      </a:lnTo>
                      <a:lnTo>
                        <a:pt x="948" y="314"/>
                      </a:lnTo>
                      <a:lnTo>
                        <a:pt x="948" y="318"/>
                      </a:lnTo>
                      <a:lnTo>
                        <a:pt x="944" y="318"/>
                      </a:lnTo>
                      <a:lnTo>
                        <a:pt x="944" y="322"/>
                      </a:lnTo>
                      <a:lnTo>
                        <a:pt x="940" y="318"/>
                      </a:lnTo>
                      <a:lnTo>
                        <a:pt x="940" y="322"/>
                      </a:lnTo>
                      <a:lnTo>
                        <a:pt x="936" y="322"/>
                      </a:lnTo>
                      <a:lnTo>
                        <a:pt x="932" y="322"/>
                      </a:lnTo>
                      <a:lnTo>
                        <a:pt x="928" y="322"/>
                      </a:lnTo>
                      <a:lnTo>
                        <a:pt x="932" y="322"/>
                      </a:lnTo>
                      <a:lnTo>
                        <a:pt x="936" y="322"/>
                      </a:lnTo>
                      <a:lnTo>
                        <a:pt x="932" y="324"/>
                      </a:lnTo>
                      <a:lnTo>
                        <a:pt x="928" y="324"/>
                      </a:lnTo>
                      <a:lnTo>
                        <a:pt x="932" y="324"/>
                      </a:lnTo>
                      <a:lnTo>
                        <a:pt x="936" y="324"/>
                      </a:lnTo>
                      <a:lnTo>
                        <a:pt x="936" y="322"/>
                      </a:lnTo>
                      <a:lnTo>
                        <a:pt x="940" y="322"/>
                      </a:lnTo>
                      <a:lnTo>
                        <a:pt x="940" y="324"/>
                      </a:lnTo>
                      <a:lnTo>
                        <a:pt x="936" y="324"/>
                      </a:lnTo>
                      <a:lnTo>
                        <a:pt x="932" y="324"/>
                      </a:lnTo>
                      <a:lnTo>
                        <a:pt x="932" y="328"/>
                      </a:lnTo>
                      <a:lnTo>
                        <a:pt x="932" y="324"/>
                      </a:lnTo>
                      <a:lnTo>
                        <a:pt x="936" y="324"/>
                      </a:lnTo>
                      <a:lnTo>
                        <a:pt x="936" y="328"/>
                      </a:lnTo>
                      <a:lnTo>
                        <a:pt x="940" y="328"/>
                      </a:lnTo>
                      <a:lnTo>
                        <a:pt x="936" y="332"/>
                      </a:lnTo>
                      <a:lnTo>
                        <a:pt x="932" y="336"/>
                      </a:lnTo>
                      <a:lnTo>
                        <a:pt x="936" y="332"/>
                      </a:lnTo>
                      <a:lnTo>
                        <a:pt x="940" y="332"/>
                      </a:lnTo>
                      <a:lnTo>
                        <a:pt x="940" y="328"/>
                      </a:lnTo>
                      <a:lnTo>
                        <a:pt x="936" y="328"/>
                      </a:lnTo>
                      <a:lnTo>
                        <a:pt x="936" y="324"/>
                      </a:lnTo>
                      <a:lnTo>
                        <a:pt x="940" y="324"/>
                      </a:lnTo>
                      <a:lnTo>
                        <a:pt x="944" y="322"/>
                      </a:lnTo>
                      <a:lnTo>
                        <a:pt x="948" y="322"/>
                      </a:lnTo>
                      <a:lnTo>
                        <a:pt x="948" y="324"/>
                      </a:lnTo>
                      <a:lnTo>
                        <a:pt x="944" y="324"/>
                      </a:lnTo>
                      <a:lnTo>
                        <a:pt x="948" y="324"/>
                      </a:lnTo>
                      <a:lnTo>
                        <a:pt x="948" y="322"/>
                      </a:lnTo>
                      <a:lnTo>
                        <a:pt x="950" y="322"/>
                      </a:lnTo>
                      <a:lnTo>
                        <a:pt x="954" y="322"/>
                      </a:lnTo>
                      <a:lnTo>
                        <a:pt x="950" y="322"/>
                      </a:lnTo>
                      <a:lnTo>
                        <a:pt x="950" y="324"/>
                      </a:lnTo>
                      <a:lnTo>
                        <a:pt x="948" y="324"/>
                      </a:lnTo>
                      <a:lnTo>
                        <a:pt x="948" y="328"/>
                      </a:lnTo>
                      <a:lnTo>
                        <a:pt x="944" y="328"/>
                      </a:lnTo>
                      <a:lnTo>
                        <a:pt x="948" y="328"/>
                      </a:lnTo>
                      <a:lnTo>
                        <a:pt x="948" y="332"/>
                      </a:lnTo>
                      <a:lnTo>
                        <a:pt x="944" y="332"/>
                      </a:lnTo>
                      <a:lnTo>
                        <a:pt x="944" y="336"/>
                      </a:lnTo>
                      <a:lnTo>
                        <a:pt x="948" y="336"/>
                      </a:lnTo>
                      <a:lnTo>
                        <a:pt x="948" y="332"/>
                      </a:lnTo>
                      <a:lnTo>
                        <a:pt x="948" y="328"/>
                      </a:lnTo>
                      <a:lnTo>
                        <a:pt x="950" y="324"/>
                      </a:lnTo>
                      <a:lnTo>
                        <a:pt x="954" y="324"/>
                      </a:lnTo>
                      <a:lnTo>
                        <a:pt x="954" y="328"/>
                      </a:lnTo>
                      <a:lnTo>
                        <a:pt x="954" y="332"/>
                      </a:lnTo>
                      <a:lnTo>
                        <a:pt x="954" y="328"/>
                      </a:lnTo>
                      <a:lnTo>
                        <a:pt x="958" y="328"/>
                      </a:lnTo>
                      <a:lnTo>
                        <a:pt x="954" y="332"/>
                      </a:lnTo>
                      <a:lnTo>
                        <a:pt x="950" y="332"/>
                      </a:lnTo>
                      <a:lnTo>
                        <a:pt x="950" y="336"/>
                      </a:lnTo>
                      <a:lnTo>
                        <a:pt x="950" y="340"/>
                      </a:lnTo>
                      <a:lnTo>
                        <a:pt x="950" y="336"/>
                      </a:lnTo>
                      <a:lnTo>
                        <a:pt x="954" y="332"/>
                      </a:lnTo>
                      <a:lnTo>
                        <a:pt x="958" y="332"/>
                      </a:lnTo>
                      <a:lnTo>
                        <a:pt x="962" y="332"/>
                      </a:lnTo>
                      <a:lnTo>
                        <a:pt x="958" y="332"/>
                      </a:lnTo>
                      <a:lnTo>
                        <a:pt x="958" y="336"/>
                      </a:lnTo>
                      <a:lnTo>
                        <a:pt x="958" y="340"/>
                      </a:lnTo>
                      <a:lnTo>
                        <a:pt x="954" y="340"/>
                      </a:lnTo>
                      <a:lnTo>
                        <a:pt x="958" y="340"/>
                      </a:lnTo>
                      <a:lnTo>
                        <a:pt x="958" y="336"/>
                      </a:lnTo>
                      <a:lnTo>
                        <a:pt x="962" y="332"/>
                      </a:lnTo>
                      <a:lnTo>
                        <a:pt x="962" y="336"/>
                      </a:lnTo>
                      <a:lnTo>
                        <a:pt x="962" y="332"/>
                      </a:lnTo>
                      <a:lnTo>
                        <a:pt x="962" y="328"/>
                      </a:lnTo>
                      <a:lnTo>
                        <a:pt x="966" y="328"/>
                      </a:lnTo>
                      <a:lnTo>
                        <a:pt x="966" y="324"/>
                      </a:lnTo>
                      <a:lnTo>
                        <a:pt x="970" y="324"/>
                      </a:lnTo>
                      <a:lnTo>
                        <a:pt x="970" y="322"/>
                      </a:lnTo>
                      <a:lnTo>
                        <a:pt x="970" y="324"/>
                      </a:lnTo>
                      <a:lnTo>
                        <a:pt x="974" y="324"/>
                      </a:lnTo>
                      <a:lnTo>
                        <a:pt x="976" y="324"/>
                      </a:lnTo>
                      <a:lnTo>
                        <a:pt x="980" y="324"/>
                      </a:lnTo>
                      <a:lnTo>
                        <a:pt x="980" y="328"/>
                      </a:lnTo>
                      <a:lnTo>
                        <a:pt x="984" y="328"/>
                      </a:lnTo>
                      <a:lnTo>
                        <a:pt x="988" y="332"/>
                      </a:lnTo>
                      <a:lnTo>
                        <a:pt x="988" y="336"/>
                      </a:lnTo>
                      <a:lnTo>
                        <a:pt x="984" y="336"/>
                      </a:lnTo>
                      <a:lnTo>
                        <a:pt x="984" y="340"/>
                      </a:lnTo>
                      <a:lnTo>
                        <a:pt x="980" y="340"/>
                      </a:lnTo>
                      <a:lnTo>
                        <a:pt x="980" y="336"/>
                      </a:lnTo>
                      <a:lnTo>
                        <a:pt x="976" y="336"/>
                      </a:lnTo>
                      <a:lnTo>
                        <a:pt x="974" y="340"/>
                      </a:lnTo>
                      <a:lnTo>
                        <a:pt x="974" y="344"/>
                      </a:lnTo>
                      <a:lnTo>
                        <a:pt x="970" y="344"/>
                      </a:lnTo>
                      <a:lnTo>
                        <a:pt x="966" y="344"/>
                      </a:lnTo>
                      <a:lnTo>
                        <a:pt x="970" y="344"/>
                      </a:lnTo>
                      <a:lnTo>
                        <a:pt x="974" y="344"/>
                      </a:lnTo>
                      <a:lnTo>
                        <a:pt x="970" y="348"/>
                      </a:lnTo>
                      <a:lnTo>
                        <a:pt x="970" y="350"/>
                      </a:lnTo>
                      <a:lnTo>
                        <a:pt x="966" y="350"/>
                      </a:lnTo>
                      <a:lnTo>
                        <a:pt x="970" y="350"/>
                      </a:lnTo>
                      <a:lnTo>
                        <a:pt x="970" y="348"/>
                      </a:lnTo>
                      <a:lnTo>
                        <a:pt x="974" y="348"/>
                      </a:lnTo>
                      <a:lnTo>
                        <a:pt x="976" y="348"/>
                      </a:lnTo>
                      <a:lnTo>
                        <a:pt x="976" y="344"/>
                      </a:lnTo>
                      <a:lnTo>
                        <a:pt x="980" y="344"/>
                      </a:lnTo>
                      <a:lnTo>
                        <a:pt x="984" y="344"/>
                      </a:lnTo>
                      <a:lnTo>
                        <a:pt x="988" y="340"/>
                      </a:lnTo>
                      <a:lnTo>
                        <a:pt x="992" y="336"/>
                      </a:lnTo>
                      <a:lnTo>
                        <a:pt x="996" y="336"/>
                      </a:lnTo>
                      <a:lnTo>
                        <a:pt x="996" y="340"/>
                      </a:lnTo>
                      <a:lnTo>
                        <a:pt x="996" y="344"/>
                      </a:lnTo>
                      <a:lnTo>
                        <a:pt x="996" y="348"/>
                      </a:lnTo>
                      <a:lnTo>
                        <a:pt x="992" y="348"/>
                      </a:lnTo>
                      <a:lnTo>
                        <a:pt x="988" y="348"/>
                      </a:lnTo>
                      <a:lnTo>
                        <a:pt x="988" y="350"/>
                      </a:lnTo>
                      <a:lnTo>
                        <a:pt x="984" y="350"/>
                      </a:lnTo>
                      <a:lnTo>
                        <a:pt x="980" y="350"/>
                      </a:lnTo>
                      <a:lnTo>
                        <a:pt x="980" y="354"/>
                      </a:lnTo>
                      <a:lnTo>
                        <a:pt x="980" y="358"/>
                      </a:lnTo>
                      <a:lnTo>
                        <a:pt x="976" y="358"/>
                      </a:lnTo>
                      <a:lnTo>
                        <a:pt x="980" y="358"/>
                      </a:lnTo>
                      <a:lnTo>
                        <a:pt x="980" y="354"/>
                      </a:lnTo>
                      <a:lnTo>
                        <a:pt x="984" y="350"/>
                      </a:lnTo>
                      <a:lnTo>
                        <a:pt x="988" y="350"/>
                      </a:lnTo>
                      <a:lnTo>
                        <a:pt x="988" y="354"/>
                      </a:lnTo>
                      <a:lnTo>
                        <a:pt x="984" y="358"/>
                      </a:lnTo>
                      <a:lnTo>
                        <a:pt x="984" y="362"/>
                      </a:lnTo>
                      <a:lnTo>
                        <a:pt x="984" y="366"/>
                      </a:lnTo>
                      <a:lnTo>
                        <a:pt x="984" y="362"/>
                      </a:lnTo>
                      <a:lnTo>
                        <a:pt x="988" y="358"/>
                      </a:lnTo>
                      <a:lnTo>
                        <a:pt x="988" y="354"/>
                      </a:lnTo>
                      <a:lnTo>
                        <a:pt x="988" y="350"/>
                      </a:lnTo>
                      <a:lnTo>
                        <a:pt x="992" y="350"/>
                      </a:lnTo>
                      <a:lnTo>
                        <a:pt x="992" y="348"/>
                      </a:lnTo>
                      <a:lnTo>
                        <a:pt x="996" y="348"/>
                      </a:lnTo>
                      <a:lnTo>
                        <a:pt x="1000" y="348"/>
                      </a:lnTo>
                      <a:lnTo>
                        <a:pt x="1000" y="344"/>
                      </a:lnTo>
                      <a:lnTo>
                        <a:pt x="1004" y="344"/>
                      </a:lnTo>
                      <a:lnTo>
                        <a:pt x="1006" y="344"/>
                      </a:lnTo>
                      <a:lnTo>
                        <a:pt x="1006" y="348"/>
                      </a:lnTo>
                      <a:lnTo>
                        <a:pt x="1004" y="348"/>
                      </a:lnTo>
                      <a:lnTo>
                        <a:pt x="1004" y="350"/>
                      </a:lnTo>
                      <a:lnTo>
                        <a:pt x="1000" y="350"/>
                      </a:lnTo>
                      <a:lnTo>
                        <a:pt x="1000" y="354"/>
                      </a:lnTo>
                      <a:lnTo>
                        <a:pt x="1000" y="350"/>
                      </a:lnTo>
                      <a:lnTo>
                        <a:pt x="1004" y="350"/>
                      </a:lnTo>
                      <a:lnTo>
                        <a:pt x="1004" y="348"/>
                      </a:lnTo>
                      <a:lnTo>
                        <a:pt x="1006" y="348"/>
                      </a:lnTo>
                      <a:lnTo>
                        <a:pt x="1010" y="348"/>
                      </a:lnTo>
                      <a:lnTo>
                        <a:pt x="1014" y="348"/>
                      </a:lnTo>
                      <a:lnTo>
                        <a:pt x="1018" y="348"/>
                      </a:lnTo>
                      <a:lnTo>
                        <a:pt x="1022" y="350"/>
                      </a:lnTo>
                      <a:lnTo>
                        <a:pt x="1026" y="350"/>
                      </a:lnTo>
                      <a:lnTo>
                        <a:pt x="1030" y="350"/>
                      </a:lnTo>
                      <a:lnTo>
                        <a:pt x="1030" y="354"/>
                      </a:lnTo>
                      <a:lnTo>
                        <a:pt x="1026" y="354"/>
                      </a:lnTo>
                      <a:lnTo>
                        <a:pt x="1022" y="354"/>
                      </a:lnTo>
                      <a:lnTo>
                        <a:pt x="1022" y="358"/>
                      </a:lnTo>
                      <a:lnTo>
                        <a:pt x="1018" y="358"/>
                      </a:lnTo>
                      <a:lnTo>
                        <a:pt x="1014" y="358"/>
                      </a:lnTo>
                      <a:lnTo>
                        <a:pt x="1010" y="358"/>
                      </a:lnTo>
                      <a:lnTo>
                        <a:pt x="1010" y="362"/>
                      </a:lnTo>
                      <a:lnTo>
                        <a:pt x="1006" y="362"/>
                      </a:lnTo>
                      <a:lnTo>
                        <a:pt x="1004" y="362"/>
                      </a:lnTo>
                      <a:lnTo>
                        <a:pt x="1004" y="366"/>
                      </a:lnTo>
                      <a:lnTo>
                        <a:pt x="1006" y="366"/>
                      </a:lnTo>
                      <a:lnTo>
                        <a:pt x="1004" y="366"/>
                      </a:lnTo>
                      <a:lnTo>
                        <a:pt x="1000" y="370"/>
                      </a:lnTo>
                      <a:lnTo>
                        <a:pt x="1004" y="370"/>
                      </a:lnTo>
                      <a:lnTo>
                        <a:pt x="1004" y="366"/>
                      </a:lnTo>
                      <a:lnTo>
                        <a:pt x="1006" y="366"/>
                      </a:lnTo>
                      <a:lnTo>
                        <a:pt x="1006" y="362"/>
                      </a:lnTo>
                      <a:lnTo>
                        <a:pt x="1010" y="362"/>
                      </a:lnTo>
                      <a:lnTo>
                        <a:pt x="1014" y="362"/>
                      </a:lnTo>
                      <a:lnTo>
                        <a:pt x="1018" y="362"/>
                      </a:lnTo>
                      <a:lnTo>
                        <a:pt x="1022" y="362"/>
                      </a:lnTo>
                      <a:lnTo>
                        <a:pt x="1026" y="362"/>
                      </a:lnTo>
                      <a:lnTo>
                        <a:pt x="1022" y="366"/>
                      </a:lnTo>
                      <a:lnTo>
                        <a:pt x="1018" y="366"/>
                      </a:lnTo>
                      <a:lnTo>
                        <a:pt x="1014" y="370"/>
                      </a:lnTo>
                      <a:lnTo>
                        <a:pt x="1010" y="370"/>
                      </a:lnTo>
                      <a:lnTo>
                        <a:pt x="1006" y="370"/>
                      </a:lnTo>
                      <a:lnTo>
                        <a:pt x="1004" y="374"/>
                      </a:lnTo>
                      <a:lnTo>
                        <a:pt x="1004" y="378"/>
                      </a:lnTo>
                      <a:lnTo>
                        <a:pt x="1006" y="374"/>
                      </a:lnTo>
                      <a:lnTo>
                        <a:pt x="1006" y="370"/>
                      </a:lnTo>
                      <a:lnTo>
                        <a:pt x="1010" y="370"/>
                      </a:lnTo>
                      <a:lnTo>
                        <a:pt x="1014" y="370"/>
                      </a:lnTo>
                      <a:lnTo>
                        <a:pt x="1018" y="370"/>
                      </a:lnTo>
                      <a:lnTo>
                        <a:pt x="1018" y="366"/>
                      </a:lnTo>
                      <a:lnTo>
                        <a:pt x="1022" y="366"/>
                      </a:lnTo>
                      <a:lnTo>
                        <a:pt x="1026" y="366"/>
                      </a:lnTo>
                      <a:lnTo>
                        <a:pt x="1030" y="366"/>
                      </a:lnTo>
                      <a:lnTo>
                        <a:pt x="1030" y="362"/>
                      </a:lnTo>
                      <a:lnTo>
                        <a:pt x="1030" y="358"/>
                      </a:lnTo>
                      <a:lnTo>
                        <a:pt x="1032" y="358"/>
                      </a:lnTo>
                      <a:lnTo>
                        <a:pt x="1036" y="358"/>
                      </a:lnTo>
                      <a:lnTo>
                        <a:pt x="1036" y="362"/>
                      </a:lnTo>
                      <a:lnTo>
                        <a:pt x="1040" y="362"/>
                      </a:lnTo>
                      <a:lnTo>
                        <a:pt x="1040" y="366"/>
                      </a:lnTo>
                      <a:lnTo>
                        <a:pt x="1044" y="366"/>
                      </a:lnTo>
                      <a:lnTo>
                        <a:pt x="1044" y="370"/>
                      </a:lnTo>
                      <a:lnTo>
                        <a:pt x="1044" y="374"/>
                      </a:lnTo>
                      <a:lnTo>
                        <a:pt x="1040" y="374"/>
                      </a:lnTo>
                      <a:lnTo>
                        <a:pt x="1036" y="374"/>
                      </a:lnTo>
                      <a:lnTo>
                        <a:pt x="1036" y="370"/>
                      </a:lnTo>
                      <a:lnTo>
                        <a:pt x="1032" y="370"/>
                      </a:lnTo>
                      <a:lnTo>
                        <a:pt x="1032" y="374"/>
                      </a:lnTo>
                      <a:lnTo>
                        <a:pt x="1030" y="374"/>
                      </a:lnTo>
                      <a:lnTo>
                        <a:pt x="1026" y="374"/>
                      </a:lnTo>
                      <a:lnTo>
                        <a:pt x="1022" y="378"/>
                      </a:lnTo>
                      <a:lnTo>
                        <a:pt x="1018" y="378"/>
                      </a:lnTo>
                      <a:lnTo>
                        <a:pt x="1014" y="378"/>
                      </a:lnTo>
                      <a:lnTo>
                        <a:pt x="1010" y="378"/>
                      </a:lnTo>
                      <a:lnTo>
                        <a:pt x="1006" y="378"/>
                      </a:lnTo>
                      <a:lnTo>
                        <a:pt x="1004" y="378"/>
                      </a:lnTo>
                      <a:lnTo>
                        <a:pt x="1006" y="378"/>
                      </a:lnTo>
                      <a:lnTo>
                        <a:pt x="1010" y="378"/>
                      </a:lnTo>
                      <a:lnTo>
                        <a:pt x="1014" y="378"/>
                      </a:lnTo>
                      <a:lnTo>
                        <a:pt x="1018" y="378"/>
                      </a:lnTo>
                      <a:lnTo>
                        <a:pt x="1022" y="378"/>
                      </a:lnTo>
                      <a:lnTo>
                        <a:pt x="1026" y="378"/>
                      </a:lnTo>
                      <a:lnTo>
                        <a:pt x="1030" y="378"/>
                      </a:lnTo>
                      <a:lnTo>
                        <a:pt x="1032" y="380"/>
                      </a:lnTo>
                      <a:lnTo>
                        <a:pt x="1036" y="380"/>
                      </a:lnTo>
                      <a:lnTo>
                        <a:pt x="1036" y="378"/>
                      </a:lnTo>
                      <a:lnTo>
                        <a:pt x="1040" y="380"/>
                      </a:lnTo>
                      <a:lnTo>
                        <a:pt x="1044" y="380"/>
                      </a:lnTo>
                      <a:lnTo>
                        <a:pt x="1048" y="380"/>
                      </a:lnTo>
                      <a:lnTo>
                        <a:pt x="1052" y="380"/>
                      </a:lnTo>
                      <a:lnTo>
                        <a:pt x="1052" y="384"/>
                      </a:lnTo>
                      <a:lnTo>
                        <a:pt x="1052" y="388"/>
                      </a:lnTo>
                      <a:lnTo>
                        <a:pt x="1048" y="388"/>
                      </a:lnTo>
                      <a:lnTo>
                        <a:pt x="1044" y="384"/>
                      </a:lnTo>
                      <a:lnTo>
                        <a:pt x="1040" y="384"/>
                      </a:lnTo>
                      <a:lnTo>
                        <a:pt x="1040" y="388"/>
                      </a:lnTo>
                      <a:lnTo>
                        <a:pt x="1036" y="388"/>
                      </a:lnTo>
                      <a:lnTo>
                        <a:pt x="1032" y="384"/>
                      </a:lnTo>
                      <a:lnTo>
                        <a:pt x="1030" y="384"/>
                      </a:lnTo>
                      <a:lnTo>
                        <a:pt x="1026" y="384"/>
                      </a:lnTo>
                      <a:lnTo>
                        <a:pt x="1022" y="384"/>
                      </a:lnTo>
                      <a:lnTo>
                        <a:pt x="1022" y="380"/>
                      </a:lnTo>
                      <a:lnTo>
                        <a:pt x="1018" y="380"/>
                      </a:lnTo>
                      <a:lnTo>
                        <a:pt x="1014" y="384"/>
                      </a:lnTo>
                      <a:lnTo>
                        <a:pt x="1018" y="384"/>
                      </a:lnTo>
                      <a:lnTo>
                        <a:pt x="1018" y="380"/>
                      </a:lnTo>
                      <a:lnTo>
                        <a:pt x="1022" y="384"/>
                      </a:lnTo>
                      <a:lnTo>
                        <a:pt x="1026" y="384"/>
                      </a:lnTo>
                      <a:lnTo>
                        <a:pt x="1030" y="384"/>
                      </a:lnTo>
                      <a:lnTo>
                        <a:pt x="1032" y="384"/>
                      </a:lnTo>
                      <a:lnTo>
                        <a:pt x="1030" y="384"/>
                      </a:lnTo>
                      <a:lnTo>
                        <a:pt x="1026" y="384"/>
                      </a:lnTo>
                      <a:lnTo>
                        <a:pt x="1022" y="384"/>
                      </a:lnTo>
                      <a:lnTo>
                        <a:pt x="1018" y="384"/>
                      </a:lnTo>
                      <a:lnTo>
                        <a:pt x="1022" y="384"/>
                      </a:lnTo>
                      <a:lnTo>
                        <a:pt x="1026" y="384"/>
                      </a:lnTo>
                      <a:lnTo>
                        <a:pt x="1022" y="388"/>
                      </a:lnTo>
                      <a:lnTo>
                        <a:pt x="1018" y="388"/>
                      </a:lnTo>
                      <a:lnTo>
                        <a:pt x="1018" y="392"/>
                      </a:lnTo>
                      <a:lnTo>
                        <a:pt x="1022" y="388"/>
                      </a:lnTo>
                      <a:lnTo>
                        <a:pt x="1026" y="388"/>
                      </a:lnTo>
                      <a:lnTo>
                        <a:pt x="1030" y="388"/>
                      </a:lnTo>
                      <a:lnTo>
                        <a:pt x="1032" y="388"/>
                      </a:lnTo>
                      <a:lnTo>
                        <a:pt x="1036" y="392"/>
                      </a:lnTo>
                      <a:lnTo>
                        <a:pt x="1032" y="392"/>
                      </a:lnTo>
                      <a:lnTo>
                        <a:pt x="1030" y="392"/>
                      </a:lnTo>
                      <a:lnTo>
                        <a:pt x="1026" y="392"/>
                      </a:lnTo>
                      <a:lnTo>
                        <a:pt x="1030" y="392"/>
                      </a:lnTo>
                      <a:lnTo>
                        <a:pt x="1032" y="392"/>
                      </a:lnTo>
                      <a:lnTo>
                        <a:pt x="1032" y="396"/>
                      </a:lnTo>
                      <a:lnTo>
                        <a:pt x="1030" y="396"/>
                      </a:lnTo>
                      <a:lnTo>
                        <a:pt x="1030" y="392"/>
                      </a:lnTo>
                      <a:lnTo>
                        <a:pt x="1026" y="392"/>
                      </a:lnTo>
                      <a:lnTo>
                        <a:pt x="1026" y="396"/>
                      </a:lnTo>
                      <a:lnTo>
                        <a:pt x="1030" y="396"/>
                      </a:lnTo>
                      <a:lnTo>
                        <a:pt x="1032" y="396"/>
                      </a:lnTo>
                      <a:lnTo>
                        <a:pt x="1036" y="396"/>
                      </a:lnTo>
                      <a:lnTo>
                        <a:pt x="1032" y="396"/>
                      </a:lnTo>
                      <a:lnTo>
                        <a:pt x="1030" y="396"/>
                      </a:lnTo>
                      <a:lnTo>
                        <a:pt x="1026" y="396"/>
                      </a:lnTo>
                      <a:lnTo>
                        <a:pt x="1022" y="396"/>
                      </a:lnTo>
                      <a:lnTo>
                        <a:pt x="1018" y="396"/>
                      </a:lnTo>
                      <a:lnTo>
                        <a:pt x="1014" y="396"/>
                      </a:lnTo>
                      <a:lnTo>
                        <a:pt x="1018" y="396"/>
                      </a:lnTo>
                      <a:lnTo>
                        <a:pt x="1014" y="396"/>
                      </a:lnTo>
                      <a:lnTo>
                        <a:pt x="1018" y="396"/>
                      </a:lnTo>
                      <a:lnTo>
                        <a:pt x="1030" y="400"/>
                      </a:lnTo>
                      <a:lnTo>
                        <a:pt x="1032" y="400"/>
                      </a:lnTo>
                      <a:lnTo>
                        <a:pt x="1030" y="400"/>
                      </a:lnTo>
                      <a:lnTo>
                        <a:pt x="1026" y="400"/>
                      </a:lnTo>
                      <a:lnTo>
                        <a:pt x="1022" y="400"/>
                      </a:lnTo>
                      <a:lnTo>
                        <a:pt x="1026" y="400"/>
                      </a:lnTo>
                      <a:lnTo>
                        <a:pt x="1026" y="404"/>
                      </a:lnTo>
                      <a:lnTo>
                        <a:pt x="1022" y="404"/>
                      </a:lnTo>
                      <a:lnTo>
                        <a:pt x="1026" y="404"/>
                      </a:lnTo>
                      <a:lnTo>
                        <a:pt x="1026" y="400"/>
                      </a:lnTo>
                      <a:lnTo>
                        <a:pt x="1030" y="400"/>
                      </a:lnTo>
                      <a:lnTo>
                        <a:pt x="1030" y="404"/>
                      </a:lnTo>
                      <a:lnTo>
                        <a:pt x="1032" y="404"/>
                      </a:lnTo>
                      <a:lnTo>
                        <a:pt x="1036" y="404"/>
                      </a:lnTo>
                      <a:lnTo>
                        <a:pt x="1040" y="404"/>
                      </a:lnTo>
                      <a:lnTo>
                        <a:pt x="1036" y="404"/>
                      </a:lnTo>
                      <a:lnTo>
                        <a:pt x="1036" y="408"/>
                      </a:lnTo>
                      <a:lnTo>
                        <a:pt x="1040" y="408"/>
                      </a:lnTo>
                      <a:lnTo>
                        <a:pt x="1040" y="404"/>
                      </a:lnTo>
                      <a:lnTo>
                        <a:pt x="1044" y="404"/>
                      </a:lnTo>
                      <a:lnTo>
                        <a:pt x="1044" y="408"/>
                      </a:lnTo>
                      <a:lnTo>
                        <a:pt x="1040" y="408"/>
                      </a:lnTo>
                      <a:lnTo>
                        <a:pt x="1044" y="408"/>
                      </a:lnTo>
                      <a:lnTo>
                        <a:pt x="1044" y="404"/>
                      </a:lnTo>
                      <a:lnTo>
                        <a:pt x="1048" y="404"/>
                      </a:lnTo>
                      <a:lnTo>
                        <a:pt x="1052" y="404"/>
                      </a:lnTo>
                      <a:lnTo>
                        <a:pt x="1052" y="408"/>
                      </a:lnTo>
                      <a:lnTo>
                        <a:pt x="1048" y="408"/>
                      </a:lnTo>
                      <a:lnTo>
                        <a:pt x="1044" y="408"/>
                      </a:lnTo>
                      <a:lnTo>
                        <a:pt x="1040" y="408"/>
                      </a:lnTo>
                      <a:lnTo>
                        <a:pt x="1036" y="408"/>
                      </a:lnTo>
                      <a:lnTo>
                        <a:pt x="1032" y="408"/>
                      </a:lnTo>
                      <a:lnTo>
                        <a:pt x="1032" y="410"/>
                      </a:lnTo>
                      <a:lnTo>
                        <a:pt x="1036" y="410"/>
                      </a:lnTo>
                      <a:lnTo>
                        <a:pt x="1036" y="408"/>
                      </a:lnTo>
                      <a:lnTo>
                        <a:pt x="1040" y="408"/>
                      </a:lnTo>
                      <a:lnTo>
                        <a:pt x="1040" y="410"/>
                      </a:lnTo>
                      <a:lnTo>
                        <a:pt x="1036" y="410"/>
                      </a:lnTo>
                      <a:lnTo>
                        <a:pt x="1040" y="410"/>
                      </a:lnTo>
                      <a:lnTo>
                        <a:pt x="1040" y="408"/>
                      </a:lnTo>
                      <a:lnTo>
                        <a:pt x="1044" y="408"/>
                      </a:lnTo>
                      <a:lnTo>
                        <a:pt x="1048" y="408"/>
                      </a:lnTo>
                      <a:lnTo>
                        <a:pt x="1044" y="408"/>
                      </a:lnTo>
                      <a:lnTo>
                        <a:pt x="1044" y="410"/>
                      </a:lnTo>
                      <a:lnTo>
                        <a:pt x="1040" y="410"/>
                      </a:lnTo>
                      <a:lnTo>
                        <a:pt x="1044" y="410"/>
                      </a:lnTo>
                      <a:lnTo>
                        <a:pt x="1040" y="410"/>
                      </a:lnTo>
                      <a:lnTo>
                        <a:pt x="1036" y="410"/>
                      </a:lnTo>
                      <a:lnTo>
                        <a:pt x="1040" y="410"/>
                      </a:lnTo>
                      <a:lnTo>
                        <a:pt x="1040" y="414"/>
                      </a:lnTo>
                      <a:lnTo>
                        <a:pt x="1044" y="410"/>
                      </a:lnTo>
                      <a:lnTo>
                        <a:pt x="1048" y="408"/>
                      </a:lnTo>
                      <a:lnTo>
                        <a:pt x="1048" y="410"/>
                      </a:lnTo>
                      <a:lnTo>
                        <a:pt x="1052" y="410"/>
                      </a:lnTo>
                      <a:lnTo>
                        <a:pt x="1048" y="414"/>
                      </a:lnTo>
                      <a:lnTo>
                        <a:pt x="1052" y="414"/>
                      </a:lnTo>
                      <a:lnTo>
                        <a:pt x="1052" y="410"/>
                      </a:lnTo>
                      <a:lnTo>
                        <a:pt x="1052" y="414"/>
                      </a:lnTo>
                      <a:lnTo>
                        <a:pt x="1052" y="418"/>
                      </a:lnTo>
                      <a:lnTo>
                        <a:pt x="1052" y="414"/>
                      </a:lnTo>
                      <a:lnTo>
                        <a:pt x="1052" y="410"/>
                      </a:lnTo>
                      <a:lnTo>
                        <a:pt x="1056" y="410"/>
                      </a:lnTo>
                      <a:lnTo>
                        <a:pt x="1056" y="414"/>
                      </a:lnTo>
                      <a:lnTo>
                        <a:pt x="1060" y="414"/>
                      </a:lnTo>
                      <a:lnTo>
                        <a:pt x="1056" y="414"/>
                      </a:lnTo>
                      <a:lnTo>
                        <a:pt x="1056" y="418"/>
                      </a:lnTo>
                      <a:lnTo>
                        <a:pt x="1052" y="418"/>
                      </a:lnTo>
                      <a:lnTo>
                        <a:pt x="1056" y="422"/>
                      </a:lnTo>
                      <a:lnTo>
                        <a:pt x="1056" y="418"/>
                      </a:lnTo>
                      <a:lnTo>
                        <a:pt x="1060" y="418"/>
                      </a:lnTo>
                      <a:lnTo>
                        <a:pt x="1062" y="414"/>
                      </a:lnTo>
                      <a:lnTo>
                        <a:pt x="1062" y="410"/>
                      </a:lnTo>
                      <a:lnTo>
                        <a:pt x="1062" y="414"/>
                      </a:lnTo>
                      <a:lnTo>
                        <a:pt x="1062" y="418"/>
                      </a:lnTo>
                      <a:lnTo>
                        <a:pt x="1060" y="418"/>
                      </a:lnTo>
                      <a:lnTo>
                        <a:pt x="1062" y="418"/>
                      </a:lnTo>
                      <a:lnTo>
                        <a:pt x="1062" y="422"/>
                      </a:lnTo>
                      <a:lnTo>
                        <a:pt x="1060" y="422"/>
                      </a:lnTo>
                      <a:lnTo>
                        <a:pt x="1060" y="426"/>
                      </a:lnTo>
                      <a:lnTo>
                        <a:pt x="1062" y="426"/>
                      </a:lnTo>
                      <a:lnTo>
                        <a:pt x="1062" y="422"/>
                      </a:lnTo>
                      <a:lnTo>
                        <a:pt x="1062" y="418"/>
                      </a:lnTo>
                      <a:lnTo>
                        <a:pt x="1066" y="414"/>
                      </a:lnTo>
                      <a:lnTo>
                        <a:pt x="1070" y="414"/>
                      </a:lnTo>
                      <a:lnTo>
                        <a:pt x="1070" y="418"/>
                      </a:lnTo>
                      <a:lnTo>
                        <a:pt x="1066" y="418"/>
                      </a:lnTo>
                      <a:lnTo>
                        <a:pt x="1066" y="422"/>
                      </a:lnTo>
                      <a:lnTo>
                        <a:pt x="1070" y="422"/>
                      </a:lnTo>
                      <a:lnTo>
                        <a:pt x="1070" y="426"/>
                      </a:lnTo>
                      <a:lnTo>
                        <a:pt x="1070" y="422"/>
                      </a:lnTo>
                      <a:lnTo>
                        <a:pt x="1066" y="422"/>
                      </a:lnTo>
                      <a:lnTo>
                        <a:pt x="1070" y="418"/>
                      </a:lnTo>
                      <a:lnTo>
                        <a:pt x="1074" y="418"/>
                      </a:lnTo>
                      <a:lnTo>
                        <a:pt x="1074" y="414"/>
                      </a:lnTo>
                      <a:lnTo>
                        <a:pt x="1076" y="418"/>
                      </a:lnTo>
                      <a:lnTo>
                        <a:pt x="1074" y="418"/>
                      </a:lnTo>
                      <a:lnTo>
                        <a:pt x="1074" y="422"/>
                      </a:lnTo>
                      <a:lnTo>
                        <a:pt x="1074" y="426"/>
                      </a:lnTo>
                      <a:lnTo>
                        <a:pt x="1074" y="422"/>
                      </a:lnTo>
                      <a:lnTo>
                        <a:pt x="1076" y="422"/>
                      </a:lnTo>
                      <a:lnTo>
                        <a:pt x="1076" y="426"/>
                      </a:lnTo>
                      <a:lnTo>
                        <a:pt x="1076" y="422"/>
                      </a:lnTo>
                      <a:lnTo>
                        <a:pt x="1080" y="422"/>
                      </a:lnTo>
                      <a:lnTo>
                        <a:pt x="1084" y="422"/>
                      </a:lnTo>
                      <a:lnTo>
                        <a:pt x="1080" y="422"/>
                      </a:lnTo>
                      <a:lnTo>
                        <a:pt x="1080" y="426"/>
                      </a:lnTo>
                      <a:lnTo>
                        <a:pt x="1080" y="422"/>
                      </a:lnTo>
                      <a:lnTo>
                        <a:pt x="1084" y="422"/>
                      </a:lnTo>
                      <a:lnTo>
                        <a:pt x="1088" y="426"/>
                      </a:lnTo>
                      <a:lnTo>
                        <a:pt x="1088" y="430"/>
                      </a:lnTo>
                      <a:lnTo>
                        <a:pt x="1084" y="430"/>
                      </a:lnTo>
                      <a:lnTo>
                        <a:pt x="1080" y="430"/>
                      </a:lnTo>
                      <a:lnTo>
                        <a:pt x="1084" y="430"/>
                      </a:lnTo>
                      <a:lnTo>
                        <a:pt x="1088" y="430"/>
                      </a:lnTo>
                      <a:lnTo>
                        <a:pt x="1088" y="434"/>
                      </a:lnTo>
                      <a:lnTo>
                        <a:pt x="1084" y="434"/>
                      </a:lnTo>
                      <a:lnTo>
                        <a:pt x="1080" y="434"/>
                      </a:lnTo>
                      <a:lnTo>
                        <a:pt x="1076" y="434"/>
                      </a:lnTo>
                      <a:lnTo>
                        <a:pt x="1080" y="434"/>
                      </a:lnTo>
                      <a:lnTo>
                        <a:pt x="1084" y="434"/>
                      </a:lnTo>
                      <a:lnTo>
                        <a:pt x="1080" y="434"/>
                      </a:lnTo>
                      <a:lnTo>
                        <a:pt x="1076" y="436"/>
                      </a:lnTo>
                      <a:lnTo>
                        <a:pt x="1080" y="436"/>
                      </a:lnTo>
                      <a:lnTo>
                        <a:pt x="1084" y="436"/>
                      </a:lnTo>
                      <a:lnTo>
                        <a:pt x="1084" y="434"/>
                      </a:lnTo>
                      <a:lnTo>
                        <a:pt x="1088" y="434"/>
                      </a:lnTo>
                      <a:lnTo>
                        <a:pt x="1088" y="436"/>
                      </a:lnTo>
                      <a:lnTo>
                        <a:pt x="1084" y="436"/>
                      </a:lnTo>
                      <a:lnTo>
                        <a:pt x="1080" y="436"/>
                      </a:lnTo>
                      <a:lnTo>
                        <a:pt x="1076" y="440"/>
                      </a:lnTo>
                      <a:lnTo>
                        <a:pt x="1080" y="440"/>
                      </a:lnTo>
                      <a:lnTo>
                        <a:pt x="1080" y="436"/>
                      </a:lnTo>
                      <a:lnTo>
                        <a:pt x="1084" y="436"/>
                      </a:lnTo>
                      <a:lnTo>
                        <a:pt x="1088" y="436"/>
                      </a:lnTo>
                      <a:lnTo>
                        <a:pt x="1092" y="436"/>
                      </a:lnTo>
                      <a:lnTo>
                        <a:pt x="1092" y="434"/>
                      </a:lnTo>
                      <a:lnTo>
                        <a:pt x="1096" y="436"/>
                      </a:lnTo>
                      <a:lnTo>
                        <a:pt x="1096" y="440"/>
                      </a:lnTo>
                      <a:lnTo>
                        <a:pt x="1092" y="440"/>
                      </a:lnTo>
                      <a:lnTo>
                        <a:pt x="1096" y="440"/>
                      </a:lnTo>
                      <a:lnTo>
                        <a:pt x="1096" y="436"/>
                      </a:lnTo>
                      <a:lnTo>
                        <a:pt x="1100" y="434"/>
                      </a:lnTo>
                      <a:lnTo>
                        <a:pt x="1104" y="434"/>
                      </a:lnTo>
                      <a:lnTo>
                        <a:pt x="1104" y="436"/>
                      </a:lnTo>
                      <a:lnTo>
                        <a:pt x="1100" y="436"/>
                      </a:lnTo>
                      <a:lnTo>
                        <a:pt x="1100" y="440"/>
                      </a:lnTo>
                      <a:lnTo>
                        <a:pt x="1096" y="444"/>
                      </a:lnTo>
                      <a:lnTo>
                        <a:pt x="1092" y="444"/>
                      </a:lnTo>
                      <a:lnTo>
                        <a:pt x="1096" y="444"/>
                      </a:lnTo>
                      <a:lnTo>
                        <a:pt x="1096" y="448"/>
                      </a:lnTo>
                      <a:lnTo>
                        <a:pt x="1100" y="444"/>
                      </a:lnTo>
                      <a:lnTo>
                        <a:pt x="1104" y="440"/>
                      </a:lnTo>
                      <a:lnTo>
                        <a:pt x="1106" y="440"/>
                      </a:lnTo>
                      <a:lnTo>
                        <a:pt x="1106" y="444"/>
                      </a:lnTo>
                      <a:lnTo>
                        <a:pt x="1106" y="448"/>
                      </a:lnTo>
                      <a:lnTo>
                        <a:pt x="1104" y="448"/>
                      </a:lnTo>
                      <a:lnTo>
                        <a:pt x="1106" y="448"/>
                      </a:lnTo>
                      <a:lnTo>
                        <a:pt x="1106" y="444"/>
                      </a:lnTo>
                      <a:lnTo>
                        <a:pt x="1106" y="440"/>
                      </a:lnTo>
                      <a:lnTo>
                        <a:pt x="1110" y="440"/>
                      </a:lnTo>
                      <a:lnTo>
                        <a:pt x="1110" y="444"/>
                      </a:lnTo>
                      <a:lnTo>
                        <a:pt x="1114" y="448"/>
                      </a:lnTo>
                      <a:lnTo>
                        <a:pt x="1110" y="444"/>
                      </a:lnTo>
                      <a:lnTo>
                        <a:pt x="1110" y="440"/>
                      </a:lnTo>
                      <a:lnTo>
                        <a:pt x="1114" y="440"/>
                      </a:lnTo>
                      <a:lnTo>
                        <a:pt x="1118" y="440"/>
                      </a:lnTo>
                      <a:lnTo>
                        <a:pt x="1114" y="444"/>
                      </a:lnTo>
                      <a:lnTo>
                        <a:pt x="1118" y="444"/>
                      </a:lnTo>
                      <a:lnTo>
                        <a:pt x="1118" y="440"/>
                      </a:lnTo>
                      <a:lnTo>
                        <a:pt x="1122" y="440"/>
                      </a:lnTo>
                      <a:lnTo>
                        <a:pt x="1122" y="444"/>
                      </a:lnTo>
                      <a:lnTo>
                        <a:pt x="1126" y="448"/>
                      </a:lnTo>
                      <a:lnTo>
                        <a:pt x="1130" y="452"/>
                      </a:lnTo>
                      <a:lnTo>
                        <a:pt x="1126" y="452"/>
                      </a:lnTo>
                      <a:lnTo>
                        <a:pt x="1122" y="452"/>
                      </a:lnTo>
                      <a:lnTo>
                        <a:pt x="1122" y="448"/>
                      </a:lnTo>
                      <a:lnTo>
                        <a:pt x="1118" y="448"/>
                      </a:lnTo>
                      <a:lnTo>
                        <a:pt x="1114" y="452"/>
                      </a:lnTo>
                      <a:lnTo>
                        <a:pt x="1118" y="452"/>
                      </a:lnTo>
                      <a:lnTo>
                        <a:pt x="1118" y="448"/>
                      </a:lnTo>
                      <a:lnTo>
                        <a:pt x="1118" y="452"/>
                      </a:lnTo>
                      <a:lnTo>
                        <a:pt x="1122" y="452"/>
                      </a:lnTo>
                      <a:lnTo>
                        <a:pt x="1122" y="456"/>
                      </a:lnTo>
                      <a:lnTo>
                        <a:pt x="1118" y="456"/>
                      </a:lnTo>
                      <a:lnTo>
                        <a:pt x="1122" y="456"/>
                      </a:lnTo>
                      <a:lnTo>
                        <a:pt x="1126" y="456"/>
                      </a:lnTo>
                      <a:lnTo>
                        <a:pt x="1122" y="456"/>
                      </a:lnTo>
                      <a:lnTo>
                        <a:pt x="1118" y="460"/>
                      </a:lnTo>
                      <a:lnTo>
                        <a:pt x="1114" y="460"/>
                      </a:lnTo>
                      <a:lnTo>
                        <a:pt x="1114" y="456"/>
                      </a:lnTo>
                      <a:lnTo>
                        <a:pt x="1110" y="456"/>
                      </a:lnTo>
                      <a:lnTo>
                        <a:pt x="1106" y="456"/>
                      </a:lnTo>
                      <a:lnTo>
                        <a:pt x="1110" y="456"/>
                      </a:lnTo>
                      <a:lnTo>
                        <a:pt x="1110" y="460"/>
                      </a:lnTo>
                      <a:lnTo>
                        <a:pt x="1114" y="460"/>
                      </a:lnTo>
                      <a:lnTo>
                        <a:pt x="1110" y="460"/>
                      </a:lnTo>
                      <a:lnTo>
                        <a:pt x="1106" y="460"/>
                      </a:lnTo>
                      <a:lnTo>
                        <a:pt x="1104" y="456"/>
                      </a:lnTo>
                      <a:lnTo>
                        <a:pt x="1106" y="460"/>
                      </a:lnTo>
                      <a:lnTo>
                        <a:pt x="1110" y="460"/>
                      </a:lnTo>
                      <a:lnTo>
                        <a:pt x="1114" y="464"/>
                      </a:lnTo>
                      <a:lnTo>
                        <a:pt x="1118" y="464"/>
                      </a:lnTo>
                      <a:lnTo>
                        <a:pt x="1114" y="466"/>
                      </a:lnTo>
                      <a:lnTo>
                        <a:pt x="1110" y="466"/>
                      </a:lnTo>
                      <a:lnTo>
                        <a:pt x="1110" y="464"/>
                      </a:lnTo>
                      <a:lnTo>
                        <a:pt x="1106" y="464"/>
                      </a:lnTo>
                      <a:lnTo>
                        <a:pt x="1104" y="464"/>
                      </a:lnTo>
                      <a:lnTo>
                        <a:pt x="1106" y="464"/>
                      </a:lnTo>
                      <a:lnTo>
                        <a:pt x="1106" y="466"/>
                      </a:lnTo>
                      <a:lnTo>
                        <a:pt x="1110" y="466"/>
                      </a:lnTo>
                      <a:lnTo>
                        <a:pt x="1114" y="470"/>
                      </a:lnTo>
                      <a:lnTo>
                        <a:pt x="1110" y="470"/>
                      </a:lnTo>
                      <a:lnTo>
                        <a:pt x="1106" y="470"/>
                      </a:lnTo>
                      <a:lnTo>
                        <a:pt x="1106" y="466"/>
                      </a:lnTo>
                      <a:lnTo>
                        <a:pt x="1104" y="466"/>
                      </a:lnTo>
                      <a:lnTo>
                        <a:pt x="1106" y="470"/>
                      </a:lnTo>
                      <a:lnTo>
                        <a:pt x="1110" y="470"/>
                      </a:lnTo>
                      <a:lnTo>
                        <a:pt x="1106" y="470"/>
                      </a:lnTo>
                      <a:lnTo>
                        <a:pt x="1106" y="474"/>
                      </a:lnTo>
                      <a:lnTo>
                        <a:pt x="1104" y="474"/>
                      </a:lnTo>
                      <a:lnTo>
                        <a:pt x="1104" y="470"/>
                      </a:lnTo>
                      <a:lnTo>
                        <a:pt x="1104" y="474"/>
                      </a:lnTo>
                      <a:lnTo>
                        <a:pt x="1100" y="474"/>
                      </a:lnTo>
                      <a:lnTo>
                        <a:pt x="1096" y="470"/>
                      </a:lnTo>
                      <a:lnTo>
                        <a:pt x="1100" y="474"/>
                      </a:lnTo>
                      <a:lnTo>
                        <a:pt x="1096" y="474"/>
                      </a:lnTo>
                      <a:lnTo>
                        <a:pt x="1092" y="474"/>
                      </a:lnTo>
                      <a:lnTo>
                        <a:pt x="1096" y="474"/>
                      </a:lnTo>
                      <a:lnTo>
                        <a:pt x="1100" y="474"/>
                      </a:lnTo>
                      <a:lnTo>
                        <a:pt x="1100" y="478"/>
                      </a:lnTo>
                      <a:lnTo>
                        <a:pt x="1096" y="478"/>
                      </a:lnTo>
                      <a:lnTo>
                        <a:pt x="1096" y="474"/>
                      </a:lnTo>
                      <a:lnTo>
                        <a:pt x="1096" y="478"/>
                      </a:lnTo>
                      <a:lnTo>
                        <a:pt x="1100" y="478"/>
                      </a:lnTo>
                      <a:lnTo>
                        <a:pt x="1096" y="478"/>
                      </a:lnTo>
                      <a:lnTo>
                        <a:pt x="1092" y="478"/>
                      </a:lnTo>
                      <a:lnTo>
                        <a:pt x="1096" y="478"/>
                      </a:lnTo>
                      <a:lnTo>
                        <a:pt x="1100" y="482"/>
                      </a:lnTo>
                      <a:lnTo>
                        <a:pt x="1096" y="486"/>
                      </a:lnTo>
                      <a:lnTo>
                        <a:pt x="1096" y="490"/>
                      </a:lnTo>
                      <a:lnTo>
                        <a:pt x="1096" y="494"/>
                      </a:lnTo>
                      <a:lnTo>
                        <a:pt x="1092" y="494"/>
                      </a:lnTo>
                      <a:lnTo>
                        <a:pt x="1092" y="490"/>
                      </a:lnTo>
                      <a:lnTo>
                        <a:pt x="1088" y="486"/>
                      </a:lnTo>
                      <a:lnTo>
                        <a:pt x="1088" y="490"/>
                      </a:lnTo>
                      <a:lnTo>
                        <a:pt x="1084" y="486"/>
                      </a:lnTo>
                      <a:lnTo>
                        <a:pt x="1088" y="486"/>
                      </a:lnTo>
                      <a:lnTo>
                        <a:pt x="1084" y="486"/>
                      </a:lnTo>
                      <a:lnTo>
                        <a:pt x="1084" y="482"/>
                      </a:lnTo>
                      <a:lnTo>
                        <a:pt x="1084" y="478"/>
                      </a:lnTo>
                      <a:lnTo>
                        <a:pt x="1080" y="482"/>
                      </a:lnTo>
                      <a:lnTo>
                        <a:pt x="1080" y="486"/>
                      </a:lnTo>
                      <a:lnTo>
                        <a:pt x="1076" y="486"/>
                      </a:lnTo>
                      <a:lnTo>
                        <a:pt x="1076" y="482"/>
                      </a:lnTo>
                      <a:lnTo>
                        <a:pt x="1076" y="486"/>
                      </a:lnTo>
                      <a:lnTo>
                        <a:pt x="1076" y="482"/>
                      </a:lnTo>
                      <a:lnTo>
                        <a:pt x="1080" y="482"/>
                      </a:lnTo>
                      <a:lnTo>
                        <a:pt x="1076" y="482"/>
                      </a:lnTo>
                      <a:lnTo>
                        <a:pt x="1080" y="478"/>
                      </a:lnTo>
                      <a:lnTo>
                        <a:pt x="1084" y="478"/>
                      </a:lnTo>
                      <a:lnTo>
                        <a:pt x="1080" y="478"/>
                      </a:lnTo>
                      <a:lnTo>
                        <a:pt x="1076" y="478"/>
                      </a:lnTo>
                      <a:lnTo>
                        <a:pt x="1074" y="478"/>
                      </a:lnTo>
                      <a:lnTo>
                        <a:pt x="1074" y="482"/>
                      </a:lnTo>
                      <a:lnTo>
                        <a:pt x="1074" y="478"/>
                      </a:lnTo>
                      <a:lnTo>
                        <a:pt x="1076" y="478"/>
                      </a:lnTo>
                      <a:lnTo>
                        <a:pt x="1076" y="474"/>
                      </a:lnTo>
                      <a:lnTo>
                        <a:pt x="1074" y="478"/>
                      </a:lnTo>
                      <a:lnTo>
                        <a:pt x="1070" y="478"/>
                      </a:lnTo>
                      <a:lnTo>
                        <a:pt x="1070" y="474"/>
                      </a:lnTo>
                      <a:lnTo>
                        <a:pt x="1074" y="474"/>
                      </a:lnTo>
                      <a:lnTo>
                        <a:pt x="1076" y="474"/>
                      </a:lnTo>
                      <a:lnTo>
                        <a:pt x="1076" y="470"/>
                      </a:lnTo>
                      <a:lnTo>
                        <a:pt x="1074" y="470"/>
                      </a:lnTo>
                      <a:lnTo>
                        <a:pt x="1074" y="474"/>
                      </a:lnTo>
                      <a:lnTo>
                        <a:pt x="1070" y="474"/>
                      </a:lnTo>
                      <a:lnTo>
                        <a:pt x="1070" y="470"/>
                      </a:lnTo>
                      <a:lnTo>
                        <a:pt x="1066" y="470"/>
                      </a:lnTo>
                      <a:lnTo>
                        <a:pt x="1070" y="470"/>
                      </a:lnTo>
                      <a:lnTo>
                        <a:pt x="1070" y="466"/>
                      </a:lnTo>
                      <a:lnTo>
                        <a:pt x="1074" y="466"/>
                      </a:lnTo>
                      <a:lnTo>
                        <a:pt x="1076" y="466"/>
                      </a:lnTo>
                      <a:lnTo>
                        <a:pt x="1076" y="464"/>
                      </a:lnTo>
                      <a:lnTo>
                        <a:pt x="1076" y="460"/>
                      </a:lnTo>
                      <a:lnTo>
                        <a:pt x="1080" y="460"/>
                      </a:lnTo>
                      <a:lnTo>
                        <a:pt x="1084" y="460"/>
                      </a:lnTo>
                      <a:lnTo>
                        <a:pt x="1084" y="456"/>
                      </a:lnTo>
                      <a:lnTo>
                        <a:pt x="1080" y="456"/>
                      </a:lnTo>
                      <a:lnTo>
                        <a:pt x="1076" y="460"/>
                      </a:lnTo>
                      <a:lnTo>
                        <a:pt x="1076" y="464"/>
                      </a:lnTo>
                      <a:lnTo>
                        <a:pt x="1074" y="464"/>
                      </a:lnTo>
                      <a:lnTo>
                        <a:pt x="1070" y="466"/>
                      </a:lnTo>
                      <a:lnTo>
                        <a:pt x="1062" y="466"/>
                      </a:lnTo>
                      <a:lnTo>
                        <a:pt x="1062" y="464"/>
                      </a:lnTo>
                      <a:lnTo>
                        <a:pt x="1066" y="464"/>
                      </a:lnTo>
                      <a:lnTo>
                        <a:pt x="1066" y="460"/>
                      </a:lnTo>
                      <a:lnTo>
                        <a:pt x="1070" y="456"/>
                      </a:lnTo>
                      <a:lnTo>
                        <a:pt x="1066" y="460"/>
                      </a:lnTo>
                      <a:lnTo>
                        <a:pt x="1062" y="464"/>
                      </a:lnTo>
                      <a:lnTo>
                        <a:pt x="1060" y="464"/>
                      </a:lnTo>
                      <a:lnTo>
                        <a:pt x="1060" y="460"/>
                      </a:lnTo>
                      <a:lnTo>
                        <a:pt x="1056" y="460"/>
                      </a:lnTo>
                      <a:lnTo>
                        <a:pt x="1052" y="456"/>
                      </a:lnTo>
                      <a:lnTo>
                        <a:pt x="1056" y="456"/>
                      </a:lnTo>
                      <a:lnTo>
                        <a:pt x="1052" y="456"/>
                      </a:lnTo>
                      <a:lnTo>
                        <a:pt x="1048" y="456"/>
                      </a:lnTo>
                      <a:lnTo>
                        <a:pt x="1048" y="452"/>
                      </a:lnTo>
                      <a:lnTo>
                        <a:pt x="1048" y="448"/>
                      </a:lnTo>
                      <a:lnTo>
                        <a:pt x="1048" y="452"/>
                      </a:lnTo>
                      <a:lnTo>
                        <a:pt x="1044" y="452"/>
                      </a:lnTo>
                      <a:lnTo>
                        <a:pt x="1040" y="452"/>
                      </a:lnTo>
                      <a:lnTo>
                        <a:pt x="1036" y="452"/>
                      </a:lnTo>
                      <a:lnTo>
                        <a:pt x="1040" y="452"/>
                      </a:lnTo>
                      <a:lnTo>
                        <a:pt x="1044" y="452"/>
                      </a:lnTo>
                      <a:lnTo>
                        <a:pt x="1044" y="456"/>
                      </a:lnTo>
                      <a:lnTo>
                        <a:pt x="1040" y="456"/>
                      </a:lnTo>
                      <a:lnTo>
                        <a:pt x="1044" y="456"/>
                      </a:lnTo>
                      <a:lnTo>
                        <a:pt x="1044" y="460"/>
                      </a:lnTo>
                      <a:lnTo>
                        <a:pt x="1040" y="460"/>
                      </a:lnTo>
                      <a:lnTo>
                        <a:pt x="1040" y="456"/>
                      </a:lnTo>
                      <a:lnTo>
                        <a:pt x="1036" y="456"/>
                      </a:lnTo>
                      <a:lnTo>
                        <a:pt x="1036" y="452"/>
                      </a:lnTo>
                      <a:lnTo>
                        <a:pt x="1032" y="452"/>
                      </a:lnTo>
                      <a:lnTo>
                        <a:pt x="1032" y="456"/>
                      </a:lnTo>
                      <a:lnTo>
                        <a:pt x="1036" y="456"/>
                      </a:lnTo>
                      <a:lnTo>
                        <a:pt x="1036" y="460"/>
                      </a:lnTo>
                      <a:lnTo>
                        <a:pt x="1040" y="460"/>
                      </a:lnTo>
                      <a:lnTo>
                        <a:pt x="1040" y="464"/>
                      </a:lnTo>
                      <a:lnTo>
                        <a:pt x="1044" y="464"/>
                      </a:lnTo>
                      <a:lnTo>
                        <a:pt x="1044" y="466"/>
                      </a:lnTo>
                      <a:lnTo>
                        <a:pt x="1040" y="466"/>
                      </a:lnTo>
                      <a:lnTo>
                        <a:pt x="1036" y="466"/>
                      </a:lnTo>
                      <a:lnTo>
                        <a:pt x="1032" y="466"/>
                      </a:lnTo>
                      <a:lnTo>
                        <a:pt x="1032" y="464"/>
                      </a:lnTo>
                      <a:lnTo>
                        <a:pt x="1030" y="464"/>
                      </a:lnTo>
                      <a:lnTo>
                        <a:pt x="1030" y="460"/>
                      </a:lnTo>
                      <a:lnTo>
                        <a:pt x="1026" y="460"/>
                      </a:lnTo>
                      <a:lnTo>
                        <a:pt x="1022" y="460"/>
                      </a:lnTo>
                      <a:lnTo>
                        <a:pt x="1026" y="460"/>
                      </a:lnTo>
                      <a:lnTo>
                        <a:pt x="1026" y="464"/>
                      </a:lnTo>
                      <a:lnTo>
                        <a:pt x="1030" y="464"/>
                      </a:lnTo>
                      <a:lnTo>
                        <a:pt x="1032" y="464"/>
                      </a:lnTo>
                      <a:lnTo>
                        <a:pt x="1032" y="466"/>
                      </a:lnTo>
                      <a:lnTo>
                        <a:pt x="1030" y="466"/>
                      </a:lnTo>
                      <a:lnTo>
                        <a:pt x="1030" y="464"/>
                      </a:lnTo>
                      <a:lnTo>
                        <a:pt x="1030" y="466"/>
                      </a:lnTo>
                      <a:lnTo>
                        <a:pt x="1030" y="470"/>
                      </a:lnTo>
                      <a:lnTo>
                        <a:pt x="1032" y="470"/>
                      </a:lnTo>
                      <a:lnTo>
                        <a:pt x="1036" y="470"/>
                      </a:lnTo>
                      <a:lnTo>
                        <a:pt x="1032" y="474"/>
                      </a:lnTo>
                      <a:lnTo>
                        <a:pt x="1032" y="478"/>
                      </a:lnTo>
                      <a:lnTo>
                        <a:pt x="1032" y="474"/>
                      </a:lnTo>
                      <a:lnTo>
                        <a:pt x="1036" y="474"/>
                      </a:lnTo>
                      <a:lnTo>
                        <a:pt x="1040" y="474"/>
                      </a:lnTo>
                      <a:lnTo>
                        <a:pt x="1044" y="474"/>
                      </a:lnTo>
                      <a:lnTo>
                        <a:pt x="1040" y="478"/>
                      </a:lnTo>
                      <a:lnTo>
                        <a:pt x="1044" y="478"/>
                      </a:lnTo>
                      <a:lnTo>
                        <a:pt x="1048" y="478"/>
                      </a:lnTo>
                      <a:lnTo>
                        <a:pt x="1044" y="482"/>
                      </a:lnTo>
                      <a:lnTo>
                        <a:pt x="1040" y="482"/>
                      </a:lnTo>
                      <a:lnTo>
                        <a:pt x="1044" y="482"/>
                      </a:lnTo>
                      <a:lnTo>
                        <a:pt x="1048" y="486"/>
                      </a:lnTo>
                      <a:lnTo>
                        <a:pt x="1044" y="486"/>
                      </a:lnTo>
                      <a:lnTo>
                        <a:pt x="1044" y="490"/>
                      </a:lnTo>
                      <a:lnTo>
                        <a:pt x="1048" y="486"/>
                      </a:lnTo>
                      <a:lnTo>
                        <a:pt x="1052" y="486"/>
                      </a:lnTo>
                      <a:lnTo>
                        <a:pt x="1048" y="490"/>
                      </a:lnTo>
                      <a:lnTo>
                        <a:pt x="1052" y="490"/>
                      </a:lnTo>
                      <a:lnTo>
                        <a:pt x="1052" y="494"/>
                      </a:lnTo>
                      <a:lnTo>
                        <a:pt x="1052" y="496"/>
                      </a:lnTo>
                      <a:lnTo>
                        <a:pt x="1052" y="494"/>
                      </a:lnTo>
                      <a:lnTo>
                        <a:pt x="1052" y="490"/>
                      </a:lnTo>
                      <a:lnTo>
                        <a:pt x="1056" y="490"/>
                      </a:lnTo>
                      <a:lnTo>
                        <a:pt x="1056" y="494"/>
                      </a:lnTo>
                      <a:lnTo>
                        <a:pt x="1060" y="494"/>
                      </a:lnTo>
                      <a:lnTo>
                        <a:pt x="1060" y="496"/>
                      </a:lnTo>
                      <a:lnTo>
                        <a:pt x="1060" y="494"/>
                      </a:lnTo>
                      <a:lnTo>
                        <a:pt x="1062" y="494"/>
                      </a:lnTo>
                      <a:lnTo>
                        <a:pt x="1060" y="496"/>
                      </a:lnTo>
                      <a:lnTo>
                        <a:pt x="1062" y="496"/>
                      </a:lnTo>
                      <a:lnTo>
                        <a:pt x="1062" y="494"/>
                      </a:lnTo>
                      <a:lnTo>
                        <a:pt x="1066" y="494"/>
                      </a:lnTo>
                      <a:lnTo>
                        <a:pt x="1066" y="496"/>
                      </a:lnTo>
                      <a:lnTo>
                        <a:pt x="1066" y="500"/>
                      </a:lnTo>
                      <a:lnTo>
                        <a:pt x="1070" y="500"/>
                      </a:lnTo>
                      <a:lnTo>
                        <a:pt x="1074" y="500"/>
                      </a:lnTo>
                      <a:lnTo>
                        <a:pt x="1074" y="504"/>
                      </a:lnTo>
                      <a:lnTo>
                        <a:pt x="1074" y="508"/>
                      </a:lnTo>
                      <a:lnTo>
                        <a:pt x="1070" y="508"/>
                      </a:lnTo>
                      <a:lnTo>
                        <a:pt x="1070" y="504"/>
                      </a:lnTo>
                      <a:lnTo>
                        <a:pt x="1066" y="504"/>
                      </a:lnTo>
                      <a:lnTo>
                        <a:pt x="1066" y="508"/>
                      </a:lnTo>
                      <a:lnTo>
                        <a:pt x="1070" y="508"/>
                      </a:lnTo>
                      <a:lnTo>
                        <a:pt x="1074" y="512"/>
                      </a:lnTo>
                      <a:lnTo>
                        <a:pt x="1076" y="512"/>
                      </a:lnTo>
                      <a:lnTo>
                        <a:pt x="1080" y="512"/>
                      </a:lnTo>
                      <a:lnTo>
                        <a:pt x="1080" y="516"/>
                      </a:lnTo>
                      <a:lnTo>
                        <a:pt x="1076" y="516"/>
                      </a:lnTo>
                      <a:lnTo>
                        <a:pt x="1074" y="516"/>
                      </a:lnTo>
                      <a:lnTo>
                        <a:pt x="1074" y="520"/>
                      </a:lnTo>
                      <a:lnTo>
                        <a:pt x="1076" y="520"/>
                      </a:lnTo>
                      <a:lnTo>
                        <a:pt x="1080" y="520"/>
                      </a:lnTo>
                      <a:lnTo>
                        <a:pt x="1080" y="522"/>
                      </a:lnTo>
                      <a:lnTo>
                        <a:pt x="1080" y="526"/>
                      </a:lnTo>
                      <a:lnTo>
                        <a:pt x="1080" y="530"/>
                      </a:lnTo>
                      <a:lnTo>
                        <a:pt x="1076" y="530"/>
                      </a:lnTo>
                      <a:lnTo>
                        <a:pt x="1076" y="526"/>
                      </a:lnTo>
                      <a:lnTo>
                        <a:pt x="1076" y="522"/>
                      </a:lnTo>
                      <a:lnTo>
                        <a:pt x="1074" y="522"/>
                      </a:lnTo>
                      <a:lnTo>
                        <a:pt x="1074" y="520"/>
                      </a:lnTo>
                      <a:lnTo>
                        <a:pt x="1070" y="520"/>
                      </a:lnTo>
                      <a:lnTo>
                        <a:pt x="1074" y="520"/>
                      </a:lnTo>
                      <a:lnTo>
                        <a:pt x="1074" y="522"/>
                      </a:lnTo>
                      <a:lnTo>
                        <a:pt x="1074" y="526"/>
                      </a:lnTo>
                      <a:lnTo>
                        <a:pt x="1076" y="530"/>
                      </a:lnTo>
                      <a:lnTo>
                        <a:pt x="1074" y="530"/>
                      </a:lnTo>
                      <a:lnTo>
                        <a:pt x="1074" y="534"/>
                      </a:lnTo>
                      <a:lnTo>
                        <a:pt x="1076" y="534"/>
                      </a:lnTo>
                      <a:lnTo>
                        <a:pt x="1076" y="538"/>
                      </a:lnTo>
                      <a:lnTo>
                        <a:pt x="1080" y="538"/>
                      </a:lnTo>
                      <a:lnTo>
                        <a:pt x="1076" y="542"/>
                      </a:lnTo>
                      <a:lnTo>
                        <a:pt x="1074" y="538"/>
                      </a:lnTo>
                      <a:lnTo>
                        <a:pt x="1070" y="538"/>
                      </a:lnTo>
                      <a:lnTo>
                        <a:pt x="1074" y="542"/>
                      </a:lnTo>
                      <a:lnTo>
                        <a:pt x="1074" y="546"/>
                      </a:lnTo>
                      <a:lnTo>
                        <a:pt x="1076" y="546"/>
                      </a:lnTo>
                      <a:lnTo>
                        <a:pt x="1074" y="546"/>
                      </a:lnTo>
                      <a:lnTo>
                        <a:pt x="1074" y="550"/>
                      </a:lnTo>
                      <a:lnTo>
                        <a:pt x="1070" y="546"/>
                      </a:lnTo>
                      <a:lnTo>
                        <a:pt x="1070" y="542"/>
                      </a:lnTo>
                      <a:lnTo>
                        <a:pt x="1066" y="542"/>
                      </a:lnTo>
                      <a:lnTo>
                        <a:pt x="1066" y="538"/>
                      </a:lnTo>
                      <a:lnTo>
                        <a:pt x="1062" y="538"/>
                      </a:lnTo>
                      <a:lnTo>
                        <a:pt x="1060" y="538"/>
                      </a:lnTo>
                      <a:lnTo>
                        <a:pt x="1060" y="534"/>
                      </a:lnTo>
                      <a:lnTo>
                        <a:pt x="1056" y="534"/>
                      </a:lnTo>
                      <a:lnTo>
                        <a:pt x="1060" y="538"/>
                      </a:lnTo>
                      <a:lnTo>
                        <a:pt x="1056" y="538"/>
                      </a:lnTo>
                      <a:lnTo>
                        <a:pt x="1056" y="534"/>
                      </a:lnTo>
                      <a:lnTo>
                        <a:pt x="1052" y="534"/>
                      </a:lnTo>
                      <a:lnTo>
                        <a:pt x="1052" y="530"/>
                      </a:lnTo>
                      <a:lnTo>
                        <a:pt x="1052" y="526"/>
                      </a:lnTo>
                      <a:lnTo>
                        <a:pt x="1052" y="530"/>
                      </a:lnTo>
                      <a:lnTo>
                        <a:pt x="1052" y="534"/>
                      </a:lnTo>
                      <a:lnTo>
                        <a:pt x="1052" y="538"/>
                      </a:lnTo>
                      <a:lnTo>
                        <a:pt x="1052" y="534"/>
                      </a:lnTo>
                      <a:lnTo>
                        <a:pt x="1052" y="530"/>
                      </a:lnTo>
                      <a:lnTo>
                        <a:pt x="1048" y="530"/>
                      </a:lnTo>
                      <a:lnTo>
                        <a:pt x="1048" y="534"/>
                      </a:lnTo>
                      <a:lnTo>
                        <a:pt x="1048" y="530"/>
                      </a:lnTo>
                      <a:lnTo>
                        <a:pt x="1048" y="526"/>
                      </a:lnTo>
                      <a:lnTo>
                        <a:pt x="1048" y="530"/>
                      </a:lnTo>
                      <a:lnTo>
                        <a:pt x="1044" y="530"/>
                      </a:lnTo>
                      <a:lnTo>
                        <a:pt x="1040" y="526"/>
                      </a:lnTo>
                      <a:lnTo>
                        <a:pt x="1036" y="522"/>
                      </a:lnTo>
                      <a:lnTo>
                        <a:pt x="1036" y="520"/>
                      </a:lnTo>
                      <a:lnTo>
                        <a:pt x="1032" y="520"/>
                      </a:lnTo>
                      <a:lnTo>
                        <a:pt x="1036" y="522"/>
                      </a:lnTo>
                      <a:lnTo>
                        <a:pt x="1036" y="526"/>
                      </a:lnTo>
                      <a:lnTo>
                        <a:pt x="1036" y="530"/>
                      </a:lnTo>
                      <a:lnTo>
                        <a:pt x="1036" y="526"/>
                      </a:lnTo>
                      <a:lnTo>
                        <a:pt x="1032" y="526"/>
                      </a:lnTo>
                      <a:lnTo>
                        <a:pt x="1032" y="522"/>
                      </a:lnTo>
                      <a:lnTo>
                        <a:pt x="1030" y="522"/>
                      </a:lnTo>
                      <a:lnTo>
                        <a:pt x="1026" y="522"/>
                      </a:lnTo>
                      <a:lnTo>
                        <a:pt x="1026" y="520"/>
                      </a:lnTo>
                      <a:lnTo>
                        <a:pt x="1022" y="520"/>
                      </a:lnTo>
                      <a:lnTo>
                        <a:pt x="1018" y="520"/>
                      </a:lnTo>
                      <a:lnTo>
                        <a:pt x="1022" y="522"/>
                      </a:lnTo>
                      <a:lnTo>
                        <a:pt x="1026" y="526"/>
                      </a:lnTo>
                      <a:lnTo>
                        <a:pt x="1030" y="530"/>
                      </a:lnTo>
                      <a:lnTo>
                        <a:pt x="1030" y="534"/>
                      </a:lnTo>
                      <a:lnTo>
                        <a:pt x="1032" y="534"/>
                      </a:lnTo>
                      <a:lnTo>
                        <a:pt x="1036" y="534"/>
                      </a:lnTo>
                      <a:lnTo>
                        <a:pt x="1036" y="538"/>
                      </a:lnTo>
                      <a:lnTo>
                        <a:pt x="1040" y="538"/>
                      </a:lnTo>
                      <a:lnTo>
                        <a:pt x="1036" y="538"/>
                      </a:lnTo>
                      <a:lnTo>
                        <a:pt x="1040" y="538"/>
                      </a:lnTo>
                      <a:lnTo>
                        <a:pt x="1044" y="542"/>
                      </a:lnTo>
                      <a:lnTo>
                        <a:pt x="1048" y="542"/>
                      </a:lnTo>
                      <a:lnTo>
                        <a:pt x="1048" y="546"/>
                      </a:lnTo>
                      <a:lnTo>
                        <a:pt x="1052" y="546"/>
                      </a:lnTo>
                      <a:lnTo>
                        <a:pt x="1056" y="550"/>
                      </a:lnTo>
                      <a:lnTo>
                        <a:pt x="1056" y="552"/>
                      </a:lnTo>
                      <a:lnTo>
                        <a:pt x="1060" y="552"/>
                      </a:lnTo>
                      <a:lnTo>
                        <a:pt x="1060" y="556"/>
                      </a:lnTo>
                      <a:lnTo>
                        <a:pt x="1062" y="556"/>
                      </a:lnTo>
                      <a:lnTo>
                        <a:pt x="1060" y="556"/>
                      </a:lnTo>
                      <a:lnTo>
                        <a:pt x="1060" y="560"/>
                      </a:lnTo>
                      <a:lnTo>
                        <a:pt x="1062" y="560"/>
                      </a:lnTo>
                      <a:lnTo>
                        <a:pt x="1062" y="564"/>
                      </a:lnTo>
                      <a:lnTo>
                        <a:pt x="1060" y="564"/>
                      </a:lnTo>
                      <a:lnTo>
                        <a:pt x="1056" y="564"/>
                      </a:lnTo>
                      <a:lnTo>
                        <a:pt x="1052" y="564"/>
                      </a:lnTo>
                      <a:lnTo>
                        <a:pt x="1052" y="560"/>
                      </a:lnTo>
                      <a:lnTo>
                        <a:pt x="1048" y="560"/>
                      </a:lnTo>
                      <a:lnTo>
                        <a:pt x="1044" y="560"/>
                      </a:lnTo>
                      <a:lnTo>
                        <a:pt x="1040" y="556"/>
                      </a:lnTo>
                      <a:lnTo>
                        <a:pt x="1036" y="556"/>
                      </a:lnTo>
                      <a:lnTo>
                        <a:pt x="1032" y="556"/>
                      </a:lnTo>
                      <a:lnTo>
                        <a:pt x="1030" y="556"/>
                      </a:lnTo>
                      <a:lnTo>
                        <a:pt x="1026" y="556"/>
                      </a:lnTo>
                      <a:lnTo>
                        <a:pt x="1026" y="552"/>
                      </a:lnTo>
                      <a:lnTo>
                        <a:pt x="1022" y="552"/>
                      </a:lnTo>
                      <a:lnTo>
                        <a:pt x="1018" y="552"/>
                      </a:lnTo>
                      <a:lnTo>
                        <a:pt x="1018" y="550"/>
                      </a:lnTo>
                      <a:lnTo>
                        <a:pt x="1014" y="550"/>
                      </a:lnTo>
                      <a:lnTo>
                        <a:pt x="1014" y="546"/>
                      </a:lnTo>
                      <a:lnTo>
                        <a:pt x="1014" y="550"/>
                      </a:lnTo>
                      <a:lnTo>
                        <a:pt x="1010" y="546"/>
                      </a:lnTo>
                      <a:lnTo>
                        <a:pt x="1010" y="542"/>
                      </a:lnTo>
                      <a:lnTo>
                        <a:pt x="1006" y="542"/>
                      </a:lnTo>
                      <a:lnTo>
                        <a:pt x="1004" y="542"/>
                      </a:lnTo>
                      <a:lnTo>
                        <a:pt x="1004" y="542"/>
                      </a:lnTo>
                      <a:lnTo>
                        <a:pt x="1004" y="542"/>
                      </a:lnTo>
                      <a:close/>
                      <a:moveTo>
                        <a:pt x="902" y="292"/>
                      </a:moveTo>
                      <a:lnTo>
                        <a:pt x="898" y="292"/>
                      </a:lnTo>
                      <a:lnTo>
                        <a:pt x="894" y="292"/>
                      </a:lnTo>
                      <a:lnTo>
                        <a:pt x="890" y="292"/>
                      </a:lnTo>
                      <a:lnTo>
                        <a:pt x="888" y="292"/>
                      </a:lnTo>
                      <a:lnTo>
                        <a:pt x="884" y="292"/>
                      </a:lnTo>
                      <a:lnTo>
                        <a:pt x="880" y="292"/>
                      </a:lnTo>
                      <a:lnTo>
                        <a:pt x="876" y="294"/>
                      </a:lnTo>
                      <a:lnTo>
                        <a:pt x="872" y="294"/>
                      </a:lnTo>
                      <a:lnTo>
                        <a:pt x="868" y="294"/>
                      </a:lnTo>
                      <a:lnTo>
                        <a:pt x="864" y="292"/>
                      </a:lnTo>
                      <a:lnTo>
                        <a:pt x="862" y="292"/>
                      </a:lnTo>
                      <a:lnTo>
                        <a:pt x="862" y="288"/>
                      </a:lnTo>
                      <a:lnTo>
                        <a:pt x="862" y="284"/>
                      </a:lnTo>
                      <a:lnTo>
                        <a:pt x="862" y="280"/>
                      </a:lnTo>
                      <a:lnTo>
                        <a:pt x="858" y="280"/>
                      </a:lnTo>
                      <a:lnTo>
                        <a:pt x="854" y="280"/>
                      </a:lnTo>
                      <a:lnTo>
                        <a:pt x="850" y="280"/>
                      </a:lnTo>
                      <a:lnTo>
                        <a:pt x="850" y="276"/>
                      </a:lnTo>
                      <a:lnTo>
                        <a:pt x="850" y="268"/>
                      </a:lnTo>
                      <a:lnTo>
                        <a:pt x="854" y="268"/>
                      </a:lnTo>
                      <a:lnTo>
                        <a:pt x="858" y="268"/>
                      </a:lnTo>
                      <a:lnTo>
                        <a:pt x="862" y="268"/>
                      </a:lnTo>
                      <a:lnTo>
                        <a:pt x="864" y="268"/>
                      </a:lnTo>
                      <a:lnTo>
                        <a:pt x="868" y="268"/>
                      </a:lnTo>
                      <a:lnTo>
                        <a:pt x="868" y="272"/>
                      </a:lnTo>
                      <a:lnTo>
                        <a:pt x="872" y="272"/>
                      </a:lnTo>
                      <a:lnTo>
                        <a:pt x="876" y="272"/>
                      </a:lnTo>
                      <a:lnTo>
                        <a:pt x="876" y="268"/>
                      </a:lnTo>
                      <a:lnTo>
                        <a:pt x="880" y="268"/>
                      </a:lnTo>
                      <a:lnTo>
                        <a:pt x="884" y="268"/>
                      </a:lnTo>
                      <a:lnTo>
                        <a:pt x="888" y="268"/>
                      </a:lnTo>
                      <a:lnTo>
                        <a:pt x="890" y="268"/>
                      </a:lnTo>
                      <a:lnTo>
                        <a:pt x="890" y="272"/>
                      </a:lnTo>
                      <a:lnTo>
                        <a:pt x="894" y="272"/>
                      </a:lnTo>
                      <a:lnTo>
                        <a:pt x="898" y="272"/>
                      </a:lnTo>
                      <a:lnTo>
                        <a:pt x="902" y="272"/>
                      </a:lnTo>
                      <a:lnTo>
                        <a:pt x="902" y="276"/>
                      </a:lnTo>
                      <a:lnTo>
                        <a:pt x="906" y="276"/>
                      </a:lnTo>
                      <a:lnTo>
                        <a:pt x="906" y="280"/>
                      </a:lnTo>
                      <a:lnTo>
                        <a:pt x="910" y="280"/>
                      </a:lnTo>
                      <a:lnTo>
                        <a:pt x="910" y="284"/>
                      </a:lnTo>
                      <a:lnTo>
                        <a:pt x="914" y="284"/>
                      </a:lnTo>
                      <a:lnTo>
                        <a:pt x="914" y="288"/>
                      </a:lnTo>
                      <a:lnTo>
                        <a:pt x="918" y="288"/>
                      </a:lnTo>
                      <a:lnTo>
                        <a:pt x="918" y="292"/>
                      </a:lnTo>
                      <a:lnTo>
                        <a:pt x="914" y="292"/>
                      </a:lnTo>
                      <a:lnTo>
                        <a:pt x="910" y="292"/>
                      </a:lnTo>
                      <a:lnTo>
                        <a:pt x="906" y="292"/>
                      </a:lnTo>
                      <a:lnTo>
                        <a:pt x="902" y="292"/>
                      </a:lnTo>
                      <a:lnTo>
                        <a:pt x="902" y="292"/>
                      </a:lnTo>
                      <a:lnTo>
                        <a:pt x="902" y="292"/>
                      </a:lnTo>
                      <a:close/>
                      <a:moveTo>
                        <a:pt x="508" y="292"/>
                      </a:moveTo>
                      <a:lnTo>
                        <a:pt x="504" y="288"/>
                      </a:lnTo>
                      <a:lnTo>
                        <a:pt x="504" y="292"/>
                      </a:lnTo>
                      <a:lnTo>
                        <a:pt x="508" y="292"/>
                      </a:lnTo>
                      <a:lnTo>
                        <a:pt x="504" y="292"/>
                      </a:lnTo>
                      <a:lnTo>
                        <a:pt x="500" y="288"/>
                      </a:lnTo>
                      <a:lnTo>
                        <a:pt x="496" y="284"/>
                      </a:lnTo>
                      <a:lnTo>
                        <a:pt x="492" y="284"/>
                      </a:lnTo>
                      <a:lnTo>
                        <a:pt x="492" y="280"/>
                      </a:lnTo>
                      <a:lnTo>
                        <a:pt x="488" y="276"/>
                      </a:lnTo>
                      <a:lnTo>
                        <a:pt x="484" y="276"/>
                      </a:lnTo>
                      <a:lnTo>
                        <a:pt x="480" y="276"/>
                      </a:lnTo>
                      <a:lnTo>
                        <a:pt x="480" y="272"/>
                      </a:lnTo>
                      <a:lnTo>
                        <a:pt x="484" y="268"/>
                      </a:lnTo>
                      <a:lnTo>
                        <a:pt x="488" y="268"/>
                      </a:lnTo>
                      <a:lnTo>
                        <a:pt x="492" y="268"/>
                      </a:lnTo>
                      <a:lnTo>
                        <a:pt x="496" y="268"/>
                      </a:lnTo>
                      <a:lnTo>
                        <a:pt x="500" y="268"/>
                      </a:lnTo>
                      <a:lnTo>
                        <a:pt x="504" y="268"/>
                      </a:lnTo>
                      <a:lnTo>
                        <a:pt x="508" y="268"/>
                      </a:lnTo>
                      <a:lnTo>
                        <a:pt x="510" y="268"/>
                      </a:lnTo>
                      <a:lnTo>
                        <a:pt x="514" y="272"/>
                      </a:lnTo>
                      <a:lnTo>
                        <a:pt x="514" y="276"/>
                      </a:lnTo>
                      <a:lnTo>
                        <a:pt x="514" y="280"/>
                      </a:lnTo>
                      <a:lnTo>
                        <a:pt x="510" y="284"/>
                      </a:lnTo>
                      <a:lnTo>
                        <a:pt x="510" y="288"/>
                      </a:lnTo>
                      <a:lnTo>
                        <a:pt x="508" y="288"/>
                      </a:lnTo>
                      <a:lnTo>
                        <a:pt x="508" y="292"/>
                      </a:lnTo>
                      <a:lnTo>
                        <a:pt x="508" y="292"/>
                      </a:lnTo>
                      <a:lnTo>
                        <a:pt x="508" y="292"/>
                      </a:lnTo>
                      <a:close/>
                      <a:moveTo>
                        <a:pt x="236" y="272"/>
                      </a:moveTo>
                      <a:lnTo>
                        <a:pt x="238" y="272"/>
                      </a:lnTo>
                      <a:lnTo>
                        <a:pt x="236" y="272"/>
                      </a:lnTo>
                      <a:lnTo>
                        <a:pt x="236" y="272"/>
                      </a:lnTo>
                      <a:lnTo>
                        <a:pt x="236" y="272"/>
                      </a:lnTo>
                      <a:close/>
                      <a:moveTo>
                        <a:pt x="474" y="272"/>
                      </a:moveTo>
                      <a:lnTo>
                        <a:pt x="470" y="272"/>
                      </a:lnTo>
                      <a:lnTo>
                        <a:pt x="466" y="272"/>
                      </a:lnTo>
                      <a:lnTo>
                        <a:pt x="470" y="272"/>
                      </a:lnTo>
                      <a:lnTo>
                        <a:pt x="474" y="272"/>
                      </a:lnTo>
                      <a:lnTo>
                        <a:pt x="474" y="272"/>
                      </a:lnTo>
                      <a:lnTo>
                        <a:pt x="474" y="272"/>
                      </a:lnTo>
                      <a:close/>
                      <a:moveTo>
                        <a:pt x="354" y="350"/>
                      </a:moveTo>
                      <a:lnTo>
                        <a:pt x="352" y="350"/>
                      </a:lnTo>
                      <a:lnTo>
                        <a:pt x="348" y="350"/>
                      </a:lnTo>
                      <a:lnTo>
                        <a:pt x="344" y="350"/>
                      </a:lnTo>
                      <a:lnTo>
                        <a:pt x="340" y="350"/>
                      </a:lnTo>
                      <a:lnTo>
                        <a:pt x="336" y="350"/>
                      </a:lnTo>
                      <a:lnTo>
                        <a:pt x="332" y="350"/>
                      </a:lnTo>
                      <a:lnTo>
                        <a:pt x="328" y="350"/>
                      </a:lnTo>
                      <a:lnTo>
                        <a:pt x="328" y="348"/>
                      </a:lnTo>
                      <a:lnTo>
                        <a:pt x="324" y="348"/>
                      </a:lnTo>
                      <a:lnTo>
                        <a:pt x="324" y="344"/>
                      </a:lnTo>
                      <a:lnTo>
                        <a:pt x="322" y="344"/>
                      </a:lnTo>
                      <a:lnTo>
                        <a:pt x="322" y="340"/>
                      </a:lnTo>
                      <a:lnTo>
                        <a:pt x="324" y="336"/>
                      </a:lnTo>
                      <a:lnTo>
                        <a:pt x="328" y="336"/>
                      </a:lnTo>
                      <a:lnTo>
                        <a:pt x="332" y="336"/>
                      </a:lnTo>
                      <a:lnTo>
                        <a:pt x="336" y="336"/>
                      </a:lnTo>
                      <a:lnTo>
                        <a:pt x="340" y="332"/>
                      </a:lnTo>
                      <a:lnTo>
                        <a:pt x="344" y="332"/>
                      </a:lnTo>
                      <a:lnTo>
                        <a:pt x="348" y="332"/>
                      </a:lnTo>
                      <a:lnTo>
                        <a:pt x="352" y="332"/>
                      </a:lnTo>
                      <a:lnTo>
                        <a:pt x="354" y="332"/>
                      </a:lnTo>
                      <a:lnTo>
                        <a:pt x="358" y="332"/>
                      </a:lnTo>
                      <a:lnTo>
                        <a:pt x="358" y="328"/>
                      </a:lnTo>
                      <a:lnTo>
                        <a:pt x="354" y="328"/>
                      </a:lnTo>
                      <a:lnTo>
                        <a:pt x="358" y="328"/>
                      </a:lnTo>
                      <a:lnTo>
                        <a:pt x="362" y="328"/>
                      </a:lnTo>
                      <a:lnTo>
                        <a:pt x="366" y="328"/>
                      </a:lnTo>
                      <a:lnTo>
                        <a:pt x="366" y="324"/>
                      </a:lnTo>
                      <a:lnTo>
                        <a:pt x="366" y="328"/>
                      </a:lnTo>
                      <a:lnTo>
                        <a:pt x="362" y="328"/>
                      </a:lnTo>
                      <a:lnTo>
                        <a:pt x="362" y="324"/>
                      </a:lnTo>
                      <a:lnTo>
                        <a:pt x="358" y="324"/>
                      </a:lnTo>
                      <a:lnTo>
                        <a:pt x="354" y="324"/>
                      </a:lnTo>
                      <a:lnTo>
                        <a:pt x="352" y="328"/>
                      </a:lnTo>
                      <a:lnTo>
                        <a:pt x="348" y="328"/>
                      </a:lnTo>
                      <a:lnTo>
                        <a:pt x="344" y="328"/>
                      </a:lnTo>
                      <a:lnTo>
                        <a:pt x="340" y="328"/>
                      </a:lnTo>
                      <a:lnTo>
                        <a:pt x="336" y="328"/>
                      </a:lnTo>
                      <a:lnTo>
                        <a:pt x="332" y="328"/>
                      </a:lnTo>
                      <a:lnTo>
                        <a:pt x="336" y="328"/>
                      </a:lnTo>
                      <a:lnTo>
                        <a:pt x="332" y="328"/>
                      </a:lnTo>
                      <a:lnTo>
                        <a:pt x="332" y="332"/>
                      </a:lnTo>
                      <a:lnTo>
                        <a:pt x="328" y="328"/>
                      </a:lnTo>
                      <a:lnTo>
                        <a:pt x="328" y="332"/>
                      </a:lnTo>
                      <a:lnTo>
                        <a:pt x="328" y="328"/>
                      </a:lnTo>
                      <a:lnTo>
                        <a:pt x="324" y="328"/>
                      </a:lnTo>
                      <a:lnTo>
                        <a:pt x="322" y="328"/>
                      </a:lnTo>
                      <a:lnTo>
                        <a:pt x="324" y="324"/>
                      </a:lnTo>
                      <a:lnTo>
                        <a:pt x="328" y="324"/>
                      </a:lnTo>
                      <a:lnTo>
                        <a:pt x="332" y="324"/>
                      </a:lnTo>
                      <a:lnTo>
                        <a:pt x="328" y="324"/>
                      </a:lnTo>
                      <a:lnTo>
                        <a:pt x="328" y="322"/>
                      </a:lnTo>
                      <a:lnTo>
                        <a:pt x="324" y="322"/>
                      </a:lnTo>
                      <a:lnTo>
                        <a:pt x="324" y="324"/>
                      </a:lnTo>
                      <a:lnTo>
                        <a:pt x="322" y="324"/>
                      </a:lnTo>
                      <a:lnTo>
                        <a:pt x="318" y="324"/>
                      </a:lnTo>
                      <a:lnTo>
                        <a:pt x="318" y="322"/>
                      </a:lnTo>
                      <a:lnTo>
                        <a:pt x="314" y="322"/>
                      </a:lnTo>
                      <a:lnTo>
                        <a:pt x="314" y="324"/>
                      </a:lnTo>
                      <a:lnTo>
                        <a:pt x="310" y="324"/>
                      </a:lnTo>
                      <a:lnTo>
                        <a:pt x="310" y="322"/>
                      </a:lnTo>
                      <a:lnTo>
                        <a:pt x="310" y="318"/>
                      </a:lnTo>
                      <a:lnTo>
                        <a:pt x="314" y="314"/>
                      </a:lnTo>
                      <a:lnTo>
                        <a:pt x="318" y="314"/>
                      </a:lnTo>
                      <a:lnTo>
                        <a:pt x="314" y="310"/>
                      </a:lnTo>
                      <a:lnTo>
                        <a:pt x="318" y="310"/>
                      </a:lnTo>
                      <a:lnTo>
                        <a:pt x="322" y="310"/>
                      </a:lnTo>
                      <a:lnTo>
                        <a:pt x="324" y="310"/>
                      </a:lnTo>
                      <a:lnTo>
                        <a:pt x="324" y="306"/>
                      </a:lnTo>
                      <a:lnTo>
                        <a:pt x="322" y="306"/>
                      </a:lnTo>
                      <a:lnTo>
                        <a:pt x="318" y="306"/>
                      </a:lnTo>
                      <a:lnTo>
                        <a:pt x="318" y="302"/>
                      </a:lnTo>
                      <a:lnTo>
                        <a:pt x="322" y="298"/>
                      </a:lnTo>
                      <a:lnTo>
                        <a:pt x="324" y="298"/>
                      </a:lnTo>
                      <a:lnTo>
                        <a:pt x="328" y="294"/>
                      </a:lnTo>
                      <a:lnTo>
                        <a:pt x="332" y="294"/>
                      </a:lnTo>
                      <a:lnTo>
                        <a:pt x="332" y="292"/>
                      </a:lnTo>
                      <a:lnTo>
                        <a:pt x="336" y="292"/>
                      </a:lnTo>
                      <a:lnTo>
                        <a:pt x="340" y="292"/>
                      </a:lnTo>
                      <a:lnTo>
                        <a:pt x="340" y="288"/>
                      </a:lnTo>
                      <a:lnTo>
                        <a:pt x="344" y="288"/>
                      </a:lnTo>
                      <a:lnTo>
                        <a:pt x="348" y="288"/>
                      </a:lnTo>
                      <a:lnTo>
                        <a:pt x="352" y="284"/>
                      </a:lnTo>
                      <a:lnTo>
                        <a:pt x="354" y="284"/>
                      </a:lnTo>
                      <a:lnTo>
                        <a:pt x="358" y="284"/>
                      </a:lnTo>
                      <a:lnTo>
                        <a:pt x="362" y="280"/>
                      </a:lnTo>
                      <a:lnTo>
                        <a:pt x="366" y="280"/>
                      </a:lnTo>
                      <a:lnTo>
                        <a:pt x="370" y="280"/>
                      </a:lnTo>
                      <a:lnTo>
                        <a:pt x="374" y="276"/>
                      </a:lnTo>
                      <a:lnTo>
                        <a:pt x="378" y="280"/>
                      </a:lnTo>
                      <a:lnTo>
                        <a:pt x="380" y="280"/>
                      </a:lnTo>
                      <a:lnTo>
                        <a:pt x="380" y="284"/>
                      </a:lnTo>
                      <a:lnTo>
                        <a:pt x="384" y="284"/>
                      </a:lnTo>
                      <a:lnTo>
                        <a:pt x="380" y="288"/>
                      </a:lnTo>
                      <a:lnTo>
                        <a:pt x="380" y="292"/>
                      </a:lnTo>
                      <a:lnTo>
                        <a:pt x="380" y="294"/>
                      </a:lnTo>
                      <a:lnTo>
                        <a:pt x="378" y="294"/>
                      </a:lnTo>
                      <a:lnTo>
                        <a:pt x="378" y="298"/>
                      </a:lnTo>
                      <a:lnTo>
                        <a:pt x="374" y="298"/>
                      </a:lnTo>
                      <a:lnTo>
                        <a:pt x="378" y="298"/>
                      </a:lnTo>
                      <a:lnTo>
                        <a:pt x="380" y="298"/>
                      </a:lnTo>
                      <a:lnTo>
                        <a:pt x="384" y="294"/>
                      </a:lnTo>
                      <a:lnTo>
                        <a:pt x="384" y="298"/>
                      </a:lnTo>
                      <a:lnTo>
                        <a:pt x="388" y="294"/>
                      </a:lnTo>
                      <a:lnTo>
                        <a:pt x="388" y="298"/>
                      </a:lnTo>
                      <a:lnTo>
                        <a:pt x="384" y="298"/>
                      </a:lnTo>
                      <a:lnTo>
                        <a:pt x="388" y="298"/>
                      </a:lnTo>
                      <a:lnTo>
                        <a:pt x="388" y="294"/>
                      </a:lnTo>
                      <a:lnTo>
                        <a:pt x="392" y="294"/>
                      </a:lnTo>
                      <a:lnTo>
                        <a:pt x="388" y="294"/>
                      </a:lnTo>
                      <a:lnTo>
                        <a:pt x="392" y="292"/>
                      </a:lnTo>
                      <a:lnTo>
                        <a:pt x="392" y="288"/>
                      </a:lnTo>
                      <a:lnTo>
                        <a:pt x="396" y="288"/>
                      </a:lnTo>
                      <a:lnTo>
                        <a:pt x="400" y="288"/>
                      </a:lnTo>
                      <a:lnTo>
                        <a:pt x="404" y="288"/>
                      </a:lnTo>
                      <a:lnTo>
                        <a:pt x="404" y="292"/>
                      </a:lnTo>
                      <a:lnTo>
                        <a:pt x="408" y="292"/>
                      </a:lnTo>
                      <a:lnTo>
                        <a:pt x="410" y="292"/>
                      </a:lnTo>
                      <a:lnTo>
                        <a:pt x="414" y="292"/>
                      </a:lnTo>
                      <a:lnTo>
                        <a:pt x="418" y="292"/>
                      </a:lnTo>
                      <a:lnTo>
                        <a:pt x="418" y="294"/>
                      </a:lnTo>
                      <a:lnTo>
                        <a:pt x="422" y="294"/>
                      </a:lnTo>
                      <a:lnTo>
                        <a:pt x="422" y="298"/>
                      </a:lnTo>
                      <a:lnTo>
                        <a:pt x="418" y="302"/>
                      </a:lnTo>
                      <a:lnTo>
                        <a:pt x="414" y="302"/>
                      </a:lnTo>
                      <a:lnTo>
                        <a:pt x="414" y="306"/>
                      </a:lnTo>
                      <a:lnTo>
                        <a:pt x="410" y="306"/>
                      </a:lnTo>
                      <a:lnTo>
                        <a:pt x="414" y="306"/>
                      </a:lnTo>
                      <a:lnTo>
                        <a:pt x="418" y="306"/>
                      </a:lnTo>
                      <a:lnTo>
                        <a:pt x="414" y="306"/>
                      </a:lnTo>
                      <a:lnTo>
                        <a:pt x="418" y="302"/>
                      </a:lnTo>
                      <a:lnTo>
                        <a:pt x="422" y="302"/>
                      </a:lnTo>
                      <a:lnTo>
                        <a:pt x="422" y="306"/>
                      </a:lnTo>
                      <a:lnTo>
                        <a:pt x="422" y="302"/>
                      </a:lnTo>
                      <a:lnTo>
                        <a:pt x="424" y="302"/>
                      </a:lnTo>
                      <a:lnTo>
                        <a:pt x="428" y="302"/>
                      </a:lnTo>
                      <a:lnTo>
                        <a:pt x="424" y="302"/>
                      </a:lnTo>
                      <a:lnTo>
                        <a:pt x="428" y="298"/>
                      </a:lnTo>
                      <a:lnTo>
                        <a:pt x="432" y="298"/>
                      </a:lnTo>
                      <a:lnTo>
                        <a:pt x="428" y="302"/>
                      </a:lnTo>
                      <a:lnTo>
                        <a:pt x="432" y="302"/>
                      </a:lnTo>
                      <a:lnTo>
                        <a:pt x="432" y="298"/>
                      </a:lnTo>
                      <a:lnTo>
                        <a:pt x="436" y="302"/>
                      </a:lnTo>
                      <a:lnTo>
                        <a:pt x="440" y="302"/>
                      </a:lnTo>
                      <a:lnTo>
                        <a:pt x="436" y="302"/>
                      </a:lnTo>
                      <a:lnTo>
                        <a:pt x="436" y="298"/>
                      </a:lnTo>
                      <a:lnTo>
                        <a:pt x="440" y="298"/>
                      </a:lnTo>
                      <a:lnTo>
                        <a:pt x="440" y="302"/>
                      </a:lnTo>
                      <a:lnTo>
                        <a:pt x="440" y="298"/>
                      </a:lnTo>
                      <a:lnTo>
                        <a:pt x="436" y="298"/>
                      </a:lnTo>
                      <a:lnTo>
                        <a:pt x="432" y="294"/>
                      </a:lnTo>
                      <a:lnTo>
                        <a:pt x="436" y="294"/>
                      </a:lnTo>
                      <a:lnTo>
                        <a:pt x="440" y="294"/>
                      </a:lnTo>
                      <a:lnTo>
                        <a:pt x="436" y="294"/>
                      </a:lnTo>
                      <a:lnTo>
                        <a:pt x="436" y="292"/>
                      </a:lnTo>
                      <a:lnTo>
                        <a:pt x="432" y="292"/>
                      </a:lnTo>
                      <a:lnTo>
                        <a:pt x="428" y="292"/>
                      </a:lnTo>
                      <a:lnTo>
                        <a:pt x="428" y="288"/>
                      </a:lnTo>
                      <a:lnTo>
                        <a:pt x="432" y="288"/>
                      </a:lnTo>
                      <a:lnTo>
                        <a:pt x="436" y="288"/>
                      </a:lnTo>
                      <a:lnTo>
                        <a:pt x="440" y="288"/>
                      </a:lnTo>
                      <a:lnTo>
                        <a:pt x="444" y="292"/>
                      </a:lnTo>
                      <a:lnTo>
                        <a:pt x="448" y="294"/>
                      </a:lnTo>
                      <a:lnTo>
                        <a:pt x="450" y="294"/>
                      </a:lnTo>
                      <a:lnTo>
                        <a:pt x="450" y="298"/>
                      </a:lnTo>
                      <a:lnTo>
                        <a:pt x="454" y="298"/>
                      </a:lnTo>
                      <a:lnTo>
                        <a:pt x="458" y="298"/>
                      </a:lnTo>
                      <a:lnTo>
                        <a:pt x="458" y="302"/>
                      </a:lnTo>
                      <a:lnTo>
                        <a:pt x="458" y="306"/>
                      </a:lnTo>
                      <a:lnTo>
                        <a:pt x="458" y="310"/>
                      </a:lnTo>
                      <a:lnTo>
                        <a:pt x="462" y="310"/>
                      </a:lnTo>
                      <a:lnTo>
                        <a:pt x="462" y="314"/>
                      </a:lnTo>
                      <a:lnTo>
                        <a:pt x="462" y="318"/>
                      </a:lnTo>
                      <a:lnTo>
                        <a:pt x="462" y="322"/>
                      </a:lnTo>
                      <a:lnTo>
                        <a:pt x="466" y="322"/>
                      </a:lnTo>
                      <a:lnTo>
                        <a:pt x="466" y="324"/>
                      </a:lnTo>
                      <a:lnTo>
                        <a:pt x="470" y="324"/>
                      </a:lnTo>
                      <a:lnTo>
                        <a:pt x="470" y="322"/>
                      </a:lnTo>
                      <a:lnTo>
                        <a:pt x="474" y="322"/>
                      </a:lnTo>
                      <a:lnTo>
                        <a:pt x="474" y="318"/>
                      </a:lnTo>
                      <a:lnTo>
                        <a:pt x="478" y="318"/>
                      </a:lnTo>
                      <a:lnTo>
                        <a:pt x="474" y="314"/>
                      </a:lnTo>
                      <a:lnTo>
                        <a:pt x="470" y="314"/>
                      </a:lnTo>
                      <a:lnTo>
                        <a:pt x="474" y="314"/>
                      </a:lnTo>
                      <a:lnTo>
                        <a:pt x="474" y="310"/>
                      </a:lnTo>
                      <a:lnTo>
                        <a:pt x="470" y="310"/>
                      </a:lnTo>
                      <a:lnTo>
                        <a:pt x="470" y="306"/>
                      </a:lnTo>
                      <a:lnTo>
                        <a:pt x="470" y="302"/>
                      </a:lnTo>
                      <a:lnTo>
                        <a:pt x="470" y="298"/>
                      </a:lnTo>
                      <a:lnTo>
                        <a:pt x="466" y="298"/>
                      </a:lnTo>
                      <a:lnTo>
                        <a:pt x="466" y="294"/>
                      </a:lnTo>
                      <a:lnTo>
                        <a:pt x="466" y="292"/>
                      </a:lnTo>
                      <a:lnTo>
                        <a:pt x="466" y="288"/>
                      </a:lnTo>
                      <a:lnTo>
                        <a:pt x="462" y="284"/>
                      </a:lnTo>
                      <a:lnTo>
                        <a:pt x="466" y="284"/>
                      </a:lnTo>
                      <a:lnTo>
                        <a:pt x="470" y="284"/>
                      </a:lnTo>
                      <a:lnTo>
                        <a:pt x="466" y="284"/>
                      </a:lnTo>
                      <a:lnTo>
                        <a:pt x="466" y="280"/>
                      </a:lnTo>
                      <a:lnTo>
                        <a:pt x="470" y="280"/>
                      </a:lnTo>
                      <a:lnTo>
                        <a:pt x="474" y="280"/>
                      </a:lnTo>
                      <a:lnTo>
                        <a:pt x="478" y="280"/>
                      </a:lnTo>
                      <a:lnTo>
                        <a:pt x="478" y="284"/>
                      </a:lnTo>
                      <a:lnTo>
                        <a:pt x="480" y="284"/>
                      </a:lnTo>
                      <a:lnTo>
                        <a:pt x="480" y="280"/>
                      </a:lnTo>
                      <a:lnTo>
                        <a:pt x="484" y="280"/>
                      </a:lnTo>
                      <a:lnTo>
                        <a:pt x="484" y="284"/>
                      </a:lnTo>
                      <a:lnTo>
                        <a:pt x="488" y="284"/>
                      </a:lnTo>
                      <a:lnTo>
                        <a:pt x="492" y="284"/>
                      </a:lnTo>
                      <a:lnTo>
                        <a:pt x="496" y="288"/>
                      </a:lnTo>
                      <a:lnTo>
                        <a:pt x="500" y="288"/>
                      </a:lnTo>
                      <a:lnTo>
                        <a:pt x="500" y="292"/>
                      </a:lnTo>
                      <a:lnTo>
                        <a:pt x="504" y="292"/>
                      </a:lnTo>
                      <a:lnTo>
                        <a:pt x="504" y="294"/>
                      </a:lnTo>
                      <a:lnTo>
                        <a:pt x="504" y="298"/>
                      </a:lnTo>
                      <a:lnTo>
                        <a:pt x="508" y="298"/>
                      </a:lnTo>
                      <a:lnTo>
                        <a:pt x="508" y="302"/>
                      </a:lnTo>
                      <a:lnTo>
                        <a:pt x="504" y="302"/>
                      </a:lnTo>
                      <a:lnTo>
                        <a:pt x="508" y="302"/>
                      </a:lnTo>
                      <a:lnTo>
                        <a:pt x="508" y="306"/>
                      </a:lnTo>
                      <a:lnTo>
                        <a:pt x="508" y="310"/>
                      </a:lnTo>
                      <a:lnTo>
                        <a:pt x="510" y="310"/>
                      </a:lnTo>
                      <a:lnTo>
                        <a:pt x="508" y="310"/>
                      </a:lnTo>
                      <a:lnTo>
                        <a:pt x="508" y="314"/>
                      </a:lnTo>
                      <a:lnTo>
                        <a:pt x="510" y="314"/>
                      </a:lnTo>
                      <a:lnTo>
                        <a:pt x="510" y="318"/>
                      </a:lnTo>
                      <a:lnTo>
                        <a:pt x="514" y="318"/>
                      </a:lnTo>
                      <a:lnTo>
                        <a:pt x="514" y="322"/>
                      </a:lnTo>
                      <a:lnTo>
                        <a:pt x="518" y="324"/>
                      </a:lnTo>
                      <a:lnTo>
                        <a:pt x="518" y="328"/>
                      </a:lnTo>
                      <a:lnTo>
                        <a:pt x="518" y="332"/>
                      </a:lnTo>
                      <a:lnTo>
                        <a:pt x="514" y="332"/>
                      </a:lnTo>
                      <a:lnTo>
                        <a:pt x="518" y="332"/>
                      </a:lnTo>
                      <a:lnTo>
                        <a:pt x="518" y="336"/>
                      </a:lnTo>
                      <a:lnTo>
                        <a:pt x="514" y="336"/>
                      </a:lnTo>
                      <a:lnTo>
                        <a:pt x="514" y="340"/>
                      </a:lnTo>
                      <a:lnTo>
                        <a:pt x="518" y="340"/>
                      </a:lnTo>
                      <a:lnTo>
                        <a:pt x="522" y="344"/>
                      </a:lnTo>
                      <a:lnTo>
                        <a:pt x="522" y="348"/>
                      </a:lnTo>
                      <a:lnTo>
                        <a:pt x="526" y="348"/>
                      </a:lnTo>
                      <a:lnTo>
                        <a:pt x="530" y="350"/>
                      </a:lnTo>
                      <a:lnTo>
                        <a:pt x="534" y="350"/>
                      </a:lnTo>
                      <a:lnTo>
                        <a:pt x="536" y="350"/>
                      </a:lnTo>
                      <a:lnTo>
                        <a:pt x="536" y="354"/>
                      </a:lnTo>
                      <a:lnTo>
                        <a:pt x="536" y="350"/>
                      </a:lnTo>
                      <a:lnTo>
                        <a:pt x="536" y="348"/>
                      </a:lnTo>
                      <a:lnTo>
                        <a:pt x="540" y="350"/>
                      </a:lnTo>
                      <a:lnTo>
                        <a:pt x="540" y="354"/>
                      </a:lnTo>
                      <a:lnTo>
                        <a:pt x="544" y="354"/>
                      </a:lnTo>
                      <a:lnTo>
                        <a:pt x="548" y="354"/>
                      </a:lnTo>
                      <a:lnTo>
                        <a:pt x="548" y="358"/>
                      </a:lnTo>
                      <a:lnTo>
                        <a:pt x="552" y="358"/>
                      </a:lnTo>
                      <a:lnTo>
                        <a:pt x="556" y="358"/>
                      </a:lnTo>
                      <a:lnTo>
                        <a:pt x="556" y="362"/>
                      </a:lnTo>
                      <a:lnTo>
                        <a:pt x="560" y="362"/>
                      </a:lnTo>
                      <a:lnTo>
                        <a:pt x="564" y="362"/>
                      </a:lnTo>
                      <a:lnTo>
                        <a:pt x="566" y="362"/>
                      </a:lnTo>
                      <a:lnTo>
                        <a:pt x="566" y="366"/>
                      </a:lnTo>
                      <a:lnTo>
                        <a:pt x="566" y="370"/>
                      </a:lnTo>
                      <a:lnTo>
                        <a:pt x="566" y="374"/>
                      </a:lnTo>
                      <a:lnTo>
                        <a:pt x="564" y="374"/>
                      </a:lnTo>
                      <a:lnTo>
                        <a:pt x="560" y="374"/>
                      </a:lnTo>
                      <a:lnTo>
                        <a:pt x="560" y="370"/>
                      </a:lnTo>
                      <a:lnTo>
                        <a:pt x="560" y="374"/>
                      </a:lnTo>
                      <a:lnTo>
                        <a:pt x="556" y="374"/>
                      </a:lnTo>
                      <a:lnTo>
                        <a:pt x="552" y="374"/>
                      </a:lnTo>
                      <a:lnTo>
                        <a:pt x="552" y="370"/>
                      </a:lnTo>
                      <a:lnTo>
                        <a:pt x="548" y="370"/>
                      </a:lnTo>
                      <a:lnTo>
                        <a:pt x="544" y="374"/>
                      </a:lnTo>
                      <a:lnTo>
                        <a:pt x="540" y="374"/>
                      </a:lnTo>
                      <a:lnTo>
                        <a:pt x="544" y="374"/>
                      </a:lnTo>
                      <a:lnTo>
                        <a:pt x="544" y="378"/>
                      </a:lnTo>
                      <a:lnTo>
                        <a:pt x="540" y="378"/>
                      </a:lnTo>
                      <a:lnTo>
                        <a:pt x="536" y="378"/>
                      </a:lnTo>
                      <a:lnTo>
                        <a:pt x="534" y="374"/>
                      </a:lnTo>
                      <a:lnTo>
                        <a:pt x="530" y="374"/>
                      </a:lnTo>
                      <a:lnTo>
                        <a:pt x="530" y="378"/>
                      </a:lnTo>
                      <a:lnTo>
                        <a:pt x="534" y="378"/>
                      </a:lnTo>
                      <a:lnTo>
                        <a:pt x="536" y="378"/>
                      </a:lnTo>
                      <a:lnTo>
                        <a:pt x="536" y="380"/>
                      </a:lnTo>
                      <a:lnTo>
                        <a:pt x="536" y="384"/>
                      </a:lnTo>
                      <a:lnTo>
                        <a:pt x="534" y="384"/>
                      </a:lnTo>
                      <a:lnTo>
                        <a:pt x="534" y="388"/>
                      </a:lnTo>
                      <a:lnTo>
                        <a:pt x="536" y="388"/>
                      </a:lnTo>
                      <a:lnTo>
                        <a:pt x="536" y="384"/>
                      </a:lnTo>
                      <a:lnTo>
                        <a:pt x="540" y="380"/>
                      </a:lnTo>
                      <a:lnTo>
                        <a:pt x="544" y="380"/>
                      </a:lnTo>
                      <a:lnTo>
                        <a:pt x="544" y="378"/>
                      </a:lnTo>
                      <a:lnTo>
                        <a:pt x="548" y="378"/>
                      </a:lnTo>
                      <a:lnTo>
                        <a:pt x="552" y="378"/>
                      </a:lnTo>
                      <a:lnTo>
                        <a:pt x="552" y="380"/>
                      </a:lnTo>
                      <a:lnTo>
                        <a:pt x="552" y="384"/>
                      </a:lnTo>
                      <a:lnTo>
                        <a:pt x="548" y="384"/>
                      </a:lnTo>
                      <a:lnTo>
                        <a:pt x="548" y="388"/>
                      </a:lnTo>
                      <a:lnTo>
                        <a:pt x="552" y="388"/>
                      </a:lnTo>
                      <a:lnTo>
                        <a:pt x="552" y="384"/>
                      </a:lnTo>
                      <a:lnTo>
                        <a:pt x="556" y="384"/>
                      </a:lnTo>
                      <a:lnTo>
                        <a:pt x="556" y="388"/>
                      </a:lnTo>
                      <a:lnTo>
                        <a:pt x="556" y="392"/>
                      </a:lnTo>
                      <a:lnTo>
                        <a:pt x="552" y="392"/>
                      </a:lnTo>
                      <a:lnTo>
                        <a:pt x="548" y="392"/>
                      </a:lnTo>
                      <a:lnTo>
                        <a:pt x="544" y="392"/>
                      </a:lnTo>
                      <a:lnTo>
                        <a:pt x="544" y="396"/>
                      </a:lnTo>
                      <a:lnTo>
                        <a:pt x="540" y="396"/>
                      </a:lnTo>
                      <a:lnTo>
                        <a:pt x="536" y="396"/>
                      </a:lnTo>
                      <a:lnTo>
                        <a:pt x="534" y="396"/>
                      </a:lnTo>
                      <a:lnTo>
                        <a:pt x="530" y="396"/>
                      </a:lnTo>
                      <a:lnTo>
                        <a:pt x="526" y="396"/>
                      </a:lnTo>
                      <a:lnTo>
                        <a:pt x="522" y="396"/>
                      </a:lnTo>
                      <a:lnTo>
                        <a:pt x="518" y="392"/>
                      </a:lnTo>
                      <a:lnTo>
                        <a:pt x="514" y="396"/>
                      </a:lnTo>
                      <a:lnTo>
                        <a:pt x="510" y="396"/>
                      </a:lnTo>
                      <a:lnTo>
                        <a:pt x="508" y="392"/>
                      </a:lnTo>
                      <a:lnTo>
                        <a:pt x="510" y="388"/>
                      </a:lnTo>
                      <a:lnTo>
                        <a:pt x="508" y="388"/>
                      </a:lnTo>
                      <a:lnTo>
                        <a:pt x="504" y="388"/>
                      </a:lnTo>
                      <a:lnTo>
                        <a:pt x="500" y="388"/>
                      </a:lnTo>
                      <a:lnTo>
                        <a:pt x="496" y="388"/>
                      </a:lnTo>
                      <a:lnTo>
                        <a:pt x="492" y="388"/>
                      </a:lnTo>
                      <a:lnTo>
                        <a:pt x="488" y="384"/>
                      </a:lnTo>
                      <a:lnTo>
                        <a:pt x="492" y="384"/>
                      </a:lnTo>
                      <a:lnTo>
                        <a:pt x="492" y="380"/>
                      </a:lnTo>
                      <a:lnTo>
                        <a:pt x="488" y="380"/>
                      </a:lnTo>
                      <a:lnTo>
                        <a:pt x="488" y="378"/>
                      </a:lnTo>
                      <a:lnTo>
                        <a:pt x="484" y="378"/>
                      </a:lnTo>
                      <a:lnTo>
                        <a:pt x="484" y="380"/>
                      </a:lnTo>
                      <a:lnTo>
                        <a:pt x="480" y="380"/>
                      </a:lnTo>
                      <a:lnTo>
                        <a:pt x="480" y="384"/>
                      </a:lnTo>
                      <a:lnTo>
                        <a:pt x="480" y="388"/>
                      </a:lnTo>
                      <a:lnTo>
                        <a:pt x="478" y="388"/>
                      </a:lnTo>
                      <a:lnTo>
                        <a:pt x="478" y="392"/>
                      </a:lnTo>
                      <a:lnTo>
                        <a:pt x="474" y="392"/>
                      </a:lnTo>
                      <a:lnTo>
                        <a:pt x="470" y="392"/>
                      </a:lnTo>
                      <a:lnTo>
                        <a:pt x="466" y="392"/>
                      </a:lnTo>
                      <a:lnTo>
                        <a:pt x="462" y="392"/>
                      </a:lnTo>
                      <a:lnTo>
                        <a:pt x="458" y="392"/>
                      </a:lnTo>
                      <a:lnTo>
                        <a:pt x="458" y="396"/>
                      </a:lnTo>
                      <a:lnTo>
                        <a:pt x="454" y="396"/>
                      </a:lnTo>
                      <a:lnTo>
                        <a:pt x="450" y="400"/>
                      </a:lnTo>
                      <a:lnTo>
                        <a:pt x="448" y="400"/>
                      </a:lnTo>
                      <a:lnTo>
                        <a:pt x="444" y="400"/>
                      </a:lnTo>
                      <a:lnTo>
                        <a:pt x="440" y="400"/>
                      </a:lnTo>
                      <a:lnTo>
                        <a:pt x="436" y="400"/>
                      </a:lnTo>
                      <a:lnTo>
                        <a:pt x="432" y="400"/>
                      </a:lnTo>
                      <a:lnTo>
                        <a:pt x="432" y="404"/>
                      </a:lnTo>
                      <a:lnTo>
                        <a:pt x="432" y="400"/>
                      </a:lnTo>
                      <a:lnTo>
                        <a:pt x="428" y="400"/>
                      </a:lnTo>
                      <a:lnTo>
                        <a:pt x="428" y="404"/>
                      </a:lnTo>
                      <a:lnTo>
                        <a:pt x="424" y="404"/>
                      </a:lnTo>
                      <a:lnTo>
                        <a:pt x="424" y="400"/>
                      </a:lnTo>
                      <a:lnTo>
                        <a:pt x="424" y="404"/>
                      </a:lnTo>
                      <a:lnTo>
                        <a:pt x="422" y="404"/>
                      </a:lnTo>
                      <a:lnTo>
                        <a:pt x="418" y="404"/>
                      </a:lnTo>
                      <a:lnTo>
                        <a:pt x="422" y="404"/>
                      </a:lnTo>
                      <a:lnTo>
                        <a:pt x="418" y="404"/>
                      </a:lnTo>
                      <a:lnTo>
                        <a:pt x="414" y="404"/>
                      </a:lnTo>
                      <a:lnTo>
                        <a:pt x="410" y="404"/>
                      </a:lnTo>
                      <a:lnTo>
                        <a:pt x="408" y="404"/>
                      </a:lnTo>
                      <a:lnTo>
                        <a:pt x="404" y="404"/>
                      </a:lnTo>
                      <a:lnTo>
                        <a:pt x="400" y="404"/>
                      </a:lnTo>
                      <a:lnTo>
                        <a:pt x="396" y="404"/>
                      </a:lnTo>
                      <a:lnTo>
                        <a:pt x="392" y="404"/>
                      </a:lnTo>
                      <a:lnTo>
                        <a:pt x="396" y="404"/>
                      </a:lnTo>
                      <a:lnTo>
                        <a:pt x="392" y="404"/>
                      </a:lnTo>
                      <a:lnTo>
                        <a:pt x="392" y="400"/>
                      </a:lnTo>
                      <a:lnTo>
                        <a:pt x="388" y="400"/>
                      </a:lnTo>
                      <a:lnTo>
                        <a:pt x="388" y="396"/>
                      </a:lnTo>
                      <a:lnTo>
                        <a:pt x="388" y="392"/>
                      </a:lnTo>
                      <a:lnTo>
                        <a:pt x="388" y="388"/>
                      </a:lnTo>
                      <a:lnTo>
                        <a:pt x="388" y="384"/>
                      </a:lnTo>
                      <a:lnTo>
                        <a:pt x="388" y="388"/>
                      </a:lnTo>
                      <a:lnTo>
                        <a:pt x="388" y="384"/>
                      </a:lnTo>
                      <a:lnTo>
                        <a:pt x="384" y="384"/>
                      </a:lnTo>
                      <a:lnTo>
                        <a:pt x="378" y="384"/>
                      </a:lnTo>
                      <a:lnTo>
                        <a:pt x="374" y="384"/>
                      </a:lnTo>
                      <a:lnTo>
                        <a:pt x="370" y="384"/>
                      </a:lnTo>
                      <a:lnTo>
                        <a:pt x="366" y="384"/>
                      </a:lnTo>
                      <a:lnTo>
                        <a:pt x="362" y="384"/>
                      </a:lnTo>
                      <a:lnTo>
                        <a:pt x="358" y="384"/>
                      </a:lnTo>
                      <a:lnTo>
                        <a:pt x="354" y="384"/>
                      </a:lnTo>
                      <a:lnTo>
                        <a:pt x="352" y="380"/>
                      </a:lnTo>
                      <a:lnTo>
                        <a:pt x="348" y="380"/>
                      </a:lnTo>
                      <a:lnTo>
                        <a:pt x="344" y="380"/>
                      </a:lnTo>
                      <a:lnTo>
                        <a:pt x="348" y="378"/>
                      </a:lnTo>
                      <a:lnTo>
                        <a:pt x="344" y="378"/>
                      </a:lnTo>
                      <a:lnTo>
                        <a:pt x="340" y="378"/>
                      </a:lnTo>
                      <a:lnTo>
                        <a:pt x="344" y="378"/>
                      </a:lnTo>
                      <a:lnTo>
                        <a:pt x="344" y="374"/>
                      </a:lnTo>
                      <a:lnTo>
                        <a:pt x="340" y="374"/>
                      </a:lnTo>
                      <a:lnTo>
                        <a:pt x="336" y="374"/>
                      </a:lnTo>
                      <a:lnTo>
                        <a:pt x="336" y="370"/>
                      </a:lnTo>
                      <a:lnTo>
                        <a:pt x="336" y="366"/>
                      </a:lnTo>
                      <a:lnTo>
                        <a:pt x="332" y="366"/>
                      </a:lnTo>
                      <a:lnTo>
                        <a:pt x="336" y="366"/>
                      </a:lnTo>
                      <a:lnTo>
                        <a:pt x="336" y="362"/>
                      </a:lnTo>
                      <a:lnTo>
                        <a:pt x="340" y="362"/>
                      </a:lnTo>
                      <a:lnTo>
                        <a:pt x="348" y="362"/>
                      </a:lnTo>
                      <a:lnTo>
                        <a:pt x="352" y="362"/>
                      </a:lnTo>
                      <a:lnTo>
                        <a:pt x="354" y="358"/>
                      </a:lnTo>
                      <a:lnTo>
                        <a:pt x="358" y="358"/>
                      </a:lnTo>
                      <a:lnTo>
                        <a:pt x="362" y="358"/>
                      </a:lnTo>
                      <a:lnTo>
                        <a:pt x="366" y="358"/>
                      </a:lnTo>
                      <a:lnTo>
                        <a:pt x="370" y="358"/>
                      </a:lnTo>
                      <a:lnTo>
                        <a:pt x="374" y="358"/>
                      </a:lnTo>
                      <a:lnTo>
                        <a:pt x="378" y="358"/>
                      </a:lnTo>
                      <a:lnTo>
                        <a:pt x="380" y="358"/>
                      </a:lnTo>
                      <a:lnTo>
                        <a:pt x="384" y="358"/>
                      </a:lnTo>
                      <a:lnTo>
                        <a:pt x="388" y="358"/>
                      </a:lnTo>
                      <a:lnTo>
                        <a:pt x="392" y="358"/>
                      </a:lnTo>
                      <a:lnTo>
                        <a:pt x="396" y="358"/>
                      </a:lnTo>
                      <a:lnTo>
                        <a:pt x="400" y="362"/>
                      </a:lnTo>
                      <a:lnTo>
                        <a:pt x="404" y="362"/>
                      </a:lnTo>
                      <a:lnTo>
                        <a:pt x="404" y="358"/>
                      </a:lnTo>
                      <a:lnTo>
                        <a:pt x="408" y="358"/>
                      </a:lnTo>
                      <a:lnTo>
                        <a:pt x="410" y="358"/>
                      </a:lnTo>
                      <a:lnTo>
                        <a:pt x="414" y="358"/>
                      </a:lnTo>
                      <a:lnTo>
                        <a:pt x="418" y="358"/>
                      </a:lnTo>
                      <a:lnTo>
                        <a:pt x="414" y="354"/>
                      </a:lnTo>
                      <a:lnTo>
                        <a:pt x="414" y="358"/>
                      </a:lnTo>
                      <a:lnTo>
                        <a:pt x="410" y="354"/>
                      </a:lnTo>
                      <a:lnTo>
                        <a:pt x="408" y="354"/>
                      </a:lnTo>
                      <a:lnTo>
                        <a:pt x="404" y="350"/>
                      </a:lnTo>
                      <a:lnTo>
                        <a:pt x="400" y="350"/>
                      </a:lnTo>
                      <a:lnTo>
                        <a:pt x="396" y="350"/>
                      </a:lnTo>
                      <a:lnTo>
                        <a:pt x="392" y="350"/>
                      </a:lnTo>
                      <a:lnTo>
                        <a:pt x="388" y="348"/>
                      </a:lnTo>
                      <a:lnTo>
                        <a:pt x="388" y="350"/>
                      </a:lnTo>
                      <a:lnTo>
                        <a:pt x="388" y="348"/>
                      </a:lnTo>
                      <a:lnTo>
                        <a:pt x="384" y="348"/>
                      </a:lnTo>
                      <a:lnTo>
                        <a:pt x="380" y="348"/>
                      </a:lnTo>
                      <a:lnTo>
                        <a:pt x="378" y="348"/>
                      </a:lnTo>
                      <a:lnTo>
                        <a:pt x="378" y="350"/>
                      </a:lnTo>
                      <a:lnTo>
                        <a:pt x="374" y="350"/>
                      </a:lnTo>
                      <a:lnTo>
                        <a:pt x="370" y="350"/>
                      </a:lnTo>
                      <a:lnTo>
                        <a:pt x="366" y="350"/>
                      </a:lnTo>
                      <a:lnTo>
                        <a:pt x="362" y="350"/>
                      </a:lnTo>
                      <a:lnTo>
                        <a:pt x="354" y="350"/>
                      </a:lnTo>
                      <a:lnTo>
                        <a:pt x="354" y="350"/>
                      </a:lnTo>
                      <a:lnTo>
                        <a:pt x="354" y="350"/>
                      </a:lnTo>
                      <a:close/>
                      <a:moveTo>
                        <a:pt x="626" y="284"/>
                      </a:moveTo>
                      <a:lnTo>
                        <a:pt x="630" y="288"/>
                      </a:lnTo>
                      <a:lnTo>
                        <a:pt x="626" y="288"/>
                      </a:lnTo>
                      <a:lnTo>
                        <a:pt x="626" y="292"/>
                      </a:lnTo>
                      <a:lnTo>
                        <a:pt x="622" y="292"/>
                      </a:lnTo>
                      <a:lnTo>
                        <a:pt x="622" y="288"/>
                      </a:lnTo>
                      <a:lnTo>
                        <a:pt x="620" y="288"/>
                      </a:lnTo>
                      <a:lnTo>
                        <a:pt x="620" y="284"/>
                      </a:lnTo>
                      <a:lnTo>
                        <a:pt x="622" y="284"/>
                      </a:lnTo>
                      <a:lnTo>
                        <a:pt x="626" y="284"/>
                      </a:lnTo>
                      <a:lnTo>
                        <a:pt x="626" y="284"/>
                      </a:lnTo>
                      <a:lnTo>
                        <a:pt x="626" y="284"/>
                      </a:lnTo>
                      <a:close/>
                      <a:moveTo>
                        <a:pt x="626" y="292"/>
                      </a:moveTo>
                      <a:lnTo>
                        <a:pt x="626" y="294"/>
                      </a:lnTo>
                      <a:lnTo>
                        <a:pt x="622" y="294"/>
                      </a:lnTo>
                      <a:lnTo>
                        <a:pt x="622" y="292"/>
                      </a:lnTo>
                      <a:lnTo>
                        <a:pt x="626" y="292"/>
                      </a:lnTo>
                      <a:lnTo>
                        <a:pt x="626" y="292"/>
                      </a:lnTo>
                      <a:lnTo>
                        <a:pt x="626" y="292"/>
                      </a:lnTo>
                      <a:close/>
                      <a:moveTo>
                        <a:pt x="936" y="310"/>
                      </a:moveTo>
                      <a:lnTo>
                        <a:pt x="940" y="310"/>
                      </a:lnTo>
                      <a:lnTo>
                        <a:pt x="936" y="310"/>
                      </a:lnTo>
                      <a:lnTo>
                        <a:pt x="936" y="310"/>
                      </a:lnTo>
                      <a:lnTo>
                        <a:pt x="936" y="310"/>
                      </a:lnTo>
                      <a:close/>
                      <a:moveTo>
                        <a:pt x="958" y="322"/>
                      </a:moveTo>
                      <a:lnTo>
                        <a:pt x="958" y="324"/>
                      </a:lnTo>
                      <a:lnTo>
                        <a:pt x="954" y="324"/>
                      </a:lnTo>
                      <a:lnTo>
                        <a:pt x="958" y="324"/>
                      </a:lnTo>
                      <a:lnTo>
                        <a:pt x="958" y="322"/>
                      </a:lnTo>
                      <a:lnTo>
                        <a:pt x="958" y="322"/>
                      </a:lnTo>
                      <a:lnTo>
                        <a:pt x="958" y="322"/>
                      </a:lnTo>
                      <a:close/>
                      <a:moveTo>
                        <a:pt x="962" y="324"/>
                      </a:moveTo>
                      <a:lnTo>
                        <a:pt x="966" y="324"/>
                      </a:lnTo>
                      <a:lnTo>
                        <a:pt x="966" y="322"/>
                      </a:lnTo>
                      <a:lnTo>
                        <a:pt x="966" y="324"/>
                      </a:lnTo>
                      <a:lnTo>
                        <a:pt x="962" y="324"/>
                      </a:lnTo>
                      <a:lnTo>
                        <a:pt x="962" y="324"/>
                      </a:lnTo>
                      <a:lnTo>
                        <a:pt x="962" y="324"/>
                      </a:lnTo>
                      <a:close/>
                      <a:moveTo>
                        <a:pt x="962" y="332"/>
                      </a:moveTo>
                      <a:lnTo>
                        <a:pt x="958" y="332"/>
                      </a:lnTo>
                      <a:lnTo>
                        <a:pt x="958" y="328"/>
                      </a:lnTo>
                      <a:lnTo>
                        <a:pt x="958" y="324"/>
                      </a:lnTo>
                      <a:lnTo>
                        <a:pt x="962" y="324"/>
                      </a:lnTo>
                      <a:lnTo>
                        <a:pt x="962" y="328"/>
                      </a:lnTo>
                      <a:lnTo>
                        <a:pt x="958" y="328"/>
                      </a:lnTo>
                      <a:lnTo>
                        <a:pt x="962" y="328"/>
                      </a:lnTo>
                      <a:lnTo>
                        <a:pt x="962" y="324"/>
                      </a:lnTo>
                      <a:lnTo>
                        <a:pt x="962" y="328"/>
                      </a:lnTo>
                      <a:lnTo>
                        <a:pt x="966" y="328"/>
                      </a:lnTo>
                      <a:lnTo>
                        <a:pt x="962" y="328"/>
                      </a:lnTo>
                      <a:lnTo>
                        <a:pt x="962" y="332"/>
                      </a:lnTo>
                      <a:lnTo>
                        <a:pt x="962" y="332"/>
                      </a:lnTo>
                      <a:lnTo>
                        <a:pt x="962" y="332"/>
                      </a:lnTo>
                      <a:close/>
                      <a:moveTo>
                        <a:pt x="988" y="336"/>
                      </a:moveTo>
                      <a:lnTo>
                        <a:pt x="988" y="340"/>
                      </a:lnTo>
                      <a:lnTo>
                        <a:pt x="988" y="336"/>
                      </a:lnTo>
                      <a:lnTo>
                        <a:pt x="988" y="336"/>
                      </a:lnTo>
                      <a:lnTo>
                        <a:pt x="988" y="336"/>
                      </a:lnTo>
                      <a:close/>
                      <a:moveTo>
                        <a:pt x="980" y="340"/>
                      </a:moveTo>
                      <a:lnTo>
                        <a:pt x="984" y="340"/>
                      </a:lnTo>
                      <a:lnTo>
                        <a:pt x="984" y="344"/>
                      </a:lnTo>
                      <a:lnTo>
                        <a:pt x="980" y="344"/>
                      </a:lnTo>
                      <a:lnTo>
                        <a:pt x="976" y="344"/>
                      </a:lnTo>
                      <a:lnTo>
                        <a:pt x="974" y="344"/>
                      </a:lnTo>
                      <a:lnTo>
                        <a:pt x="976" y="344"/>
                      </a:lnTo>
                      <a:lnTo>
                        <a:pt x="976" y="340"/>
                      </a:lnTo>
                      <a:lnTo>
                        <a:pt x="980" y="340"/>
                      </a:lnTo>
                      <a:lnTo>
                        <a:pt x="980" y="340"/>
                      </a:lnTo>
                      <a:lnTo>
                        <a:pt x="980" y="340"/>
                      </a:lnTo>
                      <a:close/>
                      <a:moveTo>
                        <a:pt x="574" y="348"/>
                      </a:moveTo>
                      <a:lnTo>
                        <a:pt x="574" y="350"/>
                      </a:lnTo>
                      <a:lnTo>
                        <a:pt x="578" y="350"/>
                      </a:lnTo>
                      <a:lnTo>
                        <a:pt x="578" y="354"/>
                      </a:lnTo>
                      <a:lnTo>
                        <a:pt x="574" y="354"/>
                      </a:lnTo>
                      <a:lnTo>
                        <a:pt x="574" y="350"/>
                      </a:lnTo>
                      <a:lnTo>
                        <a:pt x="570" y="350"/>
                      </a:lnTo>
                      <a:lnTo>
                        <a:pt x="570" y="348"/>
                      </a:lnTo>
                      <a:lnTo>
                        <a:pt x="574" y="348"/>
                      </a:lnTo>
                      <a:lnTo>
                        <a:pt x="574" y="348"/>
                      </a:lnTo>
                      <a:lnTo>
                        <a:pt x="574" y="348"/>
                      </a:lnTo>
                      <a:close/>
                      <a:moveTo>
                        <a:pt x="182" y="350"/>
                      </a:moveTo>
                      <a:lnTo>
                        <a:pt x="180" y="350"/>
                      </a:lnTo>
                      <a:lnTo>
                        <a:pt x="180" y="348"/>
                      </a:lnTo>
                      <a:lnTo>
                        <a:pt x="182" y="350"/>
                      </a:lnTo>
                      <a:lnTo>
                        <a:pt x="182" y="350"/>
                      </a:lnTo>
                      <a:lnTo>
                        <a:pt x="182" y="350"/>
                      </a:lnTo>
                      <a:close/>
                      <a:moveTo>
                        <a:pt x="760" y="362"/>
                      </a:moveTo>
                      <a:lnTo>
                        <a:pt x="764" y="362"/>
                      </a:lnTo>
                      <a:lnTo>
                        <a:pt x="768" y="362"/>
                      </a:lnTo>
                      <a:lnTo>
                        <a:pt x="772" y="362"/>
                      </a:lnTo>
                      <a:lnTo>
                        <a:pt x="772" y="366"/>
                      </a:lnTo>
                      <a:lnTo>
                        <a:pt x="768" y="366"/>
                      </a:lnTo>
                      <a:lnTo>
                        <a:pt x="764" y="366"/>
                      </a:lnTo>
                      <a:lnTo>
                        <a:pt x="760" y="366"/>
                      </a:lnTo>
                      <a:lnTo>
                        <a:pt x="760" y="362"/>
                      </a:lnTo>
                      <a:lnTo>
                        <a:pt x="756" y="362"/>
                      </a:lnTo>
                      <a:lnTo>
                        <a:pt x="760" y="362"/>
                      </a:lnTo>
                      <a:lnTo>
                        <a:pt x="760" y="362"/>
                      </a:lnTo>
                      <a:lnTo>
                        <a:pt x="760" y="362"/>
                      </a:lnTo>
                      <a:close/>
                      <a:moveTo>
                        <a:pt x="638" y="396"/>
                      </a:moveTo>
                      <a:lnTo>
                        <a:pt x="642" y="392"/>
                      </a:lnTo>
                      <a:lnTo>
                        <a:pt x="642" y="396"/>
                      </a:lnTo>
                      <a:lnTo>
                        <a:pt x="646" y="396"/>
                      </a:lnTo>
                      <a:lnTo>
                        <a:pt x="646" y="392"/>
                      </a:lnTo>
                      <a:lnTo>
                        <a:pt x="650" y="396"/>
                      </a:lnTo>
                      <a:lnTo>
                        <a:pt x="646" y="396"/>
                      </a:lnTo>
                      <a:lnTo>
                        <a:pt x="646" y="400"/>
                      </a:lnTo>
                      <a:lnTo>
                        <a:pt x="642" y="400"/>
                      </a:lnTo>
                      <a:lnTo>
                        <a:pt x="642" y="396"/>
                      </a:lnTo>
                      <a:lnTo>
                        <a:pt x="638" y="400"/>
                      </a:lnTo>
                      <a:lnTo>
                        <a:pt x="634" y="404"/>
                      </a:lnTo>
                      <a:lnTo>
                        <a:pt x="630" y="404"/>
                      </a:lnTo>
                      <a:lnTo>
                        <a:pt x="626" y="404"/>
                      </a:lnTo>
                      <a:lnTo>
                        <a:pt x="622" y="404"/>
                      </a:lnTo>
                      <a:lnTo>
                        <a:pt x="620" y="404"/>
                      </a:lnTo>
                      <a:lnTo>
                        <a:pt x="616" y="404"/>
                      </a:lnTo>
                      <a:lnTo>
                        <a:pt x="612" y="400"/>
                      </a:lnTo>
                      <a:lnTo>
                        <a:pt x="608" y="400"/>
                      </a:lnTo>
                      <a:lnTo>
                        <a:pt x="604" y="400"/>
                      </a:lnTo>
                      <a:lnTo>
                        <a:pt x="604" y="396"/>
                      </a:lnTo>
                      <a:lnTo>
                        <a:pt x="600" y="396"/>
                      </a:lnTo>
                      <a:lnTo>
                        <a:pt x="596" y="396"/>
                      </a:lnTo>
                      <a:lnTo>
                        <a:pt x="596" y="392"/>
                      </a:lnTo>
                      <a:lnTo>
                        <a:pt x="592" y="392"/>
                      </a:lnTo>
                      <a:lnTo>
                        <a:pt x="592" y="396"/>
                      </a:lnTo>
                      <a:lnTo>
                        <a:pt x="590" y="396"/>
                      </a:lnTo>
                      <a:lnTo>
                        <a:pt x="590" y="392"/>
                      </a:lnTo>
                      <a:lnTo>
                        <a:pt x="586" y="392"/>
                      </a:lnTo>
                      <a:lnTo>
                        <a:pt x="586" y="388"/>
                      </a:lnTo>
                      <a:lnTo>
                        <a:pt x="590" y="388"/>
                      </a:lnTo>
                      <a:lnTo>
                        <a:pt x="592" y="388"/>
                      </a:lnTo>
                      <a:lnTo>
                        <a:pt x="596" y="388"/>
                      </a:lnTo>
                      <a:lnTo>
                        <a:pt x="596" y="384"/>
                      </a:lnTo>
                      <a:lnTo>
                        <a:pt x="600" y="384"/>
                      </a:lnTo>
                      <a:lnTo>
                        <a:pt x="604" y="384"/>
                      </a:lnTo>
                      <a:lnTo>
                        <a:pt x="600" y="380"/>
                      </a:lnTo>
                      <a:lnTo>
                        <a:pt x="604" y="380"/>
                      </a:lnTo>
                      <a:lnTo>
                        <a:pt x="600" y="378"/>
                      </a:lnTo>
                      <a:lnTo>
                        <a:pt x="604" y="378"/>
                      </a:lnTo>
                      <a:lnTo>
                        <a:pt x="608" y="380"/>
                      </a:lnTo>
                      <a:lnTo>
                        <a:pt x="604" y="378"/>
                      </a:lnTo>
                      <a:lnTo>
                        <a:pt x="604" y="374"/>
                      </a:lnTo>
                      <a:lnTo>
                        <a:pt x="604" y="370"/>
                      </a:lnTo>
                      <a:lnTo>
                        <a:pt x="608" y="370"/>
                      </a:lnTo>
                      <a:lnTo>
                        <a:pt x="612" y="370"/>
                      </a:lnTo>
                      <a:lnTo>
                        <a:pt x="616" y="370"/>
                      </a:lnTo>
                      <a:lnTo>
                        <a:pt x="616" y="374"/>
                      </a:lnTo>
                      <a:lnTo>
                        <a:pt x="620" y="374"/>
                      </a:lnTo>
                      <a:lnTo>
                        <a:pt x="616" y="374"/>
                      </a:lnTo>
                      <a:lnTo>
                        <a:pt x="616" y="378"/>
                      </a:lnTo>
                      <a:lnTo>
                        <a:pt x="620" y="374"/>
                      </a:lnTo>
                      <a:lnTo>
                        <a:pt x="620" y="378"/>
                      </a:lnTo>
                      <a:lnTo>
                        <a:pt x="622" y="378"/>
                      </a:lnTo>
                      <a:lnTo>
                        <a:pt x="626" y="380"/>
                      </a:lnTo>
                      <a:lnTo>
                        <a:pt x="630" y="380"/>
                      </a:lnTo>
                      <a:lnTo>
                        <a:pt x="634" y="380"/>
                      </a:lnTo>
                      <a:lnTo>
                        <a:pt x="634" y="384"/>
                      </a:lnTo>
                      <a:lnTo>
                        <a:pt x="634" y="388"/>
                      </a:lnTo>
                      <a:lnTo>
                        <a:pt x="634" y="392"/>
                      </a:lnTo>
                      <a:lnTo>
                        <a:pt x="634" y="388"/>
                      </a:lnTo>
                      <a:lnTo>
                        <a:pt x="634" y="384"/>
                      </a:lnTo>
                      <a:lnTo>
                        <a:pt x="638" y="384"/>
                      </a:lnTo>
                      <a:lnTo>
                        <a:pt x="638" y="388"/>
                      </a:lnTo>
                      <a:lnTo>
                        <a:pt x="638" y="392"/>
                      </a:lnTo>
                      <a:lnTo>
                        <a:pt x="638" y="396"/>
                      </a:lnTo>
                      <a:lnTo>
                        <a:pt x="638" y="396"/>
                      </a:lnTo>
                      <a:lnTo>
                        <a:pt x="638" y="396"/>
                      </a:lnTo>
                      <a:close/>
                      <a:moveTo>
                        <a:pt x="824" y="370"/>
                      </a:moveTo>
                      <a:lnTo>
                        <a:pt x="828" y="370"/>
                      </a:lnTo>
                      <a:lnTo>
                        <a:pt x="824" y="370"/>
                      </a:lnTo>
                      <a:lnTo>
                        <a:pt x="824" y="370"/>
                      </a:lnTo>
                      <a:lnTo>
                        <a:pt x="824" y="370"/>
                      </a:lnTo>
                      <a:close/>
                      <a:moveTo>
                        <a:pt x="812" y="370"/>
                      </a:moveTo>
                      <a:lnTo>
                        <a:pt x="808" y="374"/>
                      </a:lnTo>
                      <a:lnTo>
                        <a:pt x="812" y="374"/>
                      </a:lnTo>
                      <a:lnTo>
                        <a:pt x="808" y="374"/>
                      </a:lnTo>
                      <a:lnTo>
                        <a:pt x="808" y="370"/>
                      </a:lnTo>
                      <a:lnTo>
                        <a:pt x="812" y="370"/>
                      </a:lnTo>
                      <a:lnTo>
                        <a:pt x="812" y="370"/>
                      </a:lnTo>
                      <a:lnTo>
                        <a:pt x="812" y="370"/>
                      </a:lnTo>
                      <a:close/>
                      <a:moveTo>
                        <a:pt x="864" y="374"/>
                      </a:moveTo>
                      <a:lnTo>
                        <a:pt x="864" y="370"/>
                      </a:lnTo>
                      <a:lnTo>
                        <a:pt x="868" y="370"/>
                      </a:lnTo>
                      <a:lnTo>
                        <a:pt x="872" y="370"/>
                      </a:lnTo>
                      <a:lnTo>
                        <a:pt x="872" y="374"/>
                      </a:lnTo>
                      <a:lnTo>
                        <a:pt x="868" y="374"/>
                      </a:lnTo>
                      <a:lnTo>
                        <a:pt x="868" y="378"/>
                      </a:lnTo>
                      <a:lnTo>
                        <a:pt x="864" y="378"/>
                      </a:lnTo>
                      <a:lnTo>
                        <a:pt x="864" y="374"/>
                      </a:lnTo>
                      <a:lnTo>
                        <a:pt x="862" y="374"/>
                      </a:lnTo>
                      <a:lnTo>
                        <a:pt x="862" y="378"/>
                      </a:lnTo>
                      <a:lnTo>
                        <a:pt x="864" y="378"/>
                      </a:lnTo>
                      <a:lnTo>
                        <a:pt x="862" y="378"/>
                      </a:lnTo>
                      <a:lnTo>
                        <a:pt x="858" y="378"/>
                      </a:lnTo>
                      <a:lnTo>
                        <a:pt x="858" y="374"/>
                      </a:lnTo>
                      <a:lnTo>
                        <a:pt x="854" y="374"/>
                      </a:lnTo>
                      <a:lnTo>
                        <a:pt x="850" y="374"/>
                      </a:lnTo>
                      <a:lnTo>
                        <a:pt x="854" y="374"/>
                      </a:lnTo>
                      <a:lnTo>
                        <a:pt x="858" y="374"/>
                      </a:lnTo>
                      <a:lnTo>
                        <a:pt x="858" y="370"/>
                      </a:lnTo>
                      <a:lnTo>
                        <a:pt x="862" y="370"/>
                      </a:lnTo>
                      <a:lnTo>
                        <a:pt x="862" y="374"/>
                      </a:lnTo>
                      <a:lnTo>
                        <a:pt x="864" y="374"/>
                      </a:lnTo>
                      <a:lnTo>
                        <a:pt x="864" y="374"/>
                      </a:lnTo>
                      <a:lnTo>
                        <a:pt x="864" y="374"/>
                      </a:lnTo>
                      <a:close/>
                      <a:moveTo>
                        <a:pt x="824" y="370"/>
                      </a:moveTo>
                      <a:lnTo>
                        <a:pt x="828" y="370"/>
                      </a:lnTo>
                      <a:lnTo>
                        <a:pt x="828" y="374"/>
                      </a:lnTo>
                      <a:lnTo>
                        <a:pt x="824" y="374"/>
                      </a:lnTo>
                      <a:lnTo>
                        <a:pt x="820" y="370"/>
                      </a:lnTo>
                      <a:lnTo>
                        <a:pt x="824" y="370"/>
                      </a:lnTo>
                      <a:lnTo>
                        <a:pt x="824" y="370"/>
                      </a:lnTo>
                      <a:lnTo>
                        <a:pt x="824" y="370"/>
                      </a:lnTo>
                      <a:close/>
                      <a:moveTo>
                        <a:pt x="888" y="374"/>
                      </a:moveTo>
                      <a:lnTo>
                        <a:pt x="890" y="374"/>
                      </a:lnTo>
                      <a:lnTo>
                        <a:pt x="890" y="378"/>
                      </a:lnTo>
                      <a:lnTo>
                        <a:pt x="888" y="378"/>
                      </a:lnTo>
                      <a:lnTo>
                        <a:pt x="884" y="378"/>
                      </a:lnTo>
                      <a:lnTo>
                        <a:pt x="880" y="378"/>
                      </a:lnTo>
                      <a:lnTo>
                        <a:pt x="880" y="380"/>
                      </a:lnTo>
                      <a:lnTo>
                        <a:pt x="880" y="378"/>
                      </a:lnTo>
                      <a:lnTo>
                        <a:pt x="884" y="378"/>
                      </a:lnTo>
                      <a:lnTo>
                        <a:pt x="884" y="374"/>
                      </a:lnTo>
                      <a:lnTo>
                        <a:pt x="888" y="374"/>
                      </a:lnTo>
                      <a:lnTo>
                        <a:pt x="888" y="374"/>
                      </a:lnTo>
                      <a:lnTo>
                        <a:pt x="888" y="374"/>
                      </a:lnTo>
                      <a:close/>
                      <a:moveTo>
                        <a:pt x="76" y="392"/>
                      </a:moveTo>
                      <a:lnTo>
                        <a:pt x="80" y="392"/>
                      </a:lnTo>
                      <a:lnTo>
                        <a:pt x="76" y="388"/>
                      </a:lnTo>
                      <a:lnTo>
                        <a:pt x="72" y="388"/>
                      </a:lnTo>
                      <a:lnTo>
                        <a:pt x="72" y="384"/>
                      </a:lnTo>
                      <a:lnTo>
                        <a:pt x="76" y="384"/>
                      </a:lnTo>
                      <a:lnTo>
                        <a:pt x="76" y="388"/>
                      </a:lnTo>
                      <a:lnTo>
                        <a:pt x="80" y="388"/>
                      </a:lnTo>
                      <a:lnTo>
                        <a:pt x="76" y="388"/>
                      </a:lnTo>
                      <a:lnTo>
                        <a:pt x="76" y="384"/>
                      </a:lnTo>
                      <a:lnTo>
                        <a:pt x="72" y="384"/>
                      </a:lnTo>
                      <a:lnTo>
                        <a:pt x="76" y="384"/>
                      </a:lnTo>
                      <a:lnTo>
                        <a:pt x="80" y="380"/>
                      </a:lnTo>
                      <a:lnTo>
                        <a:pt x="80" y="384"/>
                      </a:lnTo>
                      <a:lnTo>
                        <a:pt x="82" y="384"/>
                      </a:lnTo>
                      <a:lnTo>
                        <a:pt x="82" y="380"/>
                      </a:lnTo>
                      <a:lnTo>
                        <a:pt x="86" y="378"/>
                      </a:lnTo>
                      <a:lnTo>
                        <a:pt x="90" y="378"/>
                      </a:lnTo>
                      <a:lnTo>
                        <a:pt x="90" y="380"/>
                      </a:lnTo>
                      <a:lnTo>
                        <a:pt x="94" y="380"/>
                      </a:lnTo>
                      <a:lnTo>
                        <a:pt x="94" y="378"/>
                      </a:lnTo>
                      <a:lnTo>
                        <a:pt x="94" y="374"/>
                      </a:lnTo>
                      <a:lnTo>
                        <a:pt x="96" y="374"/>
                      </a:lnTo>
                      <a:lnTo>
                        <a:pt x="96" y="378"/>
                      </a:lnTo>
                      <a:lnTo>
                        <a:pt x="100" y="378"/>
                      </a:lnTo>
                      <a:lnTo>
                        <a:pt x="100" y="380"/>
                      </a:lnTo>
                      <a:lnTo>
                        <a:pt x="96" y="380"/>
                      </a:lnTo>
                      <a:lnTo>
                        <a:pt x="96" y="384"/>
                      </a:lnTo>
                      <a:lnTo>
                        <a:pt x="94" y="384"/>
                      </a:lnTo>
                      <a:lnTo>
                        <a:pt x="94" y="388"/>
                      </a:lnTo>
                      <a:lnTo>
                        <a:pt x="90" y="388"/>
                      </a:lnTo>
                      <a:lnTo>
                        <a:pt x="90" y="392"/>
                      </a:lnTo>
                      <a:lnTo>
                        <a:pt x="94" y="396"/>
                      </a:lnTo>
                      <a:lnTo>
                        <a:pt x="96" y="400"/>
                      </a:lnTo>
                      <a:lnTo>
                        <a:pt x="94" y="400"/>
                      </a:lnTo>
                      <a:lnTo>
                        <a:pt x="90" y="396"/>
                      </a:lnTo>
                      <a:lnTo>
                        <a:pt x="90" y="392"/>
                      </a:lnTo>
                      <a:lnTo>
                        <a:pt x="86" y="392"/>
                      </a:lnTo>
                      <a:lnTo>
                        <a:pt x="82" y="392"/>
                      </a:lnTo>
                      <a:lnTo>
                        <a:pt x="80" y="392"/>
                      </a:lnTo>
                      <a:lnTo>
                        <a:pt x="76" y="392"/>
                      </a:lnTo>
                      <a:lnTo>
                        <a:pt x="72" y="392"/>
                      </a:lnTo>
                      <a:lnTo>
                        <a:pt x="72" y="388"/>
                      </a:lnTo>
                      <a:lnTo>
                        <a:pt x="72" y="392"/>
                      </a:lnTo>
                      <a:lnTo>
                        <a:pt x="76" y="392"/>
                      </a:lnTo>
                      <a:lnTo>
                        <a:pt x="76" y="392"/>
                      </a:lnTo>
                      <a:lnTo>
                        <a:pt x="76" y="392"/>
                      </a:lnTo>
                      <a:close/>
                      <a:moveTo>
                        <a:pt x="1032" y="374"/>
                      </a:moveTo>
                      <a:lnTo>
                        <a:pt x="1036" y="374"/>
                      </a:lnTo>
                      <a:lnTo>
                        <a:pt x="1036" y="378"/>
                      </a:lnTo>
                      <a:lnTo>
                        <a:pt x="1032" y="378"/>
                      </a:lnTo>
                      <a:lnTo>
                        <a:pt x="1030" y="378"/>
                      </a:lnTo>
                      <a:lnTo>
                        <a:pt x="1032" y="374"/>
                      </a:lnTo>
                      <a:lnTo>
                        <a:pt x="1032" y="374"/>
                      </a:lnTo>
                      <a:lnTo>
                        <a:pt x="1032" y="374"/>
                      </a:lnTo>
                      <a:close/>
                      <a:moveTo>
                        <a:pt x="26" y="378"/>
                      </a:moveTo>
                      <a:lnTo>
                        <a:pt x="24" y="378"/>
                      </a:lnTo>
                      <a:lnTo>
                        <a:pt x="26" y="378"/>
                      </a:lnTo>
                      <a:lnTo>
                        <a:pt x="26" y="374"/>
                      </a:lnTo>
                      <a:lnTo>
                        <a:pt x="30" y="378"/>
                      </a:lnTo>
                      <a:lnTo>
                        <a:pt x="26" y="378"/>
                      </a:lnTo>
                      <a:lnTo>
                        <a:pt x="26" y="378"/>
                      </a:lnTo>
                      <a:lnTo>
                        <a:pt x="26" y="378"/>
                      </a:lnTo>
                      <a:close/>
                      <a:moveTo>
                        <a:pt x="646" y="378"/>
                      </a:moveTo>
                      <a:lnTo>
                        <a:pt x="646" y="380"/>
                      </a:lnTo>
                      <a:lnTo>
                        <a:pt x="642" y="384"/>
                      </a:lnTo>
                      <a:lnTo>
                        <a:pt x="642" y="380"/>
                      </a:lnTo>
                      <a:lnTo>
                        <a:pt x="642" y="378"/>
                      </a:lnTo>
                      <a:lnTo>
                        <a:pt x="638" y="378"/>
                      </a:lnTo>
                      <a:lnTo>
                        <a:pt x="638" y="380"/>
                      </a:lnTo>
                      <a:lnTo>
                        <a:pt x="638" y="378"/>
                      </a:lnTo>
                      <a:lnTo>
                        <a:pt x="638" y="374"/>
                      </a:lnTo>
                      <a:lnTo>
                        <a:pt x="642" y="374"/>
                      </a:lnTo>
                      <a:lnTo>
                        <a:pt x="642" y="378"/>
                      </a:lnTo>
                      <a:lnTo>
                        <a:pt x="646" y="378"/>
                      </a:lnTo>
                      <a:lnTo>
                        <a:pt x="646" y="378"/>
                      </a:lnTo>
                      <a:lnTo>
                        <a:pt x="646" y="378"/>
                      </a:lnTo>
                      <a:close/>
                      <a:moveTo>
                        <a:pt x="1040" y="378"/>
                      </a:moveTo>
                      <a:lnTo>
                        <a:pt x="1036" y="378"/>
                      </a:lnTo>
                      <a:lnTo>
                        <a:pt x="1040" y="378"/>
                      </a:lnTo>
                      <a:lnTo>
                        <a:pt x="1044" y="378"/>
                      </a:lnTo>
                      <a:lnTo>
                        <a:pt x="1040" y="378"/>
                      </a:lnTo>
                      <a:lnTo>
                        <a:pt x="1040" y="378"/>
                      </a:lnTo>
                      <a:lnTo>
                        <a:pt x="1040" y="378"/>
                      </a:lnTo>
                      <a:close/>
                      <a:moveTo>
                        <a:pt x="566" y="378"/>
                      </a:moveTo>
                      <a:lnTo>
                        <a:pt x="566" y="380"/>
                      </a:lnTo>
                      <a:lnTo>
                        <a:pt x="564" y="380"/>
                      </a:lnTo>
                      <a:lnTo>
                        <a:pt x="564" y="378"/>
                      </a:lnTo>
                      <a:lnTo>
                        <a:pt x="560" y="378"/>
                      </a:lnTo>
                      <a:lnTo>
                        <a:pt x="564" y="378"/>
                      </a:lnTo>
                      <a:lnTo>
                        <a:pt x="566" y="378"/>
                      </a:lnTo>
                      <a:lnTo>
                        <a:pt x="566" y="378"/>
                      </a:lnTo>
                      <a:lnTo>
                        <a:pt x="566" y="378"/>
                      </a:lnTo>
                      <a:close/>
                      <a:moveTo>
                        <a:pt x="902" y="380"/>
                      </a:moveTo>
                      <a:lnTo>
                        <a:pt x="906" y="380"/>
                      </a:lnTo>
                      <a:lnTo>
                        <a:pt x="910" y="380"/>
                      </a:lnTo>
                      <a:lnTo>
                        <a:pt x="910" y="384"/>
                      </a:lnTo>
                      <a:lnTo>
                        <a:pt x="906" y="384"/>
                      </a:lnTo>
                      <a:lnTo>
                        <a:pt x="906" y="388"/>
                      </a:lnTo>
                      <a:lnTo>
                        <a:pt x="902" y="388"/>
                      </a:lnTo>
                      <a:lnTo>
                        <a:pt x="898" y="384"/>
                      </a:lnTo>
                      <a:lnTo>
                        <a:pt x="898" y="380"/>
                      </a:lnTo>
                      <a:lnTo>
                        <a:pt x="902" y="380"/>
                      </a:lnTo>
                      <a:lnTo>
                        <a:pt x="902" y="380"/>
                      </a:lnTo>
                      <a:lnTo>
                        <a:pt x="902" y="380"/>
                      </a:lnTo>
                      <a:close/>
                      <a:moveTo>
                        <a:pt x="884" y="380"/>
                      </a:moveTo>
                      <a:lnTo>
                        <a:pt x="888" y="380"/>
                      </a:lnTo>
                      <a:lnTo>
                        <a:pt x="888" y="384"/>
                      </a:lnTo>
                      <a:lnTo>
                        <a:pt x="884" y="384"/>
                      </a:lnTo>
                      <a:lnTo>
                        <a:pt x="884" y="388"/>
                      </a:lnTo>
                      <a:lnTo>
                        <a:pt x="880" y="392"/>
                      </a:lnTo>
                      <a:lnTo>
                        <a:pt x="876" y="392"/>
                      </a:lnTo>
                      <a:lnTo>
                        <a:pt x="876" y="396"/>
                      </a:lnTo>
                      <a:lnTo>
                        <a:pt x="872" y="396"/>
                      </a:lnTo>
                      <a:lnTo>
                        <a:pt x="872" y="392"/>
                      </a:lnTo>
                      <a:lnTo>
                        <a:pt x="872" y="388"/>
                      </a:lnTo>
                      <a:lnTo>
                        <a:pt x="876" y="388"/>
                      </a:lnTo>
                      <a:lnTo>
                        <a:pt x="880" y="388"/>
                      </a:lnTo>
                      <a:lnTo>
                        <a:pt x="880" y="384"/>
                      </a:lnTo>
                      <a:lnTo>
                        <a:pt x="880" y="380"/>
                      </a:lnTo>
                      <a:lnTo>
                        <a:pt x="884" y="380"/>
                      </a:lnTo>
                      <a:lnTo>
                        <a:pt x="884" y="380"/>
                      </a:lnTo>
                      <a:lnTo>
                        <a:pt x="884" y="380"/>
                      </a:lnTo>
                      <a:close/>
                      <a:moveTo>
                        <a:pt x="556" y="396"/>
                      </a:moveTo>
                      <a:lnTo>
                        <a:pt x="556" y="400"/>
                      </a:lnTo>
                      <a:lnTo>
                        <a:pt x="556" y="404"/>
                      </a:lnTo>
                      <a:lnTo>
                        <a:pt x="552" y="404"/>
                      </a:lnTo>
                      <a:lnTo>
                        <a:pt x="552" y="400"/>
                      </a:lnTo>
                      <a:lnTo>
                        <a:pt x="548" y="400"/>
                      </a:lnTo>
                      <a:lnTo>
                        <a:pt x="548" y="396"/>
                      </a:lnTo>
                      <a:lnTo>
                        <a:pt x="552" y="396"/>
                      </a:lnTo>
                      <a:lnTo>
                        <a:pt x="556" y="396"/>
                      </a:lnTo>
                      <a:lnTo>
                        <a:pt x="556" y="396"/>
                      </a:lnTo>
                      <a:lnTo>
                        <a:pt x="556" y="396"/>
                      </a:lnTo>
                      <a:close/>
                      <a:moveTo>
                        <a:pt x="932" y="400"/>
                      </a:moveTo>
                      <a:lnTo>
                        <a:pt x="936" y="404"/>
                      </a:lnTo>
                      <a:lnTo>
                        <a:pt x="936" y="408"/>
                      </a:lnTo>
                      <a:lnTo>
                        <a:pt x="932" y="408"/>
                      </a:lnTo>
                      <a:lnTo>
                        <a:pt x="928" y="408"/>
                      </a:lnTo>
                      <a:lnTo>
                        <a:pt x="928" y="404"/>
                      </a:lnTo>
                      <a:lnTo>
                        <a:pt x="928" y="400"/>
                      </a:lnTo>
                      <a:lnTo>
                        <a:pt x="932" y="400"/>
                      </a:lnTo>
                      <a:lnTo>
                        <a:pt x="932" y="400"/>
                      </a:lnTo>
                      <a:lnTo>
                        <a:pt x="932" y="400"/>
                      </a:lnTo>
                      <a:close/>
                      <a:moveTo>
                        <a:pt x="936" y="400"/>
                      </a:moveTo>
                      <a:lnTo>
                        <a:pt x="940" y="400"/>
                      </a:lnTo>
                      <a:lnTo>
                        <a:pt x="940" y="404"/>
                      </a:lnTo>
                      <a:lnTo>
                        <a:pt x="936" y="404"/>
                      </a:lnTo>
                      <a:lnTo>
                        <a:pt x="936" y="400"/>
                      </a:lnTo>
                      <a:lnTo>
                        <a:pt x="936" y="400"/>
                      </a:lnTo>
                      <a:lnTo>
                        <a:pt x="936" y="400"/>
                      </a:lnTo>
                      <a:close/>
                      <a:moveTo>
                        <a:pt x="880" y="408"/>
                      </a:moveTo>
                      <a:lnTo>
                        <a:pt x="880" y="404"/>
                      </a:lnTo>
                      <a:lnTo>
                        <a:pt x="876" y="404"/>
                      </a:lnTo>
                      <a:lnTo>
                        <a:pt x="880" y="404"/>
                      </a:lnTo>
                      <a:lnTo>
                        <a:pt x="880" y="400"/>
                      </a:lnTo>
                      <a:lnTo>
                        <a:pt x="884" y="400"/>
                      </a:lnTo>
                      <a:lnTo>
                        <a:pt x="884" y="404"/>
                      </a:lnTo>
                      <a:lnTo>
                        <a:pt x="880" y="404"/>
                      </a:lnTo>
                      <a:lnTo>
                        <a:pt x="884" y="404"/>
                      </a:lnTo>
                      <a:lnTo>
                        <a:pt x="880" y="404"/>
                      </a:lnTo>
                      <a:lnTo>
                        <a:pt x="880" y="408"/>
                      </a:lnTo>
                      <a:lnTo>
                        <a:pt x="880" y="408"/>
                      </a:lnTo>
                      <a:lnTo>
                        <a:pt x="880" y="408"/>
                      </a:lnTo>
                      <a:close/>
                      <a:moveTo>
                        <a:pt x="514" y="404"/>
                      </a:moveTo>
                      <a:lnTo>
                        <a:pt x="518" y="404"/>
                      </a:lnTo>
                      <a:lnTo>
                        <a:pt x="518" y="408"/>
                      </a:lnTo>
                      <a:lnTo>
                        <a:pt x="514" y="408"/>
                      </a:lnTo>
                      <a:lnTo>
                        <a:pt x="510" y="408"/>
                      </a:lnTo>
                      <a:lnTo>
                        <a:pt x="510" y="404"/>
                      </a:lnTo>
                      <a:lnTo>
                        <a:pt x="508" y="404"/>
                      </a:lnTo>
                      <a:lnTo>
                        <a:pt x="510" y="404"/>
                      </a:lnTo>
                      <a:lnTo>
                        <a:pt x="514" y="404"/>
                      </a:lnTo>
                      <a:lnTo>
                        <a:pt x="514" y="404"/>
                      </a:lnTo>
                      <a:lnTo>
                        <a:pt x="514" y="404"/>
                      </a:lnTo>
                      <a:close/>
                      <a:moveTo>
                        <a:pt x="944" y="404"/>
                      </a:moveTo>
                      <a:lnTo>
                        <a:pt x="944" y="408"/>
                      </a:lnTo>
                      <a:lnTo>
                        <a:pt x="948" y="408"/>
                      </a:lnTo>
                      <a:lnTo>
                        <a:pt x="948" y="410"/>
                      </a:lnTo>
                      <a:lnTo>
                        <a:pt x="944" y="410"/>
                      </a:lnTo>
                      <a:lnTo>
                        <a:pt x="944" y="408"/>
                      </a:lnTo>
                      <a:lnTo>
                        <a:pt x="944" y="404"/>
                      </a:lnTo>
                      <a:lnTo>
                        <a:pt x="944" y="404"/>
                      </a:lnTo>
                      <a:lnTo>
                        <a:pt x="944" y="404"/>
                      </a:lnTo>
                      <a:close/>
                      <a:moveTo>
                        <a:pt x="876" y="408"/>
                      </a:moveTo>
                      <a:lnTo>
                        <a:pt x="880" y="408"/>
                      </a:lnTo>
                      <a:lnTo>
                        <a:pt x="880" y="410"/>
                      </a:lnTo>
                      <a:lnTo>
                        <a:pt x="876" y="410"/>
                      </a:lnTo>
                      <a:lnTo>
                        <a:pt x="872" y="410"/>
                      </a:lnTo>
                      <a:lnTo>
                        <a:pt x="872" y="408"/>
                      </a:lnTo>
                      <a:lnTo>
                        <a:pt x="876" y="408"/>
                      </a:lnTo>
                      <a:lnTo>
                        <a:pt x="876" y="408"/>
                      </a:lnTo>
                      <a:lnTo>
                        <a:pt x="876" y="408"/>
                      </a:lnTo>
                      <a:close/>
                      <a:moveTo>
                        <a:pt x="910" y="436"/>
                      </a:moveTo>
                      <a:lnTo>
                        <a:pt x="906" y="434"/>
                      </a:lnTo>
                      <a:lnTo>
                        <a:pt x="902" y="434"/>
                      </a:lnTo>
                      <a:lnTo>
                        <a:pt x="902" y="430"/>
                      </a:lnTo>
                      <a:lnTo>
                        <a:pt x="902" y="426"/>
                      </a:lnTo>
                      <a:lnTo>
                        <a:pt x="902" y="422"/>
                      </a:lnTo>
                      <a:lnTo>
                        <a:pt x="902" y="418"/>
                      </a:lnTo>
                      <a:lnTo>
                        <a:pt x="906" y="410"/>
                      </a:lnTo>
                      <a:lnTo>
                        <a:pt x="910" y="410"/>
                      </a:lnTo>
                      <a:lnTo>
                        <a:pt x="918" y="408"/>
                      </a:lnTo>
                      <a:lnTo>
                        <a:pt x="920" y="408"/>
                      </a:lnTo>
                      <a:lnTo>
                        <a:pt x="924" y="408"/>
                      </a:lnTo>
                      <a:lnTo>
                        <a:pt x="928" y="410"/>
                      </a:lnTo>
                      <a:lnTo>
                        <a:pt x="932" y="410"/>
                      </a:lnTo>
                      <a:lnTo>
                        <a:pt x="932" y="414"/>
                      </a:lnTo>
                      <a:lnTo>
                        <a:pt x="932" y="418"/>
                      </a:lnTo>
                      <a:lnTo>
                        <a:pt x="932" y="422"/>
                      </a:lnTo>
                      <a:lnTo>
                        <a:pt x="932" y="426"/>
                      </a:lnTo>
                      <a:lnTo>
                        <a:pt x="932" y="430"/>
                      </a:lnTo>
                      <a:lnTo>
                        <a:pt x="928" y="434"/>
                      </a:lnTo>
                      <a:lnTo>
                        <a:pt x="924" y="434"/>
                      </a:lnTo>
                      <a:lnTo>
                        <a:pt x="920" y="434"/>
                      </a:lnTo>
                      <a:lnTo>
                        <a:pt x="918" y="434"/>
                      </a:lnTo>
                      <a:lnTo>
                        <a:pt x="914" y="434"/>
                      </a:lnTo>
                      <a:lnTo>
                        <a:pt x="914" y="436"/>
                      </a:lnTo>
                      <a:lnTo>
                        <a:pt x="910" y="436"/>
                      </a:lnTo>
                      <a:lnTo>
                        <a:pt x="910" y="436"/>
                      </a:lnTo>
                      <a:lnTo>
                        <a:pt x="910" y="436"/>
                      </a:lnTo>
                      <a:close/>
                      <a:moveTo>
                        <a:pt x="772" y="410"/>
                      </a:moveTo>
                      <a:lnTo>
                        <a:pt x="772" y="414"/>
                      </a:lnTo>
                      <a:lnTo>
                        <a:pt x="772" y="418"/>
                      </a:lnTo>
                      <a:lnTo>
                        <a:pt x="772" y="422"/>
                      </a:lnTo>
                      <a:lnTo>
                        <a:pt x="768" y="422"/>
                      </a:lnTo>
                      <a:lnTo>
                        <a:pt x="764" y="422"/>
                      </a:lnTo>
                      <a:lnTo>
                        <a:pt x="764" y="418"/>
                      </a:lnTo>
                      <a:lnTo>
                        <a:pt x="764" y="414"/>
                      </a:lnTo>
                      <a:lnTo>
                        <a:pt x="764" y="410"/>
                      </a:lnTo>
                      <a:lnTo>
                        <a:pt x="768" y="410"/>
                      </a:lnTo>
                      <a:lnTo>
                        <a:pt x="768" y="408"/>
                      </a:lnTo>
                      <a:lnTo>
                        <a:pt x="772" y="410"/>
                      </a:lnTo>
                      <a:lnTo>
                        <a:pt x="772" y="410"/>
                      </a:lnTo>
                      <a:lnTo>
                        <a:pt x="772" y="410"/>
                      </a:lnTo>
                      <a:close/>
                      <a:moveTo>
                        <a:pt x="1066" y="410"/>
                      </a:moveTo>
                      <a:lnTo>
                        <a:pt x="1066" y="414"/>
                      </a:lnTo>
                      <a:lnTo>
                        <a:pt x="1066" y="410"/>
                      </a:lnTo>
                      <a:lnTo>
                        <a:pt x="1066" y="410"/>
                      </a:lnTo>
                      <a:lnTo>
                        <a:pt x="1066" y="410"/>
                      </a:lnTo>
                      <a:close/>
                      <a:moveTo>
                        <a:pt x="950" y="414"/>
                      </a:moveTo>
                      <a:lnTo>
                        <a:pt x="954" y="414"/>
                      </a:lnTo>
                      <a:lnTo>
                        <a:pt x="954" y="418"/>
                      </a:lnTo>
                      <a:lnTo>
                        <a:pt x="958" y="422"/>
                      </a:lnTo>
                      <a:lnTo>
                        <a:pt x="954" y="422"/>
                      </a:lnTo>
                      <a:lnTo>
                        <a:pt x="950" y="422"/>
                      </a:lnTo>
                      <a:lnTo>
                        <a:pt x="948" y="422"/>
                      </a:lnTo>
                      <a:lnTo>
                        <a:pt x="944" y="422"/>
                      </a:lnTo>
                      <a:lnTo>
                        <a:pt x="940" y="422"/>
                      </a:lnTo>
                      <a:lnTo>
                        <a:pt x="940" y="418"/>
                      </a:lnTo>
                      <a:lnTo>
                        <a:pt x="936" y="418"/>
                      </a:lnTo>
                      <a:lnTo>
                        <a:pt x="936" y="414"/>
                      </a:lnTo>
                      <a:lnTo>
                        <a:pt x="940" y="414"/>
                      </a:lnTo>
                      <a:lnTo>
                        <a:pt x="944" y="414"/>
                      </a:lnTo>
                      <a:lnTo>
                        <a:pt x="944" y="410"/>
                      </a:lnTo>
                      <a:lnTo>
                        <a:pt x="944" y="414"/>
                      </a:lnTo>
                      <a:lnTo>
                        <a:pt x="948" y="414"/>
                      </a:lnTo>
                      <a:lnTo>
                        <a:pt x="950" y="414"/>
                      </a:lnTo>
                      <a:lnTo>
                        <a:pt x="950" y="414"/>
                      </a:lnTo>
                      <a:lnTo>
                        <a:pt x="950" y="414"/>
                      </a:lnTo>
                      <a:close/>
                      <a:moveTo>
                        <a:pt x="454" y="418"/>
                      </a:moveTo>
                      <a:lnTo>
                        <a:pt x="450" y="418"/>
                      </a:lnTo>
                      <a:lnTo>
                        <a:pt x="454" y="418"/>
                      </a:lnTo>
                      <a:lnTo>
                        <a:pt x="454" y="418"/>
                      </a:lnTo>
                      <a:lnTo>
                        <a:pt x="454" y="418"/>
                      </a:lnTo>
                      <a:close/>
                      <a:moveTo>
                        <a:pt x="424" y="418"/>
                      </a:moveTo>
                      <a:lnTo>
                        <a:pt x="422" y="418"/>
                      </a:lnTo>
                      <a:lnTo>
                        <a:pt x="424" y="418"/>
                      </a:lnTo>
                      <a:lnTo>
                        <a:pt x="424" y="418"/>
                      </a:lnTo>
                      <a:lnTo>
                        <a:pt x="424" y="418"/>
                      </a:lnTo>
                      <a:close/>
                      <a:moveTo>
                        <a:pt x="462" y="430"/>
                      </a:moveTo>
                      <a:lnTo>
                        <a:pt x="458" y="430"/>
                      </a:lnTo>
                      <a:lnTo>
                        <a:pt x="458" y="426"/>
                      </a:lnTo>
                      <a:lnTo>
                        <a:pt x="462" y="426"/>
                      </a:lnTo>
                      <a:lnTo>
                        <a:pt x="462" y="430"/>
                      </a:lnTo>
                      <a:lnTo>
                        <a:pt x="462" y="430"/>
                      </a:lnTo>
                      <a:lnTo>
                        <a:pt x="462" y="430"/>
                      </a:lnTo>
                      <a:close/>
                      <a:moveTo>
                        <a:pt x="470" y="430"/>
                      </a:moveTo>
                      <a:lnTo>
                        <a:pt x="470" y="434"/>
                      </a:lnTo>
                      <a:lnTo>
                        <a:pt x="466" y="434"/>
                      </a:lnTo>
                      <a:lnTo>
                        <a:pt x="466" y="430"/>
                      </a:lnTo>
                      <a:lnTo>
                        <a:pt x="470" y="430"/>
                      </a:lnTo>
                      <a:lnTo>
                        <a:pt x="470" y="430"/>
                      </a:lnTo>
                      <a:lnTo>
                        <a:pt x="470" y="430"/>
                      </a:lnTo>
                      <a:close/>
                      <a:moveTo>
                        <a:pt x="1104" y="440"/>
                      </a:moveTo>
                      <a:lnTo>
                        <a:pt x="1106" y="440"/>
                      </a:lnTo>
                      <a:lnTo>
                        <a:pt x="1106" y="436"/>
                      </a:lnTo>
                      <a:lnTo>
                        <a:pt x="1110" y="436"/>
                      </a:lnTo>
                      <a:lnTo>
                        <a:pt x="1106" y="436"/>
                      </a:lnTo>
                      <a:lnTo>
                        <a:pt x="1106" y="440"/>
                      </a:lnTo>
                      <a:lnTo>
                        <a:pt x="1104" y="440"/>
                      </a:lnTo>
                      <a:lnTo>
                        <a:pt x="1104" y="440"/>
                      </a:lnTo>
                      <a:lnTo>
                        <a:pt x="1104" y="440"/>
                      </a:lnTo>
                      <a:close/>
                      <a:moveTo>
                        <a:pt x="1048" y="456"/>
                      </a:moveTo>
                      <a:lnTo>
                        <a:pt x="1052" y="456"/>
                      </a:lnTo>
                      <a:lnTo>
                        <a:pt x="1052" y="460"/>
                      </a:lnTo>
                      <a:lnTo>
                        <a:pt x="1048" y="456"/>
                      </a:lnTo>
                      <a:lnTo>
                        <a:pt x="1048" y="456"/>
                      </a:lnTo>
                      <a:lnTo>
                        <a:pt x="1048" y="456"/>
                      </a:lnTo>
                      <a:close/>
                      <a:moveTo>
                        <a:pt x="820" y="460"/>
                      </a:moveTo>
                      <a:lnTo>
                        <a:pt x="816" y="460"/>
                      </a:lnTo>
                      <a:lnTo>
                        <a:pt x="816" y="456"/>
                      </a:lnTo>
                      <a:lnTo>
                        <a:pt x="816" y="460"/>
                      </a:lnTo>
                      <a:lnTo>
                        <a:pt x="820" y="460"/>
                      </a:lnTo>
                      <a:lnTo>
                        <a:pt x="820" y="460"/>
                      </a:lnTo>
                      <a:lnTo>
                        <a:pt x="820" y="460"/>
                      </a:lnTo>
                      <a:close/>
                      <a:moveTo>
                        <a:pt x="808" y="466"/>
                      </a:moveTo>
                      <a:lnTo>
                        <a:pt x="808" y="470"/>
                      </a:lnTo>
                      <a:lnTo>
                        <a:pt x="812" y="470"/>
                      </a:lnTo>
                      <a:lnTo>
                        <a:pt x="816" y="470"/>
                      </a:lnTo>
                      <a:lnTo>
                        <a:pt x="816" y="474"/>
                      </a:lnTo>
                      <a:lnTo>
                        <a:pt x="812" y="474"/>
                      </a:lnTo>
                      <a:lnTo>
                        <a:pt x="808" y="474"/>
                      </a:lnTo>
                      <a:lnTo>
                        <a:pt x="808" y="470"/>
                      </a:lnTo>
                      <a:lnTo>
                        <a:pt x="806" y="470"/>
                      </a:lnTo>
                      <a:lnTo>
                        <a:pt x="806" y="466"/>
                      </a:lnTo>
                      <a:lnTo>
                        <a:pt x="802" y="466"/>
                      </a:lnTo>
                      <a:lnTo>
                        <a:pt x="802" y="464"/>
                      </a:lnTo>
                      <a:lnTo>
                        <a:pt x="798" y="464"/>
                      </a:lnTo>
                      <a:lnTo>
                        <a:pt x="802" y="464"/>
                      </a:lnTo>
                      <a:lnTo>
                        <a:pt x="806" y="464"/>
                      </a:lnTo>
                      <a:lnTo>
                        <a:pt x="808" y="466"/>
                      </a:lnTo>
                      <a:lnTo>
                        <a:pt x="808" y="466"/>
                      </a:lnTo>
                      <a:lnTo>
                        <a:pt x="808" y="466"/>
                      </a:lnTo>
                      <a:close/>
                      <a:moveTo>
                        <a:pt x="794" y="466"/>
                      </a:moveTo>
                      <a:lnTo>
                        <a:pt x="794" y="470"/>
                      </a:lnTo>
                      <a:lnTo>
                        <a:pt x="798" y="470"/>
                      </a:lnTo>
                      <a:lnTo>
                        <a:pt x="798" y="474"/>
                      </a:lnTo>
                      <a:lnTo>
                        <a:pt x="794" y="478"/>
                      </a:lnTo>
                      <a:lnTo>
                        <a:pt x="794" y="474"/>
                      </a:lnTo>
                      <a:lnTo>
                        <a:pt x="790" y="470"/>
                      </a:lnTo>
                      <a:lnTo>
                        <a:pt x="790" y="466"/>
                      </a:lnTo>
                      <a:lnTo>
                        <a:pt x="790" y="464"/>
                      </a:lnTo>
                      <a:lnTo>
                        <a:pt x="794" y="466"/>
                      </a:lnTo>
                      <a:lnTo>
                        <a:pt x="794" y="466"/>
                      </a:lnTo>
                      <a:lnTo>
                        <a:pt x="794" y="466"/>
                      </a:lnTo>
                      <a:close/>
                      <a:moveTo>
                        <a:pt x="772" y="496"/>
                      </a:moveTo>
                      <a:lnTo>
                        <a:pt x="776" y="496"/>
                      </a:lnTo>
                      <a:lnTo>
                        <a:pt x="776" y="494"/>
                      </a:lnTo>
                      <a:lnTo>
                        <a:pt x="776" y="490"/>
                      </a:lnTo>
                      <a:lnTo>
                        <a:pt x="776" y="486"/>
                      </a:lnTo>
                      <a:lnTo>
                        <a:pt x="776" y="482"/>
                      </a:lnTo>
                      <a:lnTo>
                        <a:pt x="776" y="478"/>
                      </a:lnTo>
                      <a:lnTo>
                        <a:pt x="778" y="470"/>
                      </a:lnTo>
                      <a:lnTo>
                        <a:pt x="782" y="470"/>
                      </a:lnTo>
                      <a:lnTo>
                        <a:pt x="782" y="466"/>
                      </a:lnTo>
                      <a:lnTo>
                        <a:pt x="786" y="466"/>
                      </a:lnTo>
                      <a:lnTo>
                        <a:pt x="786" y="470"/>
                      </a:lnTo>
                      <a:lnTo>
                        <a:pt x="782" y="470"/>
                      </a:lnTo>
                      <a:lnTo>
                        <a:pt x="786" y="470"/>
                      </a:lnTo>
                      <a:lnTo>
                        <a:pt x="790" y="470"/>
                      </a:lnTo>
                      <a:lnTo>
                        <a:pt x="790" y="474"/>
                      </a:lnTo>
                      <a:lnTo>
                        <a:pt x="790" y="478"/>
                      </a:lnTo>
                      <a:lnTo>
                        <a:pt x="786" y="474"/>
                      </a:lnTo>
                      <a:lnTo>
                        <a:pt x="786" y="478"/>
                      </a:lnTo>
                      <a:lnTo>
                        <a:pt x="790" y="478"/>
                      </a:lnTo>
                      <a:lnTo>
                        <a:pt x="790" y="482"/>
                      </a:lnTo>
                      <a:lnTo>
                        <a:pt x="794" y="486"/>
                      </a:lnTo>
                      <a:lnTo>
                        <a:pt x="794" y="482"/>
                      </a:lnTo>
                      <a:lnTo>
                        <a:pt x="798" y="478"/>
                      </a:lnTo>
                      <a:lnTo>
                        <a:pt x="802" y="478"/>
                      </a:lnTo>
                      <a:lnTo>
                        <a:pt x="802" y="482"/>
                      </a:lnTo>
                      <a:lnTo>
                        <a:pt x="806" y="482"/>
                      </a:lnTo>
                      <a:lnTo>
                        <a:pt x="802" y="482"/>
                      </a:lnTo>
                      <a:lnTo>
                        <a:pt x="806" y="486"/>
                      </a:lnTo>
                      <a:lnTo>
                        <a:pt x="808" y="486"/>
                      </a:lnTo>
                      <a:lnTo>
                        <a:pt x="812" y="486"/>
                      </a:lnTo>
                      <a:lnTo>
                        <a:pt x="816" y="486"/>
                      </a:lnTo>
                      <a:lnTo>
                        <a:pt x="816" y="490"/>
                      </a:lnTo>
                      <a:lnTo>
                        <a:pt x="820" y="494"/>
                      </a:lnTo>
                      <a:lnTo>
                        <a:pt x="824" y="494"/>
                      </a:lnTo>
                      <a:lnTo>
                        <a:pt x="824" y="496"/>
                      </a:lnTo>
                      <a:lnTo>
                        <a:pt x="828" y="496"/>
                      </a:lnTo>
                      <a:lnTo>
                        <a:pt x="832" y="496"/>
                      </a:lnTo>
                      <a:lnTo>
                        <a:pt x="834" y="496"/>
                      </a:lnTo>
                      <a:lnTo>
                        <a:pt x="834" y="500"/>
                      </a:lnTo>
                      <a:lnTo>
                        <a:pt x="838" y="500"/>
                      </a:lnTo>
                      <a:lnTo>
                        <a:pt x="838" y="504"/>
                      </a:lnTo>
                      <a:lnTo>
                        <a:pt x="838" y="508"/>
                      </a:lnTo>
                      <a:lnTo>
                        <a:pt x="838" y="512"/>
                      </a:lnTo>
                      <a:lnTo>
                        <a:pt x="834" y="512"/>
                      </a:lnTo>
                      <a:lnTo>
                        <a:pt x="834" y="516"/>
                      </a:lnTo>
                      <a:lnTo>
                        <a:pt x="838" y="512"/>
                      </a:lnTo>
                      <a:lnTo>
                        <a:pt x="842" y="512"/>
                      </a:lnTo>
                      <a:lnTo>
                        <a:pt x="846" y="512"/>
                      </a:lnTo>
                      <a:lnTo>
                        <a:pt x="850" y="516"/>
                      </a:lnTo>
                      <a:lnTo>
                        <a:pt x="850" y="512"/>
                      </a:lnTo>
                      <a:lnTo>
                        <a:pt x="854" y="512"/>
                      </a:lnTo>
                      <a:lnTo>
                        <a:pt x="854" y="516"/>
                      </a:lnTo>
                      <a:lnTo>
                        <a:pt x="858" y="516"/>
                      </a:lnTo>
                      <a:lnTo>
                        <a:pt x="854" y="516"/>
                      </a:lnTo>
                      <a:lnTo>
                        <a:pt x="858" y="516"/>
                      </a:lnTo>
                      <a:lnTo>
                        <a:pt x="858" y="520"/>
                      </a:lnTo>
                      <a:lnTo>
                        <a:pt x="862" y="520"/>
                      </a:lnTo>
                      <a:lnTo>
                        <a:pt x="858" y="520"/>
                      </a:lnTo>
                      <a:lnTo>
                        <a:pt x="854" y="522"/>
                      </a:lnTo>
                      <a:lnTo>
                        <a:pt x="850" y="522"/>
                      </a:lnTo>
                      <a:lnTo>
                        <a:pt x="850" y="526"/>
                      </a:lnTo>
                      <a:lnTo>
                        <a:pt x="846" y="526"/>
                      </a:lnTo>
                      <a:lnTo>
                        <a:pt x="842" y="526"/>
                      </a:lnTo>
                      <a:lnTo>
                        <a:pt x="838" y="522"/>
                      </a:lnTo>
                      <a:lnTo>
                        <a:pt x="834" y="522"/>
                      </a:lnTo>
                      <a:lnTo>
                        <a:pt x="834" y="520"/>
                      </a:lnTo>
                      <a:lnTo>
                        <a:pt x="832" y="520"/>
                      </a:lnTo>
                      <a:lnTo>
                        <a:pt x="832" y="522"/>
                      </a:lnTo>
                      <a:lnTo>
                        <a:pt x="828" y="522"/>
                      </a:lnTo>
                      <a:lnTo>
                        <a:pt x="828" y="520"/>
                      </a:lnTo>
                      <a:lnTo>
                        <a:pt x="828" y="516"/>
                      </a:lnTo>
                      <a:lnTo>
                        <a:pt x="824" y="516"/>
                      </a:lnTo>
                      <a:lnTo>
                        <a:pt x="820" y="516"/>
                      </a:lnTo>
                      <a:lnTo>
                        <a:pt x="816" y="512"/>
                      </a:lnTo>
                      <a:lnTo>
                        <a:pt x="820" y="512"/>
                      </a:lnTo>
                      <a:lnTo>
                        <a:pt x="820" y="508"/>
                      </a:lnTo>
                      <a:lnTo>
                        <a:pt x="816" y="508"/>
                      </a:lnTo>
                      <a:lnTo>
                        <a:pt x="816" y="512"/>
                      </a:lnTo>
                      <a:lnTo>
                        <a:pt x="812" y="512"/>
                      </a:lnTo>
                      <a:lnTo>
                        <a:pt x="808" y="512"/>
                      </a:lnTo>
                      <a:lnTo>
                        <a:pt x="808" y="516"/>
                      </a:lnTo>
                      <a:lnTo>
                        <a:pt x="812" y="516"/>
                      </a:lnTo>
                      <a:lnTo>
                        <a:pt x="812" y="520"/>
                      </a:lnTo>
                      <a:lnTo>
                        <a:pt x="808" y="520"/>
                      </a:lnTo>
                      <a:lnTo>
                        <a:pt x="806" y="522"/>
                      </a:lnTo>
                      <a:lnTo>
                        <a:pt x="802" y="522"/>
                      </a:lnTo>
                      <a:lnTo>
                        <a:pt x="802" y="526"/>
                      </a:lnTo>
                      <a:lnTo>
                        <a:pt x="798" y="526"/>
                      </a:lnTo>
                      <a:lnTo>
                        <a:pt x="798" y="530"/>
                      </a:lnTo>
                      <a:lnTo>
                        <a:pt x="794" y="530"/>
                      </a:lnTo>
                      <a:lnTo>
                        <a:pt x="794" y="534"/>
                      </a:lnTo>
                      <a:lnTo>
                        <a:pt x="790" y="534"/>
                      </a:lnTo>
                      <a:lnTo>
                        <a:pt x="786" y="534"/>
                      </a:lnTo>
                      <a:lnTo>
                        <a:pt x="782" y="534"/>
                      </a:lnTo>
                      <a:lnTo>
                        <a:pt x="782" y="530"/>
                      </a:lnTo>
                      <a:lnTo>
                        <a:pt x="782" y="526"/>
                      </a:lnTo>
                      <a:lnTo>
                        <a:pt x="782" y="522"/>
                      </a:lnTo>
                      <a:lnTo>
                        <a:pt x="782" y="520"/>
                      </a:lnTo>
                      <a:lnTo>
                        <a:pt x="778" y="520"/>
                      </a:lnTo>
                      <a:lnTo>
                        <a:pt x="776" y="522"/>
                      </a:lnTo>
                      <a:lnTo>
                        <a:pt x="772" y="522"/>
                      </a:lnTo>
                      <a:lnTo>
                        <a:pt x="768" y="522"/>
                      </a:lnTo>
                      <a:lnTo>
                        <a:pt x="764" y="522"/>
                      </a:lnTo>
                      <a:lnTo>
                        <a:pt x="760" y="522"/>
                      </a:lnTo>
                      <a:lnTo>
                        <a:pt x="760" y="520"/>
                      </a:lnTo>
                      <a:lnTo>
                        <a:pt x="764" y="516"/>
                      </a:lnTo>
                      <a:lnTo>
                        <a:pt x="768" y="516"/>
                      </a:lnTo>
                      <a:lnTo>
                        <a:pt x="772" y="512"/>
                      </a:lnTo>
                      <a:lnTo>
                        <a:pt x="776" y="512"/>
                      </a:lnTo>
                      <a:lnTo>
                        <a:pt x="776" y="508"/>
                      </a:lnTo>
                      <a:lnTo>
                        <a:pt x="772" y="508"/>
                      </a:lnTo>
                      <a:lnTo>
                        <a:pt x="772" y="504"/>
                      </a:lnTo>
                      <a:lnTo>
                        <a:pt x="772" y="500"/>
                      </a:lnTo>
                      <a:lnTo>
                        <a:pt x="772" y="496"/>
                      </a:lnTo>
                      <a:lnTo>
                        <a:pt x="772" y="496"/>
                      </a:lnTo>
                      <a:lnTo>
                        <a:pt x="772" y="496"/>
                      </a:lnTo>
                      <a:close/>
                      <a:moveTo>
                        <a:pt x="816" y="470"/>
                      </a:moveTo>
                      <a:lnTo>
                        <a:pt x="812" y="470"/>
                      </a:lnTo>
                      <a:lnTo>
                        <a:pt x="812" y="466"/>
                      </a:lnTo>
                      <a:lnTo>
                        <a:pt x="816" y="466"/>
                      </a:lnTo>
                      <a:lnTo>
                        <a:pt x="816" y="470"/>
                      </a:lnTo>
                      <a:lnTo>
                        <a:pt x="816" y="470"/>
                      </a:lnTo>
                      <a:lnTo>
                        <a:pt x="816" y="470"/>
                      </a:lnTo>
                      <a:close/>
                      <a:moveTo>
                        <a:pt x="1114" y="470"/>
                      </a:moveTo>
                      <a:lnTo>
                        <a:pt x="1114" y="474"/>
                      </a:lnTo>
                      <a:lnTo>
                        <a:pt x="1114" y="470"/>
                      </a:lnTo>
                      <a:lnTo>
                        <a:pt x="1114" y="474"/>
                      </a:lnTo>
                      <a:lnTo>
                        <a:pt x="1110" y="474"/>
                      </a:lnTo>
                      <a:lnTo>
                        <a:pt x="1110" y="470"/>
                      </a:lnTo>
                      <a:lnTo>
                        <a:pt x="1114" y="470"/>
                      </a:lnTo>
                      <a:lnTo>
                        <a:pt x="1114" y="470"/>
                      </a:lnTo>
                      <a:lnTo>
                        <a:pt x="1114" y="470"/>
                      </a:lnTo>
                      <a:close/>
                      <a:moveTo>
                        <a:pt x="1070" y="496"/>
                      </a:moveTo>
                      <a:lnTo>
                        <a:pt x="1074" y="496"/>
                      </a:lnTo>
                      <a:lnTo>
                        <a:pt x="1070" y="500"/>
                      </a:lnTo>
                      <a:lnTo>
                        <a:pt x="1066" y="500"/>
                      </a:lnTo>
                      <a:lnTo>
                        <a:pt x="1070" y="496"/>
                      </a:lnTo>
                      <a:lnTo>
                        <a:pt x="1070" y="496"/>
                      </a:lnTo>
                      <a:lnTo>
                        <a:pt x="1070" y="496"/>
                      </a:lnTo>
                      <a:close/>
                      <a:moveTo>
                        <a:pt x="894" y="516"/>
                      </a:moveTo>
                      <a:lnTo>
                        <a:pt x="890" y="516"/>
                      </a:lnTo>
                      <a:lnTo>
                        <a:pt x="890" y="512"/>
                      </a:lnTo>
                      <a:lnTo>
                        <a:pt x="894" y="512"/>
                      </a:lnTo>
                      <a:lnTo>
                        <a:pt x="898" y="512"/>
                      </a:lnTo>
                      <a:lnTo>
                        <a:pt x="894" y="516"/>
                      </a:lnTo>
                      <a:lnTo>
                        <a:pt x="894" y="516"/>
                      </a:lnTo>
                      <a:lnTo>
                        <a:pt x="894" y="516"/>
                      </a:lnTo>
                      <a:close/>
                      <a:moveTo>
                        <a:pt x="970" y="520"/>
                      </a:moveTo>
                      <a:lnTo>
                        <a:pt x="970" y="522"/>
                      </a:lnTo>
                      <a:lnTo>
                        <a:pt x="966" y="522"/>
                      </a:lnTo>
                      <a:lnTo>
                        <a:pt x="970" y="520"/>
                      </a:lnTo>
                      <a:lnTo>
                        <a:pt x="970" y="520"/>
                      </a:lnTo>
                      <a:lnTo>
                        <a:pt x="970" y="520"/>
                      </a:lnTo>
                      <a:close/>
                      <a:moveTo>
                        <a:pt x="910" y="526"/>
                      </a:moveTo>
                      <a:lnTo>
                        <a:pt x="914" y="526"/>
                      </a:lnTo>
                      <a:lnTo>
                        <a:pt x="910" y="526"/>
                      </a:lnTo>
                      <a:lnTo>
                        <a:pt x="910" y="530"/>
                      </a:lnTo>
                      <a:lnTo>
                        <a:pt x="906" y="526"/>
                      </a:lnTo>
                      <a:lnTo>
                        <a:pt x="902" y="526"/>
                      </a:lnTo>
                      <a:lnTo>
                        <a:pt x="902" y="522"/>
                      </a:lnTo>
                      <a:lnTo>
                        <a:pt x="898" y="522"/>
                      </a:lnTo>
                      <a:lnTo>
                        <a:pt x="898" y="520"/>
                      </a:lnTo>
                      <a:lnTo>
                        <a:pt x="902" y="522"/>
                      </a:lnTo>
                      <a:lnTo>
                        <a:pt x="906" y="522"/>
                      </a:lnTo>
                      <a:lnTo>
                        <a:pt x="910" y="522"/>
                      </a:lnTo>
                      <a:lnTo>
                        <a:pt x="910" y="526"/>
                      </a:lnTo>
                      <a:lnTo>
                        <a:pt x="910" y="526"/>
                      </a:lnTo>
                      <a:lnTo>
                        <a:pt x="910" y="526"/>
                      </a:lnTo>
                      <a:close/>
                      <a:moveTo>
                        <a:pt x="1084" y="522"/>
                      </a:moveTo>
                      <a:lnTo>
                        <a:pt x="1084" y="526"/>
                      </a:lnTo>
                      <a:lnTo>
                        <a:pt x="1088" y="530"/>
                      </a:lnTo>
                      <a:lnTo>
                        <a:pt x="1084" y="530"/>
                      </a:lnTo>
                      <a:lnTo>
                        <a:pt x="1084" y="526"/>
                      </a:lnTo>
                      <a:lnTo>
                        <a:pt x="1080" y="522"/>
                      </a:lnTo>
                      <a:lnTo>
                        <a:pt x="1084" y="522"/>
                      </a:lnTo>
                      <a:lnTo>
                        <a:pt x="1084" y="522"/>
                      </a:lnTo>
                      <a:lnTo>
                        <a:pt x="1084" y="522"/>
                      </a:lnTo>
                      <a:close/>
                      <a:moveTo>
                        <a:pt x="1076" y="522"/>
                      </a:moveTo>
                      <a:lnTo>
                        <a:pt x="1076" y="526"/>
                      </a:lnTo>
                      <a:lnTo>
                        <a:pt x="1074" y="526"/>
                      </a:lnTo>
                      <a:lnTo>
                        <a:pt x="1074" y="522"/>
                      </a:lnTo>
                      <a:lnTo>
                        <a:pt x="1076" y="522"/>
                      </a:lnTo>
                      <a:lnTo>
                        <a:pt x="1076" y="522"/>
                      </a:lnTo>
                      <a:lnTo>
                        <a:pt x="1076" y="522"/>
                      </a:lnTo>
                      <a:close/>
                      <a:moveTo>
                        <a:pt x="888" y="526"/>
                      </a:moveTo>
                      <a:lnTo>
                        <a:pt x="890" y="526"/>
                      </a:lnTo>
                      <a:lnTo>
                        <a:pt x="894" y="526"/>
                      </a:lnTo>
                      <a:lnTo>
                        <a:pt x="898" y="530"/>
                      </a:lnTo>
                      <a:lnTo>
                        <a:pt x="898" y="534"/>
                      </a:lnTo>
                      <a:lnTo>
                        <a:pt x="894" y="534"/>
                      </a:lnTo>
                      <a:lnTo>
                        <a:pt x="890" y="534"/>
                      </a:lnTo>
                      <a:lnTo>
                        <a:pt x="888" y="530"/>
                      </a:lnTo>
                      <a:lnTo>
                        <a:pt x="884" y="530"/>
                      </a:lnTo>
                      <a:lnTo>
                        <a:pt x="884" y="526"/>
                      </a:lnTo>
                      <a:lnTo>
                        <a:pt x="888" y="526"/>
                      </a:lnTo>
                      <a:lnTo>
                        <a:pt x="888" y="526"/>
                      </a:lnTo>
                      <a:lnTo>
                        <a:pt x="888" y="526"/>
                      </a:lnTo>
                      <a:close/>
                      <a:moveTo>
                        <a:pt x="832" y="538"/>
                      </a:moveTo>
                      <a:lnTo>
                        <a:pt x="834" y="538"/>
                      </a:lnTo>
                      <a:lnTo>
                        <a:pt x="834" y="542"/>
                      </a:lnTo>
                      <a:lnTo>
                        <a:pt x="834" y="546"/>
                      </a:lnTo>
                      <a:lnTo>
                        <a:pt x="832" y="546"/>
                      </a:lnTo>
                      <a:lnTo>
                        <a:pt x="832" y="550"/>
                      </a:lnTo>
                      <a:lnTo>
                        <a:pt x="828" y="550"/>
                      </a:lnTo>
                      <a:lnTo>
                        <a:pt x="828" y="552"/>
                      </a:lnTo>
                      <a:lnTo>
                        <a:pt x="824" y="552"/>
                      </a:lnTo>
                      <a:lnTo>
                        <a:pt x="820" y="556"/>
                      </a:lnTo>
                      <a:lnTo>
                        <a:pt x="816" y="556"/>
                      </a:lnTo>
                      <a:lnTo>
                        <a:pt x="812" y="556"/>
                      </a:lnTo>
                      <a:lnTo>
                        <a:pt x="808" y="556"/>
                      </a:lnTo>
                      <a:lnTo>
                        <a:pt x="808" y="552"/>
                      </a:lnTo>
                      <a:lnTo>
                        <a:pt x="806" y="550"/>
                      </a:lnTo>
                      <a:lnTo>
                        <a:pt x="808" y="550"/>
                      </a:lnTo>
                      <a:lnTo>
                        <a:pt x="812" y="546"/>
                      </a:lnTo>
                      <a:lnTo>
                        <a:pt x="812" y="542"/>
                      </a:lnTo>
                      <a:lnTo>
                        <a:pt x="816" y="538"/>
                      </a:lnTo>
                      <a:lnTo>
                        <a:pt x="816" y="542"/>
                      </a:lnTo>
                      <a:lnTo>
                        <a:pt x="820" y="542"/>
                      </a:lnTo>
                      <a:lnTo>
                        <a:pt x="824" y="542"/>
                      </a:lnTo>
                      <a:lnTo>
                        <a:pt x="824" y="538"/>
                      </a:lnTo>
                      <a:lnTo>
                        <a:pt x="828" y="538"/>
                      </a:lnTo>
                      <a:lnTo>
                        <a:pt x="832" y="538"/>
                      </a:lnTo>
                      <a:lnTo>
                        <a:pt x="832" y="538"/>
                      </a:lnTo>
                      <a:lnTo>
                        <a:pt x="832" y="538"/>
                      </a:lnTo>
                      <a:close/>
                      <a:moveTo>
                        <a:pt x="940" y="542"/>
                      </a:moveTo>
                      <a:lnTo>
                        <a:pt x="944" y="546"/>
                      </a:lnTo>
                      <a:lnTo>
                        <a:pt x="948" y="546"/>
                      </a:lnTo>
                      <a:lnTo>
                        <a:pt x="944" y="546"/>
                      </a:lnTo>
                      <a:lnTo>
                        <a:pt x="940" y="546"/>
                      </a:lnTo>
                      <a:lnTo>
                        <a:pt x="940" y="542"/>
                      </a:lnTo>
                      <a:lnTo>
                        <a:pt x="940" y="542"/>
                      </a:lnTo>
                      <a:lnTo>
                        <a:pt x="940" y="542"/>
                      </a:lnTo>
                      <a:close/>
                      <a:moveTo>
                        <a:pt x="1076" y="546"/>
                      </a:moveTo>
                      <a:lnTo>
                        <a:pt x="1076" y="550"/>
                      </a:lnTo>
                      <a:lnTo>
                        <a:pt x="1074" y="550"/>
                      </a:lnTo>
                      <a:lnTo>
                        <a:pt x="1074" y="546"/>
                      </a:lnTo>
                      <a:lnTo>
                        <a:pt x="1076" y="546"/>
                      </a:lnTo>
                      <a:lnTo>
                        <a:pt x="1076" y="546"/>
                      </a:lnTo>
                      <a:lnTo>
                        <a:pt x="1076" y="546"/>
                      </a:lnTo>
                      <a:close/>
                      <a:moveTo>
                        <a:pt x="1084" y="550"/>
                      </a:moveTo>
                      <a:lnTo>
                        <a:pt x="1080" y="552"/>
                      </a:lnTo>
                      <a:lnTo>
                        <a:pt x="1076" y="552"/>
                      </a:lnTo>
                      <a:lnTo>
                        <a:pt x="1076" y="550"/>
                      </a:lnTo>
                      <a:lnTo>
                        <a:pt x="1074" y="550"/>
                      </a:lnTo>
                      <a:lnTo>
                        <a:pt x="1076" y="550"/>
                      </a:lnTo>
                      <a:lnTo>
                        <a:pt x="1080" y="550"/>
                      </a:lnTo>
                      <a:lnTo>
                        <a:pt x="1084" y="550"/>
                      </a:lnTo>
                      <a:lnTo>
                        <a:pt x="1084" y="550"/>
                      </a:lnTo>
                      <a:lnTo>
                        <a:pt x="1084" y="550"/>
                      </a:lnTo>
                      <a:close/>
                      <a:moveTo>
                        <a:pt x="868" y="564"/>
                      </a:moveTo>
                      <a:lnTo>
                        <a:pt x="868" y="566"/>
                      </a:lnTo>
                      <a:lnTo>
                        <a:pt x="864" y="570"/>
                      </a:lnTo>
                      <a:lnTo>
                        <a:pt x="864" y="566"/>
                      </a:lnTo>
                      <a:lnTo>
                        <a:pt x="862" y="566"/>
                      </a:lnTo>
                      <a:lnTo>
                        <a:pt x="858" y="564"/>
                      </a:lnTo>
                      <a:lnTo>
                        <a:pt x="858" y="560"/>
                      </a:lnTo>
                      <a:lnTo>
                        <a:pt x="858" y="556"/>
                      </a:lnTo>
                      <a:lnTo>
                        <a:pt x="862" y="556"/>
                      </a:lnTo>
                      <a:lnTo>
                        <a:pt x="862" y="552"/>
                      </a:lnTo>
                      <a:lnTo>
                        <a:pt x="864" y="552"/>
                      </a:lnTo>
                      <a:lnTo>
                        <a:pt x="868" y="552"/>
                      </a:lnTo>
                      <a:lnTo>
                        <a:pt x="868" y="550"/>
                      </a:lnTo>
                      <a:lnTo>
                        <a:pt x="868" y="552"/>
                      </a:lnTo>
                      <a:lnTo>
                        <a:pt x="872" y="552"/>
                      </a:lnTo>
                      <a:lnTo>
                        <a:pt x="872" y="556"/>
                      </a:lnTo>
                      <a:lnTo>
                        <a:pt x="872" y="560"/>
                      </a:lnTo>
                      <a:lnTo>
                        <a:pt x="868" y="564"/>
                      </a:lnTo>
                      <a:lnTo>
                        <a:pt x="868" y="564"/>
                      </a:lnTo>
                      <a:lnTo>
                        <a:pt x="868" y="564"/>
                      </a:lnTo>
                      <a:close/>
                      <a:moveTo>
                        <a:pt x="1074" y="564"/>
                      </a:moveTo>
                      <a:lnTo>
                        <a:pt x="1076" y="564"/>
                      </a:lnTo>
                      <a:lnTo>
                        <a:pt x="1076" y="566"/>
                      </a:lnTo>
                      <a:lnTo>
                        <a:pt x="1074" y="564"/>
                      </a:lnTo>
                      <a:lnTo>
                        <a:pt x="1070" y="564"/>
                      </a:lnTo>
                      <a:lnTo>
                        <a:pt x="1074" y="560"/>
                      </a:lnTo>
                      <a:lnTo>
                        <a:pt x="1074" y="564"/>
                      </a:lnTo>
                      <a:lnTo>
                        <a:pt x="1074" y="564"/>
                      </a:lnTo>
                      <a:lnTo>
                        <a:pt x="1074" y="564"/>
                      </a:lnTo>
                      <a:close/>
                      <a:moveTo>
                        <a:pt x="678" y="564"/>
                      </a:moveTo>
                      <a:lnTo>
                        <a:pt x="676" y="564"/>
                      </a:lnTo>
                      <a:lnTo>
                        <a:pt x="678" y="564"/>
                      </a:lnTo>
                      <a:lnTo>
                        <a:pt x="678" y="564"/>
                      </a:lnTo>
                      <a:lnTo>
                        <a:pt x="678" y="564"/>
                      </a:lnTo>
                      <a:close/>
                      <a:moveTo>
                        <a:pt x="1080" y="570"/>
                      </a:moveTo>
                      <a:lnTo>
                        <a:pt x="1076" y="570"/>
                      </a:lnTo>
                      <a:lnTo>
                        <a:pt x="1080" y="570"/>
                      </a:lnTo>
                      <a:lnTo>
                        <a:pt x="1076" y="574"/>
                      </a:lnTo>
                      <a:lnTo>
                        <a:pt x="1074" y="574"/>
                      </a:lnTo>
                      <a:lnTo>
                        <a:pt x="1074" y="570"/>
                      </a:lnTo>
                      <a:lnTo>
                        <a:pt x="1070" y="570"/>
                      </a:lnTo>
                      <a:lnTo>
                        <a:pt x="1066" y="570"/>
                      </a:lnTo>
                      <a:lnTo>
                        <a:pt x="1070" y="566"/>
                      </a:lnTo>
                      <a:lnTo>
                        <a:pt x="1074" y="566"/>
                      </a:lnTo>
                      <a:lnTo>
                        <a:pt x="1076" y="566"/>
                      </a:lnTo>
                      <a:lnTo>
                        <a:pt x="1080" y="570"/>
                      </a:lnTo>
                      <a:lnTo>
                        <a:pt x="1080" y="570"/>
                      </a:lnTo>
                      <a:lnTo>
                        <a:pt x="1080" y="570"/>
                      </a:lnTo>
                      <a:close/>
                      <a:moveTo>
                        <a:pt x="888" y="586"/>
                      </a:moveTo>
                      <a:lnTo>
                        <a:pt x="888" y="590"/>
                      </a:lnTo>
                      <a:lnTo>
                        <a:pt x="884" y="590"/>
                      </a:lnTo>
                      <a:lnTo>
                        <a:pt x="880" y="590"/>
                      </a:lnTo>
                      <a:lnTo>
                        <a:pt x="884" y="590"/>
                      </a:lnTo>
                      <a:lnTo>
                        <a:pt x="884" y="586"/>
                      </a:lnTo>
                      <a:lnTo>
                        <a:pt x="888" y="586"/>
                      </a:lnTo>
                      <a:lnTo>
                        <a:pt x="888" y="586"/>
                      </a:lnTo>
                      <a:lnTo>
                        <a:pt x="888" y="586"/>
                      </a:lnTo>
                      <a:close/>
                      <a:moveTo>
                        <a:pt x="1032" y="594"/>
                      </a:moveTo>
                      <a:lnTo>
                        <a:pt x="1036" y="596"/>
                      </a:lnTo>
                      <a:lnTo>
                        <a:pt x="1032" y="596"/>
                      </a:lnTo>
                      <a:lnTo>
                        <a:pt x="1032" y="600"/>
                      </a:lnTo>
                      <a:lnTo>
                        <a:pt x="1030" y="600"/>
                      </a:lnTo>
                      <a:lnTo>
                        <a:pt x="1026" y="600"/>
                      </a:lnTo>
                      <a:lnTo>
                        <a:pt x="1030" y="600"/>
                      </a:lnTo>
                      <a:lnTo>
                        <a:pt x="1030" y="596"/>
                      </a:lnTo>
                      <a:lnTo>
                        <a:pt x="1030" y="594"/>
                      </a:lnTo>
                      <a:lnTo>
                        <a:pt x="1032" y="594"/>
                      </a:lnTo>
                      <a:lnTo>
                        <a:pt x="1032" y="594"/>
                      </a:lnTo>
                      <a:lnTo>
                        <a:pt x="1032" y="594"/>
                      </a:lnTo>
                      <a:close/>
                      <a:moveTo>
                        <a:pt x="864" y="608"/>
                      </a:moveTo>
                      <a:lnTo>
                        <a:pt x="864" y="612"/>
                      </a:lnTo>
                      <a:lnTo>
                        <a:pt x="862" y="612"/>
                      </a:lnTo>
                      <a:lnTo>
                        <a:pt x="862" y="608"/>
                      </a:lnTo>
                      <a:lnTo>
                        <a:pt x="864" y="608"/>
                      </a:lnTo>
                      <a:lnTo>
                        <a:pt x="864" y="608"/>
                      </a:lnTo>
                      <a:lnTo>
                        <a:pt x="864" y="608"/>
                      </a:lnTo>
                      <a:close/>
                      <a:moveTo>
                        <a:pt x="1014" y="626"/>
                      </a:moveTo>
                      <a:lnTo>
                        <a:pt x="1014" y="630"/>
                      </a:lnTo>
                      <a:lnTo>
                        <a:pt x="1014" y="626"/>
                      </a:lnTo>
                      <a:lnTo>
                        <a:pt x="1014" y="626"/>
                      </a:lnTo>
                      <a:lnTo>
                        <a:pt x="1014" y="626"/>
                      </a:lnTo>
                      <a:close/>
                      <a:moveTo>
                        <a:pt x="1118" y="652"/>
                      </a:moveTo>
                      <a:lnTo>
                        <a:pt x="1118" y="656"/>
                      </a:lnTo>
                      <a:lnTo>
                        <a:pt x="1114" y="656"/>
                      </a:lnTo>
                      <a:lnTo>
                        <a:pt x="1114" y="652"/>
                      </a:lnTo>
                      <a:lnTo>
                        <a:pt x="1118" y="652"/>
                      </a:lnTo>
                      <a:lnTo>
                        <a:pt x="1118" y="652"/>
                      </a:lnTo>
                      <a:lnTo>
                        <a:pt x="1118" y="652"/>
                      </a:lnTo>
                      <a:close/>
                      <a:moveTo>
                        <a:pt x="1122" y="656"/>
                      </a:moveTo>
                      <a:lnTo>
                        <a:pt x="1118" y="656"/>
                      </a:lnTo>
                      <a:lnTo>
                        <a:pt x="1118" y="652"/>
                      </a:lnTo>
                      <a:lnTo>
                        <a:pt x="1122" y="652"/>
                      </a:lnTo>
                      <a:lnTo>
                        <a:pt x="1122" y="656"/>
                      </a:lnTo>
                      <a:lnTo>
                        <a:pt x="1122" y="656"/>
                      </a:lnTo>
                      <a:lnTo>
                        <a:pt x="1122" y="656"/>
                      </a:lnTo>
                      <a:close/>
                      <a:moveTo>
                        <a:pt x="868" y="660"/>
                      </a:moveTo>
                      <a:lnTo>
                        <a:pt x="868" y="664"/>
                      </a:lnTo>
                      <a:lnTo>
                        <a:pt x="864" y="664"/>
                      </a:lnTo>
                      <a:lnTo>
                        <a:pt x="864" y="660"/>
                      </a:lnTo>
                      <a:lnTo>
                        <a:pt x="868" y="660"/>
                      </a:lnTo>
                      <a:lnTo>
                        <a:pt x="868" y="660"/>
                      </a:lnTo>
                      <a:lnTo>
                        <a:pt x="868" y="660"/>
                      </a:lnTo>
                      <a:close/>
                      <a:moveTo>
                        <a:pt x="1122" y="664"/>
                      </a:moveTo>
                      <a:lnTo>
                        <a:pt x="1122" y="668"/>
                      </a:lnTo>
                      <a:lnTo>
                        <a:pt x="1122" y="664"/>
                      </a:lnTo>
                      <a:lnTo>
                        <a:pt x="1122" y="664"/>
                      </a:lnTo>
                      <a:lnTo>
                        <a:pt x="1122" y="664"/>
                      </a:lnTo>
                      <a:close/>
                      <a:moveTo>
                        <a:pt x="1126" y="676"/>
                      </a:moveTo>
                      <a:lnTo>
                        <a:pt x="1126" y="680"/>
                      </a:lnTo>
                      <a:lnTo>
                        <a:pt x="1122" y="680"/>
                      </a:lnTo>
                      <a:lnTo>
                        <a:pt x="1126" y="680"/>
                      </a:lnTo>
                      <a:lnTo>
                        <a:pt x="1126" y="682"/>
                      </a:lnTo>
                      <a:lnTo>
                        <a:pt x="1126" y="680"/>
                      </a:lnTo>
                      <a:lnTo>
                        <a:pt x="1122" y="680"/>
                      </a:lnTo>
                      <a:lnTo>
                        <a:pt x="1122" y="676"/>
                      </a:lnTo>
                      <a:lnTo>
                        <a:pt x="1126" y="676"/>
                      </a:lnTo>
                      <a:lnTo>
                        <a:pt x="1126" y="676"/>
                      </a:lnTo>
                      <a:lnTo>
                        <a:pt x="1126" y="676"/>
                      </a:lnTo>
                      <a:close/>
                      <a:moveTo>
                        <a:pt x="864" y="676"/>
                      </a:moveTo>
                      <a:lnTo>
                        <a:pt x="864" y="680"/>
                      </a:lnTo>
                      <a:lnTo>
                        <a:pt x="864" y="676"/>
                      </a:lnTo>
                      <a:lnTo>
                        <a:pt x="864" y="676"/>
                      </a:lnTo>
                      <a:lnTo>
                        <a:pt x="864" y="676"/>
                      </a:lnTo>
                      <a:close/>
                      <a:moveTo>
                        <a:pt x="868" y="680"/>
                      </a:moveTo>
                      <a:lnTo>
                        <a:pt x="868" y="682"/>
                      </a:lnTo>
                      <a:lnTo>
                        <a:pt x="868" y="680"/>
                      </a:lnTo>
                      <a:lnTo>
                        <a:pt x="868" y="680"/>
                      </a:lnTo>
                      <a:lnTo>
                        <a:pt x="868" y="680"/>
                      </a:lnTo>
                      <a:close/>
                      <a:moveTo>
                        <a:pt x="864" y="702"/>
                      </a:moveTo>
                      <a:lnTo>
                        <a:pt x="864" y="698"/>
                      </a:lnTo>
                      <a:lnTo>
                        <a:pt x="868" y="698"/>
                      </a:lnTo>
                      <a:lnTo>
                        <a:pt x="868" y="694"/>
                      </a:lnTo>
                      <a:lnTo>
                        <a:pt x="864" y="698"/>
                      </a:lnTo>
                      <a:lnTo>
                        <a:pt x="862" y="698"/>
                      </a:lnTo>
                      <a:lnTo>
                        <a:pt x="864" y="698"/>
                      </a:lnTo>
                      <a:lnTo>
                        <a:pt x="864" y="694"/>
                      </a:lnTo>
                      <a:lnTo>
                        <a:pt x="868" y="690"/>
                      </a:lnTo>
                      <a:lnTo>
                        <a:pt x="868" y="686"/>
                      </a:lnTo>
                      <a:lnTo>
                        <a:pt x="868" y="682"/>
                      </a:lnTo>
                      <a:lnTo>
                        <a:pt x="872" y="682"/>
                      </a:lnTo>
                      <a:lnTo>
                        <a:pt x="872" y="686"/>
                      </a:lnTo>
                      <a:lnTo>
                        <a:pt x="868" y="690"/>
                      </a:lnTo>
                      <a:lnTo>
                        <a:pt x="872" y="690"/>
                      </a:lnTo>
                      <a:lnTo>
                        <a:pt x="872" y="686"/>
                      </a:lnTo>
                      <a:lnTo>
                        <a:pt x="872" y="682"/>
                      </a:lnTo>
                      <a:lnTo>
                        <a:pt x="876" y="682"/>
                      </a:lnTo>
                      <a:lnTo>
                        <a:pt x="876" y="686"/>
                      </a:lnTo>
                      <a:lnTo>
                        <a:pt x="880" y="686"/>
                      </a:lnTo>
                      <a:lnTo>
                        <a:pt x="876" y="690"/>
                      </a:lnTo>
                      <a:lnTo>
                        <a:pt x="876" y="694"/>
                      </a:lnTo>
                      <a:lnTo>
                        <a:pt x="876" y="698"/>
                      </a:lnTo>
                      <a:lnTo>
                        <a:pt x="872" y="698"/>
                      </a:lnTo>
                      <a:lnTo>
                        <a:pt x="876" y="698"/>
                      </a:lnTo>
                      <a:lnTo>
                        <a:pt x="876" y="694"/>
                      </a:lnTo>
                      <a:lnTo>
                        <a:pt x="876" y="690"/>
                      </a:lnTo>
                      <a:lnTo>
                        <a:pt x="876" y="686"/>
                      </a:lnTo>
                      <a:lnTo>
                        <a:pt x="876" y="690"/>
                      </a:lnTo>
                      <a:lnTo>
                        <a:pt x="872" y="698"/>
                      </a:lnTo>
                      <a:lnTo>
                        <a:pt x="876" y="694"/>
                      </a:lnTo>
                      <a:lnTo>
                        <a:pt x="876" y="690"/>
                      </a:lnTo>
                      <a:lnTo>
                        <a:pt x="872" y="690"/>
                      </a:lnTo>
                      <a:lnTo>
                        <a:pt x="872" y="694"/>
                      </a:lnTo>
                      <a:lnTo>
                        <a:pt x="872" y="698"/>
                      </a:lnTo>
                      <a:lnTo>
                        <a:pt x="868" y="698"/>
                      </a:lnTo>
                      <a:lnTo>
                        <a:pt x="864" y="702"/>
                      </a:lnTo>
                      <a:lnTo>
                        <a:pt x="864" y="702"/>
                      </a:lnTo>
                      <a:lnTo>
                        <a:pt x="864" y="702"/>
                      </a:lnTo>
                      <a:close/>
                      <a:moveTo>
                        <a:pt x="862" y="690"/>
                      </a:moveTo>
                      <a:lnTo>
                        <a:pt x="864" y="686"/>
                      </a:lnTo>
                      <a:lnTo>
                        <a:pt x="868" y="686"/>
                      </a:lnTo>
                      <a:lnTo>
                        <a:pt x="868" y="682"/>
                      </a:lnTo>
                      <a:lnTo>
                        <a:pt x="868" y="686"/>
                      </a:lnTo>
                      <a:lnTo>
                        <a:pt x="868" y="690"/>
                      </a:lnTo>
                      <a:lnTo>
                        <a:pt x="864" y="690"/>
                      </a:lnTo>
                      <a:lnTo>
                        <a:pt x="862" y="690"/>
                      </a:lnTo>
                      <a:lnTo>
                        <a:pt x="862" y="690"/>
                      </a:lnTo>
                      <a:lnTo>
                        <a:pt x="862" y="690"/>
                      </a:lnTo>
                      <a:close/>
                      <a:moveTo>
                        <a:pt x="876" y="694"/>
                      </a:moveTo>
                      <a:lnTo>
                        <a:pt x="880" y="690"/>
                      </a:lnTo>
                      <a:lnTo>
                        <a:pt x="880" y="686"/>
                      </a:lnTo>
                      <a:lnTo>
                        <a:pt x="884" y="690"/>
                      </a:lnTo>
                      <a:lnTo>
                        <a:pt x="880" y="690"/>
                      </a:lnTo>
                      <a:lnTo>
                        <a:pt x="880" y="694"/>
                      </a:lnTo>
                      <a:lnTo>
                        <a:pt x="876" y="694"/>
                      </a:lnTo>
                      <a:lnTo>
                        <a:pt x="876" y="694"/>
                      </a:lnTo>
                      <a:lnTo>
                        <a:pt x="876" y="694"/>
                      </a:lnTo>
                      <a:close/>
                      <a:moveTo>
                        <a:pt x="1122" y="686"/>
                      </a:moveTo>
                      <a:lnTo>
                        <a:pt x="1126" y="686"/>
                      </a:lnTo>
                      <a:lnTo>
                        <a:pt x="1126" y="690"/>
                      </a:lnTo>
                      <a:lnTo>
                        <a:pt x="1122" y="690"/>
                      </a:lnTo>
                      <a:lnTo>
                        <a:pt x="1122" y="686"/>
                      </a:lnTo>
                      <a:lnTo>
                        <a:pt x="1122" y="686"/>
                      </a:lnTo>
                      <a:lnTo>
                        <a:pt x="1122" y="686"/>
                      </a:lnTo>
                      <a:close/>
                      <a:moveTo>
                        <a:pt x="1130" y="690"/>
                      </a:moveTo>
                      <a:lnTo>
                        <a:pt x="1132" y="694"/>
                      </a:lnTo>
                      <a:lnTo>
                        <a:pt x="1130" y="694"/>
                      </a:lnTo>
                      <a:lnTo>
                        <a:pt x="1130" y="690"/>
                      </a:lnTo>
                      <a:lnTo>
                        <a:pt x="1130" y="690"/>
                      </a:lnTo>
                      <a:lnTo>
                        <a:pt x="1130" y="690"/>
                      </a:lnTo>
                      <a:close/>
                      <a:moveTo>
                        <a:pt x="876" y="694"/>
                      </a:moveTo>
                      <a:lnTo>
                        <a:pt x="876" y="698"/>
                      </a:lnTo>
                      <a:lnTo>
                        <a:pt x="876" y="702"/>
                      </a:lnTo>
                      <a:lnTo>
                        <a:pt x="876" y="698"/>
                      </a:lnTo>
                      <a:lnTo>
                        <a:pt x="876" y="694"/>
                      </a:lnTo>
                      <a:lnTo>
                        <a:pt x="876" y="694"/>
                      </a:lnTo>
                      <a:lnTo>
                        <a:pt x="876" y="694"/>
                      </a:lnTo>
                      <a:close/>
                      <a:moveTo>
                        <a:pt x="152" y="716"/>
                      </a:moveTo>
                      <a:lnTo>
                        <a:pt x="152" y="720"/>
                      </a:lnTo>
                      <a:lnTo>
                        <a:pt x="150" y="724"/>
                      </a:lnTo>
                      <a:lnTo>
                        <a:pt x="150" y="720"/>
                      </a:lnTo>
                      <a:lnTo>
                        <a:pt x="152" y="720"/>
                      </a:lnTo>
                      <a:lnTo>
                        <a:pt x="152" y="716"/>
                      </a:lnTo>
                      <a:lnTo>
                        <a:pt x="152" y="716"/>
                      </a:lnTo>
                      <a:lnTo>
                        <a:pt x="152" y="716"/>
                      </a:lnTo>
                      <a:close/>
                      <a:moveTo>
                        <a:pt x="876" y="720"/>
                      </a:moveTo>
                      <a:lnTo>
                        <a:pt x="872" y="720"/>
                      </a:lnTo>
                      <a:lnTo>
                        <a:pt x="868" y="720"/>
                      </a:lnTo>
                      <a:lnTo>
                        <a:pt x="864" y="724"/>
                      </a:lnTo>
                      <a:lnTo>
                        <a:pt x="864" y="720"/>
                      </a:lnTo>
                      <a:lnTo>
                        <a:pt x="868" y="720"/>
                      </a:lnTo>
                      <a:lnTo>
                        <a:pt x="872" y="720"/>
                      </a:lnTo>
                      <a:lnTo>
                        <a:pt x="876" y="720"/>
                      </a:lnTo>
                      <a:lnTo>
                        <a:pt x="876" y="720"/>
                      </a:lnTo>
                      <a:lnTo>
                        <a:pt x="876" y="720"/>
                      </a:lnTo>
                      <a:close/>
                      <a:moveTo>
                        <a:pt x="146" y="724"/>
                      </a:moveTo>
                      <a:lnTo>
                        <a:pt x="146" y="728"/>
                      </a:lnTo>
                      <a:lnTo>
                        <a:pt x="142" y="728"/>
                      </a:lnTo>
                      <a:lnTo>
                        <a:pt x="142" y="724"/>
                      </a:lnTo>
                      <a:lnTo>
                        <a:pt x="146" y="724"/>
                      </a:lnTo>
                      <a:lnTo>
                        <a:pt x="146" y="724"/>
                      </a:lnTo>
                      <a:lnTo>
                        <a:pt x="146" y="724"/>
                      </a:lnTo>
                      <a:close/>
                      <a:moveTo>
                        <a:pt x="112" y="746"/>
                      </a:moveTo>
                      <a:lnTo>
                        <a:pt x="112" y="742"/>
                      </a:lnTo>
                      <a:lnTo>
                        <a:pt x="112" y="738"/>
                      </a:lnTo>
                      <a:lnTo>
                        <a:pt x="112" y="736"/>
                      </a:lnTo>
                      <a:lnTo>
                        <a:pt x="116" y="736"/>
                      </a:lnTo>
                      <a:lnTo>
                        <a:pt x="120" y="736"/>
                      </a:lnTo>
                      <a:lnTo>
                        <a:pt x="120" y="738"/>
                      </a:lnTo>
                      <a:lnTo>
                        <a:pt x="116" y="738"/>
                      </a:lnTo>
                      <a:lnTo>
                        <a:pt x="120" y="738"/>
                      </a:lnTo>
                      <a:lnTo>
                        <a:pt x="124" y="736"/>
                      </a:lnTo>
                      <a:lnTo>
                        <a:pt x="124" y="738"/>
                      </a:lnTo>
                      <a:lnTo>
                        <a:pt x="126" y="738"/>
                      </a:lnTo>
                      <a:lnTo>
                        <a:pt x="126" y="742"/>
                      </a:lnTo>
                      <a:lnTo>
                        <a:pt x="124" y="742"/>
                      </a:lnTo>
                      <a:lnTo>
                        <a:pt x="120" y="746"/>
                      </a:lnTo>
                      <a:lnTo>
                        <a:pt x="124" y="746"/>
                      </a:lnTo>
                      <a:lnTo>
                        <a:pt x="126" y="742"/>
                      </a:lnTo>
                      <a:lnTo>
                        <a:pt x="126" y="738"/>
                      </a:lnTo>
                      <a:lnTo>
                        <a:pt x="130" y="738"/>
                      </a:lnTo>
                      <a:lnTo>
                        <a:pt x="130" y="736"/>
                      </a:lnTo>
                      <a:lnTo>
                        <a:pt x="130" y="738"/>
                      </a:lnTo>
                      <a:lnTo>
                        <a:pt x="130" y="742"/>
                      </a:lnTo>
                      <a:lnTo>
                        <a:pt x="126" y="746"/>
                      </a:lnTo>
                      <a:lnTo>
                        <a:pt x="126" y="750"/>
                      </a:lnTo>
                      <a:lnTo>
                        <a:pt x="126" y="754"/>
                      </a:lnTo>
                      <a:lnTo>
                        <a:pt x="124" y="754"/>
                      </a:lnTo>
                      <a:lnTo>
                        <a:pt x="124" y="758"/>
                      </a:lnTo>
                      <a:lnTo>
                        <a:pt x="126" y="758"/>
                      </a:lnTo>
                      <a:lnTo>
                        <a:pt x="124" y="758"/>
                      </a:lnTo>
                      <a:lnTo>
                        <a:pt x="120" y="758"/>
                      </a:lnTo>
                      <a:lnTo>
                        <a:pt x="120" y="754"/>
                      </a:lnTo>
                      <a:lnTo>
                        <a:pt x="116" y="754"/>
                      </a:lnTo>
                      <a:lnTo>
                        <a:pt x="120" y="754"/>
                      </a:lnTo>
                      <a:lnTo>
                        <a:pt x="124" y="754"/>
                      </a:lnTo>
                      <a:lnTo>
                        <a:pt x="120" y="750"/>
                      </a:lnTo>
                      <a:lnTo>
                        <a:pt x="116" y="750"/>
                      </a:lnTo>
                      <a:lnTo>
                        <a:pt x="112" y="750"/>
                      </a:lnTo>
                      <a:lnTo>
                        <a:pt x="112" y="746"/>
                      </a:lnTo>
                      <a:lnTo>
                        <a:pt x="116" y="746"/>
                      </a:lnTo>
                      <a:lnTo>
                        <a:pt x="112" y="746"/>
                      </a:lnTo>
                      <a:lnTo>
                        <a:pt x="112" y="746"/>
                      </a:lnTo>
                      <a:lnTo>
                        <a:pt x="112" y="746"/>
                      </a:lnTo>
                      <a:close/>
                      <a:moveTo>
                        <a:pt x="150" y="738"/>
                      </a:moveTo>
                      <a:lnTo>
                        <a:pt x="152" y="738"/>
                      </a:lnTo>
                      <a:lnTo>
                        <a:pt x="150" y="742"/>
                      </a:lnTo>
                      <a:lnTo>
                        <a:pt x="150" y="738"/>
                      </a:lnTo>
                      <a:lnTo>
                        <a:pt x="150" y="742"/>
                      </a:lnTo>
                      <a:lnTo>
                        <a:pt x="150" y="738"/>
                      </a:lnTo>
                      <a:lnTo>
                        <a:pt x="146" y="738"/>
                      </a:lnTo>
                      <a:lnTo>
                        <a:pt x="146" y="742"/>
                      </a:lnTo>
                      <a:lnTo>
                        <a:pt x="146" y="738"/>
                      </a:lnTo>
                      <a:lnTo>
                        <a:pt x="150" y="738"/>
                      </a:lnTo>
                      <a:lnTo>
                        <a:pt x="150" y="736"/>
                      </a:lnTo>
                      <a:lnTo>
                        <a:pt x="150" y="738"/>
                      </a:lnTo>
                      <a:lnTo>
                        <a:pt x="150" y="738"/>
                      </a:lnTo>
                      <a:lnTo>
                        <a:pt x="150" y="738"/>
                      </a:lnTo>
                      <a:close/>
                      <a:moveTo>
                        <a:pt x="152" y="742"/>
                      </a:moveTo>
                      <a:lnTo>
                        <a:pt x="152" y="746"/>
                      </a:lnTo>
                      <a:lnTo>
                        <a:pt x="152" y="750"/>
                      </a:lnTo>
                      <a:lnTo>
                        <a:pt x="152" y="746"/>
                      </a:lnTo>
                      <a:lnTo>
                        <a:pt x="150" y="746"/>
                      </a:lnTo>
                      <a:lnTo>
                        <a:pt x="152" y="742"/>
                      </a:lnTo>
                      <a:lnTo>
                        <a:pt x="152" y="742"/>
                      </a:lnTo>
                      <a:lnTo>
                        <a:pt x="152" y="742"/>
                      </a:lnTo>
                      <a:close/>
                      <a:moveTo>
                        <a:pt x="172" y="746"/>
                      </a:moveTo>
                      <a:lnTo>
                        <a:pt x="168" y="746"/>
                      </a:lnTo>
                      <a:lnTo>
                        <a:pt x="168" y="750"/>
                      </a:lnTo>
                      <a:lnTo>
                        <a:pt x="168" y="754"/>
                      </a:lnTo>
                      <a:lnTo>
                        <a:pt x="168" y="746"/>
                      </a:lnTo>
                      <a:lnTo>
                        <a:pt x="172" y="746"/>
                      </a:lnTo>
                      <a:lnTo>
                        <a:pt x="172" y="746"/>
                      </a:lnTo>
                      <a:lnTo>
                        <a:pt x="172" y="746"/>
                      </a:lnTo>
                      <a:close/>
                      <a:moveTo>
                        <a:pt x="150" y="746"/>
                      </a:moveTo>
                      <a:lnTo>
                        <a:pt x="152" y="746"/>
                      </a:lnTo>
                      <a:lnTo>
                        <a:pt x="152" y="750"/>
                      </a:lnTo>
                      <a:lnTo>
                        <a:pt x="156" y="750"/>
                      </a:lnTo>
                      <a:lnTo>
                        <a:pt x="156" y="754"/>
                      </a:lnTo>
                      <a:lnTo>
                        <a:pt x="160" y="758"/>
                      </a:lnTo>
                      <a:lnTo>
                        <a:pt x="156" y="758"/>
                      </a:lnTo>
                      <a:lnTo>
                        <a:pt x="152" y="754"/>
                      </a:lnTo>
                      <a:lnTo>
                        <a:pt x="150" y="754"/>
                      </a:lnTo>
                      <a:lnTo>
                        <a:pt x="150" y="750"/>
                      </a:lnTo>
                      <a:lnTo>
                        <a:pt x="150" y="746"/>
                      </a:lnTo>
                      <a:lnTo>
                        <a:pt x="150" y="746"/>
                      </a:lnTo>
                      <a:lnTo>
                        <a:pt x="150" y="746"/>
                      </a:lnTo>
                      <a:close/>
                      <a:moveTo>
                        <a:pt x="172" y="750"/>
                      </a:moveTo>
                      <a:lnTo>
                        <a:pt x="172" y="754"/>
                      </a:lnTo>
                      <a:lnTo>
                        <a:pt x="168" y="754"/>
                      </a:lnTo>
                      <a:lnTo>
                        <a:pt x="168" y="750"/>
                      </a:lnTo>
                      <a:lnTo>
                        <a:pt x="172" y="750"/>
                      </a:lnTo>
                      <a:lnTo>
                        <a:pt x="172" y="750"/>
                      </a:lnTo>
                      <a:lnTo>
                        <a:pt x="172" y="750"/>
                      </a:lnTo>
                      <a:close/>
                      <a:moveTo>
                        <a:pt x="864" y="754"/>
                      </a:moveTo>
                      <a:lnTo>
                        <a:pt x="862" y="754"/>
                      </a:lnTo>
                      <a:lnTo>
                        <a:pt x="864" y="754"/>
                      </a:lnTo>
                      <a:lnTo>
                        <a:pt x="864" y="754"/>
                      </a:lnTo>
                      <a:lnTo>
                        <a:pt x="864" y="754"/>
                      </a:lnTo>
                      <a:close/>
                      <a:moveTo>
                        <a:pt x="168" y="754"/>
                      </a:moveTo>
                      <a:lnTo>
                        <a:pt x="168" y="758"/>
                      </a:lnTo>
                      <a:lnTo>
                        <a:pt x="164" y="758"/>
                      </a:lnTo>
                      <a:lnTo>
                        <a:pt x="164" y="754"/>
                      </a:lnTo>
                      <a:lnTo>
                        <a:pt x="168" y="754"/>
                      </a:lnTo>
                      <a:lnTo>
                        <a:pt x="168" y="754"/>
                      </a:lnTo>
                      <a:lnTo>
                        <a:pt x="168" y="754"/>
                      </a:lnTo>
                      <a:close/>
                      <a:moveTo>
                        <a:pt x="846" y="758"/>
                      </a:moveTo>
                      <a:lnTo>
                        <a:pt x="850" y="758"/>
                      </a:lnTo>
                      <a:lnTo>
                        <a:pt x="850" y="762"/>
                      </a:lnTo>
                      <a:lnTo>
                        <a:pt x="854" y="766"/>
                      </a:lnTo>
                      <a:lnTo>
                        <a:pt x="854" y="768"/>
                      </a:lnTo>
                      <a:lnTo>
                        <a:pt x="854" y="766"/>
                      </a:lnTo>
                      <a:lnTo>
                        <a:pt x="850" y="766"/>
                      </a:lnTo>
                      <a:lnTo>
                        <a:pt x="846" y="766"/>
                      </a:lnTo>
                      <a:lnTo>
                        <a:pt x="842" y="766"/>
                      </a:lnTo>
                      <a:lnTo>
                        <a:pt x="838" y="762"/>
                      </a:lnTo>
                      <a:lnTo>
                        <a:pt x="834" y="762"/>
                      </a:lnTo>
                      <a:lnTo>
                        <a:pt x="834" y="758"/>
                      </a:lnTo>
                      <a:lnTo>
                        <a:pt x="838" y="758"/>
                      </a:lnTo>
                      <a:lnTo>
                        <a:pt x="842" y="758"/>
                      </a:lnTo>
                      <a:lnTo>
                        <a:pt x="842" y="754"/>
                      </a:lnTo>
                      <a:lnTo>
                        <a:pt x="842" y="758"/>
                      </a:lnTo>
                      <a:lnTo>
                        <a:pt x="846" y="758"/>
                      </a:lnTo>
                      <a:lnTo>
                        <a:pt x="846" y="758"/>
                      </a:lnTo>
                      <a:lnTo>
                        <a:pt x="846" y="758"/>
                      </a:lnTo>
                      <a:close/>
                      <a:moveTo>
                        <a:pt x="164" y="758"/>
                      </a:moveTo>
                      <a:lnTo>
                        <a:pt x="164" y="762"/>
                      </a:lnTo>
                      <a:lnTo>
                        <a:pt x="164" y="758"/>
                      </a:lnTo>
                      <a:lnTo>
                        <a:pt x="160" y="758"/>
                      </a:lnTo>
                      <a:lnTo>
                        <a:pt x="164" y="758"/>
                      </a:lnTo>
                      <a:lnTo>
                        <a:pt x="164" y="758"/>
                      </a:lnTo>
                      <a:lnTo>
                        <a:pt x="164" y="758"/>
                      </a:lnTo>
                      <a:close/>
                      <a:moveTo>
                        <a:pt x="168" y="766"/>
                      </a:moveTo>
                      <a:lnTo>
                        <a:pt x="172" y="768"/>
                      </a:lnTo>
                      <a:lnTo>
                        <a:pt x="172" y="772"/>
                      </a:lnTo>
                      <a:lnTo>
                        <a:pt x="168" y="768"/>
                      </a:lnTo>
                      <a:lnTo>
                        <a:pt x="164" y="766"/>
                      </a:lnTo>
                      <a:lnTo>
                        <a:pt x="168" y="766"/>
                      </a:lnTo>
                      <a:lnTo>
                        <a:pt x="168" y="766"/>
                      </a:lnTo>
                      <a:lnTo>
                        <a:pt x="168" y="766"/>
                      </a:lnTo>
                      <a:close/>
                      <a:moveTo>
                        <a:pt x="182" y="766"/>
                      </a:moveTo>
                      <a:lnTo>
                        <a:pt x="180" y="766"/>
                      </a:lnTo>
                      <a:lnTo>
                        <a:pt x="180" y="768"/>
                      </a:lnTo>
                      <a:lnTo>
                        <a:pt x="180" y="766"/>
                      </a:lnTo>
                      <a:lnTo>
                        <a:pt x="182" y="766"/>
                      </a:lnTo>
                      <a:lnTo>
                        <a:pt x="182" y="766"/>
                      </a:lnTo>
                      <a:lnTo>
                        <a:pt x="182" y="766"/>
                      </a:lnTo>
                      <a:close/>
                      <a:moveTo>
                        <a:pt x="180" y="766"/>
                      </a:moveTo>
                      <a:lnTo>
                        <a:pt x="180" y="768"/>
                      </a:lnTo>
                      <a:lnTo>
                        <a:pt x="180" y="772"/>
                      </a:lnTo>
                      <a:lnTo>
                        <a:pt x="176" y="772"/>
                      </a:lnTo>
                      <a:lnTo>
                        <a:pt x="180" y="768"/>
                      </a:lnTo>
                      <a:lnTo>
                        <a:pt x="180" y="766"/>
                      </a:lnTo>
                      <a:lnTo>
                        <a:pt x="180" y="766"/>
                      </a:lnTo>
                      <a:lnTo>
                        <a:pt x="180" y="766"/>
                      </a:lnTo>
                      <a:close/>
                      <a:moveTo>
                        <a:pt x="134" y="766"/>
                      </a:moveTo>
                      <a:lnTo>
                        <a:pt x="134" y="768"/>
                      </a:lnTo>
                      <a:lnTo>
                        <a:pt x="130" y="766"/>
                      </a:lnTo>
                      <a:lnTo>
                        <a:pt x="134" y="766"/>
                      </a:lnTo>
                      <a:lnTo>
                        <a:pt x="134" y="766"/>
                      </a:lnTo>
                      <a:lnTo>
                        <a:pt x="134" y="766"/>
                      </a:lnTo>
                      <a:close/>
                      <a:moveTo>
                        <a:pt x="176" y="768"/>
                      </a:moveTo>
                      <a:lnTo>
                        <a:pt x="176" y="772"/>
                      </a:lnTo>
                      <a:lnTo>
                        <a:pt x="172" y="772"/>
                      </a:lnTo>
                      <a:lnTo>
                        <a:pt x="172" y="768"/>
                      </a:lnTo>
                      <a:lnTo>
                        <a:pt x="176" y="768"/>
                      </a:lnTo>
                      <a:lnTo>
                        <a:pt x="176" y="768"/>
                      </a:lnTo>
                      <a:lnTo>
                        <a:pt x="176" y="768"/>
                      </a:lnTo>
                      <a:close/>
                      <a:moveTo>
                        <a:pt x="176" y="772"/>
                      </a:moveTo>
                      <a:lnTo>
                        <a:pt x="176" y="776"/>
                      </a:lnTo>
                      <a:lnTo>
                        <a:pt x="172" y="772"/>
                      </a:lnTo>
                      <a:lnTo>
                        <a:pt x="176" y="772"/>
                      </a:lnTo>
                      <a:lnTo>
                        <a:pt x="176" y="772"/>
                      </a:lnTo>
                      <a:lnTo>
                        <a:pt x="176" y="772"/>
                      </a:lnTo>
                      <a:close/>
                      <a:moveTo>
                        <a:pt x="190" y="780"/>
                      </a:moveTo>
                      <a:lnTo>
                        <a:pt x="186" y="780"/>
                      </a:lnTo>
                      <a:lnTo>
                        <a:pt x="186" y="784"/>
                      </a:lnTo>
                      <a:lnTo>
                        <a:pt x="186" y="780"/>
                      </a:lnTo>
                      <a:lnTo>
                        <a:pt x="186" y="776"/>
                      </a:lnTo>
                      <a:lnTo>
                        <a:pt x="190" y="776"/>
                      </a:lnTo>
                      <a:lnTo>
                        <a:pt x="190" y="772"/>
                      </a:lnTo>
                      <a:lnTo>
                        <a:pt x="194" y="772"/>
                      </a:lnTo>
                      <a:lnTo>
                        <a:pt x="194" y="776"/>
                      </a:lnTo>
                      <a:lnTo>
                        <a:pt x="190" y="776"/>
                      </a:lnTo>
                      <a:lnTo>
                        <a:pt x="190" y="780"/>
                      </a:lnTo>
                      <a:lnTo>
                        <a:pt x="190" y="780"/>
                      </a:lnTo>
                      <a:lnTo>
                        <a:pt x="190" y="780"/>
                      </a:lnTo>
                      <a:close/>
                      <a:moveTo>
                        <a:pt x="182" y="772"/>
                      </a:moveTo>
                      <a:lnTo>
                        <a:pt x="182" y="776"/>
                      </a:lnTo>
                      <a:lnTo>
                        <a:pt x="180" y="776"/>
                      </a:lnTo>
                      <a:lnTo>
                        <a:pt x="182" y="776"/>
                      </a:lnTo>
                      <a:lnTo>
                        <a:pt x="182" y="772"/>
                      </a:lnTo>
                      <a:lnTo>
                        <a:pt x="182" y="772"/>
                      </a:lnTo>
                      <a:lnTo>
                        <a:pt x="182" y="772"/>
                      </a:lnTo>
                      <a:close/>
                      <a:moveTo>
                        <a:pt x="142" y="780"/>
                      </a:moveTo>
                      <a:lnTo>
                        <a:pt x="142" y="784"/>
                      </a:lnTo>
                      <a:lnTo>
                        <a:pt x="138" y="780"/>
                      </a:lnTo>
                      <a:lnTo>
                        <a:pt x="142" y="780"/>
                      </a:lnTo>
                      <a:lnTo>
                        <a:pt x="142" y="780"/>
                      </a:lnTo>
                      <a:lnTo>
                        <a:pt x="142" y="780"/>
                      </a:lnTo>
                      <a:close/>
                      <a:moveTo>
                        <a:pt x="872" y="780"/>
                      </a:moveTo>
                      <a:lnTo>
                        <a:pt x="872" y="784"/>
                      </a:lnTo>
                      <a:lnTo>
                        <a:pt x="868" y="784"/>
                      </a:lnTo>
                      <a:lnTo>
                        <a:pt x="868" y="780"/>
                      </a:lnTo>
                      <a:lnTo>
                        <a:pt x="872" y="780"/>
                      </a:lnTo>
                      <a:lnTo>
                        <a:pt x="872" y="780"/>
                      </a:lnTo>
                      <a:lnTo>
                        <a:pt x="872" y="780"/>
                      </a:lnTo>
                      <a:close/>
                      <a:moveTo>
                        <a:pt x="182" y="788"/>
                      </a:moveTo>
                      <a:lnTo>
                        <a:pt x="182" y="792"/>
                      </a:lnTo>
                      <a:lnTo>
                        <a:pt x="186" y="792"/>
                      </a:lnTo>
                      <a:lnTo>
                        <a:pt x="186" y="794"/>
                      </a:lnTo>
                      <a:lnTo>
                        <a:pt x="182" y="794"/>
                      </a:lnTo>
                      <a:lnTo>
                        <a:pt x="182" y="792"/>
                      </a:lnTo>
                      <a:lnTo>
                        <a:pt x="182" y="788"/>
                      </a:lnTo>
                      <a:lnTo>
                        <a:pt x="182" y="788"/>
                      </a:lnTo>
                      <a:lnTo>
                        <a:pt x="182" y="788"/>
                      </a:lnTo>
                      <a:close/>
                      <a:moveTo>
                        <a:pt x="1188" y="874"/>
                      </a:moveTo>
                      <a:lnTo>
                        <a:pt x="1186" y="874"/>
                      </a:lnTo>
                      <a:lnTo>
                        <a:pt x="1182" y="874"/>
                      </a:lnTo>
                      <a:lnTo>
                        <a:pt x="1178" y="874"/>
                      </a:lnTo>
                      <a:lnTo>
                        <a:pt x="1174" y="874"/>
                      </a:lnTo>
                      <a:lnTo>
                        <a:pt x="1174" y="870"/>
                      </a:lnTo>
                      <a:lnTo>
                        <a:pt x="1170" y="874"/>
                      </a:lnTo>
                      <a:lnTo>
                        <a:pt x="1162" y="874"/>
                      </a:lnTo>
                      <a:lnTo>
                        <a:pt x="1160" y="874"/>
                      </a:lnTo>
                      <a:lnTo>
                        <a:pt x="1156" y="874"/>
                      </a:lnTo>
                      <a:lnTo>
                        <a:pt x="1156" y="870"/>
                      </a:lnTo>
                      <a:lnTo>
                        <a:pt x="1156" y="866"/>
                      </a:lnTo>
                      <a:lnTo>
                        <a:pt x="1160" y="862"/>
                      </a:lnTo>
                      <a:lnTo>
                        <a:pt x="1162" y="858"/>
                      </a:lnTo>
                      <a:lnTo>
                        <a:pt x="1166" y="854"/>
                      </a:lnTo>
                      <a:lnTo>
                        <a:pt x="1166" y="858"/>
                      </a:lnTo>
                      <a:lnTo>
                        <a:pt x="1166" y="854"/>
                      </a:lnTo>
                      <a:lnTo>
                        <a:pt x="1162" y="854"/>
                      </a:lnTo>
                      <a:lnTo>
                        <a:pt x="1160" y="854"/>
                      </a:lnTo>
                      <a:lnTo>
                        <a:pt x="1156" y="854"/>
                      </a:lnTo>
                      <a:lnTo>
                        <a:pt x="1160" y="852"/>
                      </a:lnTo>
                      <a:lnTo>
                        <a:pt x="1162" y="852"/>
                      </a:lnTo>
                      <a:lnTo>
                        <a:pt x="1160" y="852"/>
                      </a:lnTo>
                      <a:lnTo>
                        <a:pt x="1162" y="854"/>
                      </a:lnTo>
                      <a:lnTo>
                        <a:pt x="1162" y="852"/>
                      </a:lnTo>
                      <a:lnTo>
                        <a:pt x="1166" y="848"/>
                      </a:lnTo>
                      <a:lnTo>
                        <a:pt x="1166" y="844"/>
                      </a:lnTo>
                      <a:lnTo>
                        <a:pt x="1170" y="840"/>
                      </a:lnTo>
                      <a:lnTo>
                        <a:pt x="1170" y="844"/>
                      </a:lnTo>
                      <a:lnTo>
                        <a:pt x="1174" y="844"/>
                      </a:lnTo>
                      <a:lnTo>
                        <a:pt x="1174" y="848"/>
                      </a:lnTo>
                      <a:lnTo>
                        <a:pt x="1174" y="844"/>
                      </a:lnTo>
                      <a:lnTo>
                        <a:pt x="1170" y="844"/>
                      </a:lnTo>
                      <a:lnTo>
                        <a:pt x="1174" y="844"/>
                      </a:lnTo>
                      <a:lnTo>
                        <a:pt x="1174" y="840"/>
                      </a:lnTo>
                      <a:lnTo>
                        <a:pt x="1170" y="840"/>
                      </a:lnTo>
                      <a:lnTo>
                        <a:pt x="1170" y="836"/>
                      </a:lnTo>
                      <a:lnTo>
                        <a:pt x="1174" y="832"/>
                      </a:lnTo>
                      <a:lnTo>
                        <a:pt x="1178" y="836"/>
                      </a:lnTo>
                      <a:lnTo>
                        <a:pt x="1174" y="832"/>
                      </a:lnTo>
                      <a:lnTo>
                        <a:pt x="1174" y="828"/>
                      </a:lnTo>
                      <a:lnTo>
                        <a:pt x="1178" y="828"/>
                      </a:lnTo>
                      <a:lnTo>
                        <a:pt x="1178" y="822"/>
                      </a:lnTo>
                      <a:lnTo>
                        <a:pt x="1182" y="818"/>
                      </a:lnTo>
                      <a:lnTo>
                        <a:pt x="1182" y="814"/>
                      </a:lnTo>
                      <a:lnTo>
                        <a:pt x="1182" y="810"/>
                      </a:lnTo>
                      <a:lnTo>
                        <a:pt x="1186" y="810"/>
                      </a:lnTo>
                      <a:lnTo>
                        <a:pt x="1182" y="810"/>
                      </a:lnTo>
                      <a:lnTo>
                        <a:pt x="1186" y="810"/>
                      </a:lnTo>
                      <a:lnTo>
                        <a:pt x="1186" y="806"/>
                      </a:lnTo>
                      <a:lnTo>
                        <a:pt x="1188" y="806"/>
                      </a:lnTo>
                      <a:lnTo>
                        <a:pt x="1188" y="802"/>
                      </a:lnTo>
                      <a:lnTo>
                        <a:pt x="1188" y="798"/>
                      </a:lnTo>
                      <a:lnTo>
                        <a:pt x="1192" y="794"/>
                      </a:lnTo>
                      <a:lnTo>
                        <a:pt x="1196" y="794"/>
                      </a:lnTo>
                      <a:lnTo>
                        <a:pt x="1196" y="792"/>
                      </a:lnTo>
                      <a:lnTo>
                        <a:pt x="1200" y="792"/>
                      </a:lnTo>
                      <a:lnTo>
                        <a:pt x="1204" y="792"/>
                      </a:lnTo>
                      <a:lnTo>
                        <a:pt x="1208" y="792"/>
                      </a:lnTo>
                      <a:lnTo>
                        <a:pt x="1204" y="792"/>
                      </a:lnTo>
                      <a:lnTo>
                        <a:pt x="1208" y="792"/>
                      </a:lnTo>
                      <a:lnTo>
                        <a:pt x="1212" y="792"/>
                      </a:lnTo>
                      <a:lnTo>
                        <a:pt x="1212" y="794"/>
                      </a:lnTo>
                      <a:lnTo>
                        <a:pt x="1208" y="794"/>
                      </a:lnTo>
                      <a:lnTo>
                        <a:pt x="1204" y="794"/>
                      </a:lnTo>
                      <a:lnTo>
                        <a:pt x="1200" y="794"/>
                      </a:lnTo>
                      <a:lnTo>
                        <a:pt x="1200" y="798"/>
                      </a:lnTo>
                      <a:lnTo>
                        <a:pt x="1204" y="798"/>
                      </a:lnTo>
                      <a:lnTo>
                        <a:pt x="1208" y="798"/>
                      </a:lnTo>
                      <a:lnTo>
                        <a:pt x="1208" y="802"/>
                      </a:lnTo>
                      <a:lnTo>
                        <a:pt x="1204" y="802"/>
                      </a:lnTo>
                      <a:lnTo>
                        <a:pt x="1200" y="806"/>
                      </a:lnTo>
                      <a:lnTo>
                        <a:pt x="1200" y="810"/>
                      </a:lnTo>
                      <a:lnTo>
                        <a:pt x="1200" y="806"/>
                      </a:lnTo>
                      <a:lnTo>
                        <a:pt x="1200" y="810"/>
                      </a:lnTo>
                      <a:lnTo>
                        <a:pt x="1200" y="814"/>
                      </a:lnTo>
                      <a:lnTo>
                        <a:pt x="1196" y="814"/>
                      </a:lnTo>
                      <a:lnTo>
                        <a:pt x="1196" y="818"/>
                      </a:lnTo>
                      <a:lnTo>
                        <a:pt x="1196" y="822"/>
                      </a:lnTo>
                      <a:lnTo>
                        <a:pt x="1192" y="822"/>
                      </a:lnTo>
                      <a:lnTo>
                        <a:pt x="1192" y="824"/>
                      </a:lnTo>
                      <a:lnTo>
                        <a:pt x="1192" y="828"/>
                      </a:lnTo>
                      <a:lnTo>
                        <a:pt x="1188" y="828"/>
                      </a:lnTo>
                      <a:lnTo>
                        <a:pt x="1192" y="828"/>
                      </a:lnTo>
                      <a:lnTo>
                        <a:pt x="1188" y="832"/>
                      </a:lnTo>
                      <a:lnTo>
                        <a:pt x="1192" y="832"/>
                      </a:lnTo>
                      <a:lnTo>
                        <a:pt x="1192" y="828"/>
                      </a:lnTo>
                      <a:lnTo>
                        <a:pt x="1196" y="824"/>
                      </a:lnTo>
                      <a:lnTo>
                        <a:pt x="1200" y="822"/>
                      </a:lnTo>
                      <a:lnTo>
                        <a:pt x="1200" y="824"/>
                      </a:lnTo>
                      <a:lnTo>
                        <a:pt x="1204" y="824"/>
                      </a:lnTo>
                      <a:lnTo>
                        <a:pt x="1208" y="824"/>
                      </a:lnTo>
                      <a:lnTo>
                        <a:pt x="1212" y="824"/>
                      </a:lnTo>
                      <a:lnTo>
                        <a:pt x="1208" y="824"/>
                      </a:lnTo>
                      <a:lnTo>
                        <a:pt x="1208" y="828"/>
                      </a:lnTo>
                      <a:lnTo>
                        <a:pt x="1204" y="828"/>
                      </a:lnTo>
                      <a:lnTo>
                        <a:pt x="1200" y="832"/>
                      </a:lnTo>
                      <a:lnTo>
                        <a:pt x="1204" y="828"/>
                      </a:lnTo>
                      <a:lnTo>
                        <a:pt x="1204" y="832"/>
                      </a:lnTo>
                      <a:lnTo>
                        <a:pt x="1200" y="832"/>
                      </a:lnTo>
                      <a:lnTo>
                        <a:pt x="1200" y="836"/>
                      </a:lnTo>
                      <a:lnTo>
                        <a:pt x="1204" y="836"/>
                      </a:lnTo>
                      <a:lnTo>
                        <a:pt x="1204" y="832"/>
                      </a:lnTo>
                      <a:lnTo>
                        <a:pt x="1208" y="836"/>
                      </a:lnTo>
                      <a:lnTo>
                        <a:pt x="1212" y="836"/>
                      </a:lnTo>
                      <a:lnTo>
                        <a:pt x="1212" y="832"/>
                      </a:lnTo>
                      <a:lnTo>
                        <a:pt x="1212" y="836"/>
                      </a:lnTo>
                      <a:lnTo>
                        <a:pt x="1212" y="840"/>
                      </a:lnTo>
                      <a:lnTo>
                        <a:pt x="1212" y="836"/>
                      </a:lnTo>
                      <a:lnTo>
                        <a:pt x="1212" y="832"/>
                      </a:lnTo>
                      <a:lnTo>
                        <a:pt x="1216" y="832"/>
                      </a:lnTo>
                      <a:lnTo>
                        <a:pt x="1216" y="836"/>
                      </a:lnTo>
                      <a:lnTo>
                        <a:pt x="1212" y="840"/>
                      </a:lnTo>
                      <a:lnTo>
                        <a:pt x="1212" y="844"/>
                      </a:lnTo>
                      <a:lnTo>
                        <a:pt x="1212" y="840"/>
                      </a:lnTo>
                      <a:lnTo>
                        <a:pt x="1216" y="840"/>
                      </a:lnTo>
                      <a:lnTo>
                        <a:pt x="1216" y="836"/>
                      </a:lnTo>
                      <a:lnTo>
                        <a:pt x="1216" y="840"/>
                      </a:lnTo>
                      <a:lnTo>
                        <a:pt x="1218" y="840"/>
                      </a:lnTo>
                      <a:lnTo>
                        <a:pt x="1222" y="836"/>
                      </a:lnTo>
                      <a:lnTo>
                        <a:pt x="1222" y="832"/>
                      </a:lnTo>
                      <a:lnTo>
                        <a:pt x="1222" y="836"/>
                      </a:lnTo>
                      <a:lnTo>
                        <a:pt x="1222" y="840"/>
                      </a:lnTo>
                      <a:lnTo>
                        <a:pt x="1226" y="836"/>
                      </a:lnTo>
                      <a:lnTo>
                        <a:pt x="1230" y="836"/>
                      </a:lnTo>
                      <a:lnTo>
                        <a:pt x="1234" y="836"/>
                      </a:lnTo>
                      <a:lnTo>
                        <a:pt x="1238" y="840"/>
                      </a:lnTo>
                      <a:lnTo>
                        <a:pt x="1238" y="844"/>
                      </a:lnTo>
                      <a:lnTo>
                        <a:pt x="1234" y="844"/>
                      </a:lnTo>
                      <a:lnTo>
                        <a:pt x="1234" y="848"/>
                      </a:lnTo>
                      <a:lnTo>
                        <a:pt x="1230" y="848"/>
                      </a:lnTo>
                      <a:lnTo>
                        <a:pt x="1234" y="848"/>
                      </a:lnTo>
                      <a:lnTo>
                        <a:pt x="1234" y="852"/>
                      </a:lnTo>
                      <a:lnTo>
                        <a:pt x="1230" y="852"/>
                      </a:lnTo>
                      <a:lnTo>
                        <a:pt x="1234" y="852"/>
                      </a:lnTo>
                      <a:lnTo>
                        <a:pt x="1230" y="852"/>
                      </a:lnTo>
                      <a:lnTo>
                        <a:pt x="1234" y="852"/>
                      </a:lnTo>
                      <a:lnTo>
                        <a:pt x="1238" y="852"/>
                      </a:lnTo>
                      <a:lnTo>
                        <a:pt x="1234" y="852"/>
                      </a:lnTo>
                      <a:lnTo>
                        <a:pt x="1230" y="854"/>
                      </a:lnTo>
                      <a:lnTo>
                        <a:pt x="1234" y="854"/>
                      </a:lnTo>
                      <a:lnTo>
                        <a:pt x="1238" y="854"/>
                      </a:lnTo>
                      <a:lnTo>
                        <a:pt x="1238" y="852"/>
                      </a:lnTo>
                      <a:lnTo>
                        <a:pt x="1242" y="852"/>
                      </a:lnTo>
                      <a:lnTo>
                        <a:pt x="1242" y="854"/>
                      </a:lnTo>
                      <a:lnTo>
                        <a:pt x="1242" y="852"/>
                      </a:lnTo>
                      <a:lnTo>
                        <a:pt x="1244" y="852"/>
                      </a:lnTo>
                      <a:lnTo>
                        <a:pt x="1244" y="854"/>
                      </a:lnTo>
                      <a:lnTo>
                        <a:pt x="1244" y="858"/>
                      </a:lnTo>
                      <a:lnTo>
                        <a:pt x="1242" y="858"/>
                      </a:lnTo>
                      <a:lnTo>
                        <a:pt x="1238" y="858"/>
                      </a:lnTo>
                      <a:lnTo>
                        <a:pt x="1234" y="862"/>
                      </a:lnTo>
                      <a:lnTo>
                        <a:pt x="1230" y="862"/>
                      </a:lnTo>
                      <a:lnTo>
                        <a:pt x="1234" y="862"/>
                      </a:lnTo>
                      <a:lnTo>
                        <a:pt x="1234" y="866"/>
                      </a:lnTo>
                      <a:lnTo>
                        <a:pt x="1230" y="866"/>
                      </a:lnTo>
                      <a:lnTo>
                        <a:pt x="1234" y="866"/>
                      </a:lnTo>
                      <a:lnTo>
                        <a:pt x="1238" y="866"/>
                      </a:lnTo>
                      <a:lnTo>
                        <a:pt x="1234" y="870"/>
                      </a:lnTo>
                      <a:lnTo>
                        <a:pt x="1234" y="874"/>
                      </a:lnTo>
                      <a:lnTo>
                        <a:pt x="1238" y="874"/>
                      </a:lnTo>
                      <a:lnTo>
                        <a:pt x="1238" y="870"/>
                      </a:lnTo>
                      <a:lnTo>
                        <a:pt x="1242" y="866"/>
                      </a:lnTo>
                      <a:lnTo>
                        <a:pt x="1242" y="862"/>
                      </a:lnTo>
                      <a:lnTo>
                        <a:pt x="1242" y="866"/>
                      </a:lnTo>
                      <a:lnTo>
                        <a:pt x="1244" y="862"/>
                      </a:lnTo>
                      <a:lnTo>
                        <a:pt x="1248" y="862"/>
                      </a:lnTo>
                      <a:lnTo>
                        <a:pt x="1244" y="862"/>
                      </a:lnTo>
                      <a:lnTo>
                        <a:pt x="1244" y="866"/>
                      </a:lnTo>
                      <a:lnTo>
                        <a:pt x="1244" y="870"/>
                      </a:lnTo>
                      <a:lnTo>
                        <a:pt x="1242" y="874"/>
                      </a:lnTo>
                      <a:lnTo>
                        <a:pt x="1242" y="878"/>
                      </a:lnTo>
                      <a:lnTo>
                        <a:pt x="1244" y="878"/>
                      </a:lnTo>
                      <a:lnTo>
                        <a:pt x="1244" y="874"/>
                      </a:lnTo>
                      <a:lnTo>
                        <a:pt x="1248" y="870"/>
                      </a:lnTo>
                      <a:lnTo>
                        <a:pt x="1248" y="874"/>
                      </a:lnTo>
                      <a:lnTo>
                        <a:pt x="1248" y="878"/>
                      </a:lnTo>
                      <a:lnTo>
                        <a:pt x="1248" y="880"/>
                      </a:lnTo>
                      <a:lnTo>
                        <a:pt x="1244" y="880"/>
                      </a:lnTo>
                      <a:lnTo>
                        <a:pt x="1244" y="884"/>
                      </a:lnTo>
                      <a:lnTo>
                        <a:pt x="1244" y="888"/>
                      </a:lnTo>
                      <a:lnTo>
                        <a:pt x="1244" y="892"/>
                      </a:lnTo>
                      <a:lnTo>
                        <a:pt x="1242" y="892"/>
                      </a:lnTo>
                      <a:lnTo>
                        <a:pt x="1238" y="892"/>
                      </a:lnTo>
                      <a:lnTo>
                        <a:pt x="1234" y="892"/>
                      </a:lnTo>
                      <a:lnTo>
                        <a:pt x="1234" y="888"/>
                      </a:lnTo>
                      <a:lnTo>
                        <a:pt x="1238" y="888"/>
                      </a:lnTo>
                      <a:lnTo>
                        <a:pt x="1234" y="884"/>
                      </a:lnTo>
                      <a:lnTo>
                        <a:pt x="1238" y="884"/>
                      </a:lnTo>
                      <a:lnTo>
                        <a:pt x="1238" y="880"/>
                      </a:lnTo>
                      <a:lnTo>
                        <a:pt x="1234" y="884"/>
                      </a:lnTo>
                      <a:lnTo>
                        <a:pt x="1230" y="888"/>
                      </a:lnTo>
                      <a:lnTo>
                        <a:pt x="1226" y="888"/>
                      </a:lnTo>
                      <a:lnTo>
                        <a:pt x="1226" y="884"/>
                      </a:lnTo>
                      <a:lnTo>
                        <a:pt x="1230" y="884"/>
                      </a:lnTo>
                      <a:lnTo>
                        <a:pt x="1230" y="880"/>
                      </a:lnTo>
                      <a:lnTo>
                        <a:pt x="1234" y="878"/>
                      </a:lnTo>
                      <a:lnTo>
                        <a:pt x="1230" y="878"/>
                      </a:lnTo>
                      <a:lnTo>
                        <a:pt x="1230" y="874"/>
                      </a:lnTo>
                      <a:lnTo>
                        <a:pt x="1234" y="874"/>
                      </a:lnTo>
                      <a:lnTo>
                        <a:pt x="1230" y="874"/>
                      </a:lnTo>
                      <a:lnTo>
                        <a:pt x="1230" y="870"/>
                      </a:lnTo>
                      <a:lnTo>
                        <a:pt x="1226" y="870"/>
                      </a:lnTo>
                      <a:lnTo>
                        <a:pt x="1226" y="874"/>
                      </a:lnTo>
                      <a:lnTo>
                        <a:pt x="1222" y="874"/>
                      </a:lnTo>
                      <a:lnTo>
                        <a:pt x="1222" y="878"/>
                      </a:lnTo>
                      <a:lnTo>
                        <a:pt x="1226" y="874"/>
                      </a:lnTo>
                      <a:lnTo>
                        <a:pt x="1222" y="874"/>
                      </a:lnTo>
                      <a:lnTo>
                        <a:pt x="1222" y="878"/>
                      </a:lnTo>
                      <a:lnTo>
                        <a:pt x="1218" y="878"/>
                      </a:lnTo>
                      <a:lnTo>
                        <a:pt x="1216" y="880"/>
                      </a:lnTo>
                      <a:lnTo>
                        <a:pt x="1216" y="884"/>
                      </a:lnTo>
                      <a:lnTo>
                        <a:pt x="1212" y="888"/>
                      </a:lnTo>
                      <a:lnTo>
                        <a:pt x="1208" y="888"/>
                      </a:lnTo>
                      <a:lnTo>
                        <a:pt x="1204" y="888"/>
                      </a:lnTo>
                      <a:lnTo>
                        <a:pt x="1204" y="884"/>
                      </a:lnTo>
                      <a:lnTo>
                        <a:pt x="1208" y="884"/>
                      </a:lnTo>
                      <a:lnTo>
                        <a:pt x="1212" y="880"/>
                      </a:lnTo>
                      <a:lnTo>
                        <a:pt x="1212" y="878"/>
                      </a:lnTo>
                      <a:lnTo>
                        <a:pt x="1216" y="878"/>
                      </a:lnTo>
                      <a:lnTo>
                        <a:pt x="1218" y="874"/>
                      </a:lnTo>
                      <a:lnTo>
                        <a:pt x="1216" y="874"/>
                      </a:lnTo>
                      <a:lnTo>
                        <a:pt x="1216" y="870"/>
                      </a:lnTo>
                      <a:lnTo>
                        <a:pt x="1218" y="870"/>
                      </a:lnTo>
                      <a:lnTo>
                        <a:pt x="1216" y="870"/>
                      </a:lnTo>
                      <a:lnTo>
                        <a:pt x="1216" y="874"/>
                      </a:lnTo>
                      <a:lnTo>
                        <a:pt x="1212" y="874"/>
                      </a:lnTo>
                      <a:lnTo>
                        <a:pt x="1212" y="870"/>
                      </a:lnTo>
                      <a:lnTo>
                        <a:pt x="1212" y="874"/>
                      </a:lnTo>
                      <a:lnTo>
                        <a:pt x="1212" y="878"/>
                      </a:lnTo>
                      <a:lnTo>
                        <a:pt x="1208" y="878"/>
                      </a:lnTo>
                      <a:lnTo>
                        <a:pt x="1204" y="878"/>
                      </a:lnTo>
                      <a:lnTo>
                        <a:pt x="1204" y="874"/>
                      </a:lnTo>
                      <a:lnTo>
                        <a:pt x="1204" y="878"/>
                      </a:lnTo>
                      <a:lnTo>
                        <a:pt x="1200" y="878"/>
                      </a:lnTo>
                      <a:lnTo>
                        <a:pt x="1200" y="874"/>
                      </a:lnTo>
                      <a:lnTo>
                        <a:pt x="1204" y="874"/>
                      </a:lnTo>
                      <a:lnTo>
                        <a:pt x="1208" y="874"/>
                      </a:lnTo>
                      <a:lnTo>
                        <a:pt x="1204" y="874"/>
                      </a:lnTo>
                      <a:lnTo>
                        <a:pt x="1204" y="870"/>
                      </a:lnTo>
                      <a:lnTo>
                        <a:pt x="1204" y="866"/>
                      </a:lnTo>
                      <a:lnTo>
                        <a:pt x="1204" y="870"/>
                      </a:lnTo>
                      <a:lnTo>
                        <a:pt x="1200" y="870"/>
                      </a:lnTo>
                      <a:lnTo>
                        <a:pt x="1200" y="874"/>
                      </a:lnTo>
                      <a:lnTo>
                        <a:pt x="1196" y="874"/>
                      </a:lnTo>
                      <a:lnTo>
                        <a:pt x="1192" y="874"/>
                      </a:lnTo>
                      <a:lnTo>
                        <a:pt x="1188" y="874"/>
                      </a:lnTo>
                      <a:lnTo>
                        <a:pt x="1188" y="874"/>
                      </a:lnTo>
                      <a:lnTo>
                        <a:pt x="1188" y="874"/>
                      </a:lnTo>
                      <a:close/>
                      <a:moveTo>
                        <a:pt x="190" y="818"/>
                      </a:moveTo>
                      <a:lnTo>
                        <a:pt x="190" y="814"/>
                      </a:lnTo>
                      <a:lnTo>
                        <a:pt x="190" y="810"/>
                      </a:lnTo>
                      <a:lnTo>
                        <a:pt x="186" y="810"/>
                      </a:lnTo>
                      <a:lnTo>
                        <a:pt x="190" y="810"/>
                      </a:lnTo>
                      <a:lnTo>
                        <a:pt x="190" y="814"/>
                      </a:lnTo>
                      <a:lnTo>
                        <a:pt x="182" y="814"/>
                      </a:lnTo>
                      <a:lnTo>
                        <a:pt x="180" y="814"/>
                      </a:lnTo>
                      <a:lnTo>
                        <a:pt x="180" y="810"/>
                      </a:lnTo>
                      <a:lnTo>
                        <a:pt x="180" y="806"/>
                      </a:lnTo>
                      <a:lnTo>
                        <a:pt x="182" y="806"/>
                      </a:lnTo>
                      <a:lnTo>
                        <a:pt x="186" y="806"/>
                      </a:lnTo>
                      <a:lnTo>
                        <a:pt x="190" y="806"/>
                      </a:lnTo>
                      <a:lnTo>
                        <a:pt x="190" y="810"/>
                      </a:lnTo>
                      <a:lnTo>
                        <a:pt x="194" y="810"/>
                      </a:lnTo>
                      <a:lnTo>
                        <a:pt x="198" y="810"/>
                      </a:lnTo>
                      <a:lnTo>
                        <a:pt x="202" y="814"/>
                      </a:lnTo>
                      <a:lnTo>
                        <a:pt x="206" y="814"/>
                      </a:lnTo>
                      <a:lnTo>
                        <a:pt x="210" y="814"/>
                      </a:lnTo>
                      <a:lnTo>
                        <a:pt x="212" y="814"/>
                      </a:lnTo>
                      <a:lnTo>
                        <a:pt x="212" y="818"/>
                      </a:lnTo>
                      <a:lnTo>
                        <a:pt x="216" y="818"/>
                      </a:lnTo>
                      <a:lnTo>
                        <a:pt x="220" y="818"/>
                      </a:lnTo>
                      <a:lnTo>
                        <a:pt x="220" y="822"/>
                      </a:lnTo>
                      <a:lnTo>
                        <a:pt x="224" y="822"/>
                      </a:lnTo>
                      <a:lnTo>
                        <a:pt x="224" y="824"/>
                      </a:lnTo>
                      <a:lnTo>
                        <a:pt x="228" y="828"/>
                      </a:lnTo>
                      <a:lnTo>
                        <a:pt x="228" y="832"/>
                      </a:lnTo>
                      <a:lnTo>
                        <a:pt x="228" y="836"/>
                      </a:lnTo>
                      <a:lnTo>
                        <a:pt x="232" y="836"/>
                      </a:lnTo>
                      <a:lnTo>
                        <a:pt x="236" y="840"/>
                      </a:lnTo>
                      <a:lnTo>
                        <a:pt x="238" y="840"/>
                      </a:lnTo>
                      <a:lnTo>
                        <a:pt x="242" y="840"/>
                      </a:lnTo>
                      <a:lnTo>
                        <a:pt x="242" y="844"/>
                      </a:lnTo>
                      <a:lnTo>
                        <a:pt x="246" y="848"/>
                      </a:lnTo>
                      <a:lnTo>
                        <a:pt x="246" y="852"/>
                      </a:lnTo>
                      <a:lnTo>
                        <a:pt x="246" y="854"/>
                      </a:lnTo>
                      <a:lnTo>
                        <a:pt x="246" y="852"/>
                      </a:lnTo>
                      <a:lnTo>
                        <a:pt x="250" y="852"/>
                      </a:lnTo>
                      <a:lnTo>
                        <a:pt x="250" y="854"/>
                      </a:lnTo>
                      <a:lnTo>
                        <a:pt x="250" y="858"/>
                      </a:lnTo>
                      <a:lnTo>
                        <a:pt x="250" y="854"/>
                      </a:lnTo>
                      <a:lnTo>
                        <a:pt x="246" y="858"/>
                      </a:lnTo>
                      <a:lnTo>
                        <a:pt x="242" y="858"/>
                      </a:lnTo>
                      <a:lnTo>
                        <a:pt x="236" y="854"/>
                      </a:lnTo>
                      <a:lnTo>
                        <a:pt x="232" y="854"/>
                      </a:lnTo>
                      <a:lnTo>
                        <a:pt x="232" y="852"/>
                      </a:lnTo>
                      <a:lnTo>
                        <a:pt x="228" y="852"/>
                      </a:lnTo>
                      <a:lnTo>
                        <a:pt x="224" y="852"/>
                      </a:lnTo>
                      <a:lnTo>
                        <a:pt x="224" y="848"/>
                      </a:lnTo>
                      <a:lnTo>
                        <a:pt x="228" y="848"/>
                      </a:lnTo>
                      <a:lnTo>
                        <a:pt x="228" y="844"/>
                      </a:lnTo>
                      <a:lnTo>
                        <a:pt x="228" y="840"/>
                      </a:lnTo>
                      <a:lnTo>
                        <a:pt x="228" y="844"/>
                      </a:lnTo>
                      <a:lnTo>
                        <a:pt x="224" y="844"/>
                      </a:lnTo>
                      <a:lnTo>
                        <a:pt x="224" y="848"/>
                      </a:lnTo>
                      <a:lnTo>
                        <a:pt x="220" y="844"/>
                      </a:lnTo>
                      <a:lnTo>
                        <a:pt x="220" y="848"/>
                      </a:lnTo>
                      <a:lnTo>
                        <a:pt x="216" y="844"/>
                      </a:lnTo>
                      <a:lnTo>
                        <a:pt x="216" y="840"/>
                      </a:lnTo>
                      <a:lnTo>
                        <a:pt x="212" y="840"/>
                      </a:lnTo>
                      <a:lnTo>
                        <a:pt x="212" y="836"/>
                      </a:lnTo>
                      <a:lnTo>
                        <a:pt x="210" y="836"/>
                      </a:lnTo>
                      <a:lnTo>
                        <a:pt x="206" y="836"/>
                      </a:lnTo>
                      <a:lnTo>
                        <a:pt x="206" y="832"/>
                      </a:lnTo>
                      <a:lnTo>
                        <a:pt x="210" y="832"/>
                      </a:lnTo>
                      <a:lnTo>
                        <a:pt x="212" y="832"/>
                      </a:lnTo>
                      <a:lnTo>
                        <a:pt x="210" y="832"/>
                      </a:lnTo>
                      <a:lnTo>
                        <a:pt x="206" y="832"/>
                      </a:lnTo>
                      <a:lnTo>
                        <a:pt x="206" y="828"/>
                      </a:lnTo>
                      <a:lnTo>
                        <a:pt x="202" y="828"/>
                      </a:lnTo>
                      <a:lnTo>
                        <a:pt x="202" y="824"/>
                      </a:lnTo>
                      <a:lnTo>
                        <a:pt x="198" y="824"/>
                      </a:lnTo>
                      <a:lnTo>
                        <a:pt x="198" y="828"/>
                      </a:lnTo>
                      <a:lnTo>
                        <a:pt x="194" y="824"/>
                      </a:lnTo>
                      <a:lnTo>
                        <a:pt x="194" y="822"/>
                      </a:lnTo>
                      <a:lnTo>
                        <a:pt x="198" y="822"/>
                      </a:lnTo>
                      <a:lnTo>
                        <a:pt x="194" y="822"/>
                      </a:lnTo>
                      <a:lnTo>
                        <a:pt x="194" y="824"/>
                      </a:lnTo>
                      <a:lnTo>
                        <a:pt x="190" y="822"/>
                      </a:lnTo>
                      <a:lnTo>
                        <a:pt x="186" y="822"/>
                      </a:lnTo>
                      <a:lnTo>
                        <a:pt x="186" y="818"/>
                      </a:lnTo>
                      <a:lnTo>
                        <a:pt x="182" y="818"/>
                      </a:lnTo>
                      <a:lnTo>
                        <a:pt x="186" y="814"/>
                      </a:lnTo>
                      <a:lnTo>
                        <a:pt x="190" y="814"/>
                      </a:lnTo>
                      <a:lnTo>
                        <a:pt x="190" y="818"/>
                      </a:lnTo>
                      <a:lnTo>
                        <a:pt x="190" y="818"/>
                      </a:lnTo>
                      <a:lnTo>
                        <a:pt x="190" y="818"/>
                      </a:lnTo>
                      <a:close/>
                      <a:moveTo>
                        <a:pt x="210" y="806"/>
                      </a:moveTo>
                      <a:lnTo>
                        <a:pt x="210" y="810"/>
                      </a:lnTo>
                      <a:lnTo>
                        <a:pt x="206" y="810"/>
                      </a:lnTo>
                      <a:lnTo>
                        <a:pt x="206" y="806"/>
                      </a:lnTo>
                      <a:lnTo>
                        <a:pt x="210" y="806"/>
                      </a:lnTo>
                      <a:lnTo>
                        <a:pt x="210" y="806"/>
                      </a:lnTo>
                      <a:lnTo>
                        <a:pt x="210" y="806"/>
                      </a:lnTo>
                      <a:close/>
                      <a:moveTo>
                        <a:pt x="220" y="818"/>
                      </a:moveTo>
                      <a:lnTo>
                        <a:pt x="224" y="818"/>
                      </a:lnTo>
                      <a:lnTo>
                        <a:pt x="224" y="822"/>
                      </a:lnTo>
                      <a:lnTo>
                        <a:pt x="224" y="824"/>
                      </a:lnTo>
                      <a:lnTo>
                        <a:pt x="224" y="822"/>
                      </a:lnTo>
                      <a:lnTo>
                        <a:pt x="220" y="822"/>
                      </a:lnTo>
                      <a:lnTo>
                        <a:pt x="220" y="818"/>
                      </a:lnTo>
                      <a:lnTo>
                        <a:pt x="220" y="818"/>
                      </a:lnTo>
                      <a:lnTo>
                        <a:pt x="220" y="818"/>
                      </a:lnTo>
                      <a:close/>
                      <a:moveTo>
                        <a:pt x="1096" y="828"/>
                      </a:moveTo>
                      <a:lnTo>
                        <a:pt x="1100" y="828"/>
                      </a:lnTo>
                      <a:lnTo>
                        <a:pt x="1104" y="828"/>
                      </a:lnTo>
                      <a:lnTo>
                        <a:pt x="1106" y="832"/>
                      </a:lnTo>
                      <a:lnTo>
                        <a:pt x="1110" y="832"/>
                      </a:lnTo>
                      <a:lnTo>
                        <a:pt x="1110" y="836"/>
                      </a:lnTo>
                      <a:lnTo>
                        <a:pt x="1114" y="836"/>
                      </a:lnTo>
                      <a:lnTo>
                        <a:pt x="1118" y="836"/>
                      </a:lnTo>
                      <a:lnTo>
                        <a:pt x="1118" y="840"/>
                      </a:lnTo>
                      <a:lnTo>
                        <a:pt x="1122" y="840"/>
                      </a:lnTo>
                      <a:lnTo>
                        <a:pt x="1122" y="844"/>
                      </a:lnTo>
                      <a:lnTo>
                        <a:pt x="1118" y="844"/>
                      </a:lnTo>
                      <a:lnTo>
                        <a:pt x="1114" y="844"/>
                      </a:lnTo>
                      <a:lnTo>
                        <a:pt x="1110" y="844"/>
                      </a:lnTo>
                      <a:lnTo>
                        <a:pt x="1106" y="840"/>
                      </a:lnTo>
                      <a:lnTo>
                        <a:pt x="1104" y="840"/>
                      </a:lnTo>
                      <a:lnTo>
                        <a:pt x="1100" y="840"/>
                      </a:lnTo>
                      <a:lnTo>
                        <a:pt x="1096" y="836"/>
                      </a:lnTo>
                      <a:lnTo>
                        <a:pt x="1092" y="832"/>
                      </a:lnTo>
                      <a:lnTo>
                        <a:pt x="1088" y="832"/>
                      </a:lnTo>
                      <a:lnTo>
                        <a:pt x="1088" y="828"/>
                      </a:lnTo>
                      <a:lnTo>
                        <a:pt x="1084" y="828"/>
                      </a:lnTo>
                      <a:lnTo>
                        <a:pt x="1080" y="824"/>
                      </a:lnTo>
                      <a:lnTo>
                        <a:pt x="1084" y="824"/>
                      </a:lnTo>
                      <a:lnTo>
                        <a:pt x="1088" y="824"/>
                      </a:lnTo>
                      <a:lnTo>
                        <a:pt x="1096" y="828"/>
                      </a:lnTo>
                      <a:lnTo>
                        <a:pt x="1096" y="828"/>
                      </a:lnTo>
                      <a:lnTo>
                        <a:pt x="1096" y="828"/>
                      </a:lnTo>
                      <a:close/>
                      <a:moveTo>
                        <a:pt x="202" y="824"/>
                      </a:moveTo>
                      <a:lnTo>
                        <a:pt x="202" y="828"/>
                      </a:lnTo>
                      <a:lnTo>
                        <a:pt x="206" y="832"/>
                      </a:lnTo>
                      <a:lnTo>
                        <a:pt x="202" y="832"/>
                      </a:lnTo>
                      <a:lnTo>
                        <a:pt x="198" y="828"/>
                      </a:lnTo>
                      <a:lnTo>
                        <a:pt x="202" y="824"/>
                      </a:lnTo>
                      <a:lnTo>
                        <a:pt x="202" y="824"/>
                      </a:lnTo>
                      <a:lnTo>
                        <a:pt x="202" y="824"/>
                      </a:lnTo>
                      <a:close/>
                      <a:moveTo>
                        <a:pt x="238" y="836"/>
                      </a:moveTo>
                      <a:lnTo>
                        <a:pt x="236" y="832"/>
                      </a:lnTo>
                      <a:lnTo>
                        <a:pt x="232" y="828"/>
                      </a:lnTo>
                      <a:lnTo>
                        <a:pt x="236" y="828"/>
                      </a:lnTo>
                      <a:lnTo>
                        <a:pt x="238" y="832"/>
                      </a:lnTo>
                      <a:lnTo>
                        <a:pt x="238" y="836"/>
                      </a:lnTo>
                      <a:lnTo>
                        <a:pt x="238" y="836"/>
                      </a:lnTo>
                      <a:lnTo>
                        <a:pt x="238" y="836"/>
                      </a:lnTo>
                      <a:close/>
                      <a:moveTo>
                        <a:pt x="210" y="836"/>
                      </a:moveTo>
                      <a:lnTo>
                        <a:pt x="212" y="836"/>
                      </a:lnTo>
                      <a:lnTo>
                        <a:pt x="212" y="840"/>
                      </a:lnTo>
                      <a:lnTo>
                        <a:pt x="210" y="840"/>
                      </a:lnTo>
                      <a:lnTo>
                        <a:pt x="210" y="836"/>
                      </a:lnTo>
                      <a:lnTo>
                        <a:pt x="210" y="836"/>
                      </a:lnTo>
                      <a:lnTo>
                        <a:pt x="210" y="836"/>
                      </a:lnTo>
                      <a:close/>
                      <a:moveTo>
                        <a:pt x="246" y="844"/>
                      </a:moveTo>
                      <a:lnTo>
                        <a:pt x="246" y="848"/>
                      </a:lnTo>
                      <a:lnTo>
                        <a:pt x="250" y="848"/>
                      </a:lnTo>
                      <a:lnTo>
                        <a:pt x="246" y="848"/>
                      </a:lnTo>
                      <a:lnTo>
                        <a:pt x="246" y="844"/>
                      </a:lnTo>
                      <a:lnTo>
                        <a:pt x="246" y="844"/>
                      </a:lnTo>
                      <a:lnTo>
                        <a:pt x="246" y="844"/>
                      </a:lnTo>
                      <a:close/>
                      <a:moveTo>
                        <a:pt x="246" y="848"/>
                      </a:moveTo>
                      <a:lnTo>
                        <a:pt x="250" y="848"/>
                      </a:lnTo>
                      <a:lnTo>
                        <a:pt x="250" y="852"/>
                      </a:lnTo>
                      <a:lnTo>
                        <a:pt x="246" y="852"/>
                      </a:lnTo>
                      <a:lnTo>
                        <a:pt x="246" y="848"/>
                      </a:lnTo>
                      <a:lnTo>
                        <a:pt x="246" y="848"/>
                      </a:lnTo>
                      <a:lnTo>
                        <a:pt x="246" y="848"/>
                      </a:lnTo>
                      <a:close/>
                      <a:moveTo>
                        <a:pt x="1080" y="866"/>
                      </a:moveTo>
                      <a:lnTo>
                        <a:pt x="1080" y="870"/>
                      </a:lnTo>
                      <a:lnTo>
                        <a:pt x="1076" y="870"/>
                      </a:lnTo>
                      <a:lnTo>
                        <a:pt x="1080" y="870"/>
                      </a:lnTo>
                      <a:lnTo>
                        <a:pt x="1080" y="866"/>
                      </a:lnTo>
                      <a:lnTo>
                        <a:pt x="1080" y="866"/>
                      </a:lnTo>
                      <a:lnTo>
                        <a:pt x="1080" y="866"/>
                      </a:lnTo>
                      <a:close/>
                      <a:moveTo>
                        <a:pt x="1126" y="874"/>
                      </a:moveTo>
                      <a:lnTo>
                        <a:pt x="1122" y="874"/>
                      </a:lnTo>
                      <a:lnTo>
                        <a:pt x="1126" y="874"/>
                      </a:lnTo>
                      <a:lnTo>
                        <a:pt x="1122" y="874"/>
                      </a:lnTo>
                      <a:lnTo>
                        <a:pt x="1118" y="878"/>
                      </a:lnTo>
                      <a:lnTo>
                        <a:pt x="1122" y="878"/>
                      </a:lnTo>
                      <a:lnTo>
                        <a:pt x="1122" y="874"/>
                      </a:lnTo>
                      <a:lnTo>
                        <a:pt x="1122" y="878"/>
                      </a:lnTo>
                      <a:lnTo>
                        <a:pt x="1118" y="878"/>
                      </a:lnTo>
                      <a:lnTo>
                        <a:pt x="1118" y="880"/>
                      </a:lnTo>
                      <a:lnTo>
                        <a:pt x="1122" y="880"/>
                      </a:lnTo>
                      <a:lnTo>
                        <a:pt x="1118" y="880"/>
                      </a:lnTo>
                      <a:lnTo>
                        <a:pt x="1118" y="878"/>
                      </a:lnTo>
                      <a:lnTo>
                        <a:pt x="1122" y="874"/>
                      </a:lnTo>
                      <a:lnTo>
                        <a:pt x="1126" y="874"/>
                      </a:lnTo>
                      <a:lnTo>
                        <a:pt x="1126" y="874"/>
                      </a:lnTo>
                      <a:lnTo>
                        <a:pt x="1126" y="874"/>
                      </a:lnTo>
                      <a:close/>
                      <a:moveTo>
                        <a:pt x="1114" y="900"/>
                      </a:moveTo>
                      <a:lnTo>
                        <a:pt x="1110" y="900"/>
                      </a:lnTo>
                      <a:lnTo>
                        <a:pt x="1110" y="904"/>
                      </a:lnTo>
                      <a:lnTo>
                        <a:pt x="1106" y="904"/>
                      </a:lnTo>
                      <a:lnTo>
                        <a:pt x="1110" y="904"/>
                      </a:lnTo>
                      <a:lnTo>
                        <a:pt x="1110" y="908"/>
                      </a:lnTo>
                      <a:lnTo>
                        <a:pt x="1106" y="908"/>
                      </a:lnTo>
                      <a:lnTo>
                        <a:pt x="1104" y="908"/>
                      </a:lnTo>
                      <a:lnTo>
                        <a:pt x="1104" y="904"/>
                      </a:lnTo>
                      <a:lnTo>
                        <a:pt x="1100" y="904"/>
                      </a:lnTo>
                      <a:lnTo>
                        <a:pt x="1104" y="900"/>
                      </a:lnTo>
                      <a:lnTo>
                        <a:pt x="1100" y="904"/>
                      </a:lnTo>
                      <a:lnTo>
                        <a:pt x="1096" y="904"/>
                      </a:lnTo>
                      <a:lnTo>
                        <a:pt x="1092" y="900"/>
                      </a:lnTo>
                      <a:lnTo>
                        <a:pt x="1088" y="900"/>
                      </a:lnTo>
                      <a:lnTo>
                        <a:pt x="1088" y="896"/>
                      </a:lnTo>
                      <a:lnTo>
                        <a:pt x="1088" y="892"/>
                      </a:lnTo>
                      <a:lnTo>
                        <a:pt x="1084" y="892"/>
                      </a:lnTo>
                      <a:lnTo>
                        <a:pt x="1084" y="888"/>
                      </a:lnTo>
                      <a:lnTo>
                        <a:pt x="1088" y="884"/>
                      </a:lnTo>
                      <a:lnTo>
                        <a:pt x="1088" y="888"/>
                      </a:lnTo>
                      <a:lnTo>
                        <a:pt x="1088" y="892"/>
                      </a:lnTo>
                      <a:lnTo>
                        <a:pt x="1092" y="892"/>
                      </a:lnTo>
                      <a:lnTo>
                        <a:pt x="1092" y="896"/>
                      </a:lnTo>
                      <a:lnTo>
                        <a:pt x="1096" y="896"/>
                      </a:lnTo>
                      <a:lnTo>
                        <a:pt x="1100" y="896"/>
                      </a:lnTo>
                      <a:lnTo>
                        <a:pt x="1104" y="896"/>
                      </a:lnTo>
                      <a:lnTo>
                        <a:pt x="1106" y="896"/>
                      </a:lnTo>
                      <a:lnTo>
                        <a:pt x="1110" y="896"/>
                      </a:lnTo>
                      <a:lnTo>
                        <a:pt x="1114" y="896"/>
                      </a:lnTo>
                      <a:lnTo>
                        <a:pt x="1118" y="896"/>
                      </a:lnTo>
                      <a:lnTo>
                        <a:pt x="1114" y="900"/>
                      </a:lnTo>
                      <a:lnTo>
                        <a:pt x="1114" y="900"/>
                      </a:lnTo>
                      <a:lnTo>
                        <a:pt x="1114" y="900"/>
                      </a:lnTo>
                      <a:close/>
                      <a:moveTo>
                        <a:pt x="1136" y="914"/>
                      </a:moveTo>
                      <a:lnTo>
                        <a:pt x="1132" y="914"/>
                      </a:lnTo>
                      <a:lnTo>
                        <a:pt x="1130" y="914"/>
                      </a:lnTo>
                      <a:lnTo>
                        <a:pt x="1126" y="914"/>
                      </a:lnTo>
                      <a:lnTo>
                        <a:pt x="1126" y="910"/>
                      </a:lnTo>
                      <a:lnTo>
                        <a:pt x="1126" y="908"/>
                      </a:lnTo>
                      <a:lnTo>
                        <a:pt x="1126" y="904"/>
                      </a:lnTo>
                      <a:lnTo>
                        <a:pt x="1126" y="900"/>
                      </a:lnTo>
                      <a:lnTo>
                        <a:pt x="1130" y="896"/>
                      </a:lnTo>
                      <a:lnTo>
                        <a:pt x="1132" y="892"/>
                      </a:lnTo>
                      <a:lnTo>
                        <a:pt x="1132" y="888"/>
                      </a:lnTo>
                      <a:lnTo>
                        <a:pt x="1136" y="888"/>
                      </a:lnTo>
                      <a:lnTo>
                        <a:pt x="1136" y="884"/>
                      </a:lnTo>
                      <a:lnTo>
                        <a:pt x="1140" y="884"/>
                      </a:lnTo>
                      <a:lnTo>
                        <a:pt x="1136" y="888"/>
                      </a:lnTo>
                      <a:lnTo>
                        <a:pt x="1140" y="888"/>
                      </a:lnTo>
                      <a:lnTo>
                        <a:pt x="1140" y="892"/>
                      </a:lnTo>
                      <a:lnTo>
                        <a:pt x="1136" y="900"/>
                      </a:lnTo>
                      <a:lnTo>
                        <a:pt x="1136" y="904"/>
                      </a:lnTo>
                      <a:lnTo>
                        <a:pt x="1136" y="900"/>
                      </a:lnTo>
                      <a:lnTo>
                        <a:pt x="1140" y="900"/>
                      </a:lnTo>
                      <a:lnTo>
                        <a:pt x="1136" y="904"/>
                      </a:lnTo>
                      <a:lnTo>
                        <a:pt x="1132" y="904"/>
                      </a:lnTo>
                      <a:lnTo>
                        <a:pt x="1132" y="908"/>
                      </a:lnTo>
                      <a:lnTo>
                        <a:pt x="1130" y="908"/>
                      </a:lnTo>
                      <a:lnTo>
                        <a:pt x="1132" y="908"/>
                      </a:lnTo>
                      <a:lnTo>
                        <a:pt x="1132" y="904"/>
                      </a:lnTo>
                      <a:lnTo>
                        <a:pt x="1136" y="904"/>
                      </a:lnTo>
                      <a:lnTo>
                        <a:pt x="1132" y="908"/>
                      </a:lnTo>
                      <a:lnTo>
                        <a:pt x="1130" y="908"/>
                      </a:lnTo>
                      <a:lnTo>
                        <a:pt x="1132" y="908"/>
                      </a:lnTo>
                      <a:lnTo>
                        <a:pt x="1132" y="910"/>
                      </a:lnTo>
                      <a:lnTo>
                        <a:pt x="1130" y="910"/>
                      </a:lnTo>
                      <a:lnTo>
                        <a:pt x="1132" y="910"/>
                      </a:lnTo>
                      <a:lnTo>
                        <a:pt x="1136" y="910"/>
                      </a:lnTo>
                      <a:lnTo>
                        <a:pt x="1136" y="908"/>
                      </a:lnTo>
                      <a:lnTo>
                        <a:pt x="1140" y="908"/>
                      </a:lnTo>
                      <a:lnTo>
                        <a:pt x="1136" y="908"/>
                      </a:lnTo>
                      <a:lnTo>
                        <a:pt x="1132" y="908"/>
                      </a:lnTo>
                      <a:lnTo>
                        <a:pt x="1136" y="908"/>
                      </a:lnTo>
                      <a:lnTo>
                        <a:pt x="1136" y="904"/>
                      </a:lnTo>
                      <a:lnTo>
                        <a:pt x="1140" y="904"/>
                      </a:lnTo>
                      <a:lnTo>
                        <a:pt x="1140" y="900"/>
                      </a:lnTo>
                      <a:lnTo>
                        <a:pt x="1140" y="904"/>
                      </a:lnTo>
                      <a:lnTo>
                        <a:pt x="1136" y="904"/>
                      </a:lnTo>
                      <a:lnTo>
                        <a:pt x="1140" y="900"/>
                      </a:lnTo>
                      <a:lnTo>
                        <a:pt x="1144" y="900"/>
                      </a:lnTo>
                      <a:lnTo>
                        <a:pt x="1144" y="904"/>
                      </a:lnTo>
                      <a:lnTo>
                        <a:pt x="1148" y="904"/>
                      </a:lnTo>
                      <a:lnTo>
                        <a:pt x="1148" y="908"/>
                      </a:lnTo>
                      <a:lnTo>
                        <a:pt x="1144" y="908"/>
                      </a:lnTo>
                      <a:lnTo>
                        <a:pt x="1144" y="910"/>
                      </a:lnTo>
                      <a:lnTo>
                        <a:pt x="1140" y="910"/>
                      </a:lnTo>
                      <a:lnTo>
                        <a:pt x="1140" y="914"/>
                      </a:lnTo>
                      <a:lnTo>
                        <a:pt x="1136" y="914"/>
                      </a:lnTo>
                      <a:lnTo>
                        <a:pt x="1136" y="914"/>
                      </a:lnTo>
                      <a:lnTo>
                        <a:pt x="1136" y="914"/>
                      </a:lnTo>
                      <a:close/>
                      <a:moveTo>
                        <a:pt x="992" y="884"/>
                      </a:moveTo>
                      <a:lnTo>
                        <a:pt x="992" y="888"/>
                      </a:lnTo>
                      <a:lnTo>
                        <a:pt x="988" y="888"/>
                      </a:lnTo>
                      <a:lnTo>
                        <a:pt x="992" y="884"/>
                      </a:lnTo>
                      <a:lnTo>
                        <a:pt x="992" y="884"/>
                      </a:lnTo>
                      <a:lnTo>
                        <a:pt x="992" y="884"/>
                      </a:lnTo>
                      <a:close/>
                      <a:moveTo>
                        <a:pt x="1132" y="914"/>
                      </a:moveTo>
                      <a:lnTo>
                        <a:pt x="1132" y="918"/>
                      </a:lnTo>
                      <a:lnTo>
                        <a:pt x="1130" y="918"/>
                      </a:lnTo>
                      <a:lnTo>
                        <a:pt x="1130" y="914"/>
                      </a:lnTo>
                      <a:lnTo>
                        <a:pt x="1132" y="914"/>
                      </a:lnTo>
                      <a:lnTo>
                        <a:pt x="1132" y="914"/>
                      </a:lnTo>
                      <a:lnTo>
                        <a:pt x="1132" y="914"/>
                      </a:lnTo>
                      <a:close/>
                      <a:moveTo>
                        <a:pt x="1052" y="930"/>
                      </a:moveTo>
                      <a:lnTo>
                        <a:pt x="1052" y="934"/>
                      </a:lnTo>
                      <a:lnTo>
                        <a:pt x="1048" y="934"/>
                      </a:lnTo>
                      <a:lnTo>
                        <a:pt x="1048" y="930"/>
                      </a:lnTo>
                      <a:lnTo>
                        <a:pt x="1052" y="930"/>
                      </a:lnTo>
                      <a:lnTo>
                        <a:pt x="1052" y="930"/>
                      </a:lnTo>
                      <a:lnTo>
                        <a:pt x="1052" y="930"/>
                      </a:lnTo>
                      <a:close/>
                      <a:moveTo>
                        <a:pt x="820" y="78"/>
                      </a:moveTo>
                      <a:lnTo>
                        <a:pt x="816" y="78"/>
                      </a:lnTo>
                      <a:lnTo>
                        <a:pt x="816" y="76"/>
                      </a:lnTo>
                      <a:lnTo>
                        <a:pt x="820" y="76"/>
                      </a:lnTo>
                      <a:lnTo>
                        <a:pt x="824" y="76"/>
                      </a:lnTo>
                      <a:lnTo>
                        <a:pt x="828" y="76"/>
                      </a:lnTo>
                      <a:lnTo>
                        <a:pt x="828" y="72"/>
                      </a:lnTo>
                      <a:lnTo>
                        <a:pt x="832" y="72"/>
                      </a:lnTo>
                      <a:lnTo>
                        <a:pt x="834" y="72"/>
                      </a:lnTo>
                      <a:lnTo>
                        <a:pt x="838" y="72"/>
                      </a:lnTo>
                      <a:lnTo>
                        <a:pt x="834" y="68"/>
                      </a:lnTo>
                      <a:lnTo>
                        <a:pt x="834" y="72"/>
                      </a:lnTo>
                      <a:lnTo>
                        <a:pt x="832" y="72"/>
                      </a:lnTo>
                      <a:lnTo>
                        <a:pt x="828" y="72"/>
                      </a:lnTo>
                      <a:lnTo>
                        <a:pt x="820" y="72"/>
                      </a:lnTo>
                      <a:lnTo>
                        <a:pt x="816" y="76"/>
                      </a:lnTo>
                      <a:lnTo>
                        <a:pt x="812" y="76"/>
                      </a:lnTo>
                      <a:lnTo>
                        <a:pt x="812" y="72"/>
                      </a:lnTo>
                      <a:lnTo>
                        <a:pt x="816" y="72"/>
                      </a:lnTo>
                      <a:lnTo>
                        <a:pt x="820" y="72"/>
                      </a:lnTo>
                      <a:lnTo>
                        <a:pt x="816" y="68"/>
                      </a:lnTo>
                      <a:lnTo>
                        <a:pt x="816" y="72"/>
                      </a:lnTo>
                      <a:lnTo>
                        <a:pt x="812" y="72"/>
                      </a:lnTo>
                      <a:lnTo>
                        <a:pt x="808" y="72"/>
                      </a:lnTo>
                      <a:lnTo>
                        <a:pt x="808" y="76"/>
                      </a:lnTo>
                      <a:lnTo>
                        <a:pt x="808" y="78"/>
                      </a:lnTo>
                      <a:lnTo>
                        <a:pt x="806" y="78"/>
                      </a:lnTo>
                      <a:lnTo>
                        <a:pt x="802" y="78"/>
                      </a:lnTo>
                      <a:lnTo>
                        <a:pt x="798" y="78"/>
                      </a:lnTo>
                      <a:lnTo>
                        <a:pt x="794" y="78"/>
                      </a:lnTo>
                      <a:lnTo>
                        <a:pt x="790" y="78"/>
                      </a:lnTo>
                      <a:lnTo>
                        <a:pt x="786" y="78"/>
                      </a:lnTo>
                      <a:lnTo>
                        <a:pt x="782" y="78"/>
                      </a:lnTo>
                      <a:lnTo>
                        <a:pt x="778" y="78"/>
                      </a:lnTo>
                      <a:lnTo>
                        <a:pt x="782" y="76"/>
                      </a:lnTo>
                      <a:lnTo>
                        <a:pt x="778" y="76"/>
                      </a:lnTo>
                      <a:lnTo>
                        <a:pt x="778" y="78"/>
                      </a:lnTo>
                      <a:lnTo>
                        <a:pt x="776" y="78"/>
                      </a:lnTo>
                      <a:lnTo>
                        <a:pt x="772" y="78"/>
                      </a:lnTo>
                      <a:lnTo>
                        <a:pt x="768" y="76"/>
                      </a:lnTo>
                      <a:lnTo>
                        <a:pt x="772" y="72"/>
                      </a:lnTo>
                      <a:lnTo>
                        <a:pt x="776" y="72"/>
                      </a:lnTo>
                      <a:lnTo>
                        <a:pt x="776" y="68"/>
                      </a:lnTo>
                      <a:lnTo>
                        <a:pt x="778" y="68"/>
                      </a:lnTo>
                      <a:lnTo>
                        <a:pt x="782" y="68"/>
                      </a:lnTo>
                      <a:lnTo>
                        <a:pt x="782" y="64"/>
                      </a:lnTo>
                      <a:lnTo>
                        <a:pt x="790" y="64"/>
                      </a:lnTo>
                      <a:lnTo>
                        <a:pt x="794" y="64"/>
                      </a:lnTo>
                      <a:lnTo>
                        <a:pt x="802" y="64"/>
                      </a:lnTo>
                      <a:lnTo>
                        <a:pt x="806" y="64"/>
                      </a:lnTo>
                      <a:lnTo>
                        <a:pt x="808" y="64"/>
                      </a:lnTo>
                      <a:lnTo>
                        <a:pt x="812" y="60"/>
                      </a:lnTo>
                      <a:lnTo>
                        <a:pt x="816" y="60"/>
                      </a:lnTo>
                      <a:lnTo>
                        <a:pt x="820" y="60"/>
                      </a:lnTo>
                      <a:lnTo>
                        <a:pt x="824" y="60"/>
                      </a:lnTo>
                      <a:lnTo>
                        <a:pt x="828" y="60"/>
                      </a:lnTo>
                      <a:lnTo>
                        <a:pt x="824" y="60"/>
                      </a:lnTo>
                      <a:lnTo>
                        <a:pt x="820" y="60"/>
                      </a:lnTo>
                      <a:lnTo>
                        <a:pt x="816" y="60"/>
                      </a:lnTo>
                      <a:lnTo>
                        <a:pt x="812" y="60"/>
                      </a:lnTo>
                      <a:lnTo>
                        <a:pt x="808" y="60"/>
                      </a:lnTo>
                      <a:lnTo>
                        <a:pt x="806" y="60"/>
                      </a:lnTo>
                      <a:lnTo>
                        <a:pt x="802" y="60"/>
                      </a:lnTo>
                      <a:lnTo>
                        <a:pt x="798" y="60"/>
                      </a:lnTo>
                      <a:lnTo>
                        <a:pt x="794" y="64"/>
                      </a:lnTo>
                      <a:lnTo>
                        <a:pt x="790" y="64"/>
                      </a:lnTo>
                      <a:lnTo>
                        <a:pt x="786" y="64"/>
                      </a:lnTo>
                      <a:lnTo>
                        <a:pt x="782" y="64"/>
                      </a:lnTo>
                      <a:lnTo>
                        <a:pt x="778" y="64"/>
                      </a:lnTo>
                      <a:lnTo>
                        <a:pt x="776" y="64"/>
                      </a:lnTo>
                      <a:lnTo>
                        <a:pt x="772" y="68"/>
                      </a:lnTo>
                      <a:lnTo>
                        <a:pt x="764" y="72"/>
                      </a:lnTo>
                      <a:lnTo>
                        <a:pt x="760" y="76"/>
                      </a:lnTo>
                      <a:lnTo>
                        <a:pt x="756" y="76"/>
                      </a:lnTo>
                      <a:lnTo>
                        <a:pt x="752" y="76"/>
                      </a:lnTo>
                      <a:lnTo>
                        <a:pt x="748" y="76"/>
                      </a:lnTo>
                      <a:lnTo>
                        <a:pt x="746" y="76"/>
                      </a:lnTo>
                      <a:lnTo>
                        <a:pt x="746" y="72"/>
                      </a:lnTo>
                      <a:lnTo>
                        <a:pt x="742" y="72"/>
                      </a:lnTo>
                      <a:lnTo>
                        <a:pt x="738" y="72"/>
                      </a:lnTo>
                      <a:lnTo>
                        <a:pt x="734" y="72"/>
                      </a:lnTo>
                      <a:lnTo>
                        <a:pt x="732" y="68"/>
                      </a:lnTo>
                      <a:lnTo>
                        <a:pt x="734" y="68"/>
                      </a:lnTo>
                      <a:lnTo>
                        <a:pt x="738" y="64"/>
                      </a:lnTo>
                      <a:lnTo>
                        <a:pt x="742" y="64"/>
                      </a:lnTo>
                      <a:lnTo>
                        <a:pt x="746" y="64"/>
                      </a:lnTo>
                      <a:lnTo>
                        <a:pt x="748" y="64"/>
                      </a:lnTo>
                      <a:lnTo>
                        <a:pt x="752" y="64"/>
                      </a:lnTo>
                      <a:lnTo>
                        <a:pt x="756" y="64"/>
                      </a:lnTo>
                      <a:lnTo>
                        <a:pt x="760" y="64"/>
                      </a:lnTo>
                      <a:lnTo>
                        <a:pt x="764" y="64"/>
                      </a:lnTo>
                      <a:lnTo>
                        <a:pt x="768" y="64"/>
                      </a:lnTo>
                      <a:lnTo>
                        <a:pt x="772" y="64"/>
                      </a:lnTo>
                      <a:lnTo>
                        <a:pt x="776" y="64"/>
                      </a:lnTo>
                      <a:lnTo>
                        <a:pt x="778" y="60"/>
                      </a:lnTo>
                      <a:lnTo>
                        <a:pt x="782" y="60"/>
                      </a:lnTo>
                      <a:lnTo>
                        <a:pt x="786" y="60"/>
                      </a:lnTo>
                      <a:lnTo>
                        <a:pt x="786" y="56"/>
                      </a:lnTo>
                      <a:lnTo>
                        <a:pt x="790" y="56"/>
                      </a:lnTo>
                      <a:lnTo>
                        <a:pt x="794" y="56"/>
                      </a:lnTo>
                      <a:lnTo>
                        <a:pt x="790" y="56"/>
                      </a:lnTo>
                      <a:lnTo>
                        <a:pt x="786" y="56"/>
                      </a:lnTo>
                      <a:lnTo>
                        <a:pt x="782" y="56"/>
                      </a:lnTo>
                      <a:lnTo>
                        <a:pt x="778" y="56"/>
                      </a:lnTo>
                      <a:lnTo>
                        <a:pt x="776" y="60"/>
                      </a:lnTo>
                      <a:lnTo>
                        <a:pt x="772" y="60"/>
                      </a:lnTo>
                      <a:lnTo>
                        <a:pt x="768" y="60"/>
                      </a:lnTo>
                      <a:lnTo>
                        <a:pt x="764" y="60"/>
                      </a:lnTo>
                      <a:lnTo>
                        <a:pt x="760" y="60"/>
                      </a:lnTo>
                      <a:lnTo>
                        <a:pt x="760" y="64"/>
                      </a:lnTo>
                      <a:lnTo>
                        <a:pt x="752" y="64"/>
                      </a:lnTo>
                      <a:lnTo>
                        <a:pt x="748" y="64"/>
                      </a:lnTo>
                      <a:lnTo>
                        <a:pt x="746" y="64"/>
                      </a:lnTo>
                      <a:lnTo>
                        <a:pt x="742" y="64"/>
                      </a:lnTo>
                      <a:lnTo>
                        <a:pt x="738" y="64"/>
                      </a:lnTo>
                      <a:lnTo>
                        <a:pt x="734" y="64"/>
                      </a:lnTo>
                      <a:lnTo>
                        <a:pt x="732" y="64"/>
                      </a:lnTo>
                      <a:lnTo>
                        <a:pt x="728" y="64"/>
                      </a:lnTo>
                      <a:lnTo>
                        <a:pt x="724" y="64"/>
                      </a:lnTo>
                      <a:lnTo>
                        <a:pt x="720" y="64"/>
                      </a:lnTo>
                      <a:lnTo>
                        <a:pt x="716" y="60"/>
                      </a:lnTo>
                      <a:lnTo>
                        <a:pt x="720" y="56"/>
                      </a:lnTo>
                      <a:lnTo>
                        <a:pt x="724" y="56"/>
                      </a:lnTo>
                      <a:lnTo>
                        <a:pt x="728" y="56"/>
                      </a:lnTo>
                      <a:lnTo>
                        <a:pt x="728" y="60"/>
                      </a:lnTo>
                      <a:lnTo>
                        <a:pt x="732" y="60"/>
                      </a:lnTo>
                      <a:lnTo>
                        <a:pt x="732" y="56"/>
                      </a:lnTo>
                      <a:lnTo>
                        <a:pt x="734" y="56"/>
                      </a:lnTo>
                      <a:lnTo>
                        <a:pt x="732" y="56"/>
                      </a:lnTo>
                      <a:lnTo>
                        <a:pt x="728" y="56"/>
                      </a:lnTo>
                      <a:lnTo>
                        <a:pt x="724" y="56"/>
                      </a:lnTo>
                      <a:lnTo>
                        <a:pt x="724" y="52"/>
                      </a:lnTo>
                      <a:lnTo>
                        <a:pt x="728" y="52"/>
                      </a:lnTo>
                      <a:lnTo>
                        <a:pt x="732" y="52"/>
                      </a:lnTo>
                      <a:lnTo>
                        <a:pt x="734" y="52"/>
                      </a:lnTo>
                      <a:lnTo>
                        <a:pt x="738" y="50"/>
                      </a:lnTo>
                      <a:lnTo>
                        <a:pt x="742" y="50"/>
                      </a:lnTo>
                      <a:lnTo>
                        <a:pt x="746" y="50"/>
                      </a:lnTo>
                      <a:lnTo>
                        <a:pt x="748" y="50"/>
                      </a:lnTo>
                      <a:lnTo>
                        <a:pt x="752" y="50"/>
                      </a:lnTo>
                      <a:lnTo>
                        <a:pt x="756" y="50"/>
                      </a:lnTo>
                      <a:lnTo>
                        <a:pt x="760" y="50"/>
                      </a:lnTo>
                      <a:lnTo>
                        <a:pt x="756" y="50"/>
                      </a:lnTo>
                      <a:lnTo>
                        <a:pt x="752" y="50"/>
                      </a:lnTo>
                      <a:lnTo>
                        <a:pt x="748" y="50"/>
                      </a:lnTo>
                      <a:lnTo>
                        <a:pt x="746" y="50"/>
                      </a:lnTo>
                      <a:lnTo>
                        <a:pt x="742" y="50"/>
                      </a:lnTo>
                      <a:lnTo>
                        <a:pt x="738" y="50"/>
                      </a:lnTo>
                      <a:lnTo>
                        <a:pt x="734" y="50"/>
                      </a:lnTo>
                      <a:lnTo>
                        <a:pt x="732" y="50"/>
                      </a:lnTo>
                      <a:lnTo>
                        <a:pt x="728" y="50"/>
                      </a:lnTo>
                      <a:lnTo>
                        <a:pt x="728" y="52"/>
                      </a:lnTo>
                      <a:lnTo>
                        <a:pt x="720" y="52"/>
                      </a:lnTo>
                      <a:lnTo>
                        <a:pt x="716" y="52"/>
                      </a:lnTo>
                      <a:lnTo>
                        <a:pt x="712" y="52"/>
                      </a:lnTo>
                      <a:lnTo>
                        <a:pt x="716" y="52"/>
                      </a:lnTo>
                      <a:lnTo>
                        <a:pt x="712" y="52"/>
                      </a:lnTo>
                      <a:lnTo>
                        <a:pt x="708" y="52"/>
                      </a:lnTo>
                      <a:lnTo>
                        <a:pt x="708" y="50"/>
                      </a:lnTo>
                      <a:lnTo>
                        <a:pt x="712" y="50"/>
                      </a:lnTo>
                      <a:lnTo>
                        <a:pt x="716" y="50"/>
                      </a:lnTo>
                      <a:lnTo>
                        <a:pt x="720" y="50"/>
                      </a:lnTo>
                      <a:lnTo>
                        <a:pt x="724" y="46"/>
                      </a:lnTo>
                      <a:lnTo>
                        <a:pt x="728" y="46"/>
                      </a:lnTo>
                      <a:lnTo>
                        <a:pt x="724" y="46"/>
                      </a:lnTo>
                      <a:lnTo>
                        <a:pt x="720" y="46"/>
                      </a:lnTo>
                      <a:lnTo>
                        <a:pt x="716" y="46"/>
                      </a:lnTo>
                      <a:lnTo>
                        <a:pt x="712" y="46"/>
                      </a:lnTo>
                      <a:lnTo>
                        <a:pt x="708" y="46"/>
                      </a:lnTo>
                      <a:lnTo>
                        <a:pt x="708" y="50"/>
                      </a:lnTo>
                      <a:lnTo>
                        <a:pt x="706" y="50"/>
                      </a:lnTo>
                      <a:lnTo>
                        <a:pt x="702" y="50"/>
                      </a:lnTo>
                      <a:lnTo>
                        <a:pt x="702" y="46"/>
                      </a:lnTo>
                      <a:lnTo>
                        <a:pt x="698" y="46"/>
                      </a:lnTo>
                      <a:lnTo>
                        <a:pt x="694" y="46"/>
                      </a:lnTo>
                      <a:lnTo>
                        <a:pt x="698" y="46"/>
                      </a:lnTo>
                      <a:lnTo>
                        <a:pt x="698" y="42"/>
                      </a:lnTo>
                      <a:lnTo>
                        <a:pt x="702" y="42"/>
                      </a:lnTo>
                      <a:lnTo>
                        <a:pt x="706" y="42"/>
                      </a:lnTo>
                      <a:lnTo>
                        <a:pt x="708" y="42"/>
                      </a:lnTo>
                      <a:lnTo>
                        <a:pt x="708" y="38"/>
                      </a:lnTo>
                      <a:lnTo>
                        <a:pt x="712" y="38"/>
                      </a:lnTo>
                      <a:lnTo>
                        <a:pt x="716" y="38"/>
                      </a:lnTo>
                      <a:lnTo>
                        <a:pt x="720" y="38"/>
                      </a:lnTo>
                      <a:lnTo>
                        <a:pt x="724" y="38"/>
                      </a:lnTo>
                      <a:lnTo>
                        <a:pt x="728" y="38"/>
                      </a:lnTo>
                      <a:lnTo>
                        <a:pt x="732" y="42"/>
                      </a:lnTo>
                      <a:lnTo>
                        <a:pt x="732" y="38"/>
                      </a:lnTo>
                      <a:lnTo>
                        <a:pt x="734" y="38"/>
                      </a:lnTo>
                      <a:lnTo>
                        <a:pt x="734" y="34"/>
                      </a:lnTo>
                      <a:lnTo>
                        <a:pt x="738" y="34"/>
                      </a:lnTo>
                      <a:lnTo>
                        <a:pt x="742" y="34"/>
                      </a:lnTo>
                      <a:lnTo>
                        <a:pt x="746" y="34"/>
                      </a:lnTo>
                      <a:lnTo>
                        <a:pt x="748" y="30"/>
                      </a:lnTo>
                      <a:lnTo>
                        <a:pt x="752" y="34"/>
                      </a:lnTo>
                      <a:lnTo>
                        <a:pt x="752" y="30"/>
                      </a:lnTo>
                      <a:lnTo>
                        <a:pt x="756" y="30"/>
                      </a:lnTo>
                      <a:lnTo>
                        <a:pt x="756" y="34"/>
                      </a:lnTo>
                      <a:lnTo>
                        <a:pt x="760" y="34"/>
                      </a:lnTo>
                      <a:lnTo>
                        <a:pt x="760" y="38"/>
                      </a:lnTo>
                      <a:lnTo>
                        <a:pt x="764" y="38"/>
                      </a:lnTo>
                      <a:lnTo>
                        <a:pt x="768" y="38"/>
                      </a:lnTo>
                      <a:lnTo>
                        <a:pt x="764" y="38"/>
                      </a:lnTo>
                      <a:lnTo>
                        <a:pt x="760" y="38"/>
                      </a:lnTo>
                      <a:lnTo>
                        <a:pt x="760" y="34"/>
                      </a:lnTo>
                      <a:lnTo>
                        <a:pt x="764" y="34"/>
                      </a:lnTo>
                      <a:lnTo>
                        <a:pt x="768" y="34"/>
                      </a:lnTo>
                      <a:lnTo>
                        <a:pt x="772" y="34"/>
                      </a:lnTo>
                      <a:lnTo>
                        <a:pt x="776" y="34"/>
                      </a:lnTo>
                      <a:lnTo>
                        <a:pt x="778" y="34"/>
                      </a:lnTo>
                      <a:lnTo>
                        <a:pt x="782" y="34"/>
                      </a:lnTo>
                      <a:lnTo>
                        <a:pt x="782" y="38"/>
                      </a:lnTo>
                      <a:lnTo>
                        <a:pt x="786" y="38"/>
                      </a:lnTo>
                      <a:lnTo>
                        <a:pt x="782" y="38"/>
                      </a:lnTo>
                      <a:lnTo>
                        <a:pt x="782" y="34"/>
                      </a:lnTo>
                      <a:lnTo>
                        <a:pt x="786" y="34"/>
                      </a:lnTo>
                      <a:lnTo>
                        <a:pt x="790" y="34"/>
                      </a:lnTo>
                      <a:lnTo>
                        <a:pt x="790" y="38"/>
                      </a:lnTo>
                      <a:lnTo>
                        <a:pt x="794" y="38"/>
                      </a:lnTo>
                      <a:lnTo>
                        <a:pt x="790" y="38"/>
                      </a:lnTo>
                      <a:lnTo>
                        <a:pt x="790" y="34"/>
                      </a:lnTo>
                      <a:lnTo>
                        <a:pt x="794" y="34"/>
                      </a:lnTo>
                      <a:lnTo>
                        <a:pt x="794" y="38"/>
                      </a:lnTo>
                      <a:lnTo>
                        <a:pt x="798" y="38"/>
                      </a:lnTo>
                      <a:lnTo>
                        <a:pt x="794" y="34"/>
                      </a:lnTo>
                      <a:lnTo>
                        <a:pt x="790" y="34"/>
                      </a:lnTo>
                      <a:lnTo>
                        <a:pt x="786" y="34"/>
                      </a:lnTo>
                      <a:lnTo>
                        <a:pt x="782" y="34"/>
                      </a:lnTo>
                      <a:lnTo>
                        <a:pt x="778" y="34"/>
                      </a:lnTo>
                      <a:lnTo>
                        <a:pt x="778" y="30"/>
                      </a:lnTo>
                      <a:lnTo>
                        <a:pt x="776" y="30"/>
                      </a:lnTo>
                      <a:lnTo>
                        <a:pt x="772" y="30"/>
                      </a:lnTo>
                      <a:lnTo>
                        <a:pt x="768" y="30"/>
                      </a:lnTo>
                      <a:lnTo>
                        <a:pt x="764" y="30"/>
                      </a:lnTo>
                      <a:lnTo>
                        <a:pt x="764" y="26"/>
                      </a:lnTo>
                      <a:lnTo>
                        <a:pt x="768" y="26"/>
                      </a:lnTo>
                      <a:lnTo>
                        <a:pt x="772" y="26"/>
                      </a:lnTo>
                      <a:lnTo>
                        <a:pt x="776" y="26"/>
                      </a:lnTo>
                      <a:lnTo>
                        <a:pt x="778" y="26"/>
                      </a:lnTo>
                      <a:lnTo>
                        <a:pt x="782" y="26"/>
                      </a:lnTo>
                      <a:lnTo>
                        <a:pt x="786" y="26"/>
                      </a:lnTo>
                      <a:lnTo>
                        <a:pt x="782" y="22"/>
                      </a:lnTo>
                      <a:lnTo>
                        <a:pt x="786" y="22"/>
                      </a:lnTo>
                      <a:lnTo>
                        <a:pt x="782" y="22"/>
                      </a:lnTo>
                      <a:lnTo>
                        <a:pt x="778" y="22"/>
                      </a:lnTo>
                      <a:lnTo>
                        <a:pt x="778" y="20"/>
                      </a:lnTo>
                      <a:lnTo>
                        <a:pt x="782" y="20"/>
                      </a:lnTo>
                      <a:lnTo>
                        <a:pt x="786" y="20"/>
                      </a:lnTo>
                      <a:lnTo>
                        <a:pt x="790" y="20"/>
                      </a:lnTo>
                      <a:lnTo>
                        <a:pt x="798" y="20"/>
                      </a:lnTo>
                      <a:lnTo>
                        <a:pt x="798" y="22"/>
                      </a:lnTo>
                      <a:lnTo>
                        <a:pt x="794" y="22"/>
                      </a:lnTo>
                      <a:lnTo>
                        <a:pt x="798" y="22"/>
                      </a:lnTo>
                      <a:lnTo>
                        <a:pt x="802" y="22"/>
                      </a:lnTo>
                      <a:lnTo>
                        <a:pt x="806" y="22"/>
                      </a:lnTo>
                      <a:lnTo>
                        <a:pt x="808" y="22"/>
                      </a:lnTo>
                      <a:lnTo>
                        <a:pt x="812" y="26"/>
                      </a:lnTo>
                      <a:lnTo>
                        <a:pt x="816" y="26"/>
                      </a:lnTo>
                      <a:lnTo>
                        <a:pt x="816" y="30"/>
                      </a:lnTo>
                      <a:lnTo>
                        <a:pt x="820" y="30"/>
                      </a:lnTo>
                      <a:lnTo>
                        <a:pt x="820" y="34"/>
                      </a:lnTo>
                      <a:lnTo>
                        <a:pt x="824" y="34"/>
                      </a:lnTo>
                      <a:lnTo>
                        <a:pt x="828" y="34"/>
                      </a:lnTo>
                      <a:lnTo>
                        <a:pt x="832" y="34"/>
                      </a:lnTo>
                      <a:lnTo>
                        <a:pt x="834" y="34"/>
                      </a:lnTo>
                      <a:lnTo>
                        <a:pt x="832" y="34"/>
                      </a:lnTo>
                      <a:lnTo>
                        <a:pt x="828" y="30"/>
                      </a:lnTo>
                      <a:lnTo>
                        <a:pt x="824" y="30"/>
                      </a:lnTo>
                      <a:lnTo>
                        <a:pt x="820" y="30"/>
                      </a:lnTo>
                      <a:lnTo>
                        <a:pt x="820" y="26"/>
                      </a:lnTo>
                      <a:lnTo>
                        <a:pt x="824" y="26"/>
                      </a:lnTo>
                      <a:lnTo>
                        <a:pt x="828" y="26"/>
                      </a:lnTo>
                      <a:lnTo>
                        <a:pt x="832" y="26"/>
                      </a:lnTo>
                      <a:lnTo>
                        <a:pt x="832" y="30"/>
                      </a:lnTo>
                      <a:lnTo>
                        <a:pt x="834" y="30"/>
                      </a:lnTo>
                      <a:lnTo>
                        <a:pt x="838" y="30"/>
                      </a:lnTo>
                      <a:lnTo>
                        <a:pt x="842" y="30"/>
                      </a:lnTo>
                      <a:lnTo>
                        <a:pt x="846" y="34"/>
                      </a:lnTo>
                      <a:lnTo>
                        <a:pt x="850" y="34"/>
                      </a:lnTo>
                      <a:lnTo>
                        <a:pt x="854" y="34"/>
                      </a:lnTo>
                      <a:lnTo>
                        <a:pt x="858" y="34"/>
                      </a:lnTo>
                      <a:lnTo>
                        <a:pt x="862" y="34"/>
                      </a:lnTo>
                      <a:lnTo>
                        <a:pt x="864" y="38"/>
                      </a:lnTo>
                      <a:lnTo>
                        <a:pt x="868" y="38"/>
                      </a:lnTo>
                      <a:lnTo>
                        <a:pt x="868" y="42"/>
                      </a:lnTo>
                      <a:lnTo>
                        <a:pt x="872" y="42"/>
                      </a:lnTo>
                      <a:lnTo>
                        <a:pt x="868" y="38"/>
                      </a:lnTo>
                      <a:lnTo>
                        <a:pt x="864" y="34"/>
                      </a:lnTo>
                      <a:lnTo>
                        <a:pt x="862" y="34"/>
                      </a:lnTo>
                      <a:lnTo>
                        <a:pt x="858" y="34"/>
                      </a:lnTo>
                      <a:lnTo>
                        <a:pt x="854" y="34"/>
                      </a:lnTo>
                      <a:lnTo>
                        <a:pt x="850" y="34"/>
                      </a:lnTo>
                      <a:lnTo>
                        <a:pt x="850" y="30"/>
                      </a:lnTo>
                      <a:lnTo>
                        <a:pt x="846" y="30"/>
                      </a:lnTo>
                      <a:lnTo>
                        <a:pt x="842" y="30"/>
                      </a:lnTo>
                      <a:lnTo>
                        <a:pt x="838" y="26"/>
                      </a:lnTo>
                      <a:lnTo>
                        <a:pt x="834" y="26"/>
                      </a:lnTo>
                      <a:lnTo>
                        <a:pt x="832" y="26"/>
                      </a:lnTo>
                      <a:lnTo>
                        <a:pt x="828" y="26"/>
                      </a:lnTo>
                      <a:lnTo>
                        <a:pt x="828" y="22"/>
                      </a:lnTo>
                      <a:lnTo>
                        <a:pt x="824" y="22"/>
                      </a:lnTo>
                      <a:lnTo>
                        <a:pt x="828" y="20"/>
                      </a:lnTo>
                      <a:lnTo>
                        <a:pt x="832" y="20"/>
                      </a:lnTo>
                      <a:lnTo>
                        <a:pt x="838" y="20"/>
                      </a:lnTo>
                      <a:lnTo>
                        <a:pt x="842" y="20"/>
                      </a:lnTo>
                      <a:lnTo>
                        <a:pt x="838" y="20"/>
                      </a:lnTo>
                      <a:lnTo>
                        <a:pt x="834" y="20"/>
                      </a:lnTo>
                      <a:lnTo>
                        <a:pt x="832" y="20"/>
                      </a:lnTo>
                      <a:lnTo>
                        <a:pt x="832" y="16"/>
                      </a:lnTo>
                      <a:lnTo>
                        <a:pt x="828" y="16"/>
                      </a:lnTo>
                      <a:lnTo>
                        <a:pt x="832" y="16"/>
                      </a:lnTo>
                      <a:lnTo>
                        <a:pt x="834" y="16"/>
                      </a:lnTo>
                      <a:lnTo>
                        <a:pt x="842" y="16"/>
                      </a:lnTo>
                      <a:lnTo>
                        <a:pt x="846" y="20"/>
                      </a:lnTo>
                      <a:lnTo>
                        <a:pt x="850" y="20"/>
                      </a:lnTo>
                      <a:lnTo>
                        <a:pt x="854" y="20"/>
                      </a:lnTo>
                      <a:lnTo>
                        <a:pt x="850" y="16"/>
                      </a:lnTo>
                      <a:lnTo>
                        <a:pt x="846" y="16"/>
                      </a:lnTo>
                      <a:lnTo>
                        <a:pt x="846" y="12"/>
                      </a:lnTo>
                      <a:lnTo>
                        <a:pt x="842" y="12"/>
                      </a:lnTo>
                      <a:lnTo>
                        <a:pt x="838" y="12"/>
                      </a:lnTo>
                      <a:lnTo>
                        <a:pt x="842" y="12"/>
                      </a:lnTo>
                      <a:lnTo>
                        <a:pt x="842" y="8"/>
                      </a:lnTo>
                      <a:lnTo>
                        <a:pt x="850" y="12"/>
                      </a:lnTo>
                      <a:lnTo>
                        <a:pt x="858" y="12"/>
                      </a:lnTo>
                      <a:lnTo>
                        <a:pt x="862" y="12"/>
                      </a:lnTo>
                      <a:lnTo>
                        <a:pt x="862" y="16"/>
                      </a:lnTo>
                      <a:lnTo>
                        <a:pt x="864" y="16"/>
                      </a:lnTo>
                      <a:lnTo>
                        <a:pt x="864" y="12"/>
                      </a:lnTo>
                      <a:lnTo>
                        <a:pt x="868" y="16"/>
                      </a:lnTo>
                      <a:lnTo>
                        <a:pt x="872" y="16"/>
                      </a:lnTo>
                      <a:lnTo>
                        <a:pt x="876" y="16"/>
                      </a:lnTo>
                      <a:lnTo>
                        <a:pt x="880" y="16"/>
                      </a:lnTo>
                      <a:lnTo>
                        <a:pt x="884" y="16"/>
                      </a:lnTo>
                      <a:lnTo>
                        <a:pt x="880" y="16"/>
                      </a:lnTo>
                      <a:lnTo>
                        <a:pt x="876" y="16"/>
                      </a:lnTo>
                      <a:lnTo>
                        <a:pt x="872" y="16"/>
                      </a:lnTo>
                      <a:lnTo>
                        <a:pt x="872" y="12"/>
                      </a:lnTo>
                      <a:lnTo>
                        <a:pt x="868" y="12"/>
                      </a:lnTo>
                      <a:lnTo>
                        <a:pt x="864" y="12"/>
                      </a:lnTo>
                      <a:lnTo>
                        <a:pt x="862" y="12"/>
                      </a:lnTo>
                      <a:lnTo>
                        <a:pt x="864" y="12"/>
                      </a:lnTo>
                      <a:lnTo>
                        <a:pt x="868" y="12"/>
                      </a:lnTo>
                      <a:lnTo>
                        <a:pt x="864" y="8"/>
                      </a:lnTo>
                      <a:lnTo>
                        <a:pt x="862" y="8"/>
                      </a:lnTo>
                      <a:lnTo>
                        <a:pt x="858" y="8"/>
                      </a:lnTo>
                      <a:lnTo>
                        <a:pt x="862" y="8"/>
                      </a:lnTo>
                      <a:lnTo>
                        <a:pt x="864" y="4"/>
                      </a:lnTo>
                      <a:lnTo>
                        <a:pt x="868" y="4"/>
                      </a:lnTo>
                      <a:lnTo>
                        <a:pt x="872" y="4"/>
                      </a:lnTo>
                      <a:lnTo>
                        <a:pt x="876" y="4"/>
                      </a:lnTo>
                      <a:lnTo>
                        <a:pt x="876" y="8"/>
                      </a:lnTo>
                      <a:lnTo>
                        <a:pt x="880" y="8"/>
                      </a:lnTo>
                      <a:lnTo>
                        <a:pt x="884" y="8"/>
                      </a:lnTo>
                      <a:lnTo>
                        <a:pt x="888" y="8"/>
                      </a:lnTo>
                      <a:lnTo>
                        <a:pt x="888" y="12"/>
                      </a:lnTo>
                      <a:lnTo>
                        <a:pt x="890" y="8"/>
                      </a:lnTo>
                      <a:lnTo>
                        <a:pt x="888" y="8"/>
                      </a:lnTo>
                      <a:lnTo>
                        <a:pt x="890" y="8"/>
                      </a:lnTo>
                      <a:lnTo>
                        <a:pt x="894" y="8"/>
                      </a:lnTo>
                      <a:lnTo>
                        <a:pt x="898" y="8"/>
                      </a:lnTo>
                      <a:lnTo>
                        <a:pt x="902" y="8"/>
                      </a:lnTo>
                      <a:lnTo>
                        <a:pt x="906" y="12"/>
                      </a:lnTo>
                      <a:lnTo>
                        <a:pt x="910" y="12"/>
                      </a:lnTo>
                      <a:lnTo>
                        <a:pt x="910" y="16"/>
                      </a:lnTo>
                      <a:lnTo>
                        <a:pt x="914" y="16"/>
                      </a:lnTo>
                      <a:lnTo>
                        <a:pt x="918" y="16"/>
                      </a:lnTo>
                      <a:lnTo>
                        <a:pt x="920" y="16"/>
                      </a:lnTo>
                      <a:lnTo>
                        <a:pt x="920" y="20"/>
                      </a:lnTo>
                      <a:lnTo>
                        <a:pt x="918" y="20"/>
                      </a:lnTo>
                      <a:lnTo>
                        <a:pt x="918" y="22"/>
                      </a:lnTo>
                      <a:lnTo>
                        <a:pt x="918" y="20"/>
                      </a:lnTo>
                      <a:lnTo>
                        <a:pt x="920" y="20"/>
                      </a:lnTo>
                      <a:lnTo>
                        <a:pt x="924" y="16"/>
                      </a:lnTo>
                      <a:lnTo>
                        <a:pt x="928" y="16"/>
                      </a:lnTo>
                      <a:lnTo>
                        <a:pt x="924" y="16"/>
                      </a:lnTo>
                      <a:lnTo>
                        <a:pt x="920" y="16"/>
                      </a:lnTo>
                      <a:lnTo>
                        <a:pt x="918" y="16"/>
                      </a:lnTo>
                      <a:lnTo>
                        <a:pt x="918" y="12"/>
                      </a:lnTo>
                      <a:lnTo>
                        <a:pt x="914" y="12"/>
                      </a:lnTo>
                      <a:lnTo>
                        <a:pt x="918" y="12"/>
                      </a:lnTo>
                      <a:lnTo>
                        <a:pt x="920" y="12"/>
                      </a:lnTo>
                      <a:lnTo>
                        <a:pt x="918" y="12"/>
                      </a:lnTo>
                      <a:lnTo>
                        <a:pt x="914" y="12"/>
                      </a:lnTo>
                      <a:lnTo>
                        <a:pt x="910" y="8"/>
                      </a:lnTo>
                      <a:lnTo>
                        <a:pt x="906" y="8"/>
                      </a:lnTo>
                      <a:lnTo>
                        <a:pt x="902" y="8"/>
                      </a:lnTo>
                      <a:lnTo>
                        <a:pt x="898" y="4"/>
                      </a:lnTo>
                      <a:lnTo>
                        <a:pt x="902" y="4"/>
                      </a:lnTo>
                      <a:lnTo>
                        <a:pt x="906" y="4"/>
                      </a:lnTo>
                      <a:lnTo>
                        <a:pt x="910" y="4"/>
                      </a:lnTo>
                      <a:lnTo>
                        <a:pt x="914" y="4"/>
                      </a:lnTo>
                      <a:lnTo>
                        <a:pt x="918" y="4"/>
                      </a:lnTo>
                      <a:lnTo>
                        <a:pt x="920" y="4"/>
                      </a:lnTo>
                      <a:lnTo>
                        <a:pt x="924" y="4"/>
                      </a:lnTo>
                      <a:lnTo>
                        <a:pt x="928" y="4"/>
                      </a:lnTo>
                      <a:lnTo>
                        <a:pt x="932" y="4"/>
                      </a:lnTo>
                      <a:lnTo>
                        <a:pt x="936" y="4"/>
                      </a:lnTo>
                      <a:lnTo>
                        <a:pt x="940" y="4"/>
                      </a:lnTo>
                      <a:lnTo>
                        <a:pt x="944" y="4"/>
                      </a:lnTo>
                      <a:lnTo>
                        <a:pt x="948" y="4"/>
                      </a:lnTo>
                      <a:lnTo>
                        <a:pt x="950" y="8"/>
                      </a:lnTo>
                      <a:lnTo>
                        <a:pt x="954" y="12"/>
                      </a:lnTo>
                      <a:lnTo>
                        <a:pt x="958" y="12"/>
                      </a:lnTo>
                      <a:lnTo>
                        <a:pt x="962" y="12"/>
                      </a:lnTo>
                      <a:lnTo>
                        <a:pt x="966" y="12"/>
                      </a:lnTo>
                      <a:lnTo>
                        <a:pt x="966" y="16"/>
                      </a:lnTo>
                      <a:lnTo>
                        <a:pt x="970" y="12"/>
                      </a:lnTo>
                      <a:lnTo>
                        <a:pt x="966" y="12"/>
                      </a:lnTo>
                      <a:lnTo>
                        <a:pt x="962" y="12"/>
                      </a:lnTo>
                      <a:lnTo>
                        <a:pt x="958" y="12"/>
                      </a:lnTo>
                      <a:lnTo>
                        <a:pt x="954" y="8"/>
                      </a:lnTo>
                      <a:lnTo>
                        <a:pt x="958" y="4"/>
                      </a:lnTo>
                      <a:lnTo>
                        <a:pt x="962" y="4"/>
                      </a:lnTo>
                      <a:lnTo>
                        <a:pt x="966" y="0"/>
                      </a:lnTo>
                      <a:lnTo>
                        <a:pt x="970" y="0"/>
                      </a:lnTo>
                      <a:lnTo>
                        <a:pt x="974" y="0"/>
                      </a:lnTo>
                      <a:lnTo>
                        <a:pt x="976" y="0"/>
                      </a:lnTo>
                      <a:lnTo>
                        <a:pt x="980" y="0"/>
                      </a:lnTo>
                      <a:lnTo>
                        <a:pt x="980" y="4"/>
                      </a:lnTo>
                      <a:lnTo>
                        <a:pt x="980" y="8"/>
                      </a:lnTo>
                      <a:lnTo>
                        <a:pt x="984" y="8"/>
                      </a:lnTo>
                      <a:lnTo>
                        <a:pt x="988" y="8"/>
                      </a:lnTo>
                      <a:lnTo>
                        <a:pt x="992" y="8"/>
                      </a:lnTo>
                      <a:lnTo>
                        <a:pt x="988" y="8"/>
                      </a:lnTo>
                      <a:lnTo>
                        <a:pt x="984" y="4"/>
                      </a:lnTo>
                      <a:lnTo>
                        <a:pt x="988" y="0"/>
                      </a:lnTo>
                      <a:lnTo>
                        <a:pt x="992" y="0"/>
                      </a:lnTo>
                      <a:lnTo>
                        <a:pt x="996" y="0"/>
                      </a:lnTo>
                      <a:lnTo>
                        <a:pt x="1000" y="0"/>
                      </a:lnTo>
                      <a:lnTo>
                        <a:pt x="1004" y="0"/>
                      </a:lnTo>
                      <a:lnTo>
                        <a:pt x="1006" y="0"/>
                      </a:lnTo>
                      <a:lnTo>
                        <a:pt x="1010" y="0"/>
                      </a:lnTo>
                      <a:lnTo>
                        <a:pt x="1010" y="4"/>
                      </a:lnTo>
                      <a:lnTo>
                        <a:pt x="1006" y="4"/>
                      </a:lnTo>
                      <a:lnTo>
                        <a:pt x="1010" y="4"/>
                      </a:lnTo>
                      <a:lnTo>
                        <a:pt x="1014" y="4"/>
                      </a:lnTo>
                      <a:lnTo>
                        <a:pt x="1018" y="4"/>
                      </a:lnTo>
                      <a:lnTo>
                        <a:pt x="1022" y="4"/>
                      </a:lnTo>
                      <a:lnTo>
                        <a:pt x="1026" y="4"/>
                      </a:lnTo>
                      <a:lnTo>
                        <a:pt x="1030" y="4"/>
                      </a:lnTo>
                      <a:lnTo>
                        <a:pt x="1030" y="8"/>
                      </a:lnTo>
                      <a:lnTo>
                        <a:pt x="1032" y="8"/>
                      </a:lnTo>
                      <a:lnTo>
                        <a:pt x="1032" y="4"/>
                      </a:lnTo>
                      <a:lnTo>
                        <a:pt x="1036" y="4"/>
                      </a:lnTo>
                      <a:lnTo>
                        <a:pt x="1040" y="4"/>
                      </a:lnTo>
                      <a:lnTo>
                        <a:pt x="1040" y="8"/>
                      </a:lnTo>
                      <a:lnTo>
                        <a:pt x="1044" y="8"/>
                      </a:lnTo>
                      <a:lnTo>
                        <a:pt x="1044" y="4"/>
                      </a:lnTo>
                      <a:lnTo>
                        <a:pt x="1048" y="4"/>
                      </a:lnTo>
                      <a:lnTo>
                        <a:pt x="1048" y="8"/>
                      </a:lnTo>
                      <a:lnTo>
                        <a:pt x="1052" y="8"/>
                      </a:lnTo>
                      <a:lnTo>
                        <a:pt x="1056" y="8"/>
                      </a:lnTo>
                      <a:lnTo>
                        <a:pt x="1048" y="12"/>
                      </a:lnTo>
                      <a:lnTo>
                        <a:pt x="1044" y="12"/>
                      </a:lnTo>
                      <a:lnTo>
                        <a:pt x="1040" y="12"/>
                      </a:lnTo>
                      <a:lnTo>
                        <a:pt x="1036" y="12"/>
                      </a:lnTo>
                      <a:lnTo>
                        <a:pt x="1032" y="12"/>
                      </a:lnTo>
                      <a:lnTo>
                        <a:pt x="1032" y="16"/>
                      </a:lnTo>
                      <a:lnTo>
                        <a:pt x="1030" y="16"/>
                      </a:lnTo>
                      <a:lnTo>
                        <a:pt x="1026" y="16"/>
                      </a:lnTo>
                      <a:lnTo>
                        <a:pt x="1022" y="16"/>
                      </a:lnTo>
                      <a:lnTo>
                        <a:pt x="1026" y="16"/>
                      </a:lnTo>
                      <a:lnTo>
                        <a:pt x="1030" y="16"/>
                      </a:lnTo>
                      <a:lnTo>
                        <a:pt x="1032" y="16"/>
                      </a:lnTo>
                      <a:lnTo>
                        <a:pt x="1036" y="16"/>
                      </a:lnTo>
                      <a:lnTo>
                        <a:pt x="1040" y="16"/>
                      </a:lnTo>
                      <a:lnTo>
                        <a:pt x="1044" y="16"/>
                      </a:lnTo>
                      <a:lnTo>
                        <a:pt x="1048" y="12"/>
                      </a:lnTo>
                      <a:lnTo>
                        <a:pt x="1052" y="12"/>
                      </a:lnTo>
                      <a:lnTo>
                        <a:pt x="1060" y="12"/>
                      </a:lnTo>
                      <a:lnTo>
                        <a:pt x="1062" y="8"/>
                      </a:lnTo>
                      <a:lnTo>
                        <a:pt x="1066" y="8"/>
                      </a:lnTo>
                      <a:lnTo>
                        <a:pt x="1070" y="8"/>
                      </a:lnTo>
                      <a:lnTo>
                        <a:pt x="1066" y="12"/>
                      </a:lnTo>
                      <a:lnTo>
                        <a:pt x="1070" y="12"/>
                      </a:lnTo>
                      <a:lnTo>
                        <a:pt x="1074" y="12"/>
                      </a:lnTo>
                      <a:lnTo>
                        <a:pt x="1070" y="12"/>
                      </a:lnTo>
                      <a:lnTo>
                        <a:pt x="1070" y="8"/>
                      </a:lnTo>
                      <a:lnTo>
                        <a:pt x="1074" y="8"/>
                      </a:lnTo>
                      <a:lnTo>
                        <a:pt x="1070" y="8"/>
                      </a:lnTo>
                      <a:lnTo>
                        <a:pt x="1074" y="8"/>
                      </a:lnTo>
                      <a:lnTo>
                        <a:pt x="1076" y="8"/>
                      </a:lnTo>
                      <a:lnTo>
                        <a:pt x="1080" y="8"/>
                      </a:lnTo>
                      <a:lnTo>
                        <a:pt x="1076" y="8"/>
                      </a:lnTo>
                      <a:lnTo>
                        <a:pt x="1076" y="12"/>
                      </a:lnTo>
                      <a:lnTo>
                        <a:pt x="1080" y="12"/>
                      </a:lnTo>
                      <a:lnTo>
                        <a:pt x="1084" y="12"/>
                      </a:lnTo>
                      <a:lnTo>
                        <a:pt x="1088" y="8"/>
                      </a:lnTo>
                      <a:lnTo>
                        <a:pt x="1092" y="8"/>
                      </a:lnTo>
                      <a:lnTo>
                        <a:pt x="1096" y="8"/>
                      </a:lnTo>
                      <a:lnTo>
                        <a:pt x="1096" y="12"/>
                      </a:lnTo>
                      <a:lnTo>
                        <a:pt x="1092" y="12"/>
                      </a:lnTo>
                      <a:lnTo>
                        <a:pt x="1096" y="16"/>
                      </a:lnTo>
                      <a:lnTo>
                        <a:pt x="1100" y="16"/>
                      </a:lnTo>
                      <a:lnTo>
                        <a:pt x="1104" y="16"/>
                      </a:lnTo>
                      <a:lnTo>
                        <a:pt x="1104" y="20"/>
                      </a:lnTo>
                      <a:lnTo>
                        <a:pt x="1100" y="20"/>
                      </a:lnTo>
                      <a:lnTo>
                        <a:pt x="1100" y="22"/>
                      </a:lnTo>
                      <a:lnTo>
                        <a:pt x="1104" y="22"/>
                      </a:lnTo>
                      <a:lnTo>
                        <a:pt x="1104" y="20"/>
                      </a:lnTo>
                      <a:lnTo>
                        <a:pt x="1106" y="20"/>
                      </a:lnTo>
                      <a:lnTo>
                        <a:pt x="1110" y="20"/>
                      </a:lnTo>
                      <a:lnTo>
                        <a:pt x="1114" y="20"/>
                      </a:lnTo>
                      <a:lnTo>
                        <a:pt x="1110" y="20"/>
                      </a:lnTo>
                      <a:lnTo>
                        <a:pt x="1114" y="20"/>
                      </a:lnTo>
                      <a:lnTo>
                        <a:pt x="1118" y="20"/>
                      </a:lnTo>
                      <a:lnTo>
                        <a:pt x="1122" y="20"/>
                      </a:lnTo>
                      <a:lnTo>
                        <a:pt x="1126" y="20"/>
                      </a:lnTo>
                      <a:lnTo>
                        <a:pt x="1126" y="22"/>
                      </a:lnTo>
                      <a:lnTo>
                        <a:pt x="1130" y="22"/>
                      </a:lnTo>
                      <a:lnTo>
                        <a:pt x="1130" y="26"/>
                      </a:lnTo>
                      <a:lnTo>
                        <a:pt x="1126" y="30"/>
                      </a:lnTo>
                      <a:lnTo>
                        <a:pt x="1122" y="30"/>
                      </a:lnTo>
                      <a:lnTo>
                        <a:pt x="1118" y="30"/>
                      </a:lnTo>
                      <a:lnTo>
                        <a:pt x="1114" y="34"/>
                      </a:lnTo>
                      <a:lnTo>
                        <a:pt x="1110" y="34"/>
                      </a:lnTo>
                      <a:lnTo>
                        <a:pt x="1104" y="38"/>
                      </a:lnTo>
                      <a:lnTo>
                        <a:pt x="1100" y="38"/>
                      </a:lnTo>
                      <a:lnTo>
                        <a:pt x="1096" y="38"/>
                      </a:lnTo>
                      <a:lnTo>
                        <a:pt x="1092" y="38"/>
                      </a:lnTo>
                      <a:lnTo>
                        <a:pt x="1092" y="42"/>
                      </a:lnTo>
                      <a:lnTo>
                        <a:pt x="1088" y="42"/>
                      </a:lnTo>
                      <a:lnTo>
                        <a:pt x="1084" y="42"/>
                      </a:lnTo>
                      <a:lnTo>
                        <a:pt x="1088" y="42"/>
                      </a:lnTo>
                      <a:lnTo>
                        <a:pt x="1084" y="42"/>
                      </a:lnTo>
                      <a:lnTo>
                        <a:pt x="1080" y="42"/>
                      </a:lnTo>
                      <a:lnTo>
                        <a:pt x="1076" y="42"/>
                      </a:lnTo>
                      <a:lnTo>
                        <a:pt x="1074" y="42"/>
                      </a:lnTo>
                      <a:lnTo>
                        <a:pt x="1070" y="42"/>
                      </a:lnTo>
                      <a:lnTo>
                        <a:pt x="1066" y="46"/>
                      </a:lnTo>
                      <a:lnTo>
                        <a:pt x="1062" y="46"/>
                      </a:lnTo>
                      <a:lnTo>
                        <a:pt x="1060" y="46"/>
                      </a:lnTo>
                      <a:lnTo>
                        <a:pt x="1062" y="46"/>
                      </a:lnTo>
                      <a:lnTo>
                        <a:pt x="1066" y="46"/>
                      </a:lnTo>
                      <a:lnTo>
                        <a:pt x="1070" y="46"/>
                      </a:lnTo>
                      <a:lnTo>
                        <a:pt x="1066" y="46"/>
                      </a:lnTo>
                      <a:lnTo>
                        <a:pt x="1062" y="46"/>
                      </a:lnTo>
                      <a:lnTo>
                        <a:pt x="1060" y="46"/>
                      </a:lnTo>
                      <a:lnTo>
                        <a:pt x="1056" y="46"/>
                      </a:lnTo>
                      <a:lnTo>
                        <a:pt x="1052" y="46"/>
                      </a:lnTo>
                      <a:lnTo>
                        <a:pt x="1048" y="46"/>
                      </a:lnTo>
                      <a:lnTo>
                        <a:pt x="1044" y="46"/>
                      </a:lnTo>
                      <a:lnTo>
                        <a:pt x="1040" y="46"/>
                      </a:lnTo>
                      <a:lnTo>
                        <a:pt x="1036" y="46"/>
                      </a:lnTo>
                      <a:lnTo>
                        <a:pt x="1032" y="50"/>
                      </a:lnTo>
                      <a:lnTo>
                        <a:pt x="1030" y="50"/>
                      </a:lnTo>
                      <a:lnTo>
                        <a:pt x="1026" y="46"/>
                      </a:lnTo>
                      <a:lnTo>
                        <a:pt x="1022" y="46"/>
                      </a:lnTo>
                      <a:lnTo>
                        <a:pt x="1018" y="46"/>
                      </a:lnTo>
                      <a:lnTo>
                        <a:pt x="1014" y="42"/>
                      </a:lnTo>
                      <a:lnTo>
                        <a:pt x="1014" y="46"/>
                      </a:lnTo>
                      <a:lnTo>
                        <a:pt x="1018" y="46"/>
                      </a:lnTo>
                      <a:lnTo>
                        <a:pt x="1022" y="46"/>
                      </a:lnTo>
                      <a:lnTo>
                        <a:pt x="1026" y="46"/>
                      </a:lnTo>
                      <a:lnTo>
                        <a:pt x="1026" y="50"/>
                      </a:lnTo>
                      <a:lnTo>
                        <a:pt x="1030" y="50"/>
                      </a:lnTo>
                      <a:lnTo>
                        <a:pt x="1026" y="50"/>
                      </a:lnTo>
                      <a:lnTo>
                        <a:pt x="1022" y="50"/>
                      </a:lnTo>
                      <a:lnTo>
                        <a:pt x="1026" y="50"/>
                      </a:lnTo>
                      <a:lnTo>
                        <a:pt x="1030" y="50"/>
                      </a:lnTo>
                      <a:lnTo>
                        <a:pt x="1032" y="50"/>
                      </a:lnTo>
                      <a:lnTo>
                        <a:pt x="1036" y="50"/>
                      </a:lnTo>
                      <a:lnTo>
                        <a:pt x="1040" y="50"/>
                      </a:lnTo>
                      <a:lnTo>
                        <a:pt x="1044" y="50"/>
                      </a:lnTo>
                      <a:lnTo>
                        <a:pt x="1048" y="50"/>
                      </a:lnTo>
                      <a:lnTo>
                        <a:pt x="1052" y="50"/>
                      </a:lnTo>
                      <a:lnTo>
                        <a:pt x="1048" y="50"/>
                      </a:lnTo>
                      <a:lnTo>
                        <a:pt x="1044" y="52"/>
                      </a:lnTo>
                      <a:lnTo>
                        <a:pt x="1040" y="52"/>
                      </a:lnTo>
                      <a:lnTo>
                        <a:pt x="1036" y="52"/>
                      </a:lnTo>
                      <a:lnTo>
                        <a:pt x="1032" y="52"/>
                      </a:lnTo>
                      <a:lnTo>
                        <a:pt x="1030" y="52"/>
                      </a:lnTo>
                      <a:lnTo>
                        <a:pt x="1030" y="56"/>
                      </a:lnTo>
                      <a:lnTo>
                        <a:pt x="1026" y="56"/>
                      </a:lnTo>
                      <a:lnTo>
                        <a:pt x="1022" y="56"/>
                      </a:lnTo>
                      <a:lnTo>
                        <a:pt x="1018" y="56"/>
                      </a:lnTo>
                      <a:lnTo>
                        <a:pt x="1014" y="56"/>
                      </a:lnTo>
                      <a:lnTo>
                        <a:pt x="1010" y="56"/>
                      </a:lnTo>
                      <a:lnTo>
                        <a:pt x="1014" y="56"/>
                      </a:lnTo>
                      <a:lnTo>
                        <a:pt x="1010" y="56"/>
                      </a:lnTo>
                      <a:lnTo>
                        <a:pt x="1006" y="60"/>
                      </a:lnTo>
                      <a:lnTo>
                        <a:pt x="1004" y="60"/>
                      </a:lnTo>
                      <a:lnTo>
                        <a:pt x="1006" y="60"/>
                      </a:lnTo>
                      <a:lnTo>
                        <a:pt x="1010" y="60"/>
                      </a:lnTo>
                      <a:lnTo>
                        <a:pt x="1006" y="60"/>
                      </a:lnTo>
                      <a:lnTo>
                        <a:pt x="1004" y="60"/>
                      </a:lnTo>
                      <a:lnTo>
                        <a:pt x="1006" y="60"/>
                      </a:lnTo>
                      <a:lnTo>
                        <a:pt x="1010" y="60"/>
                      </a:lnTo>
                      <a:lnTo>
                        <a:pt x="1014" y="60"/>
                      </a:lnTo>
                      <a:lnTo>
                        <a:pt x="1022" y="56"/>
                      </a:lnTo>
                      <a:lnTo>
                        <a:pt x="1030" y="56"/>
                      </a:lnTo>
                      <a:lnTo>
                        <a:pt x="1032" y="56"/>
                      </a:lnTo>
                      <a:lnTo>
                        <a:pt x="1036" y="56"/>
                      </a:lnTo>
                      <a:lnTo>
                        <a:pt x="1036" y="52"/>
                      </a:lnTo>
                      <a:lnTo>
                        <a:pt x="1040" y="52"/>
                      </a:lnTo>
                      <a:lnTo>
                        <a:pt x="1044" y="52"/>
                      </a:lnTo>
                      <a:lnTo>
                        <a:pt x="1048" y="52"/>
                      </a:lnTo>
                      <a:lnTo>
                        <a:pt x="1052" y="52"/>
                      </a:lnTo>
                      <a:lnTo>
                        <a:pt x="1056" y="52"/>
                      </a:lnTo>
                      <a:lnTo>
                        <a:pt x="1060" y="52"/>
                      </a:lnTo>
                      <a:lnTo>
                        <a:pt x="1062" y="50"/>
                      </a:lnTo>
                      <a:lnTo>
                        <a:pt x="1066" y="50"/>
                      </a:lnTo>
                      <a:lnTo>
                        <a:pt x="1070" y="50"/>
                      </a:lnTo>
                      <a:lnTo>
                        <a:pt x="1074" y="50"/>
                      </a:lnTo>
                      <a:lnTo>
                        <a:pt x="1080" y="50"/>
                      </a:lnTo>
                      <a:lnTo>
                        <a:pt x="1080" y="52"/>
                      </a:lnTo>
                      <a:lnTo>
                        <a:pt x="1076" y="52"/>
                      </a:lnTo>
                      <a:lnTo>
                        <a:pt x="1074" y="56"/>
                      </a:lnTo>
                      <a:lnTo>
                        <a:pt x="1070" y="56"/>
                      </a:lnTo>
                      <a:lnTo>
                        <a:pt x="1066" y="56"/>
                      </a:lnTo>
                      <a:lnTo>
                        <a:pt x="1062" y="56"/>
                      </a:lnTo>
                      <a:lnTo>
                        <a:pt x="1060" y="60"/>
                      </a:lnTo>
                      <a:lnTo>
                        <a:pt x="1056" y="60"/>
                      </a:lnTo>
                      <a:lnTo>
                        <a:pt x="1056" y="64"/>
                      </a:lnTo>
                      <a:lnTo>
                        <a:pt x="1052" y="64"/>
                      </a:lnTo>
                      <a:lnTo>
                        <a:pt x="1048" y="64"/>
                      </a:lnTo>
                      <a:lnTo>
                        <a:pt x="1044" y="68"/>
                      </a:lnTo>
                      <a:lnTo>
                        <a:pt x="1040" y="68"/>
                      </a:lnTo>
                      <a:lnTo>
                        <a:pt x="1036" y="68"/>
                      </a:lnTo>
                      <a:lnTo>
                        <a:pt x="1040" y="68"/>
                      </a:lnTo>
                      <a:lnTo>
                        <a:pt x="1036" y="68"/>
                      </a:lnTo>
                      <a:lnTo>
                        <a:pt x="1032" y="68"/>
                      </a:lnTo>
                      <a:lnTo>
                        <a:pt x="1032" y="72"/>
                      </a:lnTo>
                      <a:lnTo>
                        <a:pt x="1030" y="72"/>
                      </a:lnTo>
                      <a:lnTo>
                        <a:pt x="1022" y="76"/>
                      </a:lnTo>
                      <a:lnTo>
                        <a:pt x="1018" y="76"/>
                      </a:lnTo>
                      <a:lnTo>
                        <a:pt x="1018" y="78"/>
                      </a:lnTo>
                      <a:lnTo>
                        <a:pt x="1014" y="78"/>
                      </a:lnTo>
                      <a:lnTo>
                        <a:pt x="1014" y="82"/>
                      </a:lnTo>
                      <a:lnTo>
                        <a:pt x="1010" y="82"/>
                      </a:lnTo>
                      <a:lnTo>
                        <a:pt x="1006" y="82"/>
                      </a:lnTo>
                      <a:lnTo>
                        <a:pt x="1004" y="82"/>
                      </a:lnTo>
                      <a:lnTo>
                        <a:pt x="1000" y="82"/>
                      </a:lnTo>
                      <a:lnTo>
                        <a:pt x="1000" y="78"/>
                      </a:lnTo>
                      <a:lnTo>
                        <a:pt x="996" y="78"/>
                      </a:lnTo>
                      <a:lnTo>
                        <a:pt x="992" y="78"/>
                      </a:lnTo>
                      <a:lnTo>
                        <a:pt x="996" y="78"/>
                      </a:lnTo>
                      <a:lnTo>
                        <a:pt x="1000" y="78"/>
                      </a:lnTo>
                      <a:lnTo>
                        <a:pt x="1000" y="82"/>
                      </a:lnTo>
                      <a:lnTo>
                        <a:pt x="1000" y="86"/>
                      </a:lnTo>
                      <a:lnTo>
                        <a:pt x="1004" y="86"/>
                      </a:lnTo>
                      <a:lnTo>
                        <a:pt x="1006" y="86"/>
                      </a:lnTo>
                      <a:lnTo>
                        <a:pt x="1004" y="86"/>
                      </a:lnTo>
                      <a:lnTo>
                        <a:pt x="1004" y="90"/>
                      </a:lnTo>
                      <a:lnTo>
                        <a:pt x="1000" y="90"/>
                      </a:lnTo>
                      <a:lnTo>
                        <a:pt x="996" y="86"/>
                      </a:lnTo>
                      <a:lnTo>
                        <a:pt x="992" y="90"/>
                      </a:lnTo>
                      <a:lnTo>
                        <a:pt x="988" y="90"/>
                      </a:lnTo>
                      <a:lnTo>
                        <a:pt x="984" y="90"/>
                      </a:lnTo>
                      <a:lnTo>
                        <a:pt x="980" y="90"/>
                      </a:lnTo>
                      <a:lnTo>
                        <a:pt x="976" y="90"/>
                      </a:lnTo>
                      <a:lnTo>
                        <a:pt x="974" y="90"/>
                      </a:lnTo>
                      <a:lnTo>
                        <a:pt x="974" y="86"/>
                      </a:lnTo>
                      <a:lnTo>
                        <a:pt x="970" y="86"/>
                      </a:lnTo>
                      <a:lnTo>
                        <a:pt x="974" y="90"/>
                      </a:lnTo>
                      <a:lnTo>
                        <a:pt x="976" y="90"/>
                      </a:lnTo>
                      <a:lnTo>
                        <a:pt x="974" y="90"/>
                      </a:lnTo>
                      <a:lnTo>
                        <a:pt x="970" y="90"/>
                      </a:lnTo>
                      <a:lnTo>
                        <a:pt x="970" y="94"/>
                      </a:lnTo>
                      <a:lnTo>
                        <a:pt x="974" y="94"/>
                      </a:lnTo>
                      <a:lnTo>
                        <a:pt x="976" y="94"/>
                      </a:lnTo>
                      <a:lnTo>
                        <a:pt x="980" y="94"/>
                      </a:lnTo>
                      <a:lnTo>
                        <a:pt x="984" y="94"/>
                      </a:lnTo>
                      <a:lnTo>
                        <a:pt x="984" y="90"/>
                      </a:lnTo>
                      <a:lnTo>
                        <a:pt x="988" y="90"/>
                      </a:lnTo>
                      <a:lnTo>
                        <a:pt x="992" y="90"/>
                      </a:lnTo>
                      <a:lnTo>
                        <a:pt x="996" y="90"/>
                      </a:lnTo>
                      <a:lnTo>
                        <a:pt x="996" y="94"/>
                      </a:lnTo>
                      <a:lnTo>
                        <a:pt x="992" y="94"/>
                      </a:lnTo>
                      <a:lnTo>
                        <a:pt x="988" y="94"/>
                      </a:lnTo>
                      <a:lnTo>
                        <a:pt x="984" y="98"/>
                      </a:lnTo>
                      <a:lnTo>
                        <a:pt x="988" y="98"/>
                      </a:lnTo>
                      <a:lnTo>
                        <a:pt x="992" y="98"/>
                      </a:lnTo>
                      <a:lnTo>
                        <a:pt x="988" y="102"/>
                      </a:lnTo>
                      <a:lnTo>
                        <a:pt x="984" y="102"/>
                      </a:lnTo>
                      <a:lnTo>
                        <a:pt x="980" y="102"/>
                      </a:lnTo>
                      <a:lnTo>
                        <a:pt x="976" y="102"/>
                      </a:lnTo>
                      <a:lnTo>
                        <a:pt x="974" y="106"/>
                      </a:lnTo>
                      <a:lnTo>
                        <a:pt x="970" y="106"/>
                      </a:lnTo>
                      <a:lnTo>
                        <a:pt x="970" y="102"/>
                      </a:lnTo>
                      <a:lnTo>
                        <a:pt x="970" y="106"/>
                      </a:lnTo>
                      <a:lnTo>
                        <a:pt x="966" y="106"/>
                      </a:lnTo>
                      <a:lnTo>
                        <a:pt x="962" y="102"/>
                      </a:lnTo>
                      <a:lnTo>
                        <a:pt x="962" y="98"/>
                      </a:lnTo>
                      <a:lnTo>
                        <a:pt x="958" y="98"/>
                      </a:lnTo>
                      <a:lnTo>
                        <a:pt x="954" y="98"/>
                      </a:lnTo>
                      <a:lnTo>
                        <a:pt x="950" y="98"/>
                      </a:lnTo>
                      <a:lnTo>
                        <a:pt x="948" y="98"/>
                      </a:lnTo>
                      <a:lnTo>
                        <a:pt x="944" y="98"/>
                      </a:lnTo>
                      <a:lnTo>
                        <a:pt x="940" y="98"/>
                      </a:lnTo>
                      <a:lnTo>
                        <a:pt x="936" y="98"/>
                      </a:lnTo>
                      <a:lnTo>
                        <a:pt x="936" y="102"/>
                      </a:lnTo>
                      <a:lnTo>
                        <a:pt x="940" y="102"/>
                      </a:lnTo>
                      <a:lnTo>
                        <a:pt x="944" y="102"/>
                      </a:lnTo>
                      <a:lnTo>
                        <a:pt x="948" y="102"/>
                      </a:lnTo>
                      <a:lnTo>
                        <a:pt x="950" y="102"/>
                      </a:lnTo>
                      <a:lnTo>
                        <a:pt x="954" y="102"/>
                      </a:lnTo>
                      <a:lnTo>
                        <a:pt x="958" y="102"/>
                      </a:lnTo>
                      <a:lnTo>
                        <a:pt x="958" y="106"/>
                      </a:lnTo>
                      <a:lnTo>
                        <a:pt x="958" y="108"/>
                      </a:lnTo>
                      <a:lnTo>
                        <a:pt x="954" y="108"/>
                      </a:lnTo>
                      <a:lnTo>
                        <a:pt x="950" y="108"/>
                      </a:lnTo>
                      <a:lnTo>
                        <a:pt x="948" y="108"/>
                      </a:lnTo>
                      <a:lnTo>
                        <a:pt x="944" y="108"/>
                      </a:lnTo>
                      <a:lnTo>
                        <a:pt x="940" y="108"/>
                      </a:lnTo>
                      <a:lnTo>
                        <a:pt x="936" y="108"/>
                      </a:lnTo>
                      <a:lnTo>
                        <a:pt x="932" y="108"/>
                      </a:lnTo>
                      <a:lnTo>
                        <a:pt x="936" y="108"/>
                      </a:lnTo>
                      <a:lnTo>
                        <a:pt x="936" y="112"/>
                      </a:lnTo>
                      <a:lnTo>
                        <a:pt x="932" y="112"/>
                      </a:lnTo>
                      <a:lnTo>
                        <a:pt x="928" y="112"/>
                      </a:lnTo>
                      <a:lnTo>
                        <a:pt x="924" y="112"/>
                      </a:lnTo>
                      <a:lnTo>
                        <a:pt x="920" y="108"/>
                      </a:lnTo>
                      <a:lnTo>
                        <a:pt x="920" y="112"/>
                      </a:lnTo>
                      <a:lnTo>
                        <a:pt x="920" y="108"/>
                      </a:lnTo>
                      <a:lnTo>
                        <a:pt x="918" y="108"/>
                      </a:lnTo>
                      <a:lnTo>
                        <a:pt x="914" y="108"/>
                      </a:lnTo>
                      <a:lnTo>
                        <a:pt x="910" y="108"/>
                      </a:lnTo>
                      <a:lnTo>
                        <a:pt x="906" y="108"/>
                      </a:lnTo>
                      <a:lnTo>
                        <a:pt x="902" y="108"/>
                      </a:lnTo>
                      <a:lnTo>
                        <a:pt x="906" y="108"/>
                      </a:lnTo>
                      <a:lnTo>
                        <a:pt x="910" y="108"/>
                      </a:lnTo>
                      <a:lnTo>
                        <a:pt x="914" y="108"/>
                      </a:lnTo>
                      <a:lnTo>
                        <a:pt x="918" y="108"/>
                      </a:lnTo>
                      <a:lnTo>
                        <a:pt x="918" y="112"/>
                      </a:lnTo>
                      <a:lnTo>
                        <a:pt x="920" y="112"/>
                      </a:lnTo>
                      <a:lnTo>
                        <a:pt x="918" y="112"/>
                      </a:lnTo>
                      <a:lnTo>
                        <a:pt x="914" y="112"/>
                      </a:lnTo>
                      <a:lnTo>
                        <a:pt x="910" y="112"/>
                      </a:lnTo>
                      <a:lnTo>
                        <a:pt x="906" y="112"/>
                      </a:lnTo>
                      <a:lnTo>
                        <a:pt x="902" y="112"/>
                      </a:lnTo>
                      <a:lnTo>
                        <a:pt x="902" y="108"/>
                      </a:lnTo>
                      <a:lnTo>
                        <a:pt x="898" y="108"/>
                      </a:lnTo>
                      <a:lnTo>
                        <a:pt x="902" y="112"/>
                      </a:lnTo>
                      <a:lnTo>
                        <a:pt x="898" y="112"/>
                      </a:lnTo>
                      <a:lnTo>
                        <a:pt x="894" y="112"/>
                      </a:lnTo>
                      <a:lnTo>
                        <a:pt x="890" y="112"/>
                      </a:lnTo>
                      <a:lnTo>
                        <a:pt x="894" y="112"/>
                      </a:lnTo>
                      <a:lnTo>
                        <a:pt x="898" y="112"/>
                      </a:lnTo>
                      <a:lnTo>
                        <a:pt x="898" y="116"/>
                      </a:lnTo>
                      <a:lnTo>
                        <a:pt x="902" y="116"/>
                      </a:lnTo>
                      <a:lnTo>
                        <a:pt x="898" y="116"/>
                      </a:lnTo>
                      <a:lnTo>
                        <a:pt x="902" y="116"/>
                      </a:lnTo>
                      <a:lnTo>
                        <a:pt x="906" y="116"/>
                      </a:lnTo>
                      <a:lnTo>
                        <a:pt x="910" y="116"/>
                      </a:lnTo>
                      <a:lnTo>
                        <a:pt x="918" y="116"/>
                      </a:lnTo>
                      <a:lnTo>
                        <a:pt x="920" y="116"/>
                      </a:lnTo>
                      <a:lnTo>
                        <a:pt x="924" y="116"/>
                      </a:lnTo>
                      <a:lnTo>
                        <a:pt x="928" y="116"/>
                      </a:lnTo>
                      <a:lnTo>
                        <a:pt x="932" y="116"/>
                      </a:lnTo>
                      <a:lnTo>
                        <a:pt x="936" y="116"/>
                      </a:lnTo>
                      <a:lnTo>
                        <a:pt x="940" y="116"/>
                      </a:lnTo>
                      <a:lnTo>
                        <a:pt x="936" y="116"/>
                      </a:lnTo>
                      <a:lnTo>
                        <a:pt x="936" y="120"/>
                      </a:lnTo>
                      <a:lnTo>
                        <a:pt x="940" y="120"/>
                      </a:lnTo>
                      <a:lnTo>
                        <a:pt x="944" y="120"/>
                      </a:lnTo>
                      <a:lnTo>
                        <a:pt x="940" y="120"/>
                      </a:lnTo>
                      <a:lnTo>
                        <a:pt x="940" y="124"/>
                      </a:lnTo>
                      <a:lnTo>
                        <a:pt x="936" y="124"/>
                      </a:lnTo>
                      <a:lnTo>
                        <a:pt x="932" y="124"/>
                      </a:lnTo>
                      <a:lnTo>
                        <a:pt x="928" y="120"/>
                      </a:lnTo>
                      <a:lnTo>
                        <a:pt x="924" y="120"/>
                      </a:lnTo>
                      <a:lnTo>
                        <a:pt x="920" y="120"/>
                      </a:lnTo>
                      <a:lnTo>
                        <a:pt x="920" y="116"/>
                      </a:lnTo>
                      <a:lnTo>
                        <a:pt x="918" y="116"/>
                      </a:lnTo>
                      <a:lnTo>
                        <a:pt x="914" y="116"/>
                      </a:lnTo>
                      <a:lnTo>
                        <a:pt x="906" y="116"/>
                      </a:lnTo>
                      <a:lnTo>
                        <a:pt x="902" y="116"/>
                      </a:lnTo>
                      <a:lnTo>
                        <a:pt x="898" y="116"/>
                      </a:lnTo>
                      <a:lnTo>
                        <a:pt x="894" y="116"/>
                      </a:lnTo>
                      <a:lnTo>
                        <a:pt x="888" y="116"/>
                      </a:lnTo>
                      <a:lnTo>
                        <a:pt x="888" y="120"/>
                      </a:lnTo>
                      <a:lnTo>
                        <a:pt x="890" y="116"/>
                      </a:lnTo>
                      <a:lnTo>
                        <a:pt x="894" y="116"/>
                      </a:lnTo>
                      <a:lnTo>
                        <a:pt x="898" y="116"/>
                      </a:lnTo>
                      <a:lnTo>
                        <a:pt x="902" y="120"/>
                      </a:lnTo>
                      <a:lnTo>
                        <a:pt x="906" y="120"/>
                      </a:lnTo>
                      <a:lnTo>
                        <a:pt x="910" y="120"/>
                      </a:lnTo>
                      <a:lnTo>
                        <a:pt x="914" y="120"/>
                      </a:lnTo>
                      <a:lnTo>
                        <a:pt x="918" y="120"/>
                      </a:lnTo>
                      <a:lnTo>
                        <a:pt x="914" y="120"/>
                      </a:lnTo>
                      <a:lnTo>
                        <a:pt x="910" y="120"/>
                      </a:lnTo>
                      <a:lnTo>
                        <a:pt x="906" y="120"/>
                      </a:lnTo>
                      <a:lnTo>
                        <a:pt x="902" y="120"/>
                      </a:lnTo>
                      <a:lnTo>
                        <a:pt x="898" y="120"/>
                      </a:lnTo>
                      <a:lnTo>
                        <a:pt x="898" y="124"/>
                      </a:lnTo>
                      <a:lnTo>
                        <a:pt x="894" y="124"/>
                      </a:lnTo>
                      <a:lnTo>
                        <a:pt x="894" y="120"/>
                      </a:lnTo>
                      <a:lnTo>
                        <a:pt x="890" y="120"/>
                      </a:lnTo>
                      <a:lnTo>
                        <a:pt x="888" y="120"/>
                      </a:lnTo>
                      <a:lnTo>
                        <a:pt x="884" y="120"/>
                      </a:lnTo>
                      <a:lnTo>
                        <a:pt x="880" y="120"/>
                      </a:lnTo>
                      <a:lnTo>
                        <a:pt x="884" y="120"/>
                      </a:lnTo>
                      <a:lnTo>
                        <a:pt x="888" y="120"/>
                      </a:lnTo>
                      <a:lnTo>
                        <a:pt x="890" y="120"/>
                      </a:lnTo>
                      <a:lnTo>
                        <a:pt x="894" y="120"/>
                      </a:lnTo>
                      <a:lnTo>
                        <a:pt x="894" y="124"/>
                      </a:lnTo>
                      <a:lnTo>
                        <a:pt x="890" y="124"/>
                      </a:lnTo>
                      <a:lnTo>
                        <a:pt x="890" y="128"/>
                      </a:lnTo>
                      <a:lnTo>
                        <a:pt x="888" y="128"/>
                      </a:lnTo>
                      <a:lnTo>
                        <a:pt x="888" y="132"/>
                      </a:lnTo>
                      <a:lnTo>
                        <a:pt x="888" y="128"/>
                      </a:lnTo>
                      <a:lnTo>
                        <a:pt x="890" y="128"/>
                      </a:lnTo>
                      <a:lnTo>
                        <a:pt x="890" y="124"/>
                      </a:lnTo>
                      <a:lnTo>
                        <a:pt x="894" y="124"/>
                      </a:lnTo>
                      <a:lnTo>
                        <a:pt x="898" y="124"/>
                      </a:lnTo>
                      <a:lnTo>
                        <a:pt x="902" y="124"/>
                      </a:lnTo>
                      <a:lnTo>
                        <a:pt x="906" y="124"/>
                      </a:lnTo>
                      <a:lnTo>
                        <a:pt x="910" y="124"/>
                      </a:lnTo>
                      <a:lnTo>
                        <a:pt x="914" y="124"/>
                      </a:lnTo>
                      <a:lnTo>
                        <a:pt x="920" y="124"/>
                      </a:lnTo>
                      <a:lnTo>
                        <a:pt x="924" y="124"/>
                      </a:lnTo>
                      <a:lnTo>
                        <a:pt x="920" y="124"/>
                      </a:lnTo>
                      <a:lnTo>
                        <a:pt x="918" y="124"/>
                      </a:lnTo>
                      <a:lnTo>
                        <a:pt x="918" y="128"/>
                      </a:lnTo>
                      <a:lnTo>
                        <a:pt x="914" y="128"/>
                      </a:lnTo>
                      <a:lnTo>
                        <a:pt x="918" y="128"/>
                      </a:lnTo>
                      <a:lnTo>
                        <a:pt x="920" y="128"/>
                      </a:lnTo>
                      <a:lnTo>
                        <a:pt x="928" y="128"/>
                      </a:lnTo>
                      <a:lnTo>
                        <a:pt x="932" y="128"/>
                      </a:lnTo>
                      <a:lnTo>
                        <a:pt x="936" y="128"/>
                      </a:lnTo>
                      <a:lnTo>
                        <a:pt x="936" y="132"/>
                      </a:lnTo>
                      <a:lnTo>
                        <a:pt x="936" y="136"/>
                      </a:lnTo>
                      <a:lnTo>
                        <a:pt x="932" y="136"/>
                      </a:lnTo>
                      <a:lnTo>
                        <a:pt x="928" y="136"/>
                      </a:lnTo>
                      <a:lnTo>
                        <a:pt x="928" y="138"/>
                      </a:lnTo>
                      <a:lnTo>
                        <a:pt x="920" y="138"/>
                      </a:lnTo>
                      <a:lnTo>
                        <a:pt x="918" y="136"/>
                      </a:lnTo>
                      <a:lnTo>
                        <a:pt x="914" y="136"/>
                      </a:lnTo>
                      <a:lnTo>
                        <a:pt x="910" y="136"/>
                      </a:lnTo>
                      <a:lnTo>
                        <a:pt x="910" y="138"/>
                      </a:lnTo>
                      <a:lnTo>
                        <a:pt x="914" y="138"/>
                      </a:lnTo>
                      <a:lnTo>
                        <a:pt x="918" y="138"/>
                      </a:lnTo>
                      <a:lnTo>
                        <a:pt x="920" y="138"/>
                      </a:lnTo>
                      <a:lnTo>
                        <a:pt x="924" y="138"/>
                      </a:lnTo>
                      <a:lnTo>
                        <a:pt x="928" y="138"/>
                      </a:lnTo>
                      <a:lnTo>
                        <a:pt x="932" y="142"/>
                      </a:lnTo>
                      <a:lnTo>
                        <a:pt x="928" y="142"/>
                      </a:lnTo>
                      <a:lnTo>
                        <a:pt x="928" y="146"/>
                      </a:lnTo>
                      <a:lnTo>
                        <a:pt x="924" y="146"/>
                      </a:lnTo>
                      <a:lnTo>
                        <a:pt x="920" y="146"/>
                      </a:lnTo>
                      <a:lnTo>
                        <a:pt x="918" y="146"/>
                      </a:lnTo>
                      <a:lnTo>
                        <a:pt x="914" y="146"/>
                      </a:lnTo>
                      <a:lnTo>
                        <a:pt x="910" y="146"/>
                      </a:lnTo>
                      <a:lnTo>
                        <a:pt x="906" y="146"/>
                      </a:lnTo>
                      <a:lnTo>
                        <a:pt x="910" y="146"/>
                      </a:lnTo>
                      <a:lnTo>
                        <a:pt x="914" y="146"/>
                      </a:lnTo>
                      <a:lnTo>
                        <a:pt x="920" y="146"/>
                      </a:lnTo>
                      <a:lnTo>
                        <a:pt x="924" y="146"/>
                      </a:lnTo>
                      <a:lnTo>
                        <a:pt x="924" y="150"/>
                      </a:lnTo>
                      <a:lnTo>
                        <a:pt x="920" y="150"/>
                      </a:lnTo>
                      <a:lnTo>
                        <a:pt x="920" y="154"/>
                      </a:lnTo>
                      <a:lnTo>
                        <a:pt x="918" y="150"/>
                      </a:lnTo>
                      <a:lnTo>
                        <a:pt x="914" y="150"/>
                      </a:lnTo>
                      <a:lnTo>
                        <a:pt x="914" y="154"/>
                      </a:lnTo>
                      <a:lnTo>
                        <a:pt x="910" y="154"/>
                      </a:lnTo>
                      <a:lnTo>
                        <a:pt x="906" y="154"/>
                      </a:lnTo>
                      <a:lnTo>
                        <a:pt x="902" y="154"/>
                      </a:lnTo>
                      <a:lnTo>
                        <a:pt x="894" y="154"/>
                      </a:lnTo>
                      <a:lnTo>
                        <a:pt x="890" y="154"/>
                      </a:lnTo>
                      <a:lnTo>
                        <a:pt x="888" y="154"/>
                      </a:lnTo>
                      <a:lnTo>
                        <a:pt x="888" y="150"/>
                      </a:lnTo>
                      <a:lnTo>
                        <a:pt x="884" y="154"/>
                      </a:lnTo>
                      <a:lnTo>
                        <a:pt x="888" y="154"/>
                      </a:lnTo>
                      <a:lnTo>
                        <a:pt x="888" y="158"/>
                      </a:lnTo>
                      <a:lnTo>
                        <a:pt x="890" y="158"/>
                      </a:lnTo>
                      <a:lnTo>
                        <a:pt x="890" y="160"/>
                      </a:lnTo>
                      <a:lnTo>
                        <a:pt x="894" y="160"/>
                      </a:lnTo>
                      <a:lnTo>
                        <a:pt x="890" y="164"/>
                      </a:lnTo>
                      <a:lnTo>
                        <a:pt x="888" y="168"/>
                      </a:lnTo>
                      <a:lnTo>
                        <a:pt x="880" y="172"/>
                      </a:lnTo>
                      <a:lnTo>
                        <a:pt x="880" y="168"/>
                      </a:lnTo>
                      <a:lnTo>
                        <a:pt x="876" y="168"/>
                      </a:lnTo>
                      <a:lnTo>
                        <a:pt x="876" y="172"/>
                      </a:lnTo>
                      <a:lnTo>
                        <a:pt x="872" y="172"/>
                      </a:lnTo>
                      <a:lnTo>
                        <a:pt x="868" y="172"/>
                      </a:lnTo>
                      <a:lnTo>
                        <a:pt x="864" y="172"/>
                      </a:lnTo>
                      <a:lnTo>
                        <a:pt x="862" y="172"/>
                      </a:lnTo>
                      <a:lnTo>
                        <a:pt x="858" y="172"/>
                      </a:lnTo>
                      <a:lnTo>
                        <a:pt x="854" y="168"/>
                      </a:lnTo>
                      <a:lnTo>
                        <a:pt x="850" y="168"/>
                      </a:lnTo>
                      <a:lnTo>
                        <a:pt x="846" y="168"/>
                      </a:lnTo>
                      <a:lnTo>
                        <a:pt x="842" y="168"/>
                      </a:lnTo>
                      <a:lnTo>
                        <a:pt x="842" y="164"/>
                      </a:lnTo>
                      <a:lnTo>
                        <a:pt x="838" y="164"/>
                      </a:lnTo>
                      <a:lnTo>
                        <a:pt x="834" y="160"/>
                      </a:lnTo>
                      <a:lnTo>
                        <a:pt x="838" y="164"/>
                      </a:lnTo>
                      <a:lnTo>
                        <a:pt x="838" y="168"/>
                      </a:lnTo>
                      <a:lnTo>
                        <a:pt x="842" y="168"/>
                      </a:lnTo>
                      <a:lnTo>
                        <a:pt x="846" y="168"/>
                      </a:lnTo>
                      <a:lnTo>
                        <a:pt x="846" y="172"/>
                      </a:lnTo>
                      <a:lnTo>
                        <a:pt x="842" y="172"/>
                      </a:lnTo>
                      <a:lnTo>
                        <a:pt x="834" y="172"/>
                      </a:lnTo>
                      <a:lnTo>
                        <a:pt x="832" y="172"/>
                      </a:lnTo>
                      <a:lnTo>
                        <a:pt x="834" y="172"/>
                      </a:lnTo>
                      <a:lnTo>
                        <a:pt x="834" y="176"/>
                      </a:lnTo>
                      <a:lnTo>
                        <a:pt x="838" y="176"/>
                      </a:lnTo>
                      <a:lnTo>
                        <a:pt x="838" y="172"/>
                      </a:lnTo>
                      <a:lnTo>
                        <a:pt x="842" y="172"/>
                      </a:lnTo>
                      <a:lnTo>
                        <a:pt x="846" y="172"/>
                      </a:lnTo>
                      <a:lnTo>
                        <a:pt x="850" y="172"/>
                      </a:lnTo>
                      <a:lnTo>
                        <a:pt x="854" y="172"/>
                      </a:lnTo>
                      <a:lnTo>
                        <a:pt x="858" y="172"/>
                      </a:lnTo>
                      <a:lnTo>
                        <a:pt x="862" y="172"/>
                      </a:lnTo>
                      <a:lnTo>
                        <a:pt x="862" y="176"/>
                      </a:lnTo>
                      <a:lnTo>
                        <a:pt x="858" y="176"/>
                      </a:lnTo>
                      <a:lnTo>
                        <a:pt x="862" y="176"/>
                      </a:lnTo>
                      <a:lnTo>
                        <a:pt x="864" y="172"/>
                      </a:lnTo>
                      <a:lnTo>
                        <a:pt x="868" y="172"/>
                      </a:lnTo>
                      <a:lnTo>
                        <a:pt x="872" y="172"/>
                      </a:lnTo>
                      <a:lnTo>
                        <a:pt x="876" y="176"/>
                      </a:lnTo>
                      <a:lnTo>
                        <a:pt x="876" y="180"/>
                      </a:lnTo>
                      <a:lnTo>
                        <a:pt x="872" y="180"/>
                      </a:lnTo>
                      <a:lnTo>
                        <a:pt x="872" y="182"/>
                      </a:lnTo>
                      <a:lnTo>
                        <a:pt x="872" y="180"/>
                      </a:lnTo>
                      <a:lnTo>
                        <a:pt x="876" y="180"/>
                      </a:lnTo>
                      <a:lnTo>
                        <a:pt x="880" y="182"/>
                      </a:lnTo>
                      <a:lnTo>
                        <a:pt x="884" y="182"/>
                      </a:lnTo>
                      <a:lnTo>
                        <a:pt x="884" y="180"/>
                      </a:lnTo>
                      <a:lnTo>
                        <a:pt x="888" y="180"/>
                      </a:lnTo>
                      <a:lnTo>
                        <a:pt x="890" y="180"/>
                      </a:lnTo>
                      <a:lnTo>
                        <a:pt x="894" y="186"/>
                      </a:lnTo>
                      <a:lnTo>
                        <a:pt x="894" y="190"/>
                      </a:lnTo>
                      <a:lnTo>
                        <a:pt x="890" y="190"/>
                      </a:lnTo>
                      <a:lnTo>
                        <a:pt x="888" y="190"/>
                      </a:lnTo>
                      <a:lnTo>
                        <a:pt x="888" y="194"/>
                      </a:lnTo>
                      <a:lnTo>
                        <a:pt x="884" y="194"/>
                      </a:lnTo>
                      <a:lnTo>
                        <a:pt x="884" y="190"/>
                      </a:lnTo>
                      <a:lnTo>
                        <a:pt x="880" y="190"/>
                      </a:lnTo>
                      <a:lnTo>
                        <a:pt x="880" y="194"/>
                      </a:lnTo>
                      <a:lnTo>
                        <a:pt x="876" y="194"/>
                      </a:lnTo>
                      <a:lnTo>
                        <a:pt x="872" y="194"/>
                      </a:lnTo>
                      <a:lnTo>
                        <a:pt x="872" y="198"/>
                      </a:lnTo>
                      <a:lnTo>
                        <a:pt x="868" y="198"/>
                      </a:lnTo>
                      <a:lnTo>
                        <a:pt x="864" y="198"/>
                      </a:lnTo>
                      <a:lnTo>
                        <a:pt x="864" y="202"/>
                      </a:lnTo>
                      <a:lnTo>
                        <a:pt x="862" y="202"/>
                      </a:lnTo>
                      <a:lnTo>
                        <a:pt x="858" y="202"/>
                      </a:lnTo>
                      <a:lnTo>
                        <a:pt x="854" y="202"/>
                      </a:lnTo>
                      <a:lnTo>
                        <a:pt x="850" y="202"/>
                      </a:lnTo>
                      <a:lnTo>
                        <a:pt x="846" y="202"/>
                      </a:lnTo>
                      <a:lnTo>
                        <a:pt x="850" y="198"/>
                      </a:lnTo>
                      <a:lnTo>
                        <a:pt x="854" y="194"/>
                      </a:lnTo>
                      <a:lnTo>
                        <a:pt x="850" y="194"/>
                      </a:lnTo>
                      <a:lnTo>
                        <a:pt x="846" y="194"/>
                      </a:lnTo>
                      <a:lnTo>
                        <a:pt x="846" y="190"/>
                      </a:lnTo>
                      <a:lnTo>
                        <a:pt x="842" y="194"/>
                      </a:lnTo>
                      <a:lnTo>
                        <a:pt x="838" y="194"/>
                      </a:lnTo>
                      <a:lnTo>
                        <a:pt x="834" y="194"/>
                      </a:lnTo>
                      <a:lnTo>
                        <a:pt x="834" y="190"/>
                      </a:lnTo>
                      <a:lnTo>
                        <a:pt x="838" y="190"/>
                      </a:lnTo>
                      <a:lnTo>
                        <a:pt x="838" y="186"/>
                      </a:lnTo>
                      <a:lnTo>
                        <a:pt x="834" y="186"/>
                      </a:lnTo>
                      <a:lnTo>
                        <a:pt x="834" y="190"/>
                      </a:lnTo>
                      <a:lnTo>
                        <a:pt x="832" y="190"/>
                      </a:lnTo>
                      <a:lnTo>
                        <a:pt x="828" y="190"/>
                      </a:lnTo>
                      <a:lnTo>
                        <a:pt x="828" y="186"/>
                      </a:lnTo>
                      <a:lnTo>
                        <a:pt x="824" y="182"/>
                      </a:lnTo>
                      <a:lnTo>
                        <a:pt x="824" y="186"/>
                      </a:lnTo>
                      <a:lnTo>
                        <a:pt x="828" y="186"/>
                      </a:lnTo>
                      <a:lnTo>
                        <a:pt x="828" y="190"/>
                      </a:lnTo>
                      <a:lnTo>
                        <a:pt x="832" y="190"/>
                      </a:lnTo>
                      <a:lnTo>
                        <a:pt x="832" y="194"/>
                      </a:lnTo>
                      <a:lnTo>
                        <a:pt x="828" y="194"/>
                      </a:lnTo>
                      <a:lnTo>
                        <a:pt x="824" y="198"/>
                      </a:lnTo>
                      <a:lnTo>
                        <a:pt x="824" y="194"/>
                      </a:lnTo>
                      <a:lnTo>
                        <a:pt x="820" y="194"/>
                      </a:lnTo>
                      <a:lnTo>
                        <a:pt x="820" y="190"/>
                      </a:lnTo>
                      <a:lnTo>
                        <a:pt x="816" y="190"/>
                      </a:lnTo>
                      <a:lnTo>
                        <a:pt x="816" y="186"/>
                      </a:lnTo>
                      <a:lnTo>
                        <a:pt x="812" y="186"/>
                      </a:lnTo>
                      <a:lnTo>
                        <a:pt x="816" y="190"/>
                      </a:lnTo>
                      <a:lnTo>
                        <a:pt x="816" y="194"/>
                      </a:lnTo>
                      <a:lnTo>
                        <a:pt x="812" y="194"/>
                      </a:lnTo>
                      <a:lnTo>
                        <a:pt x="808" y="194"/>
                      </a:lnTo>
                      <a:lnTo>
                        <a:pt x="806" y="194"/>
                      </a:lnTo>
                      <a:lnTo>
                        <a:pt x="806" y="190"/>
                      </a:lnTo>
                      <a:lnTo>
                        <a:pt x="802" y="190"/>
                      </a:lnTo>
                      <a:lnTo>
                        <a:pt x="802" y="194"/>
                      </a:lnTo>
                      <a:lnTo>
                        <a:pt x="806" y="194"/>
                      </a:lnTo>
                      <a:lnTo>
                        <a:pt x="802" y="194"/>
                      </a:lnTo>
                      <a:lnTo>
                        <a:pt x="798" y="194"/>
                      </a:lnTo>
                      <a:lnTo>
                        <a:pt x="794" y="194"/>
                      </a:lnTo>
                      <a:lnTo>
                        <a:pt x="794" y="190"/>
                      </a:lnTo>
                      <a:lnTo>
                        <a:pt x="790" y="190"/>
                      </a:lnTo>
                      <a:lnTo>
                        <a:pt x="790" y="194"/>
                      </a:lnTo>
                      <a:lnTo>
                        <a:pt x="794" y="194"/>
                      </a:lnTo>
                      <a:lnTo>
                        <a:pt x="802" y="198"/>
                      </a:lnTo>
                      <a:lnTo>
                        <a:pt x="798" y="198"/>
                      </a:lnTo>
                      <a:lnTo>
                        <a:pt x="794" y="198"/>
                      </a:lnTo>
                      <a:lnTo>
                        <a:pt x="790" y="198"/>
                      </a:lnTo>
                      <a:lnTo>
                        <a:pt x="786" y="198"/>
                      </a:lnTo>
                      <a:lnTo>
                        <a:pt x="782" y="198"/>
                      </a:lnTo>
                      <a:lnTo>
                        <a:pt x="778" y="198"/>
                      </a:lnTo>
                      <a:lnTo>
                        <a:pt x="776" y="198"/>
                      </a:lnTo>
                      <a:lnTo>
                        <a:pt x="772" y="198"/>
                      </a:lnTo>
                      <a:lnTo>
                        <a:pt x="772" y="194"/>
                      </a:lnTo>
                      <a:lnTo>
                        <a:pt x="776" y="194"/>
                      </a:lnTo>
                      <a:lnTo>
                        <a:pt x="772" y="190"/>
                      </a:lnTo>
                      <a:lnTo>
                        <a:pt x="768" y="190"/>
                      </a:lnTo>
                      <a:lnTo>
                        <a:pt x="772" y="190"/>
                      </a:lnTo>
                      <a:lnTo>
                        <a:pt x="772" y="194"/>
                      </a:lnTo>
                      <a:lnTo>
                        <a:pt x="768" y="194"/>
                      </a:lnTo>
                      <a:lnTo>
                        <a:pt x="768" y="198"/>
                      </a:lnTo>
                      <a:lnTo>
                        <a:pt x="764" y="198"/>
                      </a:lnTo>
                      <a:lnTo>
                        <a:pt x="760" y="194"/>
                      </a:lnTo>
                      <a:lnTo>
                        <a:pt x="756" y="194"/>
                      </a:lnTo>
                      <a:lnTo>
                        <a:pt x="756" y="190"/>
                      </a:lnTo>
                      <a:lnTo>
                        <a:pt x="756" y="194"/>
                      </a:lnTo>
                      <a:lnTo>
                        <a:pt x="756" y="198"/>
                      </a:lnTo>
                      <a:lnTo>
                        <a:pt x="752" y="198"/>
                      </a:lnTo>
                      <a:lnTo>
                        <a:pt x="752" y="194"/>
                      </a:lnTo>
                      <a:lnTo>
                        <a:pt x="752" y="198"/>
                      </a:lnTo>
                      <a:lnTo>
                        <a:pt x="748" y="198"/>
                      </a:lnTo>
                      <a:lnTo>
                        <a:pt x="746" y="198"/>
                      </a:lnTo>
                      <a:lnTo>
                        <a:pt x="742" y="194"/>
                      </a:lnTo>
                      <a:lnTo>
                        <a:pt x="746" y="194"/>
                      </a:lnTo>
                      <a:lnTo>
                        <a:pt x="742" y="190"/>
                      </a:lnTo>
                      <a:lnTo>
                        <a:pt x="742" y="186"/>
                      </a:lnTo>
                      <a:lnTo>
                        <a:pt x="742" y="182"/>
                      </a:lnTo>
                      <a:lnTo>
                        <a:pt x="738" y="186"/>
                      </a:lnTo>
                      <a:lnTo>
                        <a:pt x="742" y="186"/>
                      </a:lnTo>
                      <a:lnTo>
                        <a:pt x="742" y="190"/>
                      </a:lnTo>
                      <a:lnTo>
                        <a:pt x="742" y="194"/>
                      </a:lnTo>
                      <a:lnTo>
                        <a:pt x="738" y="194"/>
                      </a:lnTo>
                      <a:lnTo>
                        <a:pt x="742" y="194"/>
                      </a:lnTo>
                      <a:lnTo>
                        <a:pt x="742" y="190"/>
                      </a:lnTo>
                      <a:lnTo>
                        <a:pt x="738" y="190"/>
                      </a:lnTo>
                      <a:lnTo>
                        <a:pt x="738" y="194"/>
                      </a:lnTo>
                      <a:lnTo>
                        <a:pt x="734" y="194"/>
                      </a:lnTo>
                      <a:lnTo>
                        <a:pt x="732" y="194"/>
                      </a:lnTo>
                      <a:lnTo>
                        <a:pt x="728" y="190"/>
                      </a:lnTo>
                      <a:lnTo>
                        <a:pt x="732" y="186"/>
                      </a:lnTo>
                      <a:lnTo>
                        <a:pt x="728" y="186"/>
                      </a:lnTo>
                      <a:lnTo>
                        <a:pt x="728" y="182"/>
                      </a:lnTo>
                      <a:lnTo>
                        <a:pt x="732" y="182"/>
                      </a:lnTo>
                      <a:lnTo>
                        <a:pt x="734" y="182"/>
                      </a:lnTo>
                      <a:lnTo>
                        <a:pt x="734" y="180"/>
                      </a:lnTo>
                      <a:lnTo>
                        <a:pt x="738" y="180"/>
                      </a:lnTo>
                      <a:lnTo>
                        <a:pt x="742" y="176"/>
                      </a:lnTo>
                      <a:lnTo>
                        <a:pt x="746" y="176"/>
                      </a:lnTo>
                      <a:lnTo>
                        <a:pt x="748" y="176"/>
                      </a:lnTo>
                      <a:lnTo>
                        <a:pt x="752" y="176"/>
                      </a:lnTo>
                      <a:lnTo>
                        <a:pt x="756" y="176"/>
                      </a:lnTo>
                      <a:lnTo>
                        <a:pt x="760" y="176"/>
                      </a:lnTo>
                      <a:lnTo>
                        <a:pt x="756" y="176"/>
                      </a:lnTo>
                      <a:lnTo>
                        <a:pt x="760" y="176"/>
                      </a:lnTo>
                      <a:lnTo>
                        <a:pt x="764" y="176"/>
                      </a:lnTo>
                      <a:lnTo>
                        <a:pt x="768" y="176"/>
                      </a:lnTo>
                      <a:lnTo>
                        <a:pt x="764" y="172"/>
                      </a:lnTo>
                      <a:lnTo>
                        <a:pt x="760" y="172"/>
                      </a:lnTo>
                      <a:lnTo>
                        <a:pt x="764" y="172"/>
                      </a:lnTo>
                      <a:lnTo>
                        <a:pt x="760" y="172"/>
                      </a:lnTo>
                      <a:lnTo>
                        <a:pt x="760" y="168"/>
                      </a:lnTo>
                      <a:lnTo>
                        <a:pt x="764" y="168"/>
                      </a:lnTo>
                      <a:lnTo>
                        <a:pt x="760" y="168"/>
                      </a:lnTo>
                      <a:lnTo>
                        <a:pt x="756" y="168"/>
                      </a:lnTo>
                      <a:lnTo>
                        <a:pt x="752" y="168"/>
                      </a:lnTo>
                      <a:lnTo>
                        <a:pt x="752" y="164"/>
                      </a:lnTo>
                      <a:lnTo>
                        <a:pt x="748" y="160"/>
                      </a:lnTo>
                      <a:lnTo>
                        <a:pt x="746" y="160"/>
                      </a:lnTo>
                      <a:lnTo>
                        <a:pt x="746" y="158"/>
                      </a:lnTo>
                      <a:lnTo>
                        <a:pt x="748" y="158"/>
                      </a:lnTo>
                      <a:lnTo>
                        <a:pt x="752" y="158"/>
                      </a:lnTo>
                      <a:lnTo>
                        <a:pt x="752" y="154"/>
                      </a:lnTo>
                      <a:lnTo>
                        <a:pt x="760" y="154"/>
                      </a:lnTo>
                      <a:lnTo>
                        <a:pt x="764" y="154"/>
                      </a:lnTo>
                      <a:lnTo>
                        <a:pt x="768" y="154"/>
                      </a:lnTo>
                      <a:lnTo>
                        <a:pt x="772" y="158"/>
                      </a:lnTo>
                      <a:lnTo>
                        <a:pt x="776" y="158"/>
                      </a:lnTo>
                      <a:lnTo>
                        <a:pt x="778" y="160"/>
                      </a:lnTo>
                      <a:lnTo>
                        <a:pt x="782" y="164"/>
                      </a:lnTo>
                      <a:lnTo>
                        <a:pt x="782" y="168"/>
                      </a:lnTo>
                      <a:lnTo>
                        <a:pt x="778" y="168"/>
                      </a:lnTo>
                      <a:lnTo>
                        <a:pt x="782" y="168"/>
                      </a:lnTo>
                      <a:lnTo>
                        <a:pt x="782" y="164"/>
                      </a:lnTo>
                      <a:lnTo>
                        <a:pt x="786" y="168"/>
                      </a:lnTo>
                      <a:lnTo>
                        <a:pt x="790" y="168"/>
                      </a:lnTo>
                      <a:lnTo>
                        <a:pt x="794" y="168"/>
                      </a:lnTo>
                      <a:lnTo>
                        <a:pt x="794" y="172"/>
                      </a:lnTo>
                      <a:lnTo>
                        <a:pt x="798" y="172"/>
                      </a:lnTo>
                      <a:lnTo>
                        <a:pt x="798" y="168"/>
                      </a:lnTo>
                      <a:lnTo>
                        <a:pt x="802" y="168"/>
                      </a:lnTo>
                      <a:lnTo>
                        <a:pt x="806" y="168"/>
                      </a:lnTo>
                      <a:lnTo>
                        <a:pt x="808" y="168"/>
                      </a:lnTo>
                      <a:lnTo>
                        <a:pt x="812" y="168"/>
                      </a:lnTo>
                      <a:lnTo>
                        <a:pt x="808" y="168"/>
                      </a:lnTo>
                      <a:lnTo>
                        <a:pt x="808" y="164"/>
                      </a:lnTo>
                      <a:lnTo>
                        <a:pt x="812" y="164"/>
                      </a:lnTo>
                      <a:lnTo>
                        <a:pt x="816" y="164"/>
                      </a:lnTo>
                      <a:lnTo>
                        <a:pt x="820" y="160"/>
                      </a:lnTo>
                      <a:lnTo>
                        <a:pt x="824" y="158"/>
                      </a:lnTo>
                      <a:lnTo>
                        <a:pt x="828" y="154"/>
                      </a:lnTo>
                      <a:lnTo>
                        <a:pt x="828" y="150"/>
                      </a:lnTo>
                      <a:lnTo>
                        <a:pt x="832" y="150"/>
                      </a:lnTo>
                      <a:lnTo>
                        <a:pt x="828" y="150"/>
                      </a:lnTo>
                      <a:lnTo>
                        <a:pt x="824" y="150"/>
                      </a:lnTo>
                      <a:lnTo>
                        <a:pt x="824" y="154"/>
                      </a:lnTo>
                      <a:lnTo>
                        <a:pt x="820" y="154"/>
                      </a:lnTo>
                      <a:lnTo>
                        <a:pt x="820" y="158"/>
                      </a:lnTo>
                      <a:lnTo>
                        <a:pt x="816" y="158"/>
                      </a:lnTo>
                      <a:lnTo>
                        <a:pt x="816" y="160"/>
                      </a:lnTo>
                      <a:lnTo>
                        <a:pt x="812" y="160"/>
                      </a:lnTo>
                      <a:lnTo>
                        <a:pt x="812" y="164"/>
                      </a:lnTo>
                      <a:lnTo>
                        <a:pt x="808" y="164"/>
                      </a:lnTo>
                      <a:lnTo>
                        <a:pt x="806" y="164"/>
                      </a:lnTo>
                      <a:lnTo>
                        <a:pt x="802" y="164"/>
                      </a:lnTo>
                      <a:lnTo>
                        <a:pt x="798" y="164"/>
                      </a:lnTo>
                      <a:lnTo>
                        <a:pt x="794" y="164"/>
                      </a:lnTo>
                      <a:lnTo>
                        <a:pt x="794" y="160"/>
                      </a:lnTo>
                      <a:lnTo>
                        <a:pt x="798" y="160"/>
                      </a:lnTo>
                      <a:lnTo>
                        <a:pt x="802" y="160"/>
                      </a:lnTo>
                      <a:lnTo>
                        <a:pt x="798" y="158"/>
                      </a:lnTo>
                      <a:lnTo>
                        <a:pt x="798" y="160"/>
                      </a:lnTo>
                      <a:lnTo>
                        <a:pt x="794" y="160"/>
                      </a:lnTo>
                      <a:lnTo>
                        <a:pt x="790" y="160"/>
                      </a:lnTo>
                      <a:lnTo>
                        <a:pt x="786" y="160"/>
                      </a:lnTo>
                      <a:lnTo>
                        <a:pt x="786" y="158"/>
                      </a:lnTo>
                      <a:lnTo>
                        <a:pt x="790" y="158"/>
                      </a:lnTo>
                      <a:lnTo>
                        <a:pt x="786" y="158"/>
                      </a:lnTo>
                      <a:lnTo>
                        <a:pt x="786" y="154"/>
                      </a:lnTo>
                      <a:lnTo>
                        <a:pt x="790" y="154"/>
                      </a:lnTo>
                      <a:lnTo>
                        <a:pt x="794" y="154"/>
                      </a:lnTo>
                      <a:lnTo>
                        <a:pt x="798" y="154"/>
                      </a:lnTo>
                      <a:lnTo>
                        <a:pt x="802" y="154"/>
                      </a:lnTo>
                      <a:lnTo>
                        <a:pt x="798" y="154"/>
                      </a:lnTo>
                      <a:lnTo>
                        <a:pt x="794" y="154"/>
                      </a:lnTo>
                      <a:lnTo>
                        <a:pt x="790" y="154"/>
                      </a:lnTo>
                      <a:lnTo>
                        <a:pt x="786" y="154"/>
                      </a:lnTo>
                      <a:lnTo>
                        <a:pt x="782" y="154"/>
                      </a:lnTo>
                      <a:lnTo>
                        <a:pt x="786" y="150"/>
                      </a:lnTo>
                      <a:lnTo>
                        <a:pt x="790" y="150"/>
                      </a:lnTo>
                      <a:lnTo>
                        <a:pt x="794" y="150"/>
                      </a:lnTo>
                      <a:lnTo>
                        <a:pt x="798" y="150"/>
                      </a:lnTo>
                      <a:lnTo>
                        <a:pt x="802" y="150"/>
                      </a:lnTo>
                      <a:lnTo>
                        <a:pt x="798" y="150"/>
                      </a:lnTo>
                      <a:lnTo>
                        <a:pt x="794" y="150"/>
                      </a:lnTo>
                      <a:lnTo>
                        <a:pt x="790" y="150"/>
                      </a:lnTo>
                      <a:lnTo>
                        <a:pt x="790" y="146"/>
                      </a:lnTo>
                      <a:lnTo>
                        <a:pt x="794" y="146"/>
                      </a:lnTo>
                      <a:lnTo>
                        <a:pt x="798" y="146"/>
                      </a:lnTo>
                      <a:lnTo>
                        <a:pt x="802" y="146"/>
                      </a:lnTo>
                      <a:lnTo>
                        <a:pt x="806" y="146"/>
                      </a:lnTo>
                      <a:lnTo>
                        <a:pt x="802" y="146"/>
                      </a:lnTo>
                      <a:lnTo>
                        <a:pt x="798" y="146"/>
                      </a:lnTo>
                      <a:lnTo>
                        <a:pt x="794" y="146"/>
                      </a:lnTo>
                      <a:lnTo>
                        <a:pt x="794" y="142"/>
                      </a:lnTo>
                      <a:lnTo>
                        <a:pt x="798" y="142"/>
                      </a:lnTo>
                      <a:lnTo>
                        <a:pt x="794" y="142"/>
                      </a:lnTo>
                      <a:lnTo>
                        <a:pt x="794" y="138"/>
                      </a:lnTo>
                      <a:lnTo>
                        <a:pt x="794" y="136"/>
                      </a:lnTo>
                      <a:lnTo>
                        <a:pt x="798" y="136"/>
                      </a:lnTo>
                      <a:lnTo>
                        <a:pt x="794" y="138"/>
                      </a:lnTo>
                      <a:lnTo>
                        <a:pt x="794" y="142"/>
                      </a:lnTo>
                      <a:lnTo>
                        <a:pt x="790" y="142"/>
                      </a:lnTo>
                      <a:lnTo>
                        <a:pt x="790" y="146"/>
                      </a:lnTo>
                      <a:lnTo>
                        <a:pt x="786" y="150"/>
                      </a:lnTo>
                      <a:lnTo>
                        <a:pt x="782" y="150"/>
                      </a:lnTo>
                      <a:lnTo>
                        <a:pt x="778" y="150"/>
                      </a:lnTo>
                      <a:lnTo>
                        <a:pt x="776" y="150"/>
                      </a:lnTo>
                      <a:lnTo>
                        <a:pt x="776" y="146"/>
                      </a:lnTo>
                      <a:lnTo>
                        <a:pt x="778" y="146"/>
                      </a:lnTo>
                      <a:lnTo>
                        <a:pt x="778" y="142"/>
                      </a:lnTo>
                      <a:lnTo>
                        <a:pt x="776" y="142"/>
                      </a:lnTo>
                      <a:lnTo>
                        <a:pt x="776" y="146"/>
                      </a:lnTo>
                      <a:lnTo>
                        <a:pt x="772" y="146"/>
                      </a:lnTo>
                      <a:lnTo>
                        <a:pt x="768" y="146"/>
                      </a:lnTo>
                      <a:lnTo>
                        <a:pt x="768" y="150"/>
                      </a:lnTo>
                      <a:lnTo>
                        <a:pt x="764" y="150"/>
                      </a:lnTo>
                      <a:lnTo>
                        <a:pt x="760" y="150"/>
                      </a:lnTo>
                      <a:lnTo>
                        <a:pt x="756" y="150"/>
                      </a:lnTo>
                      <a:lnTo>
                        <a:pt x="756" y="146"/>
                      </a:lnTo>
                      <a:lnTo>
                        <a:pt x="760" y="146"/>
                      </a:lnTo>
                      <a:lnTo>
                        <a:pt x="756" y="146"/>
                      </a:lnTo>
                      <a:lnTo>
                        <a:pt x="756" y="142"/>
                      </a:lnTo>
                      <a:lnTo>
                        <a:pt x="756" y="138"/>
                      </a:lnTo>
                      <a:lnTo>
                        <a:pt x="760" y="138"/>
                      </a:lnTo>
                      <a:lnTo>
                        <a:pt x="760" y="136"/>
                      </a:lnTo>
                      <a:lnTo>
                        <a:pt x="764" y="136"/>
                      </a:lnTo>
                      <a:lnTo>
                        <a:pt x="760" y="136"/>
                      </a:lnTo>
                      <a:lnTo>
                        <a:pt x="764" y="132"/>
                      </a:lnTo>
                      <a:lnTo>
                        <a:pt x="768" y="128"/>
                      </a:lnTo>
                      <a:lnTo>
                        <a:pt x="772" y="128"/>
                      </a:lnTo>
                      <a:lnTo>
                        <a:pt x="776" y="128"/>
                      </a:lnTo>
                      <a:lnTo>
                        <a:pt x="778" y="128"/>
                      </a:lnTo>
                      <a:lnTo>
                        <a:pt x="782" y="128"/>
                      </a:lnTo>
                      <a:lnTo>
                        <a:pt x="786" y="128"/>
                      </a:lnTo>
                      <a:lnTo>
                        <a:pt x="786" y="124"/>
                      </a:lnTo>
                      <a:lnTo>
                        <a:pt x="790" y="124"/>
                      </a:lnTo>
                      <a:lnTo>
                        <a:pt x="794" y="128"/>
                      </a:lnTo>
                      <a:lnTo>
                        <a:pt x="798" y="128"/>
                      </a:lnTo>
                      <a:lnTo>
                        <a:pt x="802" y="128"/>
                      </a:lnTo>
                      <a:lnTo>
                        <a:pt x="806" y="128"/>
                      </a:lnTo>
                      <a:lnTo>
                        <a:pt x="808" y="128"/>
                      </a:lnTo>
                      <a:lnTo>
                        <a:pt x="812" y="128"/>
                      </a:lnTo>
                      <a:lnTo>
                        <a:pt x="816" y="128"/>
                      </a:lnTo>
                      <a:lnTo>
                        <a:pt x="816" y="132"/>
                      </a:lnTo>
                      <a:lnTo>
                        <a:pt x="820" y="132"/>
                      </a:lnTo>
                      <a:lnTo>
                        <a:pt x="824" y="132"/>
                      </a:lnTo>
                      <a:lnTo>
                        <a:pt x="828" y="136"/>
                      </a:lnTo>
                      <a:lnTo>
                        <a:pt x="832" y="136"/>
                      </a:lnTo>
                      <a:lnTo>
                        <a:pt x="828" y="136"/>
                      </a:lnTo>
                      <a:lnTo>
                        <a:pt x="828" y="132"/>
                      </a:lnTo>
                      <a:lnTo>
                        <a:pt x="832" y="132"/>
                      </a:lnTo>
                      <a:lnTo>
                        <a:pt x="828" y="132"/>
                      </a:lnTo>
                      <a:lnTo>
                        <a:pt x="824" y="132"/>
                      </a:lnTo>
                      <a:lnTo>
                        <a:pt x="820" y="132"/>
                      </a:lnTo>
                      <a:lnTo>
                        <a:pt x="820" y="128"/>
                      </a:lnTo>
                      <a:lnTo>
                        <a:pt x="816" y="128"/>
                      </a:lnTo>
                      <a:lnTo>
                        <a:pt x="820" y="128"/>
                      </a:lnTo>
                      <a:lnTo>
                        <a:pt x="824" y="128"/>
                      </a:lnTo>
                      <a:lnTo>
                        <a:pt x="828" y="128"/>
                      </a:lnTo>
                      <a:lnTo>
                        <a:pt x="832" y="128"/>
                      </a:lnTo>
                      <a:lnTo>
                        <a:pt x="834" y="128"/>
                      </a:lnTo>
                      <a:lnTo>
                        <a:pt x="838" y="128"/>
                      </a:lnTo>
                      <a:lnTo>
                        <a:pt x="834" y="128"/>
                      </a:lnTo>
                      <a:lnTo>
                        <a:pt x="838" y="128"/>
                      </a:lnTo>
                      <a:lnTo>
                        <a:pt x="838" y="124"/>
                      </a:lnTo>
                      <a:lnTo>
                        <a:pt x="842" y="124"/>
                      </a:lnTo>
                      <a:lnTo>
                        <a:pt x="842" y="120"/>
                      </a:lnTo>
                      <a:lnTo>
                        <a:pt x="838" y="120"/>
                      </a:lnTo>
                      <a:lnTo>
                        <a:pt x="834" y="124"/>
                      </a:lnTo>
                      <a:lnTo>
                        <a:pt x="832" y="124"/>
                      </a:lnTo>
                      <a:lnTo>
                        <a:pt x="832" y="128"/>
                      </a:lnTo>
                      <a:lnTo>
                        <a:pt x="828" y="128"/>
                      </a:lnTo>
                      <a:lnTo>
                        <a:pt x="824" y="128"/>
                      </a:lnTo>
                      <a:lnTo>
                        <a:pt x="824" y="124"/>
                      </a:lnTo>
                      <a:lnTo>
                        <a:pt x="820" y="124"/>
                      </a:lnTo>
                      <a:lnTo>
                        <a:pt x="816" y="124"/>
                      </a:lnTo>
                      <a:lnTo>
                        <a:pt x="812" y="124"/>
                      </a:lnTo>
                      <a:lnTo>
                        <a:pt x="808" y="124"/>
                      </a:lnTo>
                      <a:lnTo>
                        <a:pt x="806" y="124"/>
                      </a:lnTo>
                      <a:lnTo>
                        <a:pt x="802" y="124"/>
                      </a:lnTo>
                      <a:lnTo>
                        <a:pt x="798" y="124"/>
                      </a:lnTo>
                      <a:lnTo>
                        <a:pt x="794" y="124"/>
                      </a:lnTo>
                      <a:lnTo>
                        <a:pt x="794" y="120"/>
                      </a:lnTo>
                      <a:lnTo>
                        <a:pt x="798" y="120"/>
                      </a:lnTo>
                      <a:lnTo>
                        <a:pt x="806" y="120"/>
                      </a:lnTo>
                      <a:lnTo>
                        <a:pt x="808" y="120"/>
                      </a:lnTo>
                      <a:lnTo>
                        <a:pt x="808" y="124"/>
                      </a:lnTo>
                      <a:lnTo>
                        <a:pt x="812" y="124"/>
                      </a:lnTo>
                      <a:lnTo>
                        <a:pt x="816" y="120"/>
                      </a:lnTo>
                      <a:lnTo>
                        <a:pt x="812" y="120"/>
                      </a:lnTo>
                      <a:lnTo>
                        <a:pt x="808" y="120"/>
                      </a:lnTo>
                      <a:lnTo>
                        <a:pt x="806" y="120"/>
                      </a:lnTo>
                      <a:lnTo>
                        <a:pt x="806" y="116"/>
                      </a:lnTo>
                      <a:lnTo>
                        <a:pt x="802" y="116"/>
                      </a:lnTo>
                      <a:lnTo>
                        <a:pt x="802" y="112"/>
                      </a:lnTo>
                      <a:lnTo>
                        <a:pt x="798" y="112"/>
                      </a:lnTo>
                      <a:lnTo>
                        <a:pt x="798" y="108"/>
                      </a:lnTo>
                      <a:lnTo>
                        <a:pt x="794" y="108"/>
                      </a:lnTo>
                      <a:lnTo>
                        <a:pt x="790" y="106"/>
                      </a:lnTo>
                      <a:lnTo>
                        <a:pt x="786" y="106"/>
                      </a:lnTo>
                      <a:lnTo>
                        <a:pt x="786" y="102"/>
                      </a:lnTo>
                      <a:lnTo>
                        <a:pt x="782" y="102"/>
                      </a:lnTo>
                      <a:lnTo>
                        <a:pt x="778" y="102"/>
                      </a:lnTo>
                      <a:lnTo>
                        <a:pt x="776" y="102"/>
                      </a:lnTo>
                      <a:lnTo>
                        <a:pt x="772" y="102"/>
                      </a:lnTo>
                      <a:lnTo>
                        <a:pt x="772" y="98"/>
                      </a:lnTo>
                      <a:lnTo>
                        <a:pt x="772" y="94"/>
                      </a:lnTo>
                      <a:lnTo>
                        <a:pt x="776" y="94"/>
                      </a:lnTo>
                      <a:lnTo>
                        <a:pt x="778" y="94"/>
                      </a:lnTo>
                      <a:lnTo>
                        <a:pt x="778" y="98"/>
                      </a:lnTo>
                      <a:lnTo>
                        <a:pt x="782" y="98"/>
                      </a:lnTo>
                      <a:lnTo>
                        <a:pt x="786" y="98"/>
                      </a:lnTo>
                      <a:lnTo>
                        <a:pt x="782" y="94"/>
                      </a:lnTo>
                      <a:lnTo>
                        <a:pt x="776" y="94"/>
                      </a:lnTo>
                      <a:lnTo>
                        <a:pt x="772" y="94"/>
                      </a:lnTo>
                      <a:lnTo>
                        <a:pt x="768" y="94"/>
                      </a:lnTo>
                      <a:lnTo>
                        <a:pt x="768" y="90"/>
                      </a:lnTo>
                      <a:lnTo>
                        <a:pt x="772" y="86"/>
                      </a:lnTo>
                      <a:lnTo>
                        <a:pt x="776" y="82"/>
                      </a:lnTo>
                      <a:lnTo>
                        <a:pt x="778" y="82"/>
                      </a:lnTo>
                      <a:lnTo>
                        <a:pt x="782" y="86"/>
                      </a:lnTo>
                      <a:lnTo>
                        <a:pt x="786" y="86"/>
                      </a:lnTo>
                      <a:lnTo>
                        <a:pt x="790" y="86"/>
                      </a:lnTo>
                      <a:lnTo>
                        <a:pt x="794" y="86"/>
                      </a:lnTo>
                      <a:lnTo>
                        <a:pt x="798" y="86"/>
                      </a:lnTo>
                      <a:lnTo>
                        <a:pt x="802" y="86"/>
                      </a:lnTo>
                      <a:lnTo>
                        <a:pt x="806" y="86"/>
                      </a:lnTo>
                      <a:lnTo>
                        <a:pt x="808" y="86"/>
                      </a:lnTo>
                      <a:lnTo>
                        <a:pt x="812" y="86"/>
                      </a:lnTo>
                      <a:lnTo>
                        <a:pt x="812" y="90"/>
                      </a:lnTo>
                      <a:lnTo>
                        <a:pt x="816" y="90"/>
                      </a:lnTo>
                      <a:lnTo>
                        <a:pt x="820" y="90"/>
                      </a:lnTo>
                      <a:lnTo>
                        <a:pt x="820" y="94"/>
                      </a:lnTo>
                      <a:lnTo>
                        <a:pt x="824" y="94"/>
                      </a:lnTo>
                      <a:lnTo>
                        <a:pt x="828" y="94"/>
                      </a:lnTo>
                      <a:lnTo>
                        <a:pt x="832" y="98"/>
                      </a:lnTo>
                      <a:lnTo>
                        <a:pt x="834" y="98"/>
                      </a:lnTo>
                      <a:lnTo>
                        <a:pt x="834" y="102"/>
                      </a:lnTo>
                      <a:lnTo>
                        <a:pt x="838" y="102"/>
                      </a:lnTo>
                      <a:lnTo>
                        <a:pt x="838" y="106"/>
                      </a:lnTo>
                      <a:lnTo>
                        <a:pt x="842" y="106"/>
                      </a:lnTo>
                      <a:lnTo>
                        <a:pt x="846" y="106"/>
                      </a:lnTo>
                      <a:lnTo>
                        <a:pt x="850" y="106"/>
                      </a:lnTo>
                      <a:lnTo>
                        <a:pt x="854" y="106"/>
                      </a:lnTo>
                      <a:lnTo>
                        <a:pt x="858" y="106"/>
                      </a:lnTo>
                      <a:lnTo>
                        <a:pt x="862" y="106"/>
                      </a:lnTo>
                      <a:lnTo>
                        <a:pt x="864" y="106"/>
                      </a:lnTo>
                      <a:lnTo>
                        <a:pt x="864" y="102"/>
                      </a:lnTo>
                      <a:lnTo>
                        <a:pt x="862" y="102"/>
                      </a:lnTo>
                      <a:lnTo>
                        <a:pt x="858" y="102"/>
                      </a:lnTo>
                      <a:lnTo>
                        <a:pt x="858" y="106"/>
                      </a:lnTo>
                      <a:lnTo>
                        <a:pt x="854" y="106"/>
                      </a:lnTo>
                      <a:lnTo>
                        <a:pt x="850" y="106"/>
                      </a:lnTo>
                      <a:lnTo>
                        <a:pt x="846" y="102"/>
                      </a:lnTo>
                      <a:lnTo>
                        <a:pt x="842" y="102"/>
                      </a:lnTo>
                      <a:lnTo>
                        <a:pt x="838" y="98"/>
                      </a:lnTo>
                      <a:lnTo>
                        <a:pt x="842" y="98"/>
                      </a:lnTo>
                      <a:lnTo>
                        <a:pt x="842" y="94"/>
                      </a:lnTo>
                      <a:lnTo>
                        <a:pt x="838" y="94"/>
                      </a:lnTo>
                      <a:lnTo>
                        <a:pt x="834" y="94"/>
                      </a:lnTo>
                      <a:lnTo>
                        <a:pt x="832" y="94"/>
                      </a:lnTo>
                      <a:lnTo>
                        <a:pt x="828" y="94"/>
                      </a:lnTo>
                      <a:lnTo>
                        <a:pt x="824" y="90"/>
                      </a:lnTo>
                      <a:lnTo>
                        <a:pt x="820" y="86"/>
                      </a:lnTo>
                      <a:lnTo>
                        <a:pt x="816" y="86"/>
                      </a:lnTo>
                      <a:lnTo>
                        <a:pt x="816" y="82"/>
                      </a:lnTo>
                      <a:lnTo>
                        <a:pt x="820" y="82"/>
                      </a:lnTo>
                      <a:lnTo>
                        <a:pt x="824" y="82"/>
                      </a:lnTo>
                      <a:lnTo>
                        <a:pt x="828" y="82"/>
                      </a:lnTo>
                      <a:lnTo>
                        <a:pt x="832" y="82"/>
                      </a:lnTo>
                      <a:lnTo>
                        <a:pt x="834" y="82"/>
                      </a:lnTo>
                      <a:lnTo>
                        <a:pt x="838" y="82"/>
                      </a:lnTo>
                      <a:lnTo>
                        <a:pt x="842" y="82"/>
                      </a:lnTo>
                      <a:lnTo>
                        <a:pt x="846" y="82"/>
                      </a:lnTo>
                      <a:lnTo>
                        <a:pt x="850" y="82"/>
                      </a:lnTo>
                      <a:lnTo>
                        <a:pt x="850" y="78"/>
                      </a:lnTo>
                      <a:lnTo>
                        <a:pt x="854" y="78"/>
                      </a:lnTo>
                      <a:lnTo>
                        <a:pt x="858" y="78"/>
                      </a:lnTo>
                      <a:lnTo>
                        <a:pt x="862" y="78"/>
                      </a:lnTo>
                      <a:lnTo>
                        <a:pt x="864" y="78"/>
                      </a:lnTo>
                      <a:lnTo>
                        <a:pt x="868" y="78"/>
                      </a:lnTo>
                      <a:lnTo>
                        <a:pt x="872" y="78"/>
                      </a:lnTo>
                      <a:lnTo>
                        <a:pt x="876" y="78"/>
                      </a:lnTo>
                      <a:lnTo>
                        <a:pt x="880" y="78"/>
                      </a:lnTo>
                      <a:lnTo>
                        <a:pt x="884" y="78"/>
                      </a:lnTo>
                      <a:lnTo>
                        <a:pt x="888" y="78"/>
                      </a:lnTo>
                      <a:lnTo>
                        <a:pt x="890" y="78"/>
                      </a:lnTo>
                      <a:lnTo>
                        <a:pt x="890" y="76"/>
                      </a:lnTo>
                      <a:lnTo>
                        <a:pt x="888" y="76"/>
                      </a:lnTo>
                      <a:lnTo>
                        <a:pt x="880" y="76"/>
                      </a:lnTo>
                      <a:lnTo>
                        <a:pt x="876" y="76"/>
                      </a:lnTo>
                      <a:lnTo>
                        <a:pt x="872" y="76"/>
                      </a:lnTo>
                      <a:lnTo>
                        <a:pt x="868" y="76"/>
                      </a:lnTo>
                      <a:lnTo>
                        <a:pt x="864" y="76"/>
                      </a:lnTo>
                      <a:lnTo>
                        <a:pt x="868" y="76"/>
                      </a:lnTo>
                      <a:lnTo>
                        <a:pt x="872" y="76"/>
                      </a:lnTo>
                      <a:lnTo>
                        <a:pt x="876" y="72"/>
                      </a:lnTo>
                      <a:lnTo>
                        <a:pt x="880" y="72"/>
                      </a:lnTo>
                      <a:lnTo>
                        <a:pt x="884" y="72"/>
                      </a:lnTo>
                      <a:lnTo>
                        <a:pt x="888" y="72"/>
                      </a:lnTo>
                      <a:lnTo>
                        <a:pt x="890" y="72"/>
                      </a:lnTo>
                      <a:lnTo>
                        <a:pt x="894" y="72"/>
                      </a:lnTo>
                      <a:lnTo>
                        <a:pt x="902" y="68"/>
                      </a:lnTo>
                      <a:lnTo>
                        <a:pt x="906" y="68"/>
                      </a:lnTo>
                      <a:lnTo>
                        <a:pt x="910" y="68"/>
                      </a:lnTo>
                      <a:lnTo>
                        <a:pt x="914" y="68"/>
                      </a:lnTo>
                      <a:lnTo>
                        <a:pt x="910" y="68"/>
                      </a:lnTo>
                      <a:lnTo>
                        <a:pt x="906" y="68"/>
                      </a:lnTo>
                      <a:lnTo>
                        <a:pt x="902" y="68"/>
                      </a:lnTo>
                      <a:lnTo>
                        <a:pt x="898" y="68"/>
                      </a:lnTo>
                      <a:lnTo>
                        <a:pt x="894" y="68"/>
                      </a:lnTo>
                      <a:lnTo>
                        <a:pt x="890" y="68"/>
                      </a:lnTo>
                      <a:lnTo>
                        <a:pt x="884" y="68"/>
                      </a:lnTo>
                      <a:lnTo>
                        <a:pt x="880" y="68"/>
                      </a:lnTo>
                      <a:lnTo>
                        <a:pt x="876" y="68"/>
                      </a:lnTo>
                      <a:lnTo>
                        <a:pt x="876" y="64"/>
                      </a:lnTo>
                      <a:lnTo>
                        <a:pt x="880" y="64"/>
                      </a:lnTo>
                      <a:lnTo>
                        <a:pt x="884" y="64"/>
                      </a:lnTo>
                      <a:lnTo>
                        <a:pt x="884" y="60"/>
                      </a:lnTo>
                      <a:lnTo>
                        <a:pt x="888" y="60"/>
                      </a:lnTo>
                      <a:lnTo>
                        <a:pt x="890" y="56"/>
                      </a:lnTo>
                      <a:lnTo>
                        <a:pt x="894" y="56"/>
                      </a:lnTo>
                      <a:lnTo>
                        <a:pt x="898" y="56"/>
                      </a:lnTo>
                      <a:lnTo>
                        <a:pt x="902" y="52"/>
                      </a:lnTo>
                      <a:lnTo>
                        <a:pt x="906" y="52"/>
                      </a:lnTo>
                      <a:lnTo>
                        <a:pt x="910" y="52"/>
                      </a:lnTo>
                      <a:lnTo>
                        <a:pt x="906" y="52"/>
                      </a:lnTo>
                      <a:lnTo>
                        <a:pt x="902" y="52"/>
                      </a:lnTo>
                      <a:lnTo>
                        <a:pt x="898" y="52"/>
                      </a:lnTo>
                      <a:lnTo>
                        <a:pt x="894" y="52"/>
                      </a:lnTo>
                      <a:lnTo>
                        <a:pt x="890" y="56"/>
                      </a:lnTo>
                      <a:lnTo>
                        <a:pt x="888" y="56"/>
                      </a:lnTo>
                      <a:lnTo>
                        <a:pt x="884" y="56"/>
                      </a:lnTo>
                      <a:lnTo>
                        <a:pt x="884" y="60"/>
                      </a:lnTo>
                      <a:lnTo>
                        <a:pt x="880" y="60"/>
                      </a:lnTo>
                      <a:lnTo>
                        <a:pt x="876" y="60"/>
                      </a:lnTo>
                      <a:lnTo>
                        <a:pt x="872" y="60"/>
                      </a:lnTo>
                      <a:lnTo>
                        <a:pt x="868" y="60"/>
                      </a:lnTo>
                      <a:lnTo>
                        <a:pt x="872" y="60"/>
                      </a:lnTo>
                      <a:lnTo>
                        <a:pt x="876" y="60"/>
                      </a:lnTo>
                      <a:lnTo>
                        <a:pt x="876" y="64"/>
                      </a:lnTo>
                      <a:lnTo>
                        <a:pt x="872" y="64"/>
                      </a:lnTo>
                      <a:lnTo>
                        <a:pt x="876" y="64"/>
                      </a:lnTo>
                      <a:lnTo>
                        <a:pt x="872" y="68"/>
                      </a:lnTo>
                      <a:lnTo>
                        <a:pt x="868" y="72"/>
                      </a:lnTo>
                      <a:lnTo>
                        <a:pt x="864" y="72"/>
                      </a:lnTo>
                      <a:lnTo>
                        <a:pt x="862" y="72"/>
                      </a:lnTo>
                      <a:lnTo>
                        <a:pt x="858" y="72"/>
                      </a:lnTo>
                      <a:lnTo>
                        <a:pt x="854" y="72"/>
                      </a:lnTo>
                      <a:lnTo>
                        <a:pt x="854" y="76"/>
                      </a:lnTo>
                      <a:lnTo>
                        <a:pt x="850" y="76"/>
                      </a:lnTo>
                      <a:lnTo>
                        <a:pt x="842" y="76"/>
                      </a:lnTo>
                      <a:lnTo>
                        <a:pt x="838" y="76"/>
                      </a:lnTo>
                      <a:lnTo>
                        <a:pt x="834" y="76"/>
                      </a:lnTo>
                      <a:lnTo>
                        <a:pt x="828" y="78"/>
                      </a:lnTo>
                      <a:lnTo>
                        <a:pt x="824" y="78"/>
                      </a:lnTo>
                      <a:lnTo>
                        <a:pt x="820" y="78"/>
                      </a:lnTo>
                      <a:lnTo>
                        <a:pt x="820" y="78"/>
                      </a:lnTo>
                      <a:lnTo>
                        <a:pt x="820" y="78"/>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218" name="Freeform 69">
                  <a:extLst>
                    <a:ext uri="{FF2B5EF4-FFF2-40B4-BE49-F238E27FC236}">
                      <a16:creationId xmlns:a16="http://schemas.microsoft.com/office/drawing/2014/main" id="{74E63AD8-10BB-5E82-9D4F-F84D253C9975}"/>
                    </a:ext>
                  </a:extLst>
                </p:cNvPr>
                <p:cNvSpPr>
                  <a:spLocks/>
                </p:cNvSpPr>
                <p:nvPr/>
              </p:nvSpPr>
              <p:spPr bwMode="gray">
                <a:xfrm>
                  <a:off x="2688479" y="4185767"/>
                  <a:ext cx="83485" cy="97399"/>
                </a:xfrm>
                <a:custGeom>
                  <a:avLst/>
                  <a:gdLst>
                    <a:gd name="T0" fmla="*/ 6 w 48"/>
                    <a:gd name="T1" fmla="*/ 22 h 56"/>
                    <a:gd name="T2" fmla="*/ 2 w 48"/>
                    <a:gd name="T3" fmla="*/ 22 h 56"/>
                    <a:gd name="T4" fmla="*/ 2 w 48"/>
                    <a:gd name="T5" fmla="*/ 18 h 56"/>
                    <a:gd name="T6" fmla="*/ 0 w 48"/>
                    <a:gd name="T7" fmla="*/ 16 h 56"/>
                    <a:gd name="T8" fmla="*/ 2 w 48"/>
                    <a:gd name="T9" fmla="*/ 12 h 56"/>
                    <a:gd name="T10" fmla="*/ 0 w 48"/>
                    <a:gd name="T11" fmla="*/ 8 h 56"/>
                    <a:gd name="T12" fmla="*/ 0 w 48"/>
                    <a:gd name="T13" fmla="*/ 4 h 56"/>
                    <a:gd name="T14" fmla="*/ 2 w 48"/>
                    <a:gd name="T15" fmla="*/ 4 h 56"/>
                    <a:gd name="T16" fmla="*/ 2 w 48"/>
                    <a:gd name="T17" fmla="*/ 0 h 56"/>
                    <a:gd name="T18" fmla="*/ 6 w 48"/>
                    <a:gd name="T19" fmla="*/ 4 h 56"/>
                    <a:gd name="T20" fmla="*/ 10 w 48"/>
                    <a:gd name="T21" fmla="*/ 4 h 56"/>
                    <a:gd name="T22" fmla="*/ 18 w 48"/>
                    <a:gd name="T23" fmla="*/ 4 h 56"/>
                    <a:gd name="T24" fmla="*/ 26 w 48"/>
                    <a:gd name="T25" fmla="*/ 8 h 56"/>
                    <a:gd name="T26" fmla="*/ 26 w 48"/>
                    <a:gd name="T27" fmla="*/ 8 h 56"/>
                    <a:gd name="T28" fmla="*/ 28 w 48"/>
                    <a:gd name="T29" fmla="*/ 8 h 56"/>
                    <a:gd name="T30" fmla="*/ 28 w 48"/>
                    <a:gd name="T31" fmla="*/ 8 h 56"/>
                    <a:gd name="T32" fmla="*/ 32 w 48"/>
                    <a:gd name="T33" fmla="*/ 4 h 56"/>
                    <a:gd name="T34" fmla="*/ 32 w 48"/>
                    <a:gd name="T35" fmla="*/ 8 h 56"/>
                    <a:gd name="T36" fmla="*/ 32 w 48"/>
                    <a:gd name="T37" fmla="*/ 8 h 56"/>
                    <a:gd name="T38" fmla="*/ 36 w 48"/>
                    <a:gd name="T39" fmla="*/ 16 h 56"/>
                    <a:gd name="T40" fmla="*/ 40 w 48"/>
                    <a:gd name="T41" fmla="*/ 22 h 56"/>
                    <a:gd name="T42" fmla="*/ 44 w 48"/>
                    <a:gd name="T43" fmla="*/ 26 h 56"/>
                    <a:gd name="T44" fmla="*/ 48 w 48"/>
                    <a:gd name="T45" fmla="*/ 30 h 56"/>
                    <a:gd name="T46" fmla="*/ 44 w 48"/>
                    <a:gd name="T47" fmla="*/ 30 h 56"/>
                    <a:gd name="T48" fmla="*/ 44 w 48"/>
                    <a:gd name="T49" fmla="*/ 26 h 56"/>
                    <a:gd name="T50" fmla="*/ 40 w 48"/>
                    <a:gd name="T51" fmla="*/ 38 h 56"/>
                    <a:gd name="T52" fmla="*/ 44 w 48"/>
                    <a:gd name="T53" fmla="*/ 40 h 56"/>
                    <a:gd name="T54" fmla="*/ 40 w 48"/>
                    <a:gd name="T55" fmla="*/ 40 h 56"/>
                    <a:gd name="T56" fmla="*/ 40 w 48"/>
                    <a:gd name="T57" fmla="*/ 44 h 56"/>
                    <a:gd name="T58" fmla="*/ 40 w 48"/>
                    <a:gd name="T59" fmla="*/ 48 h 56"/>
                    <a:gd name="T60" fmla="*/ 40 w 48"/>
                    <a:gd name="T61" fmla="*/ 48 h 56"/>
                    <a:gd name="T62" fmla="*/ 40 w 48"/>
                    <a:gd name="T63" fmla="*/ 52 h 56"/>
                    <a:gd name="T64" fmla="*/ 40 w 48"/>
                    <a:gd name="T65" fmla="*/ 56 h 56"/>
                    <a:gd name="T66" fmla="*/ 40 w 48"/>
                    <a:gd name="T67" fmla="*/ 52 h 56"/>
                    <a:gd name="T68" fmla="*/ 36 w 48"/>
                    <a:gd name="T69" fmla="*/ 48 h 56"/>
                    <a:gd name="T70" fmla="*/ 36 w 48"/>
                    <a:gd name="T71" fmla="*/ 44 h 56"/>
                    <a:gd name="T72" fmla="*/ 36 w 48"/>
                    <a:gd name="T73" fmla="*/ 40 h 56"/>
                    <a:gd name="T74" fmla="*/ 32 w 48"/>
                    <a:gd name="T75" fmla="*/ 44 h 56"/>
                    <a:gd name="T76" fmla="*/ 36 w 48"/>
                    <a:gd name="T77" fmla="*/ 44 h 56"/>
                    <a:gd name="T78" fmla="*/ 36 w 48"/>
                    <a:gd name="T79" fmla="*/ 48 h 56"/>
                    <a:gd name="T80" fmla="*/ 36 w 48"/>
                    <a:gd name="T81" fmla="*/ 48 h 56"/>
                    <a:gd name="T82" fmla="*/ 32 w 48"/>
                    <a:gd name="T83" fmla="*/ 48 h 56"/>
                    <a:gd name="T84" fmla="*/ 28 w 48"/>
                    <a:gd name="T85" fmla="*/ 44 h 56"/>
                    <a:gd name="T86" fmla="*/ 32 w 48"/>
                    <a:gd name="T87" fmla="*/ 38 h 56"/>
                    <a:gd name="T88" fmla="*/ 28 w 48"/>
                    <a:gd name="T89" fmla="*/ 34 h 56"/>
                    <a:gd name="T90" fmla="*/ 26 w 48"/>
                    <a:gd name="T91" fmla="*/ 30 h 56"/>
                    <a:gd name="T92" fmla="*/ 22 w 48"/>
                    <a:gd name="T93" fmla="*/ 30 h 56"/>
                    <a:gd name="T94" fmla="*/ 18 w 48"/>
                    <a:gd name="T95" fmla="*/ 26 h 56"/>
                    <a:gd name="T96" fmla="*/ 18 w 48"/>
                    <a:gd name="T97" fmla="*/ 26 h 56"/>
                    <a:gd name="T98" fmla="*/ 14 w 48"/>
                    <a:gd name="T99" fmla="*/ 22 h 56"/>
                    <a:gd name="T100" fmla="*/ 10 w 48"/>
                    <a:gd name="T101" fmla="*/ 18 h 56"/>
                    <a:gd name="T102" fmla="*/ 10 w 48"/>
                    <a:gd name="T103" fmla="*/ 18 h 56"/>
                    <a:gd name="T104" fmla="*/ 10 w 48"/>
                    <a:gd name="T105" fmla="*/ 18 h 56"/>
                    <a:gd name="T106" fmla="*/ 14 w 48"/>
                    <a:gd name="T107" fmla="*/ 22 h 56"/>
                    <a:gd name="T108" fmla="*/ 10 w 48"/>
                    <a:gd name="T109" fmla="*/ 2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8" h="56">
                      <a:moveTo>
                        <a:pt x="10" y="26"/>
                      </a:moveTo>
                      <a:lnTo>
                        <a:pt x="6" y="26"/>
                      </a:lnTo>
                      <a:lnTo>
                        <a:pt x="6" y="22"/>
                      </a:lnTo>
                      <a:lnTo>
                        <a:pt x="6" y="22"/>
                      </a:lnTo>
                      <a:lnTo>
                        <a:pt x="6" y="22"/>
                      </a:lnTo>
                      <a:lnTo>
                        <a:pt x="2" y="22"/>
                      </a:lnTo>
                      <a:lnTo>
                        <a:pt x="2" y="22"/>
                      </a:lnTo>
                      <a:lnTo>
                        <a:pt x="2" y="22"/>
                      </a:lnTo>
                      <a:lnTo>
                        <a:pt x="2" y="22"/>
                      </a:lnTo>
                      <a:lnTo>
                        <a:pt x="2" y="22"/>
                      </a:lnTo>
                      <a:lnTo>
                        <a:pt x="2" y="22"/>
                      </a:lnTo>
                      <a:lnTo>
                        <a:pt x="2" y="18"/>
                      </a:lnTo>
                      <a:lnTo>
                        <a:pt x="2" y="18"/>
                      </a:lnTo>
                      <a:lnTo>
                        <a:pt x="0" y="18"/>
                      </a:lnTo>
                      <a:lnTo>
                        <a:pt x="0" y="18"/>
                      </a:lnTo>
                      <a:lnTo>
                        <a:pt x="0" y="16"/>
                      </a:lnTo>
                      <a:lnTo>
                        <a:pt x="0" y="16"/>
                      </a:lnTo>
                      <a:lnTo>
                        <a:pt x="0" y="16"/>
                      </a:lnTo>
                      <a:lnTo>
                        <a:pt x="2" y="12"/>
                      </a:lnTo>
                      <a:lnTo>
                        <a:pt x="2" y="12"/>
                      </a:lnTo>
                      <a:lnTo>
                        <a:pt x="2" y="8"/>
                      </a:lnTo>
                      <a:lnTo>
                        <a:pt x="2" y="8"/>
                      </a:lnTo>
                      <a:lnTo>
                        <a:pt x="2" y="8"/>
                      </a:lnTo>
                      <a:lnTo>
                        <a:pt x="0" y="8"/>
                      </a:lnTo>
                      <a:lnTo>
                        <a:pt x="0" y="4"/>
                      </a:lnTo>
                      <a:lnTo>
                        <a:pt x="0" y="4"/>
                      </a:lnTo>
                      <a:lnTo>
                        <a:pt x="0" y="4"/>
                      </a:lnTo>
                      <a:lnTo>
                        <a:pt x="0" y="4"/>
                      </a:lnTo>
                      <a:lnTo>
                        <a:pt x="2" y="4"/>
                      </a:lnTo>
                      <a:lnTo>
                        <a:pt x="2" y="4"/>
                      </a:lnTo>
                      <a:lnTo>
                        <a:pt x="2" y="4"/>
                      </a:lnTo>
                      <a:lnTo>
                        <a:pt x="2" y="4"/>
                      </a:lnTo>
                      <a:lnTo>
                        <a:pt x="2" y="4"/>
                      </a:lnTo>
                      <a:lnTo>
                        <a:pt x="2" y="4"/>
                      </a:lnTo>
                      <a:lnTo>
                        <a:pt x="2" y="0"/>
                      </a:lnTo>
                      <a:lnTo>
                        <a:pt x="2" y="0"/>
                      </a:lnTo>
                      <a:lnTo>
                        <a:pt x="2" y="0"/>
                      </a:lnTo>
                      <a:lnTo>
                        <a:pt x="6" y="0"/>
                      </a:lnTo>
                      <a:lnTo>
                        <a:pt x="6" y="0"/>
                      </a:lnTo>
                      <a:lnTo>
                        <a:pt x="6" y="4"/>
                      </a:lnTo>
                      <a:lnTo>
                        <a:pt x="10" y="4"/>
                      </a:lnTo>
                      <a:lnTo>
                        <a:pt x="10" y="4"/>
                      </a:lnTo>
                      <a:lnTo>
                        <a:pt x="10" y="4"/>
                      </a:lnTo>
                      <a:lnTo>
                        <a:pt x="10" y="4"/>
                      </a:lnTo>
                      <a:lnTo>
                        <a:pt x="10" y="4"/>
                      </a:lnTo>
                      <a:lnTo>
                        <a:pt x="10" y="4"/>
                      </a:lnTo>
                      <a:lnTo>
                        <a:pt x="14" y="4"/>
                      </a:lnTo>
                      <a:lnTo>
                        <a:pt x="18" y="4"/>
                      </a:lnTo>
                      <a:lnTo>
                        <a:pt x="22" y="4"/>
                      </a:lnTo>
                      <a:lnTo>
                        <a:pt x="22" y="4"/>
                      </a:lnTo>
                      <a:lnTo>
                        <a:pt x="22" y="8"/>
                      </a:lnTo>
                      <a:lnTo>
                        <a:pt x="26" y="8"/>
                      </a:lnTo>
                      <a:lnTo>
                        <a:pt x="26" y="8"/>
                      </a:lnTo>
                      <a:lnTo>
                        <a:pt x="26" y="8"/>
                      </a:lnTo>
                      <a:lnTo>
                        <a:pt x="26" y="8"/>
                      </a:lnTo>
                      <a:lnTo>
                        <a:pt x="26" y="8"/>
                      </a:lnTo>
                      <a:lnTo>
                        <a:pt x="26" y="8"/>
                      </a:lnTo>
                      <a:lnTo>
                        <a:pt x="26" y="8"/>
                      </a:lnTo>
                      <a:lnTo>
                        <a:pt x="28" y="8"/>
                      </a:lnTo>
                      <a:lnTo>
                        <a:pt x="28" y="8"/>
                      </a:lnTo>
                      <a:lnTo>
                        <a:pt x="28" y="8"/>
                      </a:lnTo>
                      <a:lnTo>
                        <a:pt x="28" y="8"/>
                      </a:lnTo>
                      <a:lnTo>
                        <a:pt x="28" y="8"/>
                      </a:lnTo>
                      <a:lnTo>
                        <a:pt x="28" y="8"/>
                      </a:lnTo>
                      <a:lnTo>
                        <a:pt x="28" y="8"/>
                      </a:lnTo>
                      <a:lnTo>
                        <a:pt x="32" y="8"/>
                      </a:lnTo>
                      <a:lnTo>
                        <a:pt x="32" y="8"/>
                      </a:lnTo>
                      <a:lnTo>
                        <a:pt x="32" y="4"/>
                      </a:lnTo>
                      <a:lnTo>
                        <a:pt x="32" y="4"/>
                      </a:lnTo>
                      <a:lnTo>
                        <a:pt x="32" y="4"/>
                      </a:lnTo>
                      <a:lnTo>
                        <a:pt x="32" y="4"/>
                      </a:lnTo>
                      <a:lnTo>
                        <a:pt x="32" y="8"/>
                      </a:lnTo>
                      <a:lnTo>
                        <a:pt x="32" y="8"/>
                      </a:lnTo>
                      <a:lnTo>
                        <a:pt x="32" y="8"/>
                      </a:lnTo>
                      <a:lnTo>
                        <a:pt x="32" y="8"/>
                      </a:lnTo>
                      <a:lnTo>
                        <a:pt x="32" y="8"/>
                      </a:lnTo>
                      <a:lnTo>
                        <a:pt x="32" y="12"/>
                      </a:lnTo>
                      <a:lnTo>
                        <a:pt x="32" y="12"/>
                      </a:lnTo>
                      <a:lnTo>
                        <a:pt x="32" y="16"/>
                      </a:lnTo>
                      <a:lnTo>
                        <a:pt x="36" y="16"/>
                      </a:lnTo>
                      <a:lnTo>
                        <a:pt x="40" y="22"/>
                      </a:lnTo>
                      <a:lnTo>
                        <a:pt x="40" y="22"/>
                      </a:lnTo>
                      <a:lnTo>
                        <a:pt x="40" y="22"/>
                      </a:lnTo>
                      <a:lnTo>
                        <a:pt x="40" y="22"/>
                      </a:lnTo>
                      <a:lnTo>
                        <a:pt x="40" y="22"/>
                      </a:lnTo>
                      <a:lnTo>
                        <a:pt x="40" y="22"/>
                      </a:lnTo>
                      <a:lnTo>
                        <a:pt x="44" y="26"/>
                      </a:lnTo>
                      <a:lnTo>
                        <a:pt x="44" y="26"/>
                      </a:lnTo>
                      <a:lnTo>
                        <a:pt x="44" y="26"/>
                      </a:lnTo>
                      <a:lnTo>
                        <a:pt x="44" y="26"/>
                      </a:lnTo>
                      <a:lnTo>
                        <a:pt x="48" y="26"/>
                      </a:lnTo>
                      <a:lnTo>
                        <a:pt x="48" y="30"/>
                      </a:lnTo>
                      <a:lnTo>
                        <a:pt x="48" y="30"/>
                      </a:lnTo>
                      <a:lnTo>
                        <a:pt x="48" y="30"/>
                      </a:lnTo>
                      <a:lnTo>
                        <a:pt x="44" y="30"/>
                      </a:lnTo>
                      <a:lnTo>
                        <a:pt x="44" y="30"/>
                      </a:lnTo>
                      <a:lnTo>
                        <a:pt x="44" y="30"/>
                      </a:lnTo>
                      <a:lnTo>
                        <a:pt x="44" y="26"/>
                      </a:lnTo>
                      <a:lnTo>
                        <a:pt x="44" y="26"/>
                      </a:lnTo>
                      <a:lnTo>
                        <a:pt x="44" y="26"/>
                      </a:lnTo>
                      <a:lnTo>
                        <a:pt x="44" y="26"/>
                      </a:lnTo>
                      <a:lnTo>
                        <a:pt x="40" y="30"/>
                      </a:lnTo>
                      <a:lnTo>
                        <a:pt x="40" y="34"/>
                      </a:lnTo>
                      <a:lnTo>
                        <a:pt x="40" y="38"/>
                      </a:lnTo>
                      <a:lnTo>
                        <a:pt x="40" y="38"/>
                      </a:lnTo>
                      <a:lnTo>
                        <a:pt x="44" y="38"/>
                      </a:lnTo>
                      <a:lnTo>
                        <a:pt x="44" y="40"/>
                      </a:lnTo>
                      <a:lnTo>
                        <a:pt x="44" y="40"/>
                      </a:lnTo>
                      <a:lnTo>
                        <a:pt x="44" y="40"/>
                      </a:lnTo>
                      <a:lnTo>
                        <a:pt x="44" y="40"/>
                      </a:lnTo>
                      <a:lnTo>
                        <a:pt x="44" y="40"/>
                      </a:lnTo>
                      <a:lnTo>
                        <a:pt x="40" y="40"/>
                      </a:lnTo>
                      <a:lnTo>
                        <a:pt x="40" y="40"/>
                      </a:lnTo>
                      <a:lnTo>
                        <a:pt x="40" y="40"/>
                      </a:lnTo>
                      <a:lnTo>
                        <a:pt x="40" y="44"/>
                      </a:lnTo>
                      <a:lnTo>
                        <a:pt x="40" y="44"/>
                      </a:lnTo>
                      <a:lnTo>
                        <a:pt x="44" y="44"/>
                      </a:lnTo>
                      <a:lnTo>
                        <a:pt x="44" y="44"/>
                      </a:lnTo>
                      <a:lnTo>
                        <a:pt x="44" y="48"/>
                      </a:lnTo>
                      <a:lnTo>
                        <a:pt x="40" y="48"/>
                      </a:lnTo>
                      <a:lnTo>
                        <a:pt x="40" y="48"/>
                      </a:lnTo>
                      <a:lnTo>
                        <a:pt x="40" y="48"/>
                      </a:lnTo>
                      <a:lnTo>
                        <a:pt x="40" y="48"/>
                      </a:lnTo>
                      <a:lnTo>
                        <a:pt x="40" y="48"/>
                      </a:lnTo>
                      <a:lnTo>
                        <a:pt x="40" y="48"/>
                      </a:lnTo>
                      <a:lnTo>
                        <a:pt x="40" y="52"/>
                      </a:lnTo>
                      <a:lnTo>
                        <a:pt x="40" y="52"/>
                      </a:lnTo>
                      <a:lnTo>
                        <a:pt x="40" y="52"/>
                      </a:lnTo>
                      <a:lnTo>
                        <a:pt x="40" y="52"/>
                      </a:lnTo>
                      <a:lnTo>
                        <a:pt x="40" y="52"/>
                      </a:lnTo>
                      <a:lnTo>
                        <a:pt x="40" y="56"/>
                      </a:lnTo>
                      <a:lnTo>
                        <a:pt x="40" y="56"/>
                      </a:lnTo>
                      <a:lnTo>
                        <a:pt x="40" y="52"/>
                      </a:lnTo>
                      <a:lnTo>
                        <a:pt x="40" y="52"/>
                      </a:lnTo>
                      <a:lnTo>
                        <a:pt x="40" y="52"/>
                      </a:lnTo>
                      <a:lnTo>
                        <a:pt x="40" y="52"/>
                      </a:lnTo>
                      <a:lnTo>
                        <a:pt x="40" y="48"/>
                      </a:lnTo>
                      <a:lnTo>
                        <a:pt x="40" y="48"/>
                      </a:lnTo>
                      <a:lnTo>
                        <a:pt x="40" y="48"/>
                      </a:lnTo>
                      <a:lnTo>
                        <a:pt x="36" y="48"/>
                      </a:lnTo>
                      <a:lnTo>
                        <a:pt x="40" y="48"/>
                      </a:lnTo>
                      <a:lnTo>
                        <a:pt x="40" y="48"/>
                      </a:lnTo>
                      <a:lnTo>
                        <a:pt x="40" y="48"/>
                      </a:lnTo>
                      <a:lnTo>
                        <a:pt x="36" y="44"/>
                      </a:lnTo>
                      <a:lnTo>
                        <a:pt x="36" y="44"/>
                      </a:lnTo>
                      <a:lnTo>
                        <a:pt x="36" y="44"/>
                      </a:lnTo>
                      <a:lnTo>
                        <a:pt x="36" y="44"/>
                      </a:lnTo>
                      <a:lnTo>
                        <a:pt x="36" y="40"/>
                      </a:lnTo>
                      <a:lnTo>
                        <a:pt x="36" y="40"/>
                      </a:lnTo>
                      <a:lnTo>
                        <a:pt x="32" y="40"/>
                      </a:lnTo>
                      <a:lnTo>
                        <a:pt x="32" y="44"/>
                      </a:lnTo>
                      <a:lnTo>
                        <a:pt x="32" y="44"/>
                      </a:lnTo>
                      <a:lnTo>
                        <a:pt x="36" y="44"/>
                      </a:lnTo>
                      <a:lnTo>
                        <a:pt x="36" y="44"/>
                      </a:lnTo>
                      <a:lnTo>
                        <a:pt x="36" y="44"/>
                      </a:lnTo>
                      <a:lnTo>
                        <a:pt x="36" y="44"/>
                      </a:lnTo>
                      <a:lnTo>
                        <a:pt x="36" y="44"/>
                      </a:lnTo>
                      <a:lnTo>
                        <a:pt x="36" y="48"/>
                      </a:lnTo>
                      <a:lnTo>
                        <a:pt x="36" y="48"/>
                      </a:lnTo>
                      <a:lnTo>
                        <a:pt x="36" y="48"/>
                      </a:lnTo>
                      <a:lnTo>
                        <a:pt x="36" y="48"/>
                      </a:lnTo>
                      <a:lnTo>
                        <a:pt x="36" y="48"/>
                      </a:lnTo>
                      <a:lnTo>
                        <a:pt x="36" y="48"/>
                      </a:lnTo>
                      <a:lnTo>
                        <a:pt x="36" y="48"/>
                      </a:lnTo>
                      <a:lnTo>
                        <a:pt x="32" y="48"/>
                      </a:lnTo>
                      <a:lnTo>
                        <a:pt x="32" y="48"/>
                      </a:lnTo>
                      <a:lnTo>
                        <a:pt x="32" y="48"/>
                      </a:lnTo>
                      <a:lnTo>
                        <a:pt x="32" y="48"/>
                      </a:lnTo>
                      <a:lnTo>
                        <a:pt x="28" y="44"/>
                      </a:lnTo>
                      <a:lnTo>
                        <a:pt x="28" y="44"/>
                      </a:lnTo>
                      <a:lnTo>
                        <a:pt x="28" y="44"/>
                      </a:lnTo>
                      <a:lnTo>
                        <a:pt x="28" y="44"/>
                      </a:lnTo>
                      <a:lnTo>
                        <a:pt x="28" y="44"/>
                      </a:lnTo>
                      <a:lnTo>
                        <a:pt x="32" y="40"/>
                      </a:lnTo>
                      <a:lnTo>
                        <a:pt x="32" y="40"/>
                      </a:lnTo>
                      <a:lnTo>
                        <a:pt x="32" y="38"/>
                      </a:lnTo>
                      <a:lnTo>
                        <a:pt x="32" y="38"/>
                      </a:lnTo>
                      <a:lnTo>
                        <a:pt x="28" y="38"/>
                      </a:lnTo>
                      <a:lnTo>
                        <a:pt x="28" y="38"/>
                      </a:lnTo>
                      <a:lnTo>
                        <a:pt x="28" y="34"/>
                      </a:lnTo>
                      <a:lnTo>
                        <a:pt x="26" y="34"/>
                      </a:lnTo>
                      <a:lnTo>
                        <a:pt x="26" y="34"/>
                      </a:lnTo>
                      <a:lnTo>
                        <a:pt x="26" y="34"/>
                      </a:lnTo>
                      <a:lnTo>
                        <a:pt x="26" y="30"/>
                      </a:lnTo>
                      <a:lnTo>
                        <a:pt x="26" y="30"/>
                      </a:lnTo>
                      <a:lnTo>
                        <a:pt x="26" y="30"/>
                      </a:lnTo>
                      <a:lnTo>
                        <a:pt x="22" y="30"/>
                      </a:lnTo>
                      <a:lnTo>
                        <a:pt x="22" y="30"/>
                      </a:lnTo>
                      <a:lnTo>
                        <a:pt x="18" y="30"/>
                      </a:lnTo>
                      <a:lnTo>
                        <a:pt x="18" y="30"/>
                      </a:lnTo>
                      <a:lnTo>
                        <a:pt x="18" y="30"/>
                      </a:lnTo>
                      <a:lnTo>
                        <a:pt x="18" y="26"/>
                      </a:lnTo>
                      <a:lnTo>
                        <a:pt x="18" y="26"/>
                      </a:lnTo>
                      <a:lnTo>
                        <a:pt x="18" y="26"/>
                      </a:lnTo>
                      <a:lnTo>
                        <a:pt x="18" y="26"/>
                      </a:lnTo>
                      <a:lnTo>
                        <a:pt x="18" y="26"/>
                      </a:lnTo>
                      <a:lnTo>
                        <a:pt x="18" y="26"/>
                      </a:lnTo>
                      <a:lnTo>
                        <a:pt x="18" y="22"/>
                      </a:lnTo>
                      <a:lnTo>
                        <a:pt x="14" y="22"/>
                      </a:lnTo>
                      <a:lnTo>
                        <a:pt x="14" y="22"/>
                      </a:lnTo>
                      <a:lnTo>
                        <a:pt x="14" y="22"/>
                      </a:lnTo>
                      <a:lnTo>
                        <a:pt x="14" y="22"/>
                      </a:lnTo>
                      <a:lnTo>
                        <a:pt x="14" y="18"/>
                      </a:lnTo>
                      <a:lnTo>
                        <a:pt x="10" y="18"/>
                      </a:lnTo>
                      <a:lnTo>
                        <a:pt x="10" y="18"/>
                      </a:lnTo>
                      <a:lnTo>
                        <a:pt x="10" y="18"/>
                      </a:lnTo>
                      <a:lnTo>
                        <a:pt x="10" y="18"/>
                      </a:lnTo>
                      <a:lnTo>
                        <a:pt x="10" y="18"/>
                      </a:lnTo>
                      <a:lnTo>
                        <a:pt x="10" y="18"/>
                      </a:lnTo>
                      <a:lnTo>
                        <a:pt x="10" y="18"/>
                      </a:lnTo>
                      <a:lnTo>
                        <a:pt x="10" y="18"/>
                      </a:lnTo>
                      <a:lnTo>
                        <a:pt x="10" y="18"/>
                      </a:lnTo>
                      <a:lnTo>
                        <a:pt x="10" y="22"/>
                      </a:lnTo>
                      <a:lnTo>
                        <a:pt x="10" y="22"/>
                      </a:lnTo>
                      <a:lnTo>
                        <a:pt x="14" y="22"/>
                      </a:lnTo>
                      <a:lnTo>
                        <a:pt x="14" y="22"/>
                      </a:lnTo>
                      <a:lnTo>
                        <a:pt x="14" y="26"/>
                      </a:lnTo>
                      <a:lnTo>
                        <a:pt x="10" y="26"/>
                      </a:lnTo>
                      <a:lnTo>
                        <a:pt x="10" y="26"/>
                      </a:lnTo>
                      <a:lnTo>
                        <a:pt x="10" y="26"/>
                      </a:lnTo>
                      <a:lnTo>
                        <a:pt x="10" y="26"/>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219" name="Freeform 70">
                  <a:extLst>
                    <a:ext uri="{FF2B5EF4-FFF2-40B4-BE49-F238E27FC236}">
                      <a16:creationId xmlns:a16="http://schemas.microsoft.com/office/drawing/2014/main" id="{EEF2508D-8A20-6525-02D8-948F241EDE6E}"/>
                    </a:ext>
                  </a:extLst>
                </p:cNvPr>
                <p:cNvSpPr>
                  <a:spLocks noEditPoints="1"/>
                </p:cNvSpPr>
                <p:nvPr/>
              </p:nvSpPr>
              <p:spPr bwMode="gray">
                <a:xfrm>
                  <a:off x="2712828" y="3824001"/>
                  <a:ext cx="267847" cy="100877"/>
                </a:xfrm>
                <a:custGeom>
                  <a:avLst/>
                  <a:gdLst>
                    <a:gd name="T0" fmla="*/ 82 w 154"/>
                    <a:gd name="T1" fmla="*/ 30 h 58"/>
                    <a:gd name="T2" fmla="*/ 68 w 154"/>
                    <a:gd name="T3" fmla="*/ 26 h 58"/>
                    <a:gd name="T4" fmla="*/ 60 w 154"/>
                    <a:gd name="T5" fmla="*/ 18 h 58"/>
                    <a:gd name="T6" fmla="*/ 44 w 154"/>
                    <a:gd name="T7" fmla="*/ 14 h 58"/>
                    <a:gd name="T8" fmla="*/ 38 w 154"/>
                    <a:gd name="T9" fmla="*/ 14 h 58"/>
                    <a:gd name="T10" fmla="*/ 44 w 154"/>
                    <a:gd name="T11" fmla="*/ 8 h 58"/>
                    <a:gd name="T12" fmla="*/ 30 w 154"/>
                    <a:gd name="T13" fmla="*/ 8 h 58"/>
                    <a:gd name="T14" fmla="*/ 22 w 154"/>
                    <a:gd name="T15" fmla="*/ 14 h 58"/>
                    <a:gd name="T16" fmla="*/ 14 w 154"/>
                    <a:gd name="T17" fmla="*/ 18 h 58"/>
                    <a:gd name="T18" fmla="*/ 8 w 154"/>
                    <a:gd name="T19" fmla="*/ 26 h 58"/>
                    <a:gd name="T20" fmla="*/ 4 w 154"/>
                    <a:gd name="T21" fmla="*/ 18 h 58"/>
                    <a:gd name="T22" fmla="*/ 10 w 154"/>
                    <a:gd name="T23" fmla="*/ 8 h 58"/>
                    <a:gd name="T24" fmla="*/ 26 w 154"/>
                    <a:gd name="T25" fmla="*/ 4 h 58"/>
                    <a:gd name="T26" fmla="*/ 40 w 154"/>
                    <a:gd name="T27" fmla="*/ 0 h 58"/>
                    <a:gd name="T28" fmla="*/ 52 w 154"/>
                    <a:gd name="T29" fmla="*/ 4 h 58"/>
                    <a:gd name="T30" fmla="*/ 60 w 154"/>
                    <a:gd name="T31" fmla="*/ 4 h 58"/>
                    <a:gd name="T32" fmla="*/ 70 w 154"/>
                    <a:gd name="T33" fmla="*/ 8 h 58"/>
                    <a:gd name="T34" fmla="*/ 78 w 154"/>
                    <a:gd name="T35" fmla="*/ 14 h 58"/>
                    <a:gd name="T36" fmla="*/ 94 w 154"/>
                    <a:gd name="T37" fmla="*/ 18 h 58"/>
                    <a:gd name="T38" fmla="*/ 100 w 154"/>
                    <a:gd name="T39" fmla="*/ 26 h 58"/>
                    <a:gd name="T40" fmla="*/ 104 w 154"/>
                    <a:gd name="T41" fmla="*/ 22 h 58"/>
                    <a:gd name="T42" fmla="*/ 104 w 154"/>
                    <a:gd name="T43" fmla="*/ 26 h 58"/>
                    <a:gd name="T44" fmla="*/ 112 w 154"/>
                    <a:gd name="T45" fmla="*/ 30 h 58"/>
                    <a:gd name="T46" fmla="*/ 120 w 154"/>
                    <a:gd name="T47" fmla="*/ 34 h 58"/>
                    <a:gd name="T48" fmla="*/ 130 w 154"/>
                    <a:gd name="T49" fmla="*/ 38 h 58"/>
                    <a:gd name="T50" fmla="*/ 130 w 154"/>
                    <a:gd name="T51" fmla="*/ 44 h 58"/>
                    <a:gd name="T52" fmla="*/ 138 w 154"/>
                    <a:gd name="T53" fmla="*/ 44 h 58"/>
                    <a:gd name="T54" fmla="*/ 150 w 154"/>
                    <a:gd name="T55" fmla="*/ 50 h 58"/>
                    <a:gd name="T56" fmla="*/ 146 w 154"/>
                    <a:gd name="T57" fmla="*/ 54 h 58"/>
                    <a:gd name="T58" fmla="*/ 130 w 154"/>
                    <a:gd name="T59" fmla="*/ 58 h 58"/>
                    <a:gd name="T60" fmla="*/ 120 w 154"/>
                    <a:gd name="T61" fmla="*/ 54 h 58"/>
                    <a:gd name="T62" fmla="*/ 112 w 154"/>
                    <a:gd name="T63" fmla="*/ 54 h 58"/>
                    <a:gd name="T64" fmla="*/ 104 w 154"/>
                    <a:gd name="T65" fmla="*/ 58 h 58"/>
                    <a:gd name="T66" fmla="*/ 104 w 154"/>
                    <a:gd name="T67" fmla="*/ 50 h 58"/>
                    <a:gd name="T68" fmla="*/ 108 w 154"/>
                    <a:gd name="T69" fmla="*/ 44 h 58"/>
                    <a:gd name="T70" fmla="*/ 98 w 154"/>
                    <a:gd name="T71" fmla="*/ 40 h 58"/>
                    <a:gd name="T72" fmla="*/ 90 w 154"/>
                    <a:gd name="T73" fmla="*/ 38 h 58"/>
                    <a:gd name="T74" fmla="*/ 90 w 154"/>
                    <a:gd name="T75" fmla="*/ 30 h 58"/>
                    <a:gd name="T76" fmla="*/ 78 w 154"/>
                    <a:gd name="T77" fmla="*/ 8 h 58"/>
                    <a:gd name="T78" fmla="*/ 90 w 154"/>
                    <a:gd name="T79" fmla="*/ 14 h 58"/>
                    <a:gd name="T80" fmla="*/ 90 w 154"/>
                    <a:gd name="T81" fmla="*/ 10 h 58"/>
                    <a:gd name="T82" fmla="*/ 90 w 154"/>
                    <a:gd name="T83" fmla="*/ 14 h 58"/>
                    <a:gd name="T84" fmla="*/ 94 w 154"/>
                    <a:gd name="T85" fmla="*/ 10 h 58"/>
                    <a:gd name="T86" fmla="*/ 98 w 154"/>
                    <a:gd name="T87" fmla="*/ 14 h 58"/>
                    <a:gd name="T88" fmla="*/ 100 w 154"/>
                    <a:gd name="T89" fmla="*/ 14 h 58"/>
                    <a:gd name="T90" fmla="*/ 100 w 154"/>
                    <a:gd name="T91" fmla="*/ 22 h 58"/>
                    <a:gd name="T92" fmla="*/ 100 w 154"/>
                    <a:gd name="T93" fmla="*/ 22 h 58"/>
                    <a:gd name="T94" fmla="*/ 22 w 154"/>
                    <a:gd name="T95" fmla="*/ 26 h 58"/>
                    <a:gd name="T96" fmla="*/ 26 w 154"/>
                    <a:gd name="T97" fmla="*/ 22 h 58"/>
                    <a:gd name="T98" fmla="*/ 34 w 154"/>
                    <a:gd name="T99" fmla="*/ 30 h 58"/>
                    <a:gd name="T100" fmla="*/ 26 w 154"/>
                    <a:gd name="T101" fmla="*/ 30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54" h="58">
                      <a:moveTo>
                        <a:pt x="90" y="30"/>
                      </a:moveTo>
                      <a:lnTo>
                        <a:pt x="86" y="26"/>
                      </a:lnTo>
                      <a:lnTo>
                        <a:pt x="82" y="26"/>
                      </a:lnTo>
                      <a:lnTo>
                        <a:pt x="82" y="30"/>
                      </a:lnTo>
                      <a:lnTo>
                        <a:pt x="78" y="30"/>
                      </a:lnTo>
                      <a:lnTo>
                        <a:pt x="74" y="26"/>
                      </a:lnTo>
                      <a:lnTo>
                        <a:pt x="70" y="26"/>
                      </a:lnTo>
                      <a:lnTo>
                        <a:pt x="68" y="26"/>
                      </a:lnTo>
                      <a:lnTo>
                        <a:pt x="68" y="22"/>
                      </a:lnTo>
                      <a:lnTo>
                        <a:pt x="64" y="22"/>
                      </a:lnTo>
                      <a:lnTo>
                        <a:pt x="64" y="18"/>
                      </a:lnTo>
                      <a:lnTo>
                        <a:pt x="60" y="18"/>
                      </a:lnTo>
                      <a:lnTo>
                        <a:pt x="56" y="18"/>
                      </a:lnTo>
                      <a:lnTo>
                        <a:pt x="52" y="18"/>
                      </a:lnTo>
                      <a:lnTo>
                        <a:pt x="48" y="18"/>
                      </a:lnTo>
                      <a:lnTo>
                        <a:pt x="44" y="14"/>
                      </a:lnTo>
                      <a:lnTo>
                        <a:pt x="44" y="18"/>
                      </a:lnTo>
                      <a:lnTo>
                        <a:pt x="40" y="18"/>
                      </a:lnTo>
                      <a:lnTo>
                        <a:pt x="40" y="14"/>
                      </a:lnTo>
                      <a:lnTo>
                        <a:pt x="38" y="14"/>
                      </a:lnTo>
                      <a:lnTo>
                        <a:pt x="38" y="10"/>
                      </a:lnTo>
                      <a:lnTo>
                        <a:pt x="40" y="10"/>
                      </a:lnTo>
                      <a:lnTo>
                        <a:pt x="44" y="10"/>
                      </a:lnTo>
                      <a:lnTo>
                        <a:pt x="44" y="8"/>
                      </a:lnTo>
                      <a:lnTo>
                        <a:pt x="40" y="8"/>
                      </a:lnTo>
                      <a:lnTo>
                        <a:pt x="38" y="8"/>
                      </a:lnTo>
                      <a:lnTo>
                        <a:pt x="34" y="8"/>
                      </a:lnTo>
                      <a:lnTo>
                        <a:pt x="30" y="8"/>
                      </a:lnTo>
                      <a:lnTo>
                        <a:pt x="30" y="10"/>
                      </a:lnTo>
                      <a:lnTo>
                        <a:pt x="26" y="10"/>
                      </a:lnTo>
                      <a:lnTo>
                        <a:pt x="26" y="14"/>
                      </a:lnTo>
                      <a:lnTo>
                        <a:pt x="22" y="14"/>
                      </a:lnTo>
                      <a:lnTo>
                        <a:pt x="22" y="18"/>
                      </a:lnTo>
                      <a:lnTo>
                        <a:pt x="18" y="18"/>
                      </a:lnTo>
                      <a:lnTo>
                        <a:pt x="18" y="14"/>
                      </a:lnTo>
                      <a:lnTo>
                        <a:pt x="14" y="18"/>
                      </a:lnTo>
                      <a:lnTo>
                        <a:pt x="10" y="18"/>
                      </a:lnTo>
                      <a:lnTo>
                        <a:pt x="10" y="22"/>
                      </a:lnTo>
                      <a:lnTo>
                        <a:pt x="8" y="22"/>
                      </a:lnTo>
                      <a:lnTo>
                        <a:pt x="8" y="26"/>
                      </a:lnTo>
                      <a:lnTo>
                        <a:pt x="4" y="26"/>
                      </a:lnTo>
                      <a:lnTo>
                        <a:pt x="4" y="22"/>
                      </a:lnTo>
                      <a:lnTo>
                        <a:pt x="0" y="22"/>
                      </a:lnTo>
                      <a:lnTo>
                        <a:pt x="4" y="18"/>
                      </a:lnTo>
                      <a:lnTo>
                        <a:pt x="8" y="18"/>
                      </a:lnTo>
                      <a:lnTo>
                        <a:pt x="8" y="14"/>
                      </a:lnTo>
                      <a:lnTo>
                        <a:pt x="8" y="10"/>
                      </a:lnTo>
                      <a:lnTo>
                        <a:pt x="10" y="8"/>
                      </a:lnTo>
                      <a:lnTo>
                        <a:pt x="14" y="8"/>
                      </a:lnTo>
                      <a:lnTo>
                        <a:pt x="18" y="4"/>
                      </a:lnTo>
                      <a:lnTo>
                        <a:pt x="22" y="4"/>
                      </a:lnTo>
                      <a:lnTo>
                        <a:pt x="26" y="4"/>
                      </a:lnTo>
                      <a:lnTo>
                        <a:pt x="30" y="4"/>
                      </a:lnTo>
                      <a:lnTo>
                        <a:pt x="34" y="0"/>
                      </a:lnTo>
                      <a:lnTo>
                        <a:pt x="38" y="0"/>
                      </a:lnTo>
                      <a:lnTo>
                        <a:pt x="40" y="0"/>
                      </a:lnTo>
                      <a:lnTo>
                        <a:pt x="44" y="0"/>
                      </a:lnTo>
                      <a:lnTo>
                        <a:pt x="48" y="0"/>
                      </a:lnTo>
                      <a:lnTo>
                        <a:pt x="52" y="0"/>
                      </a:lnTo>
                      <a:lnTo>
                        <a:pt x="52" y="4"/>
                      </a:lnTo>
                      <a:lnTo>
                        <a:pt x="52" y="0"/>
                      </a:lnTo>
                      <a:lnTo>
                        <a:pt x="56" y="0"/>
                      </a:lnTo>
                      <a:lnTo>
                        <a:pt x="60" y="0"/>
                      </a:lnTo>
                      <a:lnTo>
                        <a:pt x="60" y="4"/>
                      </a:lnTo>
                      <a:lnTo>
                        <a:pt x="64" y="4"/>
                      </a:lnTo>
                      <a:lnTo>
                        <a:pt x="68" y="4"/>
                      </a:lnTo>
                      <a:lnTo>
                        <a:pt x="70" y="4"/>
                      </a:lnTo>
                      <a:lnTo>
                        <a:pt x="70" y="8"/>
                      </a:lnTo>
                      <a:lnTo>
                        <a:pt x="74" y="8"/>
                      </a:lnTo>
                      <a:lnTo>
                        <a:pt x="74" y="10"/>
                      </a:lnTo>
                      <a:lnTo>
                        <a:pt x="78" y="10"/>
                      </a:lnTo>
                      <a:lnTo>
                        <a:pt x="78" y="14"/>
                      </a:lnTo>
                      <a:lnTo>
                        <a:pt x="82" y="14"/>
                      </a:lnTo>
                      <a:lnTo>
                        <a:pt x="86" y="14"/>
                      </a:lnTo>
                      <a:lnTo>
                        <a:pt x="90" y="14"/>
                      </a:lnTo>
                      <a:lnTo>
                        <a:pt x="94" y="18"/>
                      </a:lnTo>
                      <a:lnTo>
                        <a:pt x="98" y="18"/>
                      </a:lnTo>
                      <a:lnTo>
                        <a:pt x="98" y="22"/>
                      </a:lnTo>
                      <a:lnTo>
                        <a:pt x="100" y="22"/>
                      </a:lnTo>
                      <a:lnTo>
                        <a:pt x="100" y="26"/>
                      </a:lnTo>
                      <a:lnTo>
                        <a:pt x="104" y="26"/>
                      </a:lnTo>
                      <a:lnTo>
                        <a:pt x="108" y="26"/>
                      </a:lnTo>
                      <a:lnTo>
                        <a:pt x="104" y="26"/>
                      </a:lnTo>
                      <a:lnTo>
                        <a:pt x="104" y="22"/>
                      </a:lnTo>
                      <a:lnTo>
                        <a:pt x="100" y="22"/>
                      </a:lnTo>
                      <a:lnTo>
                        <a:pt x="104" y="22"/>
                      </a:lnTo>
                      <a:lnTo>
                        <a:pt x="108" y="26"/>
                      </a:lnTo>
                      <a:lnTo>
                        <a:pt x="104" y="26"/>
                      </a:lnTo>
                      <a:lnTo>
                        <a:pt x="108" y="30"/>
                      </a:lnTo>
                      <a:lnTo>
                        <a:pt x="108" y="26"/>
                      </a:lnTo>
                      <a:lnTo>
                        <a:pt x="112" y="26"/>
                      </a:lnTo>
                      <a:lnTo>
                        <a:pt x="112" y="30"/>
                      </a:lnTo>
                      <a:lnTo>
                        <a:pt x="112" y="34"/>
                      </a:lnTo>
                      <a:lnTo>
                        <a:pt x="116" y="30"/>
                      </a:lnTo>
                      <a:lnTo>
                        <a:pt x="116" y="34"/>
                      </a:lnTo>
                      <a:lnTo>
                        <a:pt x="120" y="34"/>
                      </a:lnTo>
                      <a:lnTo>
                        <a:pt x="124" y="34"/>
                      </a:lnTo>
                      <a:lnTo>
                        <a:pt x="124" y="38"/>
                      </a:lnTo>
                      <a:lnTo>
                        <a:pt x="128" y="38"/>
                      </a:lnTo>
                      <a:lnTo>
                        <a:pt x="130" y="38"/>
                      </a:lnTo>
                      <a:lnTo>
                        <a:pt x="130" y="40"/>
                      </a:lnTo>
                      <a:lnTo>
                        <a:pt x="128" y="40"/>
                      </a:lnTo>
                      <a:lnTo>
                        <a:pt x="128" y="44"/>
                      </a:lnTo>
                      <a:lnTo>
                        <a:pt x="130" y="44"/>
                      </a:lnTo>
                      <a:lnTo>
                        <a:pt x="134" y="44"/>
                      </a:lnTo>
                      <a:lnTo>
                        <a:pt x="134" y="40"/>
                      </a:lnTo>
                      <a:lnTo>
                        <a:pt x="134" y="44"/>
                      </a:lnTo>
                      <a:lnTo>
                        <a:pt x="138" y="44"/>
                      </a:lnTo>
                      <a:lnTo>
                        <a:pt x="142" y="44"/>
                      </a:lnTo>
                      <a:lnTo>
                        <a:pt x="146" y="44"/>
                      </a:lnTo>
                      <a:lnTo>
                        <a:pt x="146" y="48"/>
                      </a:lnTo>
                      <a:lnTo>
                        <a:pt x="150" y="50"/>
                      </a:lnTo>
                      <a:lnTo>
                        <a:pt x="150" y="48"/>
                      </a:lnTo>
                      <a:lnTo>
                        <a:pt x="154" y="50"/>
                      </a:lnTo>
                      <a:lnTo>
                        <a:pt x="150" y="54"/>
                      </a:lnTo>
                      <a:lnTo>
                        <a:pt x="146" y="54"/>
                      </a:lnTo>
                      <a:lnTo>
                        <a:pt x="142" y="54"/>
                      </a:lnTo>
                      <a:lnTo>
                        <a:pt x="138" y="54"/>
                      </a:lnTo>
                      <a:lnTo>
                        <a:pt x="134" y="58"/>
                      </a:lnTo>
                      <a:lnTo>
                        <a:pt x="130" y="58"/>
                      </a:lnTo>
                      <a:lnTo>
                        <a:pt x="130" y="54"/>
                      </a:lnTo>
                      <a:lnTo>
                        <a:pt x="128" y="54"/>
                      </a:lnTo>
                      <a:lnTo>
                        <a:pt x="124" y="54"/>
                      </a:lnTo>
                      <a:lnTo>
                        <a:pt x="120" y="54"/>
                      </a:lnTo>
                      <a:lnTo>
                        <a:pt x="116" y="54"/>
                      </a:lnTo>
                      <a:lnTo>
                        <a:pt x="112" y="54"/>
                      </a:lnTo>
                      <a:lnTo>
                        <a:pt x="112" y="58"/>
                      </a:lnTo>
                      <a:lnTo>
                        <a:pt x="112" y="54"/>
                      </a:lnTo>
                      <a:lnTo>
                        <a:pt x="112" y="58"/>
                      </a:lnTo>
                      <a:lnTo>
                        <a:pt x="108" y="54"/>
                      </a:lnTo>
                      <a:lnTo>
                        <a:pt x="108" y="58"/>
                      </a:lnTo>
                      <a:lnTo>
                        <a:pt x="104" y="58"/>
                      </a:lnTo>
                      <a:lnTo>
                        <a:pt x="100" y="58"/>
                      </a:lnTo>
                      <a:lnTo>
                        <a:pt x="100" y="54"/>
                      </a:lnTo>
                      <a:lnTo>
                        <a:pt x="104" y="54"/>
                      </a:lnTo>
                      <a:lnTo>
                        <a:pt x="104" y="50"/>
                      </a:lnTo>
                      <a:lnTo>
                        <a:pt x="108" y="50"/>
                      </a:lnTo>
                      <a:lnTo>
                        <a:pt x="108" y="48"/>
                      </a:lnTo>
                      <a:lnTo>
                        <a:pt x="112" y="48"/>
                      </a:lnTo>
                      <a:lnTo>
                        <a:pt x="108" y="44"/>
                      </a:lnTo>
                      <a:lnTo>
                        <a:pt x="104" y="44"/>
                      </a:lnTo>
                      <a:lnTo>
                        <a:pt x="100" y="44"/>
                      </a:lnTo>
                      <a:lnTo>
                        <a:pt x="100" y="40"/>
                      </a:lnTo>
                      <a:lnTo>
                        <a:pt x="98" y="40"/>
                      </a:lnTo>
                      <a:lnTo>
                        <a:pt x="98" y="44"/>
                      </a:lnTo>
                      <a:lnTo>
                        <a:pt x="94" y="40"/>
                      </a:lnTo>
                      <a:lnTo>
                        <a:pt x="94" y="38"/>
                      </a:lnTo>
                      <a:lnTo>
                        <a:pt x="90" y="38"/>
                      </a:lnTo>
                      <a:lnTo>
                        <a:pt x="90" y="34"/>
                      </a:lnTo>
                      <a:lnTo>
                        <a:pt x="90" y="30"/>
                      </a:lnTo>
                      <a:lnTo>
                        <a:pt x="90" y="30"/>
                      </a:lnTo>
                      <a:lnTo>
                        <a:pt x="90" y="30"/>
                      </a:lnTo>
                      <a:close/>
                      <a:moveTo>
                        <a:pt x="78" y="10"/>
                      </a:moveTo>
                      <a:lnTo>
                        <a:pt x="78" y="8"/>
                      </a:lnTo>
                      <a:lnTo>
                        <a:pt x="74" y="8"/>
                      </a:lnTo>
                      <a:lnTo>
                        <a:pt x="78" y="8"/>
                      </a:lnTo>
                      <a:lnTo>
                        <a:pt x="78" y="10"/>
                      </a:lnTo>
                      <a:lnTo>
                        <a:pt x="78" y="10"/>
                      </a:lnTo>
                      <a:lnTo>
                        <a:pt x="78" y="10"/>
                      </a:lnTo>
                      <a:close/>
                      <a:moveTo>
                        <a:pt x="90" y="14"/>
                      </a:moveTo>
                      <a:lnTo>
                        <a:pt x="94" y="10"/>
                      </a:lnTo>
                      <a:lnTo>
                        <a:pt x="90" y="10"/>
                      </a:lnTo>
                      <a:lnTo>
                        <a:pt x="86" y="10"/>
                      </a:lnTo>
                      <a:lnTo>
                        <a:pt x="90" y="10"/>
                      </a:lnTo>
                      <a:lnTo>
                        <a:pt x="94" y="10"/>
                      </a:lnTo>
                      <a:lnTo>
                        <a:pt x="90" y="10"/>
                      </a:lnTo>
                      <a:lnTo>
                        <a:pt x="90" y="14"/>
                      </a:lnTo>
                      <a:lnTo>
                        <a:pt x="90" y="14"/>
                      </a:lnTo>
                      <a:lnTo>
                        <a:pt x="90" y="14"/>
                      </a:lnTo>
                      <a:close/>
                      <a:moveTo>
                        <a:pt x="98" y="14"/>
                      </a:moveTo>
                      <a:lnTo>
                        <a:pt x="94" y="14"/>
                      </a:lnTo>
                      <a:lnTo>
                        <a:pt x="94" y="10"/>
                      </a:lnTo>
                      <a:lnTo>
                        <a:pt x="98" y="10"/>
                      </a:lnTo>
                      <a:lnTo>
                        <a:pt x="98" y="14"/>
                      </a:lnTo>
                      <a:lnTo>
                        <a:pt x="98" y="14"/>
                      </a:lnTo>
                      <a:lnTo>
                        <a:pt x="98" y="14"/>
                      </a:lnTo>
                      <a:close/>
                      <a:moveTo>
                        <a:pt x="100" y="18"/>
                      </a:moveTo>
                      <a:lnTo>
                        <a:pt x="98" y="18"/>
                      </a:lnTo>
                      <a:lnTo>
                        <a:pt x="98" y="14"/>
                      </a:lnTo>
                      <a:lnTo>
                        <a:pt x="100" y="14"/>
                      </a:lnTo>
                      <a:lnTo>
                        <a:pt x="100" y="18"/>
                      </a:lnTo>
                      <a:lnTo>
                        <a:pt x="100" y="18"/>
                      </a:lnTo>
                      <a:lnTo>
                        <a:pt x="100" y="18"/>
                      </a:lnTo>
                      <a:close/>
                      <a:moveTo>
                        <a:pt x="100" y="22"/>
                      </a:moveTo>
                      <a:lnTo>
                        <a:pt x="98" y="18"/>
                      </a:lnTo>
                      <a:lnTo>
                        <a:pt x="100" y="18"/>
                      </a:lnTo>
                      <a:lnTo>
                        <a:pt x="100" y="22"/>
                      </a:lnTo>
                      <a:lnTo>
                        <a:pt x="100" y="22"/>
                      </a:lnTo>
                      <a:lnTo>
                        <a:pt x="100" y="22"/>
                      </a:lnTo>
                      <a:close/>
                      <a:moveTo>
                        <a:pt x="26" y="30"/>
                      </a:moveTo>
                      <a:lnTo>
                        <a:pt x="22" y="30"/>
                      </a:lnTo>
                      <a:lnTo>
                        <a:pt x="22" y="26"/>
                      </a:lnTo>
                      <a:lnTo>
                        <a:pt x="26" y="26"/>
                      </a:lnTo>
                      <a:lnTo>
                        <a:pt x="26" y="30"/>
                      </a:lnTo>
                      <a:lnTo>
                        <a:pt x="26" y="26"/>
                      </a:lnTo>
                      <a:lnTo>
                        <a:pt x="26" y="22"/>
                      </a:lnTo>
                      <a:lnTo>
                        <a:pt x="30" y="22"/>
                      </a:lnTo>
                      <a:lnTo>
                        <a:pt x="30" y="26"/>
                      </a:lnTo>
                      <a:lnTo>
                        <a:pt x="34" y="26"/>
                      </a:lnTo>
                      <a:lnTo>
                        <a:pt x="34" y="30"/>
                      </a:lnTo>
                      <a:lnTo>
                        <a:pt x="30" y="30"/>
                      </a:lnTo>
                      <a:lnTo>
                        <a:pt x="26" y="30"/>
                      </a:lnTo>
                      <a:lnTo>
                        <a:pt x="26" y="30"/>
                      </a:lnTo>
                      <a:lnTo>
                        <a:pt x="26" y="30"/>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220" name="Freeform 71">
                  <a:extLst>
                    <a:ext uri="{FF2B5EF4-FFF2-40B4-BE49-F238E27FC236}">
                      <a16:creationId xmlns:a16="http://schemas.microsoft.com/office/drawing/2014/main" id="{BAA813BF-394E-454C-3417-A05AEE23AE3F}"/>
                    </a:ext>
                  </a:extLst>
                </p:cNvPr>
                <p:cNvSpPr>
                  <a:spLocks noEditPoints="1"/>
                </p:cNvSpPr>
                <p:nvPr/>
              </p:nvSpPr>
              <p:spPr bwMode="gray">
                <a:xfrm>
                  <a:off x="3032854" y="3917921"/>
                  <a:ext cx="86963" cy="73049"/>
                </a:xfrm>
                <a:custGeom>
                  <a:avLst/>
                  <a:gdLst>
                    <a:gd name="T0" fmla="*/ 24 w 50"/>
                    <a:gd name="T1" fmla="*/ 30 h 42"/>
                    <a:gd name="T2" fmla="*/ 22 w 50"/>
                    <a:gd name="T3" fmla="*/ 30 h 42"/>
                    <a:gd name="T4" fmla="*/ 18 w 50"/>
                    <a:gd name="T5" fmla="*/ 30 h 42"/>
                    <a:gd name="T6" fmla="*/ 18 w 50"/>
                    <a:gd name="T7" fmla="*/ 30 h 42"/>
                    <a:gd name="T8" fmla="*/ 18 w 50"/>
                    <a:gd name="T9" fmla="*/ 26 h 42"/>
                    <a:gd name="T10" fmla="*/ 18 w 50"/>
                    <a:gd name="T11" fmla="*/ 30 h 42"/>
                    <a:gd name="T12" fmla="*/ 14 w 50"/>
                    <a:gd name="T13" fmla="*/ 30 h 42"/>
                    <a:gd name="T14" fmla="*/ 10 w 50"/>
                    <a:gd name="T15" fmla="*/ 30 h 42"/>
                    <a:gd name="T16" fmla="*/ 10 w 50"/>
                    <a:gd name="T17" fmla="*/ 34 h 42"/>
                    <a:gd name="T18" fmla="*/ 10 w 50"/>
                    <a:gd name="T19" fmla="*/ 38 h 42"/>
                    <a:gd name="T20" fmla="*/ 2 w 50"/>
                    <a:gd name="T21" fmla="*/ 38 h 42"/>
                    <a:gd name="T22" fmla="*/ 2 w 50"/>
                    <a:gd name="T23" fmla="*/ 34 h 42"/>
                    <a:gd name="T24" fmla="*/ 2 w 50"/>
                    <a:gd name="T25" fmla="*/ 30 h 42"/>
                    <a:gd name="T26" fmla="*/ 0 w 50"/>
                    <a:gd name="T27" fmla="*/ 26 h 42"/>
                    <a:gd name="T28" fmla="*/ 0 w 50"/>
                    <a:gd name="T29" fmla="*/ 26 h 42"/>
                    <a:gd name="T30" fmla="*/ 0 w 50"/>
                    <a:gd name="T31" fmla="*/ 26 h 42"/>
                    <a:gd name="T32" fmla="*/ 2 w 50"/>
                    <a:gd name="T33" fmla="*/ 24 h 42"/>
                    <a:gd name="T34" fmla="*/ 2 w 50"/>
                    <a:gd name="T35" fmla="*/ 24 h 42"/>
                    <a:gd name="T36" fmla="*/ 2 w 50"/>
                    <a:gd name="T37" fmla="*/ 16 h 42"/>
                    <a:gd name="T38" fmla="*/ 2 w 50"/>
                    <a:gd name="T39" fmla="*/ 16 h 42"/>
                    <a:gd name="T40" fmla="*/ 2 w 50"/>
                    <a:gd name="T41" fmla="*/ 8 h 42"/>
                    <a:gd name="T42" fmla="*/ 2 w 50"/>
                    <a:gd name="T43" fmla="*/ 8 h 42"/>
                    <a:gd name="T44" fmla="*/ 2 w 50"/>
                    <a:gd name="T45" fmla="*/ 4 h 42"/>
                    <a:gd name="T46" fmla="*/ 2 w 50"/>
                    <a:gd name="T47" fmla="*/ 4 h 42"/>
                    <a:gd name="T48" fmla="*/ 6 w 50"/>
                    <a:gd name="T49" fmla="*/ 0 h 42"/>
                    <a:gd name="T50" fmla="*/ 10 w 50"/>
                    <a:gd name="T51" fmla="*/ 4 h 42"/>
                    <a:gd name="T52" fmla="*/ 10 w 50"/>
                    <a:gd name="T53" fmla="*/ 0 h 42"/>
                    <a:gd name="T54" fmla="*/ 14 w 50"/>
                    <a:gd name="T55" fmla="*/ 0 h 42"/>
                    <a:gd name="T56" fmla="*/ 18 w 50"/>
                    <a:gd name="T57" fmla="*/ 4 h 42"/>
                    <a:gd name="T58" fmla="*/ 22 w 50"/>
                    <a:gd name="T59" fmla="*/ 4 h 42"/>
                    <a:gd name="T60" fmla="*/ 24 w 50"/>
                    <a:gd name="T61" fmla="*/ 8 h 42"/>
                    <a:gd name="T62" fmla="*/ 24 w 50"/>
                    <a:gd name="T63" fmla="*/ 4 h 42"/>
                    <a:gd name="T64" fmla="*/ 28 w 50"/>
                    <a:gd name="T65" fmla="*/ 8 h 42"/>
                    <a:gd name="T66" fmla="*/ 28 w 50"/>
                    <a:gd name="T67" fmla="*/ 12 h 42"/>
                    <a:gd name="T68" fmla="*/ 28 w 50"/>
                    <a:gd name="T69" fmla="*/ 12 h 42"/>
                    <a:gd name="T70" fmla="*/ 36 w 50"/>
                    <a:gd name="T71" fmla="*/ 12 h 42"/>
                    <a:gd name="T72" fmla="*/ 40 w 50"/>
                    <a:gd name="T73" fmla="*/ 12 h 42"/>
                    <a:gd name="T74" fmla="*/ 32 w 50"/>
                    <a:gd name="T75" fmla="*/ 16 h 42"/>
                    <a:gd name="T76" fmla="*/ 32 w 50"/>
                    <a:gd name="T77" fmla="*/ 16 h 42"/>
                    <a:gd name="T78" fmla="*/ 36 w 50"/>
                    <a:gd name="T79" fmla="*/ 16 h 42"/>
                    <a:gd name="T80" fmla="*/ 36 w 50"/>
                    <a:gd name="T81" fmla="*/ 16 h 42"/>
                    <a:gd name="T82" fmla="*/ 40 w 50"/>
                    <a:gd name="T83" fmla="*/ 20 h 42"/>
                    <a:gd name="T84" fmla="*/ 44 w 50"/>
                    <a:gd name="T85" fmla="*/ 20 h 42"/>
                    <a:gd name="T86" fmla="*/ 48 w 50"/>
                    <a:gd name="T87" fmla="*/ 24 h 42"/>
                    <a:gd name="T88" fmla="*/ 50 w 50"/>
                    <a:gd name="T89" fmla="*/ 26 h 42"/>
                    <a:gd name="T90" fmla="*/ 48 w 50"/>
                    <a:gd name="T91" fmla="*/ 30 h 42"/>
                    <a:gd name="T92" fmla="*/ 48 w 50"/>
                    <a:gd name="T93" fmla="*/ 30 h 42"/>
                    <a:gd name="T94" fmla="*/ 44 w 50"/>
                    <a:gd name="T95" fmla="*/ 30 h 42"/>
                    <a:gd name="T96" fmla="*/ 44 w 50"/>
                    <a:gd name="T97" fmla="*/ 30 h 42"/>
                    <a:gd name="T98" fmla="*/ 40 w 50"/>
                    <a:gd name="T99" fmla="*/ 30 h 42"/>
                    <a:gd name="T100" fmla="*/ 32 w 50"/>
                    <a:gd name="T101" fmla="*/ 26 h 42"/>
                    <a:gd name="T102" fmla="*/ 28 w 50"/>
                    <a:gd name="T103" fmla="*/ 26 h 42"/>
                    <a:gd name="T104" fmla="*/ 24 w 50"/>
                    <a:gd name="T105" fmla="*/ 26 h 42"/>
                    <a:gd name="T106" fmla="*/ 44 w 50"/>
                    <a:gd name="T107" fmla="*/ 34 h 42"/>
                    <a:gd name="T108" fmla="*/ 44 w 50"/>
                    <a:gd name="T109" fmla="*/ 34 h 42"/>
                    <a:gd name="T110" fmla="*/ 48 w 50"/>
                    <a:gd name="T111" fmla="*/ 34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50" h="42">
                      <a:moveTo>
                        <a:pt x="24" y="26"/>
                      </a:moveTo>
                      <a:lnTo>
                        <a:pt x="24" y="26"/>
                      </a:lnTo>
                      <a:lnTo>
                        <a:pt x="24" y="26"/>
                      </a:lnTo>
                      <a:lnTo>
                        <a:pt x="24" y="30"/>
                      </a:lnTo>
                      <a:lnTo>
                        <a:pt x="24" y="30"/>
                      </a:lnTo>
                      <a:lnTo>
                        <a:pt x="24" y="30"/>
                      </a:lnTo>
                      <a:lnTo>
                        <a:pt x="24" y="30"/>
                      </a:lnTo>
                      <a:lnTo>
                        <a:pt x="24" y="30"/>
                      </a:lnTo>
                      <a:lnTo>
                        <a:pt x="24" y="30"/>
                      </a:lnTo>
                      <a:lnTo>
                        <a:pt x="22" y="30"/>
                      </a:lnTo>
                      <a:lnTo>
                        <a:pt x="22" y="30"/>
                      </a:lnTo>
                      <a:lnTo>
                        <a:pt x="22" y="30"/>
                      </a:lnTo>
                      <a:lnTo>
                        <a:pt x="22" y="30"/>
                      </a:lnTo>
                      <a:lnTo>
                        <a:pt x="22" y="30"/>
                      </a:lnTo>
                      <a:lnTo>
                        <a:pt x="22" y="30"/>
                      </a:lnTo>
                      <a:lnTo>
                        <a:pt x="22" y="30"/>
                      </a:lnTo>
                      <a:lnTo>
                        <a:pt x="22" y="30"/>
                      </a:lnTo>
                      <a:lnTo>
                        <a:pt x="18" y="30"/>
                      </a:lnTo>
                      <a:lnTo>
                        <a:pt x="18" y="30"/>
                      </a:lnTo>
                      <a:lnTo>
                        <a:pt x="18" y="30"/>
                      </a:lnTo>
                      <a:lnTo>
                        <a:pt x="18" y="30"/>
                      </a:lnTo>
                      <a:lnTo>
                        <a:pt x="18" y="30"/>
                      </a:lnTo>
                      <a:lnTo>
                        <a:pt x="18" y="30"/>
                      </a:lnTo>
                      <a:lnTo>
                        <a:pt x="18" y="30"/>
                      </a:lnTo>
                      <a:lnTo>
                        <a:pt x="18" y="30"/>
                      </a:lnTo>
                      <a:lnTo>
                        <a:pt x="18" y="26"/>
                      </a:lnTo>
                      <a:lnTo>
                        <a:pt x="18" y="26"/>
                      </a:lnTo>
                      <a:lnTo>
                        <a:pt x="18" y="26"/>
                      </a:lnTo>
                      <a:lnTo>
                        <a:pt x="18" y="26"/>
                      </a:lnTo>
                      <a:lnTo>
                        <a:pt x="18" y="26"/>
                      </a:lnTo>
                      <a:lnTo>
                        <a:pt x="18" y="26"/>
                      </a:lnTo>
                      <a:lnTo>
                        <a:pt x="18" y="26"/>
                      </a:lnTo>
                      <a:lnTo>
                        <a:pt x="18" y="26"/>
                      </a:lnTo>
                      <a:lnTo>
                        <a:pt x="18" y="30"/>
                      </a:lnTo>
                      <a:lnTo>
                        <a:pt x="18" y="30"/>
                      </a:lnTo>
                      <a:lnTo>
                        <a:pt x="18" y="30"/>
                      </a:lnTo>
                      <a:lnTo>
                        <a:pt x="18" y="30"/>
                      </a:lnTo>
                      <a:lnTo>
                        <a:pt x="18" y="30"/>
                      </a:lnTo>
                      <a:lnTo>
                        <a:pt x="18" y="30"/>
                      </a:lnTo>
                      <a:lnTo>
                        <a:pt x="14" y="30"/>
                      </a:lnTo>
                      <a:lnTo>
                        <a:pt x="14" y="30"/>
                      </a:lnTo>
                      <a:lnTo>
                        <a:pt x="14" y="30"/>
                      </a:lnTo>
                      <a:lnTo>
                        <a:pt x="10" y="30"/>
                      </a:lnTo>
                      <a:lnTo>
                        <a:pt x="10" y="30"/>
                      </a:lnTo>
                      <a:lnTo>
                        <a:pt x="10" y="30"/>
                      </a:lnTo>
                      <a:lnTo>
                        <a:pt x="10" y="30"/>
                      </a:lnTo>
                      <a:lnTo>
                        <a:pt x="10" y="30"/>
                      </a:lnTo>
                      <a:lnTo>
                        <a:pt x="10" y="30"/>
                      </a:lnTo>
                      <a:lnTo>
                        <a:pt x="10" y="30"/>
                      </a:lnTo>
                      <a:lnTo>
                        <a:pt x="10" y="30"/>
                      </a:lnTo>
                      <a:lnTo>
                        <a:pt x="10" y="30"/>
                      </a:lnTo>
                      <a:lnTo>
                        <a:pt x="10" y="34"/>
                      </a:lnTo>
                      <a:lnTo>
                        <a:pt x="10" y="34"/>
                      </a:lnTo>
                      <a:lnTo>
                        <a:pt x="10" y="34"/>
                      </a:lnTo>
                      <a:lnTo>
                        <a:pt x="10" y="34"/>
                      </a:lnTo>
                      <a:lnTo>
                        <a:pt x="10" y="38"/>
                      </a:lnTo>
                      <a:lnTo>
                        <a:pt x="10" y="38"/>
                      </a:lnTo>
                      <a:lnTo>
                        <a:pt x="10" y="38"/>
                      </a:lnTo>
                      <a:lnTo>
                        <a:pt x="10" y="38"/>
                      </a:lnTo>
                      <a:lnTo>
                        <a:pt x="10" y="38"/>
                      </a:lnTo>
                      <a:lnTo>
                        <a:pt x="10" y="38"/>
                      </a:lnTo>
                      <a:lnTo>
                        <a:pt x="6" y="42"/>
                      </a:lnTo>
                      <a:lnTo>
                        <a:pt x="6" y="42"/>
                      </a:lnTo>
                      <a:lnTo>
                        <a:pt x="6" y="42"/>
                      </a:lnTo>
                      <a:lnTo>
                        <a:pt x="2" y="38"/>
                      </a:lnTo>
                      <a:lnTo>
                        <a:pt x="2" y="38"/>
                      </a:lnTo>
                      <a:lnTo>
                        <a:pt x="2" y="38"/>
                      </a:lnTo>
                      <a:lnTo>
                        <a:pt x="2" y="34"/>
                      </a:lnTo>
                      <a:lnTo>
                        <a:pt x="2" y="34"/>
                      </a:lnTo>
                      <a:lnTo>
                        <a:pt x="2" y="34"/>
                      </a:lnTo>
                      <a:lnTo>
                        <a:pt x="2" y="34"/>
                      </a:lnTo>
                      <a:lnTo>
                        <a:pt x="2" y="34"/>
                      </a:lnTo>
                      <a:lnTo>
                        <a:pt x="2" y="34"/>
                      </a:lnTo>
                      <a:lnTo>
                        <a:pt x="2" y="34"/>
                      </a:lnTo>
                      <a:lnTo>
                        <a:pt x="2" y="34"/>
                      </a:lnTo>
                      <a:lnTo>
                        <a:pt x="2" y="30"/>
                      </a:lnTo>
                      <a:lnTo>
                        <a:pt x="2" y="30"/>
                      </a:lnTo>
                      <a:lnTo>
                        <a:pt x="2" y="30"/>
                      </a:lnTo>
                      <a:lnTo>
                        <a:pt x="2" y="30"/>
                      </a:lnTo>
                      <a:lnTo>
                        <a:pt x="2" y="30"/>
                      </a:lnTo>
                      <a:lnTo>
                        <a:pt x="2" y="30"/>
                      </a:lnTo>
                      <a:lnTo>
                        <a:pt x="2" y="30"/>
                      </a:lnTo>
                      <a:lnTo>
                        <a:pt x="0" y="30"/>
                      </a:lnTo>
                      <a:lnTo>
                        <a:pt x="0" y="26"/>
                      </a:lnTo>
                      <a:lnTo>
                        <a:pt x="0" y="26"/>
                      </a:lnTo>
                      <a:lnTo>
                        <a:pt x="0" y="26"/>
                      </a:lnTo>
                      <a:lnTo>
                        <a:pt x="0" y="26"/>
                      </a:lnTo>
                      <a:lnTo>
                        <a:pt x="0" y="26"/>
                      </a:lnTo>
                      <a:lnTo>
                        <a:pt x="0" y="26"/>
                      </a:lnTo>
                      <a:lnTo>
                        <a:pt x="0" y="26"/>
                      </a:lnTo>
                      <a:lnTo>
                        <a:pt x="0" y="26"/>
                      </a:lnTo>
                      <a:lnTo>
                        <a:pt x="0" y="24"/>
                      </a:lnTo>
                      <a:lnTo>
                        <a:pt x="0" y="24"/>
                      </a:lnTo>
                      <a:lnTo>
                        <a:pt x="0" y="24"/>
                      </a:lnTo>
                      <a:lnTo>
                        <a:pt x="0" y="24"/>
                      </a:lnTo>
                      <a:lnTo>
                        <a:pt x="0" y="26"/>
                      </a:lnTo>
                      <a:lnTo>
                        <a:pt x="0" y="24"/>
                      </a:lnTo>
                      <a:lnTo>
                        <a:pt x="0" y="24"/>
                      </a:lnTo>
                      <a:lnTo>
                        <a:pt x="0" y="24"/>
                      </a:lnTo>
                      <a:lnTo>
                        <a:pt x="2" y="24"/>
                      </a:lnTo>
                      <a:lnTo>
                        <a:pt x="2" y="24"/>
                      </a:lnTo>
                      <a:lnTo>
                        <a:pt x="2" y="24"/>
                      </a:lnTo>
                      <a:lnTo>
                        <a:pt x="2" y="24"/>
                      </a:lnTo>
                      <a:lnTo>
                        <a:pt x="2" y="24"/>
                      </a:lnTo>
                      <a:lnTo>
                        <a:pt x="2" y="24"/>
                      </a:lnTo>
                      <a:lnTo>
                        <a:pt x="2" y="24"/>
                      </a:lnTo>
                      <a:lnTo>
                        <a:pt x="2" y="24"/>
                      </a:lnTo>
                      <a:lnTo>
                        <a:pt x="2" y="24"/>
                      </a:lnTo>
                      <a:lnTo>
                        <a:pt x="2" y="24"/>
                      </a:lnTo>
                      <a:lnTo>
                        <a:pt x="2" y="20"/>
                      </a:lnTo>
                      <a:lnTo>
                        <a:pt x="2" y="20"/>
                      </a:lnTo>
                      <a:lnTo>
                        <a:pt x="2" y="20"/>
                      </a:lnTo>
                      <a:lnTo>
                        <a:pt x="2" y="16"/>
                      </a:lnTo>
                      <a:lnTo>
                        <a:pt x="2" y="16"/>
                      </a:lnTo>
                      <a:lnTo>
                        <a:pt x="2" y="16"/>
                      </a:lnTo>
                      <a:lnTo>
                        <a:pt x="2" y="16"/>
                      </a:lnTo>
                      <a:lnTo>
                        <a:pt x="2" y="16"/>
                      </a:lnTo>
                      <a:lnTo>
                        <a:pt x="2" y="16"/>
                      </a:lnTo>
                      <a:lnTo>
                        <a:pt x="2" y="16"/>
                      </a:lnTo>
                      <a:lnTo>
                        <a:pt x="2" y="16"/>
                      </a:lnTo>
                      <a:lnTo>
                        <a:pt x="2" y="16"/>
                      </a:lnTo>
                      <a:lnTo>
                        <a:pt x="2" y="12"/>
                      </a:lnTo>
                      <a:lnTo>
                        <a:pt x="2" y="12"/>
                      </a:lnTo>
                      <a:lnTo>
                        <a:pt x="2" y="12"/>
                      </a:lnTo>
                      <a:lnTo>
                        <a:pt x="2" y="12"/>
                      </a:lnTo>
                      <a:lnTo>
                        <a:pt x="2" y="8"/>
                      </a:lnTo>
                      <a:lnTo>
                        <a:pt x="2" y="8"/>
                      </a:lnTo>
                      <a:lnTo>
                        <a:pt x="2" y="8"/>
                      </a:lnTo>
                      <a:lnTo>
                        <a:pt x="2" y="8"/>
                      </a:lnTo>
                      <a:lnTo>
                        <a:pt x="2" y="8"/>
                      </a:lnTo>
                      <a:lnTo>
                        <a:pt x="2" y="8"/>
                      </a:lnTo>
                      <a:lnTo>
                        <a:pt x="2" y="8"/>
                      </a:lnTo>
                      <a:lnTo>
                        <a:pt x="2" y="8"/>
                      </a:lnTo>
                      <a:lnTo>
                        <a:pt x="2" y="8"/>
                      </a:lnTo>
                      <a:lnTo>
                        <a:pt x="2" y="8"/>
                      </a:lnTo>
                      <a:lnTo>
                        <a:pt x="2" y="4"/>
                      </a:lnTo>
                      <a:lnTo>
                        <a:pt x="2" y="4"/>
                      </a:lnTo>
                      <a:lnTo>
                        <a:pt x="2" y="4"/>
                      </a:lnTo>
                      <a:lnTo>
                        <a:pt x="2" y="4"/>
                      </a:lnTo>
                      <a:lnTo>
                        <a:pt x="2" y="4"/>
                      </a:lnTo>
                      <a:lnTo>
                        <a:pt x="2" y="4"/>
                      </a:lnTo>
                      <a:lnTo>
                        <a:pt x="2" y="4"/>
                      </a:lnTo>
                      <a:lnTo>
                        <a:pt x="2" y="4"/>
                      </a:lnTo>
                      <a:lnTo>
                        <a:pt x="2" y="4"/>
                      </a:lnTo>
                      <a:lnTo>
                        <a:pt x="2" y="4"/>
                      </a:lnTo>
                      <a:lnTo>
                        <a:pt x="2" y="0"/>
                      </a:lnTo>
                      <a:lnTo>
                        <a:pt x="2" y="0"/>
                      </a:lnTo>
                      <a:lnTo>
                        <a:pt x="2" y="0"/>
                      </a:lnTo>
                      <a:lnTo>
                        <a:pt x="6" y="0"/>
                      </a:lnTo>
                      <a:lnTo>
                        <a:pt x="6" y="0"/>
                      </a:lnTo>
                      <a:lnTo>
                        <a:pt x="6" y="0"/>
                      </a:lnTo>
                      <a:lnTo>
                        <a:pt x="6" y="0"/>
                      </a:lnTo>
                      <a:lnTo>
                        <a:pt x="6" y="4"/>
                      </a:lnTo>
                      <a:lnTo>
                        <a:pt x="6" y="4"/>
                      </a:lnTo>
                      <a:lnTo>
                        <a:pt x="6" y="4"/>
                      </a:lnTo>
                      <a:lnTo>
                        <a:pt x="10" y="4"/>
                      </a:lnTo>
                      <a:lnTo>
                        <a:pt x="10" y="4"/>
                      </a:lnTo>
                      <a:lnTo>
                        <a:pt x="10" y="4"/>
                      </a:lnTo>
                      <a:lnTo>
                        <a:pt x="10" y="4"/>
                      </a:lnTo>
                      <a:lnTo>
                        <a:pt x="10" y="4"/>
                      </a:lnTo>
                      <a:lnTo>
                        <a:pt x="10" y="0"/>
                      </a:lnTo>
                      <a:lnTo>
                        <a:pt x="10" y="0"/>
                      </a:lnTo>
                      <a:lnTo>
                        <a:pt x="10" y="0"/>
                      </a:lnTo>
                      <a:lnTo>
                        <a:pt x="10" y="0"/>
                      </a:lnTo>
                      <a:lnTo>
                        <a:pt x="14" y="0"/>
                      </a:lnTo>
                      <a:lnTo>
                        <a:pt x="14" y="0"/>
                      </a:lnTo>
                      <a:lnTo>
                        <a:pt x="14" y="0"/>
                      </a:lnTo>
                      <a:lnTo>
                        <a:pt x="14" y="0"/>
                      </a:lnTo>
                      <a:lnTo>
                        <a:pt x="14" y="4"/>
                      </a:lnTo>
                      <a:lnTo>
                        <a:pt x="14" y="4"/>
                      </a:lnTo>
                      <a:lnTo>
                        <a:pt x="18" y="4"/>
                      </a:lnTo>
                      <a:lnTo>
                        <a:pt x="18" y="4"/>
                      </a:lnTo>
                      <a:lnTo>
                        <a:pt x="18" y="4"/>
                      </a:lnTo>
                      <a:lnTo>
                        <a:pt x="18" y="4"/>
                      </a:lnTo>
                      <a:lnTo>
                        <a:pt x="22" y="4"/>
                      </a:lnTo>
                      <a:lnTo>
                        <a:pt x="22" y="4"/>
                      </a:lnTo>
                      <a:lnTo>
                        <a:pt x="22" y="4"/>
                      </a:lnTo>
                      <a:lnTo>
                        <a:pt x="22" y="4"/>
                      </a:lnTo>
                      <a:lnTo>
                        <a:pt x="22" y="4"/>
                      </a:lnTo>
                      <a:lnTo>
                        <a:pt x="22" y="4"/>
                      </a:lnTo>
                      <a:lnTo>
                        <a:pt x="22" y="8"/>
                      </a:lnTo>
                      <a:lnTo>
                        <a:pt x="22" y="8"/>
                      </a:lnTo>
                      <a:lnTo>
                        <a:pt x="22" y="8"/>
                      </a:lnTo>
                      <a:lnTo>
                        <a:pt x="22" y="8"/>
                      </a:lnTo>
                      <a:lnTo>
                        <a:pt x="24" y="8"/>
                      </a:lnTo>
                      <a:lnTo>
                        <a:pt x="24" y="8"/>
                      </a:lnTo>
                      <a:lnTo>
                        <a:pt x="24" y="8"/>
                      </a:lnTo>
                      <a:lnTo>
                        <a:pt x="24" y="8"/>
                      </a:lnTo>
                      <a:lnTo>
                        <a:pt x="24" y="8"/>
                      </a:lnTo>
                      <a:lnTo>
                        <a:pt x="24" y="8"/>
                      </a:lnTo>
                      <a:lnTo>
                        <a:pt x="24" y="8"/>
                      </a:lnTo>
                      <a:lnTo>
                        <a:pt x="24" y="4"/>
                      </a:lnTo>
                      <a:lnTo>
                        <a:pt x="24" y="4"/>
                      </a:lnTo>
                      <a:lnTo>
                        <a:pt x="24" y="4"/>
                      </a:lnTo>
                      <a:lnTo>
                        <a:pt x="28" y="4"/>
                      </a:lnTo>
                      <a:lnTo>
                        <a:pt x="28" y="4"/>
                      </a:lnTo>
                      <a:lnTo>
                        <a:pt x="28" y="8"/>
                      </a:lnTo>
                      <a:lnTo>
                        <a:pt x="28" y="8"/>
                      </a:lnTo>
                      <a:lnTo>
                        <a:pt x="28" y="8"/>
                      </a:lnTo>
                      <a:lnTo>
                        <a:pt x="28" y="8"/>
                      </a:lnTo>
                      <a:lnTo>
                        <a:pt x="28" y="8"/>
                      </a:lnTo>
                      <a:lnTo>
                        <a:pt x="28" y="12"/>
                      </a:lnTo>
                      <a:lnTo>
                        <a:pt x="28" y="12"/>
                      </a:lnTo>
                      <a:lnTo>
                        <a:pt x="28" y="12"/>
                      </a:lnTo>
                      <a:lnTo>
                        <a:pt x="28" y="12"/>
                      </a:lnTo>
                      <a:lnTo>
                        <a:pt x="28" y="12"/>
                      </a:lnTo>
                      <a:lnTo>
                        <a:pt x="28" y="12"/>
                      </a:lnTo>
                      <a:lnTo>
                        <a:pt x="28" y="12"/>
                      </a:lnTo>
                      <a:lnTo>
                        <a:pt x="28" y="12"/>
                      </a:lnTo>
                      <a:lnTo>
                        <a:pt x="28" y="12"/>
                      </a:lnTo>
                      <a:lnTo>
                        <a:pt x="28" y="12"/>
                      </a:lnTo>
                      <a:lnTo>
                        <a:pt x="32" y="12"/>
                      </a:lnTo>
                      <a:lnTo>
                        <a:pt x="32" y="12"/>
                      </a:lnTo>
                      <a:lnTo>
                        <a:pt x="32" y="12"/>
                      </a:lnTo>
                      <a:lnTo>
                        <a:pt x="32" y="12"/>
                      </a:lnTo>
                      <a:lnTo>
                        <a:pt x="36" y="12"/>
                      </a:lnTo>
                      <a:lnTo>
                        <a:pt x="36" y="12"/>
                      </a:lnTo>
                      <a:lnTo>
                        <a:pt x="36" y="12"/>
                      </a:lnTo>
                      <a:lnTo>
                        <a:pt x="36" y="12"/>
                      </a:lnTo>
                      <a:lnTo>
                        <a:pt x="36" y="12"/>
                      </a:lnTo>
                      <a:lnTo>
                        <a:pt x="40" y="12"/>
                      </a:lnTo>
                      <a:lnTo>
                        <a:pt x="40" y="12"/>
                      </a:lnTo>
                      <a:lnTo>
                        <a:pt x="40" y="12"/>
                      </a:lnTo>
                      <a:lnTo>
                        <a:pt x="36" y="16"/>
                      </a:lnTo>
                      <a:lnTo>
                        <a:pt x="36" y="16"/>
                      </a:lnTo>
                      <a:lnTo>
                        <a:pt x="36" y="16"/>
                      </a:lnTo>
                      <a:lnTo>
                        <a:pt x="36" y="16"/>
                      </a:lnTo>
                      <a:lnTo>
                        <a:pt x="32" y="16"/>
                      </a:lnTo>
                      <a:lnTo>
                        <a:pt x="32" y="16"/>
                      </a:lnTo>
                      <a:lnTo>
                        <a:pt x="32" y="16"/>
                      </a:lnTo>
                      <a:lnTo>
                        <a:pt x="32" y="16"/>
                      </a:lnTo>
                      <a:lnTo>
                        <a:pt x="32" y="16"/>
                      </a:lnTo>
                      <a:lnTo>
                        <a:pt x="32" y="16"/>
                      </a:lnTo>
                      <a:lnTo>
                        <a:pt x="32" y="16"/>
                      </a:lnTo>
                      <a:lnTo>
                        <a:pt x="32" y="16"/>
                      </a:lnTo>
                      <a:lnTo>
                        <a:pt x="32" y="16"/>
                      </a:lnTo>
                      <a:lnTo>
                        <a:pt x="32" y="16"/>
                      </a:lnTo>
                      <a:lnTo>
                        <a:pt x="32" y="16"/>
                      </a:lnTo>
                      <a:lnTo>
                        <a:pt x="32" y="16"/>
                      </a:lnTo>
                      <a:lnTo>
                        <a:pt x="36" y="16"/>
                      </a:lnTo>
                      <a:lnTo>
                        <a:pt x="36" y="16"/>
                      </a:lnTo>
                      <a:lnTo>
                        <a:pt x="36" y="16"/>
                      </a:lnTo>
                      <a:lnTo>
                        <a:pt x="36" y="16"/>
                      </a:lnTo>
                      <a:lnTo>
                        <a:pt x="36" y="16"/>
                      </a:lnTo>
                      <a:lnTo>
                        <a:pt x="36" y="16"/>
                      </a:lnTo>
                      <a:lnTo>
                        <a:pt x="36" y="16"/>
                      </a:lnTo>
                      <a:lnTo>
                        <a:pt x="36" y="16"/>
                      </a:lnTo>
                      <a:lnTo>
                        <a:pt x="36" y="16"/>
                      </a:lnTo>
                      <a:lnTo>
                        <a:pt x="36" y="20"/>
                      </a:lnTo>
                      <a:lnTo>
                        <a:pt x="36" y="20"/>
                      </a:lnTo>
                      <a:lnTo>
                        <a:pt x="36" y="20"/>
                      </a:lnTo>
                      <a:lnTo>
                        <a:pt x="40" y="20"/>
                      </a:lnTo>
                      <a:lnTo>
                        <a:pt x="40" y="20"/>
                      </a:lnTo>
                      <a:lnTo>
                        <a:pt x="40" y="20"/>
                      </a:lnTo>
                      <a:lnTo>
                        <a:pt x="44" y="20"/>
                      </a:lnTo>
                      <a:lnTo>
                        <a:pt x="44" y="20"/>
                      </a:lnTo>
                      <a:lnTo>
                        <a:pt x="44" y="20"/>
                      </a:lnTo>
                      <a:lnTo>
                        <a:pt x="44" y="20"/>
                      </a:lnTo>
                      <a:lnTo>
                        <a:pt x="44" y="20"/>
                      </a:lnTo>
                      <a:lnTo>
                        <a:pt x="44" y="20"/>
                      </a:lnTo>
                      <a:lnTo>
                        <a:pt x="44" y="20"/>
                      </a:lnTo>
                      <a:lnTo>
                        <a:pt x="48" y="24"/>
                      </a:lnTo>
                      <a:lnTo>
                        <a:pt x="48" y="24"/>
                      </a:lnTo>
                      <a:lnTo>
                        <a:pt x="48" y="24"/>
                      </a:lnTo>
                      <a:lnTo>
                        <a:pt x="48" y="24"/>
                      </a:lnTo>
                      <a:lnTo>
                        <a:pt x="50" y="24"/>
                      </a:lnTo>
                      <a:lnTo>
                        <a:pt x="50" y="24"/>
                      </a:lnTo>
                      <a:lnTo>
                        <a:pt x="50" y="24"/>
                      </a:lnTo>
                      <a:lnTo>
                        <a:pt x="50" y="26"/>
                      </a:lnTo>
                      <a:lnTo>
                        <a:pt x="50" y="26"/>
                      </a:lnTo>
                      <a:lnTo>
                        <a:pt x="48" y="30"/>
                      </a:lnTo>
                      <a:lnTo>
                        <a:pt x="48" y="30"/>
                      </a:lnTo>
                      <a:lnTo>
                        <a:pt x="48" y="30"/>
                      </a:lnTo>
                      <a:lnTo>
                        <a:pt x="48" y="30"/>
                      </a:lnTo>
                      <a:lnTo>
                        <a:pt x="48" y="30"/>
                      </a:lnTo>
                      <a:lnTo>
                        <a:pt x="48" y="30"/>
                      </a:lnTo>
                      <a:lnTo>
                        <a:pt x="48" y="30"/>
                      </a:lnTo>
                      <a:lnTo>
                        <a:pt x="48" y="30"/>
                      </a:lnTo>
                      <a:lnTo>
                        <a:pt x="48" y="30"/>
                      </a:lnTo>
                      <a:lnTo>
                        <a:pt x="48" y="30"/>
                      </a:lnTo>
                      <a:lnTo>
                        <a:pt x="48" y="30"/>
                      </a:lnTo>
                      <a:lnTo>
                        <a:pt x="48" y="30"/>
                      </a:lnTo>
                      <a:lnTo>
                        <a:pt x="44" y="30"/>
                      </a:lnTo>
                      <a:lnTo>
                        <a:pt x="44" y="30"/>
                      </a:lnTo>
                      <a:lnTo>
                        <a:pt x="44" y="30"/>
                      </a:lnTo>
                      <a:lnTo>
                        <a:pt x="44" y="30"/>
                      </a:lnTo>
                      <a:lnTo>
                        <a:pt x="44" y="30"/>
                      </a:lnTo>
                      <a:lnTo>
                        <a:pt x="44" y="30"/>
                      </a:lnTo>
                      <a:lnTo>
                        <a:pt x="44" y="30"/>
                      </a:lnTo>
                      <a:lnTo>
                        <a:pt x="44" y="30"/>
                      </a:lnTo>
                      <a:lnTo>
                        <a:pt x="44" y="30"/>
                      </a:lnTo>
                      <a:lnTo>
                        <a:pt x="44" y="30"/>
                      </a:lnTo>
                      <a:lnTo>
                        <a:pt x="44" y="30"/>
                      </a:lnTo>
                      <a:lnTo>
                        <a:pt x="44" y="30"/>
                      </a:lnTo>
                      <a:lnTo>
                        <a:pt x="44" y="26"/>
                      </a:lnTo>
                      <a:lnTo>
                        <a:pt x="44" y="26"/>
                      </a:lnTo>
                      <a:lnTo>
                        <a:pt x="40" y="26"/>
                      </a:lnTo>
                      <a:lnTo>
                        <a:pt x="40" y="26"/>
                      </a:lnTo>
                      <a:lnTo>
                        <a:pt x="40" y="30"/>
                      </a:lnTo>
                      <a:lnTo>
                        <a:pt x="40" y="30"/>
                      </a:lnTo>
                      <a:lnTo>
                        <a:pt x="40" y="30"/>
                      </a:lnTo>
                      <a:lnTo>
                        <a:pt x="40" y="26"/>
                      </a:lnTo>
                      <a:lnTo>
                        <a:pt x="36" y="26"/>
                      </a:lnTo>
                      <a:lnTo>
                        <a:pt x="36" y="26"/>
                      </a:lnTo>
                      <a:lnTo>
                        <a:pt x="32" y="26"/>
                      </a:lnTo>
                      <a:lnTo>
                        <a:pt x="32" y="26"/>
                      </a:lnTo>
                      <a:lnTo>
                        <a:pt x="32" y="26"/>
                      </a:lnTo>
                      <a:lnTo>
                        <a:pt x="32" y="26"/>
                      </a:lnTo>
                      <a:lnTo>
                        <a:pt x="28" y="26"/>
                      </a:lnTo>
                      <a:lnTo>
                        <a:pt x="28" y="26"/>
                      </a:lnTo>
                      <a:lnTo>
                        <a:pt x="28" y="26"/>
                      </a:lnTo>
                      <a:lnTo>
                        <a:pt x="28" y="26"/>
                      </a:lnTo>
                      <a:lnTo>
                        <a:pt x="28" y="26"/>
                      </a:lnTo>
                      <a:lnTo>
                        <a:pt x="28" y="26"/>
                      </a:lnTo>
                      <a:lnTo>
                        <a:pt x="28" y="26"/>
                      </a:lnTo>
                      <a:lnTo>
                        <a:pt x="24" y="26"/>
                      </a:lnTo>
                      <a:lnTo>
                        <a:pt x="24" y="26"/>
                      </a:lnTo>
                      <a:lnTo>
                        <a:pt x="24" y="26"/>
                      </a:lnTo>
                      <a:close/>
                      <a:moveTo>
                        <a:pt x="48" y="34"/>
                      </a:moveTo>
                      <a:lnTo>
                        <a:pt x="48" y="34"/>
                      </a:lnTo>
                      <a:lnTo>
                        <a:pt x="48" y="34"/>
                      </a:lnTo>
                      <a:lnTo>
                        <a:pt x="48" y="34"/>
                      </a:lnTo>
                      <a:lnTo>
                        <a:pt x="44" y="34"/>
                      </a:lnTo>
                      <a:lnTo>
                        <a:pt x="44" y="34"/>
                      </a:lnTo>
                      <a:lnTo>
                        <a:pt x="44" y="34"/>
                      </a:lnTo>
                      <a:lnTo>
                        <a:pt x="44" y="34"/>
                      </a:lnTo>
                      <a:lnTo>
                        <a:pt x="44" y="34"/>
                      </a:lnTo>
                      <a:lnTo>
                        <a:pt x="44" y="34"/>
                      </a:lnTo>
                      <a:lnTo>
                        <a:pt x="44" y="34"/>
                      </a:lnTo>
                      <a:lnTo>
                        <a:pt x="44" y="34"/>
                      </a:lnTo>
                      <a:lnTo>
                        <a:pt x="44" y="30"/>
                      </a:lnTo>
                      <a:lnTo>
                        <a:pt x="48" y="34"/>
                      </a:lnTo>
                      <a:lnTo>
                        <a:pt x="48" y="34"/>
                      </a:lnTo>
                      <a:lnTo>
                        <a:pt x="48" y="34"/>
                      </a:lnTo>
                      <a:lnTo>
                        <a:pt x="48" y="34"/>
                      </a:lnTo>
                      <a:lnTo>
                        <a:pt x="48" y="34"/>
                      </a:lnTo>
                      <a:lnTo>
                        <a:pt x="48" y="34"/>
                      </a:lnTo>
                      <a:lnTo>
                        <a:pt x="48" y="34"/>
                      </a:lnTo>
                      <a:lnTo>
                        <a:pt x="48" y="34"/>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221" name="Freeform 72">
                  <a:extLst>
                    <a:ext uri="{FF2B5EF4-FFF2-40B4-BE49-F238E27FC236}">
                      <a16:creationId xmlns:a16="http://schemas.microsoft.com/office/drawing/2014/main" id="{FC51938F-9F51-2781-35B0-F9DBA6881175}"/>
                    </a:ext>
                  </a:extLst>
                </p:cNvPr>
                <p:cNvSpPr>
                  <a:spLocks/>
                </p:cNvSpPr>
                <p:nvPr/>
              </p:nvSpPr>
              <p:spPr bwMode="gray">
                <a:xfrm>
                  <a:off x="2584124" y="4088368"/>
                  <a:ext cx="55656" cy="38264"/>
                </a:xfrm>
                <a:custGeom>
                  <a:avLst/>
                  <a:gdLst>
                    <a:gd name="T0" fmla="*/ 32 w 32"/>
                    <a:gd name="T1" fmla="*/ 16 h 22"/>
                    <a:gd name="T2" fmla="*/ 32 w 32"/>
                    <a:gd name="T3" fmla="*/ 16 h 22"/>
                    <a:gd name="T4" fmla="*/ 32 w 32"/>
                    <a:gd name="T5" fmla="*/ 18 h 22"/>
                    <a:gd name="T6" fmla="*/ 32 w 32"/>
                    <a:gd name="T7" fmla="*/ 18 h 22"/>
                    <a:gd name="T8" fmla="*/ 32 w 32"/>
                    <a:gd name="T9" fmla="*/ 18 h 22"/>
                    <a:gd name="T10" fmla="*/ 32 w 32"/>
                    <a:gd name="T11" fmla="*/ 22 h 22"/>
                    <a:gd name="T12" fmla="*/ 28 w 32"/>
                    <a:gd name="T13" fmla="*/ 22 h 22"/>
                    <a:gd name="T14" fmla="*/ 28 w 32"/>
                    <a:gd name="T15" fmla="*/ 22 h 22"/>
                    <a:gd name="T16" fmla="*/ 22 w 32"/>
                    <a:gd name="T17" fmla="*/ 22 h 22"/>
                    <a:gd name="T18" fmla="*/ 22 w 32"/>
                    <a:gd name="T19" fmla="*/ 18 h 22"/>
                    <a:gd name="T20" fmla="*/ 22 w 32"/>
                    <a:gd name="T21" fmla="*/ 18 h 22"/>
                    <a:gd name="T22" fmla="*/ 22 w 32"/>
                    <a:gd name="T23" fmla="*/ 22 h 22"/>
                    <a:gd name="T24" fmla="*/ 18 w 32"/>
                    <a:gd name="T25" fmla="*/ 22 h 22"/>
                    <a:gd name="T26" fmla="*/ 18 w 32"/>
                    <a:gd name="T27" fmla="*/ 18 h 22"/>
                    <a:gd name="T28" fmla="*/ 14 w 32"/>
                    <a:gd name="T29" fmla="*/ 18 h 22"/>
                    <a:gd name="T30" fmla="*/ 14 w 32"/>
                    <a:gd name="T31" fmla="*/ 18 h 22"/>
                    <a:gd name="T32" fmla="*/ 10 w 32"/>
                    <a:gd name="T33" fmla="*/ 16 h 22"/>
                    <a:gd name="T34" fmla="*/ 8 w 32"/>
                    <a:gd name="T35" fmla="*/ 16 h 22"/>
                    <a:gd name="T36" fmla="*/ 4 w 32"/>
                    <a:gd name="T37" fmla="*/ 16 h 22"/>
                    <a:gd name="T38" fmla="*/ 4 w 32"/>
                    <a:gd name="T39" fmla="*/ 16 h 22"/>
                    <a:gd name="T40" fmla="*/ 4 w 32"/>
                    <a:gd name="T41" fmla="*/ 16 h 22"/>
                    <a:gd name="T42" fmla="*/ 0 w 32"/>
                    <a:gd name="T43" fmla="*/ 12 h 22"/>
                    <a:gd name="T44" fmla="*/ 0 w 32"/>
                    <a:gd name="T45" fmla="*/ 8 h 22"/>
                    <a:gd name="T46" fmla="*/ 4 w 32"/>
                    <a:gd name="T47" fmla="*/ 8 h 22"/>
                    <a:gd name="T48" fmla="*/ 8 w 32"/>
                    <a:gd name="T49" fmla="*/ 4 h 22"/>
                    <a:gd name="T50" fmla="*/ 8 w 32"/>
                    <a:gd name="T51" fmla="*/ 4 h 22"/>
                    <a:gd name="T52" fmla="*/ 8 w 32"/>
                    <a:gd name="T53" fmla="*/ 4 h 22"/>
                    <a:gd name="T54" fmla="*/ 8 w 32"/>
                    <a:gd name="T55" fmla="*/ 4 h 22"/>
                    <a:gd name="T56" fmla="*/ 8 w 32"/>
                    <a:gd name="T57" fmla="*/ 0 h 22"/>
                    <a:gd name="T58" fmla="*/ 10 w 32"/>
                    <a:gd name="T59" fmla="*/ 0 h 22"/>
                    <a:gd name="T60" fmla="*/ 10 w 32"/>
                    <a:gd name="T61" fmla="*/ 0 h 22"/>
                    <a:gd name="T62" fmla="*/ 14 w 32"/>
                    <a:gd name="T63" fmla="*/ 0 h 22"/>
                    <a:gd name="T64" fmla="*/ 14 w 32"/>
                    <a:gd name="T65" fmla="*/ 4 h 22"/>
                    <a:gd name="T66" fmla="*/ 14 w 32"/>
                    <a:gd name="T67" fmla="*/ 4 h 22"/>
                    <a:gd name="T68" fmla="*/ 18 w 32"/>
                    <a:gd name="T69" fmla="*/ 4 h 22"/>
                    <a:gd name="T70" fmla="*/ 18 w 32"/>
                    <a:gd name="T71" fmla="*/ 4 h 22"/>
                    <a:gd name="T72" fmla="*/ 18 w 32"/>
                    <a:gd name="T73" fmla="*/ 8 h 22"/>
                    <a:gd name="T74" fmla="*/ 18 w 32"/>
                    <a:gd name="T75" fmla="*/ 8 h 22"/>
                    <a:gd name="T76" fmla="*/ 22 w 32"/>
                    <a:gd name="T77" fmla="*/ 8 h 22"/>
                    <a:gd name="T78" fmla="*/ 22 w 32"/>
                    <a:gd name="T79" fmla="*/ 8 h 22"/>
                    <a:gd name="T80" fmla="*/ 22 w 32"/>
                    <a:gd name="T81" fmla="*/ 12 h 22"/>
                    <a:gd name="T82" fmla="*/ 24 w 32"/>
                    <a:gd name="T83" fmla="*/ 12 h 22"/>
                    <a:gd name="T84" fmla="*/ 24 w 32"/>
                    <a:gd name="T85" fmla="*/ 12 h 22"/>
                    <a:gd name="T86" fmla="*/ 24 w 32"/>
                    <a:gd name="T87" fmla="*/ 8 h 22"/>
                    <a:gd name="T88" fmla="*/ 28 w 32"/>
                    <a:gd name="T89" fmla="*/ 8 h 22"/>
                    <a:gd name="T90" fmla="*/ 28 w 32"/>
                    <a:gd name="T91" fmla="*/ 12 h 22"/>
                    <a:gd name="T92" fmla="*/ 28 w 32"/>
                    <a:gd name="T93" fmla="*/ 12 h 22"/>
                    <a:gd name="T94" fmla="*/ 32 w 32"/>
                    <a:gd name="T95" fmla="*/ 12 h 22"/>
                    <a:gd name="T96" fmla="*/ 32 w 32"/>
                    <a:gd name="T97" fmla="*/ 1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2" h="22">
                      <a:moveTo>
                        <a:pt x="32" y="12"/>
                      </a:moveTo>
                      <a:lnTo>
                        <a:pt x="32" y="12"/>
                      </a:lnTo>
                      <a:lnTo>
                        <a:pt x="32" y="16"/>
                      </a:lnTo>
                      <a:lnTo>
                        <a:pt x="32" y="16"/>
                      </a:lnTo>
                      <a:lnTo>
                        <a:pt x="32" y="16"/>
                      </a:lnTo>
                      <a:lnTo>
                        <a:pt x="32" y="16"/>
                      </a:lnTo>
                      <a:lnTo>
                        <a:pt x="32" y="16"/>
                      </a:lnTo>
                      <a:lnTo>
                        <a:pt x="32" y="18"/>
                      </a:lnTo>
                      <a:lnTo>
                        <a:pt x="32" y="18"/>
                      </a:lnTo>
                      <a:lnTo>
                        <a:pt x="32" y="18"/>
                      </a:lnTo>
                      <a:lnTo>
                        <a:pt x="32" y="18"/>
                      </a:lnTo>
                      <a:lnTo>
                        <a:pt x="32" y="18"/>
                      </a:lnTo>
                      <a:lnTo>
                        <a:pt x="32" y="18"/>
                      </a:lnTo>
                      <a:lnTo>
                        <a:pt x="32" y="18"/>
                      </a:lnTo>
                      <a:lnTo>
                        <a:pt x="32" y="18"/>
                      </a:lnTo>
                      <a:lnTo>
                        <a:pt x="32" y="18"/>
                      </a:lnTo>
                      <a:lnTo>
                        <a:pt x="32" y="18"/>
                      </a:lnTo>
                      <a:lnTo>
                        <a:pt x="32" y="22"/>
                      </a:lnTo>
                      <a:lnTo>
                        <a:pt x="28" y="22"/>
                      </a:lnTo>
                      <a:lnTo>
                        <a:pt x="28" y="22"/>
                      </a:lnTo>
                      <a:lnTo>
                        <a:pt x="28" y="22"/>
                      </a:lnTo>
                      <a:lnTo>
                        <a:pt x="28" y="22"/>
                      </a:lnTo>
                      <a:lnTo>
                        <a:pt x="28" y="22"/>
                      </a:lnTo>
                      <a:lnTo>
                        <a:pt x="28" y="22"/>
                      </a:lnTo>
                      <a:lnTo>
                        <a:pt x="24" y="22"/>
                      </a:lnTo>
                      <a:lnTo>
                        <a:pt x="24" y="22"/>
                      </a:lnTo>
                      <a:lnTo>
                        <a:pt x="22" y="22"/>
                      </a:lnTo>
                      <a:lnTo>
                        <a:pt x="22" y="22"/>
                      </a:lnTo>
                      <a:lnTo>
                        <a:pt x="22" y="18"/>
                      </a:lnTo>
                      <a:lnTo>
                        <a:pt x="22" y="18"/>
                      </a:lnTo>
                      <a:lnTo>
                        <a:pt x="18" y="18"/>
                      </a:lnTo>
                      <a:lnTo>
                        <a:pt x="22" y="22"/>
                      </a:lnTo>
                      <a:lnTo>
                        <a:pt x="22" y="18"/>
                      </a:lnTo>
                      <a:lnTo>
                        <a:pt x="22" y="18"/>
                      </a:lnTo>
                      <a:lnTo>
                        <a:pt x="22" y="22"/>
                      </a:lnTo>
                      <a:lnTo>
                        <a:pt x="22" y="22"/>
                      </a:lnTo>
                      <a:lnTo>
                        <a:pt x="22" y="22"/>
                      </a:lnTo>
                      <a:lnTo>
                        <a:pt x="22" y="22"/>
                      </a:lnTo>
                      <a:lnTo>
                        <a:pt x="18" y="22"/>
                      </a:lnTo>
                      <a:lnTo>
                        <a:pt x="18" y="22"/>
                      </a:lnTo>
                      <a:lnTo>
                        <a:pt x="18" y="22"/>
                      </a:lnTo>
                      <a:lnTo>
                        <a:pt x="18" y="18"/>
                      </a:lnTo>
                      <a:lnTo>
                        <a:pt x="18" y="18"/>
                      </a:lnTo>
                      <a:lnTo>
                        <a:pt x="18" y="18"/>
                      </a:lnTo>
                      <a:lnTo>
                        <a:pt x="14" y="18"/>
                      </a:lnTo>
                      <a:lnTo>
                        <a:pt x="14" y="18"/>
                      </a:lnTo>
                      <a:lnTo>
                        <a:pt x="14" y="18"/>
                      </a:lnTo>
                      <a:lnTo>
                        <a:pt x="14" y="18"/>
                      </a:lnTo>
                      <a:lnTo>
                        <a:pt x="14" y="18"/>
                      </a:lnTo>
                      <a:lnTo>
                        <a:pt x="10" y="18"/>
                      </a:lnTo>
                      <a:lnTo>
                        <a:pt x="10" y="16"/>
                      </a:lnTo>
                      <a:lnTo>
                        <a:pt x="10" y="16"/>
                      </a:lnTo>
                      <a:lnTo>
                        <a:pt x="8" y="16"/>
                      </a:lnTo>
                      <a:lnTo>
                        <a:pt x="8" y="16"/>
                      </a:lnTo>
                      <a:lnTo>
                        <a:pt x="8" y="16"/>
                      </a:lnTo>
                      <a:lnTo>
                        <a:pt x="8" y="16"/>
                      </a:lnTo>
                      <a:lnTo>
                        <a:pt x="4" y="16"/>
                      </a:lnTo>
                      <a:lnTo>
                        <a:pt x="4" y="16"/>
                      </a:lnTo>
                      <a:lnTo>
                        <a:pt x="4" y="16"/>
                      </a:lnTo>
                      <a:lnTo>
                        <a:pt x="4" y="16"/>
                      </a:lnTo>
                      <a:lnTo>
                        <a:pt x="4" y="16"/>
                      </a:lnTo>
                      <a:lnTo>
                        <a:pt x="4" y="16"/>
                      </a:lnTo>
                      <a:lnTo>
                        <a:pt x="4" y="16"/>
                      </a:lnTo>
                      <a:lnTo>
                        <a:pt x="0" y="12"/>
                      </a:lnTo>
                      <a:lnTo>
                        <a:pt x="0" y="12"/>
                      </a:lnTo>
                      <a:lnTo>
                        <a:pt x="0" y="12"/>
                      </a:lnTo>
                      <a:lnTo>
                        <a:pt x="0" y="12"/>
                      </a:lnTo>
                      <a:lnTo>
                        <a:pt x="0" y="12"/>
                      </a:lnTo>
                      <a:lnTo>
                        <a:pt x="0" y="8"/>
                      </a:lnTo>
                      <a:lnTo>
                        <a:pt x="4" y="8"/>
                      </a:lnTo>
                      <a:lnTo>
                        <a:pt x="4" y="8"/>
                      </a:lnTo>
                      <a:lnTo>
                        <a:pt x="4" y="8"/>
                      </a:lnTo>
                      <a:lnTo>
                        <a:pt x="4" y="8"/>
                      </a:lnTo>
                      <a:lnTo>
                        <a:pt x="4" y="8"/>
                      </a:lnTo>
                      <a:lnTo>
                        <a:pt x="8" y="4"/>
                      </a:lnTo>
                      <a:lnTo>
                        <a:pt x="8" y="4"/>
                      </a:lnTo>
                      <a:lnTo>
                        <a:pt x="8" y="4"/>
                      </a:lnTo>
                      <a:lnTo>
                        <a:pt x="8" y="4"/>
                      </a:lnTo>
                      <a:lnTo>
                        <a:pt x="8" y="4"/>
                      </a:lnTo>
                      <a:lnTo>
                        <a:pt x="8" y="4"/>
                      </a:lnTo>
                      <a:lnTo>
                        <a:pt x="8" y="4"/>
                      </a:lnTo>
                      <a:lnTo>
                        <a:pt x="8" y="4"/>
                      </a:lnTo>
                      <a:lnTo>
                        <a:pt x="8" y="4"/>
                      </a:lnTo>
                      <a:lnTo>
                        <a:pt x="8" y="4"/>
                      </a:lnTo>
                      <a:lnTo>
                        <a:pt x="8" y="4"/>
                      </a:lnTo>
                      <a:lnTo>
                        <a:pt x="8" y="0"/>
                      </a:lnTo>
                      <a:lnTo>
                        <a:pt x="8" y="0"/>
                      </a:lnTo>
                      <a:lnTo>
                        <a:pt x="8" y="0"/>
                      </a:lnTo>
                      <a:lnTo>
                        <a:pt x="8" y="0"/>
                      </a:lnTo>
                      <a:lnTo>
                        <a:pt x="10" y="0"/>
                      </a:lnTo>
                      <a:lnTo>
                        <a:pt x="10" y="0"/>
                      </a:lnTo>
                      <a:lnTo>
                        <a:pt x="10" y="0"/>
                      </a:lnTo>
                      <a:lnTo>
                        <a:pt x="10" y="0"/>
                      </a:lnTo>
                      <a:lnTo>
                        <a:pt x="10" y="0"/>
                      </a:lnTo>
                      <a:lnTo>
                        <a:pt x="10" y="0"/>
                      </a:lnTo>
                      <a:lnTo>
                        <a:pt x="14" y="0"/>
                      </a:lnTo>
                      <a:lnTo>
                        <a:pt x="14" y="4"/>
                      </a:lnTo>
                      <a:lnTo>
                        <a:pt x="14" y="0"/>
                      </a:lnTo>
                      <a:lnTo>
                        <a:pt x="14" y="4"/>
                      </a:lnTo>
                      <a:lnTo>
                        <a:pt x="14" y="4"/>
                      </a:lnTo>
                      <a:lnTo>
                        <a:pt x="14" y="4"/>
                      </a:lnTo>
                      <a:lnTo>
                        <a:pt x="14" y="4"/>
                      </a:lnTo>
                      <a:lnTo>
                        <a:pt x="14" y="4"/>
                      </a:lnTo>
                      <a:lnTo>
                        <a:pt x="18" y="4"/>
                      </a:lnTo>
                      <a:lnTo>
                        <a:pt x="18" y="4"/>
                      </a:lnTo>
                      <a:lnTo>
                        <a:pt x="18" y="4"/>
                      </a:lnTo>
                      <a:lnTo>
                        <a:pt x="18" y="4"/>
                      </a:lnTo>
                      <a:lnTo>
                        <a:pt x="18" y="4"/>
                      </a:lnTo>
                      <a:lnTo>
                        <a:pt x="18" y="8"/>
                      </a:lnTo>
                      <a:lnTo>
                        <a:pt x="18" y="8"/>
                      </a:lnTo>
                      <a:lnTo>
                        <a:pt x="18" y="8"/>
                      </a:lnTo>
                      <a:lnTo>
                        <a:pt x="18" y="4"/>
                      </a:lnTo>
                      <a:lnTo>
                        <a:pt x="18" y="4"/>
                      </a:lnTo>
                      <a:lnTo>
                        <a:pt x="18" y="8"/>
                      </a:lnTo>
                      <a:lnTo>
                        <a:pt x="18" y="8"/>
                      </a:lnTo>
                      <a:lnTo>
                        <a:pt x="18" y="8"/>
                      </a:lnTo>
                      <a:lnTo>
                        <a:pt x="22" y="8"/>
                      </a:lnTo>
                      <a:lnTo>
                        <a:pt x="22" y="8"/>
                      </a:lnTo>
                      <a:lnTo>
                        <a:pt x="22" y="8"/>
                      </a:lnTo>
                      <a:lnTo>
                        <a:pt x="22" y="8"/>
                      </a:lnTo>
                      <a:lnTo>
                        <a:pt x="22" y="8"/>
                      </a:lnTo>
                      <a:lnTo>
                        <a:pt x="22" y="12"/>
                      </a:lnTo>
                      <a:lnTo>
                        <a:pt x="22" y="12"/>
                      </a:lnTo>
                      <a:lnTo>
                        <a:pt x="22" y="12"/>
                      </a:lnTo>
                      <a:lnTo>
                        <a:pt x="24" y="12"/>
                      </a:lnTo>
                      <a:lnTo>
                        <a:pt x="24" y="12"/>
                      </a:lnTo>
                      <a:lnTo>
                        <a:pt x="24" y="12"/>
                      </a:lnTo>
                      <a:lnTo>
                        <a:pt x="24" y="12"/>
                      </a:lnTo>
                      <a:lnTo>
                        <a:pt x="24" y="12"/>
                      </a:lnTo>
                      <a:lnTo>
                        <a:pt x="24" y="8"/>
                      </a:lnTo>
                      <a:lnTo>
                        <a:pt x="24" y="8"/>
                      </a:lnTo>
                      <a:lnTo>
                        <a:pt x="24" y="8"/>
                      </a:lnTo>
                      <a:lnTo>
                        <a:pt x="24" y="8"/>
                      </a:lnTo>
                      <a:lnTo>
                        <a:pt x="28" y="8"/>
                      </a:lnTo>
                      <a:lnTo>
                        <a:pt x="28" y="8"/>
                      </a:lnTo>
                      <a:lnTo>
                        <a:pt x="28" y="8"/>
                      </a:lnTo>
                      <a:lnTo>
                        <a:pt x="28" y="12"/>
                      </a:lnTo>
                      <a:lnTo>
                        <a:pt x="28" y="12"/>
                      </a:lnTo>
                      <a:lnTo>
                        <a:pt x="28" y="12"/>
                      </a:lnTo>
                      <a:lnTo>
                        <a:pt x="28" y="12"/>
                      </a:lnTo>
                      <a:lnTo>
                        <a:pt x="28" y="12"/>
                      </a:lnTo>
                      <a:lnTo>
                        <a:pt x="32" y="12"/>
                      </a:lnTo>
                      <a:lnTo>
                        <a:pt x="32" y="12"/>
                      </a:lnTo>
                      <a:lnTo>
                        <a:pt x="32" y="12"/>
                      </a:lnTo>
                      <a:lnTo>
                        <a:pt x="32" y="12"/>
                      </a:lnTo>
                      <a:lnTo>
                        <a:pt x="32" y="12"/>
                      </a:lnTo>
                      <a:lnTo>
                        <a:pt x="32" y="12"/>
                      </a:lnTo>
                      <a:lnTo>
                        <a:pt x="32" y="12"/>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222" name="Freeform 73">
                  <a:extLst>
                    <a:ext uri="{FF2B5EF4-FFF2-40B4-BE49-F238E27FC236}">
                      <a16:creationId xmlns:a16="http://schemas.microsoft.com/office/drawing/2014/main" id="{10B43FF8-4D85-6ABC-4274-6812FB08EAC9}"/>
                    </a:ext>
                  </a:extLst>
                </p:cNvPr>
                <p:cNvSpPr>
                  <a:spLocks noEditPoints="1"/>
                </p:cNvSpPr>
                <p:nvPr/>
              </p:nvSpPr>
              <p:spPr bwMode="gray">
                <a:xfrm>
                  <a:off x="3005025" y="1475998"/>
                  <a:ext cx="1495767" cy="1088777"/>
                </a:xfrm>
                <a:custGeom>
                  <a:avLst/>
                  <a:gdLst>
                    <a:gd name="T0" fmla="*/ 472 w 860"/>
                    <a:gd name="T1" fmla="*/ 18 h 626"/>
                    <a:gd name="T2" fmla="*/ 342 w 860"/>
                    <a:gd name="T3" fmla="*/ 34 h 626"/>
                    <a:gd name="T4" fmla="*/ 738 w 860"/>
                    <a:gd name="T5" fmla="*/ 60 h 626"/>
                    <a:gd name="T6" fmla="*/ 764 w 860"/>
                    <a:gd name="T7" fmla="*/ 160 h 626"/>
                    <a:gd name="T8" fmla="*/ 734 w 860"/>
                    <a:gd name="T9" fmla="*/ 204 h 626"/>
                    <a:gd name="T10" fmla="*/ 742 w 860"/>
                    <a:gd name="T11" fmla="*/ 256 h 626"/>
                    <a:gd name="T12" fmla="*/ 234 w 860"/>
                    <a:gd name="T13" fmla="*/ 284 h 626"/>
                    <a:gd name="T14" fmla="*/ 246 w 860"/>
                    <a:gd name="T15" fmla="*/ 294 h 626"/>
                    <a:gd name="T16" fmla="*/ 252 w 860"/>
                    <a:gd name="T17" fmla="*/ 314 h 626"/>
                    <a:gd name="T18" fmla="*/ 506 w 860"/>
                    <a:gd name="T19" fmla="*/ 484 h 626"/>
                    <a:gd name="T20" fmla="*/ 332 w 860"/>
                    <a:gd name="T21" fmla="*/ 578 h 626"/>
                    <a:gd name="T22" fmla="*/ 418 w 860"/>
                    <a:gd name="T23" fmla="*/ 622 h 626"/>
                    <a:gd name="T24" fmla="*/ 308 w 860"/>
                    <a:gd name="T25" fmla="*/ 398 h 626"/>
                    <a:gd name="T26" fmla="*/ 312 w 860"/>
                    <a:gd name="T27" fmla="*/ 366 h 626"/>
                    <a:gd name="T28" fmla="*/ 268 w 860"/>
                    <a:gd name="T29" fmla="*/ 320 h 626"/>
                    <a:gd name="T30" fmla="*/ 256 w 860"/>
                    <a:gd name="T31" fmla="*/ 306 h 626"/>
                    <a:gd name="T32" fmla="*/ 200 w 860"/>
                    <a:gd name="T33" fmla="*/ 238 h 626"/>
                    <a:gd name="T34" fmla="*/ 86 w 860"/>
                    <a:gd name="T35" fmla="*/ 216 h 626"/>
                    <a:gd name="T36" fmla="*/ 86 w 860"/>
                    <a:gd name="T37" fmla="*/ 190 h 626"/>
                    <a:gd name="T38" fmla="*/ 30 w 860"/>
                    <a:gd name="T39" fmla="*/ 172 h 626"/>
                    <a:gd name="T40" fmla="*/ 122 w 860"/>
                    <a:gd name="T41" fmla="*/ 104 h 626"/>
                    <a:gd name="T42" fmla="*/ 178 w 860"/>
                    <a:gd name="T43" fmla="*/ 52 h 626"/>
                    <a:gd name="T44" fmla="*/ 276 w 860"/>
                    <a:gd name="T45" fmla="*/ 60 h 626"/>
                    <a:gd name="T46" fmla="*/ 406 w 860"/>
                    <a:gd name="T47" fmla="*/ 56 h 626"/>
                    <a:gd name="T48" fmla="*/ 464 w 860"/>
                    <a:gd name="T49" fmla="*/ 26 h 626"/>
                    <a:gd name="T50" fmla="*/ 418 w 860"/>
                    <a:gd name="T51" fmla="*/ 12 h 626"/>
                    <a:gd name="T52" fmla="*/ 524 w 860"/>
                    <a:gd name="T53" fmla="*/ 4 h 626"/>
                    <a:gd name="T54" fmla="*/ 584 w 860"/>
                    <a:gd name="T55" fmla="*/ 18 h 626"/>
                    <a:gd name="T56" fmla="*/ 678 w 860"/>
                    <a:gd name="T57" fmla="*/ 16 h 626"/>
                    <a:gd name="T58" fmla="*/ 606 w 860"/>
                    <a:gd name="T59" fmla="*/ 44 h 626"/>
                    <a:gd name="T60" fmla="*/ 692 w 860"/>
                    <a:gd name="T61" fmla="*/ 48 h 626"/>
                    <a:gd name="T62" fmla="*/ 786 w 860"/>
                    <a:gd name="T63" fmla="*/ 52 h 626"/>
                    <a:gd name="T64" fmla="*/ 748 w 860"/>
                    <a:gd name="T65" fmla="*/ 90 h 626"/>
                    <a:gd name="T66" fmla="*/ 756 w 860"/>
                    <a:gd name="T67" fmla="*/ 124 h 626"/>
                    <a:gd name="T68" fmla="*/ 744 w 860"/>
                    <a:gd name="T69" fmla="*/ 178 h 626"/>
                    <a:gd name="T70" fmla="*/ 726 w 860"/>
                    <a:gd name="T71" fmla="*/ 208 h 626"/>
                    <a:gd name="T72" fmla="*/ 734 w 860"/>
                    <a:gd name="T73" fmla="*/ 238 h 626"/>
                    <a:gd name="T74" fmla="*/ 738 w 860"/>
                    <a:gd name="T75" fmla="*/ 280 h 626"/>
                    <a:gd name="T76" fmla="*/ 660 w 860"/>
                    <a:gd name="T77" fmla="*/ 294 h 626"/>
                    <a:gd name="T78" fmla="*/ 704 w 860"/>
                    <a:gd name="T79" fmla="*/ 328 h 626"/>
                    <a:gd name="T80" fmla="*/ 688 w 860"/>
                    <a:gd name="T81" fmla="*/ 358 h 626"/>
                    <a:gd name="T82" fmla="*/ 632 w 860"/>
                    <a:gd name="T83" fmla="*/ 358 h 626"/>
                    <a:gd name="T84" fmla="*/ 704 w 860"/>
                    <a:gd name="T85" fmla="*/ 388 h 626"/>
                    <a:gd name="T86" fmla="*/ 580 w 860"/>
                    <a:gd name="T87" fmla="*/ 426 h 626"/>
                    <a:gd name="T88" fmla="*/ 502 w 860"/>
                    <a:gd name="T89" fmla="*/ 484 h 626"/>
                    <a:gd name="T90" fmla="*/ 458 w 860"/>
                    <a:gd name="T91" fmla="*/ 530 h 626"/>
                    <a:gd name="T92" fmla="*/ 436 w 860"/>
                    <a:gd name="T93" fmla="*/ 578 h 626"/>
                    <a:gd name="T94" fmla="*/ 420 w 860"/>
                    <a:gd name="T95" fmla="*/ 618 h 626"/>
                    <a:gd name="T96" fmla="*/ 388 w 860"/>
                    <a:gd name="T97" fmla="*/ 596 h 626"/>
                    <a:gd name="T98" fmla="*/ 332 w 860"/>
                    <a:gd name="T99" fmla="*/ 578 h 626"/>
                    <a:gd name="T100" fmla="*/ 306 w 860"/>
                    <a:gd name="T101" fmla="*/ 534 h 626"/>
                    <a:gd name="T102" fmla="*/ 302 w 860"/>
                    <a:gd name="T103" fmla="*/ 518 h 626"/>
                    <a:gd name="T104" fmla="*/ 286 w 860"/>
                    <a:gd name="T105" fmla="*/ 482 h 626"/>
                    <a:gd name="T106" fmla="*/ 278 w 860"/>
                    <a:gd name="T107" fmla="*/ 462 h 626"/>
                    <a:gd name="T108" fmla="*/ 290 w 860"/>
                    <a:gd name="T109" fmla="*/ 436 h 626"/>
                    <a:gd name="T110" fmla="*/ 278 w 860"/>
                    <a:gd name="T111" fmla="*/ 432 h 626"/>
                    <a:gd name="T112" fmla="*/ 306 w 860"/>
                    <a:gd name="T113" fmla="*/ 418 h 626"/>
                    <a:gd name="T114" fmla="*/ 768 w 860"/>
                    <a:gd name="T115" fmla="*/ 216 h 626"/>
                    <a:gd name="T116" fmla="*/ 712 w 860"/>
                    <a:gd name="T117" fmla="*/ 310 h 626"/>
                    <a:gd name="T118" fmla="*/ 648 w 860"/>
                    <a:gd name="T119" fmla="*/ 358 h 626"/>
                    <a:gd name="T120" fmla="*/ 264 w 860"/>
                    <a:gd name="T121" fmla="*/ 380 h 626"/>
                    <a:gd name="T122" fmla="*/ 610 w 860"/>
                    <a:gd name="T123" fmla="*/ 426 h 626"/>
                    <a:gd name="T124" fmla="*/ 462 w 860"/>
                    <a:gd name="T125" fmla="*/ 518 h 6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860" h="626">
                      <a:moveTo>
                        <a:pt x="472" y="8"/>
                      </a:moveTo>
                      <a:lnTo>
                        <a:pt x="476" y="8"/>
                      </a:lnTo>
                      <a:lnTo>
                        <a:pt x="480" y="8"/>
                      </a:lnTo>
                      <a:lnTo>
                        <a:pt x="480" y="12"/>
                      </a:lnTo>
                      <a:lnTo>
                        <a:pt x="476" y="12"/>
                      </a:lnTo>
                      <a:lnTo>
                        <a:pt x="472" y="8"/>
                      </a:lnTo>
                      <a:lnTo>
                        <a:pt x="472" y="8"/>
                      </a:lnTo>
                      <a:lnTo>
                        <a:pt x="472" y="8"/>
                      </a:lnTo>
                      <a:close/>
                      <a:moveTo>
                        <a:pt x="480" y="16"/>
                      </a:moveTo>
                      <a:lnTo>
                        <a:pt x="476" y="16"/>
                      </a:lnTo>
                      <a:lnTo>
                        <a:pt x="472" y="16"/>
                      </a:lnTo>
                      <a:lnTo>
                        <a:pt x="468" y="16"/>
                      </a:lnTo>
                      <a:lnTo>
                        <a:pt x="468" y="12"/>
                      </a:lnTo>
                      <a:lnTo>
                        <a:pt x="464" y="12"/>
                      </a:lnTo>
                      <a:lnTo>
                        <a:pt x="462" y="12"/>
                      </a:lnTo>
                      <a:lnTo>
                        <a:pt x="458" y="12"/>
                      </a:lnTo>
                      <a:lnTo>
                        <a:pt x="458" y="8"/>
                      </a:lnTo>
                      <a:lnTo>
                        <a:pt x="462" y="8"/>
                      </a:lnTo>
                      <a:lnTo>
                        <a:pt x="464" y="12"/>
                      </a:lnTo>
                      <a:lnTo>
                        <a:pt x="468" y="12"/>
                      </a:lnTo>
                      <a:lnTo>
                        <a:pt x="472" y="12"/>
                      </a:lnTo>
                      <a:lnTo>
                        <a:pt x="476" y="12"/>
                      </a:lnTo>
                      <a:lnTo>
                        <a:pt x="476" y="16"/>
                      </a:lnTo>
                      <a:lnTo>
                        <a:pt x="480" y="16"/>
                      </a:lnTo>
                      <a:lnTo>
                        <a:pt x="484" y="16"/>
                      </a:lnTo>
                      <a:lnTo>
                        <a:pt x="480" y="16"/>
                      </a:lnTo>
                      <a:lnTo>
                        <a:pt x="480" y="16"/>
                      </a:lnTo>
                      <a:lnTo>
                        <a:pt x="480" y="16"/>
                      </a:lnTo>
                      <a:close/>
                      <a:moveTo>
                        <a:pt x="446" y="12"/>
                      </a:moveTo>
                      <a:lnTo>
                        <a:pt x="442" y="12"/>
                      </a:lnTo>
                      <a:lnTo>
                        <a:pt x="446" y="8"/>
                      </a:lnTo>
                      <a:lnTo>
                        <a:pt x="450" y="12"/>
                      </a:lnTo>
                      <a:lnTo>
                        <a:pt x="446" y="12"/>
                      </a:lnTo>
                      <a:lnTo>
                        <a:pt x="446" y="12"/>
                      </a:lnTo>
                      <a:lnTo>
                        <a:pt x="446" y="12"/>
                      </a:lnTo>
                      <a:close/>
                      <a:moveTo>
                        <a:pt x="432" y="12"/>
                      </a:moveTo>
                      <a:lnTo>
                        <a:pt x="436" y="12"/>
                      </a:lnTo>
                      <a:lnTo>
                        <a:pt x="440" y="12"/>
                      </a:lnTo>
                      <a:lnTo>
                        <a:pt x="436" y="12"/>
                      </a:lnTo>
                      <a:lnTo>
                        <a:pt x="432" y="12"/>
                      </a:lnTo>
                      <a:lnTo>
                        <a:pt x="432" y="12"/>
                      </a:lnTo>
                      <a:lnTo>
                        <a:pt x="432" y="12"/>
                      </a:lnTo>
                      <a:close/>
                      <a:moveTo>
                        <a:pt x="442" y="12"/>
                      </a:moveTo>
                      <a:lnTo>
                        <a:pt x="446" y="12"/>
                      </a:lnTo>
                      <a:lnTo>
                        <a:pt x="450" y="12"/>
                      </a:lnTo>
                      <a:lnTo>
                        <a:pt x="446" y="12"/>
                      </a:lnTo>
                      <a:lnTo>
                        <a:pt x="442" y="12"/>
                      </a:lnTo>
                      <a:lnTo>
                        <a:pt x="442" y="12"/>
                      </a:lnTo>
                      <a:lnTo>
                        <a:pt x="442" y="12"/>
                      </a:lnTo>
                      <a:close/>
                      <a:moveTo>
                        <a:pt x="488" y="16"/>
                      </a:moveTo>
                      <a:lnTo>
                        <a:pt x="484" y="16"/>
                      </a:lnTo>
                      <a:lnTo>
                        <a:pt x="488" y="16"/>
                      </a:lnTo>
                      <a:lnTo>
                        <a:pt x="490" y="16"/>
                      </a:lnTo>
                      <a:lnTo>
                        <a:pt x="494" y="16"/>
                      </a:lnTo>
                      <a:lnTo>
                        <a:pt x="490" y="16"/>
                      </a:lnTo>
                      <a:lnTo>
                        <a:pt x="488" y="16"/>
                      </a:lnTo>
                      <a:lnTo>
                        <a:pt x="488" y="16"/>
                      </a:lnTo>
                      <a:lnTo>
                        <a:pt x="488" y="16"/>
                      </a:lnTo>
                      <a:close/>
                      <a:moveTo>
                        <a:pt x="468" y="18"/>
                      </a:moveTo>
                      <a:lnTo>
                        <a:pt x="464" y="18"/>
                      </a:lnTo>
                      <a:lnTo>
                        <a:pt x="462" y="18"/>
                      </a:lnTo>
                      <a:lnTo>
                        <a:pt x="458" y="18"/>
                      </a:lnTo>
                      <a:lnTo>
                        <a:pt x="454" y="18"/>
                      </a:lnTo>
                      <a:lnTo>
                        <a:pt x="450" y="16"/>
                      </a:lnTo>
                      <a:lnTo>
                        <a:pt x="446" y="16"/>
                      </a:lnTo>
                      <a:lnTo>
                        <a:pt x="450" y="16"/>
                      </a:lnTo>
                      <a:lnTo>
                        <a:pt x="454" y="16"/>
                      </a:lnTo>
                      <a:lnTo>
                        <a:pt x="458" y="16"/>
                      </a:lnTo>
                      <a:lnTo>
                        <a:pt x="462" y="18"/>
                      </a:lnTo>
                      <a:lnTo>
                        <a:pt x="464" y="18"/>
                      </a:lnTo>
                      <a:lnTo>
                        <a:pt x="468" y="18"/>
                      </a:lnTo>
                      <a:lnTo>
                        <a:pt x="468" y="18"/>
                      </a:lnTo>
                      <a:lnTo>
                        <a:pt x="468" y="18"/>
                      </a:lnTo>
                      <a:close/>
                      <a:moveTo>
                        <a:pt x="472" y="18"/>
                      </a:moveTo>
                      <a:lnTo>
                        <a:pt x="468" y="18"/>
                      </a:lnTo>
                      <a:lnTo>
                        <a:pt x="464" y="18"/>
                      </a:lnTo>
                      <a:lnTo>
                        <a:pt x="464" y="16"/>
                      </a:lnTo>
                      <a:lnTo>
                        <a:pt x="462" y="16"/>
                      </a:lnTo>
                      <a:lnTo>
                        <a:pt x="458" y="16"/>
                      </a:lnTo>
                      <a:lnTo>
                        <a:pt x="462" y="16"/>
                      </a:lnTo>
                      <a:lnTo>
                        <a:pt x="464" y="16"/>
                      </a:lnTo>
                      <a:lnTo>
                        <a:pt x="468" y="16"/>
                      </a:lnTo>
                      <a:lnTo>
                        <a:pt x="472" y="16"/>
                      </a:lnTo>
                      <a:lnTo>
                        <a:pt x="476" y="16"/>
                      </a:lnTo>
                      <a:lnTo>
                        <a:pt x="476" y="18"/>
                      </a:lnTo>
                      <a:lnTo>
                        <a:pt x="472" y="18"/>
                      </a:lnTo>
                      <a:lnTo>
                        <a:pt x="472" y="18"/>
                      </a:lnTo>
                      <a:lnTo>
                        <a:pt x="472" y="18"/>
                      </a:lnTo>
                      <a:close/>
                      <a:moveTo>
                        <a:pt x="368" y="22"/>
                      </a:moveTo>
                      <a:lnTo>
                        <a:pt x="364" y="22"/>
                      </a:lnTo>
                      <a:lnTo>
                        <a:pt x="368" y="22"/>
                      </a:lnTo>
                      <a:lnTo>
                        <a:pt x="372" y="22"/>
                      </a:lnTo>
                      <a:lnTo>
                        <a:pt x="376" y="22"/>
                      </a:lnTo>
                      <a:lnTo>
                        <a:pt x="372" y="22"/>
                      </a:lnTo>
                      <a:lnTo>
                        <a:pt x="368" y="22"/>
                      </a:lnTo>
                      <a:lnTo>
                        <a:pt x="368" y="22"/>
                      </a:lnTo>
                      <a:lnTo>
                        <a:pt x="368" y="22"/>
                      </a:lnTo>
                      <a:close/>
                      <a:moveTo>
                        <a:pt x="350" y="26"/>
                      </a:moveTo>
                      <a:lnTo>
                        <a:pt x="346" y="26"/>
                      </a:lnTo>
                      <a:lnTo>
                        <a:pt x="346" y="22"/>
                      </a:lnTo>
                      <a:lnTo>
                        <a:pt x="350" y="22"/>
                      </a:lnTo>
                      <a:lnTo>
                        <a:pt x="354" y="22"/>
                      </a:lnTo>
                      <a:lnTo>
                        <a:pt x="358" y="22"/>
                      </a:lnTo>
                      <a:lnTo>
                        <a:pt x="362" y="22"/>
                      </a:lnTo>
                      <a:lnTo>
                        <a:pt x="362" y="26"/>
                      </a:lnTo>
                      <a:lnTo>
                        <a:pt x="358" y="26"/>
                      </a:lnTo>
                      <a:lnTo>
                        <a:pt x="354" y="26"/>
                      </a:lnTo>
                      <a:lnTo>
                        <a:pt x="350" y="26"/>
                      </a:lnTo>
                      <a:lnTo>
                        <a:pt x="350" y="26"/>
                      </a:lnTo>
                      <a:lnTo>
                        <a:pt x="350" y="26"/>
                      </a:lnTo>
                      <a:close/>
                      <a:moveTo>
                        <a:pt x="394" y="48"/>
                      </a:moveTo>
                      <a:lnTo>
                        <a:pt x="392" y="44"/>
                      </a:lnTo>
                      <a:lnTo>
                        <a:pt x="388" y="44"/>
                      </a:lnTo>
                      <a:lnTo>
                        <a:pt x="388" y="42"/>
                      </a:lnTo>
                      <a:lnTo>
                        <a:pt x="384" y="42"/>
                      </a:lnTo>
                      <a:lnTo>
                        <a:pt x="380" y="42"/>
                      </a:lnTo>
                      <a:lnTo>
                        <a:pt x="376" y="42"/>
                      </a:lnTo>
                      <a:lnTo>
                        <a:pt x="372" y="42"/>
                      </a:lnTo>
                      <a:lnTo>
                        <a:pt x="368" y="38"/>
                      </a:lnTo>
                      <a:lnTo>
                        <a:pt x="364" y="38"/>
                      </a:lnTo>
                      <a:lnTo>
                        <a:pt x="364" y="34"/>
                      </a:lnTo>
                      <a:lnTo>
                        <a:pt x="362" y="34"/>
                      </a:lnTo>
                      <a:lnTo>
                        <a:pt x="362" y="30"/>
                      </a:lnTo>
                      <a:lnTo>
                        <a:pt x="358" y="30"/>
                      </a:lnTo>
                      <a:lnTo>
                        <a:pt x="362" y="30"/>
                      </a:lnTo>
                      <a:lnTo>
                        <a:pt x="364" y="30"/>
                      </a:lnTo>
                      <a:lnTo>
                        <a:pt x="368" y="30"/>
                      </a:lnTo>
                      <a:lnTo>
                        <a:pt x="372" y="30"/>
                      </a:lnTo>
                      <a:lnTo>
                        <a:pt x="376" y="30"/>
                      </a:lnTo>
                      <a:lnTo>
                        <a:pt x="380" y="30"/>
                      </a:lnTo>
                      <a:lnTo>
                        <a:pt x="384" y="30"/>
                      </a:lnTo>
                      <a:lnTo>
                        <a:pt x="392" y="34"/>
                      </a:lnTo>
                      <a:lnTo>
                        <a:pt x="394" y="34"/>
                      </a:lnTo>
                      <a:lnTo>
                        <a:pt x="398" y="34"/>
                      </a:lnTo>
                      <a:lnTo>
                        <a:pt x="398" y="38"/>
                      </a:lnTo>
                      <a:lnTo>
                        <a:pt x="402" y="38"/>
                      </a:lnTo>
                      <a:lnTo>
                        <a:pt x="402" y="42"/>
                      </a:lnTo>
                      <a:lnTo>
                        <a:pt x="398" y="42"/>
                      </a:lnTo>
                      <a:lnTo>
                        <a:pt x="394" y="42"/>
                      </a:lnTo>
                      <a:lnTo>
                        <a:pt x="394" y="44"/>
                      </a:lnTo>
                      <a:lnTo>
                        <a:pt x="398" y="44"/>
                      </a:lnTo>
                      <a:lnTo>
                        <a:pt x="398" y="48"/>
                      </a:lnTo>
                      <a:lnTo>
                        <a:pt x="394" y="48"/>
                      </a:lnTo>
                      <a:lnTo>
                        <a:pt x="394" y="48"/>
                      </a:lnTo>
                      <a:lnTo>
                        <a:pt x="394" y="48"/>
                      </a:lnTo>
                      <a:close/>
                      <a:moveTo>
                        <a:pt x="350" y="38"/>
                      </a:moveTo>
                      <a:lnTo>
                        <a:pt x="346" y="34"/>
                      </a:lnTo>
                      <a:lnTo>
                        <a:pt x="342" y="34"/>
                      </a:lnTo>
                      <a:lnTo>
                        <a:pt x="346" y="34"/>
                      </a:lnTo>
                      <a:lnTo>
                        <a:pt x="350" y="34"/>
                      </a:lnTo>
                      <a:lnTo>
                        <a:pt x="354" y="34"/>
                      </a:lnTo>
                      <a:lnTo>
                        <a:pt x="350" y="38"/>
                      </a:lnTo>
                      <a:lnTo>
                        <a:pt x="350" y="38"/>
                      </a:lnTo>
                      <a:lnTo>
                        <a:pt x="350" y="38"/>
                      </a:lnTo>
                      <a:close/>
                      <a:moveTo>
                        <a:pt x="308" y="48"/>
                      </a:moveTo>
                      <a:lnTo>
                        <a:pt x="306" y="48"/>
                      </a:lnTo>
                      <a:lnTo>
                        <a:pt x="302" y="48"/>
                      </a:lnTo>
                      <a:lnTo>
                        <a:pt x="298" y="48"/>
                      </a:lnTo>
                      <a:lnTo>
                        <a:pt x="294" y="48"/>
                      </a:lnTo>
                      <a:lnTo>
                        <a:pt x="290" y="48"/>
                      </a:lnTo>
                      <a:lnTo>
                        <a:pt x="286" y="48"/>
                      </a:lnTo>
                      <a:lnTo>
                        <a:pt x="282" y="48"/>
                      </a:lnTo>
                      <a:lnTo>
                        <a:pt x="282" y="44"/>
                      </a:lnTo>
                      <a:lnTo>
                        <a:pt x="278" y="44"/>
                      </a:lnTo>
                      <a:lnTo>
                        <a:pt x="278" y="42"/>
                      </a:lnTo>
                      <a:lnTo>
                        <a:pt x="282" y="42"/>
                      </a:lnTo>
                      <a:lnTo>
                        <a:pt x="286" y="42"/>
                      </a:lnTo>
                      <a:lnTo>
                        <a:pt x="290" y="42"/>
                      </a:lnTo>
                      <a:lnTo>
                        <a:pt x="286" y="42"/>
                      </a:lnTo>
                      <a:lnTo>
                        <a:pt x="290" y="42"/>
                      </a:lnTo>
                      <a:lnTo>
                        <a:pt x="290" y="44"/>
                      </a:lnTo>
                      <a:lnTo>
                        <a:pt x="294" y="44"/>
                      </a:lnTo>
                      <a:lnTo>
                        <a:pt x="298" y="44"/>
                      </a:lnTo>
                      <a:lnTo>
                        <a:pt x="306" y="48"/>
                      </a:lnTo>
                      <a:lnTo>
                        <a:pt x="308" y="48"/>
                      </a:lnTo>
                      <a:lnTo>
                        <a:pt x="308" y="48"/>
                      </a:lnTo>
                      <a:lnTo>
                        <a:pt x="308" y="48"/>
                      </a:lnTo>
                      <a:close/>
                      <a:moveTo>
                        <a:pt x="294" y="42"/>
                      </a:moveTo>
                      <a:lnTo>
                        <a:pt x="298" y="42"/>
                      </a:lnTo>
                      <a:lnTo>
                        <a:pt x="298" y="44"/>
                      </a:lnTo>
                      <a:lnTo>
                        <a:pt x="294" y="44"/>
                      </a:lnTo>
                      <a:lnTo>
                        <a:pt x="294" y="42"/>
                      </a:lnTo>
                      <a:lnTo>
                        <a:pt x="294" y="42"/>
                      </a:lnTo>
                      <a:lnTo>
                        <a:pt x="294" y="42"/>
                      </a:lnTo>
                      <a:close/>
                      <a:moveTo>
                        <a:pt x="764" y="48"/>
                      </a:moveTo>
                      <a:lnTo>
                        <a:pt x="760" y="44"/>
                      </a:lnTo>
                      <a:lnTo>
                        <a:pt x="756" y="44"/>
                      </a:lnTo>
                      <a:lnTo>
                        <a:pt x="756" y="42"/>
                      </a:lnTo>
                      <a:lnTo>
                        <a:pt x="760" y="42"/>
                      </a:lnTo>
                      <a:lnTo>
                        <a:pt x="760" y="44"/>
                      </a:lnTo>
                      <a:lnTo>
                        <a:pt x="764" y="48"/>
                      </a:lnTo>
                      <a:lnTo>
                        <a:pt x="768" y="48"/>
                      </a:lnTo>
                      <a:lnTo>
                        <a:pt x="764" y="48"/>
                      </a:lnTo>
                      <a:lnTo>
                        <a:pt x="764" y="48"/>
                      </a:lnTo>
                      <a:lnTo>
                        <a:pt x="764" y="48"/>
                      </a:lnTo>
                      <a:close/>
                      <a:moveTo>
                        <a:pt x="744" y="52"/>
                      </a:moveTo>
                      <a:lnTo>
                        <a:pt x="742" y="48"/>
                      </a:lnTo>
                      <a:lnTo>
                        <a:pt x="738" y="48"/>
                      </a:lnTo>
                      <a:lnTo>
                        <a:pt x="738" y="44"/>
                      </a:lnTo>
                      <a:lnTo>
                        <a:pt x="742" y="44"/>
                      </a:lnTo>
                      <a:lnTo>
                        <a:pt x="744" y="44"/>
                      </a:lnTo>
                      <a:lnTo>
                        <a:pt x="744" y="48"/>
                      </a:lnTo>
                      <a:lnTo>
                        <a:pt x="748" y="48"/>
                      </a:lnTo>
                      <a:lnTo>
                        <a:pt x="752" y="48"/>
                      </a:lnTo>
                      <a:lnTo>
                        <a:pt x="752" y="52"/>
                      </a:lnTo>
                      <a:lnTo>
                        <a:pt x="748" y="52"/>
                      </a:lnTo>
                      <a:lnTo>
                        <a:pt x="744" y="52"/>
                      </a:lnTo>
                      <a:lnTo>
                        <a:pt x="744" y="52"/>
                      </a:lnTo>
                      <a:lnTo>
                        <a:pt x="744" y="52"/>
                      </a:lnTo>
                      <a:close/>
                      <a:moveTo>
                        <a:pt x="768" y="60"/>
                      </a:moveTo>
                      <a:lnTo>
                        <a:pt x="764" y="60"/>
                      </a:lnTo>
                      <a:lnTo>
                        <a:pt x="760" y="56"/>
                      </a:lnTo>
                      <a:lnTo>
                        <a:pt x="764" y="56"/>
                      </a:lnTo>
                      <a:lnTo>
                        <a:pt x="768" y="56"/>
                      </a:lnTo>
                      <a:lnTo>
                        <a:pt x="770" y="56"/>
                      </a:lnTo>
                      <a:lnTo>
                        <a:pt x="770" y="60"/>
                      </a:lnTo>
                      <a:lnTo>
                        <a:pt x="774" y="60"/>
                      </a:lnTo>
                      <a:lnTo>
                        <a:pt x="770" y="60"/>
                      </a:lnTo>
                      <a:lnTo>
                        <a:pt x="768" y="60"/>
                      </a:lnTo>
                      <a:lnTo>
                        <a:pt x="768" y="60"/>
                      </a:lnTo>
                      <a:lnTo>
                        <a:pt x="768" y="60"/>
                      </a:lnTo>
                      <a:close/>
                      <a:moveTo>
                        <a:pt x="738" y="60"/>
                      </a:moveTo>
                      <a:lnTo>
                        <a:pt x="734" y="56"/>
                      </a:lnTo>
                      <a:lnTo>
                        <a:pt x="738" y="56"/>
                      </a:lnTo>
                      <a:lnTo>
                        <a:pt x="742" y="60"/>
                      </a:lnTo>
                      <a:lnTo>
                        <a:pt x="744" y="60"/>
                      </a:lnTo>
                      <a:lnTo>
                        <a:pt x="742" y="60"/>
                      </a:lnTo>
                      <a:lnTo>
                        <a:pt x="738" y="60"/>
                      </a:lnTo>
                      <a:lnTo>
                        <a:pt x="738" y="60"/>
                      </a:lnTo>
                      <a:lnTo>
                        <a:pt x="738" y="60"/>
                      </a:lnTo>
                      <a:close/>
                      <a:moveTo>
                        <a:pt x="86" y="90"/>
                      </a:moveTo>
                      <a:lnTo>
                        <a:pt x="90" y="90"/>
                      </a:lnTo>
                      <a:lnTo>
                        <a:pt x="94" y="90"/>
                      </a:lnTo>
                      <a:lnTo>
                        <a:pt x="90" y="90"/>
                      </a:lnTo>
                      <a:lnTo>
                        <a:pt x="86" y="90"/>
                      </a:lnTo>
                      <a:lnTo>
                        <a:pt x="86" y="90"/>
                      </a:lnTo>
                      <a:lnTo>
                        <a:pt x="86" y="90"/>
                      </a:lnTo>
                      <a:close/>
                      <a:moveTo>
                        <a:pt x="760" y="130"/>
                      </a:moveTo>
                      <a:lnTo>
                        <a:pt x="760" y="134"/>
                      </a:lnTo>
                      <a:lnTo>
                        <a:pt x="756" y="134"/>
                      </a:lnTo>
                      <a:lnTo>
                        <a:pt x="756" y="130"/>
                      </a:lnTo>
                      <a:lnTo>
                        <a:pt x="760" y="130"/>
                      </a:lnTo>
                      <a:lnTo>
                        <a:pt x="760" y="130"/>
                      </a:lnTo>
                      <a:lnTo>
                        <a:pt x="760" y="130"/>
                      </a:lnTo>
                      <a:close/>
                      <a:moveTo>
                        <a:pt x="782" y="130"/>
                      </a:moveTo>
                      <a:lnTo>
                        <a:pt x="782" y="134"/>
                      </a:lnTo>
                      <a:lnTo>
                        <a:pt x="778" y="134"/>
                      </a:lnTo>
                      <a:lnTo>
                        <a:pt x="778" y="138"/>
                      </a:lnTo>
                      <a:lnTo>
                        <a:pt x="774" y="138"/>
                      </a:lnTo>
                      <a:lnTo>
                        <a:pt x="774" y="134"/>
                      </a:lnTo>
                      <a:lnTo>
                        <a:pt x="778" y="130"/>
                      </a:lnTo>
                      <a:lnTo>
                        <a:pt x="782" y="130"/>
                      </a:lnTo>
                      <a:lnTo>
                        <a:pt x="782" y="130"/>
                      </a:lnTo>
                      <a:lnTo>
                        <a:pt x="782" y="130"/>
                      </a:lnTo>
                      <a:close/>
                      <a:moveTo>
                        <a:pt x="774" y="146"/>
                      </a:moveTo>
                      <a:lnTo>
                        <a:pt x="770" y="142"/>
                      </a:lnTo>
                      <a:lnTo>
                        <a:pt x="774" y="142"/>
                      </a:lnTo>
                      <a:lnTo>
                        <a:pt x="774" y="146"/>
                      </a:lnTo>
                      <a:lnTo>
                        <a:pt x="774" y="146"/>
                      </a:lnTo>
                      <a:lnTo>
                        <a:pt x="774" y="146"/>
                      </a:lnTo>
                      <a:close/>
                      <a:moveTo>
                        <a:pt x="770" y="146"/>
                      </a:moveTo>
                      <a:lnTo>
                        <a:pt x="770" y="150"/>
                      </a:lnTo>
                      <a:lnTo>
                        <a:pt x="768" y="150"/>
                      </a:lnTo>
                      <a:lnTo>
                        <a:pt x="768" y="146"/>
                      </a:lnTo>
                      <a:lnTo>
                        <a:pt x="770" y="146"/>
                      </a:lnTo>
                      <a:lnTo>
                        <a:pt x="770" y="146"/>
                      </a:lnTo>
                      <a:lnTo>
                        <a:pt x="770" y="146"/>
                      </a:lnTo>
                      <a:close/>
                      <a:moveTo>
                        <a:pt x="760" y="154"/>
                      </a:moveTo>
                      <a:lnTo>
                        <a:pt x="764" y="158"/>
                      </a:lnTo>
                      <a:lnTo>
                        <a:pt x="760" y="158"/>
                      </a:lnTo>
                      <a:lnTo>
                        <a:pt x="756" y="158"/>
                      </a:lnTo>
                      <a:lnTo>
                        <a:pt x="756" y="154"/>
                      </a:lnTo>
                      <a:lnTo>
                        <a:pt x="760" y="154"/>
                      </a:lnTo>
                      <a:lnTo>
                        <a:pt x="760" y="154"/>
                      </a:lnTo>
                      <a:lnTo>
                        <a:pt x="760" y="154"/>
                      </a:lnTo>
                      <a:close/>
                      <a:moveTo>
                        <a:pt x="756" y="158"/>
                      </a:moveTo>
                      <a:lnTo>
                        <a:pt x="752" y="158"/>
                      </a:lnTo>
                      <a:lnTo>
                        <a:pt x="752" y="154"/>
                      </a:lnTo>
                      <a:lnTo>
                        <a:pt x="756" y="154"/>
                      </a:lnTo>
                      <a:lnTo>
                        <a:pt x="756" y="158"/>
                      </a:lnTo>
                      <a:lnTo>
                        <a:pt x="756" y="158"/>
                      </a:lnTo>
                      <a:lnTo>
                        <a:pt x="756" y="158"/>
                      </a:lnTo>
                      <a:close/>
                      <a:moveTo>
                        <a:pt x="760" y="160"/>
                      </a:moveTo>
                      <a:lnTo>
                        <a:pt x="760" y="158"/>
                      </a:lnTo>
                      <a:lnTo>
                        <a:pt x="764" y="158"/>
                      </a:lnTo>
                      <a:lnTo>
                        <a:pt x="760" y="160"/>
                      </a:lnTo>
                      <a:lnTo>
                        <a:pt x="760" y="160"/>
                      </a:lnTo>
                      <a:lnTo>
                        <a:pt x="760" y="160"/>
                      </a:lnTo>
                      <a:close/>
                      <a:moveTo>
                        <a:pt x="744" y="160"/>
                      </a:moveTo>
                      <a:lnTo>
                        <a:pt x="742" y="160"/>
                      </a:lnTo>
                      <a:lnTo>
                        <a:pt x="738" y="160"/>
                      </a:lnTo>
                      <a:lnTo>
                        <a:pt x="742" y="160"/>
                      </a:lnTo>
                      <a:lnTo>
                        <a:pt x="744" y="160"/>
                      </a:lnTo>
                      <a:lnTo>
                        <a:pt x="744" y="160"/>
                      </a:lnTo>
                      <a:lnTo>
                        <a:pt x="744" y="160"/>
                      </a:lnTo>
                      <a:close/>
                      <a:moveTo>
                        <a:pt x="764" y="160"/>
                      </a:moveTo>
                      <a:lnTo>
                        <a:pt x="764" y="164"/>
                      </a:lnTo>
                      <a:lnTo>
                        <a:pt x="760" y="164"/>
                      </a:lnTo>
                      <a:lnTo>
                        <a:pt x="760" y="160"/>
                      </a:lnTo>
                      <a:lnTo>
                        <a:pt x="764" y="160"/>
                      </a:lnTo>
                      <a:lnTo>
                        <a:pt x="768" y="160"/>
                      </a:lnTo>
                      <a:lnTo>
                        <a:pt x="764" y="160"/>
                      </a:lnTo>
                      <a:lnTo>
                        <a:pt x="764" y="160"/>
                      </a:lnTo>
                      <a:lnTo>
                        <a:pt x="764" y="160"/>
                      </a:lnTo>
                      <a:close/>
                      <a:moveTo>
                        <a:pt x="734" y="164"/>
                      </a:moveTo>
                      <a:lnTo>
                        <a:pt x="734" y="168"/>
                      </a:lnTo>
                      <a:lnTo>
                        <a:pt x="730" y="168"/>
                      </a:lnTo>
                      <a:lnTo>
                        <a:pt x="730" y="164"/>
                      </a:lnTo>
                      <a:lnTo>
                        <a:pt x="734" y="164"/>
                      </a:lnTo>
                      <a:lnTo>
                        <a:pt x="734" y="164"/>
                      </a:lnTo>
                      <a:lnTo>
                        <a:pt x="734" y="164"/>
                      </a:lnTo>
                      <a:close/>
                      <a:moveTo>
                        <a:pt x="748" y="174"/>
                      </a:moveTo>
                      <a:lnTo>
                        <a:pt x="748" y="178"/>
                      </a:lnTo>
                      <a:lnTo>
                        <a:pt x="744" y="174"/>
                      </a:lnTo>
                      <a:lnTo>
                        <a:pt x="742" y="174"/>
                      </a:lnTo>
                      <a:lnTo>
                        <a:pt x="744" y="174"/>
                      </a:lnTo>
                      <a:lnTo>
                        <a:pt x="748" y="174"/>
                      </a:lnTo>
                      <a:lnTo>
                        <a:pt x="748" y="174"/>
                      </a:lnTo>
                      <a:lnTo>
                        <a:pt x="748" y="174"/>
                      </a:lnTo>
                      <a:close/>
                      <a:moveTo>
                        <a:pt x="752" y="178"/>
                      </a:moveTo>
                      <a:lnTo>
                        <a:pt x="748" y="178"/>
                      </a:lnTo>
                      <a:lnTo>
                        <a:pt x="752" y="178"/>
                      </a:lnTo>
                      <a:lnTo>
                        <a:pt x="752" y="178"/>
                      </a:lnTo>
                      <a:lnTo>
                        <a:pt x="752" y="178"/>
                      </a:lnTo>
                      <a:close/>
                      <a:moveTo>
                        <a:pt x="96" y="178"/>
                      </a:moveTo>
                      <a:lnTo>
                        <a:pt x="94" y="178"/>
                      </a:lnTo>
                      <a:lnTo>
                        <a:pt x="90" y="178"/>
                      </a:lnTo>
                      <a:lnTo>
                        <a:pt x="94" y="178"/>
                      </a:lnTo>
                      <a:lnTo>
                        <a:pt x="96" y="178"/>
                      </a:lnTo>
                      <a:lnTo>
                        <a:pt x="96" y="178"/>
                      </a:lnTo>
                      <a:lnTo>
                        <a:pt x="96" y="178"/>
                      </a:lnTo>
                      <a:close/>
                      <a:moveTo>
                        <a:pt x="26" y="182"/>
                      </a:moveTo>
                      <a:lnTo>
                        <a:pt x="26" y="178"/>
                      </a:lnTo>
                      <a:lnTo>
                        <a:pt x="30" y="178"/>
                      </a:lnTo>
                      <a:lnTo>
                        <a:pt x="34" y="178"/>
                      </a:lnTo>
                      <a:lnTo>
                        <a:pt x="34" y="182"/>
                      </a:lnTo>
                      <a:lnTo>
                        <a:pt x="38" y="182"/>
                      </a:lnTo>
                      <a:lnTo>
                        <a:pt x="40" y="182"/>
                      </a:lnTo>
                      <a:lnTo>
                        <a:pt x="38" y="182"/>
                      </a:lnTo>
                      <a:lnTo>
                        <a:pt x="34" y="182"/>
                      </a:lnTo>
                      <a:lnTo>
                        <a:pt x="30" y="182"/>
                      </a:lnTo>
                      <a:lnTo>
                        <a:pt x="26" y="182"/>
                      </a:lnTo>
                      <a:lnTo>
                        <a:pt x="22" y="182"/>
                      </a:lnTo>
                      <a:lnTo>
                        <a:pt x="26" y="182"/>
                      </a:lnTo>
                      <a:lnTo>
                        <a:pt x="26" y="182"/>
                      </a:lnTo>
                      <a:lnTo>
                        <a:pt x="26" y="182"/>
                      </a:lnTo>
                      <a:close/>
                      <a:moveTo>
                        <a:pt x="10" y="182"/>
                      </a:moveTo>
                      <a:lnTo>
                        <a:pt x="14" y="182"/>
                      </a:lnTo>
                      <a:lnTo>
                        <a:pt x="18" y="182"/>
                      </a:lnTo>
                      <a:lnTo>
                        <a:pt x="22" y="182"/>
                      </a:lnTo>
                      <a:lnTo>
                        <a:pt x="18" y="186"/>
                      </a:lnTo>
                      <a:lnTo>
                        <a:pt x="14" y="186"/>
                      </a:lnTo>
                      <a:lnTo>
                        <a:pt x="10" y="186"/>
                      </a:lnTo>
                      <a:lnTo>
                        <a:pt x="10" y="182"/>
                      </a:lnTo>
                      <a:lnTo>
                        <a:pt x="8" y="182"/>
                      </a:lnTo>
                      <a:lnTo>
                        <a:pt x="10" y="182"/>
                      </a:lnTo>
                      <a:lnTo>
                        <a:pt x="10" y="182"/>
                      </a:lnTo>
                      <a:lnTo>
                        <a:pt x="10" y="182"/>
                      </a:lnTo>
                      <a:close/>
                      <a:moveTo>
                        <a:pt x="752" y="198"/>
                      </a:moveTo>
                      <a:lnTo>
                        <a:pt x="756" y="198"/>
                      </a:lnTo>
                      <a:lnTo>
                        <a:pt x="752" y="200"/>
                      </a:lnTo>
                      <a:lnTo>
                        <a:pt x="752" y="198"/>
                      </a:lnTo>
                      <a:lnTo>
                        <a:pt x="752" y="198"/>
                      </a:lnTo>
                      <a:lnTo>
                        <a:pt x="752" y="198"/>
                      </a:lnTo>
                      <a:close/>
                      <a:moveTo>
                        <a:pt x="752" y="200"/>
                      </a:moveTo>
                      <a:lnTo>
                        <a:pt x="756" y="200"/>
                      </a:lnTo>
                      <a:lnTo>
                        <a:pt x="752" y="200"/>
                      </a:lnTo>
                      <a:lnTo>
                        <a:pt x="752" y="200"/>
                      </a:lnTo>
                      <a:lnTo>
                        <a:pt x="752" y="200"/>
                      </a:lnTo>
                      <a:close/>
                      <a:moveTo>
                        <a:pt x="734" y="204"/>
                      </a:moveTo>
                      <a:lnTo>
                        <a:pt x="730" y="204"/>
                      </a:lnTo>
                      <a:lnTo>
                        <a:pt x="726" y="204"/>
                      </a:lnTo>
                      <a:lnTo>
                        <a:pt x="730" y="204"/>
                      </a:lnTo>
                      <a:lnTo>
                        <a:pt x="734" y="204"/>
                      </a:lnTo>
                      <a:lnTo>
                        <a:pt x="734" y="204"/>
                      </a:lnTo>
                      <a:lnTo>
                        <a:pt x="734" y="204"/>
                      </a:lnTo>
                      <a:close/>
                      <a:moveTo>
                        <a:pt x="48" y="204"/>
                      </a:moveTo>
                      <a:lnTo>
                        <a:pt x="44" y="204"/>
                      </a:lnTo>
                      <a:lnTo>
                        <a:pt x="40" y="204"/>
                      </a:lnTo>
                      <a:lnTo>
                        <a:pt x="44" y="204"/>
                      </a:lnTo>
                      <a:lnTo>
                        <a:pt x="48" y="204"/>
                      </a:lnTo>
                      <a:lnTo>
                        <a:pt x="48" y="204"/>
                      </a:lnTo>
                      <a:lnTo>
                        <a:pt x="48" y="204"/>
                      </a:lnTo>
                      <a:close/>
                      <a:moveTo>
                        <a:pt x="738" y="208"/>
                      </a:moveTo>
                      <a:lnTo>
                        <a:pt x="738" y="212"/>
                      </a:lnTo>
                      <a:lnTo>
                        <a:pt x="738" y="208"/>
                      </a:lnTo>
                      <a:lnTo>
                        <a:pt x="734" y="208"/>
                      </a:lnTo>
                      <a:lnTo>
                        <a:pt x="738" y="208"/>
                      </a:lnTo>
                      <a:lnTo>
                        <a:pt x="738" y="204"/>
                      </a:lnTo>
                      <a:lnTo>
                        <a:pt x="738" y="208"/>
                      </a:lnTo>
                      <a:lnTo>
                        <a:pt x="738" y="208"/>
                      </a:lnTo>
                      <a:lnTo>
                        <a:pt x="738" y="208"/>
                      </a:lnTo>
                      <a:close/>
                      <a:moveTo>
                        <a:pt x="40" y="208"/>
                      </a:moveTo>
                      <a:lnTo>
                        <a:pt x="44" y="208"/>
                      </a:lnTo>
                      <a:lnTo>
                        <a:pt x="40" y="208"/>
                      </a:lnTo>
                      <a:lnTo>
                        <a:pt x="40" y="208"/>
                      </a:lnTo>
                      <a:lnTo>
                        <a:pt x="40" y="208"/>
                      </a:lnTo>
                      <a:close/>
                      <a:moveTo>
                        <a:pt x="744" y="208"/>
                      </a:moveTo>
                      <a:lnTo>
                        <a:pt x="748" y="208"/>
                      </a:lnTo>
                      <a:lnTo>
                        <a:pt x="748" y="212"/>
                      </a:lnTo>
                      <a:lnTo>
                        <a:pt x="744" y="212"/>
                      </a:lnTo>
                      <a:lnTo>
                        <a:pt x="744" y="208"/>
                      </a:lnTo>
                      <a:lnTo>
                        <a:pt x="742" y="212"/>
                      </a:lnTo>
                      <a:lnTo>
                        <a:pt x="742" y="208"/>
                      </a:lnTo>
                      <a:lnTo>
                        <a:pt x="744" y="208"/>
                      </a:lnTo>
                      <a:lnTo>
                        <a:pt x="744" y="208"/>
                      </a:lnTo>
                      <a:lnTo>
                        <a:pt x="744" y="208"/>
                      </a:lnTo>
                      <a:close/>
                      <a:moveTo>
                        <a:pt x="734" y="212"/>
                      </a:moveTo>
                      <a:lnTo>
                        <a:pt x="738" y="212"/>
                      </a:lnTo>
                      <a:lnTo>
                        <a:pt x="742" y="212"/>
                      </a:lnTo>
                      <a:lnTo>
                        <a:pt x="742" y="216"/>
                      </a:lnTo>
                      <a:lnTo>
                        <a:pt x="742" y="212"/>
                      </a:lnTo>
                      <a:lnTo>
                        <a:pt x="738" y="212"/>
                      </a:lnTo>
                      <a:lnTo>
                        <a:pt x="734" y="212"/>
                      </a:lnTo>
                      <a:lnTo>
                        <a:pt x="734" y="212"/>
                      </a:lnTo>
                      <a:lnTo>
                        <a:pt x="734" y="212"/>
                      </a:lnTo>
                      <a:close/>
                      <a:moveTo>
                        <a:pt x="744" y="212"/>
                      </a:moveTo>
                      <a:lnTo>
                        <a:pt x="742" y="212"/>
                      </a:lnTo>
                      <a:lnTo>
                        <a:pt x="744" y="212"/>
                      </a:lnTo>
                      <a:lnTo>
                        <a:pt x="748" y="212"/>
                      </a:lnTo>
                      <a:lnTo>
                        <a:pt x="744" y="212"/>
                      </a:lnTo>
                      <a:lnTo>
                        <a:pt x="744" y="212"/>
                      </a:lnTo>
                      <a:lnTo>
                        <a:pt x="744" y="212"/>
                      </a:lnTo>
                      <a:close/>
                      <a:moveTo>
                        <a:pt x="110" y="220"/>
                      </a:moveTo>
                      <a:lnTo>
                        <a:pt x="114" y="220"/>
                      </a:lnTo>
                      <a:lnTo>
                        <a:pt x="110" y="220"/>
                      </a:lnTo>
                      <a:lnTo>
                        <a:pt x="108" y="220"/>
                      </a:lnTo>
                      <a:lnTo>
                        <a:pt x="110" y="220"/>
                      </a:lnTo>
                      <a:lnTo>
                        <a:pt x="110" y="220"/>
                      </a:lnTo>
                      <a:lnTo>
                        <a:pt x="110" y="220"/>
                      </a:lnTo>
                      <a:close/>
                      <a:moveTo>
                        <a:pt x="748" y="224"/>
                      </a:moveTo>
                      <a:lnTo>
                        <a:pt x="744" y="224"/>
                      </a:lnTo>
                      <a:lnTo>
                        <a:pt x="748" y="220"/>
                      </a:lnTo>
                      <a:lnTo>
                        <a:pt x="748" y="224"/>
                      </a:lnTo>
                      <a:lnTo>
                        <a:pt x="748" y="224"/>
                      </a:lnTo>
                      <a:lnTo>
                        <a:pt x="748" y="224"/>
                      </a:lnTo>
                      <a:close/>
                      <a:moveTo>
                        <a:pt x="744" y="246"/>
                      </a:moveTo>
                      <a:lnTo>
                        <a:pt x="748" y="250"/>
                      </a:lnTo>
                      <a:lnTo>
                        <a:pt x="744" y="250"/>
                      </a:lnTo>
                      <a:lnTo>
                        <a:pt x="748" y="250"/>
                      </a:lnTo>
                      <a:lnTo>
                        <a:pt x="752" y="254"/>
                      </a:lnTo>
                      <a:lnTo>
                        <a:pt x="748" y="256"/>
                      </a:lnTo>
                      <a:lnTo>
                        <a:pt x="744" y="256"/>
                      </a:lnTo>
                      <a:lnTo>
                        <a:pt x="742" y="256"/>
                      </a:lnTo>
                      <a:lnTo>
                        <a:pt x="742" y="254"/>
                      </a:lnTo>
                      <a:lnTo>
                        <a:pt x="742" y="250"/>
                      </a:lnTo>
                      <a:lnTo>
                        <a:pt x="742" y="246"/>
                      </a:lnTo>
                      <a:lnTo>
                        <a:pt x="744" y="246"/>
                      </a:lnTo>
                      <a:lnTo>
                        <a:pt x="744" y="246"/>
                      </a:lnTo>
                      <a:lnTo>
                        <a:pt x="744" y="246"/>
                      </a:lnTo>
                      <a:close/>
                      <a:moveTo>
                        <a:pt x="770" y="256"/>
                      </a:moveTo>
                      <a:lnTo>
                        <a:pt x="768" y="256"/>
                      </a:lnTo>
                      <a:lnTo>
                        <a:pt x="770" y="256"/>
                      </a:lnTo>
                      <a:lnTo>
                        <a:pt x="774" y="256"/>
                      </a:lnTo>
                      <a:lnTo>
                        <a:pt x="770" y="256"/>
                      </a:lnTo>
                      <a:lnTo>
                        <a:pt x="770" y="256"/>
                      </a:lnTo>
                      <a:lnTo>
                        <a:pt x="770" y="256"/>
                      </a:lnTo>
                      <a:close/>
                      <a:moveTo>
                        <a:pt x="768" y="260"/>
                      </a:moveTo>
                      <a:lnTo>
                        <a:pt x="764" y="260"/>
                      </a:lnTo>
                      <a:lnTo>
                        <a:pt x="760" y="260"/>
                      </a:lnTo>
                      <a:lnTo>
                        <a:pt x="764" y="256"/>
                      </a:lnTo>
                      <a:lnTo>
                        <a:pt x="768" y="256"/>
                      </a:lnTo>
                      <a:lnTo>
                        <a:pt x="768" y="260"/>
                      </a:lnTo>
                      <a:lnTo>
                        <a:pt x="768" y="260"/>
                      </a:lnTo>
                      <a:lnTo>
                        <a:pt x="768" y="260"/>
                      </a:lnTo>
                      <a:close/>
                      <a:moveTo>
                        <a:pt x="226" y="260"/>
                      </a:moveTo>
                      <a:lnTo>
                        <a:pt x="222" y="260"/>
                      </a:lnTo>
                      <a:lnTo>
                        <a:pt x="226" y="260"/>
                      </a:lnTo>
                      <a:lnTo>
                        <a:pt x="226" y="260"/>
                      </a:lnTo>
                      <a:lnTo>
                        <a:pt x="226" y="260"/>
                      </a:lnTo>
                      <a:close/>
                      <a:moveTo>
                        <a:pt x="220" y="260"/>
                      </a:moveTo>
                      <a:lnTo>
                        <a:pt x="222" y="260"/>
                      </a:lnTo>
                      <a:lnTo>
                        <a:pt x="226" y="260"/>
                      </a:lnTo>
                      <a:lnTo>
                        <a:pt x="230" y="260"/>
                      </a:lnTo>
                      <a:lnTo>
                        <a:pt x="234" y="260"/>
                      </a:lnTo>
                      <a:lnTo>
                        <a:pt x="230" y="260"/>
                      </a:lnTo>
                      <a:lnTo>
                        <a:pt x="226" y="260"/>
                      </a:lnTo>
                      <a:lnTo>
                        <a:pt x="222" y="264"/>
                      </a:lnTo>
                      <a:lnTo>
                        <a:pt x="220" y="260"/>
                      </a:lnTo>
                      <a:lnTo>
                        <a:pt x="220" y="260"/>
                      </a:lnTo>
                      <a:lnTo>
                        <a:pt x="220" y="260"/>
                      </a:lnTo>
                      <a:close/>
                      <a:moveTo>
                        <a:pt x="734" y="264"/>
                      </a:moveTo>
                      <a:lnTo>
                        <a:pt x="738" y="264"/>
                      </a:lnTo>
                      <a:lnTo>
                        <a:pt x="742" y="264"/>
                      </a:lnTo>
                      <a:lnTo>
                        <a:pt x="742" y="268"/>
                      </a:lnTo>
                      <a:lnTo>
                        <a:pt x="744" y="268"/>
                      </a:lnTo>
                      <a:lnTo>
                        <a:pt x="748" y="268"/>
                      </a:lnTo>
                      <a:lnTo>
                        <a:pt x="748" y="272"/>
                      </a:lnTo>
                      <a:lnTo>
                        <a:pt x="744" y="272"/>
                      </a:lnTo>
                      <a:lnTo>
                        <a:pt x="742" y="272"/>
                      </a:lnTo>
                      <a:lnTo>
                        <a:pt x="738" y="272"/>
                      </a:lnTo>
                      <a:lnTo>
                        <a:pt x="734" y="272"/>
                      </a:lnTo>
                      <a:lnTo>
                        <a:pt x="730" y="272"/>
                      </a:lnTo>
                      <a:lnTo>
                        <a:pt x="726" y="272"/>
                      </a:lnTo>
                      <a:lnTo>
                        <a:pt x="722" y="272"/>
                      </a:lnTo>
                      <a:lnTo>
                        <a:pt x="722" y="268"/>
                      </a:lnTo>
                      <a:lnTo>
                        <a:pt x="722" y="264"/>
                      </a:lnTo>
                      <a:lnTo>
                        <a:pt x="726" y="264"/>
                      </a:lnTo>
                      <a:lnTo>
                        <a:pt x="730" y="264"/>
                      </a:lnTo>
                      <a:lnTo>
                        <a:pt x="734" y="264"/>
                      </a:lnTo>
                      <a:lnTo>
                        <a:pt x="734" y="264"/>
                      </a:lnTo>
                      <a:lnTo>
                        <a:pt x="734" y="264"/>
                      </a:lnTo>
                      <a:close/>
                      <a:moveTo>
                        <a:pt x="234" y="280"/>
                      </a:moveTo>
                      <a:lnTo>
                        <a:pt x="230" y="280"/>
                      </a:lnTo>
                      <a:lnTo>
                        <a:pt x="234" y="280"/>
                      </a:lnTo>
                      <a:lnTo>
                        <a:pt x="238" y="280"/>
                      </a:lnTo>
                      <a:lnTo>
                        <a:pt x="242" y="280"/>
                      </a:lnTo>
                      <a:lnTo>
                        <a:pt x="238" y="280"/>
                      </a:lnTo>
                      <a:lnTo>
                        <a:pt x="234" y="280"/>
                      </a:lnTo>
                      <a:lnTo>
                        <a:pt x="234" y="280"/>
                      </a:lnTo>
                      <a:lnTo>
                        <a:pt x="234" y="280"/>
                      </a:lnTo>
                      <a:close/>
                      <a:moveTo>
                        <a:pt x="234" y="284"/>
                      </a:moveTo>
                      <a:lnTo>
                        <a:pt x="230" y="286"/>
                      </a:lnTo>
                      <a:lnTo>
                        <a:pt x="226" y="286"/>
                      </a:lnTo>
                      <a:lnTo>
                        <a:pt x="226" y="284"/>
                      </a:lnTo>
                      <a:lnTo>
                        <a:pt x="230" y="284"/>
                      </a:lnTo>
                      <a:lnTo>
                        <a:pt x="234" y="284"/>
                      </a:lnTo>
                      <a:lnTo>
                        <a:pt x="234" y="284"/>
                      </a:lnTo>
                      <a:lnTo>
                        <a:pt x="234" y="284"/>
                      </a:lnTo>
                      <a:close/>
                      <a:moveTo>
                        <a:pt x="234" y="286"/>
                      </a:moveTo>
                      <a:lnTo>
                        <a:pt x="230" y="286"/>
                      </a:lnTo>
                      <a:lnTo>
                        <a:pt x="234" y="286"/>
                      </a:lnTo>
                      <a:lnTo>
                        <a:pt x="234" y="284"/>
                      </a:lnTo>
                      <a:lnTo>
                        <a:pt x="238" y="284"/>
                      </a:lnTo>
                      <a:lnTo>
                        <a:pt x="238" y="286"/>
                      </a:lnTo>
                      <a:lnTo>
                        <a:pt x="234" y="286"/>
                      </a:lnTo>
                      <a:lnTo>
                        <a:pt x="234" y="286"/>
                      </a:lnTo>
                      <a:lnTo>
                        <a:pt x="234" y="286"/>
                      </a:lnTo>
                      <a:close/>
                      <a:moveTo>
                        <a:pt x="242" y="286"/>
                      </a:moveTo>
                      <a:lnTo>
                        <a:pt x="246" y="286"/>
                      </a:lnTo>
                      <a:lnTo>
                        <a:pt x="246" y="290"/>
                      </a:lnTo>
                      <a:lnTo>
                        <a:pt x="242" y="290"/>
                      </a:lnTo>
                      <a:lnTo>
                        <a:pt x="246" y="290"/>
                      </a:lnTo>
                      <a:lnTo>
                        <a:pt x="242" y="290"/>
                      </a:lnTo>
                      <a:lnTo>
                        <a:pt x="238" y="286"/>
                      </a:lnTo>
                      <a:lnTo>
                        <a:pt x="242" y="286"/>
                      </a:lnTo>
                      <a:lnTo>
                        <a:pt x="242" y="286"/>
                      </a:lnTo>
                      <a:lnTo>
                        <a:pt x="242" y="286"/>
                      </a:lnTo>
                      <a:close/>
                      <a:moveTo>
                        <a:pt x="242" y="290"/>
                      </a:moveTo>
                      <a:lnTo>
                        <a:pt x="238" y="290"/>
                      </a:lnTo>
                      <a:lnTo>
                        <a:pt x="242" y="290"/>
                      </a:lnTo>
                      <a:lnTo>
                        <a:pt x="242" y="290"/>
                      </a:lnTo>
                      <a:lnTo>
                        <a:pt x="242" y="290"/>
                      </a:lnTo>
                      <a:close/>
                      <a:moveTo>
                        <a:pt x="686" y="290"/>
                      </a:moveTo>
                      <a:lnTo>
                        <a:pt x="688" y="290"/>
                      </a:lnTo>
                      <a:lnTo>
                        <a:pt x="692" y="294"/>
                      </a:lnTo>
                      <a:lnTo>
                        <a:pt x="696" y="294"/>
                      </a:lnTo>
                      <a:lnTo>
                        <a:pt x="700" y="294"/>
                      </a:lnTo>
                      <a:lnTo>
                        <a:pt x="704" y="294"/>
                      </a:lnTo>
                      <a:lnTo>
                        <a:pt x="704" y="298"/>
                      </a:lnTo>
                      <a:lnTo>
                        <a:pt x="696" y="298"/>
                      </a:lnTo>
                      <a:lnTo>
                        <a:pt x="696" y="294"/>
                      </a:lnTo>
                      <a:lnTo>
                        <a:pt x="692" y="294"/>
                      </a:lnTo>
                      <a:lnTo>
                        <a:pt x="688" y="294"/>
                      </a:lnTo>
                      <a:lnTo>
                        <a:pt x="686" y="294"/>
                      </a:lnTo>
                      <a:lnTo>
                        <a:pt x="682" y="294"/>
                      </a:lnTo>
                      <a:lnTo>
                        <a:pt x="678" y="294"/>
                      </a:lnTo>
                      <a:lnTo>
                        <a:pt x="682" y="294"/>
                      </a:lnTo>
                      <a:lnTo>
                        <a:pt x="686" y="294"/>
                      </a:lnTo>
                      <a:lnTo>
                        <a:pt x="688" y="294"/>
                      </a:lnTo>
                      <a:lnTo>
                        <a:pt x="692" y="294"/>
                      </a:lnTo>
                      <a:lnTo>
                        <a:pt x="692" y="298"/>
                      </a:lnTo>
                      <a:lnTo>
                        <a:pt x="696" y="298"/>
                      </a:lnTo>
                      <a:lnTo>
                        <a:pt x="700" y="298"/>
                      </a:lnTo>
                      <a:lnTo>
                        <a:pt x="704" y="298"/>
                      </a:lnTo>
                      <a:lnTo>
                        <a:pt x="708" y="298"/>
                      </a:lnTo>
                      <a:lnTo>
                        <a:pt x="704" y="298"/>
                      </a:lnTo>
                      <a:lnTo>
                        <a:pt x="700" y="298"/>
                      </a:lnTo>
                      <a:lnTo>
                        <a:pt x="700" y="302"/>
                      </a:lnTo>
                      <a:lnTo>
                        <a:pt x="696" y="302"/>
                      </a:lnTo>
                      <a:lnTo>
                        <a:pt x="692" y="302"/>
                      </a:lnTo>
                      <a:lnTo>
                        <a:pt x="688" y="302"/>
                      </a:lnTo>
                      <a:lnTo>
                        <a:pt x="686" y="302"/>
                      </a:lnTo>
                      <a:lnTo>
                        <a:pt x="682" y="302"/>
                      </a:lnTo>
                      <a:lnTo>
                        <a:pt x="678" y="298"/>
                      </a:lnTo>
                      <a:lnTo>
                        <a:pt x="674" y="298"/>
                      </a:lnTo>
                      <a:lnTo>
                        <a:pt x="670" y="298"/>
                      </a:lnTo>
                      <a:lnTo>
                        <a:pt x="666" y="298"/>
                      </a:lnTo>
                      <a:lnTo>
                        <a:pt x="670" y="294"/>
                      </a:lnTo>
                      <a:lnTo>
                        <a:pt x="674" y="294"/>
                      </a:lnTo>
                      <a:lnTo>
                        <a:pt x="674" y="290"/>
                      </a:lnTo>
                      <a:lnTo>
                        <a:pt x="678" y="290"/>
                      </a:lnTo>
                      <a:lnTo>
                        <a:pt x="682" y="290"/>
                      </a:lnTo>
                      <a:lnTo>
                        <a:pt x="686" y="290"/>
                      </a:lnTo>
                      <a:lnTo>
                        <a:pt x="686" y="290"/>
                      </a:lnTo>
                      <a:lnTo>
                        <a:pt x="686" y="290"/>
                      </a:lnTo>
                      <a:close/>
                      <a:moveTo>
                        <a:pt x="246" y="294"/>
                      </a:moveTo>
                      <a:lnTo>
                        <a:pt x="250" y="290"/>
                      </a:lnTo>
                      <a:lnTo>
                        <a:pt x="250" y="294"/>
                      </a:lnTo>
                      <a:lnTo>
                        <a:pt x="246" y="294"/>
                      </a:lnTo>
                      <a:lnTo>
                        <a:pt x="246" y="294"/>
                      </a:lnTo>
                      <a:lnTo>
                        <a:pt x="246" y="294"/>
                      </a:lnTo>
                      <a:close/>
                      <a:moveTo>
                        <a:pt x="242" y="290"/>
                      </a:moveTo>
                      <a:lnTo>
                        <a:pt x="242" y="294"/>
                      </a:lnTo>
                      <a:lnTo>
                        <a:pt x="238" y="294"/>
                      </a:lnTo>
                      <a:lnTo>
                        <a:pt x="238" y="290"/>
                      </a:lnTo>
                      <a:lnTo>
                        <a:pt x="242" y="290"/>
                      </a:lnTo>
                      <a:lnTo>
                        <a:pt x="242" y="290"/>
                      </a:lnTo>
                      <a:lnTo>
                        <a:pt x="242" y="290"/>
                      </a:lnTo>
                      <a:close/>
                      <a:moveTo>
                        <a:pt x="246" y="294"/>
                      </a:moveTo>
                      <a:lnTo>
                        <a:pt x="242" y="294"/>
                      </a:lnTo>
                      <a:lnTo>
                        <a:pt x="246" y="294"/>
                      </a:lnTo>
                      <a:lnTo>
                        <a:pt x="246" y="294"/>
                      </a:lnTo>
                      <a:lnTo>
                        <a:pt x="246" y="294"/>
                      </a:lnTo>
                      <a:close/>
                      <a:moveTo>
                        <a:pt x="242" y="294"/>
                      </a:moveTo>
                      <a:lnTo>
                        <a:pt x="242" y="298"/>
                      </a:lnTo>
                      <a:lnTo>
                        <a:pt x="238" y="298"/>
                      </a:lnTo>
                      <a:lnTo>
                        <a:pt x="238" y="294"/>
                      </a:lnTo>
                      <a:lnTo>
                        <a:pt x="242" y="294"/>
                      </a:lnTo>
                      <a:lnTo>
                        <a:pt x="242" y="294"/>
                      </a:lnTo>
                      <a:lnTo>
                        <a:pt x="242" y="294"/>
                      </a:lnTo>
                      <a:close/>
                      <a:moveTo>
                        <a:pt x="250" y="306"/>
                      </a:moveTo>
                      <a:lnTo>
                        <a:pt x="250" y="302"/>
                      </a:lnTo>
                      <a:lnTo>
                        <a:pt x="246" y="302"/>
                      </a:lnTo>
                      <a:lnTo>
                        <a:pt x="250" y="302"/>
                      </a:lnTo>
                      <a:lnTo>
                        <a:pt x="252" y="302"/>
                      </a:lnTo>
                      <a:lnTo>
                        <a:pt x="252" y="306"/>
                      </a:lnTo>
                      <a:lnTo>
                        <a:pt x="250" y="306"/>
                      </a:lnTo>
                      <a:lnTo>
                        <a:pt x="250" y="306"/>
                      </a:lnTo>
                      <a:lnTo>
                        <a:pt x="250" y="306"/>
                      </a:lnTo>
                      <a:close/>
                      <a:moveTo>
                        <a:pt x="682" y="306"/>
                      </a:moveTo>
                      <a:lnTo>
                        <a:pt x="682" y="310"/>
                      </a:lnTo>
                      <a:lnTo>
                        <a:pt x="678" y="310"/>
                      </a:lnTo>
                      <a:lnTo>
                        <a:pt x="674" y="306"/>
                      </a:lnTo>
                      <a:lnTo>
                        <a:pt x="678" y="306"/>
                      </a:lnTo>
                      <a:lnTo>
                        <a:pt x="682" y="306"/>
                      </a:lnTo>
                      <a:lnTo>
                        <a:pt x="682" y="306"/>
                      </a:lnTo>
                      <a:lnTo>
                        <a:pt x="682" y="306"/>
                      </a:lnTo>
                      <a:close/>
                      <a:moveTo>
                        <a:pt x="246" y="306"/>
                      </a:moveTo>
                      <a:lnTo>
                        <a:pt x="250" y="306"/>
                      </a:lnTo>
                      <a:lnTo>
                        <a:pt x="246" y="306"/>
                      </a:lnTo>
                      <a:lnTo>
                        <a:pt x="246" y="306"/>
                      </a:lnTo>
                      <a:lnTo>
                        <a:pt x="246" y="306"/>
                      </a:lnTo>
                      <a:close/>
                      <a:moveTo>
                        <a:pt x="252" y="306"/>
                      </a:moveTo>
                      <a:lnTo>
                        <a:pt x="252" y="310"/>
                      </a:lnTo>
                      <a:lnTo>
                        <a:pt x="250" y="310"/>
                      </a:lnTo>
                      <a:lnTo>
                        <a:pt x="250" y="314"/>
                      </a:lnTo>
                      <a:lnTo>
                        <a:pt x="246" y="314"/>
                      </a:lnTo>
                      <a:lnTo>
                        <a:pt x="242" y="314"/>
                      </a:lnTo>
                      <a:lnTo>
                        <a:pt x="246" y="310"/>
                      </a:lnTo>
                      <a:lnTo>
                        <a:pt x="250" y="310"/>
                      </a:lnTo>
                      <a:lnTo>
                        <a:pt x="250" y="306"/>
                      </a:lnTo>
                      <a:lnTo>
                        <a:pt x="252" y="306"/>
                      </a:lnTo>
                      <a:lnTo>
                        <a:pt x="252" y="306"/>
                      </a:lnTo>
                      <a:lnTo>
                        <a:pt x="252" y="306"/>
                      </a:lnTo>
                      <a:close/>
                      <a:moveTo>
                        <a:pt x="246" y="310"/>
                      </a:moveTo>
                      <a:lnTo>
                        <a:pt x="242" y="310"/>
                      </a:lnTo>
                      <a:lnTo>
                        <a:pt x="238" y="314"/>
                      </a:lnTo>
                      <a:lnTo>
                        <a:pt x="238" y="310"/>
                      </a:lnTo>
                      <a:lnTo>
                        <a:pt x="242" y="310"/>
                      </a:lnTo>
                      <a:lnTo>
                        <a:pt x="246" y="310"/>
                      </a:lnTo>
                      <a:lnTo>
                        <a:pt x="246" y="310"/>
                      </a:lnTo>
                      <a:lnTo>
                        <a:pt x="246" y="310"/>
                      </a:lnTo>
                      <a:close/>
                      <a:moveTo>
                        <a:pt x="252" y="310"/>
                      </a:moveTo>
                      <a:lnTo>
                        <a:pt x="256" y="310"/>
                      </a:lnTo>
                      <a:lnTo>
                        <a:pt x="252" y="310"/>
                      </a:lnTo>
                      <a:lnTo>
                        <a:pt x="252" y="310"/>
                      </a:lnTo>
                      <a:lnTo>
                        <a:pt x="252" y="310"/>
                      </a:lnTo>
                      <a:close/>
                      <a:moveTo>
                        <a:pt x="252" y="310"/>
                      </a:moveTo>
                      <a:lnTo>
                        <a:pt x="252" y="314"/>
                      </a:lnTo>
                      <a:lnTo>
                        <a:pt x="250" y="314"/>
                      </a:lnTo>
                      <a:lnTo>
                        <a:pt x="250" y="310"/>
                      </a:lnTo>
                      <a:lnTo>
                        <a:pt x="252" y="310"/>
                      </a:lnTo>
                      <a:lnTo>
                        <a:pt x="252" y="310"/>
                      </a:lnTo>
                      <a:lnTo>
                        <a:pt x="252" y="310"/>
                      </a:lnTo>
                      <a:close/>
                      <a:moveTo>
                        <a:pt x="252" y="314"/>
                      </a:moveTo>
                      <a:lnTo>
                        <a:pt x="250" y="314"/>
                      </a:lnTo>
                      <a:lnTo>
                        <a:pt x="252" y="314"/>
                      </a:lnTo>
                      <a:lnTo>
                        <a:pt x="252" y="314"/>
                      </a:lnTo>
                      <a:lnTo>
                        <a:pt x="252" y="314"/>
                      </a:lnTo>
                      <a:close/>
                      <a:moveTo>
                        <a:pt x="252" y="316"/>
                      </a:moveTo>
                      <a:lnTo>
                        <a:pt x="252" y="320"/>
                      </a:lnTo>
                      <a:lnTo>
                        <a:pt x="250" y="320"/>
                      </a:lnTo>
                      <a:lnTo>
                        <a:pt x="250" y="324"/>
                      </a:lnTo>
                      <a:lnTo>
                        <a:pt x="246" y="324"/>
                      </a:lnTo>
                      <a:lnTo>
                        <a:pt x="246" y="320"/>
                      </a:lnTo>
                      <a:lnTo>
                        <a:pt x="250" y="320"/>
                      </a:lnTo>
                      <a:lnTo>
                        <a:pt x="252" y="320"/>
                      </a:lnTo>
                      <a:lnTo>
                        <a:pt x="252" y="316"/>
                      </a:lnTo>
                      <a:lnTo>
                        <a:pt x="252" y="316"/>
                      </a:lnTo>
                      <a:lnTo>
                        <a:pt x="252" y="316"/>
                      </a:lnTo>
                      <a:close/>
                      <a:moveTo>
                        <a:pt x="670" y="350"/>
                      </a:moveTo>
                      <a:lnTo>
                        <a:pt x="674" y="354"/>
                      </a:lnTo>
                      <a:lnTo>
                        <a:pt x="670" y="350"/>
                      </a:lnTo>
                      <a:lnTo>
                        <a:pt x="670" y="350"/>
                      </a:lnTo>
                      <a:lnTo>
                        <a:pt x="670" y="350"/>
                      </a:lnTo>
                      <a:close/>
                      <a:moveTo>
                        <a:pt x="308" y="370"/>
                      </a:moveTo>
                      <a:lnTo>
                        <a:pt x="306" y="370"/>
                      </a:lnTo>
                      <a:lnTo>
                        <a:pt x="306" y="366"/>
                      </a:lnTo>
                      <a:lnTo>
                        <a:pt x="302" y="366"/>
                      </a:lnTo>
                      <a:lnTo>
                        <a:pt x="306" y="366"/>
                      </a:lnTo>
                      <a:lnTo>
                        <a:pt x="308" y="370"/>
                      </a:lnTo>
                      <a:lnTo>
                        <a:pt x="308" y="370"/>
                      </a:lnTo>
                      <a:lnTo>
                        <a:pt x="308" y="370"/>
                      </a:lnTo>
                      <a:close/>
                      <a:moveTo>
                        <a:pt x="704" y="388"/>
                      </a:moveTo>
                      <a:lnTo>
                        <a:pt x="700" y="388"/>
                      </a:lnTo>
                      <a:lnTo>
                        <a:pt x="696" y="388"/>
                      </a:lnTo>
                      <a:lnTo>
                        <a:pt x="700" y="388"/>
                      </a:lnTo>
                      <a:lnTo>
                        <a:pt x="704" y="388"/>
                      </a:lnTo>
                      <a:lnTo>
                        <a:pt x="704" y="388"/>
                      </a:lnTo>
                      <a:lnTo>
                        <a:pt x="704" y="388"/>
                      </a:lnTo>
                      <a:close/>
                      <a:moveTo>
                        <a:pt x="298" y="414"/>
                      </a:moveTo>
                      <a:lnTo>
                        <a:pt x="294" y="418"/>
                      </a:lnTo>
                      <a:lnTo>
                        <a:pt x="290" y="418"/>
                      </a:lnTo>
                      <a:lnTo>
                        <a:pt x="290" y="414"/>
                      </a:lnTo>
                      <a:lnTo>
                        <a:pt x="294" y="414"/>
                      </a:lnTo>
                      <a:lnTo>
                        <a:pt x="298" y="414"/>
                      </a:lnTo>
                      <a:lnTo>
                        <a:pt x="294" y="414"/>
                      </a:lnTo>
                      <a:lnTo>
                        <a:pt x="294" y="418"/>
                      </a:lnTo>
                      <a:lnTo>
                        <a:pt x="298" y="414"/>
                      </a:lnTo>
                      <a:lnTo>
                        <a:pt x="298" y="414"/>
                      </a:lnTo>
                      <a:lnTo>
                        <a:pt x="298" y="414"/>
                      </a:lnTo>
                      <a:close/>
                      <a:moveTo>
                        <a:pt x="282" y="418"/>
                      </a:moveTo>
                      <a:lnTo>
                        <a:pt x="282" y="422"/>
                      </a:lnTo>
                      <a:lnTo>
                        <a:pt x="278" y="422"/>
                      </a:lnTo>
                      <a:lnTo>
                        <a:pt x="282" y="418"/>
                      </a:lnTo>
                      <a:lnTo>
                        <a:pt x="282" y="418"/>
                      </a:lnTo>
                      <a:lnTo>
                        <a:pt x="282" y="418"/>
                      </a:lnTo>
                      <a:close/>
                      <a:moveTo>
                        <a:pt x="584" y="426"/>
                      </a:moveTo>
                      <a:lnTo>
                        <a:pt x="580" y="426"/>
                      </a:lnTo>
                      <a:lnTo>
                        <a:pt x="584" y="426"/>
                      </a:lnTo>
                      <a:lnTo>
                        <a:pt x="580" y="426"/>
                      </a:lnTo>
                      <a:lnTo>
                        <a:pt x="584" y="426"/>
                      </a:lnTo>
                      <a:lnTo>
                        <a:pt x="584" y="426"/>
                      </a:lnTo>
                      <a:lnTo>
                        <a:pt x="584" y="426"/>
                      </a:lnTo>
                      <a:close/>
                      <a:moveTo>
                        <a:pt x="282" y="458"/>
                      </a:moveTo>
                      <a:lnTo>
                        <a:pt x="278" y="458"/>
                      </a:lnTo>
                      <a:lnTo>
                        <a:pt x="276" y="458"/>
                      </a:lnTo>
                      <a:lnTo>
                        <a:pt x="278" y="458"/>
                      </a:lnTo>
                      <a:lnTo>
                        <a:pt x="282" y="458"/>
                      </a:lnTo>
                      <a:lnTo>
                        <a:pt x="282" y="458"/>
                      </a:lnTo>
                      <a:lnTo>
                        <a:pt x="282" y="458"/>
                      </a:lnTo>
                      <a:close/>
                      <a:moveTo>
                        <a:pt x="510" y="484"/>
                      </a:moveTo>
                      <a:lnTo>
                        <a:pt x="510" y="482"/>
                      </a:lnTo>
                      <a:lnTo>
                        <a:pt x="510" y="484"/>
                      </a:lnTo>
                      <a:lnTo>
                        <a:pt x="510" y="484"/>
                      </a:lnTo>
                      <a:lnTo>
                        <a:pt x="510" y="484"/>
                      </a:lnTo>
                      <a:close/>
                      <a:moveTo>
                        <a:pt x="510" y="488"/>
                      </a:moveTo>
                      <a:lnTo>
                        <a:pt x="506" y="488"/>
                      </a:lnTo>
                      <a:lnTo>
                        <a:pt x="506" y="484"/>
                      </a:lnTo>
                      <a:lnTo>
                        <a:pt x="510" y="488"/>
                      </a:lnTo>
                      <a:lnTo>
                        <a:pt x="510" y="488"/>
                      </a:lnTo>
                      <a:lnTo>
                        <a:pt x="510" y="488"/>
                      </a:lnTo>
                      <a:close/>
                      <a:moveTo>
                        <a:pt x="278" y="488"/>
                      </a:moveTo>
                      <a:lnTo>
                        <a:pt x="282" y="488"/>
                      </a:lnTo>
                      <a:lnTo>
                        <a:pt x="282" y="492"/>
                      </a:lnTo>
                      <a:lnTo>
                        <a:pt x="278" y="488"/>
                      </a:lnTo>
                      <a:lnTo>
                        <a:pt x="278" y="488"/>
                      </a:lnTo>
                      <a:lnTo>
                        <a:pt x="278" y="488"/>
                      </a:lnTo>
                      <a:close/>
                      <a:moveTo>
                        <a:pt x="450" y="522"/>
                      </a:moveTo>
                      <a:lnTo>
                        <a:pt x="454" y="522"/>
                      </a:lnTo>
                      <a:lnTo>
                        <a:pt x="458" y="522"/>
                      </a:lnTo>
                      <a:lnTo>
                        <a:pt x="454" y="522"/>
                      </a:lnTo>
                      <a:lnTo>
                        <a:pt x="450" y="522"/>
                      </a:lnTo>
                      <a:lnTo>
                        <a:pt x="450" y="522"/>
                      </a:lnTo>
                      <a:lnTo>
                        <a:pt x="450" y="522"/>
                      </a:lnTo>
                      <a:close/>
                      <a:moveTo>
                        <a:pt x="450" y="548"/>
                      </a:moveTo>
                      <a:lnTo>
                        <a:pt x="450" y="544"/>
                      </a:lnTo>
                      <a:lnTo>
                        <a:pt x="446" y="544"/>
                      </a:lnTo>
                      <a:lnTo>
                        <a:pt x="442" y="544"/>
                      </a:lnTo>
                      <a:lnTo>
                        <a:pt x="442" y="540"/>
                      </a:lnTo>
                      <a:lnTo>
                        <a:pt x="440" y="540"/>
                      </a:lnTo>
                      <a:lnTo>
                        <a:pt x="442" y="540"/>
                      </a:lnTo>
                      <a:lnTo>
                        <a:pt x="446" y="540"/>
                      </a:lnTo>
                      <a:lnTo>
                        <a:pt x="446" y="544"/>
                      </a:lnTo>
                      <a:lnTo>
                        <a:pt x="450" y="544"/>
                      </a:lnTo>
                      <a:lnTo>
                        <a:pt x="450" y="548"/>
                      </a:lnTo>
                      <a:lnTo>
                        <a:pt x="450" y="548"/>
                      </a:lnTo>
                      <a:lnTo>
                        <a:pt x="450" y="548"/>
                      </a:lnTo>
                      <a:close/>
                      <a:moveTo>
                        <a:pt x="450" y="548"/>
                      </a:moveTo>
                      <a:lnTo>
                        <a:pt x="446" y="548"/>
                      </a:lnTo>
                      <a:lnTo>
                        <a:pt x="450" y="548"/>
                      </a:lnTo>
                      <a:lnTo>
                        <a:pt x="450" y="548"/>
                      </a:lnTo>
                      <a:lnTo>
                        <a:pt x="450" y="548"/>
                      </a:lnTo>
                      <a:close/>
                      <a:moveTo>
                        <a:pt x="312" y="548"/>
                      </a:moveTo>
                      <a:lnTo>
                        <a:pt x="316" y="548"/>
                      </a:lnTo>
                      <a:lnTo>
                        <a:pt x="312" y="548"/>
                      </a:lnTo>
                      <a:lnTo>
                        <a:pt x="312" y="548"/>
                      </a:lnTo>
                      <a:lnTo>
                        <a:pt x="312" y="548"/>
                      </a:lnTo>
                      <a:close/>
                      <a:moveTo>
                        <a:pt x="446" y="548"/>
                      </a:moveTo>
                      <a:lnTo>
                        <a:pt x="442" y="548"/>
                      </a:lnTo>
                      <a:lnTo>
                        <a:pt x="446" y="548"/>
                      </a:lnTo>
                      <a:lnTo>
                        <a:pt x="446" y="552"/>
                      </a:lnTo>
                      <a:lnTo>
                        <a:pt x="446" y="548"/>
                      </a:lnTo>
                      <a:lnTo>
                        <a:pt x="446" y="548"/>
                      </a:lnTo>
                      <a:lnTo>
                        <a:pt x="446" y="548"/>
                      </a:lnTo>
                      <a:close/>
                      <a:moveTo>
                        <a:pt x="442" y="556"/>
                      </a:moveTo>
                      <a:lnTo>
                        <a:pt x="442" y="552"/>
                      </a:lnTo>
                      <a:lnTo>
                        <a:pt x="446" y="552"/>
                      </a:lnTo>
                      <a:lnTo>
                        <a:pt x="442" y="556"/>
                      </a:lnTo>
                      <a:lnTo>
                        <a:pt x="442" y="556"/>
                      </a:lnTo>
                      <a:lnTo>
                        <a:pt x="442" y="556"/>
                      </a:lnTo>
                      <a:close/>
                      <a:moveTo>
                        <a:pt x="432" y="560"/>
                      </a:moveTo>
                      <a:lnTo>
                        <a:pt x="432" y="556"/>
                      </a:lnTo>
                      <a:lnTo>
                        <a:pt x="436" y="556"/>
                      </a:lnTo>
                      <a:lnTo>
                        <a:pt x="440" y="556"/>
                      </a:lnTo>
                      <a:lnTo>
                        <a:pt x="440" y="560"/>
                      </a:lnTo>
                      <a:lnTo>
                        <a:pt x="440" y="556"/>
                      </a:lnTo>
                      <a:lnTo>
                        <a:pt x="436" y="556"/>
                      </a:lnTo>
                      <a:lnTo>
                        <a:pt x="436" y="560"/>
                      </a:lnTo>
                      <a:lnTo>
                        <a:pt x="440" y="560"/>
                      </a:lnTo>
                      <a:lnTo>
                        <a:pt x="436" y="560"/>
                      </a:lnTo>
                      <a:lnTo>
                        <a:pt x="432" y="560"/>
                      </a:lnTo>
                      <a:lnTo>
                        <a:pt x="432" y="560"/>
                      </a:lnTo>
                      <a:lnTo>
                        <a:pt x="432" y="560"/>
                      </a:lnTo>
                      <a:close/>
                      <a:moveTo>
                        <a:pt x="436" y="564"/>
                      </a:moveTo>
                      <a:lnTo>
                        <a:pt x="432" y="564"/>
                      </a:lnTo>
                      <a:lnTo>
                        <a:pt x="436" y="560"/>
                      </a:lnTo>
                      <a:lnTo>
                        <a:pt x="436" y="564"/>
                      </a:lnTo>
                      <a:lnTo>
                        <a:pt x="436" y="564"/>
                      </a:lnTo>
                      <a:lnTo>
                        <a:pt x="436" y="564"/>
                      </a:lnTo>
                      <a:close/>
                      <a:moveTo>
                        <a:pt x="332" y="578"/>
                      </a:moveTo>
                      <a:lnTo>
                        <a:pt x="332" y="574"/>
                      </a:lnTo>
                      <a:lnTo>
                        <a:pt x="332" y="578"/>
                      </a:lnTo>
                      <a:lnTo>
                        <a:pt x="332" y="578"/>
                      </a:lnTo>
                      <a:lnTo>
                        <a:pt x="332" y="578"/>
                      </a:lnTo>
                      <a:close/>
                      <a:moveTo>
                        <a:pt x="436" y="582"/>
                      </a:moveTo>
                      <a:lnTo>
                        <a:pt x="436" y="578"/>
                      </a:lnTo>
                      <a:lnTo>
                        <a:pt x="436" y="582"/>
                      </a:lnTo>
                      <a:lnTo>
                        <a:pt x="436" y="582"/>
                      </a:lnTo>
                      <a:lnTo>
                        <a:pt x="436" y="582"/>
                      </a:lnTo>
                      <a:close/>
                      <a:moveTo>
                        <a:pt x="346" y="588"/>
                      </a:moveTo>
                      <a:lnTo>
                        <a:pt x="342" y="588"/>
                      </a:lnTo>
                      <a:lnTo>
                        <a:pt x="346" y="588"/>
                      </a:lnTo>
                      <a:lnTo>
                        <a:pt x="346" y="588"/>
                      </a:lnTo>
                      <a:lnTo>
                        <a:pt x="346" y="588"/>
                      </a:lnTo>
                      <a:close/>
                      <a:moveTo>
                        <a:pt x="350" y="596"/>
                      </a:moveTo>
                      <a:lnTo>
                        <a:pt x="354" y="596"/>
                      </a:lnTo>
                      <a:lnTo>
                        <a:pt x="350" y="596"/>
                      </a:lnTo>
                      <a:lnTo>
                        <a:pt x="346" y="596"/>
                      </a:lnTo>
                      <a:lnTo>
                        <a:pt x="350" y="596"/>
                      </a:lnTo>
                      <a:lnTo>
                        <a:pt x="350" y="596"/>
                      </a:lnTo>
                      <a:lnTo>
                        <a:pt x="350" y="596"/>
                      </a:lnTo>
                      <a:close/>
                      <a:moveTo>
                        <a:pt x="380" y="600"/>
                      </a:moveTo>
                      <a:lnTo>
                        <a:pt x="376" y="600"/>
                      </a:lnTo>
                      <a:lnTo>
                        <a:pt x="376" y="604"/>
                      </a:lnTo>
                      <a:lnTo>
                        <a:pt x="372" y="604"/>
                      </a:lnTo>
                      <a:lnTo>
                        <a:pt x="368" y="604"/>
                      </a:lnTo>
                      <a:lnTo>
                        <a:pt x="372" y="604"/>
                      </a:lnTo>
                      <a:lnTo>
                        <a:pt x="372" y="600"/>
                      </a:lnTo>
                      <a:lnTo>
                        <a:pt x="376" y="600"/>
                      </a:lnTo>
                      <a:lnTo>
                        <a:pt x="380" y="600"/>
                      </a:lnTo>
                      <a:lnTo>
                        <a:pt x="380" y="600"/>
                      </a:lnTo>
                      <a:lnTo>
                        <a:pt x="380" y="600"/>
                      </a:lnTo>
                      <a:close/>
                      <a:moveTo>
                        <a:pt x="424" y="600"/>
                      </a:moveTo>
                      <a:lnTo>
                        <a:pt x="428" y="600"/>
                      </a:lnTo>
                      <a:lnTo>
                        <a:pt x="424" y="600"/>
                      </a:lnTo>
                      <a:lnTo>
                        <a:pt x="424" y="600"/>
                      </a:lnTo>
                      <a:lnTo>
                        <a:pt x="424" y="600"/>
                      </a:lnTo>
                      <a:close/>
                      <a:moveTo>
                        <a:pt x="358" y="604"/>
                      </a:moveTo>
                      <a:lnTo>
                        <a:pt x="354" y="604"/>
                      </a:lnTo>
                      <a:lnTo>
                        <a:pt x="350" y="604"/>
                      </a:lnTo>
                      <a:lnTo>
                        <a:pt x="354" y="600"/>
                      </a:lnTo>
                      <a:lnTo>
                        <a:pt x="358" y="600"/>
                      </a:lnTo>
                      <a:lnTo>
                        <a:pt x="358" y="604"/>
                      </a:lnTo>
                      <a:lnTo>
                        <a:pt x="358" y="604"/>
                      </a:lnTo>
                      <a:lnTo>
                        <a:pt x="358" y="604"/>
                      </a:lnTo>
                      <a:close/>
                      <a:moveTo>
                        <a:pt x="384" y="604"/>
                      </a:moveTo>
                      <a:lnTo>
                        <a:pt x="380" y="604"/>
                      </a:lnTo>
                      <a:lnTo>
                        <a:pt x="380" y="608"/>
                      </a:lnTo>
                      <a:lnTo>
                        <a:pt x="380" y="604"/>
                      </a:lnTo>
                      <a:lnTo>
                        <a:pt x="384" y="604"/>
                      </a:lnTo>
                      <a:lnTo>
                        <a:pt x="384" y="604"/>
                      </a:lnTo>
                      <a:lnTo>
                        <a:pt x="384" y="604"/>
                      </a:lnTo>
                      <a:close/>
                      <a:moveTo>
                        <a:pt x="384" y="604"/>
                      </a:moveTo>
                      <a:lnTo>
                        <a:pt x="384" y="608"/>
                      </a:lnTo>
                      <a:lnTo>
                        <a:pt x="380" y="608"/>
                      </a:lnTo>
                      <a:lnTo>
                        <a:pt x="384" y="604"/>
                      </a:lnTo>
                      <a:lnTo>
                        <a:pt x="384" y="604"/>
                      </a:lnTo>
                      <a:lnTo>
                        <a:pt x="384" y="604"/>
                      </a:lnTo>
                      <a:close/>
                      <a:moveTo>
                        <a:pt x="394" y="612"/>
                      </a:moveTo>
                      <a:lnTo>
                        <a:pt x="394" y="614"/>
                      </a:lnTo>
                      <a:lnTo>
                        <a:pt x="392" y="614"/>
                      </a:lnTo>
                      <a:lnTo>
                        <a:pt x="392" y="612"/>
                      </a:lnTo>
                      <a:lnTo>
                        <a:pt x="394" y="612"/>
                      </a:lnTo>
                      <a:lnTo>
                        <a:pt x="394" y="612"/>
                      </a:lnTo>
                      <a:lnTo>
                        <a:pt x="394" y="612"/>
                      </a:lnTo>
                      <a:close/>
                      <a:moveTo>
                        <a:pt x="418" y="622"/>
                      </a:moveTo>
                      <a:lnTo>
                        <a:pt x="414" y="622"/>
                      </a:lnTo>
                      <a:lnTo>
                        <a:pt x="410" y="618"/>
                      </a:lnTo>
                      <a:lnTo>
                        <a:pt x="410" y="614"/>
                      </a:lnTo>
                      <a:lnTo>
                        <a:pt x="414" y="618"/>
                      </a:lnTo>
                      <a:lnTo>
                        <a:pt x="418" y="618"/>
                      </a:lnTo>
                      <a:lnTo>
                        <a:pt x="420" y="618"/>
                      </a:lnTo>
                      <a:lnTo>
                        <a:pt x="420" y="622"/>
                      </a:lnTo>
                      <a:lnTo>
                        <a:pt x="420" y="618"/>
                      </a:lnTo>
                      <a:lnTo>
                        <a:pt x="418" y="618"/>
                      </a:lnTo>
                      <a:lnTo>
                        <a:pt x="418" y="622"/>
                      </a:lnTo>
                      <a:lnTo>
                        <a:pt x="418" y="622"/>
                      </a:lnTo>
                      <a:lnTo>
                        <a:pt x="418" y="622"/>
                      </a:lnTo>
                      <a:close/>
                      <a:moveTo>
                        <a:pt x="406" y="614"/>
                      </a:moveTo>
                      <a:lnTo>
                        <a:pt x="406" y="618"/>
                      </a:lnTo>
                      <a:lnTo>
                        <a:pt x="410" y="618"/>
                      </a:lnTo>
                      <a:lnTo>
                        <a:pt x="406" y="618"/>
                      </a:lnTo>
                      <a:lnTo>
                        <a:pt x="406" y="614"/>
                      </a:lnTo>
                      <a:lnTo>
                        <a:pt x="406" y="614"/>
                      </a:lnTo>
                      <a:lnTo>
                        <a:pt x="406" y="614"/>
                      </a:lnTo>
                      <a:close/>
                      <a:moveTo>
                        <a:pt x="406" y="618"/>
                      </a:moveTo>
                      <a:lnTo>
                        <a:pt x="406" y="622"/>
                      </a:lnTo>
                      <a:lnTo>
                        <a:pt x="402" y="622"/>
                      </a:lnTo>
                      <a:lnTo>
                        <a:pt x="402" y="618"/>
                      </a:lnTo>
                      <a:lnTo>
                        <a:pt x="406" y="618"/>
                      </a:lnTo>
                      <a:lnTo>
                        <a:pt x="406" y="618"/>
                      </a:lnTo>
                      <a:lnTo>
                        <a:pt x="406" y="618"/>
                      </a:lnTo>
                      <a:close/>
                      <a:moveTo>
                        <a:pt x="418" y="622"/>
                      </a:moveTo>
                      <a:lnTo>
                        <a:pt x="418" y="618"/>
                      </a:lnTo>
                      <a:lnTo>
                        <a:pt x="420" y="618"/>
                      </a:lnTo>
                      <a:lnTo>
                        <a:pt x="418" y="622"/>
                      </a:lnTo>
                      <a:lnTo>
                        <a:pt x="418" y="622"/>
                      </a:lnTo>
                      <a:lnTo>
                        <a:pt x="418" y="622"/>
                      </a:lnTo>
                      <a:close/>
                      <a:moveTo>
                        <a:pt x="406" y="622"/>
                      </a:moveTo>
                      <a:lnTo>
                        <a:pt x="406" y="618"/>
                      </a:lnTo>
                      <a:lnTo>
                        <a:pt x="410" y="618"/>
                      </a:lnTo>
                      <a:lnTo>
                        <a:pt x="410" y="622"/>
                      </a:lnTo>
                      <a:lnTo>
                        <a:pt x="406" y="622"/>
                      </a:lnTo>
                      <a:lnTo>
                        <a:pt x="406" y="622"/>
                      </a:lnTo>
                      <a:lnTo>
                        <a:pt x="406" y="622"/>
                      </a:lnTo>
                      <a:close/>
                      <a:moveTo>
                        <a:pt x="410" y="626"/>
                      </a:moveTo>
                      <a:lnTo>
                        <a:pt x="410" y="622"/>
                      </a:lnTo>
                      <a:lnTo>
                        <a:pt x="414" y="622"/>
                      </a:lnTo>
                      <a:lnTo>
                        <a:pt x="414" y="626"/>
                      </a:lnTo>
                      <a:lnTo>
                        <a:pt x="410" y="626"/>
                      </a:lnTo>
                      <a:lnTo>
                        <a:pt x="410" y="626"/>
                      </a:lnTo>
                      <a:lnTo>
                        <a:pt x="410" y="626"/>
                      </a:lnTo>
                      <a:close/>
                      <a:moveTo>
                        <a:pt x="312" y="414"/>
                      </a:moveTo>
                      <a:lnTo>
                        <a:pt x="312" y="410"/>
                      </a:lnTo>
                      <a:lnTo>
                        <a:pt x="316" y="410"/>
                      </a:lnTo>
                      <a:lnTo>
                        <a:pt x="312" y="410"/>
                      </a:lnTo>
                      <a:lnTo>
                        <a:pt x="308" y="410"/>
                      </a:lnTo>
                      <a:lnTo>
                        <a:pt x="308" y="414"/>
                      </a:lnTo>
                      <a:lnTo>
                        <a:pt x="308" y="410"/>
                      </a:lnTo>
                      <a:lnTo>
                        <a:pt x="306" y="410"/>
                      </a:lnTo>
                      <a:lnTo>
                        <a:pt x="308" y="410"/>
                      </a:lnTo>
                      <a:lnTo>
                        <a:pt x="312" y="406"/>
                      </a:lnTo>
                      <a:lnTo>
                        <a:pt x="308" y="406"/>
                      </a:lnTo>
                      <a:lnTo>
                        <a:pt x="308" y="402"/>
                      </a:lnTo>
                      <a:lnTo>
                        <a:pt x="312" y="402"/>
                      </a:lnTo>
                      <a:lnTo>
                        <a:pt x="312" y="406"/>
                      </a:lnTo>
                      <a:lnTo>
                        <a:pt x="312" y="402"/>
                      </a:lnTo>
                      <a:lnTo>
                        <a:pt x="316" y="402"/>
                      </a:lnTo>
                      <a:lnTo>
                        <a:pt x="316" y="406"/>
                      </a:lnTo>
                      <a:lnTo>
                        <a:pt x="320" y="406"/>
                      </a:lnTo>
                      <a:lnTo>
                        <a:pt x="316" y="406"/>
                      </a:lnTo>
                      <a:lnTo>
                        <a:pt x="320" y="406"/>
                      </a:lnTo>
                      <a:lnTo>
                        <a:pt x="320" y="402"/>
                      </a:lnTo>
                      <a:lnTo>
                        <a:pt x="320" y="406"/>
                      </a:lnTo>
                      <a:lnTo>
                        <a:pt x="324" y="406"/>
                      </a:lnTo>
                      <a:lnTo>
                        <a:pt x="324" y="402"/>
                      </a:lnTo>
                      <a:lnTo>
                        <a:pt x="320" y="402"/>
                      </a:lnTo>
                      <a:lnTo>
                        <a:pt x="316" y="402"/>
                      </a:lnTo>
                      <a:lnTo>
                        <a:pt x="320" y="402"/>
                      </a:lnTo>
                      <a:lnTo>
                        <a:pt x="324" y="402"/>
                      </a:lnTo>
                      <a:lnTo>
                        <a:pt x="324" y="398"/>
                      </a:lnTo>
                      <a:lnTo>
                        <a:pt x="320" y="398"/>
                      </a:lnTo>
                      <a:lnTo>
                        <a:pt x="316" y="398"/>
                      </a:lnTo>
                      <a:lnTo>
                        <a:pt x="320" y="398"/>
                      </a:lnTo>
                      <a:lnTo>
                        <a:pt x="320" y="396"/>
                      </a:lnTo>
                      <a:lnTo>
                        <a:pt x="316" y="396"/>
                      </a:lnTo>
                      <a:lnTo>
                        <a:pt x="316" y="398"/>
                      </a:lnTo>
                      <a:lnTo>
                        <a:pt x="312" y="402"/>
                      </a:lnTo>
                      <a:lnTo>
                        <a:pt x="308" y="402"/>
                      </a:lnTo>
                      <a:lnTo>
                        <a:pt x="308" y="398"/>
                      </a:lnTo>
                      <a:lnTo>
                        <a:pt x="312" y="398"/>
                      </a:lnTo>
                      <a:lnTo>
                        <a:pt x="312" y="396"/>
                      </a:lnTo>
                      <a:lnTo>
                        <a:pt x="316" y="392"/>
                      </a:lnTo>
                      <a:lnTo>
                        <a:pt x="320" y="392"/>
                      </a:lnTo>
                      <a:lnTo>
                        <a:pt x="316" y="392"/>
                      </a:lnTo>
                      <a:lnTo>
                        <a:pt x="312" y="392"/>
                      </a:lnTo>
                      <a:lnTo>
                        <a:pt x="312" y="388"/>
                      </a:lnTo>
                      <a:lnTo>
                        <a:pt x="316" y="388"/>
                      </a:lnTo>
                      <a:lnTo>
                        <a:pt x="316" y="392"/>
                      </a:lnTo>
                      <a:lnTo>
                        <a:pt x="320" y="392"/>
                      </a:lnTo>
                      <a:lnTo>
                        <a:pt x="320" y="388"/>
                      </a:lnTo>
                      <a:lnTo>
                        <a:pt x="316" y="388"/>
                      </a:lnTo>
                      <a:lnTo>
                        <a:pt x="312" y="388"/>
                      </a:lnTo>
                      <a:lnTo>
                        <a:pt x="316" y="388"/>
                      </a:lnTo>
                      <a:lnTo>
                        <a:pt x="316" y="384"/>
                      </a:lnTo>
                      <a:lnTo>
                        <a:pt x="320" y="388"/>
                      </a:lnTo>
                      <a:lnTo>
                        <a:pt x="324" y="388"/>
                      </a:lnTo>
                      <a:lnTo>
                        <a:pt x="320" y="384"/>
                      </a:lnTo>
                      <a:lnTo>
                        <a:pt x="316" y="384"/>
                      </a:lnTo>
                      <a:lnTo>
                        <a:pt x="316" y="380"/>
                      </a:lnTo>
                      <a:lnTo>
                        <a:pt x="320" y="380"/>
                      </a:lnTo>
                      <a:lnTo>
                        <a:pt x="316" y="380"/>
                      </a:lnTo>
                      <a:lnTo>
                        <a:pt x="312" y="380"/>
                      </a:lnTo>
                      <a:lnTo>
                        <a:pt x="308" y="380"/>
                      </a:lnTo>
                      <a:lnTo>
                        <a:pt x="306" y="380"/>
                      </a:lnTo>
                      <a:lnTo>
                        <a:pt x="308" y="380"/>
                      </a:lnTo>
                      <a:lnTo>
                        <a:pt x="312" y="380"/>
                      </a:lnTo>
                      <a:lnTo>
                        <a:pt x="308" y="376"/>
                      </a:lnTo>
                      <a:lnTo>
                        <a:pt x="306" y="376"/>
                      </a:lnTo>
                      <a:lnTo>
                        <a:pt x="306" y="380"/>
                      </a:lnTo>
                      <a:lnTo>
                        <a:pt x="302" y="380"/>
                      </a:lnTo>
                      <a:lnTo>
                        <a:pt x="298" y="380"/>
                      </a:lnTo>
                      <a:lnTo>
                        <a:pt x="294" y="380"/>
                      </a:lnTo>
                      <a:lnTo>
                        <a:pt x="290" y="380"/>
                      </a:lnTo>
                      <a:lnTo>
                        <a:pt x="290" y="376"/>
                      </a:lnTo>
                      <a:lnTo>
                        <a:pt x="286" y="376"/>
                      </a:lnTo>
                      <a:lnTo>
                        <a:pt x="286" y="372"/>
                      </a:lnTo>
                      <a:lnTo>
                        <a:pt x="282" y="372"/>
                      </a:lnTo>
                      <a:lnTo>
                        <a:pt x="278" y="372"/>
                      </a:lnTo>
                      <a:lnTo>
                        <a:pt x="276" y="370"/>
                      </a:lnTo>
                      <a:lnTo>
                        <a:pt x="272" y="370"/>
                      </a:lnTo>
                      <a:lnTo>
                        <a:pt x="268" y="370"/>
                      </a:lnTo>
                      <a:lnTo>
                        <a:pt x="264" y="370"/>
                      </a:lnTo>
                      <a:lnTo>
                        <a:pt x="264" y="366"/>
                      </a:lnTo>
                      <a:lnTo>
                        <a:pt x="260" y="362"/>
                      </a:lnTo>
                      <a:lnTo>
                        <a:pt x="264" y="362"/>
                      </a:lnTo>
                      <a:lnTo>
                        <a:pt x="264" y="358"/>
                      </a:lnTo>
                      <a:lnTo>
                        <a:pt x="268" y="358"/>
                      </a:lnTo>
                      <a:lnTo>
                        <a:pt x="272" y="358"/>
                      </a:lnTo>
                      <a:lnTo>
                        <a:pt x="276" y="362"/>
                      </a:lnTo>
                      <a:lnTo>
                        <a:pt x="278" y="362"/>
                      </a:lnTo>
                      <a:lnTo>
                        <a:pt x="282" y="362"/>
                      </a:lnTo>
                      <a:lnTo>
                        <a:pt x="286" y="362"/>
                      </a:lnTo>
                      <a:lnTo>
                        <a:pt x="290" y="362"/>
                      </a:lnTo>
                      <a:lnTo>
                        <a:pt x="294" y="366"/>
                      </a:lnTo>
                      <a:lnTo>
                        <a:pt x="298" y="366"/>
                      </a:lnTo>
                      <a:lnTo>
                        <a:pt x="302" y="370"/>
                      </a:lnTo>
                      <a:lnTo>
                        <a:pt x="306" y="370"/>
                      </a:lnTo>
                      <a:lnTo>
                        <a:pt x="308" y="370"/>
                      </a:lnTo>
                      <a:lnTo>
                        <a:pt x="312" y="370"/>
                      </a:lnTo>
                      <a:lnTo>
                        <a:pt x="312" y="372"/>
                      </a:lnTo>
                      <a:lnTo>
                        <a:pt x="316" y="372"/>
                      </a:lnTo>
                      <a:lnTo>
                        <a:pt x="316" y="370"/>
                      </a:lnTo>
                      <a:lnTo>
                        <a:pt x="316" y="366"/>
                      </a:lnTo>
                      <a:lnTo>
                        <a:pt x="316" y="370"/>
                      </a:lnTo>
                      <a:lnTo>
                        <a:pt x="312" y="370"/>
                      </a:lnTo>
                      <a:lnTo>
                        <a:pt x="308" y="370"/>
                      </a:lnTo>
                      <a:lnTo>
                        <a:pt x="312" y="370"/>
                      </a:lnTo>
                      <a:lnTo>
                        <a:pt x="308" y="366"/>
                      </a:lnTo>
                      <a:lnTo>
                        <a:pt x="306" y="366"/>
                      </a:lnTo>
                      <a:lnTo>
                        <a:pt x="308" y="366"/>
                      </a:lnTo>
                      <a:lnTo>
                        <a:pt x="312" y="366"/>
                      </a:lnTo>
                      <a:lnTo>
                        <a:pt x="312" y="362"/>
                      </a:lnTo>
                      <a:lnTo>
                        <a:pt x="312" y="366"/>
                      </a:lnTo>
                      <a:lnTo>
                        <a:pt x="316" y="366"/>
                      </a:lnTo>
                      <a:lnTo>
                        <a:pt x="312" y="362"/>
                      </a:lnTo>
                      <a:lnTo>
                        <a:pt x="308" y="362"/>
                      </a:lnTo>
                      <a:lnTo>
                        <a:pt x="306" y="362"/>
                      </a:lnTo>
                      <a:lnTo>
                        <a:pt x="306" y="358"/>
                      </a:lnTo>
                      <a:lnTo>
                        <a:pt x="308" y="358"/>
                      </a:lnTo>
                      <a:lnTo>
                        <a:pt x="312" y="362"/>
                      </a:lnTo>
                      <a:lnTo>
                        <a:pt x="316" y="362"/>
                      </a:lnTo>
                      <a:lnTo>
                        <a:pt x="312" y="362"/>
                      </a:lnTo>
                      <a:lnTo>
                        <a:pt x="312" y="358"/>
                      </a:lnTo>
                      <a:lnTo>
                        <a:pt x="308" y="358"/>
                      </a:lnTo>
                      <a:lnTo>
                        <a:pt x="306" y="358"/>
                      </a:lnTo>
                      <a:lnTo>
                        <a:pt x="302" y="358"/>
                      </a:lnTo>
                      <a:lnTo>
                        <a:pt x="302" y="354"/>
                      </a:lnTo>
                      <a:lnTo>
                        <a:pt x="298" y="354"/>
                      </a:lnTo>
                      <a:lnTo>
                        <a:pt x="302" y="354"/>
                      </a:lnTo>
                      <a:lnTo>
                        <a:pt x="306" y="354"/>
                      </a:lnTo>
                      <a:lnTo>
                        <a:pt x="308" y="354"/>
                      </a:lnTo>
                      <a:lnTo>
                        <a:pt x="312" y="354"/>
                      </a:lnTo>
                      <a:lnTo>
                        <a:pt x="308" y="354"/>
                      </a:lnTo>
                      <a:lnTo>
                        <a:pt x="306" y="354"/>
                      </a:lnTo>
                      <a:lnTo>
                        <a:pt x="306" y="350"/>
                      </a:lnTo>
                      <a:lnTo>
                        <a:pt x="308" y="350"/>
                      </a:lnTo>
                      <a:lnTo>
                        <a:pt x="306" y="350"/>
                      </a:lnTo>
                      <a:lnTo>
                        <a:pt x="302" y="350"/>
                      </a:lnTo>
                      <a:lnTo>
                        <a:pt x="298" y="350"/>
                      </a:lnTo>
                      <a:lnTo>
                        <a:pt x="294" y="350"/>
                      </a:lnTo>
                      <a:lnTo>
                        <a:pt x="298" y="350"/>
                      </a:lnTo>
                      <a:lnTo>
                        <a:pt x="298" y="346"/>
                      </a:lnTo>
                      <a:lnTo>
                        <a:pt x="302" y="346"/>
                      </a:lnTo>
                      <a:lnTo>
                        <a:pt x="298" y="346"/>
                      </a:lnTo>
                      <a:lnTo>
                        <a:pt x="294" y="346"/>
                      </a:lnTo>
                      <a:lnTo>
                        <a:pt x="294" y="350"/>
                      </a:lnTo>
                      <a:lnTo>
                        <a:pt x="290" y="350"/>
                      </a:lnTo>
                      <a:lnTo>
                        <a:pt x="290" y="346"/>
                      </a:lnTo>
                      <a:lnTo>
                        <a:pt x="294" y="346"/>
                      </a:lnTo>
                      <a:lnTo>
                        <a:pt x="294" y="342"/>
                      </a:lnTo>
                      <a:lnTo>
                        <a:pt x="298" y="342"/>
                      </a:lnTo>
                      <a:lnTo>
                        <a:pt x="302" y="342"/>
                      </a:lnTo>
                      <a:lnTo>
                        <a:pt x="306" y="342"/>
                      </a:lnTo>
                      <a:lnTo>
                        <a:pt x="302" y="342"/>
                      </a:lnTo>
                      <a:lnTo>
                        <a:pt x="298" y="342"/>
                      </a:lnTo>
                      <a:lnTo>
                        <a:pt x="294" y="342"/>
                      </a:lnTo>
                      <a:lnTo>
                        <a:pt x="290" y="342"/>
                      </a:lnTo>
                      <a:lnTo>
                        <a:pt x="286" y="342"/>
                      </a:lnTo>
                      <a:lnTo>
                        <a:pt x="282" y="342"/>
                      </a:lnTo>
                      <a:lnTo>
                        <a:pt x="286" y="342"/>
                      </a:lnTo>
                      <a:lnTo>
                        <a:pt x="286" y="340"/>
                      </a:lnTo>
                      <a:lnTo>
                        <a:pt x="290" y="340"/>
                      </a:lnTo>
                      <a:lnTo>
                        <a:pt x="294" y="340"/>
                      </a:lnTo>
                      <a:lnTo>
                        <a:pt x="298" y="340"/>
                      </a:lnTo>
                      <a:lnTo>
                        <a:pt x="302" y="340"/>
                      </a:lnTo>
                      <a:lnTo>
                        <a:pt x="302" y="336"/>
                      </a:lnTo>
                      <a:lnTo>
                        <a:pt x="298" y="336"/>
                      </a:lnTo>
                      <a:lnTo>
                        <a:pt x="298" y="340"/>
                      </a:lnTo>
                      <a:lnTo>
                        <a:pt x="294" y="340"/>
                      </a:lnTo>
                      <a:lnTo>
                        <a:pt x="290" y="340"/>
                      </a:lnTo>
                      <a:lnTo>
                        <a:pt x="286" y="340"/>
                      </a:lnTo>
                      <a:lnTo>
                        <a:pt x="286" y="336"/>
                      </a:lnTo>
                      <a:lnTo>
                        <a:pt x="282" y="336"/>
                      </a:lnTo>
                      <a:lnTo>
                        <a:pt x="278" y="336"/>
                      </a:lnTo>
                      <a:lnTo>
                        <a:pt x="282" y="336"/>
                      </a:lnTo>
                      <a:lnTo>
                        <a:pt x="282" y="332"/>
                      </a:lnTo>
                      <a:lnTo>
                        <a:pt x="286" y="328"/>
                      </a:lnTo>
                      <a:lnTo>
                        <a:pt x="282" y="332"/>
                      </a:lnTo>
                      <a:lnTo>
                        <a:pt x="278" y="332"/>
                      </a:lnTo>
                      <a:lnTo>
                        <a:pt x="276" y="332"/>
                      </a:lnTo>
                      <a:lnTo>
                        <a:pt x="276" y="328"/>
                      </a:lnTo>
                      <a:lnTo>
                        <a:pt x="276" y="324"/>
                      </a:lnTo>
                      <a:lnTo>
                        <a:pt x="272" y="324"/>
                      </a:lnTo>
                      <a:lnTo>
                        <a:pt x="272" y="320"/>
                      </a:lnTo>
                      <a:lnTo>
                        <a:pt x="276" y="320"/>
                      </a:lnTo>
                      <a:lnTo>
                        <a:pt x="272" y="320"/>
                      </a:lnTo>
                      <a:lnTo>
                        <a:pt x="268" y="320"/>
                      </a:lnTo>
                      <a:lnTo>
                        <a:pt x="272" y="324"/>
                      </a:lnTo>
                      <a:lnTo>
                        <a:pt x="272" y="328"/>
                      </a:lnTo>
                      <a:lnTo>
                        <a:pt x="276" y="328"/>
                      </a:lnTo>
                      <a:lnTo>
                        <a:pt x="276" y="332"/>
                      </a:lnTo>
                      <a:lnTo>
                        <a:pt x="276" y="336"/>
                      </a:lnTo>
                      <a:lnTo>
                        <a:pt x="272" y="336"/>
                      </a:lnTo>
                      <a:lnTo>
                        <a:pt x="268" y="336"/>
                      </a:lnTo>
                      <a:lnTo>
                        <a:pt x="272" y="336"/>
                      </a:lnTo>
                      <a:lnTo>
                        <a:pt x="272" y="340"/>
                      </a:lnTo>
                      <a:lnTo>
                        <a:pt x="268" y="340"/>
                      </a:lnTo>
                      <a:lnTo>
                        <a:pt x="268" y="336"/>
                      </a:lnTo>
                      <a:lnTo>
                        <a:pt x="268" y="340"/>
                      </a:lnTo>
                      <a:lnTo>
                        <a:pt x="272" y="340"/>
                      </a:lnTo>
                      <a:lnTo>
                        <a:pt x="272" y="342"/>
                      </a:lnTo>
                      <a:lnTo>
                        <a:pt x="268" y="342"/>
                      </a:lnTo>
                      <a:lnTo>
                        <a:pt x="264" y="342"/>
                      </a:lnTo>
                      <a:lnTo>
                        <a:pt x="264" y="346"/>
                      </a:lnTo>
                      <a:lnTo>
                        <a:pt x="260" y="346"/>
                      </a:lnTo>
                      <a:lnTo>
                        <a:pt x="256" y="346"/>
                      </a:lnTo>
                      <a:lnTo>
                        <a:pt x="252" y="342"/>
                      </a:lnTo>
                      <a:lnTo>
                        <a:pt x="250" y="342"/>
                      </a:lnTo>
                      <a:lnTo>
                        <a:pt x="252" y="342"/>
                      </a:lnTo>
                      <a:lnTo>
                        <a:pt x="250" y="342"/>
                      </a:lnTo>
                      <a:lnTo>
                        <a:pt x="246" y="342"/>
                      </a:lnTo>
                      <a:lnTo>
                        <a:pt x="246" y="340"/>
                      </a:lnTo>
                      <a:lnTo>
                        <a:pt x="242" y="336"/>
                      </a:lnTo>
                      <a:lnTo>
                        <a:pt x="246" y="336"/>
                      </a:lnTo>
                      <a:lnTo>
                        <a:pt x="250" y="336"/>
                      </a:lnTo>
                      <a:lnTo>
                        <a:pt x="250" y="332"/>
                      </a:lnTo>
                      <a:lnTo>
                        <a:pt x="252" y="332"/>
                      </a:lnTo>
                      <a:lnTo>
                        <a:pt x="256" y="332"/>
                      </a:lnTo>
                      <a:lnTo>
                        <a:pt x="260" y="328"/>
                      </a:lnTo>
                      <a:lnTo>
                        <a:pt x="260" y="324"/>
                      </a:lnTo>
                      <a:lnTo>
                        <a:pt x="264" y="324"/>
                      </a:lnTo>
                      <a:lnTo>
                        <a:pt x="260" y="324"/>
                      </a:lnTo>
                      <a:lnTo>
                        <a:pt x="260" y="328"/>
                      </a:lnTo>
                      <a:lnTo>
                        <a:pt x="256" y="328"/>
                      </a:lnTo>
                      <a:lnTo>
                        <a:pt x="256" y="332"/>
                      </a:lnTo>
                      <a:lnTo>
                        <a:pt x="252" y="332"/>
                      </a:lnTo>
                      <a:lnTo>
                        <a:pt x="250" y="332"/>
                      </a:lnTo>
                      <a:lnTo>
                        <a:pt x="250" y="328"/>
                      </a:lnTo>
                      <a:lnTo>
                        <a:pt x="246" y="328"/>
                      </a:lnTo>
                      <a:lnTo>
                        <a:pt x="250" y="328"/>
                      </a:lnTo>
                      <a:lnTo>
                        <a:pt x="250" y="324"/>
                      </a:lnTo>
                      <a:lnTo>
                        <a:pt x="256" y="320"/>
                      </a:lnTo>
                      <a:lnTo>
                        <a:pt x="252" y="320"/>
                      </a:lnTo>
                      <a:lnTo>
                        <a:pt x="256" y="320"/>
                      </a:lnTo>
                      <a:lnTo>
                        <a:pt x="256" y="316"/>
                      </a:lnTo>
                      <a:lnTo>
                        <a:pt x="252" y="316"/>
                      </a:lnTo>
                      <a:lnTo>
                        <a:pt x="256" y="316"/>
                      </a:lnTo>
                      <a:lnTo>
                        <a:pt x="252" y="316"/>
                      </a:lnTo>
                      <a:lnTo>
                        <a:pt x="250" y="320"/>
                      </a:lnTo>
                      <a:lnTo>
                        <a:pt x="250" y="316"/>
                      </a:lnTo>
                      <a:lnTo>
                        <a:pt x="246" y="316"/>
                      </a:lnTo>
                      <a:lnTo>
                        <a:pt x="246" y="314"/>
                      </a:lnTo>
                      <a:lnTo>
                        <a:pt x="250" y="314"/>
                      </a:lnTo>
                      <a:lnTo>
                        <a:pt x="250" y="316"/>
                      </a:lnTo>
                      <a:lnTo>
                        <a:pt x="252" y="316"/>
                      </a:lnTo>
                      <a:lnTo>
                        <a:pt x="260" y="316"/>
                      </a:lnTo>
                      <a:lnTo>
                        <a:pt x="264" y="316"/>
                      </a:lnTo>
                      <a:lnTo>
                        <a:pt x="260" y="316"/>
                      </a:lnTo>
                      <a:lnTo>
                        <a:pt x="256" y="316"/>
                      </a:lnTo>
                      <a:lnTo>
                        <a:pt x="256" y="314"/>
                      </a:lnTo>
                      <a:lnTo>
                        <a:pt x="252" y="316"/>
                      </a:lnTo>
                      <a:lnTo>
                        <a:pt x="252" y="314"/>
                      </a:lnTo>
                      <a:lnTo>
                        <a:pt x="256" y="314"/>
                      </a:lnTo>
                      <a:lnTo>
                        <a:pt x="260" y="314"/>
                      </a:lnTo>
                      <a:lnTo>
                        <a:pt x="256" y="314"/>
                      </a:lnTo>
                      <a:lnTo>
                        <a:pt x="256" y="310"/>
                      </a:lnTo>
                      <a:lnTo>
                        <a:pt x="260" y="310"/>
                      </a:lnTo>
                      <a:lnTo>
                        <a:pt x="256" y="310"/>
                      </a:lnTo>
                      <a:lnTo>
                        <a:pt x="256" y="306"/>
                      </a:lnTo>
                      <a:lnTo>
                        <a:pt x="260" y="306"/>
                      </a:lnTo>
                      <a:lnTo>
                        <a:pt x="256" y="306"/>
                      </a:lnTo>
                      <a:lnTo>
                        <a:pt x="256" y="302"/>
                      </a:lnTo>
                      <a:lnTo>
                        <a:pt x="252" y="302"/>
                      </a:lnTo>
                      <a:lnTo>
                        <a:pt x="250" y="302"/>
                      </a:lnTo>
                      <a:lnTo>
                        <a:pt x="246" y="302"/>
                      </a:lnTo>
                      <a:lnTo>
                        <a:pt x="246" y="298"/>
                      </a:lnTo>
                      <a:lnTo>
                        <a:pt x="250" y="298"/>
                      </a:lnTo>
                      <a:lnTo>
                        <a:pt x="252" y="298"/>
                      </a:lnTo>
                      <a:lnTo>
                        <a:pt x="250" y="294"/>
                      </a:lnTo>
                      <a:lnTo>
                        <a:pt x="250" y="290"/>
                      </a:lnTo>
                      <a:lnTo>
                        <a:pt x="252" y="290"/>
                      </a:lnTo>
                      <a:lnTo>
                        <a:pt x="252" y="294"/>
                      </a:lnTo>
                      <a:lnTo>
                        <a:pt x="252" y="290"/>
                      </a:lnTo>
                      <a:lnTo>
                        <a:pt x="250" y="290"/>
                      </a:lnTo>
                      <a:lnTo>
                        <a:pt x="246" y="290"/>
                      </a:lnTo>
                      <a:lnTo>
                        <a:pt x="246" y="286"/>
                      </a:lnTo>
                      <a:lnTo>
                        <a:pt x="242" y="286"/>
                      </a:lnTo>
                      <a:lnTo>
                        <a:pt x="238" y="286"/>
                      </a:lnTo>
                      <a:lnTo>
                        <a:pt x="238" y="284"/>
                      </a:lnTo>
                      <a:lnTo>
                        <a:pt x="242" y="284"/>
                      </a:lnTo>
                      <a:lnTo>
                        <a:pt x="238" y="284"/>
                      </a:lnTo>
                      <a:lnTo>
                        <a:pt x="242" y="284"/>
                      </a:lnTo>
                      <a:lnTo>
                        <a:pt x="246" y="284"/>
                      </a:lnTo>
                      <a:lnTo>
                        <a:pt x="242" y="284"/>
                      </a:lnTo>
                      <a:lnTo>
                        <a:pt x="242" y="280"/>
                      </a:lnTo>
                      <a:lnTo>
                        <a:pt x="246" y="280"/>
                      </a:lnTo>
                      <a:lnTo>
                        <a:pt x="242" y="280"/>
                      </a:lnTo>
                      <a:lnTo>
                        <a:pt x="242" y="276"/>
                      </a:lnTo>
                      <a:lnTo>
                        <a:pt x="238" y="276"/>
                      </a:lnTo>
                      <a:lnTo>
                        <a:pt x="242" y="276"/>
                      </a:lnTo>
                      <a:lnTo>
                        <a:pt x="238" y="276"/>
                      </a:lnTo>
                      <a:lnTo>
                        <a:pt x="234" y="276"/>
                      </a:lnTo>
                      <a:lnTo>
                        <a:pt x="234" y="272"/>
                      </a:lnTo>
                      <a:lnTo>
                        <a:pt x="238" y="272"/>
                      </a:lnTo>
                      <a:lnTo>
                        <a:pt x="238" y="268"/>
                      </a:lnTo>
                      <a:lnTo>
                        <a:pt x="234" y="268"/>
                      </a:lnTo>
                      <a:lnTo>
                        <a:pt x="230" y="272"/>
                      </a:lnTo>
                      <a:lnTo>
                        <a:pt x="226" y="272"/>
                      </a:lnTo>
                      <a:lnTo>
                        <a:pt x="222" y="272"/>
                      </a:lnTo>
                      <a:lnTo>
                        <a:pt x="220" y="272"/>
                      </a:lnTo>
                      <a:lnTo>
                        <a:pt x="222" y="272"/>
                      </a:lnTo>
                      <a:lnTo>
                        <a:pt x="226" y="272"/>
                      </a:lnTo>
                      <a:lnTo>
                        <a:pt x="230" y="272"/>
                      </a:lnTo>
                      <a:lnTo>
                        <a:pt x="230" y="268"/>
                      </a:lnTo>
                      <a:lnTo>
                        <a:pt x="234" y="268"/>
                      </a:lnTo>
                      <a:lnTo>
                        <a:pt x="230" y="268"/>
                      </a:lnTo>
                      <a:lnTo>
                        <a:pt x="230" y="264"/>
                      </a:lnTo>
                      <a:lnTo>
                        <a:pt x="234" y="264"/>
                      </a:lnTo>
                      <a:lnTo>
                        <a:pt x="238" y="264"/>
                      </a:lnTo>
                      <a:lnTo>
                        <a:pt x="234" y="264"/>
                      </a:lnTo>
                      <a:lnTo>
                        <a:pt x="230" y="264"/>
                      </a:lnTo>
                      <a:lnTo>
                        <a:pt x="226" y="264"/>
                      </a:lnTo>
                      <a:lnTo>
                        <a:pt x="230" y="264"/>
                      </a:lnTo>
                      <a:lnTo>
                        <a:pt x="234" y="264"/>
                      </a:lnTo>
                      <a:lnTo>
                        <a:pt x="238" y="260"/>
                      </a:lnTo>
                      <a:lnTo>
                        <a:pt x="234" y="260"/>
                      </a:lnTo>
                      <a:lnTo>
                        <a:pt x="230" y="260"/>
                      </a:lnTo>
                      <a:lnTo>
                        <a:pt x="230" y="256"/>
                      </a:lnTo>
                      <a:lnTo>
                        <a:pt x="226" y="256"/>
                      </a:lnTo>
                      <a:lnTo>
                        <a:pt x="222" y="256"/>
                      </a:lnTo>
                      <a:lnTo>
                        <a:pt x="222" y="254"/>
                      </a:lnTo>
                      <a:lnTo>
                        <a:pt x="226" y="254"/>
                      </a:lnTo>
                      <a:lnTo>
                        <a:pt x="226" y="250"/>
                      </a:lnTo>
                      <a:lnTo>
                        <a:pt x="222" y="250"/>
                      </a:lnTo>
                      <a:lnTo>
                        <a:pt x="220" y="250"/>
                      </a:lnTo>
                      <a:lnTo>
                        <a:pt x="216" y="250"/>
                      </a:lnTo>
                      <a:lnTo>
                        <a:pt x="212" y="250"/>
                      </a:lnTo>
                      <a:lnTo>
                        <a:pt x="212" y="246"/>
                      </a:lnTo>
                      <a:lnTo>
                        <a:pt x="208" y="246"/>
                      </a:lnTo>
                      <a:lnTo>
                        <a:pt x="212" y="246"/>
                      </a:lnTo>
                      <a:lnTo>
                        <a:pt x="212" y="242"/>
                      </a:lnTo>
                      <a:lnTo>
                        <a:pt x="208" y="242"/>
                      </a:lnTo>
                      <a:lnTo>
                        <a:pt x="208" y="238"/>
                      </a:lnTo>
                      <a:lnTo>
                        <a:pt x="204" y="238"/>
                      </a:lnTo>
                      <a:lnTo>
                        <a:pt x="200" y="238"/>
                      </a:lnTo>
                      <a:lnTo>
                        <a:pt x="204" y="238"/>
                      </a:lnTo>
                      <a:lnTo>
                        <a:pt x="208" y="238"/>
                      </a:lnTo>
                      <a:lnTo>
                        <a:pt x="208" y="234"/>
                      </a:lnTo>
                      <a:lnTo>
                        <a:pt x="204" y="234"/>
                      </a:lnTo>
                      <a:lnTo>
                        <a:pt x="204" y="230"/>
                      </a:lnTo>
                      <a:lnTo>
                        <a:pt x="208" y="230"/>
                      </a:lnTo>
                      <a:lnTo>
                        <a:pt x="204" y="230"/>
                      </a:lnTo>
                      <a:lnTo>
                        <a:pt x="204" y="228"/>
                      </a:lnTo>
                      <a:lnTo>
                        <a:pt x="200" y="228"/>
                      </a:lnTo>
                      <a:lnTo>
                        <a:pt x="200" y="230"/>
                      </a:lnTo>
                      <a:lnTo>
                        <a:pt x="196" y="230"/>
                      </a:lnTo>
                      <a:lnTo>
                        <a:pt x="194" y="228"/>
                      </a:lnTo>
                      <a:lnTo>
                        <a:pt x="196" y="228"/>
                      </a:lnTo>
                      <a:lnTo>
                        <a:pt x="196" y="224"/>
                      </a:lnTo>
                      <a:lnTo>
                        <a:pt x="194" y="224"/>
                      </a:lnTo>
                      <a:lnTo>
                        <a:pt x="190" y="224"/>
                      </a:lnTo>
                      <a:lnTo>
                        <a:pt x="190" y="228"/>
                      </a:lnTo>
                      <a:lnTo>
                        <a:pt x="186" y="228"/>
                      </a:lnTo>
                      <a:lnTo>
                        <a:pt x="186" y="224"/>
                      </a:lnTo>
                      <a:lnTo>
                        <a:pt x="190" y="224"/>
                      </a:lnTo>
                      <a:lnTo>
                        <a:pt x="186" y="224"/>
                      </a:lnTo>
                      <a:lnTo>
                        <a:pt x="182" y="224"/>
                      </a:lnTo>
                      <a:lnTo>
                        <a:pt x="182" y="220"/>
                      </a:lnTo>
                      <a:lnTo>
                        <a:pt x="178" y="220"/>
                      </a:lnTo>
                      <a:lnTo>
                        <a:pt x="174" y="220"/>
                      </a:lnTo>
                      <a:lnTo>
                        <a:pt x="170" y="220"/>
                      </a:lnTo>
                      <a:lnTo>
                        <a:pt x="170" y="216"/>
                      </a:lnTo>
                      <a:lnTo>
                        <a:pt x="164" y="216"/>
                      </a:lnTo>
                      <a:lnTo>
                        <a:pt x="160" y="216"/>
                      </a:lnTo>
                      <a:lnTo>
                        <a:pt x="156" y="216"/>
                      </a:lnTo>
                      <a:lnTo>
                        <a:pt x="152" y="216"/>
                      </a:lnTo>
                      <a:lnTo>
                        <a:pt x="152" y="212"/>
                      </a:lnTo>
                      <a:lnTo>
                        <a:pt x="148" y="212"/>
                      </a:lnTo>
                      <a:lnTo>
                        <a:pt x="148" y="216"/>
                      </a:lnTo>
                      <a:lnTo>
                        <a:pt x="148" y="212"/>
                      </a:lnTo>
                      <a:lnTo>
                        <a:pt x="144" y="212"/>
                      </a:lnTo>
                      <a:lnTo>
                        <a:pt x="144" y="216"/>
                      </a:lnTo>
                      <a:lnTo>
                        <a:pt x="140" y="216"/>
                      </a:lnTo>
                      <a:lnTo>
                        <a:pt x="144" y="212"/>
                      </a:lnTo>
                      <a:lnTo>
                        <a:pt x="140" y="212"/>
                      </a:lnTo>
                      <a:lnTo>
                        <a:pt x="136" y="212"/>
                      </a:lnTo>
                      <a:lnTo>
                        <a:pt x="134" y="212"/>
                      </a:lnTo>
                      <a:lnTo>
                        <a:pt x="130" y="216"/>
                      </a:lnTo>
                      <a:lnTo>
                        <a:pt x="126" y="216"/>
                      </a:lnTo>
                      <a:lnTo>
                        <a:pt x="122" y="216"/>
                      </a:lnTo>
                      <a:lnTo>
                        <a:pt x="122" y="212"/>
                      </a:lnTo>
                      <a:lnTo>
                        <a:pt x="118" y="216"/>
                      </a:lnTo>
                      <a:lnTo>
                        <a:pt x="118" y="212"/>
                      </a:lnTo>
                      <a:lnTo>
                        <a:pt x="118" y="216"/>
                      </a:lnTo>
                      <a:lnTo>
                        <a:pt x="114" y="216"/>
                      </a:lnTo>
                      <a:lnTo>
                        <a:pt x="118" y="216"/>
                      </a:lnTo>
                      <a:lnTo>
                        <a:pt x="118" y="220"/>
                      </a:lnTo>
                      <a:lnTo>
                        <a:pt x="114" y="220"/>
                      </a:lnTo>
                      <a:lnTo>
                        <a:pt x="114" y="216"/>
                      </a:lnTo>
                      <a:lnTo>
                        <a:pt x="110" y="216"/>
                      </a:lnTo>
                      <a:lnTo>
                        <a:pt x="110" y="220"/>
                      </a:lnTo>
                      <a:lnTo>
                        <a:pt x="110" y="216"/>
                      </a:lnTo>
                      <a:lnTo>
                        <a:pt x="108" y="216"/>
                      </a:lnTo>
                      <a:lnTo>
                        <a:pt x="110" y="216"/>
                      </a:lnTo>
                      <a:lnTo>
                        <a:pt x="108" y="216"/>
                      </a:lnTo>
                      <a:lnTo>
                        <a:pt x="108" y="220"/>
                      </a:lnTo>
                      <a:lnTo>
                        <a:pt x="104" y="220"/>
                      </a:lnTo>
                      <a:lnTo>
                        <a:pt x="100" y="220"/>
                      </a:lnTo>
                      <a:lnTo>
                        <a:pt x="100" y="216"/>
                      </a:lnTo>
                      <a:lnTo>
                        <a:pt x="104" y="216"/>
                      </a:lnTo>
                      <a:lnTo>
                        <a:pt x="100" y="216"/>
                      </a:lnTo>
                      <a:lnTo>
                        <a:pt x="104" y="216"/>
                      </a:lnTo>
                      <a:lnTo>
                        <a:pt x="104" y="212"/>
                      </a:lnTo>
                      <a:lnTo>
                        <a:pt x="100" y="212"/>
                      </a:lnTo>
                      <a:lnTo>
                        <a:pt x="96" y="212"/>
                      </a:lnTo>
                      <a:lnTo>
                        <a:pt x="94" y="216"/>
                      </a:lnTo>
                      <a:lnTo>
                        <a:pt x="94" y="220"/>
                      </a:lnTo>
                      <a:lnTo>
                        <a:pt x="90" y="216"/>
                      </a:lnTo>
                      <a:lnTo>
                        <a:pt x="86" y="216"/>
                      </a:lnTo>
                      <a:lnTo>
                        <a:pt x="86" y="212"/>
                      </a:lnTo>
                      <a:lnTo>
                        <a:pt x="82" y="216"/>
                      </a:lnTo>
                      <a:lnTo>
                        <a:pt x="86" y="216"/>
                      </a:lnTo>
                      <a:lnTo>
                        <a:pt x="86" y="220"/>
                      </a:lnTo>
                      <a:lnTo>
                        <a:pt x="90" y="220"/>
                      </a:lnTo>
                      <a:lnTo>
                        <a:pt x="94" y="224"/>
                      </a:lnTo>
                      <a:lnTo>
                        <a:pt x="90" y="224"/>
                      </a:lnTo>
                      <a:lnTo>
                        <a:pt x="86" y="224"/>
                      </a:lnTo>
                      <a:lnTo>
                        <a:pt x="82" y="220"/>
                      </a:lnTo>
                      <a:lnTo>
                        <a:pt x="78" y="220"/>
                      </a:lnTo>
                      <a:lnTo>
                        <a:pt x="74" y="220"/>
                      </a:lnTo>
                      <a:lnTo>
                        <a:pt x="70" y="220"/>
                      </a:lnTo>
                      <a:lnTo>
                        <a:pt x="66" y="220"/>
                      </a:lnTo>
                      <a:lnTo>
                        <a:pt x="64" y="220"/>
                      </a:lnTo>
                      <a:lnTo>
                        <a:pt x="64" y="216"/>
                      </a:lnTo>
                      <a:lnTo>
                        <a:pt x="60" y="216"/>
                      </a:lnTo>
                      <a:lnTo>
                        <a:pt x="56" y="216"/>
                      </a:lnTo>
                      <a:lnTo>
                        <a:pt x="56" y="212"/>
                      </a:lnTo>
                      <a:lnTo>
                        <a:pt x="52" y="212"/>
                      </a:lnTo>
                      <a:lnTo>
                        <a:pt x="48" y="212"/>
                      </a:lnTo>
                      <a:lnTo>
                        <a:pt x="48" y="208"/>
                      </a:lnTo>
                      <a:lnTo>
                        <a:pt x="52" y="208"/>
                      </a:lnTo>
                      <a:lnTo>
                        <a:pt x="56" y="208"/>
                      </a:lnTo>
                      <a:lnTo>
                        <a:pt x="60" y="204"/>
                      </a:lnTo>
                      <a:lnTo>
                        <a:pt x="64" y="204"/>
                      </a:lnTo>
                      <a:lnTo>
                        <a:pt x="70" y="204"/>
                      </a:lnTo>
                      <a:lnTo>
                        <a:pt x="70" y="200"/>
                      </a:lnTo>
                      <a:lnTo>
                        <a:pt x="66" y="200"/>
                      </a:lnTo>
                      <a:lnTo>
                        <a:pt x="64" y="200"/>
                      </a:lnTo>
                      <a:lnTo>
                        <a:pt x="64" y="204"/>
                      </a:lnTo>
                      <a:lnTo>
                        <a:pt x="60" y="204"/>
                      </a:lnTo>
                      <a:lnTo>
                        <a:pt x="60" y="200"/>
                      </a:lnTo>
                      <a:lnTo>
                        <a:pt x="56" y="200"/>
                      </a:lnTo>
                      <a:lnTo>
                        <a:pt x="52" y="200"/>
                      </a:lnTo>
                      <a:lnTo>
                        <a:pt x="48" y="200"/>
                      </a:lnTo>
                      <a:lnTo>
                        <a:pt x="44" y="200"/>
                      </a:lnTo>
                      <a:lnTo>
                        <a:pt x="40" y="200"/>
                      </a:lnTo>
                      <a:lnTo>
                        <a:pt x="40" y="198"/>
                      </a:lnTo>
                      <a:lnTo>
                        <a:pt x="44" y="198"/>
                      </a:lnTo>
                      <a:lnTo>
                        <a:pt x="44" y="194"/>
                      </a:lnTo>
                      <a:lnTo>
                        <a:pt x="48" y="194"/>
                      </a:lnTo>
                      <a:lnTo>
                        <a:pt x="44" y="194"/>
                      </a:lnTo>
                      <a:lnTo>
                        <a:pt x="40" y="198"/>
                      </a:lnTo>
                      <a:lnTo>
                        <a:pt x="38" y="198"/>
                      </a:lnTo>
                      <a:lnTo>
                        <a:pt x="38" y="200"/>
                      </a:lnTo>
                      <a:lnTo>
                        <a:pt x="34" y="200"/>
                      </a:lnTo>
                      <a:lnTo>
                        <a:pt x="34" y="198"/>
                      </a:lnTo>
                      <a:lnTo>
                        <a:pt x="30" y="198"/>
                      </a:lnTo>
                      <a:lnTo>
                        <a:pt x="34" y="194"/>
                      </a:lnTo>
                      <a:lnTo>
                        <a:pt x="30" y="198"/>
                      </a:lnTo>
                      <a:lnTo>
                        <a:pt x="30" y="194"/>
                      </a:lnTo>
                      <a:lnTo>
                        <a:pt x="26" y="194"/>
                      </a:lnTo>
                      <a:lnTo>
                        <a:pt x="22" y="194"/>
                      </a:lnTo>
                      <a:lnTo>
                        <a:pt x="22" y="190"/>
                      </a:lnTo>
                      <a:lnTo>
                        <a:pt x="26" y="190"/>
                      </a:lnTo>
                      <a:lnTo>
                        <a:pt x="30" y="190"/>
                      </a:lnTo>
                      <a:lnTo>
                        <a:pt x="34" y="186"/>
                      </a:lnTo>
                      <a:lnTo>
                        <a:pt x="38" y="186"/>
                      </a:lnTo>
                      <a:lnTo>
                        <a:pt x="40" y="186"/>
                      </a:lnTo>
                      <a:lnTo>
                        <a:pt x="44" y="186"/>
                      </a:lnTo>
                      <a:lnTo>
                        <a:pt x="48" y="186"/>
                      </a:lnTo>
                      <a:lnTo>
                        <a:pt x="52" y="186"/>
                      </a:lnTo>
                      <a:lnTo>
                        <a:pt x="56" y="186"/>
                      </a:lnTo>
                      <a:lnTo>
                        <a:pt x="56" y="190"/>
                      </a:lnTo>
                      <a:lnTo>
                        <a:pt x="60" y="190"/>
                      </a:lnTo>
                      <a:lnTo>
                        <a:pt x="64" y="190"/>
                      </a:lnTo>
                      <a:lnTo>
                        <a:pt x="66" y="190"/>
                      </a:lnTo>
                      <a:lnTo>
                        <a:pt x="70" y="190"/>
                      </a:lnTo>
                      <a:lnTo>
                        <a:pt x="70" y="186"/>
                      </a:lnTo>
                      <a:lnTo>
                        <a:pt x="74" y="186"/>
                      </a:lnTo>
                      <a:lnTo>
                        <a:pt x="74" y="190"/>
                      </a:lnTo>
                      <a:lnTo>
                        <a:pt x="78" y="190"/>
                      </a:lnTo>
                      <a:lnTo>
                        <a:pt x="82" y="190"/>
                      </a:lnTo>
                      <a:lnTo>
                        <a:pt x="86" y="190"/>
                      </a:lnTo>
                      <a:lnTo>
                        <a:pt x="90" y="190"/>
                      </a:lnTo>
                      <a:lnTo>
                        <a:pt x="94" y="190"/>
                      </a:lnTo>
                      <a:lnTo>
                        <a:pt x="96" y="190"/>
                      </a:lnTo>
                      <a:lnTo>
                        <a:pt x="96" y="186"/>
                      </a:lnTo>
                      <a:lnTo>
                        <a:pt x="94" y="190"/>
                      </a:lnTo>
                      <a:lnTo>
                        <a:pt x="90" y="190"/>
                      </a:lnTo>
                      <a:lnTo>
                        <a:pt x="86" y="190"/>
                      </a:lnTo>
                      <a:lnTo>
                        <a:pt x="82" y="190"/>
                      </a:lnTo>
                      <a:lnTo>
                        <a:pt x="78" y="190"/>
                      </a:lnTo>
                      <a:lnTo>
                        <a:pt x="78" y="186"/>
                      </a:lnTo>
                      <a:lnTo>
                        <a:pt x="74" y="186"/>
                      </a:lnTo>
                      <a:lnTo>
                        <a:pt x="70" y="186"/>
                      </a:lnTo>
                      <a:lnTo>
                        <a:pt x="66" y="186"/>
                      </a:lnTo>
                      <a:lnTo>
                        <a:pt x="64" y="186"/>
                      </a:lnTo>
                      <a:lnTo>
                        <a:pt x="60" y="186"/>
                      </a:lnTo>
                      <a:lnTo>
                        <a:pt x="56" y="186"/>
                      </a:lnTo>
                      <a:lnTo>
                        <a:pt x="60" y="186"/>
                      </a:lnTo>
                      <a:lnTo>
                        <a:pt x="64" y="182"/>
                      </a:lnTo>
                      <a:lnTo>
                        <a:pt x="66" y="182"/>
                      </a:lnTo>
                      <a:lnTo>
                        <a:pt x="70" y="182"/>
                      </a:lnTo>
                      <a:lnTo>
                        <a:pt x="74" y="182"/>
                      </a:lnTo>
                      <a:lnTo>
                        <a:pt x="78" y="182"/>
                      </a:lnTo>
                      <a:lnTo>
                        <a:pt x="82" y="182"/>
                      </a:lnTo>
                      <a:lnTo>
                        <a:pt x="86" y="182"/>
                      </a:lnTo>
                      <a:lnTo>
                        <a:pt x="90" y="182"/>
                      </a:lnTo>
                      <a:lnTo>
                        <a:pt x="90" y="186"/>
                      </a:lnTo>
                      <a:lnTo>
                        <a:pt x="94" y="186"/>
                      </a:lnTo>
                      <a:lnTo>
                        <a:pt x="96" y="186"/>
                      </a:lnTo>
                      <a:lnTo>
                        <a:pt x="94" y="186"/>
                      </a:lnTo>
                      <a:lnTo>
                        <a:pt x="90" y="182"/>
                      </a:lnTo>
                      <a:lnTo>
                        <a:pt x="94" y="182"/>
                      </a:lnTo>
                      <a:lnTo>
                        <a:pt x="96" y="182"/>
                      </a:lnTo>
                      <a:lnTo>
                        <a:pt x="96" y="178"/>
                      </a:lnTo>
                      <a:lnTo>
                        <a:pt x="96" y="174"/>
                      </a:lnTo>
                      <a:lnTo>
                        <a:pt x="94" y="174"/>
                      </a:lnTo>
                      <a:lnTo>
                        <a:pt x="90" y="174"/>
                      </a:lnTo>
                      <a:lnTo>
                        <a:pt x="86" y="174"/>
                      </a:lnTo>
                      <a:lnTo>
                        <a:pt x="82" y="174"/>
                      </a:lnTo>
                      <a:lnTo>
                        <a:pt x="82" y="178"/>
                      </a:lnTo>
                      <a:lnTo>
                        <a:pt x="78" y="178"/>
                      </a:lnTo>
                      <a:lnTo>
                        <a:pt x="74" y="178"/>
                      </a:lnTo>
                      <a:lnTo>
                        <a:pt x="70" y="178"/>
                      </a:lnTo>
                      <a:lnTo>
                        <a:pt x="66" y="178"/>
                      </a:lnTo>
                      <a:lnTo>
                        <a:pt x="64" y="178"/>
                      </a:lnTo>
                      <a:lnTo>
                        <a:pt x="66" y="178"/>
                      </a:lnTo>
                      <a:lnTo>
                        <a:pt x="64" y="178"/>
                      </a:lnTo>
                      <a:lnTo>
                        <a:pt x="64" y="174"/>
                      </a:lnTo>
                      <a:lnTo>
                        <a:pt x="60" y="174"/>
                      </a:lnTo>
                      <a:lnTo>
                        <a:pt x="60" y="178"/>
                      </a:lnTo>
                      <a:lnTo>
                        <a:pt x="64" y="178"/>
                      </a:lnTo>
                      <a:lnTo>
                        <a:pt x="60" y="178"/>
                      </a:lnTo>
                      <a:lnTo>
                        <a:pt x="56" y="178"/>
                      </a:lnTo>
                      <a:lnTo>
                        <a:pt x="56" y="182"/>
                      </a:lnTo>
                      <a:lnTo>
                        <a:pt x="52" y="182"/>
                      </a:lnTo>
                      <a:lnTo>
                        <a:pt x="52" y="178"/>
                      </a:lnTo>
                      <a:lnTo>
                        <a:pt x="48" y="178"/>
                      </a:lnTo>
                      <a:lnTo>
                        <a:pt x="44" y="178"/>
                      </a:lnTo>
                      <a:lnTo>
                        <a:pt x="40" y="178"/>
                      </a:lnTo>
                      <a:lnTo>
                        <a:pt x="38" y="178"/>
                      </a:lnTo>
                      <a:lnTo>
                        <a:pt x="40" y="174"/>
                      </a:lnTo>
                      <a:lnTo>
                        <a:pt x="44" y="174"/>
                      </a:lnTo>
                      <a:lnTo>
                        <a:pt x="48" y="174"/>
                      </a:lnTo>
                      <a:lnTo>
                        <a:pt x="48" y="172"/>
                      </a:lnTo>
                      <a:lnTo>
                        <a:pt x="48" y="174"/>
                      </a:lnTo>
                      <a:lnTo>
                        <a:pt x="44" y="174"/>
                      </a:lnTo>
                      <a:lnTo>
                        <a:pt x="40" y="174"/>
                      </a:lnTo>
                      <a:lnTo>
                        <a:pt x="38" y="174"/>
                      </a:lnTo>
                      <a:lnTo>
                        <a:pt x="34" y="174"/>
                      </a:lnTo>
                      <a:lnTo>
                        <a:pt x="34" y="172"/>
                      </a:lnTo>
                      <a:lnTo>
                        <a:pt x="38" y="172"/>
                      </a:lnTo>
                      <a:lnTo>
                        <a:pt x="40" y="172"/>
                      </a:lnTo>
                      <a:lnTo>
                        <a:pt x="38" y="172"/>
                      </a:lnTo>
                      <a:lnTo>
                        <a:pt x="34" y="172"/>
                      </a:lnTo>
                      <a:lnTo>
                        <a:pt x="30" y="172"/>
                      </a:lnTo>
                      <a:lnTo>
                        <a:pt x="26" y="172"/>
                      </a:lnTo>
                      <a:lnTo>
                        <a:pt x="22" y="172"/>
                      </a:lnTo>
                      <a:lnTo>
                        <a:pt x="26" y="172"/>
                      </a:lnTo>
                      <a:lnTo>
                        <a:pt x="26" y="168"/>
                      </a:lnTo>
                      <a:lnTo>
                        <a:pt x="22" y="168"/>
                      </a:lnTo>
                      <a:lnTo>
                        <a:pt x="22" y="172"/>
                      </a:lnTo>
                      <a:lnTo>
                        <a:pt x="18" y="172"/>
                      </a:lnTo>
                      <a:lnTo>
                        <a:pt x="18" y="168"/>
                      </a:lnTo>
                      <a:lnTo>
                        <a:pt x="14" y="168"/>
                      </a:lnTo>
                      <a:lnTo>
                        <a:pt x="10" y="168"/>
                      </a:lnTo>
                      <a:lnTo>
                        <a:pt x="8" y="164"/>
                      </a:lnTo>
                      <a:lnTo>
                        <a:pt x="10" y="164"/>
                      </a:lnTo>
                      <a:lnTo>
                        <a:pt x="8" y="164"/>
                      </a:lnTo>
                      <a:lnTo>
                        <a:pt x="4" y="164"/>
                      </a:lnTo>
                      <a:lnTo>
                        <a:pt x="0" y="160"/>
                      </a:lnTo>
                      <a:lnTo>
                        <a:pt x="4" y="160"/>
                      </a:lnTo>
                      <a:lnTo>
                        <a:pt x="4" y="158"/>
                      </a:lnTo>
                      <a:lnTo>
                        <a:pt x="8" y="158"/>
                      </a:lnTo>
                      <a:lnTo>
                        <a:pt x="4" y="158"/>
                      </a:lnTo>
                      <a:lnTo>
                        <a:pt x="4" y="154"/>
                      </a:lnTo>
                      <a:lnTo>
                        <a:pt x="8" y="154"/>
                      </a:lnTo>
                      <a:lnTo>
                        <a:pt x="4" y="154"/>
                      </a:lnTo>
                      <a:lnTo>
                        <a:pt x="8" y="150"/>
                      </a:lnTo>
                      <a:lnTo>
                        <a:pt x="10" y="150"/>
                      </a:lnTo>
                      <a:lnTo>
                        <a:pt x="14" y="150"/>
                      </a:lnTo>
                      <a:lnTo>
                        <a:pt x="18" y="150"/>
                      </a:lnTo>
                      <a:lnTo>
                        <a:pt x="22" y="150"/>
                      </a:lnTo>
                      <a:lnTo>
                        <a:pt x="26" y="150"/>
                      </a:lnTo>
                      <a:lnTo>
                        <a:pt x="30" y="150"/>
                      </a:lnTo>
                      <a:lnTo>
                        <a:pt x="30" y="146"/>
                      </a:lnTo>
                      <a:lnTo>
                        <a:pt x="34" y="146"/>
                      </a:lnTo>
                      <a:lnTo>
                        <a:pt x="38" y="146"/>
                      </a:lnTo>
                      <a:lnTo>
                        <a:pt x="40" y="146"/>
                      </a:lnTo>
                      <a:lnTo>
                        <a:pt x="44" y="146"/>
                      </a:lnTo>
                      <a:lnTo>
                        <a:pt x="40" y="146"/>
                      </a:lnTo>
                      <a:lnTo>
                        <a:pt x="40" y="142"/>
                      </a:lnTo>
                      <a:lnTo>
                        <a:pt x="44" y="142"/>
                      </a:lnTo>
                      <a:lnTo>
                        <a:pt x="48" y="142"/>
                      </a:lnTo>
                      <a:lnTo>
                        <a:pt x="52" y="142"/>
                      </a:lnTo>
                      <a:lnTo>
                        <a:pt x="56" y="142"/>
                      </a:lnTo>
                      <a:lnTo>
                        <a:pt x="60" y="142"/>
                      </a:lnTo>
                      <a:lnTo>
                        <a:pt x="56" y="142"/>
                      </a:lnTo>
                      <a:lnTo>
                        <a:pt x="56" y="138"/>
                      </a:lnTo>
                      <a:lnTo>
                        <a:pt x="60" y="138"/>
                      </a:lnTo>
                      <a:lnTo>
                        <a:pt x="66" y="134"/>
                      </a:lnTo>
                      <a:lnTo>
                        <a:pt x="70" y="134"/>
                      </a:lnTo>
                      <a:lnTo>
                        <a:pt x="74" y="138"/>
                      </a:lnTo>
                      <a:lnTo>
                        <a:pt x="74" y="134"/>
                      </a:lnTo>
                      <a:lnTo>
                        <a:pt x="78" y="134"/>
                      </a:lnTo>
                      <a:lnTo>
                        <a:pt x="82" y="134"/>
                      </a:lnTo>
                      <a:lnTo>
                        <a:pt x="86" y="134"/>
                      </a:lnTo>
                      <a:lnTo>
                        <a:pt x="90" y="134"/>
                      </a:lnTo>
                      <a:lnTo>
                        <a:pt x="94" y="134"/>
                      </a:lnTo>
                      <a:lnTo>
                        <a:pt x="96" y="134"/>
                      </a:lnTo>
                      <a:lnTo>
                        <a:pt x="100" y="134"/>
                      </a:lnTo>
                      <a:lnTo>
                        <a:pt x="104" y="130"/>
                      </a:lnTo>
                      <a:lnTo>
                        <a:pt x="108" y="128"/>
                      </a:lnTo>
                      <a:lnTo>
                        <a:pt x="110" y="128"/>
                      </a:lnTo>
                      <a:lnTo>
                        <a:pt x="110" y="124"/>
                      </a:lnTo>
                      <a:lnTo>
                        <a:pt x="114" y="124"/>
                      </a:lnTo>
                      <a:lnTo>
                        <a:pt x="114" y="120"/>
                      </a:lnTo>
                      <a:lnTo>
                        <a:pt x="110" y="120"/>
                      </a:lnTo>
                      <a:lnTo>
                        <a:pt x="110" y="116"/>
                      </a:lnTo>
                      <a:lnTo>
                        <a:pt x="110" y="112"/>
                      </a:lnTo>
                      <a:lnTo>
                        <a:pt x="110" y="108"/>
                      </a:lnTo>
                      <a:lnTo>
                        <a:pt x="114" y="108"/>
                      </a:lnTo>
                      <a:lnTo>
                        <a:pt x="122" y="108"/>
                      </a:lnTo>
                      <a:lnTo>
                        <a:pt x="122" y="104"/>
                      </a:lnTo>
                      <a:lnTo>
                        <a:pt x="126" y="104"/>
                      </a:lnTo>
                      <a:lnTo>
                        <a:pt x="130" y="104"/>
                      </a:lnTo>
                      <a:lnTo>
                        <a:pt x="126" y="104"/>
                      </a:lnTo>
                      <a:lnTo>
                        <a:pt x="122" y="104"/>
                      </a:lnTo>
                      <a:lnTo>
                        <a:pt x="122" y="100"/>
                      </a:lnTo>
                      <a:lnTo>
                        <a:pt x="122" y="104"/>
                      </a:lnTo>
                      <a:lnTo>
                        <a:pt x="118" y="104"/>
                      </a:lnTo>
                      <a:lnTo>
                        <a:pt x="114" y="104"/>
                      </a:lnTo>
                      <a:lnTo>
                        <a:pt x="114" y="108"/>
                      </a:lnTo>
                      <a:lnTo>
                        <a:pt x="110" y="108"/>
                      </a:lnTo>
                      <a:lnTo>
                        <a:pt x="110" y="104"/>
                      </a:lnTo>
                      <a:lnTo>
                        <a:pt x="108" y="104"/>
                      </a:lnTo>
                      <a:lnTo>
                        <a:pt x="108" y="108"/>
                      </a:lnTo>
                      <a:lnTo>
                        <a:pt x="104" y="108"/>
                      </a:lnTo>
                      <a:lnTo>
                        <a:pt x="100" y="108"/>
                      </a:lnTo>
                      <a:lnTo>
                        <a:pt x="96" y="108"/>
                      </a:lnTo>
                      <a:lnTo>
                        <a:pt x="96" y="104"/>
                      </a:lnTo>
                      <a:lnTo>
                        <a:pt x="94" y="104"/>
                      </a:lnTo>
                      <a:lnTo>
                        <a:pt x="90" y="104"/>
                      </a:lnTo>
                      <a:lnTo>
                        <a:pt x="90" y="108"/>
                      </a:lnTo>
                      <a:lnTo>
                        <a:pt x="86" y="108"/>
                      </a:lnTo>
                      <a:lnTo>
                        <a:pt x="82" y="108"/>
                      </a:lnTo>
                      <a:lnTo>
                        <a:pt x="82" y="104"/>
                      </a:lnTo>
                      <a:lnTo>
                        <a:pt x="78" y="104"/>
                      </a:lnTo>
                      <a:lnTo>
                        <a:pt x="78" y="100"/>
                      </a:lnTo>
                      <a:lnTo>
                        <a:pt x="78" y="98"/>
                      </a:lnTo>
                      <a:lnTo>
                        <a:pt x="82" y="98"/>
                      </a:lnTo>
                      <a:lnTo>
                        <a:pt x="86" y="98"/>
                      </a:lnTo>
                      <a:lnTo>
                        <a:pt x="90" y="94"/>
                      </a:lnTo>
                      <a:lnTo>
                        <a:pt x="94" y="94"/>
                      </a:lnTo>
                      <a:lnTo>
                        <a:pt x="94" y="90"/>
                      </a:lnTo>
                      <a:lnTo>
                        <a:pt x="96" y="90"/>
                      </a:lnTo>
                      <a:lnTo>
                        <a:pt x="100" y="90"/>
                      </a:lnTo>
                      <a:lnTo>
                        <a:pt x="104" y="90"/>
                      </a:lnTo>
                      <a:lnTo>
                        <a:pt x="104" y="86"/>
                      </a:lnTo>
                      <a:lnTo>
                        <a:pt x="108" y="86"/>
                      </a:lnTo>
                      <a:lnTo>
                        <a:pt x="110" y="86"/>
                      </a:lnTo>
                      <a:lnTo>
                        <a:pt x="110" y="82"/>
                      </a:lnTo>
                      <a:lnTo>
                        <a:pt x="114" y="82"/>
                      </a:lnTo>
                      <a:lnTo>
                        <a:pt x="114" y="78"/>
                      </a:lnTo>
                      <a:lnTo>
                        <a:pt x="118" y="78"/>
                      </a:lnTo>
                      <a:lnTo>
                        <a:pt x="122" y="78"/>
                      </a:lnTo>
                      <a:lnTo>
                        <a:pt x="126" y="78"/>
                      </a:lnTo>
                      <a:lnTo>
                        <a:pt x="130" y="78"/>
                      </a:lnTo>
                      <a:lnTo>
                        <a:pt x="130" y="74"/>
                      </a:lnTo>
                      <a:lnTo>
                        <a:pt x="134" y="74"/>
                      </a:lnTo>
                      <a:lnTo>
                        <a:pt x="134" y="78"/>
                      </a:lnTo>
                      <a:lnTo>
                        <a:pt x="136" y="82"/>
                      </a:lnTo>
                      <a:lnTo>
                        <a:pt x="140" y="86"/>
                      </a:lnTo>
                      <a:lnTo>
                        <a:pt x="144" y="86"/>
                      </a:lnTo>
                      <a:lnTo>
                        <a:pt x="140" y="86"/>
                      </a:lnTo>
                      <a:lnTo>
                        <a:pt x="140" y="82"/>
                      </a:lnTo>
                      <a:lnTo>
                        <a:pt x="136" y="82"/>
                      </a:lnTo>
                      <a:lnTo>
                        <a:pt x="136" y="78"/>
                      </a:lnTo>
                      <a:lnTo>
                        <a:pt x="136" y="74"/>
                      </a:lnTo>
                      <a:lnTo>
                        <a:pt x="140" y="72"/>
                      </a:lnTo>
                      <a:lnTo>
                        <a:pt x="144" y="72"/>
                      </a:lnTo>
                      <a:lnTo>
                        <a:pt x="144" y="74"/>
                      </a:lnTo>
                      <a:lnTo>
                        <a:pt x="148" y="74"/>
                      </a:lnTo>
                      <a:lnTo>
                        <a:pt x="152" y="74"/>
                      </a:lnTo>
                      <a:lnTo>
                        <a:pt x="156" y="74"/>
                      </a:lnTo>
                      <a:lnTo>
                        <a:pt x="160" y="78"/>
                      </a:lnTo>
                      <a:lnTo>
                        <a:pt x="164" y="78"/>
                      </a:lnTo>
                      <a:lnTo>
                        <a:pt x="164" y="74"/>
                      </a:lnTo>
                      <a:lnTo>
                        <a:pt x="166" y="74"/>
                      </a:lnTo>
                      <a:lnTo>
                        <a:pt x="170" y="74"/>
                      </a:lnTo>
                      <a:lnTo>
                        <a:pt x="166" y="74"/>
                      </a:lnTo>
                      <a:lnTo>
                        <a:pt x="166" y="72"/>
                      </a:lnTo>
                      <a:lnTo>
                        <a:pt x="164" y="68"/>
                      </a:lnTo>
                      <a:lnTo>
                        <a:pt x="166" y="68"/>
                      </a:lnTo>
                      <a:lnTo>
                        <a:pt x="170" y="68"/>
                      </a:lnTo>
                      <a:lnTo>
                        <a:pt x="170" y="64"/>
                      </a:lnTo>
                      <a:lnTo>
                        <a:pt x="166" y="64"/>
                      </a:lnTo>
                      <a:lnTo>
                        <a:pt x="166" y="60"/>
                      </a:lnTo>
                      <a:lnTo>
                        <a:pt x="164" y="60"/>
                      </a:lnTo>
                      <a:lnTo>
                        <a:pt x="164" y="56"/>
                      </a:lnTo>
                      <a:lnTo>
                        <a:pt x="166" y="56"/>
                      </a:lnTo>
                      <a:lnTo>
                        <a:pt x="170" y="52"/>
                      </a:lnTo>
                      <a:lnTo>
                        <a:pt x="174" y="52"/>
                      </a:lnTo>
                      <a:lnTo>
                        <a:pt x="178" y="52"/>
                      </a:lnTo>
                      <a:lnTo>
                        <a:pt x="182" y="52"/>
                      </a:lnTo>
                      <a:lnTo>
                        <a:pt x="186" y="52"/>
                      </a:lnTo>
                      <a:lnTo>
                        <a:pt x="190" y="52"/>
                      </a:lnTo>
                      <a:lnTo>
                        <a:pt x="194" y="52"/>
                      </a:lnTo>
                      <a:lnTo>
                        <a:pt x="196" y="52"/>
                      </a:lnTo>
                      <a:lnTo>
                        <a:pt x="200" y="52"/>
                      </a:lnTo>
                      <a:lnTo>
                        <a:pt x="200" y="56"/>
                      </a:lnTo>
                      <a:lnTo>
                        <a:pt x="200" y="60"/>
                      </a:lnTo>
                      <a:lnTo>
                        <a:pt x="204" y="60"/>
                      </a:lnTo>
                      <a:lnTo>
                        <a:pt x="212" y="60"/>
                      </a:lnTo>
                      <a:lnTo>
                        <a:pt x="212" y="64"/>
                      </a:lnTo>
                      <a:lnTo>
                        <a:pt x="216" y="64"/>
                      </a:lnTo>
                      <a:lnTo>
                        <a:pt x="216" y="60"/>
                      </a:lnTo>
                      <a:lnTo>
                        <a:pt x="216" y="64"/>
                      </a:lnTo>
                      <a:lnTo>
                        <a:pt x="220" y="64"/>
                      </a:lnTo>
                      <a:lnTo>
                        <a:pt x="222" y="64"/>
                      </a:lnTo>
                      <a:lnTo>
                        <a:pt x="222" y="68"/>
                      </a:lnTo>
                      <a:lnTo>
                        <a:pt x="226" y="68"/>
                      </a:lnTo>
                      <a:lnTo>
                        <a:pt x="230" y="68"/>
                      </a:lnTo>
                      <a:lnTo>
                        <a:pt x="230" y="72"/>
                      </a:lnTo>
                      <a:lnTo>
                        <a:pt x="234" y="72"/>
                      </a:lnTo>
                      <a:lnTo>
                        <a:pt x="234" y="68"/>
                      </a:lnTo>
                      <a:lnTo>
                        <a:pt x="230" y="68"/>
                      </a:lnTo>
                      <a:lnTo>
                        <a:pt x="226" y="68"/>
                      </a:lnTo>
                      <a:lnTo>
                        <a:pt x="222" y="68"/>
                      </a:lnTo>
                      <a:lnTo>
                        <a:pt x="222" y="64"/>
                      </a:lnTo>
                      <a:lnTo>
                        <a:pt x="220" y="64"/>
                      </a:lnTo>
                      <a:lnTo>
                        <a:pt x="216" y="60"/>
                      </a:lnTo>
                      <a:lnTo>
                        <a:pt x="212" y="60"/>
                      </a:lnTo>
                      <a:lnTo>
                        <a:pt x="208" y="60"/>
                      </a:lnTo>
                      <a:lnTo>
                        <a:pt x="208" y="56"/>
                      </a:lnTo>
                      <a:lnTo>
                        <a:pt x="204" y="52"/>
                      </a:lnTo>
                      <a:lnTo>
                        <a:pt x="200" y="52"/>
                      </a:lnTo>
                      <a:lnTo>
                        <a:pt x="196" y="52"/>
                      </a:lnTo>
                      <a:lnTo>
                        <a:pt x="194" y="52"/>
                      </a:lnTo>
                      <a:lnTo>
                        <a:pt x="194" y="48"/>
                      </a:lnTo>
                      <a:lnTo>
                        <a:pt x="190" y="48"/>
                      </a:lnTo>
                      <a:lnTo>
                        <a:pt x="194" y="48"/>
                      </a:lnTo>
                      <a:lnTo>
                        <a:pt x="196" y="48"/>
                      </a:lnTo>
                      <a:lnTo>
                        <a:pt x="200" y="44"/>
                      </a:lnTo>
                      <a:lnTo>
                        <a:pt x="204" y="44"/>
                      </a:lnTo>
                      <a:lnTo>
                        <a:pt x="208" y="44"/>
                      </a:lnTo>
                      <a:lnTo>
                        <a:pt x="212" y="44"/>
                      </a:lnTo>
                      <a:lnTo>
                        <a:pt x="216" y="44"/>
                      </a:lnTo>
                      <a:lnTo>
                        <a:pt x="220" y="44"/>
                      </a:lnTo>
                      <a:lnTo>
                        <a:pt x="222" y="44"/>
                      </a:lnTo>
                      <a:lnTo>
                        <a:pt x="226" y="44"/>
                      </a:lnTo>
                      <a:lnTo>
                        <a:pt x="230" y="42"/>
                      </a:lnTo>
                      <a:lnTo>
                        <a:pt x="234" y="42"/>
                      </a:lnTo>
                      <a:lnTo>
                        <a:pt x="234" y="44"/>
                      </a:lnTo>
                      <a:lnTo>
                        <a:pt x="238" y="44"/>
                      </a:lnTo>
                      <a:lnTo>
                        <a:pt x="238" y="42"/>
                      </a:lnTo>
                      <a:lnTo>
                        <a:pt x="242" y="42"/>
                      </a:lnTo>
                      <a:lnTo>
                        <a:pt x="246" y="42"/>
                      </a:lnTo>
                      <a:lnTo>
                        <a:pt x="250" y="42"/>
                      </a:lnTo>
                      <a:lnTo>
                        <a:pt x="250" y="44"/>
                      </a:lnTo>
                      <a:lnTo>
                        <a:pt x="252" y="44"/>
                      </a:lnTo>
                      <a:lnTo>
                        <a:pt x="252" y="42"/>
                      </a:lnTo>
                      <a:lnTo>
                        <a:pt x="250" y="42"/>
                      </a:lnTo>
                      <a:lnTo>
                        <a:pt x="246" y="42"/>
                      </a:lnTo>
                      <a:lnTo>
                        <a:pt x="252" y="42"/>
                      </a:lnTo>
                      <a:lnTo>
                        <a:pt x="256" y="38"/>
                      </a:lnTo>
                      <a:lnTo>
                        <a:pt x="260" y="38"/>
                      </a:lnTo>
                      <a:lnTo>
                        <a:pt x="264" y="38"/>
                      </a:lnTo>
                      <a:lnTo>
                        <a:pt x="268" y="42"/>
                      </a:lnTo>
                      <a:lnTo>
                        <a:pt x="272" y="42"/>
                      </a:lnTo>
                      <a:lnTo>
                        <a:pt x="276" y="44"/>
                      </a:lnTo>
                      <a:lnTo>
                        <a:pt x="276" y="52"/>
                      </a:lnTo>
                      <a:lnTo>
                        <a:pt x="276" y="56"/>
                      </a:lnTo>
                      <a:lnTo>
                        <a:pt x="272" y="56"/>
                      </a:lnTo>
                      <a:lnTo>
                        <a:pt x="272" y="60"/>
                      </a:lnTo>
                      <a:lnTo>
                        <a:pt x="272" y="64"/>
                      </a:lnTo>
                      <a:lnTo>
                        <a:pt x="276" y="64"/>
                      </a:lnTo>
                      <a:lnTo>
                        <a:pt x="276" y="60"/>
                      </a:lnTo>
                      <a:lnTo>
                        <a:pt x="278" y="56"/>
                      </a:lnTo>
                      <a:lnTo>
                        <a:pt x="282" y="56"/>
                      </a:lnTo>
                      <a:lnTo>
                        <a:pt x="282" y="52"/>
                      </a:lnTo>
                      <a:lnTo>
                        <a:pt x="282" y="48"/>
                      </a:lnTo>
                      <a:lnTo>
                        <a:pt x="286" y="48"/>
                      </a:lnTo>
                      <a:lnTo>
                        <a:pt x="290" y="48"/>
                      </a:lnTo>
                      <a:lnTo>
                        <a:pt x="298" y="52"/>
                      </a:lnTo>
                      <a:lnTo>
                        <a:pt x="302" y="52"/>
                      </a:lnTo>
                      <a:lnTo>
                        <a:pt x="306" y="52"/>
                      </a:lnTo>
                      <a:lnTo>
                        <a:pt x="308" y="52"/>
                      </a:lnTo>
                      <a:lnTo>
                        <a:pt x="312" y="56"/>
                      </a:lnTo>
                      <a:lnTo>
                        <a:pt x="316" y="56"/>
                      </a:lnTo>
                      <a:lnTo>
                        <a:pt x="320" y="56"/>
                      </a:lnTo>
                      <a:lnTo>
                        <a:pt x="320" y="60"/>
                      </a:lnTo>
                      <a:lnTo>
                        <a:pt x="324" y="60"/>
                      </a:lnTo>
                      <a:lnTo>
                        <a:pt x="328" y="60"/>
                      </a:lnTo>
                      <a:lnTo>
                        <a:pt x="332" y="60"/>
                      </a:lnTo>
                      <a:lnTo>
                        <a:pt x="328" y="60"/>
                      </a:lnTo>
                      <a:lnTo>
                        <a:pt x="324" y="56"/>
                      </a:lnTo>
                      <a:lnTo>
                        <a:pt x="320" y="56"/>
                      </a:lnTo>
                      <a:lnTo>
                        <a:pt x="316" y="56"/>
                      </a:lnTo>
                      <a:lnTo>
                        <a:pt x="316" y="52"/>
                      </a:lnTo>
                      <a:lnTo>
                        <a:pt x="312" y="52"/>
                      </a:lnTo>
                      <a:lnTo>
                        <a:pt x="308" y="52"/>
                      </a:lnTo>
                      <a:lnTo>
                        <a:pt x="312" y="52"/>
                      </a:lnTo>
                      <a:lnTo>
                        <a:pt x="316" y="52"/>
                      </a:lnTo>
                      <a:lnTo>
                        <a:pt x="320" y="52"/>
                      </a:lnTo>
                      <a:lnTo>
                        <a:pt x="324" y="52"/>
                      </a:lnTo>
                      <a:lnTo>
                        <a:pt x="328" y="52"/>
                      </a:lnTo>
                      <a:lnTo>
                        <a:pt x="332" y="52"/>
                      </a:lnTo>
                      <a:lnTo>
                        <a:pt x="328" y="48"/>
                      </a:lnTo>
                      <a:lnTo>
                        <a:pt x="324" y="48"/>
                      </a:lnTo>
                      <a:lnTo>
                        <a:pt x="320" y="48"/>
                      </a:lnTo>
                      <a:lnTo>
                        <a:pt x="320" y="44"/>
                      </a:lnTo>
                      <a:lnTo>
                        <a:pt x="316" y="44"/>
                      </a:lnTo>
                      <a:lnTo>
                        <a:pt x="312" y="44"/>
                      </a:lnTo>
                      <a:lnTo>
                        <a:pt x="312" y="42"/>
                      </a:lnTo>
                      <a:lnTo>
                        <a:pt x="312" y="38"/>
                      </a:lnTo>
                      <a:lnTo>
                        <a:pt x="308" y="38"/>
                      </a:lnTo>
                      <a:lnTo>
                        <a:pt x="308" y="34"/>
                      </a:lnTo>
                      <a:lnTo>
                        <a:pt x="312" y="34"/>
                      </a:lnTo>
                      <a:lnTo>
                        <a:pt x="316" y="34"/>
                      </a:lnTo>
                      <a:lnTo>
                        <a:pt x="320" y="34"/>
                      </a:lnTo>
                      <a:lnTo>
                        <a:pt x="324" y="34"/>
                      </a:lnTo>
                      <a:lnTo>
                        <a:pt x="328" y="34"/>
                      </a:lnTo>
                      <a:lnTo>
                        <a:pt x="332" y="34"/>
                      </a:lnTo>
                      <a:lnTo>
                        <a:pt x="334" y="34"/>
                      </a:lnTo>
                      <a:lnTo>
                        <a:pt x="338" y="34"/>
                      </a:lnTo>
                      <a:lnTo>
                        <a:pt x="338" y="38"/>
                      </a:lnTo>
                      <a:lnTo>
                        <a:pt x="342" y="38"/>
                      </a:lnTo>
                      <a:lnTo>
                        <a:pt x="346" y="38"/>
                      </a:lnTo>
                      <a:lnTo>
                        <a:pt x="346" y="42"/>
                      </a:lnTo>
                      <a:lnTo>
                        <a:pt x="350" y="42"/>
                      </a:lnTo>
                      <a:lnTo>
                        <a:pt x="354" y="42"/>
                      </a:lnTo>
                      <a:lnTo>
                        <a:pt x="358" y="42"/>
                      </a:lnTo>
                      <a:lnTo>
                        <a:pt x="362" y="42"/>
                      </a:lnTo>
                      <a:lnTo>
                        <a:pt x="362" y="44"/>
                      </a:lnTo>
                      <a:lnTo>
                        <a:pt x="364" y="44"/>
                      </a:lnTo>
                      <a:lnTo>
                        <a:pt x="368" y="44"/>
                      </a:lnTo>
                      <a:lnTo>
                        <a:pt x="372" y="44"/>
                      </a:lnTo>
                      <a:lnTo>
                        <a:pt x="376" y="44"/>
                      </a:lnTo>
                      <a:lnTo>
                        <a:pt x="376" y="48"/>
                      </a:lnTo>
                      <a:lnTo>
                        <a:pt x="380" y="48"/>
                      </a:lnTo>
                      <a:lnTo>
                        <a:pt x="384" y="48"/>
                      </a:lnTo>
                      <a:lnTo>
                        <a:pt x="384" y="52"/>
                      </a:lnTo>
                      <a:lnTo>
                        <a:pt x="380" y="52"/>
                      </a:lnTo>
                      <a:lnTo>
                        <a:pt x="384" y="52"/>
                      </a:lnTo>
                      <a:lnTo>
                        <a:pt x="388" y="52"/>
                      </a:lnTo>
                      <a:lnTo>
                        <a:pt x="392" y="52"/>
                      </a:lnTo>
                      <a:lnTo>
                        <a:pt x="392" y="56"/>
                      </a:lnTo>
                      <a:lnTo>
                        <a:pt x="394" y="56"/>
                      </a:lnTo>
                      <a:lnTo>
                        <a:pt x="398" y="56"/>
                      </a:lnTo>
                      <a:lnTo>
                        <a:pt x="402" y="56"/>
                      </a:lnTo>
                      <a:lnTo>
                        <a:pt x="406" y="56"/>
                      </a:lnTo>
                      <a:lnTo>
                        <a:pt x="406" y="52"/>
                      </a:lnTo>
                      <a:lnTo>
                        <a:pt x="402" y="52"/>
                      </a:lnTo>
                      <a:lnTo>
                        <a:pt x="398" y="52"/>
                      </a:lnTo>
                      <a:lnTo>
                        <a:pt x="402" y="52"/>
                      </a:lnTo>
                      <a:lnTo>
                        <a:pt x="402" y="48"/>
                      </a:lnTo>
                      <a:lnTo>
                        <a:pt x="398" y="48"/>
                      </a:lnTo>
                      <a:lnTo>
                        <a:pt x="394" y="48"/>
                      </a:lnTo>
                      <a:lnTo>
                        <a:pt x="398" y="48"/>
                      </a:lnTo>
                      <a:lnTo>
                        <a:pt x="402" y="48"/>
                      </a:lnTo>
                      <a:lnTo>
                        <a:pt x="402" y="44"/>
                      </a:lnTo>
                      <a:lnTo>
                        <a:pt x="398" y="44"/>
                      </a:lnTo>
                      <a:lnTo>
                        <a:pt x="398" y="42"/>
                      </a:lnTo>
                      <a:lnTo>
                        <a:pt x="402" y="42"/>
                      </a:lnTo>
                      <a:lnTo>
                        <a:pt x="406" y="42"/>
                      </a:lnTo>
                      <a:lnTo>
                        <a:pt x="410" y="42"/>
                      </a:lnTo>
                      <a:lnTo>
                        <a:pt x="414" y="42"/>
                      </a:lnTo>
                      <a:lnTo>
                        <a:pt x="418" y="42"/>
                      </a:lnTo>
                      <a:lnTo>
                        <a:pt x="420" y="42"/>
                      </a:lnTo>
                      <a:lnTo>
                        <a:pt x="424" y="42"/>
                      </a:lnTo>
                      <a:lnTo>
                        <a:pt x="428" y="42"/>
                      </a:lnTo>
                      <a:lnTo>
                        <a:pt x="432" y="42"/>
                      </a:lnTo>
                      <a:lnTo>
                        <a:pt x="428" y="42"/>
                      </a:lnTo>
                      <a:lnTo>
                        <a:pt x="424" y="42"/>
                      </a:lnTo>
                      <a:lnTo>
                        <a:pt x="420" y="42"/>
                      </a:lnTo>
                      <a:lnTo>
                        <a:pt x="418" y="42"/>
                      </a:lnTo>
                      <a:lnTo>
                        <a:pt x="414" y="42"/>
                      </a:lnTo>
                      <a:lnTo>
                        <a:pt x="414" y="38"/>
                      </a:lnTo>
                      <a:lnTo>
                        <a:pt x="410" y="38"/>
                      </a:lnTo>
                      <a:lnTo>
                        <a:pt x="414" y="38"/>
                      </a:lnTo>
                      <a:lnTo>
                        <a:pt x="410" y="38"/>
                      </a:lnTo>
                      <a:lnTo>
                        <a:pt x="406" y="34"/>
                      </a:lnTo>
                      <a:lnTo>
                        <a:pt x="402" y="34"/>
                      </a:lnTo>
                      <a:lnTo>
                        <a:pt x="398" y="34"/>
                      </a:lnTo>
                      <a:lnTo>
                        <a:pt x="398" y="30"/>
                      </a:lnTo>
                      <a:lnTo>
                        <a:pt x="394" y="30"/>
                      </a:lnTo>
                      <a:lnTo>
                        <a:pt x="392" y="30"/>
                      </a:lnTo>
                      <a:lnTo>
                        <a:pt x="388" y="26"/>
                      </a:lnTo>
                      <a:lnTo>
                        <a:pt x="384" y="26"/>
                      </a:lnTo>
                      <a:lnTo>
                        <a:pt x="388" y="26"/>
                      </a:lnTo>
                      <a:lnTo>
                        <a:pt x="392" y="26"/>
                      </a:lnTo>
                      <a:lnTo>
                        <a:pt x="394" y="26"/>
                      </a:lnTo>
                      <a:lnTo>
                        <a:pt x="398" y="26"/>
                      </a:lnTo>
                      <a:lnTo>
                        <a:pt x="402" y="26"/>
                      </a:lnTo>
                      <a:lnTo>
                        <a:pt x="406" y="26"/>
                      </a:lnTo>
                      <a:lnTo>
                        <a:pt x="410" y="26"/>
                      </a:lnTo>
                      <a:lnTo>
                        <a:pt x="414" y="26"/>
                      </a:lnTo>
                      <a:lnTo>
                        <a:pt x="418" y="26"/>
                      </a:lnTo>
                      <a:lnTo>
                        <a:pt x="420" y="26"/>
                      </a:lnTo>
                      <a:lnTo>
                        <a:pt x="424" y="26"/>
                      </a:lnTo>
                      <a:lnTo>
                        <a:pt x="428" y="26"/>
                      </a:lnTo>
                      <a:lnTo>
                        <a:pt x="432" y="26"/>
                      </a:lnTo>
                      <a:lnTo>
                        <a:pt x="436" y="26"/>
                      </a:lnTo>
                      <a:lnTo>
                        <a:pt x="436" y="30"/>
                      </a:lnTo>
                      <a:lnTo>
                        <a:pt x="440" y="30"/>
                      </a:lnTo>
                      <a:lnTo>
                        <a:pt x="440" y="34"/>
                      </a:lnTo>
                      <a:lnTo>
                        <a:pt x="442" y="34"/>
                      </a:lnTo>
                      <a:lnTo>
                        <a:pt x="442" y="30"/>
                      </a:lnTo>
                      <a:lnTo>
                        <a:pt x="440" y="26"/>
                      </a:lnTo>
                      <a:lnTo>
                        <a:pt x="442" y="26"/>
                      </a:lnTo>
                      <a:lnTo>
                        <a:pt x="446" y="26"/>
                      </a:lnTo>
                      <a:lnTo>
                        <a:pt x="446" y="30"/>
                      </a:lnTo>
                      <a:lnTo>
                        <a:pt x="454" y="30"/>
                      </a:lnTo>
                      <a:lnTo>
                        <a:pt x="458" y="30"/>
                      </a:lnTo>
                      <a:lnTo>
                        <a:pt x="458" y="34"/>
                      </a:lnTo>
                      <a:lnTo>
                        <a:pt x="462" y="34"/>
                      </a:lnTo>
                      <a:lnTo>
                        <a:pt x="464" y="34"/>
                      </a:lnTo>
                      <a:lnTo>
                        <a:pt x="464" y="38"/>
                      </a:lnTo>
                      <a:lnTo>
                        <a:pt x="468" y="38"/>
                      </a:lnTo>
                      <a:lnTo>
                        <a:pt x="468" y="34"/>
                      </a:lnTo>
                      <a:lnTo>
                        <a:pt x="464" y="34"/>
                      </a:lnTo>
                      <a:lnTo>
                        <a:pt x="464" y="30"/>
                      </a:lnTo>
                      <a:lnTo>
                        <a:pt x="468" y="30"/>
                      </a:lnTo>
                      <a:lnTo>
                        <a:pt x="464" y="30"/>
                      </a:lnTo>
                      <a:lnTo>
                        <a:pt x="464" y="26"/>
                      </a:lnTo>
                      <a:lnTo>
                        <a:pt x="462" y="26"/>
                      </a:lnTo>
                      <a:lnTo>
                        <a:pt x="458" y="26"/>
                      </a:lnTo>
                      <a:lnTo>
                        <a:pt x="454" y="26"/>
                      </a:lnTo>
                      <a:lnTo>
                        <a:pt x="450" y="26"/>
                      </a:lnTo>
                      <a:lnTo>
                        <a:pt x="446" y="26"/>
                      </a:lnTo>
                      <a:lnTo>
                        <a:pt x="442" y="26"/>
                      </a:lnTo>
                      <a:lnTo>
                        <a:pt x="442" y="22"/>
                      </a:lnTo>
                      <a:lnTo>
                        <a:pt x="436" y="22"/>
                      </a:lnTo>
                      <a:lnTo>
                        <a:pt x="432" y="22"/>
                      </a:lnTo>
                      <a:lnTo>
                        <a:pt x="428" y="22"/>
                      </a:lnTo>
                      <a:lnTo>
                        <a:pt x="424" y="22"/>
                      </a:lnTo>
                      <a:lnTo>
                        <a:pt x="418" y="22"/>
                      </a:lnTo>
                      <a:lnTo>
                        <a:pt x="414" y="22"/>
                      </a:lnTo>
                      <a:lnTo>
                        <a:pt x="410" y="22"/>
                      </a:lnTo>
                      <a:lnTo>
                        <a:pt x="406" y="22"/>
                      </a:lnTo>
                      <a:lnTo>
                        <a:pt x="402" y="22"/>
                      </a:lnTo>
                      <a:lnTo>
                        <a:pt x="398" y="22"/>
                      </a:lnTo>
                      <a:lnTo>
                        <a:pt x="394" y="22"/>
                      </a:lnTo>
                      <a:lnTo>
                        <a:pt x="398" y="22"/>
                      </a:lnTo>
                      <a:lnTo>
                        <a:pt x="394" y="22"/>
                      </a:lnTo>
                      <a:lnTo>
                        <a:pt x="392" y="22"/>
                      </a:lnTo>
                      <a:lnTo>
                        <a:pt x="388" y="22"/>
                      </a:lnTo>
                      <a:lnTo>
                        <a:pt x="384" y="22"/>
                      </a:lnTo>
                      <a:lnTo>
                        <a:pt x="380" y="22"/>
                      </a:lnTo>
                      <a:lnTo>
                        <a:pt x="376" y="22"/>
                      </a:lnTo>
                      <a:lnTo>
                        <a:pt x="372" y="22"/>
                      </a:lnTo>
                      <a:lnTo>
                        <a:pt x="368" y="18"/>
                      </a:lnTo>
                      <a:lnTo>
                        <a:pt x="376" y="18"/>
                      </a:lnTo>
                      <a:lnTo>
                        <a:pt x="380" y="22"/>
                      </a:lnTo>
                      <a:lnTo>
                        <a:pt x="380" y="18"/>
                      </a:lnTo>
                      <a:lnTo>
                        <a:pt x="376" y="18"/>
                      </a:lnTo>
                      <a:lnTo>
                        <a:pt x="372" y="18"/>
                      </a:lnTo>
                      <a:lnTo>
                        <a:pt x="376" y="18"/>
                      </a:lnTo>
                      <a:lnTo>
                        <a:pt x="380" y="18"/>
                      </a:lnTo>
                      <a:lnTo>
                        <a:pt x="380" y="16"/>
                      </a:lnTo>
                      <a:lnTo>
                        <a:pt x="384" y="16"/>
                      </a:lnTo>
                      <a:lnTo>
                        <a:pt x="384" y="18"/>
                      </a:lnTo>
                      <a:lnTo>
                        <a:pt x="388" y="18"/>
                      </a:lnTo>
                      <a:lnTo>
                        <a:pt x="392" y="18"/>
                      </a:lnTo>
                      <a:lnTo>
                        <a:pt x="394" y="18"/>
                      </a:lnTo>
                      <a:lnTo>
                        <a:pt x="394" y="22"/>
                      </a:lnTo>
                      <a:lnTo>
                        <a:pt x="398" y="22"/>
                      </a:lnTo>
                      <a:lnTo>
                        <a:pt x="398" y="18"/>
                      </a:lnTo>
                      <a:lnTo>
                        <a:pt x="402" y="18"/>
                      </a:lnTo>
                      <a:lnTo>
                        <a:pt x="402" y="22"/>
                      </a:lnTo>
                      <a:lnTo>
                        <a:pt x="410" y="22"/>
                      </a:lnTo>
                      <a:lnTo>
                        <a:pt x="414" y="22"/>
                      </a:lnTo>
                      <a:lnTo>
                        <a:pt x="418" y="22"/>
                      </a:lnTo>
                      <a:lnTo>
                        <a:pt x="414" y="22"/>
                      </a:lnTo>
                      <a:lnTo>
                        <a:pt x="410" y="22"/>
                      </a:lnTo>
                      <a:lnTo>
                        <a:pt x="406" y="22"/>
                      </a:lnTo>
                      <a:lnTo>
                        <a:pt x="406" y="18"/>
                      </a:lnTo>
                      <a:lnTo>
                        <a:pt x="402" y="18"/>
                      </a:lnTo>
                      <a:lnTo>
                        <a:pt x="398" y="18"/>
                      </a:lnTo>
                      <a:lnTo>
                        <a:pt x="394" y="18"/>
                      </a:lnTo>
                      <a:lnTo>
                        <a:pt x="392" y="18"/>
                      </a:lnTo>
                      <a:lnTo>
                        <a:pt x="388" y="16"/>
                      </a:lnTo>
                      <a:lnTo>
                        <a:pt x="392" y="16"/>
                      </a:lnTo>
                      <a:lnTo>
                        <a:pt x="394" y="16"/>
                      </a:lnTo>
                      <a:lnTo>
                        <a:pt x="398" y="16"/>
                      </a:lnTo>
                      <a:lnTo>
                        <a:pt x="402" y="16"/>
                      </a:lnTo>
                      <a:lnTo>
                        <a:pt x="406" y="16"/>
                      </a:lnTo>
                      <a:lnTo>
                        <a:pt x="410" y="16"/>
                      </a:lnTo>
                      <a:lnTo>
                        <a:pt x="414" y="16"/>
                      </a:lnTo>
                      <a:lnTo>
                        <a:pt x="418" y="16"/>
                      </a:lnTo>
                      <a:lnTo>
                        <a:pt x="420" y="16"/>
                      </a:lnTo>
                      <a:lnTo>
                        <a:pt x="424" y="16"/>
                      </a:lnTo>
                      <a:lnTo>
                        <a:pt x="420" y="16"/>
                      </a:lnTo>
                      <a:lnTo>
                        <a:pt x="418" y="16"/>
                      </a:lnTo>
                      <a:lnTo>
                        <a:pt x="414" y="16"/>
                      </a:lnTo>
                      <a:lnTo>
                        <a:pt x="410" y="16"/>
                      </a:lnTo>
                      <a:lnTo>
                        <a:pt x="410" y="12"/>
                      </a:lnTo>
                      <a:lnTo>
                        <a:pt x="414" y="12"/>
                      </a:lnTo>
                      <a:lnTo>
                        <a:pt x="418" y="12"/>
                      </a:lnTo>
                      <a:lnTo>
                        <a:pt x="420" y="12"/>
                      </a:lnTo>
                      <a:lnTo>
                        <a:pt x="424" y="12"/>
                      </a:lnTo>
                      <a:lnTo>
                        <a:pt x="420" y="12"/>
                      </a:lnTo>
                      <a:lnTo>
                        <a:pt x="424" y="12"/>
                      </a:lnTo>
                      <a:lnTo>
                        <a:pt x="428" y="12"/>
                      </a:lnTo>
                      <a:lnTo>
                        <a:pt x="432" y="12"/>
                      </a:lnTo>
                      <a:lnTo>
                        <a:pt x="436" y="12"/>
                      </a:lnTo>
                      <a:lnTo>
                        <a:pt x="440" y="12"/>
                      </a:lnTo>
                      <a:lnTo>
                        <a:pt x="442" y="16"/>
                      </a:lnTo>
                      <a:lnTo>
                        <a:pt x="440" y="16"/>
                      </a:lnTo>
                      <a:lnTo>
                        <a:pt x="442" y="16"/>
                      </a:lnTo>
                      <a:lnTo>
                        <a:pt x="446" y="16"/>
                      </a:lnTo>
                      <a:lnTo>
                        <a:pt x="450" y="16"/>
                      </a:lnTo>
                      <a:lnTo>
                        <a:pt x="450" y="18"/>
                      </a:lnTo>
                      <a:lnTo>
                        <a:pt x="454" y="18"/>
                      </a:lnTo>
                      <a:lnTo>
                        <a:pt x="458" y="18"/>
                      </a:lnTo>
                      <a:lnTo>
                        <a:pt x="464" y="18"/>
                      </a:lnTo>
                      <a:lnTo>
                        <a:pt x="468" y="18"/>
                      </a:lnTo>
                      <a:lnTo>
                        <a:pt x="472" y="18"/>
                      </a:lnTo>
                      <a:lnTo>
                        <a:pt x="480" y="22"/>
                      </a:lnTo>
                      <a:lnTo>
                        <a:pt x="480" y="26"/>
                      </a:lnTo>
                      <a:lnTo>
                        <a:pt x="484" y="26"/>
                      </a:lnTo>
                      <a:lnTo>
                        <a:pt x="488" y="26"/>
                      </a:lnTo>
                      <a:lnTo>
                        <a:pt x="484" y="26"/>
                      </a:lnTo>
                      <a:lnTo>
                        <a:pt x="484" y="22"/>
                      </a:lnTo>
                      <a:lnTo>
                        <a:pt x="480" y="22"/>
                      </a:lnTo>
                      <a:lnTo>
                        <a:pt x="476" y="18"/>
                      </a:lnTo>
                      <a:lnTo>
                        <a:pt x="480" y="18"/>
                      </a:lnTo>
                      <a:lnTo>
                        <a:pt x="484" y="18"/>
                      </a:lnTo>
                      <a:lnTo>
                        <a:pt x="488" y="18"/>
                      </a:lnTo>
                      <a:lnTo>
                        <a:pt x="490" y="18"/>
                      </a:lnTo>
                      <a:lnTo>
                        <a:pt x="498" y="18"/>
                      </a:lnTo>
                      <a:lnTo>
                        <a:pt x="502" y="18"/>
                      </a:lnTo>
                      <a:lnTo>
                        <a:pt x="506" y="18"/>
                      </a:lnTo>
                      <a:lnTo>
                        <a:pt x="502" y="18"/>
                      </a:lnTo>
                      <a:lnTo>
                        <a:pt x="498" y="18"/>
                      </a:lnTo>
                      <a:lnTo>
                        <a:pt x="490" y="18"/>
                      </a:lnTo>
                      <a:lnTo>
                        <a:pt x="488" y="18"/>
                      </a:lnTo>
                      <a:lnTo>
                        <a:pt x="484" y="18"/>
                      </a:lnTo>
                      <a:lnTo>
                        <a:pt x="484" y="16"/>
                      </a:lnTo>
                      <a:lnTo>
                        <a:pt x="488" y="16"/>
                      </a:lnTo>
                      <a:lnTo>
                        <a:pt x="490" y="16"/>
                      </a:lnTo>
                      <a:lnTo>
                        <a:pt x="494" y="16"/>
                      </a:lnTo>
                      <a:lnTo>
                        <a:pt x="498" y="16"/>
                      </a:lnTo>
                      <a:lnTo>
                        <a:pt x="502" y="16"/>
                      </a:lnTo>
                      <a:lnTo>
                        <a:pt x="506" y="16"/>
                      </a:lnTo>
                      <a:lnTo>
                        <a:pt x="510" y="16"/>
                      </a:lnTo>
                      <a:lnTo>
                        <a:pt x="506" y="16"/>
                      </a:lnTo>
                      <a:lnTo>
                        <a:pt x="502" y="16"/>
                      </a:lnTo>
                      <a:lnTo>
                        <a:pt x="498" y="16"/>
                      </a:lnTo>
                      <a:lnTo>
                        <a:pt x="494" y="12"/>
                      </a:lnTo>
                      <a:lnTo>
                        <a:pt x="490" y="12"/>
                      </a:lnTo>
                      <a:lnTo>
                        <a:pt x="488" y="12"/>
                      </a:lnTo>
                      <a:lnTo>
                        <a:pt x="484" y="12"/>
                      </a:lnTo>
                      <a:lnTo>
                        <a:pt x="484" y="8"/>
                      </a:lnTo>
                      <a:lnTo>
                        <a:pt x="488" y="8"/>
                      </a:lnTo>
                      <a:lnTo>
                        <a:pt x="490" y="8"/>
                      </a:lnTo>
                      <a:lnTo>
                        <a:pt x="494" y="8"/>
                      </a:lnTo>
                      <a:lnTo>
                        <a:pt x="498" y="8"/>
                      </a:lnTo>
                      <a:lnTo>
                        <a:pt x="494" y="8"/>
                      </a:lnTo>
                      <a:lnTo>
                        <a:pt x="494" y="4"/>
                      </a:lnTo>
                      <a:lnTo>
                        <a:pt x="498" y="4"/>
                      </a:lnTo>
                      <a:lnTo>
                        <a:pt x="502" y="4"/>
                      </a:lnTo>
                      <a:lnTo>
                        <a:pt x="506" y="4"/>
                      </a:lnTo>
                      <a:lnTo>
                        <a:pt x="510" y="8"/>
                      </a:lnTo>
                      <a:lnTo>
                        <a:pt x="514" y="8"/>
                      </a:lnTo>
                      <a:lnTo>
                        <a:pt x="518" y="8"/>
                      </a:lnTo>
                      <a:lnTo>
                        <a:pt x="514" y="8"/>
                      </a:lnTo>
                      <a:lnTo>
                        <a:pt x="514" y="4"/>
                      </a:lnTo>
                      <a:lnTo>
                        <a:pt x="510" y="4"/>
                      </a:lnTo>
                      <a:lnTo>
                        <a:pt x="514" y="4"/>
                      </a:lnTo>
                      <a:lnTo>
                        <a:pt x="518" y="4"/>
                      </a:lnTo>
                      <a:lnTo>
                        <a:pt x="520" y="4"/>
                      </a:lnTo>
                      <a:lnTo>
                        <a:pt x="524" y="4"/>
                      </a:lnTo>
                      <a:lnTo>
                        <a:pt x="528" y="4"/>
                      </a:lnTo>
                      <a:lnTo>
                        <a:pt x="532" y="4"/>
                      </a:lnTo>
                      <a:lnTo>
                        <a:pt x="536" y="0"/>
                      </a:lnTo>
                      <a:lnTo>
                        <a:pt x="540" y="0"/>
                      </a:lnTo>
                      <a:lnTo>
                        <a:pt x="544" y="0"/>
                      </a:lnTo>
                      <a:lnTo>
                        <a:pt x="544" y="4"/>
                      </a:lnTo>
                      <a:lnTo>
                        <a:pt x="544" y="0"/>
                      </a:lnTo>
                      <a:lnTo>
                        <a:pt x="546" y="0"/>
                      </a:lnTo>
                      <a:lnTo>
                        <a:pt x="546" y="4"/>
                      </a:lnTo>
                      <a:lnTo>
                        <a:pt x="550" y="4"/>
                      </a:lnTo>
                      <a:lnTo>
                        <a:pt x="554" y="4"/>
                      </a:lnTo>
                      <a:lnTo>
                        <a:pt x="550" y="4"/>
                      </a:lnTo>
                      <a:lnTo>
                        <a:pt x="550" y="0"/>
                      </a:lnTo>
                      <a:lnTo>
                        <a:pt x="554" y="0"/>
                      </a:lnTo>
                      <a:lnTo>
                        <a:pt x="558" y="0"/>
                      </a:lnTo>
                      <a:lnTo>
                        <a:pt x="562" y="0"/>
                      </a:lnTo>
                      <a:lnTo>
                        <a:pt x="566" y="0"/>
                      </a:lnTo>
                      <a:lnTo>
                        <a:pt x="570" y="0"/>
                      </a:lnTo>
                      <a:lnTo>
                        <a:pt x="574" y="0"/>
                      </a:lnTo>
                      <a:lnTo>
                        <a:pt x="576" y="0"/>
                      </a:lnTo>
                      <a:lnTo>
                        <a:pt x="574" y="0"/>
                      </a:lnTo>
                      <a:lnTo>
                        <a:pt x="576" y="0"/>
                      </a:lnTo>
                      <a:lnTo>
                        <a:pt x="580" y="0"/>
                      </a:lnTo>
                      <a:lnTo>
                        <a:pt x="584" y="0"/>
                      </a:lnTo>
                      <a:lnTo>
                        <a:pt x="588" y="0"/>
                      </a:lnTo>
                      <a:lnTo>
                        <a:pt x="592" y="0"/>
                      </a:lnTo>
                      <a:lnTo>
                        <a:pt x="596" y="0"/>
                      </a:lnTo>
                      <a:lnTo>
                        <a:pt x="600" y="0"/>
                      </a:lnTo>
                      <a:lnTo>
                        <a:pt x="604" y="0"/>
                      </a:lnTo>
                      <a:lnTo>
                        <a:pt x="610" y="0"/>
                      </a:lnTo>
                      <a:lnTo>
                        <a:pt x="614" y="4"/>
                      </a:lnTo>
                      <a:lnTo>
                        <a:pt x="618" y="4"/>
                      </a:lnTo>
                      <a:lnTo>
                        <a:pt x="622" y="4"/>
                      </a:lnTo>
                      <a:lnTo>
                        <a:pt x="626" y="4"/>
                      </a:lnTo>
                      <a:lnTo>
                        <a:pt x="630" y="4"/>
                      </a:lnTo>
                      <a:lnTo>
                        <a:pt x="626" y="4"/>
                      </a:lnTo>
                      <a:lnTo>
                        <a:pt x="622" y="4"/>
                      </a:lnTo>
                      <a:lnTo>
                        <a:pt x="626" y="8"/>
                      </a:lnTo>
                      <a:lnTo>
                        <a:pt x="630" y="8"/>
                      </a:lnTo>
                      <a:lnTo>
                        <a:pt x="632" y="8"/>
                      </a:lnTo>
                      <a:lnTo>
                        <a:pt x="630" y="4"/>
                      </a:lnTo>
                      <a:lnTo>
                        <a:pt x="632" y="4"/>
                      </a:lnTo>
                      <a:lnTo>
                        <a:pt x="636" y="4"/>
                      </a:lnTo>
                      <a:lnTo>
                        <a:pt x="640" y="4"/>
                      </a:lnTo>
                      <a:lnTo>
                        <a:pt x="644" y="4"/>
                      </a:lnTo>
                      <a:lnTo>
                        <a:pt x="648" y="4"/>
                      </a:lnTo>
                      <a:lnTo>
                        <a:pt x="652" y="8"/>
                      </a:lnTo>
                      <a:lnTo>
                        <a:pt x="660" y="8"/>
                      </a:lnTo>
                      <a:lnTo>
                        <a:pt x="662" y="8"/>
                      </a:lnTo>
                      <a:lnTo>
                        <a:pt x="666" y="8"/>
                      </a:lnTo>
                      <a:lnTo>
                        <a:pt x="670" y="12"/>
                      </a:lnTo>
                      <a:lnTo>
                        <a:pt x="666" y="12"/>
                      </a:lnTo>
                      <a:lnTo>
                        <a:pt x="662" y="12"/>
                      </a:lnTo>
                      <a:lnTo>
                        <a:pt x="660" y="12"/>
                      </a:lnTo>
                      <a:lnTo>
                        <a:pt x="656" y="16"/>
                      </a:lnTo>
                      <a:lnTo>
                        <a:pt x="652" y="16"/>
                      </a:lnTo>
                      <a:lnTo>
                        <a:pt x="648" y="16"/>
                      </a:lnTo>
                      <a:lnTo>
                        <a:pt x="644" y="16"/>
                      </a:lnTo>
                      <a:lnTo>
                        <a:pt x="640" y="16"/>
                      </a:lnTo>
                      <a:lnTo>
                        <a:pt x="636" y="16"/>
                      </a:lnTo>
                      <a:lnTo>
                        <a:pt x="632" y="16"/>
                      </a:lnTo>
                      <a:lnTo>
                        <a:pt x="630" y="16"/>
                      </a:lnTo>
                      <a:lnTo>
                        <a:pt x="626" y="16"/>
                      </a:lnTo>
                      <a:lnTo>
                        <a:pt x="618" y="16"/>
                      </a:lnTo>
                      <a:lnTo>
                        <a:pt x="614" y="16"/>
                      </a:lnTo>
                      <a:lnTo>
                        <a:pt x="610" y="16"/>
                      </a:lnTo>
                      <a:lnTo>
                        <a:pt x="606" y="16"/>
                      </a:lnTo>
                      <a:lnTo>
                        <a:pt x="604" y="16"/>
                      </a:lnTo>
                      <a:lnTo>
                        <a:pt x="600" y="16"/>
                      </a:lnTo>
                      <a:lnTo>
                        <a:pt x="596" y="16"/>
                      </a:lnTo>
                      <a:lnTo>
                        <a:pt x="592" y="16"/>
                      </a:lnTo>
                      <a:lnTo>
                        <a:pt x="588" y="16"/>
                      </a:lnTo>
                      <a:lnTo>
                        <a:pt x="584" y="16"/>
                      </a:lnTo>
                      <a:lnTo>
                        <a:pt x="584" y="18"/>
                      </a:lnTo>
                      <a:lnTo>
                        <a:pt x="580" y="18"/>
                      </a:lnTo>
                      <a:lnTo>
                        <a:pt x="576" y="18"/>
                      </a:lnTo>
                      <a:lnTo>
                        <a:pt x="574" y="16"/>
                      </a:lnTo>
                      <a:lnTo>
                        <a:pt x="570" y="16"/>
                      </a:lnTo>
                      <a:lnTo>
                        <a:pt x="562" y="16"/>
                      </a:lnTo>
                      <a:lnTo>
                        <a:pt x="558" y="16"/>
                      </a:lnTo>
                      <a:lnTo>
                        <a:pt x="562" y="16"/>
                      </a:lnTo>
                      <a:lnTo>
                        <a:pt x="566" y="16"/>
                      </a:lnTo>
                      <a:lnTo>
                        <a:pt x="570" y="16"/>
                      </a:lnTo>
                      <a:lnTo>
                        <a:pt x="574" y="18"/>
                      </a:lnTo>
                      <a:lnTo>
                        <a:pt x="570" y="18"/>
                      </a:lnTo>
                      <a:lnTo>
                        <a:pt x="566" y="18"/>
                      </a:lnTo>
                      <a:lnTo>
                        <a:pt x="562" y="18"/>
                      </a:lnTo>
                      <a:lnTo>
                        <a:pt x="558" y="18"/>
                      </a:lnTo>
                      <a:lnTo>
                        <a:pt x="554" y="18"/>
                      </a:lnTo>
                      <a:lnTo>
                        <a:pt x="550" y="22"/>
                      </a:lnTo>
                      <a:lnTo>
                        <a:pt x="546" y="22"/>
                      </a:lnTo>
                      <a:lnTo>
                        <a:pt x="544" y="22"/>
                      </a:lnTo>
                      <a:lnTo>
                        <a:pt x="540" y="22"/>
                      </a:lnTo>
                      <a:lnTo>
                        <a:pt x="536" y="22"/>
                      </a:lnTo>
                      <a:lnTo>
                        <a:pt x="532" y="22"/>
                      </a:lnTo>
                      <a:lnTo>
                        <a:pt x="528" y="22"/>
                      </a:lnTo>
                      <a:lnTo>
                        <a:pt x="532" y="22"/>
                      </a:lnTo>
                      <a:lnTo>
                        <a:pt x="528" y="26"/>
                      </a:lnTo>
                      <a:lnTo>
                        <a:pt x="532" y="26"/>
                      </a:lnTo>
                      <a:lnTo>
                        <a:pt x="532" y="22"/>
                      </a:lnTo>
                      <a:lnTo>
                        <a:pt x="536" y="22"/>
                      </a:lnTo>
                      <a:lnTo>
                        <a:pt x="540" y="22"/>
                      </a:lnTo>
                      <a:lnTo>
                        <a:pt x="544" y="22"/>
                      </a:lnTo>
                      <a:lnTo>
                        <a:pt x="546" y="22"/>
                      </a:lnTo>
                      <a:lnTo>
                        <a:pt x="550" y="22"/>
                      </a:lnTo>
                      <a:lnTo>
                        <a:pt x="554" y="22"/>
                      </a:lnTo>
                      <a:lnTo>
                        <a:pt x="554" y="26"/>
                      </a:lnTo>
                      <a:lnTo>
                        <a:pt x="550" y="26"/>
                      </a:lnTo>
                      <a:lnTo>
                        <a:pt x="554" y="26"/>
                      </a:lnTo>
                      <a:lnTo>
                        <a:pt x="554" y="22"/>
                      </a:lnTo>
                      <a:lnTo>
                        <a:pt x="558" y="22"/>
                      </a:lnTo>
                      <a:lnTo>
                        <a:pt x="558" y="18"/>
                      </a:lnTo>
                      <a:lnTo>
                        <a:pt x="562" y="18"/>
                      </a:lnTo>
                      <a:lnTo>
                        <a:pt x="566" y="18"/>
                      </a:lnTo>
                      <a:lnTo>
                        <a:pt x="574" y="18"/>
                      </a:lnTo>
                      <a:lnTo>
                        <a:pt x="576" y="18"/>
                      </a:lnTo>
                      <a:lnTo>
                        <a:pt x="580" y="18"/>
                      </a:lnTo>
                      <a:lnTo>
                        <a:pt x="584" y="18"/>
                      </a:lnTo>
                      <a:lnTo>
                        <a:pt x="584" y="22"/>
                      </a:lnTo>
                      <a:lnTo>
                        <a:pt x="584" y="18"/>
                      </a:lnTo>
                      <a:lnTo>
                        <a:pt x="588" y="18"/>
                      </a:lnTo>
                      <a:lnTo>
                        <a:pt x="592" y="18"/>
                      </a:lnTo>
                      <a:lnTo>
                        <a:pt x="596" y="18"/>
                      </a:lnTo>
                      <a:lnTo>
                        <a:pt x="596" y="16"/>
                      </a:lnTo>
                      <a:lnTo>
                        <a:pt x="600" y="16"/>
                      </a:lnTo>
                      <a:lnTo>
                        <a:pt x="604" y="16"/>
                      </a:lnTo>
                      <a:lnTo>
                        <a:pt x="606" y="16"/>
                      </a:lnTo>
                      <a:lnTo>
                        <a:pt x="610" y="16"/>
                      </a:lnTo>
                      <a:lnTo>
                        <a:pt x="614" y="16"/>
                      </a:lnTo>
                      <a:lnTo>
                        <a:pt x="618" y="16"/>
                      </a:lnTo>
                      <a:lnTo>
                        <a:pt x="622" y="16"/>
                      </a:lnTo>
                      <a:lnTo>
                        <a:pt x="626" y="16"/>
                      </a:lnTo>
                      <a:lnTo>
                        <a:pt x="630" y="16"/>
                      </a:lnTo>
                      <a:lnTo>
                        <a:pt x="632" y="18"/>
                      </a:lnTo>
                      <a:lnTo>
                        <a:pt x="636" y="18"/>
                      </a:lnTo>
                      <a:lnTo>
                        <a:pt x="636" y="16"/>
                      </a:lnTo>
                      <a:lnTo>
                        <a:pt x="640" y="18"/>
                      </a:lnTo>
                      <a:lnTo>
                        <a:pt x="648" y="18"/>
                      </a:lnTo>
                      <a:lnTo>
                        <a:pt x="656" y="18"/>
                      </a:lnTo>
                      <a:lnTo>
                        <a:pt x="656" y="16"/>
                      </a:lnTo>
                      <a:lnTo>
                        <a:pt x="660" y="16"/>
                      </a:lnTo>
                      <a:lnTo>
                        <a:pt x="662" y="16"/>
                      </a:lnTo>
                      <a:lnTo>
                        <a:pt x="666" y="16"/>
                      </a:lnTo>
                      <a:lnTo>
                        <a:pt x="670" y="16"/>
                      </a:lnTo>
                      <a:lnTo>
                        <a:pt x="674" y="16"/>
                      </a:lnTo>
                      <a:lnTo>
                        <a:pt x="678" y="16"/>
                      </a:lnTo>
                      <a:lnTo>
                        <a:pt x="682" y="16"/>
                      </a:lnTo>
                      <a:lnTo>
                        <a:pt x="678" y="16"/>
                      </a:lnTo>
                      <a:lnTo>
                        <a:pt x="678" y="18"/>
                      </a:lnTo>
                      <a:lnTo>
                        <a:pt x="682" y="18"/>
                      </a:lnTo>
                      <a:lnTo>
                        <a:pt x="678" y="22"/>
                      </a:lnTo>
                      <a:lnTo>
                        <a:pt x="674" y="22"/>
                      </a:lnTo>
                      <a:lnTo>
                        <a:pt x="670" y="26"/>
                      </a:lnTo>
                      <a:lnTo>
                        <a:pt x="666" y="26"/>
                      </a:lnTo>
                      <a:lnTo>
                        <a:pt x="670" y="26"/>
                      </a:lnTo>
                      <a:lnTo>
                        <a:pt x="674" y="26"/>
                      </a:lnTo>
                      <a:lnTo>
                        <a:pt x="678" y="26"/>
                      </a:lnTo>
                      <a:lnTo>
                        <a:pt x="678" y="22"/>
                      </a:lnTo>
                      <a:lnTo>
                        <a:pt x="682" y="22"/>
                      </a:lnTo>
                      <a:lnTo>
                        <a:pt x="686" y="22"/>
                      </a:lnTo>
                      <a:lnTo>
                        <a:pt x="688" y="22"/>
                      </a:lnTo>
                      <a:lnTo>
                        <a:pt x="692" y="22"/>
                      </a:lnTo>
                      <a:lnTo>
                        <a:pt x="696" y="22"/>
                      </a:lnTo>
                      <a:lnTo>
                        <a:pt x="692" y="22"/>
                      </a:lnTo>
                      <a:lnTo>
                        <a:pt x="692" y="26"/>
                      </a:lnTo>
                      <a:lnTo>
                        <a:pt x="696" y="26"/>
                      </a:lnTo>
                      <a:lnTo>
                        <a:pt x="696" y="22"/>
                      </a:lnTo>
                      <a:lnTo>
                        <a:pt x="700" y="22"/>
                      </a:lnTo>
                      <a:lnTo>
                        <a:pt x="704" y="22"/>
                      </a:lnTo>
                      <a:lnTo>
                        <a:pt x="704" y="26"/>
                      </a:lnTo>
                      <a:lnTo>
                        <a:pt x="708" y="26"/>
                      </a:lnTo>
                      <a:lnTo>
                        <a:pt x="712" y="26"/>
                      </a:lnTo>
                      <a:lnTo>
                        <a:pt x="716" y="26"/>
                      </a:lnTo>
                      <a:lnTo>
                        <a:pt x="718" y="26"/>
                      </a:lnTo>
                      <a:lnTo>
                        <a:pt x="722" y="30"/>
                      </a:lnTo>
                      <a:lnTo>
                        <a:pt x="726" y="30"/>
                      </a:lnTo>
                      <a:lnTo>
                        <a:pt x="730" y="30"/>
                      </a:lnTo>
                      <a:lnTo>
                        <a:pt x="730" y="34"/>
                      </a:lnTo>
                      <a:lnTo>
                        <a:pt x="722" y="34"/>
                      </a:lnTo>
                      <a:lnTo>
                        <a:pt x="718" y="34"/>
                      </a:lnTo>
                      <a:lnTo>
                        <a:pt x="718" y="38"/>
                      </a:lnTo>
                      <a:lnTo>
                        <a:pt x="716" y="38"/>
                      </a:lnTo>
                      <a:lnTo>
                        <a:pt x="718" y="38"/>
                      </a:lnTo>
                      <a:lnTo>
                        <a:pt x="716" y="38"/>
                      </a:lnTo>
                      <a:lnTo>
                        <a:pt x="716" y="42"/>
                      </a:lnTo>
                      <a:lnTo>
                        <a:pt x="712" y="42"/>
                      </a:lnTo>
                      <a:lnTo>
                        <a:pt x="708" y="42"/>
                      </a:lnTo>
                      <a:lnTo>
                        <a:pt x="704" y="42"/>
                      </a:lnTo>
                      <a:lnTo>
                        <a:pt x="700" y="42"/>
                      </a:lnTo>
                      <a:lnTo>
                        <a:pt x="696" y="42"/>
                      </a:lnTo>
                      <a:lnTo>
                        <a:pt x="688" y="42"/>
                      </a:lnTo>
                      <a:lnTo>
                        <a:pt x="686" y="42"/>
                      </a:lnTo>
                      <a:lnTo>
                        <a:pt x="686" y="44"/>
                      </a:lnTo>
                      <a:lnTo>
                        <a:pt x="682" y="44"/>
                      </a:lnTo>
                      <a:lnTo>
                        <a:pt x="678" y="44"/>
                      </a:lnTo>
                      <a:lnTo>
                        <a:pt x="674" y="44"/>
                      </a:lnTo>
                      <a:lnTo>
                        <a:pt x="666" y="44"/>
                      </a:lnTo>
                      <a:lnTo>
                        <a:pt x="662" y="44"/>
                      </a:lnTo>
                      <a:lnTo>
                        <a:pt x="656" y="44"/>
                      </a:lnTo>
                      <a:lnTo>
                        <a:pt x="652" y="44"/>
                      </a:lnTo>
                      <a:lnTo>
                        <a:pt x="648" y="44"/>
                      </a:lnTo>
                      <a:lnTo>
                        <a:pt x="644" y="44"/>
                      </a:lnTo>
                      <a:lnTo>
                        <a:pt x="640" y="44"/>
                      </a:lnTo>
                      <a:lnTo>
                        <a:pt x="636" y="44"/>
                      </a:lnTo>
                      <a:lnTo>
                        <a:pt x="632" y="44"/>
                      </a:lnTo>
                      <a:lnTo>
                        <a:pt x="630" y="44"/>
                      </a:lnTo>
                      <a:lnTo>
                        <a:pt x="626" y="44"/>
                      </a:lnTo>
                      <a:lnTo>
                        <a:pt x="622" y="44"/>
                      </a:lnTo>
                      <a:lnTo>
                        <a:pt x="618" y="44"/>
                      </a:lnTo>
                      <a:lnTo>
                        <a:pt x="614" y="44"/>
                      </a:lnTo>
                      <a:lnTo>
                        <a:pt x="610" y="44"/>
                      </a:lnTo>
                      <a:lnTo>
                        <a:pt x="606" y="44"/>
                      </a:lnTo>
                      <a:lnTo>
                        <a:pt x="604" y="44"/>
                      </a:lnTo>
                      <a:lnTo>
                        <a:pt x="600" y="44"/>
                      </a:lnTo>
                      <a:lnTo>
                        <a:pt x="596" y="44"/>
                      </a:lnTo>
                      <a:lnTo>
                        <a:pt x="592" y="44"/>
                      </a:lnTo>
                      <a:lnTo>
                        <a:pt x="588" y="44"/>
                      </a:lnTo>
                      <a:lnTo>
                        <a:pt x="584" y="44"/>
                      </a:lnTo>
                      <a:lnTo>
                        <a:pt x="588" y="44"/>
                      </a:lnTo>
                      <a:lnTo>
                        <a:pt x="592" y="44"/>
                      </a:lnTo>
                      <a:lnTo>
                        <a:pt x="600" y="44"/>
                      </a:lnTo>
                      <a:lnTo>
                        <a:pt x="606" y="44"/>
                      </a:lnTo>
                      <a:lnTo>
                        <a:pt x="610" y="44"/>
                      </a:lnTo>
                      <a:lnTo>
                        <a:pt x="606" y="44"/>
                      </a:lnTo>
                      <a:lnTo>
                        <a:pt x="604" y="48"/>
                      </a:lnTo>
                      <a:lnTo>
                        <a:pt x="600" y="48"/>
                      </a:lnTo>
                      <a:lnTo>
                        <a:pt x="596" y="48"/>
                      </a:lnTo>
                      <a:lnTo>
                        <a:pt x="592" y="48"/>
                      </a:lnTo>
                      <a:lnTo>
                        <a:pt x="588" y="48"/>
                      </a:lnTo>
                      <a:lnTo>
                        <a:pt x="584" y="52"/>
                      </a:lnTo>
                      <a:lnTo>
                        <a:pt x="580" y="52"/>
                      </a:lnTo>
                      <a:lnTo>
                        <a:pt x="576" y="52"/>
                      </a:lnTo>
                      <a:lnTo>
                        <a:pt x="574" y="52"/>
                      </a:lnTo>
                      <a:lnTo>
                        <a:pt x="570" y="52"/>
                      </a:lnTo>
                      <a:lnTo>
                        <a:pt x="566" y="52"/>
                      </a:lnTo>
                      <a:lnTo>
                        <a:pt x="566" y="56"/>
                      </a:lnTo>
                      <a:lnTo>
                        <a:pt x="562" y="56"/>
                      </a:lnTo>
                      <a:lnTo>
                        <a:pt x="566" y="60"/>
                      </a:lnTo>
                      <a:lnTo>
                        <a:pt x="570" y="60"/>
                      </a:lnTo>
                      <a:lnTo>
                        <a:pt x="574" y="60"/>
                      </a:lnTo>
                      <a:lnTo>
                        <a:pt x="574" y="56"/>
                      </a:lnTo>
                      <a:lnTo>
                        <a:pt x="580" y="56"/>
                      </a:lnTo>
                      <a:lnTo>
                        <a:pt x="584" y="56"/>
                      </a:lnTo>
                      <a:lnTo>
                        <a:pt x="588" y="52"/>
                      </a:lnTo>
                      <a:lnTo>
                        <a:pt x="592" y="52"/>
                      </a:lnTo>
                      <a:lnTo>
                        <a:pt x="596" y="52"/>
                      </a:lnTo>
                      <a:lnTo>
                        <a:pt x="600" y="52"/>
                      </a:lnTo>
                      <a:lnTo>
                        <a:pt x="604" y="52"/>
                      </a:lnTo>
                      <a:lnTo>
                        <a:pt x="610" y="52"/>
                      </a:lnTo>
                      <a:lnTo>
                        <a:pt x="614" y="52"/>
                      </a:lnTo>
                      <a:lnTo>
                        <a:pt x="622" y="48"/>
                      </a:lnTo>
                      <a:lnTo>
                        <a:pt x="626" y="48"/>
                      </a:lnTo>
                      <a:lnTo>
                        <a:pt x="630" y="48"/>
                      </a:lnTo>
                      <a:lnTo>
                        <a:pt x="636" y="48"/>
                      </a:lnTo>
                      <a:lnTo>
                        <a:pt x="640" y="48"/>
                      </a:lnTo>
                      <a:lnTo>
                        <a:pt x="644" y="48"/>
                      </a:lnTo>
                      <a:lnTo>
                        <a:pt x="648" y="48"/>
                      </a:lnTo>
                      <a:lnTo>
                        <a:pt x="652" y="48"/>
                      </a:lnTo>
                      <a:lnTo>
                        <a:pt x="656" y="48"/>
                      </a:lnTo>
                      <a:lnTo>
                        <a:pt x="660" y="48"/>
                      </a:lnTo>
                      <a:lnTo>
                        <a:pt x="662" y="48"/>
                      </a:lnTo>
                      <a:lnTo>
                        <a:pt x="670" y="48"/>
                      </a:lnTo>
                      <a:lnTo>
                        <a:pt x="674" y="48"/>
                      </a:lnTo>
                      <a:lnTo>
                        <a:pt x="674" y="56"/>
                      </a:lnTo>
                      <a:lnTo>
                        <a:pt x="670" y="56"/>
                      </a:lnTo>
                      <a:lnTo>
                        <a:pt x="666" y="60"/>
                      </a:lnTo>
                      <a:lnTo>
                        <a:pt x="662" y="60"/>
                      </a:lnTo>
                      <a:lnTo>
                        <a:pt x="660" y="60"/>
                      </a:lnTo>
                      <a:lnTo>
                        <a:pt x="656" y="60"/>
                      </a:lnTo>
                      <a:lnTo>
                        <a:pt x="656" y="64"/>
                      </a:lnTo>
                      <a:lnTo>
                        <a:pt x="652" y="64"/>
                      </a:lnTo>
                      <a:lnTo>
                        <a:pt x="648" y="64"/>
                      </a:lnTo>
                      <a:lnTo>
                        <a:pt x="644" y="64"/>
                      </a:lnTo>
                      <a:lnTo>
                        <a:pt x="640" y="64"/>
                      </a:lnTo>
                      <a:lnTo>
                        <a:pt x="644" y="68"/>
                      </a:lnTo>
                      <a:lnTo>
                        <a:pt x="648" y="68"/>
                      </a:lnTo>
                      <a:lnTo>
                        <a:pt x="644" y="68"/>
                      </a:lnTo>
                      <a:lnTo>
                        <a:pt x="640" y="68"/>
                      </a:lnTo>
                      <a:lnTo>
                        <a:pt x="644" y="68"/>
                      </a:lnTo>
                      <a:lnTo>
                        <a:pt x="648" y="68"/>
                      </a:lnTo>
                      <a:lnTo>
                        <a:pt x="652" y="68"/>
                      </a:lnTo>
                      <a:lnTo>
                        <a:pt x="656" y="68"/>
                      </a:lnTo>
                      <a:lnTo>
                        <a:pt x="656" y="64"/>
                      </a:lnTo>
                      <a:lnTo>
                        <a:pt x="660" y="64"/>
                      </a:lnTo>
                      <a:lnTo>
                        <a:pt x="662" y="64"/>
                      </a:lnTo>
                      <a:lnTo>
                        <a:pt x="670" y="60"/>
                      </a:lnTo>
                      <a:lnTo>
                        <a:pt x="674" y="60"/>
                      </a:lnTo>
                      <a:lnTo>
                        <a:pt x="678" y="60"/>
                      </a:lnTo>
                      <a:lnTo>
                        <a:pt x="682" y="60"/>
                      </a:lnTo>
                      <a:lnTo>
                        <a:pt x="686" y="56"/>
                      </a:lnTo>
                      <a:lnTo>
                        <a:pt x="688" y="60"/>
                      </a:lnTo>
                      <a:lnTo>
                        <a:pt x="688" y="56"/>
                      </a:lnTo>
                      <a:lnTo>
                        <a:pt x="692" y="56"/>
                      </a:lnTo>
                      <a:lnTo>
                        <a:pt x="688" y="56"/>
                      </a:lnTo>
                      <a:lnTo>
                        <a:pt x="688" y="52"/>
                      </a:lnTo>
                      <a:lnTo>
                        <a:pt x="692" y="48"/>
                      </a:lnTo>
                      <a:lnTo>
                        <a:pt x="696" y="48"/>
                      </a:lnTo>
                      <a:lnTo>
                        <a:pt x="700" y="48"/>
                      </a:lnTo>
                      <a:lnTo>
                        <a:pt x="704" y="48"/>
                      </a:lnTo>
                      <a:lnTo>
                        <a:pt x="708" y="48"/>
                      </a:lnTo>
                      <a:lnTo>
                        <a:pt x="712" y="48"/>
                      </a:lnTo>
                      <a:lnTo>
                        <a:pt x="716" y="48"/>
                      </a:lnTo>
                      <a:lnTo>
                        <a:pt x="718" y="48"/>
                      </a:lnTo>
                      <a:lnTo>
                        <a:pt x="718" y="52"/>
                      </a:lnTo>
                      <a:lnTo>
                        <a:pt x="722" y="56"/>
                      </a:lnTo>
                      <a:lnTo>
                        <a:pt x="718" y="64"/>
                      </a:lnTo>
                      <a:lnTo>
                        <a:pt x="716" y="68"/>
                      </a:lnTo>
                      <a:lnTo>
                        <a:pt x="716" y="72"/>
                      </a:lnTo>
                      <a:lnTo>
                        <a:pt x="712" y="72"/>
                      </a:lnTo>
                      <a:lnTo>
                        <a:pt x="708" y="72"/>
                      </a:lnTo>
                      <a:lnTo>
                        <a:pt x="712" y="72"/>
                      </a:lnTo>
                      <a:lnTo>
                        <a:pt x="708" y="74"/>
                      </a:lnTo>
                      <a:lnTo>
                        <a:pt x="704" y="74"/>
                      </a:lnTo>
                      <a:lnTo>
                        <a:pt x="700" y="78"/>
                      </a:lnTo>
                      <a:lnTo>
                        <a:pt x="696" y="78"/>
                      </a:lnTo>
                      <a:lnTo>
                        <a:pt x="692" y="82"/>
                      </a:lnTo>
                      <a:lnTo>
                        <a:pt x="696" y="82"/>
                      </a:lnTo>
                      <a:lnTo>
                        <a:pt x="696" y="86"/>
                      </a:lnTo>
                      <a:lnTo>
                        <a:pt x="692" y="86"/>
                      </a:lnTo>
                      <a:lnTo>
                        <a:pt x="688" y="86"/>
                      </a:lnTo>
                      <a:lnTo>
                        <a:pt x="686" y="90"/>
                      </a:lnTo>
                      <a:lnTo>
                        <a:pt x="688" y="90"/>
                      </a:lnTo>
                      <a:lnTo>
                        <a:pt x="692" y="90"/>
                      </a:lnTo>
                      <a:lnTo>
                        <a:pt x="688" y="90"/>
                      </a:lnTo>
                      <a:lnTo>
                        <a:pt x="686" y="94"/>
                      </a:lnTo>
                      <a:lnTo>
                        <a:pt x="688" y="94"/>
                      </a:lnTo>
                      <a:lnTo>
                        <a:pt x="688" y="90"/>
                      </a:lnTo>
                      <a:lnTo>
                        <a:pt x="692" y="90"/>
                      </a:lnTo>
                      <a:lnTo>
                        <a:pt x="696" y="90"/>
                      </a:lnTo>
                      <a:lnTo>
                        <a:pt x="696" y="86"/>
                      </a:lnTo>
                      <a:lnTo>
                        <a:pt x="700" y="86"/>
                      </a:lnTo>
                      <a:lnTo>
                        <a:pt x="700" y="82"/>
                      </a:lnTo>
                      <a:lnTo>
                        <a:pt x="704" y="82"/>
                      </a:lnTo>
                      <a:lnTo>
                        <a:pt x="708" y="82"/>
                      </a:lnTo>
                      <a:lnTo>
                        <a:pt x="712" y="78"/>
                      </a:lnTo>
                      <a:lnTo>
                        <a:pt x="716" y="74"/>
                      </a:lnTo>
                      <a:lnTo>
                        <a:pt x="718" y="74"/>
                      </a:lnTo>
                      <a:lnTo>
                        <a:pt x="718" y="72"/>
                      </a:lnTo>
                      <a:lnTo>
                        <a:pt x="722" y="72"/>
                      </a:lnTo>
                      <a:lnTo>
                        <a:pt x="726" y="72"/>
                      </a:lnTo>
                      <a:lnTo>
                        <a:pt x="730" y="68"/>
                      </a:lnTo>
                      <a:lnTo>
                        <a:pt x="734" y="64"/>
                      </a:lnTo>
                      <a:lnTo>
                        <a:pt x="738" y="64"/>
                      </a:lnTo>
                      <a:lnTo>
                        <a:pt x="742" y="60"/>
                      </a:lnTo>
                      <a:lnTo>
                        <a:pt x="744" y="60"/>
                      </a:lnTo>
                      <a:lnTo>
                        <a:pt x="748" y="60"/>
                      </a:lnTo>
                      <a:lnTo>
                        <a:pt x="744" y="60"/>
                      </a:lnTo>
                      <a:lnTo>
                        <a:pt x="744" y="64"/>
                      </a:lnTo>
                      <a:lnTo>
                        <a:pt x="744" y="68"/>
                      </a:lnTo>
                      <a:lnTo>
                        <a:pt x="748" y="68"/>
                      </a:lnTo>
                      <a:lnTo>
                        <a:pt x="748" y="64"/>
                      </a:lnTo>
                      <a:lnTo>
                        <a:pt x="756" y="64"/>
                      </a:lnTo>
                      <a:lnTo>
                        <a:pt x="760" y="64"/>
                      </a:lnTo>
                      <a:lnTo>
                        <a:pt x="764" y="64"/>
                      </a:lnTo>
                      <a:lnTo>
                        <a:pt x="768" y="64"/>
                      </a:lnTo>
                      <a:lnTo>
                        <a:pt x="770" y="64"/>
                      </a:lnTo>
                      <a:lnTo>
                        <a:pt x="770" y="68"/>
                      </a:lnTo>
                      <a:lnTo>
                        <a:pt x="774" y="68"/>
                      </a:lnTo>
                      <a:lnTo>
                        <a:pt x="778" y="64"/>
                      </a:lnTo>
                      <a:lnTo>
                        <a:pt x="782" y="64"/>
                      </a:lnTo>
                      <a:lnTo>
                        <a:pt x="782" y="60"/>
                      </a:lnTo>
                      <a:lnTo>
                        <a:pt x="778" y="60"/>
                      </a:lnTo>
                      <a:lnTo>
                        <a:pt x="778" y="56"/>
                      </a:lnTo>
                      <a:lnTo>
                        <a:pt x="782" y="56"/>
                      </a:lnTo>
                      <a:lnTo>
                        <a:pt x="782" y="60"/>
                      </a:lnTo>
                      <a:lnTo>
                        <a:pt x="786" y="60"/>
                      </a:lnTo>
                      <a:lnTo>
                        <a:pt x="786" y="56"/>
                      </a:lnTo>
                      <a:lnTo>
                        <a:pt x="782" y="56"/>
                      </a:lnTo>
                      <a:lnTo>
                        <a:pt x="782" y="52"/>
                      </a:lnTo>
                      <a:lnTo>
                        <a:pt x="786" y="52"/>
                      </a:lnTo>
                      <a:lnTo>
                        <a:pt x="786" y="56"/>
                      </a:lnTo>
                      <a:lnTo>
                        <a:pt x="786" y="52"/>
                      </a:lnTo>
                      <a:lnTo>
                        <a:pt x="788" y="52"/>
                      </a:lnTo>
                      <a:lnTo>
                        <a:pt x="792" y="52"/>
                      </a:lnTo>
                      <a:lnTo>
                        <a:pt x="796" y="52"/>
                      </a:lnTo>
                      <a:lnTo>
                        <a:pt x="800" y="52"/>
                      </a:lnTo>
                      <a:lnTo>
                        <a:pt x="804" y="52"/>
                      </a:lnTo>
                      <a:lnTo>
                        <a:pt x="808" y="52"/>
                      </a:lnTo>
                      <a:lnTo>
                        <a:pt x="812" y="52"/>
                      </a:lnTo>
                      <a:lnTo>
                        <a:pt x="816" y="52"/>
                      </a:lnTo>
                      <a:lnTo>
                        <a:pt x="818" y="52"/>
                      </a:lnTo>
                      <a:lnTo>
                        <a:pt x="822" y="52"/>
                      </a:lnTo>
                      <a:lnTo>
                        <a:pt x="826" y="52"/>
                      </a:lnTo>
                      <a:lnTo>
                        <a:pt x="830" y="52"/>
                      </a:lnTo>
                      <a:lnTo>
                        <a:pt x="834" y="52"/>
                      </a:lnTo>
                      <a:lnTo>
                        <a:pt x="834" y="56"/>
                      </a:lnTo>
                      <a:lnTo>
                        <a:pt x="838" y="56"/>
                      </a:lnTo>
                      <a:lnTo>
                        <a:pt x="842" y="56"/>
                      </a:lnTo>
                      <a:lnTo>
                        <a:pt x="844" y="56"/>
                      </a:lnTo>
                      <a:lnTo>
                        <a:pt x="848" y="56"/>
                      </a:lnTo>
                      <a:lnTo>
                        <a:pt x="852" y="56"/>
                      </a:lnTo>
                      <a:lnTo>
                        <a:pt x="852" y="60"/>
                      </a:lnTo>
                      <a:lnTo>
                        <a:pt x="856" y="60"/>
                      </a:lnTo>
                      <a:lnTo>
                        <a:pt x="860" y="60"/>
                      </a:lnTo>
                      <a:lnTo>
                        <a:pt x="856" y="64"/>
                      </a:lnTo>
                      <a:lnTo>
                        <a:pt x="852" y="64"/>
                      </a:lnTo>
                      <a:lnTo>
                        <a:pt x="852" y="68"/>
                      </a:lnTo>
                      <a:lnTo>
                        <a:pt x="848" y="68"/>
                      </a:lnTo>
                      <a:lnTo>
                        <a:pt x="844" y="68"/>
                      </a:lnTo>
                      <a:lnTo>
                        <a:pt x="844" y="72"/>
                      </a:lnTo>
                      <a:lnTo>
                        <a:pt x="842" y="72"/>
                      </a:lnTo>
                      <a:lnTo>
                        <a:pt x="838" y="72"/>
                      </a:lnTo>
                      <a:lnTo>
                        <a:pt x="834" y="74"/>
                      </a:lnTo>
                      <a:lnTo>
                        <a:pt x="830" y="74"/>
                      </a:lnTo>
                      <a:lnTo>
                        <a:pt x="826" y="74"/>
                      </a:lnTo>
                      <a:lnTo>
                        <a:pt x="822" y="74"/>
                      </a:lnTo>
                      <a:lnTo>
                        <a:pt x="818" y="74"/>
                      </a:lnTo>
                      <a:lnTo>
                        <a:pt x="818" y="78"/>
                      </a:lnTo>
                      <a:lnTo>
                        <a:pt x="822" y="78"/>
                      </a:lnTo>
                      <a:lnTo>
                        <a:pt x="822" y="82"/>
                      </a:lnTo>
                      <a:lnTo>
                        <a:pt x="818" y="82"/>
                      </a:lnTo>
                      <a:lnTo>
                        <a:pt x="816" y="82"/>
                      </a:lnTo>
                      <a:lnTo>
                        <a:pt x="812" y="82"/>
                      </a:lnTo>
                      <a:lnTo>
                        <a:pt x="808" y="86"/>
                      </a:lnTo>
                      <a:lnTo>
                        <a:pt x="804" y="86"/>
                      </a:lnTo>
                      <a:lnTo>
                        <a:pt x="800" y="86"/>
                      </a:lnTo>
                      <a:lnTo>
                        <a:pt x="796" y="86"/>
                      </a:lnTo>
                      <a:lnTo>
                        <a:pt x="792" y="86"/>
                      </a:lnTo>
                      <a:lnTo>
                        <a:pt x="788" y="86"/>
                      </a:lnTo>
                      <a:lnTo>
                        <a:pt x="786" y="86"/>
                      </a:lnTo>
                      <a:lnTo>
                        <a:pt x="782" y="86"/>
                      </a:lnTo>
                      <a:lnTo>
                        <a:pt x="778" y="86"/>
                      </a:lnTo>
                      <a:lnTo>
                        <a:pt x="774" y="86"/>
                      </a:lnTo>
                      <a:lnTo>
                        <a:pt x="774" y="90"/>
                      </a:lnTo>
                      <a:lnTo>
                        <a:pt x="770" y="90"/>
                      </a:lnTo>
                      <a:lnTo>
                        <a:pt x="768" y="90"/>
                      </a:lnTo>
                      <a:lnTo>
                        <a:pt x="764" y="90"/>
                      </a:lnTo>
                      <a:lnTo>
                        <a:pt x="760" y="90"/>
                      </a:lnTo>
                      <a:lnTo>
                        <a:pt x="756" y="90"/>
                      </a:lnTo>
                      <a:lnTo>
                        <a:pt x="752" y="90"/>
                      </a:lnTo>
                      <a:lnTo>
                        <a:pt x="748" y="90"/>
                      </a:lnTo>
                      <a:lnTo>
                        <a:pt x="744" y="90"/>
                      </a:lnTo>
                      <a:lnTo>
                        <a:pt x="742" y="90"/>
                      </a:lnTo>
                      <a:lnTo>
                        <a:pt x="738" y="94"/>
                      </a:lnTo>
                      <a:lnTo>
                        <a:pt x="734" y="94"/>
                      </a:lnTo>
                      <a:lnTo>
                        <a:pt x="734" y="90"/>
                      </a:lnTo>
                      <a:lnTo>
                        <a:pt x="730" y="90"/>
                      </a:lnTo>
                      <a:lnTo>
                        <a:pt x="730" y="94"/>
                      </a:lnTo>
                      <a:lnTo>
                        <a:pt x="734" y="94"/>
                      </a:lnTo>
                      <a:lnTo>
                        <a:pt x="738" y="94"/>
                      </a:lnTo>
                      <a:lnTo>
                        <a:pt x="742" y="94"/>
                      </a:lnTo>
                      <a:lnTo>
                        <a:pt x="744" y="94"/>
                      </a:lnTo>
                      <a:lnTo>
                        <a:pt x="744" y="90"/>
                      </a:lnTo>
                      <a:lnTo>
                        <a:pt x="748" y="90"/>
                      </a:lnTo>
                      <a:lnTo>
                        <a:pt x="752" y="90"/>
                      </a:lnTo>
                      <a:lnTo>
                        <a:pt x="756" y="90"/>
                      </a:lnTo>
                      <a:lnTo>
                        <a:pt x="760" y="90"/>
                      </a:lnTo>
                      <a:lnTo>
                        <a:pt x="764" y="90"/>
                      </a:lnTo>
                      <a:lnTo>
                        <a:pt x="768" y="94"/>
                      </a:lnTo>
                      <a:lnTo>
                        <a:pt x="770" y="94"/>
                      </a:lnTo>
                      <a:lnTo>
                        <a:pt x="774" y="94"/>
                      </a:lnTo>
                      <a:lnTo>
                        <a:pt x="778" y="94"/>
                      </a:lnTo>
                      <a:lnTo>
                        <a:pt x="782" y="90"/>
                      </a:lnTo>
                      <a:lnTo>
                        <a:pt x="786" y="90"/>
                      </a:lnTo>
                      <a:lnTo>
                        <a:pt x="788" y="90"/>
                      </a:lnTo>
                      <a:lnTo>
                        <a:pt x="788" y="94"/>
                      </a:lnTo>
                      <a:lnTo>
                        <a:pt x="792" y="94"/>
                      </a:lnTo>
                      <a:lnTo>
                        <a:pt x="796" y="94"/>
                      </a:lnTo>
                      <a:lnTo>
                        <a:pt x="800" y="94"/>
                      </a:lnTo>
                      <a:lnTo>
                        <a:pt x="804" y="94"/>
                      </a:lnTo>
                      <a:lnTo>
                        <a:pt x="800" y="94"/>
                      </a:lnTo>
                      <a:lnTo>
                        <a:pt x="800" y="98"/>
                      </a:lnTo>
                      <a:lnTo>
                        <a:pt x="796" y="98"/>
                      </a:lnTo>
                      <a:lnTo>
                        <a:pt x="792" y="98"/>
                      </a:lnTo>
                      <a:lnTo>
                        <a:pt x="796" y="98"/>
                      </a:lnTo>
                      <a:lnTo>
                        <a:pt x="792" y="100"/>
                      </a:lnTo>
                      <a:lnTo>
                        <a:pt x="788" y="100"/>
                      </a:lnTo>
                      <a:lnTo>
                        <a:pt x="786" y="100"/>
                      </a:lnTo>
                      <a:lnTo>
                        <a:pt x="782" y="100"/>
                      </a:lnTo>
                      <a:lnTo>
                        <a:pt x="778" y="100"/>
                      </a:lnTo>
                      <a:lnTo>
                        <a:pt x="774" y="100"/>
                      </a:lnTo>
                      <a:lnTo>
                        <a:pt x="770" y="100"/>
                      </a:lnTo>
                      <a:lnTo>
                        <a:pt x="768" y="100"/>
                      </a:lnTo>
                      <a:lnTo>
                        <a:pt x="764" y="100"/>
                      </a:lnTo>
                      <a:lnTo>
                        <a:pt x="760" y="100"/>
                      </a:lnTo>
                      <a:lnTo>
                        <a:pt x="756" y="100"/>
                      </a:lnTo>
                      <a:lnTo>
                        <a:pt x="752" y="100"/>
                      </a:lnTo>
                      <a:lnTo>
                        <a:pt x="748" y="100"/>
                      </a:lnTo>
                      <a:lnTo>
                        <a:pt x="748" y="104"/>
                      </a:lnTo>
                      <a:lnTo>
                        <a:pt x="744" y="104"/>
                      </a:lnTo>
                      <a:lnTo>
                        <a:pt x="742" y="104"/>
                      </a:lnTo>
                      <a:lnTo>
                        <a:pt x="744" y="104"/>
                      </a:lnTo>
                      <a:lnTo>
                        <a:pt x="742" y="108"/>
                      </a:lnTo>
                      <a:lnTo>
                        <a:pt x="738" y="112"/>
                      </a:lnTo>
                      <a:lnTo>
                        <a:pt x="742" y="112"/>
                      </a:lnTo>
                      <a:lnTo>
                        <a:pt x="744" y="112"/>
                      </a:lnTo>
                      <a:lnTo>
                        <a:pt x="744" y="116"/>
                      </a:lnTo>
                      <a:lnTo>
                        <a:pt x="748" y="116"/>
                      </a:lnTo>
                      <a:lnTo>
                        <a:pt x="748" y="112"/>
                      </a:lnTo>
                      <a:lnTo>
                        <a:pt x="752" y="112"/>
                      </a:lnTo>
                      <a:lnTo>
                        <a:pt x="748" y="112"/>
                      </a:lnTo>
                      <a:lnTo>
                        <a:pt x="744" y="112"/>
                      </a:lnTo>
                      <a:lnTo>
                        <a:pt x="748" y="108"/>
                      </a:lnTo>
                      <a:lnTo>
                        <a:pt x="752" y="108"/>
                      </a:lnTo>
                      <a:lnTo>
                        <a:pt x="756" y="108"/>
                      </a:lnTo>
                      <a:lnTo>
                        <a:pt x="756" y="104"/>
                      </a:lnTo>
                      <a:lnTo>
                        <a:pt x="760" y="104"/>
                      </a:lnTo>
                      <a:lnTo>
                        <a:pt x="764" y="104"/>
                      </a:lnTo>
                      <a:lnTo>
                        <a:pt x="768" y="104"/>
                      </a:lnTo>
                      <a:lnTo>
                        <a:pt x="770" y="104"/>
                      </a:lnTo>
                      <a:lnTo>
                        <a:pt x="774" y="104"/>
                      </a:lnTo>
                      <a:lnTo>
                        <a:pt x="778" y="104"/>
                      </a:lnTo>
                      <a:lnTo>
                        <a:pt x="782" y="104"/>
                      </a:lnTo>
                      <a:lnTo>
                        <a:pt x="786" y="104"/>
                      </a:lnTo>
                      <a:lnTo>
                        <a:pt x="786" y="108"/>
                      </a:lnTo>
                      <a:lnTo>
                        <a:pt x="782" y="108"/>
                      </a:lnTo>
                      <a:lnTo>
                        <a:pt x="778" y="112"/>
                      </a:lnTo>
                      <a:lnTo>
                        <a:pt x="778" y="116"/>
                      </a:lnTo>
                      <a:lnTo>
                        <a:pt x="774" y="116"/>
                      </a:lnTo>
                      <a:lnTo>
                        <a:pt x="770" y="116"/>
                      </a:lnTo>
                      <a:lnTo>
                        <a:pt x="768" y="116"/>
                      </a:lnTo>
                      <a:lnTo>
                        <a:pt x="764" y="116"/>
                      </a:lnTo>
                      <a:lnTo>
                        <a:pt x="760" y="116"/>
                      </a:lnTo>
                      <a:lnTo>
                        <a:pt x="756" y="116"/>
                      </a:lnTo>
                      <a:lnTo>
                        <a:pt x="756" y="120"/>
                      </a:lnTo>
                      <a:lnTo>
                        <a:pt x="752" y="120"/>
                      </a:lnTo>
                      <a:lnTo>
                        <a:pt x="756" y="120"/>
                      </a:lnTo>
                      <a:lnTo>
                        <a:pt x="756" y="124"/>
                      </a:lnTo>
                      <a:lnTo>
                        <a:pt x="752" y="124"/>
                      </a:lnTo>
                      <a:lnTo>
                        <a:pt x="752" y="128"/>
                      </a:lnTo>
                      <a:lnTo>
                        <a:pt x="752" y="130"/>
                      </a:lnTo>
                      <a:lnTo>
                        <a:pt x="752" y="134"/>
                      </a:lnTo>
                      <a:lnTo>
                        <a:pt x="752" y="130"/>
                      </a:lnTo>
                      <a:lnTo>
                        <a:pt x="756" y="128"/>
                      </a:lnTo>
                      <a:lnTo>
                        <a:pt x="760" y="128"/>
                      </a:lnTo>
                      <a:lnTo>
                        <a:pt x="764" y="128"/>
                      </a:lnTo>
                      <a:lnTo>
                        <a:pt x="764" y="130"/>
                      </a:lnTo>
                      <a:lnTo>
                        <a:pt x="760" y="130"/>
                      </a:lnTo>
                      <a:lnTo>
                        <a:pt x="764" y="130"/>
                      </a:lnTo>
                      <a:lnTo>
                        <a:pt x="760" y="130"/>
                      </a:lnTo>
                      <a:lnTo>
                        <a:pt x="756" y="130"/>
                      </a:lnTo>
                      <a:lnTo>
                        <a:pt x="756" y="134"/>
                      </a:lnTo>
                      <a:lnTo>
                        <a:pt x="752" y="134"/>
                      </a:lnTo>
                      <a:lnTo>
                        <a:pt x="748" y="134"/>
                      </a:lnTo>
                      <a:lnTo>
                        <a:pt x="748" y="138"/>
                      </a:lnTo>
                      <a:lnTo>
                        <a:pt x="748" y="142"/>
                      </a:lnTo>
                      <a:lnTo>
                        <a:pt x="744" y="142"/>
                      </a:lnTo>
                      <a:lnTo>
                        <a:pt x="742" y="142"/>
                      </a:lnTo>
                      <a:lnTo>
                        <a:pt x="738" y="142"/>
                      </a:lnTo>
                      <a:lnTo>
                        <a:pt x="734" y="142"/>
                      </a:lnTo>
                      <a:lnTo>
                        <a:pt x="734" y="146"/>
                      </a:lnTo>
                      <a:lnTo>
                        <a:pt x="738" y="146"/>
                      </a:lnTo>
                      <a:lnTo>
                        <a:pt x="734" y="146"/>
                      </a:lnTo>
                      <a:lnTo>
                        <a:pt x="730" y="146"/>
                      </a:lnTo>
                      <a:lnTo>
                        <a:pt x="730" y="150"/>
                      </a:lnTo>
                      <a:lnTo>
                        <a:pt x="734" y="150"/>
                      </a:lnTo>
                      <a:lnTo>
                        <a:pt x="734" y="146"/>
                      </a:lnTo>
                      <a:lnTo>
                        <a:pt x="738" y="146"/>
                      </a:lnTo>
                      <a:lnTo>
                        <a:pt x="738" y="150"/>
                      </a:lnTo>
                      <a:lnTo>
                        <a:pt x="734" y="150"/>
                      </a:lnTo>
                      <a:lnTo>
                        <a:pt x="734" y="154"/>
                      </a:lnTo>
                      <a:lnTo>
                        <a:pt x="730" y="158"/>
                      </a:lnTo>
                      <a:lnTo>
                        <a:pt x="730" y="160"/>
                      </a:lnTo>
                      <a:lnTo>
                        <a:pt x="726" y="160"/>
                      </a:lnTo>
                      <a:lnTo>
                        <a:pt x="722" y="160"/>
                      </a:lnTo>
                      <a:lnTo>
                        <a:pt x="726" y="164"/>
                      </a:lnTo>
                      <a:lnTo>
                        <a:pt x="730" y="164"/>
                      </a:lnTo>
                      <a:lnTo>
                        <a:pt x="726" y="164"/>
                      </a:lnTo>
                      <a:lnTo>
                        <a:pt x="722" y="168"/>
                      </a:lnTo>
                      <a:lnTo>
                        <a:pt x="726" y="168"/>
                      </a:lnTo>
                      <a:lnTo>
                        <a:pt x="722" y="172"/>
                      </a:lnTo>
                      <a:lnTo>
                        <a:pt x="718" y="174"/>
                      </a:lnTo>
                      <a:lnTo>
                        <a:pt x="722" y="174"/>
                      </a:lnTo>
                      <a:lnTo>
                        <a:pt x="726" y="174"/>
                      </a:lnTo>
                      <a:lnTo>
                        <a:pt x="730" y="174"/>
                      </a:lnTo>
                      <a:lnTo>
                        <a:pt x="726" y="174"/>
                      </a:lnTo>
                      <a:lnTo>
                        <a:pt x="726" y="178"/>
                      </a:lnTo>
                      <a:lnTo>
                        <a:pt x="730" y="174"/>
                      </a:lnTo>
                      <a:lnTo>
                        <a:pt x="730" y="172"/>
                      </a:lnTo>
                      <a:lnTo>
                        <a:pt x="734" y="168"/>
                      </a:lnTo>
                      <a:lnTo>
                        <a:pt x="738" y="164"/>
                      </a:lnTo>
                      <a:lnTo>
                        <a:pt x="742" y="168"/>
                      </a:lnTo>
                      <a:lnTo>
                        <a:pt x="744" y="168"/>
                      </a:lnTo>
                      <a:lnTo>
                        <a:pt x="748" y="172"/>
                      </a:lnTo>
                      <a:lnTo>
                        <a:pt x="752" y="172"/>
                      </a:lnTo>
                      <a:lnTo>
                        <a:pt x="756" y="172"/>
                      </a:lnTo>
                      <a:lnTo>
                        <a:pt x="760" y="172"/>
                      </a:lnTo>
                      <a:lnTo>
                        <a:pt x="764" y="174"/>
                      </a:lnTo>
                      <a:lnTo>
                        <a:pt x="760" y="174"/>
                      </a:lnTo>
                      <a:lnTo>
                        <a:pt x="760" y="178"/>
                      </a:lnTo>
                      <a:lnTo>
                        <a:pt x="756" y="174"/>
                      </a:lnTo>
                      <a:lnTo>
                        <a:pt x="748" y="174"/>
                      </a:lnTo>
                      <a:lnTo>
                        <a:pt x="748" y="172"/>
                      </a:lnTo>
                      <a:lnTo>
                        <a:pt x="744" y="172"/>
                      </a:lnTo>
                      <a:lnTo>
                        <a:pt x="744" y="174"/>
                      </a:lnTo>
                      <a:lnTo>
                        <a:pt x="742" y="174"/>
                      </a:lnTo>
                      <a:lnTo>
                        <a:pt x="738" y="174"/>
                      </a:lnTo>
                      <a:lnTo>
                        <a:pt x="742" y="174"/>
                      </a:lnTo>
                      <a:lnTo>
                        <a:pt x="744" y="174"/>
                      </a:lnTo>
                      <a:lnTo>
                        <a:pt x="744" y="178"/>
                      </a:lnTo>
                      <a:lnTo>
                        <a:pt x="742" y="178"/>
                      </a:lnTo>
                      <a:lnTo>
                        <a:pt x="744" y="178"/>
                      </a:lnTo>
                      <a:lnTo>
                        <a:pt x="742" y="178"/>
                      </a:lnTo>
                      <a:lnTo>
                        <a:pt x="738" y="178"/>
                      </a:lnTo>
                      <a:lnTo>
                        <a:pt x="734" y="178"/>
                      </a:lnTo>
                      <a:lnTo>
                        <a:pt x="738" y="178"/>
                      </a:lnTo>
                      <a:lnTo>
                        <a:pt x="742" y="178"/>
                      </a:lnTo>
                      <a:lnTo>
                        <a:pt x="744" y="178"/>
                      </a:lnTo>
                      <a:lnTo>
                        <a:pt x="748" y="182"/>
                      </a:lnTo>
                      <a:lnTo>
                        <a:pt x="744" y="182"/>
                      </a:lnTo>
                      <a:lnTo>
                        <a:pt x="742" y="182"/>
                      </a:lnTo>
                      <a:lnTo>
                        <a:pt x="738" y="182"/>
                      </a:lnTo>
                      <a:lnTo>
                        <a:pt x="742" y="182"/>
                      </a:lnTo>
                      <a:lnTo>
                        <a:pt x="744" y="182"/>
                      </a:lnTo>
                      <a:lnTo>
                        <a:pt x="748" y="182"/>
                      </a:lnTo>
                      <a:lnTo>
                        <a:pt x="752" y="182"/>
                      </a:lnTo>
                      <a:lnTo>
                        <a:pt x="756" y="182"/>
                      </a:lnTo>
                      <a:lnTo>
                        <a:pt x="756" y="186"/>
                      </a:lnTo>
                      <a:lnTo>
                        <a:pt x="760" y="186"/>
                      </a:lnTo>
                      <a:lnTo>
                        <a:pt x="764" y="186"/>
                      </a:lnTo>
                      <a:lnTo>
                        <a:pt x="764" y="182"/>
                      </a:lnTo>
                      <a:lnTo>
                        <a:pt x="768" y="182"/>
                      </a:lnTo>
                      <a:lnTo>
                        <a:pt x="770" y="182"/>
                      </a:lnTo>
                      <a:lnTo>
                        <a:pt x="774" y="186"/>
                      </a:lnTo>
                      <a:lnTo>
                        <a:pt x="774" y="190"/>
                      </a:lnTo>
                      <a:lnTo>
                        <a:pt x="774" y="194"/>
                      </a:lnTo>
                      <a:lnTo>
                        <a:pt x="774" y="198"/>
                      </a:lnTo>
                      <a:lnTo>
                        <a:pt x="770" y="198"/>
                      </a:lnTo>
                      <a:lnTo>
                        <a:pt x="770" y="200"/>
                      </a:lnTo>
                      <a:lnTo>
                        <a:pt x="768" y="198"/>
                      </a:lnTo>
                      <a:lnTo>
                        <a:pt x="764" y="198"/>
                      </a:lnTo>
                      <a:lnTo>
                        <a:pt x="760" y="198"/>
                      </a:lnTo>
                      <a:lnTo>
                        <a:pt x="756" y="198"/>
                      </a:lnTo>
                      <a:lnTo>
                        <a:pt x="752" y="194"/>
                      </a:lnTo>
                      <a:lnTo>
                        <a:pt x="748" y="194"/>
                      </a:lnTo>
                      <a:lnTo>
                        <a:pt x="744" y="194"/>
                      </a:lnTo>
                      <a:lnTo>
                        <a:pt x="738" y="194"/>
                      </a:lnTo>
                      <a:lnTo>
                        <a:pt x="734" y="194"/>
                      </a:lnTo>
                      <a:lnTo>
                        <a:pt x="738" y="194"/>
                      </a:lnTo>
                      <a:lnTo>
                        <a:pt x="742" y="194"/>
                      </a:lnTo>
                      <a:lnTo>
                        <a:pt x="742" y="198"/>
                      </a:lnTo>
                      <a:lnTo>
                        <a:pt x="738" y="198"/>
                      </a:lnTo>
                      <a:lnTo>
                        <a:pt x="734" y="198"/>
                      </a:lnTo>
                      <a:lnTo>
                        <a:pt x="730" y="198"/>
                      </a:lnTo>
                      <a:lnTo>
                        <a:pt x="726" y="198"/>
                      </a:lnTo>
                      <a:lnTo>
                        <a:pt x="730" y="198"/>
                      </a:lnTo>
                      <a:lnTo>
                        <a:pt x="734" y="198"/>
                      </a:lnTo>
                      <a:lnTo>
                        <a:pt x="738" y="198"/>
                      </a:lnTo>
                      <a:lnTo>
                        <a:pt x="734" y="198"/>
                      </a:lnTo>
                      <a:lnTo>
                        <a:pt x="734" y="200"/>
                      </a:lnTo>
                      <a:lnTo>
                        <a:pt x="734" y="198"/>
                      </a:lnTo>
                      <a:lnTo>
                        <a:pt x="730" y="198"/>
                      </a:lnTo>
                      <a:lnTo>
                        <a:pt x="730" y="200"/>
                      </a:lnTo>
                      <a:lnTo>
                        <a:pt x="726" y="204"/>
                      </a:lnTo>
                      <a:lnTo>
                        <a:pt x="722" y="204"/>
                      </a:lnTo>
                      <a:lnTo>
                        <a:pt x="722" y="200"/>
                      </a:lnTo>
                      <a:lnTo>
                        <a:pt x="718" y="198"/>
                      </a:lnTo>
                      <a:lnTo>
                        <a:pt x="716" y="198"/>
                      </a:lnTo>
                      <a:lnTo>
                        <a:pt x="716" y="200"/>
                      </a:lnTo>
                      <a:lnTo>
                        <a:pt x="712" y="200"/>
                      </a:lnTo>
                      <a:lnTo>
                        <a:pt x="716" y="204"/>
                      </a:lnTo>
                      <a:lnTo>
                        <a:pt x="716" y="208"/>
                      </a:lnTo>
                      <a:lnTo>
                        <a:pt x="716" y="204"/>
                      </a:lnTo>
                      <a:lnTo>
                        <a:pt x="718" y="204"/>
                      </a:lnTo>
                      <a:lnTo>
                        <a:pt x="722" y="204"/>
                      </a:lnTo>
                      <a:lnTo>
                        <a:pt x="726" y="208"/>
                      </a:lnTo>
                      <a:lnTo>
                        <a:pt x="722" y="208"/>
                      </a:lnTo>
                      <a:lnTo>
                        <a:pt x="718" y="208"/>
                      </a:lnTo>
                      <a:lnTo>
                        <a:pt x="722" y="208"/>
                      </a:lnTo>
                      <a:lnTo>
                        <a:pt x="726" y="208"/>
                      </a:lnTo>
                      <a:lnTo>
                        <a:pt x="722" y="208"/>
                      </a:lnTo>
                      <a:lnTo>
                        <a:pt x="718" y="208"/>
                      </a:lnTo>
                      <a:lnTo>
                        <a:pt x="716" y="208"/>
                      </a:lnTo>
                      <a:lnTo>
                        <a:pt x="718" y="208"/>
                      </a:lnTo>
                      <a:lnTo>
                        <a:pt x="722" y="208"/>
                      </a:lnTo>
                      <a:lnTo>
                        <a:pt x="726" y="208"/>
                      </a:lnTo>
                      <a:lnTo>
                        <a:pt x="726" y="212"/>
                      </a:lnTo>
                      <a:lnTo>
                        <a:pt x="726" y="216"/>
                      </a:lnTo>
                      <a:lnTo>
                        <a:pt x="730" y="212"/>
                      </a:lnTo>
                      <a:lnTo>
                        <a:pt x="734" y="212"/>
                      </a:lnTo>
                      <a:lnTo>
                        <a:pt x="734" y="216"/>
                      </a:lnTo>
                      <a:lnTo>
                        <a:pt x="738" y="216"/>
                      </a:lnTo>
                      <a:lnTo>
                        <a:pt x="742" y="216"/>
                      </a:lnTo>
                      <a:lnTo>
                        <a:pt x="744" y="216"/>
                      </a:lnTo>
                      <a:lnTo>
                        <a:pt x="742" y="216"/>
                      </a:lnTo>
                      <a:lnTo>
                        <a:pt x="738" y="216"/>
                      </a:lnTo>
                      <a:lnTo>
                        <a:pt x="734" y="212"/>
                      </a:lnTo>
                      <a:lnTo>
                        <a:pt x="738" y="212"/>
                      </a:lnTo>
                      <a:lnTo>
                        <a:pt x="742" y="212"/>
                      </a:lnTo>
                      <a:lnTo>
                        <a:pt x="742" y="216"/>
                      </a:lnTo>
                      <a:lnTo>
                        <a:pt x="744" y="216"/>
                      </a:lnTo>
                      <a:lnTo>
                        <a:pt x="748" y="216"/>
                      </a:lnTo>
                      <a:lnTo>
                        <a:pt x="748" y="212"/>
                      </a:lnTo>
                      <a:lnTo>
                        <a:pt x="752" y="216"/>
                      </a:lnTo>
                      <a:lnTo>
                        <a:pt x="752" y="220"/>
                      </a:lnTo>
                      <a:lnTo>
                        <a:pt x="748" y="220"/>
                      </a:lnTo>
                      <a:lnTo>
                        <a:pt x="744" y="220"/>
                      </a:lnTo>
                      <a:lnTo>
                        <a:pt x="744" y="224"/>
                      </a:lnTo>
                      <a:lnTo>
                        <a:pt x="742" y="224"/>
                      </a:lnTo>
                      <a:lnTo>
                        <a:pt x="738" y="220"/>
                      </a:lnTo>
                      <a:lnTo>
                        <a:pt x="730" y="220"/>
                      </a:lnTo>
                      <a:lnTo>
                        <a:pt x="730" y="224"/>
                      </a:lnTo>
                      <a:lnTo>
                        <a:pt x="726" y="224"/>
                      </a:lnTo>
                      <a:lnTo>
                        <a:pt x="722" y="224"/>
                      </a:lnTo>
                      <a:lnTo>
                        <a:pt x="722" y="220"/>
                      </a:lnTo>
                      <a:lnTo>
                        <a:pt x="722" y="224"/>
                      </a:lnTo>
                      <a:lnTo>
                        <a:pt x="726" y="224"/>
                      </a:lnTo>
                      <a:lnTo>
                        <a:pt x="730" y="224"/>
                      </a:lnTo>
                      <a:lnTo>
                        <a:pt x="734" y="224"/>
                      </a:lnTo>
                      <a:lnTo>
                        <a:pt x="738" y="224"/>
                      </a:lnTo>
                      <a:lnTo>
                        <a:pt x="742" y="224"/>
                      </a:lnTo>
                      <a:lnTo>
                        <a:pt x="744" y="224"/>
                      </a:lnTo>
                      <a:lnTo>
                        <a:pt x="748" y="224"/>
                      </a:lnTo>
                      <a:lnTo>
                        <a:pt x="752" y="224"/>
                      </a:lnTo>
                      <a:lnTo>
                        <a:pt x="756" y="228"/>
                      </a:lnTo>
                      <a:lnTo>
                        <a:pt x="756" y="230"/>
                      </a:lnTo>
                      <a:lnTo>
                        <a:pt x="756" y="234"/>
                      </a:lnTo>
                      <a:lnTo>
                        <a:pt x="760" y="238"/>
                      </a:lnTo>
                      <a:lnTo>
                        <a:pt x="756" y="238"/>
                      </a:lnTo>
                      <a:lnTo>
                        <a:pt x="756" y="242"/>
                      </a:lnTo>
                      <a:lnTo>
                        <a:pt x="756" y="246"/>
                      </a:lnTo>
                      <a:lnTo>
                        <a:pt x="752" y="246"/>
                      </a:lnTo>
                      <a:lnTo>
                        <a:pt x="748" y="246"/>
                      </a:lnTo>
                      <a:lnTo>
                        <a:pt x="748" y="242"/>
                      </a:lnTo>
                      <a:lnTo>
                        <a:pt x="748" y="238"/>
                      </a:lnTo>
                      <a:lnTo>
                        <a:pt x="744" y="238"/>
                      </a:lnTo>
                      <a:lnTo>
                        <a:pt x="742" y="238"/>
                      </a:lnTo>
                      <a:lnTo>
                        <a:pt x="742" y="242"/>
                      </a:lnTo>
                      <a:lnTo>
                        <a:pt x="738" y="242"/>
                      </a:lnTo>
                      <a:lnTo>
                        <a:pt x="734" y="238"/>
                      </a:lnTo>
                      <a:lnTo>
                        <a:pt x="730" y="234"/>
                      </a:lnTo>
                      <a:lnTo>
                        <a:pt x="726" y="234"/>
                      </a:lnTo>
                      <a:lnTo>
                        <a:pt x="726" y="230"/>
                      </a:lnTo>
                      <a:lnTo>
                        <a:pt x="722" y="230"/>
                      </a:lnTo>
                      <a:lnTo>
                        <a:pt x="718" y="230"/>
                      </a:lnTo>
                      <a:lnTo>
                        <a:pt x="716" y="230"/>
                      </a:lnTo>
                      <a:lnTo>
                        <a:pt x="718" y="230"/>
                      </a:lnTo>
                      <a:lnTo>
                        <a:pt x="722" y="230"/>
                      </a:lnTo>
                      <a:lnTo>
                        <a:pt x="722" y="234"/>
                      </a:lnTo>
                      <a:lnTo>
                        <a:pt x="726" y="234"/>
                      </a:lnTo>
                      <a:lnTo>
                        <a:pt x="730" y="234"/>
                      </a:lnTo>
                      <a:lnTo>
                        <a:pt x="726" y="234"/>
                      </a:lnTo>
                      <a:lnTo>
                        <a:pt x="722" y="234"/>
                      </a:lnTo>
                      <a:lnTo>
                        <a:pt x="718" y="234"/>
                      </a:lnTo>
                      <a:lnTo>
                        <a:pt x="716" y="234"/>
                      </a:lnTo>
                      <a:lnTo>
                        <a:pt x="718" y="234"/>
                      </a:lnTo>
                      <a:lnTo>
                        <a:pt x="722" y="234"/>
                      </a:lnTo>
                      <a:lnTo>
                        <a:pt x="726" y="234"/>
                      </a:lnTo>
                      <a:lnTo>
                        <a:pt x="730" y="238"/>
                      </a:lnTo>
                      <a:lnTo>
                        <a:pt x="734" y="238"/>
                      </a:lnTo>
                      <a:lnTo>
                        <a:pt x="738" y="242"/>
                      </a:lnTo>
                      <a:lnTo>
                        <a:pt x="742" y="242"/>
                      </a:lnTo>
                      <a:lnTo>
                        <a:pt x="742" y="246"/>
                      </a:lnTo>
                      <a:lnTo>
                        <a:pt x="738" y="246"/>
                      </a:lnTo>
                      <a:lnTo>
                        <a:pt x="734" y="246"/>
                      </a:lnTo>
                      <a:lnTo>
                        <a:pt x="730" y="246"/>
                      </a:lnTo>
                      <a:lnTo>
                        <a:pt x="730" y="250"/>
                      </a:lnTo>
                      <a:lnTo>
                        <a:pt x="726" y="250"/>
                      </a:lnTo>
                      <a:lnTo>
                        <a:pt x="722" y="250"/>
                      </a:lnTo>
                      <a:lnTo>
                        <a:pt x="722" y="246"/>
                      </a:lnTo>
                      <a:lnTo>
                        <a:pt x="718" y="246"/>
                      </a:lnTo>
                      <a:lnTo>
                        <a:pt x="716" y="246"/>
                      </a:lnTo>
                      <a:lnTo>
                        <a:pt x="716" y="242"/>
                      </a:lnTo>
                      <a:lnTo>
                        <a:pt x="716" y="246"/>
                      </a:lnTo>
                      <a:lnTo>
                        <a:pt x="718" y="246"/>
                      </a:lnTo>
                      <a:lnTo>
                        <a:pt x="722" y="246"/>
                      </a:lnTo>
                      <a:lnTo>
                        <a:pt x="722" y="250"/>
                      </a:lnTo>
                      <a:lnTo>
                        <a:pt x="726" y="250"/>
                      </a:lnTo>
                      <a:lnTo>
                        <a:pt x="730" y="250"/>
                      </a:lnTo>
                      <a:lnTo>
                        <a:pt x="730" y="246"/>
                      </a:lnTo>
                      <a:lnTo>
                        <a:pt x="734" y="246"/>
                      </a:lnTo>
                      <a:lnTo>
                        <a:pt x="738" y="246"/>
                      </a:lnTo>
                      <a:lnTo>
                        <a:pt x="742" y="246"/>
                      </a:lnTo>
                      <a:lnTo>
                        <a:pt x="742" y="250"/>
                      </a:lnTo>
                      <a:lnTo>
                        <a:pt x="738" y="254"/>
                      </a:lnTo>
                      <a:lnTo>
                        <a:pt x="742" y="254"/>
                      </a:lnTo>
                      <a:lnTo>
                        <a:pt x="742" y="256"/>
                      </a:lnTo>
                      <a:lnTo>
                        <a:pt x="738" y="256"/>
                      </a:lnTo>
                      <a:lnTo>
                        <a:pt x="734" y="256"/>
                      </a:lnTo>
                      <a:lnTo>
                        <a:pt x="738" y="256"/>
                      </a:lnTo>
                      <a:lnTo>
                        <a:pt x="742" y="256"/>
                      </a:lnTo>
                      <a:lnTo>
                        <a:pt x="744" y="256"/>
                      </a:lnTo>
                      <a:lnTo>
                        <a:pt x="748" y="256"/>
                      </a:lnTo>
                      <a:lnTo>
                        <a:pt x="752" y="260"/>
                      </a:lnTo>
                      <a:lnTo>
                        <a:pt x="756" y="256"/>
                      </a:lnTo>
                      <a:lnTo>
                        <a:pt x="760" y="256"/>
                      </a:lnTo>
                      <a:lnTo>
                        <a:pt x="760" y="260"/>
                      </a:lnTo>
                      <a:lnTo>
                        <a:pt x="764" y="260"/>
                      </a:lnTo>
                      <a:lnTo>
                        <a:pt x="764" y="264"/>
                      </a:lnTo>
                      <a:lnTo>
                        <a:pt x="760" y="264"/>
                      </a:lnTo>
                      <a:lnTo>
                        <a:pt x="760" y="268"/>
                      </a:lnTo>
                      <a:lnTo>
                        <a:pt x="756" y="268"/>
                      </a:lnTo>
                      <a:lnTo>
                        <a:pt x="752" y="268"/>
                      </a:lnTo>
                      <a:lnTo>
                        <a:pt x="748" y="268"/>
                      </a:lnTo>
                      <a:lnTo>
                        <a:pt x="744" y="268"/>
                      </a:lnTo>
                      <a:lnTo>
                        <a:pt x="744" y="264"/>
                      </a:lnTo>
                      <a:lnTo>
                        <a:pt x="742" y="264"/>
                      </a:lnTo>
                      <a:lnTo>
                        <a:pt x="738" y="264"/>
                      </a:lnTo>
                      <a:lnTo>
                        <a:pt x="734" y="264"/>
                      </a:lnTo>
                      <a:lnTo>
                        <a:pt x="730" y="264"/>
                      </a:lnTo>
                      <a:lnTo>
                        <a:pt x="726" y="264"/>
                      </a:lnTo>
                      <a:lnTo>
                        <a:pt x="722" y="264"/>
                      </a:lnTo>
                      <a:lnTo>
                        <a:pt x="722" y="260"/>
                      </a:lnTo>
                      <a:lnTo>
                        <a:pt x="718" y="260"/>
                      </a:lnTo>
                      <a:lnTo>
                        <a:pt x="722" y="260"/>
                      </a:lnTo>
                      <a:lnTo>
                        <a:pt x="722" y="264"/>
                      </a:lnTo>
                      <a:lnTo>
                        <a:pt x="722" y="268"/>
                      </a:lnTo>
                      <a:lnTo>
                        <a:pt x="718" y="268"/>
                      </a:lnTo>
                      <a:lnTo>
                        <a:pt x="716" y="268"/>
                      </a:lnTo>
                      <a:lnTo>
                        <a:pt x="718" y="268"/>
                      </a:lnTo>
                      <a:lnTo>
                        <a:pt x="718" y="272"/>
                      </a:lnTo>
                      <a:lnTo>
                        <a:pt x="716" y="272"/>
                      </a:lnTo>
                      <a:lnTo>
                        <a:pt x="718" y="276"/>
                      </a:lnTo>
                      <a:lnTo>
                        <a:pt x="722" y="276"/>
                      </a:lnTo>
                      <a:lnTo>
                        <a:pt x="722" y="280"/>
                      </a:lnTo>
                      <a:lnTo>
                        <a:pt x="722" y="284"/>
                      </a:lnTo>
                      <a:lnTo>
                        <a:pt x="726" y="284"/>
                      </a:lnTo>
                      <a:lnTo>
                        <a:pt x="722" y="280"/>
                      </a:lnTo>
                      <a:lnTo>
                        <a:pt x="722" y="276"/>
                      </a:lnTo>
                      <a:lnTo>
                        <a:pt x="726" y="272"/>
                      </a:lnTo>
                      <a:lnTo>
                        <a:pt x="726" y="276"/>
                      </a:lnTo>
                      <a:lnTo>
                        <a:pt x="730" y="276"/>
                      </a:lnTo>
                      <a:lnTo>
                        <a:pt x="734" y="276"/>
                      </a:lnTo>
                      <a:lnTo>
                        <a:pt x="738" y="280"/>
                      </a:lnTo>
                      <a:lnTo>
                        <a:pt x="742" y="280"/>
                      </a:lnTo>
                      <a:lnTo>
                        <a:pt x="744" y="280"/>
                      </a:lnTo>
                      <a:lnTo>
                        <a:pt x="744" y="284"/>
                      </a:lnTo>
                      <a:lnTo>
                        <a:pt x="742" y="284"/>
                      </a:lnTo>
                      <a:lnTo>
                        <a:pt x="742" y="286"/>
                      </a:lnTo>
                      <a:lnTo>
                        <a:pt x="744" y="286"/>
                      </a:lnTo>
                      <a:lnTo>
                        <a:pt x="742" y="290"/>
                      </a:lnTo>
                      <a:lnTo>
                        <a:pt x="738" y="290"/>
                      </a:lnTo>
                      <a:lnTo>
                        <a:pt x="734" y="290"/>
                      </a:lnTo>
                      <a:lnTo>
                        <a:pt x="730" y="290"/>
                      </a:lnTo>
                      <a:lnTo>
                        <a:pt x="726" y="290"/>
                      </a:lnTo>
                      <a:lnTo>
                        <a:pt x="722" y="290"/>
                      </a:lnTo>
                      <a:lnTo>
                        <a:pt x="722" y="294"/>
                      </a:lnTo>
                      <a:lnTo>
                        <a:pt x="718" y="294"/>
                      </a:lnTo>
                      <a:lnTo>
                        <a:pt x="716" y="294"/>
                      </a:lnTo>
                      <a:lnTo>
                        <a:pt x="712" y="294"/>
                      </a:lnTo>
                      <a:lnTo>
                        <a:pt x="708" y="294"/>
                      </a:lnTo>
                      <a:lnTo>
                        <a:pt x="704" y="294"/>
                      </a:lnTo>
                      <a:lnTo>
                        <a:pt x="704" y="290"/>
                      </a:lnTo>
                      <a:lnTo>
                        <a:pt x="700" y="290"/>
                      </a:lnTo>
                      <a:lnTo>
                        <a:pt x="696" y="290"/>
                      </a:lnTo>
                      <a:lnTo>
                        <a:pt x="696" y="286"/>
                      </a:lnTo>
                      <a:lnTo>
                        <a:pt x="692" y="286"/>
                      </a:lnTo>
                      <a:lnTo>
                        <a:pt x="692" y="284"/>
                      </a:lnTo>
                      <a:lnTo>
                        <a:pt x="696" y="284"/>
                      </a:lnTo>
                      <a:lnTo>
                        <a:pt x="700" y="284"/>
                      </a:lnTo>
                      <a:lnTo>
                        <a:pt x="704" y="286"/>
                      </a:lnTo>
                      <a:lnTo>
                        <a:pt x="708" y="286"/>
                      </a:lnTo>
                      <a:lnTo>
                        <a:pt x="712" y="286"/>
                      </a:lnTo>
                      <a:lnTo>
                        <a:pt x="716" y="286"/>
                      </a:lnTo>
                      <a:lnTo>
                        <a:pt x="718" y="286"/>
                      </a:lnTo>
                      <a:lnTo>
                        <a:pt x="716" y="286"/>
                      </a:lnTo>
                      <a:lnTo>
                        <a:pt x="712" y="286"/>
                      </a:lnTo>
                      <a:lnTo>
                        <a:pt x="708" y="286"/>
                      </a:lnTo>
                      <a:lnTo>
                        <a:pt x="704" y="284"/>
                      </a:lnTo>
                      <a:lnTo>
                        <a:pt x="700" y="284"/>
                      </a:lnTo>
                      <a:lnTo>
                        <a:pt x="696" y="284"/>
                      </a:lnTo>
                      <a:lnTo>
                        <a:pt x="692" y="284"/>
                      </a:lnTo>
                      <a:lnTo>
                        <a:pt x="692" y="280"/>
                      </a:lnTo>
                      <a:lnTo>
                        <a:pt x="688" y="280"/>
                      </a:lnTo>
                      <a:lnTo>
                        <a:pt x="688" y="284"/>
                      </a:lnTo>
                      <a:lnTo>
                        <a:pt x="686" y="284"/>
                      </a:lnTo>
                      <a:lnTo>
                        <a:pt x="686" y="286"/>
                      </a:lnTo>
                      <a:lnTo>
                        <a:pt x="682" y="286"/>
                      </a:lnTo>
                      <a:lnTo>
                        <a:pt x="678" y="286"/>
                      </a:lnTo>
                      <a:lnTo>
                        <a:pt x="678" y="284"/>
                      </a:lnTo>
                      <a:lnTo>
                        <a:pt x="674" y="284"/>
                      </a:lnTo>
                      <a:lnTo>
                        <a:pt x="674" y="280"/>
                      </a:lnTo>
                      <a:lnTo>
                        <a:pt x="670" y="280"/>
                      </a:lnTo>
                      <a:lnTo>
                        <a:pt x="670" y="276"/>
                      </a:lnTo>
                      <a:lnTo>
                        <a:pt x="666" y="276"/>
                      </a:lnTo>
                      <a:lnTo>
                        <a:pt x="666" y="280"/>
                      </a:lnTo>
                      <a:lnTo>
                        <a:pt x="670" y="280"/>
                      </a:lnTo>
                      <a:lnTo>
                        <a:pt x="674" y="284"/>
                      </a:lnTo>
                      <a:lnTo>
                        <a:pt x="678" y="284"/>
                      </a:lnTo>
                      <a:lnTo>
                        <a:pt x="678" y="286"/>
                      </a:lnTo>
                      <a:lnTo>
                        <a:pt x="682" y="286"/>
                      </a:lnTo>
                      <a:lnTo>
                        <a:pt x="682" y="290"/>
                      </a:lnTo>
                      <a:lnTo>
                        <a:pt x="678" y="290"/>
                      </a:lnTo>
                      <a:lnTo>
                        <a:pt x="674" y="290"/>
                      </a:lnTo>
                      <a:lnTo>
                        <a:pt x="670" y="290"/>
                      </a:lnTo>
                      <a:lnTo>
                        <a:pt x="670" y="294"/>
                      </a:lnTo>
                      <a:lnTo>
                        <a:pt x="666" y="294"/>
                      </a:lnTo>
                      <a:lnTo>
                        <a:pt x="662" y="294"/>
                      </a:lnTo>
                      <a:lnTo>
                        <a:pt x="660" y="294"/>
                      </a:lnTo>
                      <a:lnTo>
                        <a:pt x="656" y="294"/>
                      </a:lnTo>
                      <a:lnTo>
                        <a:pt x="652" y="294"/>
                      </a:lnTo>
                      <a:lnTo>
                        <a:pt x="652" y="290"/>
                      </a:lnTo>
                      <a:lnTo>
                        <a:pt x="648" y="290"/>
                      </a:lnTo>
                      <a:lnTo>
                        <a:pt x="644" y="290"/>
                      </a:lnTo>
                      <a:lnTo>
                        <a:pt x="648" y="294"/>
                      </a:lnTo>
                      <a:lnTo>
                        <a:pt x="652" y="294"/>
                      </a:lnTo>
                      <a:lnTo>
                        <a:pt x="656" y="294"/>
                      </a:lnTo>
                      <a:lnTo>
                        <a:pt x="660" y="294"/>
                      </a:lnTo>
                      <a:lnTo>
                        <a:pt x="656" y="294"/>
                      </a:lnTo>
                      <a:lnTo>
                        <a:pt x="656" y="298"/>
                      </a:lnTo>
                      <a:lnTo>
                        <a:pt x="652" y="298"/>
                      </a:lnTo>
                      <a:lnTo>
                        <a:pt x="648" y="298"/>
                      </a:lnTo>
                      <a:lnTo>
                        <a:pt x="644" y="298"/>
                      </a:lnTo>
                      <a:lnTo>
                        <a:pt x="640" y="298"/>
                      </a:lnTo>
                      <a:lnTo>
                        <a:pt x="644" y="298"/>
                      </a:lnTo>
                      <a:lnTo>
                        <a:pt x="644" y="302"/>
                      </a:lnTo>
                      <a:lnTo>
                        <a:pt x="644" y="306"/>
                      </a:lnTo>
                      <a:lnTo>
                        <a:pt x="644" y="302"/>
                      </a:lnTo>
                      <a:lnTo>
                        <a:pt x="644" y="298"/>
                      </a:lnTo>
                      <a:lnTo>
                        <a:pt x="648" y="298"/>
                      </a:lnTo>
                      <a:lnTo>
                        <a:pt x="652" y="298"/>
                      </a:lnTo>
                      <a:lnTo>
                        <a:pt x="656" y="298"/>
                      </a:lnTo>
                      <a:lnTo>
                        <a:pt x="660" y="298"/>
                      </a:lnTo>
                      <a:lnTo>
                        <a:pt x="662" y="298"/>
                      </a:lnTo>
                      <a:lnTo>
                        <a:pt x="666" y="298"/>
                      </a:lnTo>
                      <a:lnTo>
                        <a:pt x="670" y="298"/>
                      </a:lnTo>
                      <a:lnTo>
                        <a:pt x="674" y="298"/>
                      </a:lnTo>
                      <a:lnTo>
                        <a:pt x="674" y="302"/>
                      </a:lnTo>
                      <a:lnTo>
                        <a:pt x="678" y="298"/>
                      </a:lnTo>
                      <a:lnTo>
                        <a:pt x="678" y="302"/>
                      </a:lnTo>
                      <a:lnTo>
                        <a:pt x="678" y="306"/>
                      </a:lnTo>
                      <a:lnTo>
                        <a:pt x="674" y="306"/>
                      </a:lnTo>
                      <a:lnTo>
                        <a:pt x="670" y="306"/>
                      </a:lnTo>
                      <a:lnTo>
                        <a:pt x="666" y="306"/>
                      </a:lnTo>
                      <a:lnTo>
                        <a:pt x="662" y="310"/>
                      </a:lnTo>
                      <a:lnTo>
                        <a:pt x="660" y="310"/>
                      </a:lnTo>
                      <a:lnTo>
                        <a:pt x="656" y="306"/>
                      </a:lnTo>
                      <a:lnTo>
                        <a:pt x="652" y="306"/>
                      </a:lnTo>
                      <a:lnTo>
                        <a:pt x="648" y="306"/>
                      </a:lnTo>
                      <a:lnTo>
                        <a:pt x="644" y="306"/>
                      </a:lnTo>
                      <a:lnTo>
                        <a:pt x="648" y="306"/>
                      </a:lnTo>
                      <a:lnTo>
                        <a:pt x="652" y="306"/>
                      </a:lnTo>
                      <a:lnTo>
                        <a:pt x="656" y="306"/>
                      </a:lnTo>
                      <a:lnTo>
                        <a:pt x="660" y="310"/>
                      </a:lnTo>
                      <a:lnTo>
                        <a:pt x="656" y="310"/>
                      </a:lnTo>
                      <a:lnTo>
                        <a:pt x="652" y="310"/>
                      </a:lnTo>
                      <a:lnTo>
                        <a:pt x="656" y="310"/>
                      </a:lnTo>
                      <a:lnTo>
                        <a:pt x="660" y="310"/>
                      </a:lnTo>
                      <a:lnTo>
                        <a:pt x="660" y="314"/>
                      </a:lnTo>
                      <a:lnTo>
                        <a:pt x="660" y="310"/>
                      </a:lnTo>
                      <a:lnTo>
                        <a:pt x="662" y="310"/>
                      </a:lnTo>
                      <a:lnTo>
                        <a:pt x="666" y="310"/>
                      </a:lnTo>
                      <a:lnTo>
                        <a:pt x="670" y="306"/>
                      </a:lnTo>
                      <a:lnTo>
                        <a:pt x="674" y="310"/>
                      </a:lnTo>
                      <a:lnTo>
                        <a:pt x="678" y="310"/>
                      </a:lnTo>
                      <a:lnTo>
                        <a:pt x="682" y="310"/>
                      </a:lnTo>
                      <a:lnTo>
                        <a:pt x="682" y="314"/>
                      </a:lnTo>
                      <a:lnTo>
                        <a:pt x="686" y="314"/>
                      </a:lnTo>
                      <a:lnTo>
                        <a:pt x="682" y="316"/>
                      </a:lnTo>
                      <a:lnTo>
                        <a:pt x="678" y="316"/>
                      </a:lnTo>
                      <a:lnTo>
                        <a:pt x="674" y="316"/>
                      </a:lnTo>
                      <a:lnTo>
                        <a:pt x="670" y="316"/>
                      </a:lnTo>
                      <a:lnTo>
                        <a:pt x="666" y="316"/>
                      </a:lnTo>
                      <a:lnTo>
                        <a:pt x="670" y="316"/>
                      </a:lnTo>
                      <a:lnTo>
                        <a:pt x="674" y="316"/>
                      </a:lnTo>
                      <a:lnTo>
                        <a:pt x="674" y="320"/>
                      </a:lnTo>
                      <a:lnTo>
                        <a:pt x="670" y="320"/>
                      </a:lnTo>
                      <a:lnTo>
                        <a:pt x="670" y="324"/>
                      </a:lnTo>
                      <a:lnTo>
                        <a:pt x="674" y="324"/>
                      </a:lnTo>
                      <a:lnTo>
                        <a:pt x="674" y="320"/>
                      </a:lnTo>
                      <a:lnTo>
                        <a:pt x="678" y="320"/>
                      </a:lnTo>
                      <a:lnTo>
                        <a:pt x="678" y="316"/>
                      </a:lnTo>
                      <a:lnTo>
                        <a:pt x="682" y="316"/>
                      </a:lnTo>
                      <a:lnTo>
                        <a:pt x="686" y="316"/>
                      </a:lnTo>
                      <a:lnTo>
                        <a:pt x="686" y="320"/>
                      </a:lnTo>
                      <a:lnTo>
                        <a:pt x="688" y="320"/>
                      </a:lnTo>
                      <a:lnTo>
                        <a:pt x="692" y="320"/>
                      </a:lnTo>
                      <a:lnTo>
                        <a:pt x="696" y="320"/>
                      </a:lnTo>
                      <a:lnTo>
                        <a:pt x="696" y="324"/>
                      </a:lnTo>
                      <a:lnTo>
                        <a:pt x="700" y="324"/>
                      </a:lnTo>
                      <a:lnTo>
                        <a:pt x="704" y="324"/>
                      </a:lnTo>
                      <a:lnTo>
                        <a:pt x="704" y="328"/>
                      </a:lnTo>
                      <a:lnTo>
                        <a:pt x="708" y="328"/>
                      </a:lnTo>
                      <a:lnTo>
                        <a:pt x="712" y="328"/>
                      </a:lnTo>
                      <a:lnTo>
                        <a:pt x="712" y="332"/>
                      </a:lnTo>
                      <a:lnTo>
                        <a:pt x="716" y="332"/>
                      </a:lnTo>
                      <a:lnTo>
                        <a:pt x="712" y="332"/>
                      </a:lnTo>
                      <a:lnTo>
                        <a:pt x="712" y="336"/>
                      </a:lnTo>
                      <a:lnTo>
                        <a:pt x="708" y="336"/>
                      </a:lnTo>
                      <a:lnTo>
                        <a:pt x="704" y="336"/>
                      </a:lnTo>
                      <a:lnTo>
                        <a:pt x="704" y="340"/>
                      </a:lnTo>
                      <a:lnTo>
                        <a:pt x="708" y="340"/>
                      </a:lnTo>
                      <a:lnTo>
                        <a:pt x="708" y="336"/>
                      </a:lnTo>
                      <a:lnTo>
                        <a:pt x="712" y="336"/>
                      </a:lnTo>
                      <a:lnTo>
                        <a:pt x="716" y="336"/>
                      </a:lnTo>
                      <a:lnTo>
                        <a:pt x="712" y="336"/>
                      </a:lnTo>
                      <a:lnTo>
                        <a:pt x="712" y="340"/>
                      </a:lnTo>
                      <a:lnTo>
                        <a:pt x="716" y="340"/>
                      </a:lnTo>
                      <a:lnTo>
                        <a:pt x="716" y="336"/>
                      </a:lnTo>
                      <a:lnTo>
                        <a:pt x="718" y="336"/>
                      </a:lnTo>
                      <a:lnTo>
                        <a:pt x="722" y="336"/>
                      </a:lnTo>
                      <a:lnTo>
                        <a:pt x="718" y="336"/>
                      </a:lnTo>
                      <a:lnTo>
                        <a:pt x="718" y="340"/>
                      </a:lnTo>
                      <a:lnTo>
                        <a:pt x="716" y="340"/>
                      </a:lnTo>
                      <a:lnTo>
                        <a:pt x="712" y="342"/>
                      </a:lnTo>
                      <a:lnTo>
                        <a:pt x="716" y="342"/>
                      </a:lnTo>
                      <a:lnTo>
                        <a:pt x="716" y="346"/>
                      </a:lnTo>
                      <a:lnTo>
                        <a:pt x="716" y="342"/>
                      </a:lnTo>
                      <a:lnTo>
                        <a:pt x="718" y="342"/>
                      </a:lnTo>
                      <a:lnTo>
                        <a:pt x="722" y="342"/>
                      </a:lnTo>
                      <a:lnTo>
                        <a:pt x="726" y="342"/>
                      </a:lnTo>
                      <a:lnTo>
                        <a:pt x="722" y="342"/>
                      </a:lnTo>
                      <a:lnTo>
                        <a:pt x="722" y="346"/>
                      </a:lnTo>
                      <a:lnTo>
                        <a:pt x="726" y="346"/>
                      </a:lnTo>
                      <a:lnTo>
                        <a:pt x="722" y="346"/>
                      </a:lnTo>
                      <a:lnTo>
                        <a:pt x="726" y="346"/>
                      </a:lnTo>
                      <a:lnTo>
                        <a:pt x="726" y="350"/>
                      </a:lnTo>
                      <a:lnTo>
                        <a:pt x="722" y="350"/>
                      </a:lnTo>
                      <a:lnTo>
                        <a:pt x="722" y="354"/>
                      </a:lnTo>
                      <a:lnTo>
                        <a:pt x="718" y="354"/>
                      </a:lnTo>
                      <a:lnTo>
                        <a:pt x="716" y="354"/>
                      </a:lnTo>
                      <a:lnTo>
                        <a:pt x="718" y="354"/>
                      </a:lnTo>
                      <a:lnTo>
                        <a:pt x="722" y="354"/>
                      </a:lnTo>
                      <a:lnTo>
                        <a:pt x="726" y="354"/>
                      </a:lnTo>
                      <a:lnTo>
                        <a:pt x="726" y="358"/>
                      </a:lnTo>
                      <a:lnTo>
                        <a:pt x="722" y="358"/>
                      </a:lnTo>
                      <a:lnTo>
                        <a:pt x="722" y="362"/>
                      </a:lnTo>
                      <a:lnTo>
                        <a:pt x="722" y="358"/>
                      </a:lnTo>
                      <a:lnTo>
                        <a:pt x="722" y="362"/>
                      </a:lnTo>
                      <a:lnTo>
                        <a:pt x="726" y="362"/>
                      </a:lnTo>
                      <a:lnTo>
                        <a:pt x="726" y="358"/>
                      </a:lnTo>
                      <a:lnTo>
                        <a:pt x="726" y="362"/>
                      </a:lnTo>
                      <a:lnTo>
                        <a:pt x="722" y="362"/>
                      </a:lnTo>
                      <a:lnTo>
                        <a:pt x="726" y="362"/>
                      </a:lnTo>
                      <a:lnTo>
                        <a:pt x="722" y="366"/>
                      </a:lnTo>
                      <a:lnTo>
                        <a:pt x="726" y="366"/>
                      </a:lnTo>
                      <a:lnTo>
                        <a:pt x="730" y="366"/>
                      </a:lnTo>
                      <a:lnTo>
                        <a:pt x="726" y="370"/>
                      </a:lnTo>
                      <a:lnTo>
                        <a:pt x="722" y="370"/>
                      </a:lnTo>
                      <a:lnTo>
                        <a:pt x="718" y="370"/>
                      </a:lnTo>
                      <a:lnTo>
                        <a:pt x="716" y="370"/>
                      </a:lnTo>
                      <a:lnTo>
                        <a:pt x="716" y="366"/>
                      </a:lnTo>
                      <a:lnTo>
                        <a:pt x="716" y="362"/>
                      </a:lnTo>
                      <a:lnTo>
                        <a:pt x="716" y="358"/>
                      </a:lnTo>
                      <a:lnTo>
                        <a:pt x="712" y="358"/>
                      </a:lnTo>
                      <a:lnTo>
                        <a:pt x="712" y="362"/>
                      </a:lnTo>
                      <a:lnTo>
                        <a:pt x="712" y="366"/>
                      </a:lnTo>
                      <a:lnTo>
                        <a:pt x="712" y="370"/>
                      </a:lnTo>
                      <a:lnTo>
                        <a:pt x="708" y="370"/>
                      </a:lnTo>
                      <a:lnTo>
                        <a:pt x="704" y="370"/>
                      </a:lnTo>
                      <a:lnTo>
                        <a:pt x="700" y="370"/>
                      </a:lnTo>
                      <a:lnTo>
                        <a:pt x="696" y="366"/>
                      </a:lnTo>
                      <a:lnTo>
                        <a:pt x="692" y="366"/>
                      </a:lnTo>
                      <a:lnTo>
                        <a:pt x="692" y="362"/>
                      </a:lnTo>
                      <a:lnTo>
                        <a:pt x="688" y="362"/>
                      </a:lnTo>
                      <a:lnTo>
                        <a:pt x="688" y="358"/>
                      </a:lnTo>
                      <a:lnTo>
                        <a:pt x="688" y="354"/>
                      </a:lnTo>
                      <a:lnTo>
                        <a:pt x="688" y="350"/>
                      </a:lnTo>
                      <a:lnTo>
                        <a:pt x="686" y="350"/>
                      </a:lnTo>
                      <a:lnTo>
                        <a:pt x="682" y="346"/>
                      </a:lnTo>
                      <a:lnTo>
                        <a:pt x="678" y="346"/>
                      </a:lnTo>
                      <a:lnTo>
                        <a:pt x="674" y="346"/>
                      </a:lnTo>
                      <a:lnTo>
                        <a:pt x="674" y="342"/>
                      </a:lnTo>
                      <a:lnTo>
                        <a:pt x="670" y="342"/>
                      </a:lnTo>
                      <a:lnTo>
                        <a:pt x="670" y="340"/>
                      </a:lnTo>
                      <a:lnTo>
                        <a:pt x="666" y="340"/>
                      </a:lnTo>
                      <a:lnTo>
                        <a:pt x="660" y="340"/>
                      </a:lnTo>
                      <a:lnTo>
                        <a:pt x="656" y="340"/>
                      </a:lnTo>
                      <a:lnTo>
                        <a:pt x="652" y="340"/>
                      </a:lnTo>
                      <a:lnTo>
                        <a:pt x="648" y="336"/>
                      </a:lnTo>
                      <a:lnTo>
                        <a:pt x="644" y="336"/>
                      </a:lnTo>
                      <a:lnTo>
                        <a:pt x="644" y="332"/>
                      </a:lnTo>
                      <a:lnTo>
                        <a:pt x="640" y="332"/>
                      </a:lnTo>
                      <a:lnTo>
                        <a:pt x="640" y="328"/>
                      </a:lnTo>
                      <a:lnTo>
                        <a:pt x="636" y="328"/>
                      </a:lnTo>
                      <a:lnTo>
                        <a:pt x="632" y="328"/>
                      </a:lnTo>
                      <a:lnTo>
                        <a:pt x="630" y="324"/>
                      </a:lnTo>
                      <a:lnTo>
                        <a:pt x="626" y="324"/>
                      </a:lnTo>
                      <a:lnTo>
                        <a:pt x="626" y="328"/>
                      </a:lnTo>
                      <a:lnTo>
                        <a:pt x="630" y="328"/>
                      </a:lnTo>
                      <a:lnTo>
                        <a:pt x="630" y="332"/>
                      </a:lnTo>
                      <a:lnTo>
                        <a:pt x="632" y="332"/>
                      </a:lnTo>
                      <a:lnTo>
                        <a:pt x="636" y="332"/>
                      </a:lnTo>
                      <a:lnTo>
                        <a:pt x="640" y="336"/>
                      </a:lnTo>
                      <a:lnTo>
                        <a:pt x="644" y="336"/>
                      </a:lnTo>
                      <a:lnTo>
                        <a:pt x="644" y="340"/>
                      </a:lnTo>
                      <a:lnTo>
                        <a:pt x="640" y="340"/>
                      </a:lnTo>
                      <a:lnTo>
                        <a:pt x="636" y="340"/>
                      </a:lnTo>
                      <a:lnTo>
                        <a:pt x="632" y="340"/>
                      </a:lnTo>
                      <a:lnTo>
                        <a:pt x="630" y="340"/>
                      </a:lnTo>
                      <a:lnTo>
                        <a:pt x="632" y="340"/>
                      </a:lnTo>
                      <a:lnTo>
                        <a:pt x="636" y="340"/>
                      </a:lnTo>
                      <a:lnTo>
                        <a:pt x="640" y="340"/>
                      </a:lnTo>
                      <a:lnTo>
                        <a:pt x="644" y="340"/>
                      </a:lnTo>
                      <a:lnTo>
                        <a:pt x="648" y="340"/>
                      </a:lnTo>
                      <a:lnTo>
                        <a:pt x="644" y="340"/>
                      </a:lnTo>
                      <a:lnTo>
                        <a:pt x="644" y="342"/>
                      </a:lnTo>
                      <a:lnTo>
                        <a:pt x="648" y="342"/>
                      </a:lnTo>
                      <a:lnTo>
                        <a:pt x="648" y="340"/>
                      </a:lnTo>
                      <a:lnTo>
                        <a:pt x="652" y="340"/>
                      </a:lnTo>
                      <a:lnTo>
                        <a:pt x="652" y="342"/>
                      </a:lnTo>
                      <a:lnTo>
                        <a:pt x="656" y="342"/>
                      </a:lnTo>
                      <a:lnTo>
                        <a:pt x="660" y="342"/>
                      </a:lnTo>
                      <a:lnTo>
                        <a:pt x="662" y="342"/>
                      </a:lnTo>
                      <a:lnTo>
                        <a:pt x="666" y="342"/>
                      </a:lnTo>
                      <a:lnTo>
                        <a:pt x="670" y="342"/>
                      </a:lnTo>
                      <a:lnTo>
                        <a:pt x="674" y="346"/>
                      </a:lnTo>
                      <a:lnTo>
                        <a:pt x="670" y="350"/>
                      </a:lnTo>
                      <a:lnTo>
                        <a:pt x="670" y="346"/>
                      </a:lnTo>
                      <a:lnTo>
                        <a:pt x="666" y="346"/>
                      </a:lnTo>
                      <a:lnTo>
                        <a:pt x="670" y="350"/>
                      </a:lnTo>
                      <a:lnTo>
                        <a:pt x="662" y="354"/>
                      </a:lnTo>
                      <a:lnTo>
                        <a:pt x="660" y="354"/>
                      </a:lnTo>
                      <a:lnTo>
                        <a:pt x="652" y="358"/>
                      </a:lnTo>
                      <a:lnTo>
                        <a:pt x="652" y="354"/>
                      </a:lnTo>
                      <a:lnTo>
                        <a:pt x="648" y="358"/>
                      </a:lnTo>
                      <a:lnTo>
                        <a:pt x="644" y="358"/>
                      </a:lnTo>
                      <a:lnTo>
                        <a:pt x="644" y="354"/>
                      </a:lnTo>
                      <a:lnTo>
                        <a:pt x="640" y="354"/>
                      </a:lnTo>
                      <a:lnTo>
                        <a:pt x="640" y="350"/>
                      </a:lnTo>
                      <a:lnTo>
                        <a:pt x="636" y="350"/>
                      </a:lnTo>
                      <a:lnTo>
                        <a:pt x="636" y="354"/>
                      </a:lnTo>
                      <a:lnTo>
                        <a:pt x="640" y="354"/>
                      </a:lnTo>
                      <a:lnTo>
                        <a:pt x="640" y="358"/>
                      </a:lnTo>
                      <a:lnTo>
                        <a:pt x="640" y="354"/>
                      </a:lnTo>
                      <a:lnTo>
                        <a:pt x="636" y="354"/>
                      </a:lnTo>
                      <a:lnTo>
                        <a:pt x="632" y="354"/>
                      </a:lnTo>
                      <a:lnTo>
                        <a:pt x="630" y="354"/>
                      </a:lnTo>
                      <a:lnTo>
                        <a:pt x="632" y="354"/>
                      </a:lnTo>
                      <a:lnTo>
                        <a:pt x="632" y="358"/>
                      </a:lnTo>
                      <a:lnTo>
                        <a:pt x="636" y="358"/>
                      </a:lnTo>
                      <a:lnTo>
                        <a:pt x="636" y="362"/>
                      </a:lnTo>
                      <a:lnTo>
                        <a:pt x="632" y="366"/>
                      </a:lnTo>
                      <a:lnTo>
                        <a:pt x="630" y="366"/>
                      </a:lnTo>
                      <a:lnTo>
                        <a:pt x="626" y="366"/>
                      </a:lnTo>
                      <a:lnTo>
                        <a:pt x="622" y="370"/>
                      </a:lnTo>
                      <a:lnTo>
                        <a:pt x="618" y="370"/>
                      </a:lnTo>
                      <a:lnTo>
                        <a:pt x="622" y="370"/>
                      </a:lnTo>
                      <a:lnTo>
                        <a:pt x="626" y="370"/>
                      </a:lnTo>
                      <a:lnTo>
                        <a:pt x="630" y="370"/>
                      </a:lnTo>
                      <a:lnTo>
                        <a:pt x="632" y="366"/>
                      </a:lnTo>
                      <a:lnTo>
                        <a:pt x="632" y="370"/>
                      </a:lnTo>
                      <a:lnTo>
                        <a:pt x="630" y="370"/>
                      </a:lnTo>
                      <a:lnTo>
                        <a:pt x="632" y="370"/>
                      </a:lnTo>
                      <a:lnTo>
                        <a:pt x="636" y="370"/>
                      </a:lnTo>
                      <a:lnTo>
                        <a:pt x="640" y="370"/>
                      </a:lnTo>
                      <a:lnTo>
                        <a:pt x="648" y="370"/>
                      </a:lnTo>
                      <a:lnTo>
                        <a:pt x="652" y="370"/>
                      </a:lnTo>
                      <a:lnTo>
                        <a:pt x="656" y="370"/>
                      </a:lnTo>
                      <a:lnTo>
                        <a:pt x="660" y="370"/>
                      </a:lnTo>
                      <a:lnTo>
                        <a:pt x="660" y="372"/>
                      </a:lnTo>
                      <a:lnTo>
                        <a:pt x="656" y="372"/>
                      </a:lnTo>
                      <a:lnTo>
                        <a:pt x="652" y="372"/>
                      </a:lnTo>
                      <a:lnTo>
                        <a:pt x="648" y="372"/>
                      </a:lnTo>
                      <a:lnTo>
                        <a:pt x="644" y="372"/>
                      </a:lnTo>
                      <a:lnTo>
                        <a:pt x="644" y="376"/>
                      </a:lnTo>
                      <a:lnTo>
                        <a:pt x="640" y="376"/>
                      </a:lnTo>
                      <a:lnTo>
                        <a:pt x="636" y="376"/>
                      </a:lnTo>
                      <a:lnTo>
                        <a:pt x="632" y="376"/>
                      </a:lnTo>
                      <a:lnTo>
                        <a:pt x="630" y="376"/>
                      </a:lnTo>
                      <a:lnTo>
                        <a:pt x="630" y="380"/>
                      </a:lnTo>
                      <a:lnTo>
                        <a:pt x="632" y="376"/>
                      </a:lnTo>
                      <a:lnTo>
                        <a:pt x="632" y="380"/>
                      </a:lnTo>
                      <a:lnTo>
                        <a:pt x="636" y="380"/>
                      </a:lnTo>
                      <a:lnTo>
                        <a:pt x="640" y="380"/>
                      </a:lnTo>
                      <a:lnTo>
                        <a:pt x="644" y="380"/>
                      </a:lnTo>
                      <a:lnTo>
                        <a:pt x="648" y="376"/>
                      </a:lnTo>
                      <a:lnTo>
                        <a:pt x="652" y="372"/>
                      </a:lnTo>
                      <a:lnTo>
                        <a:pt x="656" y="372"/>
                      </a:lnTo>
                      <a:lnTo>
                        <a:pt x="656" y="376"/>
                      </a:lnTo>
                      <a:lnTo>
                        <a:pt x="660" y="376"/>
                      </a:lnTo>
                      <a:lnTo>
                        <a:pt x="662" y="372"/>
                      </a:lnTo>
                      <a:lnTo>
                        <a:pt x="666" y="372"/>
                      </a:lnTo>
                      <a:lnTo>
                        <a:pt x="670" y="372"/>
                      </a:lnTo>
                      <a:lnTo>
                        <a:pt x="674" y="370"/>
                      </a:lnTo>
                      <a:lnTo>
                        <a:pt x="674" y="372"/>
                      </a:lnTo>
                      <a:lnTo>
                        <a:pt x="678" y="372"/>
                      </a:lnTo>
                      <a:lnTo>
                        <a:pt x="678" y="370"/>
                      </a:lnTo>
                      <a:lnTo>
                        <a:pt x="678" y="372"/>
                      </a:lnTo>
                      <a:lnTo>
                        <a:pt x="682" y="372"/>
                      </a:lnTo>
                      <a:lnTo>
                        <a:pt x="686" y="372"/>
                      </a:lnTo>
                      <a:lnTo>
                        <a:pt x="692" y="376"/>
                      </a:lnTo>
                      <a:lnTo>
                        <a:pt x="696" y="376"/>
                      </a:lnTo>
                      <a:lnTo>
                        <a:pt x="700" y="376"/>
                      </a:lnTo>
                      <a:lnTo>
                        <a:pt x="704" y="376"/>
                      </a:lnTo>
                      <a:lnTo>
                        <a:pt x="708" y="376"/>
                      </a:lnTo>
                      <a:lnTo>
                        <a:pt x="712" y="376"/>
                      </a:lnTo>
                      <a:lnTo>
                        <a:pt x="716" y="376"/>
                      </a:lnTo>
                      <a:lnTo>
                        <a:pt x="718" y="376"/>
                      </a:lnTo>
                      <a:lnTo>
                        <a:pt x="718" y="380"/>
                      </a:lnTo>
                      <a:lnTo>
                        <a:pt x="716" y="380"/>
                      </a:lnTo>
                      <a:lnTo>
                        <a:pt x="712" y="380"/>
                      </a:lnTo>
                      <a:lnTo>
                        <a:pt x="708" y="380"/>
                      </a:lnTo>
                      <a:lnTo>
                        <a:pt x="708" y="384"/>
                      </a:lnTo>
                      <a:lnTo>
                        <a:pt x="712" y="384"/>
                      </a:lnTo>
                      <a:lnTo>
                        <a:pt x="708" y="384"/>
                      </a:lnTo>
                      <a:lnTo>
                        <a:pt x="708" y="380"/>
                      </a:lnTo>
                      <a:lnTo>
                        <a:pt x="704" y="380"/>
                      </a:lnTo>
                      <a:lnTo>
                        <a:pt x="704" y="384"/>
                      </a:lnTo>
                      <a:lnTo>
                        <a:pt x="708" y="384"/>
                      </a:lnTo>
                      <a:lnTo>
                        <a:pt x="704" y="384"/>
                      </a:lnTo>
                      <a:lnTo>
                        <a:pt x="708" y="384"/>
                      </a:lnTo>
                      <a:lnTo>
                        <a:pt x="708" y="388"/>
                      </a:lnTo>
                      <a:lnTo>
                        <a:pt x="704" y="388"/>
                      </a:lnTo>
                      <a:lnTo>
                        <a:pt x="704" y="384"/>
                      </a:lnTo>
                      <a:lnTo>
                        <a:pt x="700" y="384"/>
                      </a:lnTo>
                      <a:lnTo>
                        <a:pt x="704" y="384"/>
                      </a:lnTo>
                      <a:lnTo>
                        <a:pt x="704" y="388"/>
                      </a:lnTo>
                      <a:lnTo>
                        <a:pt x="700" y="388"/>
                      </a:lnTo>
                      <a:lnTo>
                        <a:pt x="696" y="388"/>
                      </a:lnTo>
                      <a:lnTo>
                        <a:pt x="692" y="388"/>
                      </a:lnTo>
                      <a:lnTo>
                        <a:pt x="696" y="388"/>
                      </a:lnTo>
                      <a:lnTo>
                        <a:pt x="700" y="388"/>
                      </a:lnTo>
                      <a:lnTo>
                        <a:pt x="696" y="392"/>
                      </a:lnTo>
                      <a:lnTo>
                        <a:pt x="692" y="392"/>
                      </a:lnTo>
                      <a:lnTo>
                        <a:pt x="688" y="392"/>
                      </a:lnTo>
                      <a:lnTo>
                        <a:pt x="692" y="392"/>
                      </a:lnTo>
                      <a:lnTo>
                        <a:pt x="688" y="396"/>
                      </a:lnTo>
                      <a:lnTo>
                        <a:pt x="686" y="396"/>
                      </a:lnTo>
                      <a:lnTo>
                        <a:pt x="682" y="396"/>
                      </a:lnTo>
                      <a:lnTo>
                        <a:pt x="686" y="398"/>
                      </a:lnTo>
                      <a:lnTo>
                        <a:pt x="682" y="398"/>
                      </a:lnTo>
                      <a:lnTo>
                        <a:pt x="678" y="398"/>
                      </a:lnTo>
                      <a:lnTo>
                        <a:pt x="674" y="398"/>
                      </a:lnTo>
                      <a:lnTo>
                        <a:pt x="678" y="398"/>
                      </a:lnTo>
                      <a:lnTo>
                        <a:pt x="678" y="402"/>
                      </a:lnTo>
                      <a:lnTo>
                        <a:pt x="674" y="402"/>
                      </a:lnTo>
                      <a:lnTo>
                        <a:pt x="674" y="406"/>
                      </a:lnTo>
                      <a:lnTo>
                        <a:pt x="670" y="402"/>
                      </a:lnTo>
                      <a:lnTo>
                        <a:pt x="670" y="406"/>
                      </a:lnTo>
                      <a:lnTo>
                        <a:pt x="666" y="406"/>
                      </a:lnTo>
                      <a:lnTo>
                        <a:pt x="670" y="406"/>
                      </a:lnTo>
                      <a:lnTo>
                        <a:pt x="670" y="410"/>
                      </a:lnTo>
                      <a:lnTo>
                        <a:pt x="666" y="410"/>
                      </a:lnTo>
                      <a:lnTo>
                        <a:pt x="662" y="410"/>
                      </a:lnTo>
                      <a:lnTo>
                        <a:pt x="660" y="414"/>
                      </a:lnTo>
                      <a:lnTo>
                        <a:pt x="656" y="414"/>
                      </a:lnTo>
                      <a:lnTo>
                        <a:pt x="652" y="414"/>
                      </a:lnTo>
                      <a:lnTo>
                        <a:pt x="648" y="418"/>
                      </a:lnTo>
                      <a:lnTo>
                        <a:pt x="648" y="414"/>
                      </a:lnTo>
                      <a:lnTo>
                        <a:pt x="644" y="414"/>
                      </a:lnTo>
                      <a:lnTo>
                        <a:pt x="644" y="418"/>
                      </a:lnTo>
                      <a:lnTo>
                        <a:pt x="648" y="418"/>
                      </a:lnTo>
                      <a:lnTo>
                        <a:pt x="644" y="418"/>
                      </a:lnTo>
                      <a:lnTo>
                        <a:pt x="640" y="418"/>
                      </a:lnTo>
                      <a:lnTo>
                        <a:pt x="636" y="418"/>
                      </a:lnTo>
                      <a:lnTo>
                        <a:pt x="632" y="422"/>
                      </a:lnTo>
                      <a:lnTo>
                        <a:pt x="630" y="418"/>
                      </a:lnTo>
                      <a:lnTo>
                        <a:pt x="626" y="422"/>
                      </a:lnTo>
                      <a:lnTo>
                        <a:pt x="622" y="422"/>
                      </a:lnTo>
                      <a:lnTo>
                        <a:pt x="618" y="422"/>
                      </a:lnTo>
                      <a:lnTo>
                        <a:pt x="622" y="422"/>
                      </a:lnTo>
                      <a:lnTo>
                        <a:pt x="622" y="426"/>
                      </a:lnTo>
                      <a:lnTo>
                        <a:pt x="618" y="426"/>
                      </a:lnTo>
                      <a:lnTo>
                        <a:pt x="618" y="422"/>
                      </a:lnTo>
                      <a:lnTo>
                        <a:pt x="618" y="426"/>
                      </a:lnTo>
                      <a:lnTo>
                        <a:pt x="614" y="426"/>
                      </a:lnTo>
                      <a:lnTo>
                        <a:pt x="610" y="422"/>
                      </a:lnTo>
                      <a:lnTo>
                        <a:pt x="606" y="422"/>
                      </a:lnTo>
                      <a:lnTo>
                        <a:pt x="604" y="426"/>
                      </a:lnTo>
                      <a:lnTo>
                        <a:pt x="606" y="426"/>
                      </a:lnTo>
                      <a:lnTo>
                        <a:pt x="606" y="428"/>
                      </a:lnTo>
                      <a:lnTo>
                        <a:pt x="604" y="428"/>
                      </a:lnTo>
                      <a:lnTo>
                        <a:pt x="604" y="426"/>
                      </a:lnTo>
                      <a:lnTo>
                        <a:pt x="600" y="426"/>
                      </a:lnTo>
                      <a:lnTo>
                        <a:pt x="596" y="426"/>
                      </a:lnTo>
                      <a:lnTo>
                        <a:pt x="600" y="426"/>
                      </a:lnTo>
                      <a:lnTo>
                        <a:pt x="604" y="428"/>
                      </a:lnTo>
                      <a:lnTo>
                        <a:pt x="600" y="428"/>
                      </a:lnTo>
                      <a:lnTo>
                        <a:pt x="596" y="428"/>
                      </a:lnTo>
                      <a:lnTo>
                        <a:pt x="592" y="428"/>
                      </a:lnTo>
                      <a:lnTo>
                        <a:pt x="588" y="428"/>
                      </a:lnTo>
                      <a:lnTo>
                        <a:pt x="588" y="426"/>
                      </a:lnTo>
                      <a:lnTo>
                        <a:pt x="584" y="428"/>
                      </a:lnTo>
                      <a:lnTo>
                        <a:pt x="588" y="428"/>
                      </a:lnTo>
                      <a:lnTo>
                        <a:pt x="584" y="428"/>
                      </a:lnTo>
                      <a:lnTo>
                        <a:pt x="584" y="426"/>
                      </a:lnTo>
                      <a:lnTo>
                        <a:pt x="580" y="426"/>
                      </a:lnTo>
                      <a:lnTo>
                        <a:pt x="576" y="426"/>
                      </a:lnTo>
                      <a:lnTo>
                        <a:pt x="576" y="422"/>
                      </a:lnTo>
                      <a:lnTo>
                        <a:pt x="574" y="422"/>
                      </a:lnTo>
                      <a:lnTo>
                        <a:pt x="574" y="418"/>
                      </a:lnTo>
                      <a:lnTo>
                        <a:pt x="574" y="414"/>
                      </a:lnTo>
                      <a:lnTo>
                        <a:pt x="574" y="418"/>
                      </a:lnTo>
                      <a:lnTo>
                        <a:pt x="570" y="418"/>
                      </a:lnTo>
                      <a:lnTo>
                        <a:pt x="574" y="418"/>
                      </a:lnTo>
                      <a:lnTo>
                        <a:pt x="574" y="422"/>
                      </a:lnTo>
                      <a:lnTo>
                        <a:pt x="576" y="422"/>
                      </a:lnTo>
                      <a:lnTo>
                        <a:pt x="576" y="426"/>
                      </a:lnTo>
                      <a:lnTo>
                        <a:pt x="574" y="426"/>
                      </a:lnTo>
                      <a:lnTo>
                        <a:pt x="576" y="426"/>
                      </a:lnTo>
                      <a:lnTo>
                        <a:pt x="580" y="428"/>
                      </a:lnTo>
                      <a:lnTo>
                        <a:pt x="576" y="428"/>
                      </a:lnTo>
                      <a:lnTo>
                        <a:pt x="576" y="432"/>
                      </a:lnTo>
                      <a:lnTo>
                        <a:pt x="574" y="432"/>
                      </a:lnTo>
                      <a:lnTo>
                        <a:pt x="570" y="432"/>
                      </a:lnTo>
                      <a:lnTo>
                        <a:pt x="574" y="432"/>
                      </a:lnTo>
                      <a:lnTo>
                        <a:pt x="574" y="436"/>
                      </a:lnTo>
                      <a:lnTo>
                        <a:pt x="570" y="436"/>
                      </a:lnTo>
                      <a:lnTo>
                        <a:pt x="566" y="436"/>
                      </a:lnTo>
                      <a:lnTo>
                        <a:pt x="566" y="440"/>
                      </a:lnTo>
                      <a:lnTo>
                        <a:pt x="562" y="440"/>
                      </a:lnTo>
                      <a:lnTo>
                        <a:pt x="562" y="436"/>
                      </a:lnTo>
                      <a:lnTo>
                        <a:pt x="562" y="440"/>
                      </a:lnTo>
                      <a:lnTo>
                        <a:pt x="566" y="440"/>
                      </a:lnTo>
                      <a:lnTo>
                        <a:pt x="562" y="440"/>
                      </a:lnTo>
                      <a:lnTo>
                        <a:pt x="562" y="444"/>
                      </a:lnTo>
                      <a:lnTo>
                        <a:pt x="562" y="448"/>
                      </a:lnTo>
                      <a:lnTo>
                        <a:pt x="558" y="448"/>
                      </a:lnTo>
                      <a:lnTo>
                        <a:pt x="558" y="452"/>
                      </a:lnTo>
                      <a:lnTo>
                        <a:pt x="554" y="452"/>
                      </a:lnTo>
                      <a:lnTo>
                        <a:pt x="554" y="456"/>
                      </a:lnTo>
                      <a:lnTo>
                        <a:pt x="550" y="456"/>
                      </a:lnTo>
                      <a:lnTo>
                        <a:pt x="550" y="458"/>
                      </a:lnTo>
                      <a:lnTo>
                        <a:pt x="550" y="462"/>
                      </a:lnTo>
                      <a:lnTo>
                        <a:pt x="546" y="466"/>
                      </a:lnTo>
                      <a:lnTo>
                        <a:pt x="546" y="462"/>
                      </a:lnTo>
                      <a:lnTo>
                        <a:pt x="546" y="466"/>
                      </a:lnTo>
                      <a:lnTo>
                        <a:pt x="544" y="466"/>
                      </a:lnTo>
                      <a:lnTo>
                        <a:pt x="544" y="462"/>
                      </a:lnTo>
                      <a:lnTo>
                        <a:pt x="546" y="462"/>
                      </a:lnTo>
                      <a:lnTo>
                        <a:pt x="544" y="462"/>
                      </a:lnTo>
                      <a:lnTo>
                        <a:pt x="544" y="466"/>
                      </a:lnTo>
                      <a:lnTo>
                        <a:pt x="544" y="470"/>
                      </a:lnTo>
                      <a:lnTo>
                        <a:pt x="540" y="470"/>
                      </a:lnTo>
                      <a:lnTo>
                        <a:pt x="540" y="474"/>
                      </a:lnTo>
                      <a:lnTo>
                        <a:pt x="536" y="474"/>
                      </a:lnTo>
                      <a:lnTo>
                        <a:pt x="536" y="470"/>
                      </a:lnTo>
                      <a:lnTo>
                        <a:pt x="532" y="470"/>
                      </a:lnTo>
                      <a:lnTo>
                        <a:pt x="532" y="474"/>
                      </a:lnTo>
                      <a:lnTo>
                        <a:pt x="536" y="474"/>
                      </a:lnTo>
                      <a:lnTo>
                        <a:pt x="532" y="474"/>
                      </a:lnTo>
                      <a:lnTo>
                        <a:pt x="528" y="474"/>
                      </a:lnTo>
                      <a:lnTo>
                        <a:pt x="524" y="470"/>
                      </a:lnTo>
                      <a:lnTo>
                        <a:pt x="528" y="474"/>
                      </a:lnTo>
                      <a:lnTo>
                        <a:pt x="528" y="478"/>
                      </a:lnTo>
                      <a:lnTo>
                        <a:pt x="524" y="478"/>
                      </a:lnTo>
                      <a:lnTo>
                        <a:pt x="524" y="482"/>
                      </a:lnTo>
                      <a:lnTo>
                        <a:pt x="520" y="482"/>
                      </a:lnTo>
                      <a:lnTo>
                        <a:pt x="518" y="482"/>
                      </a:lnTo>
                      <a:lnTo>
                        <a:pt x="518" y="478"/>
                      </a:lnTo>
                      <a:lnTo>
                        <a:pt x="514" y="478"/>
                      </a:lnTo>
                      <a:lnTo>
                        <a:pt x="518" y="478"/>
                      </a:lnTo>
                      <a:lnTo>
                        <a:pt x="514" y="482"/>
                      </a:lnTo>
                      <a:lnTo>
                        <a:pt x="510" y="482"/>
                      </a:lnTo>
                      <a:lnTo>
                        <a:pt x="510" y="484"/>
                      </a:lnTo>
                      <a:lnTo>
                        <a:pt x="506" y="484"/>
                      </a:lnTo>
                      <a:lnTo>
                        <a:pt x="506" y="482"/>
                      </a:lnTo>
                      <a:lnTo>
                        <a:pt x="506" y="478"/>
                      </a:lnTo>
                      <a:lnTo>
                        <a:pt x="506" y="482"/>
                      </a:lnTo>
                      <a:lnTo>
                        <a:pt x="506" y="484"/>
                      </a:lnTo>
                      <a:lnTo>
                        <a:pt x="502" y="484"/>
                      </a:lnTo>
                      <a:lnTo>
                        <a:pt x="502" y="482"/>
                      </a:lnTo>
                      <a:lnTo>
                        <a:pt x="498" y="482"/>
                      </a:lnTo>
                      <a:lnTo>
                        <a:pt x="498" y="478"/>
                      </a:lnTo>
                      <a:lnTo>
                        <a:pt x="502" y="474"/>
                      </a:lnTo>
                      <a:lnTo>
                        <a:pt x="506" y="474"/>
                      </a:lnTo>
                      <a:lnTo>
                        <a:pt x="506" y="470"/>
                      </a:lnTo>
                      <a:lnTo>
                        <a:pt x="502" y="470"/>
                      </a:lnTo>
                      <a:lnTo>
                        <a:pt x="502" y="474"/>
                      </a:lnTo>
                      <a:lnTo>
                        <a:pt x="498" y="474"/>
                      </a:lnTo>
                      <a:lnTo>
                        <a:pt x="498" y="470"/>
                      </a:lnTo>
                      <a:lnTo>
                        <a:pt x="494" y="470"/>
                      </a:lnTo>
                      <a:lnTo>
                        <a:pt x="490" y="470"/>
                      </a:lnTo>
                      <a:lnTo>
                        <a:pt x="494" y="470"/>
                      </a:lnTo>
                      <a:lnTo>
                        <a:pt x="494" y="474"/>
                      </a:lnTo>
                      <a:lnTo>
                        <a:pt x="498" y="474"/>
                      </a:lnTo>
                      <a:lnTo>
                        <a:pt x="494" y="474"/>
                      </a:lnTo>
                      <a:lnTo>
                        <a:pt x="494" y="478"/>
                      </a:lnTo>
                      <a:lnTo>
                        <a:pt x="494" y="482"/>
                      </a:lnTo>
                      <a:lnTo>
                        <a:pt x="490" y="482"/>
                      </a:lnTo>
                      <a:lnTo>
                        <a:pt x="488" y="482"/>
                      </a:lnTo>
                      <a:lnTo>
                        <a:pt x="488" y="478"/>
                      </a:lnTo>
                      <a:lnTo>
                        <a:pt x="488" y="482"/>
                      </a:lnTo>
                      <a:lnTo>
                        <a:pt x="490" y="484"/>
                      </a:lnTo>
                      <a:lnTo>
                        <a:pt x="490" y="488"/>
                      </a:lnTo>
                      <a:lnTo>
                        <a:pt x="488" y="488"/>
                      </a:lnTo>
                      <a:lnTo>
                        <a:pt x="484" y="488"/>
                      </a:lnTo>
                      <a:lnTo>
                        <a:pt x="488" y="488"/>
                      </a:lnTo>
                      <a:lnTo>
                        <a:pt x="484" y="488"/>
                      </a:lnTo>
                      <a:lnTo>
                        <a:pt x="480" y="488"/>
                      </a:lnTo>
                      <a:lnTo>
                        <a:pt x="476" y="488"/>
                      </a:lnTo>
                      <a:lnTo>
                        <a:pt x="476" y="484"/>
                      </a:lnTo>
                      <a:lnTo>
                        <a:pt x="476" y="488"/>
                      </a:lnTo>
                      <a:lnTo>
                        <a:pt x="476" y="492"/>
                      </a:lnTo>
                      <a:lnTo>
                        <a:pt x="472" y="492"/>
                      </a:lnTo>
                      <a:lnTo>
                        <a:pt x="472" y="488"/>
                      </a:lnTo>
                      <a:lnTo>
                        <a:pt x="468" y="488"/>
                      </a:lnTo>
                      <a:lnTo>
                        <a:pt x="468" y="492"/>
                      </a:lnTo>
                      <a:lnTo>
                        <a:pt x="464" y="492"/>
                      </a:lnTo>
                      <a:lnTo>
                        <a:pt x="464" y="488"/>
                      </a:lnTo>
                      <a:lnTo>
                        <a:pt x="462" y="492"/>
                      </a:lnTo>
                      <a:lnTo>
                        <a:pt x="464" y="492"/>
                      </a:lnTo>
                      <a:lnTo>
                        <a:pt x="468" y="492"/>
                      </a:lnTo>
                      <a:lnTo>
                        <a:pt x="468" y="496"/>
                      </a:lnTo>
                      <a:lnTo>
                        <a:pt x="468" y="492"/>
                      </a:lnTo>
                      <a:lnTo>
                        <a:pt x="464" y="496"/>
                      </a:lnTo>
                      <a:lnTo>
                        <a:pt x="468" y="496"/>
                      </a:lnTo>
                      <a:lnTo>
                        <a:pt x="468" y="500"/>
                      </a:lnTo>
                      <a:lnTo>
                        <a:pt x="464" y="500"/>
                      </a:lnTo>
                      <a:lnTo>
                        <a:pt x="464" y="504"/>
                      </a:lnTo>
                      <a:lnTo>
                        <a:pt x="462" y="504"/>
                      </a:lnTo>
                      <a:lnTo>
                        <a:pt x="458" y="504"/>
                      </a:lnTo>
                      <a:lnTo>
                        <a:pt x="458" y="500"/>
                      </a:lnTo>
                      <a:lnTo>
                        <a:pt x="458" y="504"/>
                      </a:lnTo>
                      <a:lnTo>
                        <a:pt x="450" y="504"/>
                      </a:lnTo>
                      <a:lnTo>
                        <a:pt x="450" y="508"/>
                      </a:lnTo>
                      <a:lnTo>
                        <a:pt x="454" y="508"/>
                      </a:lnTo>
                      <a:lnTo>
                        <a:pt x="454" y="512"/>
                      </a:lnTo>
                      <a:lnTo>
                        <a:pt x="458" y="512"/>
                      </a:lnTo>
                      <a:lnTo>
                        <a:pt x="458" y="514"/>
                      </a:lnTo>
                      <a:lnTo>
                        <a:pt x="458" y="518"/>
                      </a:lnTo>
                      <a:lnTo>
                        <a:pt x="462" y="518"/>
                      </a:lnTo>
                      <a:lnTo>
                        <a:pt x="458" y="518"/>
                      </a:lnTo>
                      <a:lnTo>
                        <a:pt x="454" y="518"/>
                      </a:lnTo>
                      <a:lnTo>
                        <a:pt x="450" y="522"/>
                      </a:lnTo>
                      <a:lnTo>
                        <a:pt x="446" y="518"/>
                      </a:lnTo>
                      <a:lnTo>
                        <a:pt x="442" y="518"/>
                      </a:lnTo>
                      <a:lnTo>
                        <a:pt x="442" y="522"/>
                      </a:lnTo>
                      <a:lnTo>
                        <a:pt x="446" y="522"/>
                      </a:lnTo>
                      <a:lnTo>
                        <a:pt x="450" y="526"/>
                      </a:lnTo>
                      <a:lnTo>
                        <a:pt x="454" y="526"/>
                      </a:lnTo>
                      <a:lnTo>
                        <a:pt x="454" y="522"/>
                      </a:lnTo>
                      <a:lnTo>
                        <a:pt x="458" y="526"/>
                      </a:lnTo>
                      <a:lnTo>
                        <a:pt x="454" y="530"/>
                      </a:lnTo>
                      <a:lnTo>
                        <a:pt x="458" y="530"/>
                      </a:lnTo>
                      <a:lnTo>
                        <a:pt x="458" y="534"/>
                      </a:lnTo>
                      <a:lnTo>
                        <a:pt x="458" y="538"/>
                      </a:lnTo>
                      <a:lnTo>
                        <a:pt x="454" y="538"/>
                      </a:lnTo>
                      <a:lnTo>
                        <a:pt x="454" y="534"/>
                      </a:lnTo>
                      <a:lnTo>
                        <a:pt x="450" y="534"/>
                      </a:lnTo>
                      <a:lnTo>
                        <a:pt x="446" y="534"/>
                      </a:lnTo>
                      <a:lnTo>
                        <a:pt x="442" y="534"/>
                      </a:lnTo>
                      <a:lnTo>
                        <a:pt x="446" y="534"/>
                      </a:lnTo>
                      <a:lnTo>
                        <a:pt x="450" y="534"/>
                      </a:lnTo>
                      <a:lnTo>
                        <a:pt x="450" y="538"/>
                      </a:lnTo>
                      <a:lnTo>
                        <a:pt x="454" y="538"/>
                      </a:lnTo>
                      <a:lnTo>
                        <a:pt x="454" y="540"/>
                      </a:lnTo>
                      <a:lnTo>
                        <a:pt x="454" y="538"/>
                      </a:lnTo>
                      <a:lnTo>
                        <a:pt x="450" y="538"/>
                      </a:lnTo>
                      <a:lnTo>
                        <a:pt x="450" y="540"/>
                      </a:lnTo>
                      <a:lnTo>
                        <a:pt x="446" y="540"/>
                      </a:lnTo>
                      <a:lnTo>
                        <a:pt x="446" y="538"/>
                      </a:lnTo>
                      <a:lnTo>
                        <a:pt x="446" y="540"/>
                      </a:lnTo>
                      <a:lnTo>
                        <a:pt x="450" y="540"/>
                      </a:lnTo>
                      <a:lnTo>
                        <a:pt x="446" y="540"/>
                      </a:lnTo>
                      <a:lnTo>
                        <a:pt x="442" y="540"/>
                      </a:lnTo>
                      <a:lnTo>
                        <a:pt x="446" y="540"/>
                      </a:lnTo>
                      <a:lnTo>
                        <a:pt x="450" y="544"/>
                      </a:lnTo>
                      <a:lnTo>
                        <a:pt x="446" y="544"/>
                      </a:lnTo>
                      <a:lnTo>
                        <a:pt x="446" y="540"/>
                      </a:lnTo>
                      <a:lnTo>
                        <a:pt x="442" y="540"/>
                      </a:lnTo>
                      <a:lnTo>
                        <a:pt x="440" y="540"/>
                      </a:lnTo>
                      <a:lnTo>
                        <a:pt x="442" y="544"/>
                      </a:lnTo>
                      <a:lnTo>
                        <a:pt x="446" y="544"/>
                      </a:lnTo>
                      <a:lnTo>
                        <a:pt x="446" y="548"/>
                      </a:lnTo>
                      <a:lnTo>
                        <a:pt x="442" y="548"/>
                      </a:lnTo>
                      <a:lnTo>
                        <a:pt x="440" y="548"/>
                      </a:lnTo>
                      <a:lnTo>
                        <a:pt x="440" y="544"/>
                      </a:lnTo>
                      <a:lnTo>
                        <a:pt x="440" y="548"/>
                      </a:lnTo>
                      <a:lnTo>
                        <a:pt x="442" y="548"/>
                      </a:lnTo>
                      <a:lnTo>
                        <a:pt x="442" y="552"/>
                      </a:lnTo>
                      <a:lnTo>
                        <a:pt x="440" y="552"/>
                      </a:lnTo>
                      <a:lnTo>
                        <a:pt x="440" y="548"/>
                      </a:lnTo>
                      <a:lnTo>
                        <a:pt x="436" y="548"/>
                      </a:lnTo>
                      <a:lnTo>
                        <a:pt x="440" y="552"/>
                      </a:lnTo>
                      <a:lnTo>
                        <a:pt x="442" y="552"/>
                      </a:lnTo>
                      <a:lnTo>
                        <a:pt x="442" y="556"/>
                      </a:lnTo>
                      <a:lnTo>
                        <a:pt x="440" y="556"/>
                      </a:lnTo>
                      <a:lnTo>
                        <a:pt x="436" y="556"/>
                      </a:lnTo>
                      <a:lnTo>
                        <a:pt x="432" y="556"/>
                      </a:lnTo>
                      <a:lnTo>
                        <a:pt x="432" y="552"/>
                      </a:lnTo>
                      <a:lnTo>
                        <a:pt x="436" y="552"/>
                      </a:lnTo>
                      <a:lnTo>
                        <a:pt x="432" y="552"/>
                      </a:lnTo>
                      <a:lnTo>
                        <a:pt x="432" y="556"/>
                      </a:lnTo>
                      <a:lnTo>
                        <a:pt x="432" y="560"/>
                      </a:lnTo>
                      <a:lnTo>
                        <a:pt x="428" y="556"/>
                      </a:lnTo>
                      <a:lnTo>
                        <a:pt x="428" y="560"/>
                      </a:lnTo>
                      <a:lnTo>
                        <a:pt x="424" y="560"/>
                      </a:lnTo>
                      <a:lnTo>
                        <a:pt x="420" y="556"/>
                      </a:lnTo>
                      <a:lnTo>
                        <a:pt x="420" y="560"/>
                      </a:lnTo>
                      <a:lnTo>
                        <a:pt x="424" y="560"/>
                      </a:lnTo>
                      <a:lnTo>
                        <a:pt x="428" y="560"/>
                      </a:lnTo>
                      <a:lnTo>
                        <a:pt x="432" y="564"/>
                      </a:lnTo>
                      <a:lnTo>
                        <a:pt x="436" y="564"/>
                      </a:lnTo>
                      <a:lnTo>
                        <a:pt x="436" y="568"/>
                      </a:lnTo>
                      <a:lnTo>
                        <a:pt x="432" y="568"/>
                      </a:lnTo>
                      <a:lnTo>
                        <a:pt x="432" y="564"/>
                      </a:lnTo>
                      <a:lnTo>
                        <a:pt x="428" y="564"/>
                      </a:lnTo>
                      <a:lnTo>
                        <a:pt x="424" y="564"/>
                      </a:lnTo>
                      <a:lnTo>
                        <a:pt x="428" y="564"/>
                      </a:lnTo>
                      <a:lnTo>
                        <a:pt x="428" y="568"/>
                      </a:lnTo>
                      <a:lnTo>
                        <a:pt x="432" y="568"/>
                      </a:lnTo>
                      <a:lnTo>
                        <a:pt x="436" y="570"/>
                      </a:lnTo>
                      <a:lnTo>
                        <a:pt x="432" y="570"/>
                      </a:lnTo>
                      <a:lnTo>
                        <a:pt x="432" y="574"/>
                      </a:lnTo>
                      <a:lnTo>
                        <a:pt x="436" y="574"/>
                      </a:lnTo>
                      <a:lnTo>
                        <a:pt x="436" y="578"/>
                      </a:lnTo>
                      <a:lnTo>
                        <a:pt x="432" y="578"/>
                      </a:lnTo>
                      <a:lnTo>
                        <a:pt x="436" y="578"/>
                      </a:lnTo>
                      <a:lnTo>
                        <a:pt x="432" y="582"/>
                      </a:lnTo>
                      <a:lnTo>
                        <a:pt x="428" y="582"/>
                      </a:lnTo>
                      <a:lnTo>
                        <a:pt x="428" y="578"/>
                      </a:lnTo>
                      <a:lnTo>
                        <a:pt x="424" y="578"/>
                      </a:lnTo>
                      <a:lnTo>
                        <a:pt x="424" y="582"/>
                      </a:lnTo>
                      <a:lnTo>
                        <a:pt x="428" y="578"/>
                      </a:lnTo>
                      <a:lnTo>
                        <a:pt x="428" y="582"/>
                      </a:lnTo>
                      <a:lnTo>
                        <a:pt x="432" y="582"/>
                      </a:lnTo>
                      <a:lnTo>
                        <a:pt x="432" y="584"/>
                      </a:lnTo>
                      <a:lnTo>
                        <a:pt x="428" y="584"/>
                      </a:lnTo>
                      <a:lnTo>
                        <a:pt x="424" y="584"/>
                      </a:lnTo>
                      <a:lnTo>
                        <a:pt x="428" y="584"/>
                      </a:lnTo>
                      <a:lnTo>
                        <a:pt x="432" y="584"/>
                      </a:lnTo>
                      <a:lnTo>
                        <a:pt x="432" y="588"/>
                      </a:lnTo>
                      <a:lnTo>
                        <a:pt x="428" y="588"/>
                      </a:lnTo>
                      <a:lnTo>
                        <a:pt x="428" y="592"/>
                      </a:lnTo>
                      <a:lnTo>
                        <a:pt x="428" y="588"/>
                      </a:lnTo>
                      <a:lnTo>
                        <a:pt x="424" y="588"/>
                      </a:lnTo>
                      <a:lnTo>
                        <a:pt x="420" y="588"/>
                      </a:lnTo>
                      <a:lnTo>
                        <a:pt x="424" y="588"/>
                      </a:lnTo>
                      <a:lnTo>
                        <a:pt x="428" y="592"/>
                      </a:lnTo>
                      <a:lnTo>
                        <a:pt x="424" y="592"/>
                      </a:lnTo>
                      <a:lnTo>
                        <a:pt x="428" y="592"/>
                      </a:lnTo>
                      <a:lnTo>
                        <a:pt x="424" y="592"/>
                      </a:lnTo>
                      <a:lnTo>
                        <a:pt x="420" y="592"/>
                      </a:lnTo>
                      <a:lnTo>
                        <a:pt x="424" y="592"/>
                      </a:lnTo>
                      <a:lnTo>
                        <a:pt x="428" y="592"/>
                      </a:lnTo>
                      <a:lnTo>
                        <a:pt x="428" y="596"/>
                      </a:lnTo>
                      <a:lnTo>
                        <a:pt x="424" y="596"/>
                      </a:lnTo>
                      <a:lnTo>
                        <a:pt x="420" y="596"/>
                      </a:lnTo>
                      <a:lnTo>
                        <a:pt x="418" y="592"/>
                      </a:lnTo>
                      <a:lnTo>
                        <a:pt x="418" y="596"/>
                      </a:lnTo>
                      <a:lnTo>
                        <a:pt x="420" y="596"/>
                      </a:lnTo>
                      <a:lnTo>
                        <a:pt x="424" y="596"/>
                      </a:lnTo>
                      <a:lnTo>
                        <a:pt x="428" y="596"/>
                      </a:lnTo>
                      <a:lnTo>
                        <a:pt x="428" y="600"/>
                      </a:lnTo>
                      <a:lnTo>
                        <a:pt x="424" y="600"/>
                      </a:lnTo>
                      <a:lnTo>
                        <a:pt x="420" y="600"/>
                      </a:lnTo>
                      <a:lnTo>
                        <a:pt x="418" y="600"/>
                      </a:lnTo>
                      <a:lnTo>
                        <a:pt x="420" y="600"/>
                      </a:lnTo>
                      <a:lnTo>
                        <a:pt x="424" y="600"/>
                      </a:lnTo>
                      <a:lnTo>
                        <a:pt x="428" y="600"/>
                      </a:lnTo>
                      <a:lnTo>
                        <a:pt x="428" y="604"/>
                      </a:lnTo>
                      <a:lnTo>
                        <a:pt x="424" y="604"/>
                      </a:lnTo>
                      <a:lnTo>
                        <a:pt x="424" y="600"/>
                      </a:lnTo>
                      <a:lnTo>
                        <a:pt x="420" y="600"/>
                      </a:lnTo>
                      <a:lnTo>
                        <a:pt x="418" y="600"/>
                      </a:lnTo>
                      <a:lnTo>
                        <a:pt x="420" y="604"/>
                      </a:lnTo>
                      <a:lnTo>
                        <a:pt x="424" y="604"/>
                      </a:lnTo>
                      <a:lnTo>
                        <a:pt x="428" y="604"/>
                      </a:lnTo>
                      <a:lnTo>
                        <a:pt x="424" y="604"/>
                      </a:lnTo>
                      <a:lnTo>
                        <a:pt x="420" y="604"/>
                      </a:lnTo>
                      <a:lnTo>
                        <a:pt x="424" y="604"/>
                      </a:lnTo>
                      <a:lnTo>
                        <a:pt x="424" y="608"/>
                      </a:lnTo>
                      <a:lnTo>
                        <a:pt x="424" y="604"/>
                      </a:lnTo>
                      <a:lnTo>
                        <a:pt x="428" y="604"/>
                      </a:lnTo>
                      <a:lnTo>
                        <a:pt x="424" y="608"/>
                      </a:lnTo>
                      <a:lnTo>
                        <a:pt x="420" y="608"/>
                      </a:lnTo>
                      <a:lnTo>
                        <a:pt x="420" y="612"/>
                      </a:lnTo>
                      <a:lnTo>
                        <a:pt x="418" y="608"/>
                      </a:lnTo>
                      <a:lnTo>
                        <a:pt x="414" y="608"/>
                      </a:lnTo>
                      <a:lnTo>
                        <a:pt x="414" y="604"/>
                      </a:lnTo>
                      <a:lnTo>
                        <a:pt x="414" y="608"/>
                      </a:lnTo>
                      <a:lnTo>
                        <a:pt x="410" y="608"/>
                      </a:lnTo>
                      <a:lnTo>
                        <a:pt x="406" y="608"/>
                      </a:lnTo>
                      <a:lnTo>
                        <a:pt x="410" y="608"/>
                      </a:lnTo>
                      <a:lnTo>
                        <a:pt x="418" y="608"/>
                      </a:lnTo>
                      <a:lnTo>
                        <a:pt x="420" y="612"/>
                      </a:lnTo>
                      <a:lnTo>
                        <a:pt x="418" y="612"/>
                      </a:lnTo>
                      <a:lnTo>
                        <a:pt x="418" y="614"/>
                      </a:lnTo>
                      <a:lnTo>
                        <a:pt x="418" y="612"/>
                      </a:lnTo>
                      <a:lnTo>
                        <a:pt x="420" y="612"/>
                      </a:lnTo>
                      <a:lnTo>
                        <a:pt x="420" y="614"/>
                      </a:lnTo>
                      <a:lnTo>
                        <a:pt x="420" y="618"/>
                      </a:lnTo>
                      <a:lnTo>
                        <a:pt x="418" y="618"/>
                      </a:lnTo>
                      <a:lnTo>
                        <a:pt x="414" y="618"/>
                      </a:lnTo>
                      <a:lnTo>
                        <a:pt x="414" y="614"/>
                      </a:lnTo>
                      <a:lnTo>
                        <a:pt x="410" y="614"/>
                      </a:lnTo>
                      <a:lnTo>
                        <a:pt x="410" y="612"/>
                      </a:lnTo>
                      <a:lnTo>
                        <a:pt x="410" y="614"/>
                      </a:lnTo>
                      <a:lnTo>
                        <a:pt x="406" y="614"/>
                      </a:lnTo>
                      <a:lnTo>
                        <a:pt x="406" y="618"/>
                      </a:lnTo>
                      <a:lnTo>
                        <a:pt x="402" y="614"/>
                      </a:lnTo>
                      <a:lnTo>
                        <a:pt x="402" y="618"/>
                      </a:lnTo>
                      <a:lnTo>
                        <a:pt x="402" y="622"/>
                      </a:lnTo>
                      <a:lnTo>
                        <a:pt x="398" y="618"/>
                      </a:lnTo>
                      <a:lnTo>
                        <a:pt x="394" y="618"/>
                      </a:lnTo>
                      <a:lnTo>
                        <a:pt x="394" y="614"/>
                      </a:lnTo>
                      <a:lnTo>
                        <a:pt x="398" y="614"/>
                      </a:lnTo>
                      <a:lnTo>
                        <a:pt x="398" y="612"/>
                      </a:lnTo>
                      <a:lnTo>
                        <a:pt x="402" y="612"/>
                      </a:lnTo>
                      <a:lnTo>
                        <a:pt x="402" y="608"/>
                      </a:lnTo>
                      <a:lnTo>
                        <a:pt x="398" y="614"/>
                      </a:lnTo>
                      <a:lnTo>
                        <a:pt x="394" y="614"/>
                      </a:lnTo>
                      <a:lnTo>
                        <a:pt x="394" y="618"/>
                      </a:lnTo>
                      <a:lnTo>
                        <a:pt x="392" y="618"/>
                      </a:lnTo>
                      <a:lnTo>
                        <a:pt x="394" y="614"/>
                      </a:lnTo>
                      <a:lnTo>
                        <a:pt x="392" y="614"/>
                      </a:lnTo>
                      <a:lnTo>
                        <a:pt x="394" y="614"/>
                      </a:lnTo>
                      <a:lnTo>
                        <a:pt x="394" y="612"/>
                      </a:lnTo>
                      <a:lnTo>
                        <a:pt x="398" y="612"/>
                      </a:lnTo>
                      <a:lnTo>
                        <a:pt x="398" y="604"/>
                      </a:lnTo>
                      <a:lnTo>
                        <a:pt x="402" y="604"/>
                      </a:lnTo>
                      <a:lnTo>
                        <a:pt x="398" y="604"/>
                      </a:lnTo>
                      <a:lnTo>
                        <a:pt x="398" y="608"/>
                      </a:lnTo>
                      <a:lnTo>
                        <a:pt x="394" y="608"/>
                      </a:lnTo>
                      <a:lnTo>
                        <a:pt x="394" y="612"/>
                      </a:lnTo>
                      <a:lnTo>
                        <a:pt x="392" y="612"/>
                      </a:lnTo>
                      <a:lnTo>
                        <a:pt x="392" y="608"/>
                      </a:lnTo>
                      <a:lnTo>
                        <a:pt x="394" y="608"/>
                      </a:lnTo>
                      <a:lnTo>
                        <a:pt x="394" y="604"/>
                      </a:lnTo>
                      <a:lnTo>
                        <a:pt x="394" y="608"/>
                      </a:lnTo>
                      <a:lnTo>
                        <a:pt x="392" y="608"/>
                      </a:lnTo>
                      <a:lnTo>
                        <a:pt x="388" y="608"/>
                      </a:lnTo>
                      <a:lnTo>
                        <a:pt x="392" y="608"/>
                      </a:lnTo>
                      <a:lnTo>
                        <a:pt x="392" y="604"/>
                      </a:lnTo>
                      <a:lnTo>
                        <a:pt x="392" y="608"/>
                      </a:lnTo>
                      <a:lnTo>
                        <a:pt x="388" y="608"/>
                      </a:lnTo>
                      <a:lnTo>
                        <a:pt x="388" y="612"/>
                      </a:lnTo>
                      <a:lnTo>
                        <a:pt x="384" y="608"/>
                      </a:lnTo>
                      <a:lnTo>
                        <a:pt x="388" y="608"/>
                      </a:lnTo>
                      <a:lnTo>
                        <a:pt x="384" y="608"/>
                      </a:lnTo>
                      <a:lnTo>
                        <a:pt x="388" y="604"/>
                      </a:lnTo>
                      <a:lnTo>
                        <a:pt x="384" y="604"/>
                      </a:lnTo>
                      <a:lnTo>
                        <a:pt x="388" y="604"/>
                      </a:lnTo>
                      <a:lnTo>
                        <a:pt x="392" y="600"/>
                      </a:lnTo>
                      <a:lnTo>
                        <a:pt x="392" y="596"/>
                      </a:lnTo>
                      <a:lnTo>
                        <a:pt x="392" y="600"/>
                      </a:lnTo>
                      <a:lnTo>
                        <a:pt x="388" y="600"/>
                      </a:lnTo>
                      <a:lnTo>
                        <a:pt x="388" y="604"/>
                      </a:lnTo>
                      <a:lnTo>
                        <a:pt x="384" y="604"/>
                      </a:lnTo>
                      <a:lnTo>
                        <a:pt x="384" y="600"/>
                      </a:lnTo>
                      <a:lnTo>
                        <a:pt x="384" y="604"/>
                      </a:lnTo>
                      <a:lnTo>
                        <a:pt x="380" y="604"/>
                      </a:lnTo>
                      <a:lnTo>
                        <a:pt x="380" y="600"/>
                      </a:lnTo>
                      <a:lnTo>
                        <a:pt x="384" y="600"/>
                      </a:lnTo>
                      <a:lnTo>
                        <a:pt x="380" y="600"/>
                      </a:lnTo>
                      <a:lnTo>
                        <a:pt x="380" y="604"/>
                      </a:lnTo>
                      <a:lnTo>
                        <a:pt x="380" y="600"/>
                      </a:lnTo>
                      <a:lnTo>
                        <a:pt x="384" y="600"/>
                      </a:lnTo>
                      <a:lnTo>
                        <a:pt x="388" y="600"/>
                      </a:lnTo>
                      <a:lnTo>
                        <a:pt x="388" y="596"/>
                      </a:lnTo>
                      <a:lnTo>
                        <a:pt x="392" y="596"/>
                      </a:lnTo>
                      <a:lnTo>
                        <a:pt x="392" y="592"/>
                      </a:lnTo>
                      <a:lnTo>
                        <a:pt x="392" y="596"/>
                      </a:lnTo>
                      <a:lnTo>
                        <a:pt x="392" y="592"/>
                      </a:lnTo>
                      <a:lnTo>
                        <a:pt x="388" y="592"/>
                      </a:lnTo>
                      <a:lnTo>
                        <a:pt x="388" y="596"/>
                      </a:lnTo>
                      <a:lnTo>
                        <a:pt x="384" y="600"/>
                      </a:lnTo>
                      <a:lnTo>
                        <a:pt x="384" y="596"/>
                      </a:lnTo>
                      <a:lnTo>
                        <a:pt x="384" y="600"/>
                      </a:lnTo>
                      <a:lnTo>
                        <a:pt x="380" y="600"/>
                      </a:lnTo>
                      <a:lnTo>
                        <a:pt x="380" y="596"/>
                      </a:lnTo>
                      <a:lnTo>
                        <a:pt x="384" y="596"/>
                      </a:lnTo>
                      <a:lnTo>
                        <a:pt x="388" y="592"/>
                      </a:lnTo>
                      <a:lnTo>
                        <a:pt x="384" y="592"/>
                      </a:lnTo>
                      <a:lnTo>
                        <a:pt x="384" y="588"/>
                      </a:lnTo>
                      <a:lnTo>
                        <a:pt x="388" y="588"/>
                      </a:lnTo>
                      <a:lnTo>
                        <a:pt x="384" y="588"/>
                      </a:lnTo>
                      <a:lnTo>
                        <a:pt x="380" y="592"/>
                      </a:lnTo>
                      <a:lnTo>
                        <a:pt x="384" y="592"/>
                      </a:lnTo>
                      <a:lnTo>
                        <a:pt x="384" y="596"/>
                      </a:lnTo>
                      <a:lnTo>
                        <a:pt x="380" y="596"/>
                      </a:lnTo>
                      <a:lnTo>
                        <a:pt x="376" y="596"/>
                      </a:lnTo>
                      <a:lnTo>
                        <a:pt x="372" y="596"/>
                      </a:lnTo>
                      <a:lnTo>
                        <a:pt x="372" y="600"/>
                      </a:lnTo>
                      <a:lnTo>
                        <a:pt x="368" y="600"/>
                      </a:lnTo>
                      <a:lnTo>
                        <a:pt x="372" y="600"/>
                      </a:lnTo>
                      <a:lnTo>
                        <a:pt x="368" y="604"/>
                      </a:lnTo>
                      <a:lnTo>
                        <a:pt x="368" y="600"/>
                      </a:lnTo>
                      <a:lnTo>
                        <a:pt x="368" y="596"/>
                      </a:lnTo>
                      <a:lnTo>
                        <a:pt x="364" y="600"/>
                      </a:lnTo>
                      <a:lnTo>
                        <a:pt x="362" y="600"/>
                      </a:lnTo>
                      <a:lnTo>
                        <a:pt x="358" y="600"/>
                      </a:lnTo>
                      <a:lnTo>
                        <a:pt x="362" y="600"/>
                      </a:lnTo>
                      <a:lnTo>
                        <a:pt x="358" y="600"/>
                      </a:lnTo>
                      <a:lnTo>
                        <a:pt x="354" y="600"/>
                      </a:lnTo>
                      <a:lnTo>
                        <a:pt x="350" y="600"/>
                      </a:lnTo>
                      <a:lnTo>
                        <a:pt x="354" y="600"/>
                      </a:lnTo>
                      <a:lnTo>
                        <a:pt x="358" y="596"/>
                      </a:lnTo>
                      <a:lnTo>
                        <a:pt x="354" y="596"/>
                      </a:lnTo>
                      <a:lnTo>
                        <a:pt x="350" y="600"/>
                      </a:lnTo>
                      <a:lnTo>
                        <a:pt x="350" y="596"/>
                      </a:lnTo>
                      <a:lnTo>
                        <a:pt x="346" y="596"/>
                      </a:lnTo>
                      <a:lnTo>
                        <a:pt x="350" y="596"/>
                      </a:lnTo>
                      <a:lnTo>
                        <a:pt x="354" y="596"/>
                      </a:lnTo>
                      <a:lnTo>
                        <a:pt x="350" y="596"/>
                      </a:lnTo>
                      <a:lnTo>
                        <a:pt x="350" y="592"/>
                      </a:lnTo>
                      <a:lnTo>
                        <a:pt x="354" y="588"/>
                      </a:lnTo>
                      <a:lnTo>
                        <a:pt x="350" y="588"/>
                      </a:lnTo>
                      <a:lnTo>
                        <a:pt x="350" y="592"/>
                      </a:lnTo>
                      <a:lnTo>
                        <a:pt x="350" y="596"/>
                      </a:lnTo>
                      <a:lnTo>
                        <a:pt x="346" y="592"/>
                      </a:lnTo>
                      <a:lnTo>
                        <a:pt x="350" y="592"/>
                      </a:lnTo>
                      <a:lnTo>
                        <a:pt x="346" y="592"/>
                      </a:lnTo>
                      <a:lnTo>
                        <a:pt x="342" y="592"/>
                      </a:lnTo>
                      <a:lnTo>
                        <a:pt x="346" y="592"/>
                      </a:lnTo>
                      <a:lnTo>
                        <a:pt x="346" y="588"/>
                      </a:lnTo>
                      <a:lnTo>
                        <a:pt x="342" y="588"/>
                      </a:lnTo>
                      <a:lnTo>
                        <a:pt x="338" y="588"/>
                      </a:lnTo>
                      <a:lnTo>
                        <a:pt x="342" y="584"/>
                      </a:lnTo>
                      <a:lnTo>
                        <a:pt x="346" y="584"/>
                      </a:lnTo>
                      <a:lnTo>
                        <a:pt x="350" y="584"/>
                      </a:lnTo>
                      <a:lnTo>
                        <a:pt x="346" y="584"/>
                      </a:lnTo>
                      <a:lnTo>
                        <a:pt x="342" y="584"/>
                      </a:lnTo>
                      <a:lnTo>
                        <a:pt x="338" y="584"/>
                      </a:lnTo>
                      <a:lnTo>
                        <a:pt x="334" y="584"/>
                      </a:lnTo>
                      <a:lnTo>
                        <a:pt x="338" y="584"/>
                      </a:lnTo>
                      <a:lnTo>
                        <a:pt x="342" y="584"/>
                      </a:lnTo>
                      <a:lnTo>
                        <a:pt x="346" y="582"/>
                      </a:lnTo>
                      <a:lnTo>
                        <a:pt x="342" y="582"/>
                      </a:lnTo>
                      <a:lnTo>
                        <a:pt x="338" y="584"/>
                      </a:lnTo>
                      <a:lnTo>
                        <a:pt x="338" y="582"/>
                      </a:lnTo>
                      <a:lnTo>
                        <a:pt x="334" y="582"/>
                      </a:lnTo>
                      <a:lnTo>
                        <a:pt x="338" y="578"/>
                      </a:lnTo>
                      <a:lnTo>
                        <a:pt x="338" y="574"/>
                      </a:lnTo>
                      <a:lnTo>
                        <a:pt x="342" y="574"/>
                      </a:lnTo>
                      <a:lnTo>
                        <a:pt x="338" y="574"/>
                      </a:lnTo>
                      <a:lnTo>
                        <a:pt x="334" y="578"/>
                      </a:lnTo>
                      <a:lnTo>
                        <a:pt x="334" y="582"/>
                      </a:lnTo>
                      <a:lnTo>
                        <a:pt x="334" y="578"/>
                      </a:lnTo>
                      <a:lnTo>
                        <a:pt x="332" y="578"/>
                      </a:lnTo>
                      <a:lnTo>
                        <a:pt x="334" y="574"/>
                      </a:lnTo>
                      <a:lnTo>
                        <a:pt x="338" y="574"/>
                      </a:lnTo>
                      <a:lnTo>
                        <a:pt x="342" y="574"/>
                      </a:lnTo>
                      <a:lnTo>
                        <a:pt x="338" y="574"/>
                      </a:lnTo>
                      <a:lnTo>
                        <a:pt x="338" y="570"/>
                      </a:lnTo>
                      <a:lnTo>
                        <a:pt x="334" y="570"/>
                      </a:lnTo>
                      <a:lnTo>
                        <a:pt x="334" y="574"/>
                      </a:lnTo>
                      <a:lnTo>
                        <a:pt x="332" y="574"/>
                      </a:lnTo>
                      <a:lnTo>
                        <a:pt x="328" y="574"/>
                      </a:lnTo>
                      <a:lnTo>
                        <a:pt x="328" y="570"/>
                      </a:lnTo>
                      <a:lnTo>
                        <a:pt x="332" y="570"/>
                      </a:lnTo>
                      <a:lnTo>
                        <a:pt x="332" y="574"/>
                      </a:lnTo>
                      <a:lnTo>
                        <a:pt x="334" y="570"/>
                      </a:lnTo>
                      <a:lnTo>
                        <a:pt x="332" y="570"/>
                      </a:lnTo>
                      <a:lnTo>
                        <a:pt x="334" y="570"/>
                      </a:lnTo>
                      <a:lnTo>
                        <a:pt x="334" y="568"/>
                      </a:lnTo>
                      <a:lnTo>
                        <a:pt x="332" y="570"/>
                      </a:lnTo>
                      <a:lnTo>
                        <a:pt x="328" y="568"/>
                      </a:lnTo>
                      <a:lnTo>
                        <a:pt x="328" y="570"/>
                      </a:lnTo>
                      <a:lnTo>
                        <a:pt x="328" y="568"/>
                      </a:lnTo>
                      <a:lnTo>
                        <a:pt x="324" y="568"/>
                      </a:lnTo>
                      <a:lnTo>
                        <a:pt x="320" y="564"/>
                      </a:lnTo>
                      <a:lnTo>
                        <a:pt x="320" y="560"/>
                      </a:lnTo>
                      <a:lnTo>
                        <a:pt x="324" y="556"/>
                      </a:lnTo>
                      <a:lnTo>
                        <a:pt x="320" y="560"/>
                      </a:lnTo>
                      <a:lnTo>
                        <a:pt x="320" y="556"/>
                      </a:lnTo>
                      <a:lnTo>
                        <a:pt x="324" y="552"/>
                      </a:lnTo>
                      <a:lnTo>
                        <a:pt x="328" y="552"/>
                      </a:lnTo>
                      <a:lnTo>
                        <a:pt x="328" y="548"/>
                      </a:lnTo>
                      <a:lnTo>
                        <a:pt x="328" y="552"/>
                      </a:lnTo>
                      <a:lnTo>
                        <a:pt x="324" y="552"/>
                      </a:lnTo>
                      <a:lnTo>
                        <a:pt x="320" y="556"/>
                      </a:lnTo>
                      <a:lnTo>
                        <a:pt x="320" y="552"/>
                      </a:lnTo>
                      <a:lnTo>
                        <a:pt x="324" y="552"/>
                      </a:lnTo>
                      <a:lnTo>
                        <a:pt x="320" y="552"/>
                      </a:lnTo>
                      <a:lnTo>
                        <a:pt x="316" y="552"/>
                      </a:lnTo>
                      <a:lnTo>
                        <a:pt x="316" y="548"/>
                      </a:lnTo>
                      <a:lnTo>
                        <a:pt x="320" y="548"/>
                      </a:lnTo>
                      <a:lnTo>
                        <a:pt x="324" y="544"/>
                      </a:lnTo>
                      <a:lnTo>
                        <a:pt x="320" y="544"/>
                      </a:lnTo>
                      <a:lnTo>
                        <a:pt x="320" y="548"/>
                      </a:lnTo>
                      <a:lnTo>
                        <a:pt x="316" y="548"/>
                      </a:lnTo>
                      <a:lnTo>
                        <a:pt x="316" y="544"/>
                      </a:lnTo>
                      <a:lnTo>
                        <a:pt x="312" y="548"/>
                      </a:lnTo>
                      <a:lnTo>
                        <a:pt x="312" y="544"/>
                      </a:lnTo>
                      <a:lnTo>
                        <a:pt x="312" y="548"/>
                      </a:lnTo>
                      <a:lnTo>
                        <a:pt x="308" y="548"/>
                      </a:lnTo>
                      <a:lnTo>
                        <a:pt x="308" y="544"/>
                      </a:lnTo>
                      <a:lnTo>
                        <a:pt x="312" y="544"/>
                      </a:lnTo>
                      <a:lnTo>
                        <a:pt x="316" y="544"/>
                      </a:lnTo>
                      <a:lnTo>
                        <a:pt x="320" y="540"/>
                      </a:lnTo>
                      <a:lnTo>
                        <a:pt x="316" y="540"/>
                      </a:lnTo>
                      <a:lnTo>
                        <a:pt x="312" y="540"/>
                      </a:lnTo>
                      <a:lnTo>
                        <a:pt x="308" y="540"/>
                      </a:lnTo>
                      <a:lnTo>
                        <a:pt x="312" y="540"/>
                      </a:lnTo>
                      <a:lnTo>
                        <a:pt x="312" y="538"/>
                      </a:lnTo>
                      <a:lnTo>
                        <a:pt x="308" y="538"/>
                      </a:lnTo>
                      <a:lnTo>
                        <a:pt x="308" y="540"/>
                      </a:lnTo>
                      <a:lnTo>
                        <a:pt x="308" y="538"/>
                      </a:lnTo>
                      <a:lnTo>
                        <a:pt x="312" y="538"/>
                      </a:lnTo>
                      <a:lnTo>
                        <a:pt x="316" y="538"/>
                      </a:lnTo>
                      <a:lnTo>
                        <a:pt x="312" y="538"/>
                      </a:lnTo>
                      <a:lnTo>
                        <a:pt x="308" y="538"/>
                      </a:lnTo>
                      <a:lnTo>
                        <a:pt x="308" y="540"/>
                      </a:lnTo>
                      <a:lnTo>
                        <a:pt x="306" y="538"/>
                      </a:lnTo>
                      <a:lnTo>
                        <a:pt x="302" y="538"/>
                      </a:lnTo>
                      <a:lnTo>
                        <a:pt x="302" y="534"/>
                      </a:lnTo>
                      <a:lnTo>
                        <a:pt x="306" y="534"/>
                      </a:lnTo>
                      <a:lnTo>
                        <a:pt x="308" y="534"/>
                      </a:lnTo>
                      <a:lnTo>
                        <a:pt x="308" y="530"/>
                      </a:lnTo>
                      <a:lnTo>
                        <a:pt x="312" y="530"/>
                      </a:lnTo>
                      <a:lnTo>
                        <a:pt x="308" y="530"/>
                      </a:lnTo>
                      <a:lnTo>
                        <a:pt x="306" y="530"/>
                      </a:lnTo>
                      <a:lnTo>
                        <a:pt x="306" y="534"/>
                      </a:lnTo>
                      <a:lnTo>
                        <a:pt x="306" y="530"/>
                      </a:lnTo>
                      <a:lnTo>
                        <a:pt x="302" y="530"/>
                      </a:lnTo>
                      <a:lnTo>
                        <a:pt x="302" y="526"/>
                      </a:lnTo>
                      <a:lnTo>
                        <a:pt x="306" y="526"/>
                      </a:lnTo>
                      <a:lnTo>
                        <a:pt x="312" y="526"/>
                      </a:lnTo>
                      <a:lnTo>
                        <a:pt x="316" y="526"/>
                      </a:lnTo>
                      <a:lnTo>
                        <a:pt x="316" y="522"/>
                      </a:lnTo>
                      <a:lnTo>
                        <a:pt x="316" y="526"/>
                      </a:lnTo>
                      <a:lnTo>
                        <a:pt x="320" y="522"/>
                      </a:lnTo>
                      <a:lnTo>
                        <a:pt x="324" y="522"/>
                      </a:lnTo>
                      <a:lnTo>
                        <a:pt x="320" y="522"/>
                      </a:lnTo>
                      <a:lnTo>
                        <a:pt x="316" y="522"/>
                      </a:lnTo>
                      <a:lnTo>
                        <a:pt x="312" y="522"/>
                      </a:lnTo>
                      <a:lnTo>
                        <a:pt x="312" y="526"/>
                      </a:lnTo>
                      <a:lnTo>
                        <a:pt x="308" y="526"/>
                      </a:lnTo>
                      <a:lnTo>
                        <a:pt x="306" y="526"/>
                      </a:lnTo>
                      <a:lnTo>
                        <a:pt x="302" y="526"/>
                      </a:lnTo>
                      <a:lnTo>
                        <a:pt x="302" y="522"/>
                      </a:lnTo>
                      <a:lnTo>
                        <a:pt x="306" y="522"/>
                      </a:lnTo>
                      <a:lnTo>
                        <a:pt x="306" y="526"/>
                      </a:lnTo>
                      <a:lnTo>
                        <a:pt x="306" y="522"/>
                      </a:lnTo>
                      <a:lnTo>
                        <a:pt x="302" y="522"/>
                      </a:lnTo>
                      <a:lnTo>
                        <a:pt x="302" y="526"/>
                      </a:lnTo>
                      <a:lnTo>
                        <a:pt x="302" y="522"/>
                      </a:lnTo>
                      <a:lnTo>
                        <a:pt x="306" y="522"/>
                      </a:lnTo>
                      <a:lnTo>
                        <a:pt x="308" y="522"/>
                      </a:lnTo>
                      <a:lnTo>
                        <a:pt x="312" y="522"/>
                      </a:lnTo>
                      <a:lnTo>
                        <a:pt x="308" y="522"/>
                      </a:lnTo>
                      <a:lnTo>
                        <a:pt x="312" y="518"/>
                      </a:lnTo>
                      <a:lnTo>
                        <a:pt x="316" y="518"/>
                      </a:lnTo>
                      <a:lnTo>
                        <a:pt x="320" y="518"/>
                      </a:lnTo>
                      <a:lnTo>
                        <a:pt x="324" y="518"/>
                      </a:lnTo>
                      <a:lnTo>
                        <a:pt x="324" y="514"/>
                      </a:lnTo>
                      <a:lnTo>
                        <a:pt x="320" y="514"/>
                      </a:lnTo>
                      <a:lnTo>
                        <a:pt x="320" y="518"/>
                      </a:lnTo>
                      <a:lnTo>
                        <a:pt x="316" y="518"/>
                      </a:lnTo>
                      <a:lnTo>
                        <a:pt x="316" y="514"/>
                      </a:lnTo>
                      <a:lnTo>
                        <a:pt x="320" y="514"/>
                      </a:lnTo>
                      <a:lnTo>
                        <a:pt x="316" y="514"/>
                      </a:lnTo>
                      <a:lnTo>
                        <a:pt x="312" y="514"/>
                      </a:lnTo>
                      <a:lnTo>
                        <a:pt x="312" y="512"/>
                      </a:lnTo>
                      <a:lnTo>
                        <a:pt x="316" y="512"/>
                      </a:lnTo>
                      <a:lnTo>
                        <a:pt x="320" y="512"/>
                      </a:lnTo>
                      <a:lnTo>
                        <a:pt x="316" y="512"/>
                      </a:lnTo>
                      <a:lnTo>
                        <a:pt x="320" y="512"/>
                      </a:lnTo>
                      <a:lnTo>
                        <a:pt x="320" y="514"/>
                      </a:lnTo>
                      <a:lnTo>
                        <a:pt x="324" y="514"/>
                      </a:lnTo>
                      <a:lnTo>
                        <a:pt x="324" y="518"/>
                      </a:lnTo>
                      <a:lnTo>
                        <a:pt x="328" y="518"/>
                      </a:lnTo>
                      <a:lnTo>
                        <a:pt x="332" y="518"/>
                      </a:lnTo>
                      <a:lnTo>
                        <a:pt x="328" y="518"/>
                      </a:lnTo>
                      <a:lnTo>
                        <a:pt x="324" y="514"/>
                      </a:lnTo>
                      <a:lnTo>
                        <a:pt x="324" y="512"/>
                      </a:lnTo>
                      <a:lnTo>
                        <a:pt x="320" y="512"/>
                      </a:lnTo>
                      <a:lnTo>
                        <a:pt x="324" y="508"/>
                      </a:lnTo>
                      <a:lnTo>
                        <a:pt x="320" y="508"/>
                      </a:lnTo>
                      <a:lnTo>
                        <a:pt x="320" y="512"/>
                      </a:lnTo>
                      <a:lnTo>
                        <a:pt x="316" y="512"/>
                      </a:lnTo>
                      <a:lnTo>
                        <a:pt x="316" y="508"/>
                      </a:lnTo>
                      <a:lnTo>
                        <a:pt x="316" y="504"/>
                      </a:lnTo>
                      <a:lnTo>
                        <a:pt x="312" y="504"/>
                      </a:lnTo>
                      <a:lnTo>
                        <a:pt x="312" y="500"/>
                      </a:lnTo>
                      <a:lnTo>
                        <a:pt x="312" y="504"/>
                      </a:lnTo>
                      <a:lnTo>
                        <a:pt x="316" y="508"/>
                      </a:lnTo>
                      <a:lnTo>
                        <a:pt x="316" y="512"/>
                      </a:lnTo>
                      <a:lnTo>
                        <a:pt x="312" y="512"/>
                      </a:lnTo>
                      <a:lnTo>
                        <a:pt x="308" y="512"/>
                      </a:lnTo>
                      <a:lnTo>
                        <a:pt x="308" y="514"/>
                      </a:lnTo>
                      <a:lnTo>
                        <a:pt x="308" y="512"/>
                      </a:lnTo>
                      <a:lnTo>
                        <a:pt x="308" y="508"/>
                      </a:lnTo>
                      <a:lnTo>
                        <a:pt x="308" y="512"/>
                      </a:lnTo>
                      <a:lnTo>
                        <a:pt x="306" y="512"/>
                      </a:lnTo>
                      <a:lnTo>
                        <a:pt x="306" y="514"/>
                      </a:lnTo>
                      <a:lnTo>
                        <a:pt x="302" y="518"/>
                      </a:lnTo>
                      <a:lnTo>
                        <a:pt x="302" y="522"/>
                      </a:lnTo>
                      <a:lnTo>
                        <a:pt x="298" y="522"/>
                      </a:lnTo>
                      <a:lnTo>
                        <a:pt x="298" y="518"/>
                      </a:lnTo>
                      <a:lnTo>
                        <a:pt x="294" y="518"/>
                      </a:lnTo>
                      <a:lnTo>
                        <a:pt x="294" y="514"/>
                      </a:lnTo>
                      <a:lnTo>
                        <a:pt x="294" y="512"/>
                      </a:lnTo>
                      <a:lnTo>
                        <a:pt x="298" y="508"/>
                      </a:lnTo>
                      <a:lnTo>
                        <a:pt x="302" y="508"/>
                      </a:lnTo>
                      <a:lnTo>
                        <a:pt x="306" y="508"/>
                      </a:lnTo>
                      <a:lnTo>
                        <a:pt x="306" y="504"/>
                      </a:lnTo>
                      <a:lnTo>
                        <a:pt x="308" y="504"/>
                      </a:lnTo>
                      <a:lnTo>
                        <a:pt x="306" y="504"/>
                      </a:lnTo>
                      <a:lnTo>
                        <a:pt x="302" y="508"/>
                      </a:lnTo>
                      <a:lnTo>
                        <a:pt x="302" y="504"/>
                      </a:lnTo>
                      <a:lnTo>
                        <a:pt x="298" y="508"/>
                      </a:lnTo>
                      <a:lnTo>
                        <a:pt x="294" y="508"/>
                      </a:lnTo>
                      <a:lnTo>
                        <a:pt x="298" y="508"/>
                      </a:lnTo>
                      <a:lnTo>
                        <a:pt x="294" y="508"/>
                      </a:lnTo>
                      <a:lnTo>
                        <a:pt x="294" y="504"/>
                      </a:lnTo>
                      <a:lnTo>
                        <a:pt x="298" y="504"/>
                      </a:lnTo>
                      <a:lnTo>
                        <a:pt x="294" y="504"/>
                      </a:lnTo>
                      <a:lnTo>
                        <a:pt x="294" y="500"/>
                      </a:lnTo>
                      <a:lnTo>
                        <a:pt x="294" y="496"/>
                      </a:lnTo>
                      <a:lnTo>
                        <a:pt x="294" y="500"/>
                      </a:lnTo>
                      <a:lnTo>
                        <a:pt x="290" y="500"/>
                      </a:lnTo>
                      <a:lnTo>
                        <a:pt x="294" y="500"/>
                      </a:lnTo>
                      <a:lnTo>
                        <a:pt x="294" y="496"/>
                      </a:lnTo>
                      <a:lnTo>
                        <a:pt x="290" y="496"/>
                      </a:lnTo>
                      <a:lnTo>
                        <a:pt x="290" y="500"/>
                      </a:lnTo>
                      <a:lnTo>
                        <a:pt x="290" y="496"/>
                      </a:lnTo>
                      <a:lnTo>
                        <a:pt x="294" y="492"/>
                      </a:lnTo>
                      <a:lnTo>
                        <a:pt x="298" y="492"/>
                      </a:lnTo>
                      <a:lnTo>
                        <a:pt x="298" y="488"/>
                      </a:lnTo>
                      <a:lnTo>
                        <a:pt x="302" y="488"/>
                      </a:lnTo>
                      <a:lnTo>
                        <a:pt x="298" y="488"/>
                      </a:lnTo>
                      <a:lnTo>
                        <a:pt x="302" y="488"/>
                      </a:lnTo>
                      <a:lnTo>
                        <a:pt x="302" y="484"/>
                      </a:lnTo>
                      <a:lnTo>
                        <a:pt x="306" y="484"/>
                      </a:lnTo>
                      <a:lnTo>
                        <a:pt x="308" y="484"/>
                      </a:lnTo>
                      <a:lnTo>
                        <a:pt x="312" y="484"/>
                      </a:lnTo>
                      <a:lnTo>
                        <a:pt x="312" y="488"/>
                      </a:lnTo>
                      <a:lnTo>
                        <a:pt x="316" y="488"/>
                      </a:lnTo>
                      <a:lnTo>
                        <a:pt x="316" y="484"/>
                      </a:lnTo>
                      <a:lnTo>
                        <a:pt x="312" y="484"/>
                      </a:lnTo>
                      <a:lnTo>
                        <a:pt x="308" y="484"/>
                      </a:lnTo>
                      <a:lnTo>
                        <a:pt x="306" y="484"/>
                      </a:lnTo>
                      <a:lnTo>
                        <a:pt x="302" y="484"/>
                      </a:lnTo>
                      <a:lnTo>
                        <a:pt x="298" y="488"/>
                      </a:lnTo>
                      <a:lnTo>
                        <a:pt x="298" y="492"/>
                      </a:lnTo>
                      <a:lnTo>
                        <a:pt x="294" y="492"/>
                      </a:lnTo>
                      <a:lnTo>
                        <a:pt x="290" y="492"/>
                      </a:lnTo>
                      <a:lnTo>
                        <a:pt x="290" y="496"/>
                      </a:lnTo>
                      <a:lnTo>
                        <a:pt x="286" y="492"/>
                      </a:lnTo>
                      <a:lnTo>
                        <a:pt x="290" y="488"/>
                      </a:lnTo>
                      <a:lnTo>
                        <a:pt x="286" y="488"/>
                      </a:lnTo>
                      <a:lnTo>
                        <a:pt x="286" y="492"/>
                      </a:lnTo>
                      <a:lnTo>
                        <a:pt x="286" y="488"/>
                      </a:lnTo>
                      <a:lnTo>
                        <a:pt x="286" y="484"/>
                      </a:lnTo>
                      <a:lnTo>
                        <a:pt x="286" y="488"/>
                      </a:lnTo>
                      <a:lnTo>
                        <a:pt x="282" y="488"/>
                      </a:lnTo>
                      <a:lnTo>
                        <a:pt x="278" y="488"/>
                      </a:lnTo>
                      <a:lnTo>
                        <a:pt x="278" y="484"/>
                      </a:lnTo>
                      <a:lnTo>
                        <a:pt x="282" y="484"/>
                      </a:lnTo>
                      <a:lnTo>
                        <a:pt x="278" y="484"/>
                      </a:lnTo>
                      <a:lnTo>
                        <a:pt x="282" y="484"/>
                      </a:lnTo>
                      <a:lnTo>
                        <a:pt x="282" y="482"/>
                      </a:lnTo>
                      <a:lnTo>
                        <a:pt x="286" y="482"/>
                      </a:lnTo>
                      <a:lnTo>
                        <a:pt x="290" y="482"/>
                      </a:lnTo>
                      <a:lnTo>
                        <a:pt x="294" y="482"/>
                      </a:lnTo>
                      <a:lnTo>
                        <a:pt x="298" y="482"/>
                      </a:lnTo>
                      <a:lnTo>
                        <a:pt x="298" y="478"/>
                      </a:lnTo>
                      <a:lnTo>
                        <a:pt x="294" y="482"/>
                      </a:lnTo>
                      <a:lnTo>
                        <a:pt x="290" y="482"/>
                      </a:lnTo>
                      <a:lnTo>
                        <a:pt x="286" y="482"/>
                      </a:lnTo>
                      <a:lnTo>
                        <a:pt x="282" y="482"/>
                      </a:lnTo>
                      <a:lnTo>
                        <a:pt x="278" y="484"/>
                      </a:lnTo>
                      <a:lnTo>
                        <a:pt x="278" y="482"/>
                      </a:lnTo>
                      <a:lnTo>
                        <a:pt x="282" y="482"/>
                      </a:lnTo>
                      <a:lnTo>
                        <a:pt x="282" y="478"/>
                      </a:lnTo>
                      <a:lnTo>
                        <a:pt x="282" y="482"/>
                      </a:lnTo>
                      <a:lnTo>
                        <a:pt x="278" y="482"/>
                      </a:lnTo>
                      <a:lnTo>
                        <a:pt x="276" y="482"/>
                      </a:lnTo>
                      <a:lnTo>
                        <a:pt x="278" y="482"/>
                      </a:lnTo>
                      <a:lnTo>
                        <a:pt x="278" y="478"/>
                      </a:lnTo>
                      <a:lnTo>
                        <a:pt x="278" y="482"/>
                      </a:lnTo>
                      <a:lnTo>
                        <a:pt x="278" y="478"/>
                      </a:lnTo>
                      <a:lnTo>
                        <a:pt x="276" y="478"/>
                      </a:lnTo>
                      <a:lnTo>
                        <a:pt x="278" y="478"/>
                      </a:lnTo>
                      <a:lnTo>
                        <a:pt x="282" y="478"/>
                      </a:lnTo>
                      <a:lnTo>
                        <a:pt x="282" y="474"/>
                      </a:lnTo>
                      <a:lnTo>
                        <a:pt x="286" y="474"/>
                      </a:lnTo>
                      <a:lnTo>
                        <a:pt x="286" y="470"/>
                      </a:lnTo>
                      <a:lnTo>
                        <a:pt x="290" y="470"/>
                      </a:lnTo>
                      <a:lnTo>
                        <a:pt x="294" y="470"/>
                      </a:lnTo>
                      <a:lnTo>
                        <a:pt x="294" y="466"/>
                      </a:lnTo>
                      <a:lnTo>
                        <a:pt x="298" y="466"/>
                      </a:lnTo>
                      <a:lnTo>
                        <a:pt x="298" y="462"/>
                      </a:lnTo>
                      <a:lnTo>
                        <a:pt x="302" y="462"/>
                      </a:lnTo>
                      <a:lnTo>
                        <a:pt x="306" y="462"/>
                      </a:lnTo>
                      <a:lnTo>
                        <a:pt x="306" y="458"/>
                      </a:lnTo>
                      <a:lnTo>
                        <a:pt x="308" y="458"/>
                      </a:lnTo>
                      <a:lnTo>
                        <a:pt x="312" y="458"/>
                      </a:lnTo>
                      <a:lnTo>
                        <a:pt x="316" y="458"/>
                      </a:lnTo>
                      <a:lnTo>
                        <a:pt x="320" y="458"/>
                      </a:lnTo>
                      <a:lnTo>
                        <a:pt x="316" y="458"/>
                      </a:lnTo>
                      <a:lnTo>
                        <a:pt x="312" y="458"/>
                      </a:lnTo>
                      <a:lnTo>
                        <a:pt x="308" y="458"/>
                      </a:lnTo>
                      <a:lnTo>
                        <a:pt x="312" y="458"/>
                      </a:lnTo>
                      <a:lnTo>
                        <a:pt x="312" y="456"/>
                      </a:lnTo>
                      <a:lnTo>
                        <a:pt x="316" y="456"/>
                      </a:lnTo>
                      <a:lnTo>
                        <a:pt x="320" y="456"/>
                      </a:lnTo>
                      <a:lnTo>
                        <a:pt x="324" y="456"/>
                      </a:lnTo>
                      <a:lnTo>
                        <a:pt x="320" y="456"/>
                      </a:lnTo>
                      <a:lnTo>
                        <a:pt x="316" y="456"/>
                      </a:lnTo>
                      <a:lnTo>
                        <a:pt x="320" y="456"/>
                      </a:lnTo>
                      <a:lnTo>
                        <a:pt x="316" y="456"/>
                      </a:lnTo>
                      <a:lnTo>
                        <a:pt x="312" y="456"/>
                      </a:lnTo>
                      <a:lnTo>
                        <a:pt x="308" y="456"/>
                      </a:lnTo>
                      <a:lnTo>
                        <a:pt x="308" y="458"/>
                      </a:lnTo>
                      <a:lnTo>
                        <a:pt x="306" y="458"/>
                      </a:lnTo>
                      <a:lnTo>
                        <a:pt x="302" y="458"/>
                      </a:lnTo>
                      <a:lnTo>
                        <a:pt x="302" y="462"/>
                      </a:lnTo>
                      <a:lnTo>
                        <a:pt x="298" y="462"/>
                      </a:lnTo>
                      <a:lnTo>
                        <a:pt x="298" y="466"/>
                      </a:lnTo>
                      <a:lnTo>
                        <a:pt x="294" y="466"/>
                      </a:lnTo>
                      <a:lnTo>
                        <a:pt x="290" y="470"/>
                      </a:lnTo>
                      <a:lnTo>
                        <a:pt x="286" y="470"/>
                      </a:lnTo>
                      <a:lnTo>
                        <a:pt x="286" y="474"/>
                      </a:lnTo>
                      <a:lnTo>
                        <a:pt x="282" y="474"/>
                      </a:lnTo>
                      <a:lnTo>
                        <a:pt x="278" y="478"/>
                      </a:lnTo>
                      <a:lnTo>
                        <a:pt x="276" y="478"/>
                      </a:lnTo>
                      <a:lnTo>
                        <a:pt x="276" y="474"/>
                      </a:lnTo>
                      <a:lnTo>
                        <a:pt x="278" y="474"/>
                      </a:lnTo>
                      <a:lnTo>
                        <a:pt x="276" y="474"/>
                      </a:lnTo>
                      <a:lnTo>
                        <a:pt x="272" y="474"/>
                      </a:lnTo>
                      <a:lnTo>
                        <a:pt x="272" y="470"/>
                      </a:lnTo>
                      <a:lnTo>
                        <a:pt x="272" y="466"/>
                      </a:lnTo>
                      <a:lnTo>
                        <a:pt x="276" y="466"/>
                      </a:lnTo>
                      <a:lnTo>
                        <a:pt x="278" y="466"/>
                      </a:lnTo>
                      <a:lnTo>
                        <a:pt x="282" y="466"/>
                      </a:lnTo>
                      <a:lnTo>
                        <a:pt x="286" y="466"/>
                      </a:lnTo>
                      <a:lnTo>
                        <a:pt x="290" y="466"/>
                      </a:lnTo>
                      <a:lnTo>
                        <a:pt x="286" y="466"/>
                      </a:lnTo>
                      <a:lnTo>
                        <a:pt x="282" y="466"/>
                      </a:lnTo>
                      <a:lnTo>
                        <a:pt x="278" y="466"/>
                      </a:lnTo>
                      <a:lnTo>
                        <a:pt x="276" y="466"/>
                      </a:lnTo>
                      <a:lnTo>
                        <a:pt x="276" y="462"/>
                      </a:lnTo>
                      <a:lnTo>
                        <a:pt x="278" y="462"/>
                      </a:lnTo>
                      <a:lnTo>
                        <a:pt x="282" y="462"/>
                      </a:lnTo>
                      <a:lnTo>
                        <a:pt x="286" y="462"/>
                      </a:lnTo>
                      <a:lnTo>
                        <a:pt x="282" y="462"/>
                      </a:lnTo>
                      <a:lnTo>
                        <a:pt x="278" y="462"/>
                      </a:lnTo>
                      <a:lnTo>
                        <a:pt x="282" y="462"/>
                      </a:lnTo>
                      <a:lnTo>
                        <a:pt x="282" y="458"/>
                      </a:lnTo>
                      <a:lnTo>
                        <a:pt x="282" y="462"/>
                      </a:lnTo>
                      <a:lnTo>
                        <a:pt x="278" y="462"/>
                      </a:lnTo>
                      <a:lnTo>
                        <a:pt x="282" y="462"/>
                      </a:lnTo>
                      <a:lnTo>
                        <a:pt x="282" y="458"/>
                      </a:lnTo>
                      <a:lnTo>
                        <a:pt x="286" y="458"/>
                      </a:lnTo>
                      <a:lnTo>
                        <a:pt x="290" y="458"/>
                      </a:lnTo>
                      <a:lnTo>
                        <a:pt x="294" y="458"/>
                      </a:lnTo>
                      <a:lnTo>
                        <a:pt x="290" y="458"/>
                      </a:lnTo>
                      <a:lnTo>
                        <a:pt x="286" y="458"/>
                      </a:lnTo>
                      <a:lnTo>
                        <a:pt x="282" y="458"/>
                      </a:lnTo>
                      <a:lnTo>
                        <a:pt x="278" y="458"/>
                      </a:lnTo>
                      <a:lnTo>
                        <a:pt x="276" y="458"/>
                      </a:lnTo>
                      <a:lnTo>
                        <a:pt x="272" y="458"/>
                      </a:lnTo>
                      <a:lnTo>
                        <a:pt x="272" y="456"/>
                      </a:lnTo>
                      <a:lnTo>
                        <a:pt x="276" y="456"/>
                      </a:lnTo>
                      <a:lnTo>
                        <a:pt x="278" y="456"/>
                      </a:lnTo>
                      <a:lnTo>
                        <a:pt x="276" y="456"/>
                      </a:lnTo>
                      <a:lnTo>
                        <a:pt x="272" y="456"/>
                      </a:lnTo>
                      <a:lnTo>
                        <a:pt x="276" y="456"/>
                      </a:lnTo>
                      <a:lnTo>
                        <a:pt x="276" y="452"/>
                      </a:lnTo>
                      <a:lnTo>
                        <a:pt x="272" y="456"/>
                      </a:lnTo>
                      <a:lnTo>
                        <a:pt x="268" y="456"/>
                      </a:lnTo>
                      <a:lnTo>
                        <a:pt x="268" y="452"/>
                      </a:lnTo>
                      <a:lnTo>
                        <a:pt x="272" y="452"/>
                      </a:lnTo>
                      <a:lnTo>
                        <a:pt x="276" y="452"/>
                      </a:lnTo>
                      <a:lnTo>
                        <a:pt x="276" y="448"/>
                      </a:lnTo>
                      <a:lnTo>
                        <a:pt x="278" y="448"/>
                      </a:lnTo>
                      <a:lnTo>
                        <a:pt x="282" y="448"/>
                      </a:lnTo>
                      <a:lnTo>
                        <a:pt x="286" y="448"/>
                      </a:lnTo>
                      <a:lnTo>
                        <a:pt x="290" y="448"/>
                      </a:lnTo>
                      <a:lnTo>
                        <a:pt x="294" y="448"/>
                      </a:lnTo>
                      <a:lnTo>
                        <a:pt x="298" y="448"/>
                      </a:lnTo>
                      <a:lnTo>
                        <a:pt x="302" y="448"/>
                      </a:lnTo>
                      <a:lnTo>
                        <a:pt x="306" y="448"/>
                      </a:lnTo>
                      <a:lnTo>
                        <a:pt x="306" y="452"/>
                      </a:lnTo>
                      <a:lnTo>
                        <a:pt x="308" y="452"/>
                      </a:lnTo>
                      <a:lnTo>
                        <a:pt x="312" y="452"/>
                      </a:lnTo>
                      <a:lnTo>
                        <a:pt x="316" y="452"/>
                      </a:lnTo>
                      <a:lnTo>
                        <a:pt x="320" y="452"/>
                      </a:lnTo>
                      <a:lnTo>
                        <a:pt x="316" y="452"/>
                      </a:lnTo>
                      <a:lnTo>
                        <a:pt x="312" y="452"/>
                      </a:lnTo>
                      <a:lnTo>
                        <a:pt x="308" y="452"/>
                      </a:lnTo>
                      <a:lnTo>
                        <a:pt x="306" y="448"/>
                      </a:lnTo>
                      <a:lnTo>
                        <a:pt x="302" y="448"/>
                      </a:lnTo>
                      <a:lnTo>
                        <a:pt x="306" y="448"/>
                      </a:lnTo>
                      <a:lnTo>
                        <a:pt x="308" y="444"/>
                      </a:lnTo>
                      <a:lnTo>
                        <a:pt x="306" y="444"/>
                      </a:lnTo>
                      <a:lnTo>
                        <a:pt x="302" y="448"/>
                      </a:lnTo>
                      <a:lnTo>
                        <a:pt x="298" y="448"/>
                      </a:lnTo>
                      <a:lnTo>
                        <a:pt x="294" y="448"/>
                      </a:lnTo>
                      <a:lnTo>
                        <a:pt x="294" y="444"/>
                      </a:lnTo>
                      <a:lnTo>
                        <a:pt x="286" y="448"/>
                      </a:lnTo>
                      <a:lnTo>
                        <a:pt x="282" y="448"/>
                      </a:lnTo>
                      <a:lnTo>
                        <a:pt x="278" y="448"/>
                      </a:lnTo>
                      <a:lnTo>
                        <a:pt x="276" y="448"/>
                      </a:lnTo>
                      <a:lnTo>
                        <a:pt x="272" y="452"/>
                      </a:lnTo>
                      <a:lnTo>
                        <a:pt x="272" y="448"/>
                      </a:lnTo>
                      <a:lnTo>
                        <a:pt x="272" y="444"/>
                      </a:lnTo>
                      <a:lnTo>
                        <a:pt x="276" y="444"/>
                      </a:lnTo>
                      <a:lnTo>
                        <a:pt x="278" y="440"/>
                      </a:lnTo>
                      <a:lnTo>
                        <a:pt x="282" y="440"/>
                      </a:lnTo>
                      <a:lnTo>
                        <a:pt x="278" y="440"/>
                      </a:lnTo>
                      <a:lnTo>
                        <a:pt x="282" y="440"/>
                      </a:lnTo>
                      <a:lnTo>
                        <a:pt x="282" y="436"/>
                      </a:lnTo>
                      <a:lnTo>
                        <a:pt x="286" y="436"/>
                      </a:lnTo>
                      <a:lnTo>
                        <a:pt x="290" y="436"/>
                      </a:lnTo>
                      <a:lnTo>
                        <a:pt x="286" y="436"/>
                      </a:lnTo>
                      <a:lnTo>
                        <a:pt x="290" y="436"/>
                      </a:lnTo>
                      <a:lnTo>
                        <a:pt x="294" y="436"/>
                      </a:lnTo>
                      <a:lnTo>
                        <a:pt x="298" y="436"/>
                      </a:lnTo>
                      <a:lnTo>
                        <a:pt x="298" y="440"/>
                      </a:lnTo>
                      <a:lnTo>
                        <a:pt x="302" y="440"/>
                      </a:lnTo>
                      <a:lnTo>
                        <a:pt x="306" y="440"/>
                      </a:lnTo>
                      <a:lnTo>
                        <a:pt x="308" y="440"/>
                      </a:lnTo>
                      <a:lnTo>
                        <a:pt x="312" y="440"/>
                      </a:lnTo>
                      <a:lnTo>
                        <a:pt x="312" y="444"/>
                      </a:lnTo>
                      <a:lnTo>
                        <a:pt x="316" y="444"/>
                      </a:lnTo>
                      <a:lnTo>
                        <a:pt x="320" y="444"/>
                      </a:lnTo>
                      <a:lnTo>
                        <a:pt x="324" y="444"/>
                      </a:lnTo>
                      <a:lnTo>
                        <a:pt x="320" y="444"/>
                      </a:lnTo>
                      <a:lnTo>
                        <a:pt x="316" y="444"/>
                      </a:lnTo>
                      <a:lnTo>
                        <a:pt x="316" y="440"/>
                      </a:lnTo>
                      <a:lnTo>
                        <a:pt x="312" y="440"/>
                      </a:lnTo>
                      <a:lnTo>
                        <a:pt x="316" y="440"/>
                      </a:lnTo>
                      <a:lnTo>
                        <a:pt x="320" y="440"/>
                      </a:lnTo>
                      <a:lnTo>
                        <a:pt x="320" y="436"/>
                      </a:lnTo>
                      <a:lnTo>
                        <a:pt x="324" y="436"/>
                      </a:lnTo>
                      <a:lnTo>
                        <a:pt x="324" y="440"/>
                      </a:lnTo>
                      <a:lnTo>
                        <a:pt x="324" y="436"/>
                      </a:lnTo>
                      <a:lnTo>
                        <a:pt x="320" y="436"/>
                      </a:lnTo>
                      <a:lnTo>
                        <a:pt x="316" y="436"/>
                      </a:lnTo>
                      <a:lnTo>
                        <a:pt x="316" y="440"/>
                      </a:lnTo>
                      <a:lnTo>
                        <a:pt x="312" y="440"/>
                      </a:lnTo>
                      <a:lnTo>
                        <a:pt x="308" y="440"/>
                      </a:lnTo>
                      <a:lnTo>
                        <a:pt x="308" y="436"/>
                      </a:lnTo>
                      <a:lnTo>
                        <a:pt x="312" y="436"/>
                      </a:lnTo>
                      <a:lnTo>
                        <a:pt x="316" y="436"/>
                      </a:lnTo>
                      <a:lnTo>
                        <a:pt x="320" y="436"/>
                      </a:lnTo>
                      <a:lnTo>
                        <a:pt x="320" y="432"/>
                      </a:lnTo>
                      <a:lnTo>
                        <a:pt x="312" y="432"/>
                      </a:lnTo>
                      <a:lnTo>
                        <a:pt x="316" y="432"/>
                      </a:lnTo>
                      <a:lnTo>
                        <a:pt x="316" y="436"/>
                      </a:lnTo>
                      <a:lnTo>
                        <a:pt x="312" y="436"/>
                      </a:lnTo>
                      <a:lnTo>
                        <a:pt x="308" y="436"/>
                      </a:lnTo>
                      <a:lnTo>
                        <a:pt x="306" y="432"/>
                      </a:lnTo>
                      <a:lnTo>
                        <a:pt x="308" y="432"/>
                      </a:lnTo>
                      <a:lnTo>
                        <a:pt x="312" y="432"/>
                      </a:lnTo>
                      <a:lnTo>
                        <a:pt x="308" y="432"/>
                      </a:lnTo>
                      <a:lnTo>
                        <a:pt x="306" y="432"/>
                      </a:lnTo>
                      <a:lnTo>
                        <a:pt x="302" y="432"/>
                      </a:lnTo>
                      <a:lnTo>
                        <a:pt x="306" y="432"/>
                      </a:lnTo>
                      <a:lnTo>
                        <a:pt x="306" y="436"/>
                      </a:lnTo>
                      <a:lnTo>
                        <a:pt x="302" y="436"/>
                      </a:lnTo>
                      <a:lnTo>
                        <a:pt x="306" y="436"/>
                      </a:lnTo>
                      <a:lnTo>
                        <a:pt x="302" y="436"/>
                      </a:lnTo>
                      <a:lnTo>
                        <a:pt x="298" y="436"/>
                      </a:lnTo>
                      <a:lnTo>
                        <a:pt x="302" y="436"/>
                      </a:lnTo>
                      <a:lnTo>
                        <a:pt x="298" y="436"/>
                      </a:lnTo>
                      <a:lnTo>
                        <a:pt x="294" y="436"/>
                      </a:lnTo>
                      <a:lnTo>
                        <a:pt x="290" y="436"/>
                      </a:lnTo>
                      <a:lnTo>
                        <a:pt x="294" y="432"/>
                      </a:lnTo>
                      <a:lnTo>
                        <a:pt x="298" y="432"/>
                      </a:lnTo>
                      <a:lnTo>
                        <a:pt x="302" y="432"/>
                      </a:lnTo>
                      <a:lnTo>
                        <a:pt x="298" y="432"/>
                      </a:lnTo>
                      <a:lnTo>
                        <a:pt x="294" y="432"/>
                      </a:lnTo>
                      <a:lnTo>
                        <a:pt x="290" y="432"/>
                      </a:lnTo>
                      <a:lnTo>
                        <a:pt x="290" y="436"/>
                      </a:lnTo>
                      <a:lnTo>
                        <a:pt x="286" y="436"/>
                      </a:lnTo>
                      <a:lnTo>
                        <a:pt x="282" y="436"/>
                      </a:lnTo>
                      <a:lnTo>
                        <a:pt x="278" y="440"/>
                      </a:lnTo>
                      <a:lnTo>
                        <a:pt x="276" y="444"/>
                      </a:lnTo>
                      <a:lnTo>
                        <a:pt x="272" y="444"/>
                      </a:lnTo>
                      <a:lnTo>
                        <a:pt x="272" y="440"/>
                      </a:lnTo>
                      <a:lnTo>
                        <a:pt x="276" y="440"/>
                      </a:lnTo>
                      <a:lnTo>
                        <a:pt x="276" y="436"/>
                      </a:lnTo>
                      <a:lnTo>
                        <a:pt x="272" y="436"/>
                      </a:lnTo>
                      <a:lnTo>
                        <a:pt x="276" y="432"/>
                      </a:lnTo>
                      <a:lnTo>
                        <a:pt x="276" y="436"/>
                      </a:lnTo>
                      <a:lnTo>
                        <a:pt x="278" y="436"/>
                      </a:lnTo>
                      <a:lnTo>
                        <a:pt x="276" y="436"/>
                      </a:lnTo>
                      <a:lnTo>
                        <a:pt x="276" y="432"/>
                      </a:lnTo>
                      <a:lnTo>
                        <a:pt x="278" y="432"/>
                      </a:lnTo>
                      <a:lnTo>
                        <a:pt x="278" y="436"/>
                      </a:lnTo>
                      <a:lnTo>
                        <a:pt x="278" y="432"/>
                      </a:lnTo>
                      <a:lnTo>
                        <a:pt x="282" y="432"/>
                      </a:lnTo>
                      <a:lnTo>
                        <a:pt x="278" y="432"/>
                      </a:lnTo>
                      <a:lnTo>
                        <a:pt x="282" y="432"/>
                      </a:lnTo>
                      <a:lnTo>
                        <a:pt x="282" y="428"/>
                      </a:lnTo>
                      <a:lnTo>
                        <a:pt x="278" y="432"/>
                      </a:lnTo>
                      <a:lnTo>
                        <a:pt x="278" y="428"/>
                      </a:lnTo>
                      <a:lnTo>
                        <a:pt x="282" y="428"/>
                      </a:lnTo>
                      <a:lnTo>
                        <a:pt x="286" y="432"/>
                      </a:lnTo>
                      <a:lnTo>
                        <a:pt x="290" y="432"/>
                      </a:lnTo>
                      <a:lnTo>
                        <a:pt x="294" y="432"/>
                      </a:lnTo>
                      <a:lnTo>
                        <a:pt x="290" y="432"/>
                      </a:lnTo>
                      <a:lnTo>
                        <a:pt x="286" y="432"/>
                      </a:lnTo>
                      <a:lnTo>
                        <a:pt x="286" y="428"/>
                      </a:lnTo>
                      <a:lnTo>
                        <a:pt x="282" y="428"/>
                      </a:lnTo>
                      <a:lnTo>
                        <a:pt x="278" y="428"/>
                      </a:lnTo>
                      <a:lnTo>
                        <a:pt x="276" y="426"/>
                      </a:lnTo>
                      <a:lnTo>
                        <a:pt x="278" y="426"/>
                      </a:lnTo>
                      <a:lnTo>
                        <a:pt x="282" y="426"/>
                      </a:lnTo>
                      <a:lnTo>
                        <a:pt x="286" y="428"/>
                      </a:lnTo>
                      <a:lnTo>
                        <a:pt x="290" y="428"/>
                      </a:lnTo>
                      <a:lnTo>
                        <a:pt x="286" y="428"/>
                      </a:lnTo>
                      <a:lnTo>
                        <a:pt x="286" y="426"/>
                      </a:lnTo>
                      <a:lnTo>
                        <a:pt x="290" y="426"/>
                      </a:lnTo>
                      <a:lnTo>
                        <a:pt x="290" y="428"/>
                      </a:lnTo>
                      <a:lnTo>
                        <a:pt x="294" y="428"/>
                      </a:lnTo>
                      <a:lnTo>
                        <a:pt x="298" y="428"/>
                      </a:lnTo>
                      <a:lnTo>
                        <a:pt x="302" y="428"/>
                      </a:lnTo>
                      <a:lnTo>
                        <a:pt x="306" y="428"/>
                      </a:lnTo>
                      <a:lnTo>
                        <a:pt x="308" y="428"/>
                      </a:lnTo>
                      <a:lnTo>
                        <a:pt x="316" y="432"/>
                      </a:lnTo>
                      <a:lnTo>
                        <a:pt x="320" y="432"/>
                      </a:lnTo>
                      <a:lnTo>
                        <a:pt x="324" y="432"/>
                      </a:lnTo>
                      <a:lnTo>
                        <a:pt x="320" y="432"/>
                      </a:lnTo>
                      <a:lnTo>
                        <a:pt x="316" y="432"/>
                      </a:lnTo>
                      <a:lnTo>
                        <a:pt x="316" y="428"/>
                      </a:lnTo>
                      <a:lnTo>
                        <a:pt x="312" y="428"/>
                      </a:lnTo>
                      <a:lnTo>
                        <a:pt x="308" y="428"/>
                      </a:lnTo>
                      <a:lnTo>
                        <a:pt x="306" y="426"/>
                      </a:lnTo>
                      <a:lnTo>
                        <a:pt x="308" y="426"/>
                      </a:lnTo>
                      <a:lnTo>
                        <a:pt x="312" y="426"/>
                      </a:lnTo>
                      <a:lnTo>
                        <a:pt x="308" y="426"/>
                      </a:lnTo>
                      <a:lnTo>
                        <a:pt x="308" y="422"/>
                      </a:lnTo>
                      <a:lnTo>
                        <a:pt x="312" y="418"/>
                      </a:lnTo>
                      <a:lnTo>
                        <a:pt x="308" y="422"/>
                      </a:lnTo>
                      <a:lnTo>
                        <a:pt x="306" y="422"/>
                      </a:lnTo>
                      <a:lnTo>
                        <a:pt x="302" y="422"/>
                      </a:lnTo>
                      <a:lnTo>
                        <a:pt x="306" y="422"/>
                      </a:lnTo>
                      <a:lnTo>
                        <a:pt x="308" y="422"/>
                      </a:lnTo>
                      <a:lnTo>
                        <a:pt x="306" y="426"/>
                      </a:lnTo>
                      <a:lnTo>
                        <a:pt x="302" y="426"/>
                      </a:lnTo>
                      <a:lnTo>
                        <a:pt x="298" y="426"/>
                      </a:lnTo>
                      <a:lnTo>
                        <a:pt x="294" y="426"/>
                      </a:lnTo>
                      <a:lnTo>
                        <a:pt x="290" y="426"/>
                      </a:lnTo>
                      <a:lnTo>
                        <a:pt x="286" y="426"/>
                      </a:lnTo>
                      <a:lnTo>
                        <a:pt x="282" y="426"/>
                      </a:lnTo>
                      <a:lnTo>
                        <a:pt x="282" y="422"/>
                      </a:lnTo>
                      <a:lnTo>
                        <a:pt x="286" y="422"/>
                      </a:lnTo>
                      <a:lnTo>
                        <a:pt x="282" y="422"/>
                      </a:lnTo>
                      <a:lnTo>
                        <a:pt x="282" y="426"/>
                      </a:lnTo>
                      <a:lnTo>
                        <a:pt x="278" y="426"/>
                      </a:lnTo>
                      <a:lnTo>
                        <a:pt x="278" y="422"/>
                      </a:lnTo>
                      <a:lnTo>
                        <a:pt x="278" y="426"/>
                      </a:lnTo>
                      <a:lnTo>
                        <a:pt x="276" y="426"/>
                      </a:lnTo>
                      <a:lnTo>
                        <a:pt x="276" y="422"/>
                      </a:lnTo>
                      <a:lnTo>
                        <a:pt x="278" y="422"/>
                      </a:lnTo>
                      <a:lnTo>
                        <a:pt x="282" y="422"/>
                      </a:lnTo>
                      <a:lnTo>
                        <a:pt x="286" y="418"/>
                      </a:lnTo>
                      <a:lnTo>
                        <a:pt x="290" y="418"/>
                      </a:lnTo>
                      <a:lnTo>
                        <a:pt x="294" y="418"/>
                      </a:lnTo>
                      <a:lnTo>
                        <a:pt x="298" y="418"/>
                      </a:lnTo>
                      <a:lnTo>
                        <a:pt x="302" y="418"/>
                      </a:lnTo>
                      <a:lnTo>
                        <a:pt x="306" y="418"/>
                      </a:lnTo>
                      <a:lnTo>
                        <a:pt x="308" y="418"/>
                      </a:lnTo>
                      <a:lnTo>
                        <a:pt x="308" y="414"/>
                      </a:lnTo>
                      <a:lnTo>
                        <a:pt x="312" y="414"/>
                      </a:lnTo>
                      <a:lnTo>
                        <a:pt x="312" y="414"/>
                      </a:lnTo>
                      <a:lnTo>
                        <a:pt x="312" y="414"/>
                      </a:lnTo>
                      <a:close/>
                      <a:moveTo>
                        <a:pt x="764" y="104"/>
                      </a:moveTo>
                      <a:lnTo>
                        <a:pt x="760" y="104"/>
                      </a:lnTo>
                      <a:lnTo>
                        <a:pt x="756" y="104"/>
                      </a:lnTo>
                      <a:lnTo>
                        <a:pt x="752" y="104"/>
                      </a:lnTo>
                      <a:lnTo>
                        <a:pt x="748" y="108"/>
                      </a:lnTo>
                      <a:lnTo>
                        <a:pt x="748" y="104"/>
                      </a:lnTo>
                      <a:lnTo>
                        <a:pt x="752" y="100"/>
                      </a:lnTo>
                      <a:lnTo>
                        <a:pt x="756" y="100"/>
                      </a:lnTo>
                      <a:lnTo>
                        <a:pt x="764" y="104"/>
                      </a:lnTo>
                      <a:lnTo>
                        <a:pt x="764" y="104"/>
                      </a:lnTo>
                      <a:lnTo>
                        <a:pt x="764" y="104"/>
                      </a:lnTo>
                      <a:close/>
                      <a:moveTo>
                        <a:pt x="756" y="146"/>
                      </a:moveTo>
                      <a:lnTo>
                        <a:pt x="752" y="146"/>
                      </a:lnTo>
                      <a:lnTo>
                        <a:pt x="752" y="142"/>
                      </a:lnTo>
                      <a:lnTo>
                        <a:pt x="756" y="138"/>
                      </a:lnTo>
                      <a:lnTo>
                        <a:pt x="760" y="138"/>
                      </a:lnTo>
                      <a:lnTo>
                        <a:pt x="760" y="142"/>
                      </a:lnTo>
                      <a:lnTo>
                        <a:pt x="756" y="142"/>
                      </a:lnTo>
                      <a:lnTo>
                        <a:pt x="760" y="142"/>
                      </a:lnTo>
                      <a:lnTo>
                        <a:pt x="760" y="146"/>
                      </a:lnTo>
                      <a:lnTo>
                        <a:pt x="756" y="146"/>
                      </a:lnTo>
                      <a:lnTo>
                        <a:pt x="756" y="146"/>
                      </a:lnTo>
                      <a:lnTo>
                        <a:pt x="756" y="146"/>
                      </a:lnTo>
                      <a:close/>
                      <a:moveTo>
                        <a:pt x="752" y="168"/>
                      </a:moveTo>
                      <a:lnTo>
                        <a:pt x="756" y="168"/>
                      </a:lnTo>
                      <a:lnTo>
                        <a:pt x="760" y="168"/>
                      </a:lnTo>
                      <a:lnTo>
                        <a:pt x="760" y="172"/>
                      </a:lnTo>
                      <a:lnTo>
                        <a:pt x="756" y="172"/>
                      </a:lnTo>
                      <a:lnTo>
                        <a:pt x="752" y="172"/>
                      </a:lnTo>
                      <a:lnTo>
                        <a:pt x="748" y="168"/>
                      </a:lnTo>
                      <a:lnTo>
                        <a:pt x="744" y="168"/>
                      </a:lnTo>
                      <a:lnTo>
                        <a:pt x="742" y="168"/>
                      </a:lnTo>
                      <a:lnTo>
                        <a:pt x="744" y="168"/>
                      </a:lnTo>
                      <a:lnTo>
                        <a:pt x="748" y="168"/>
                      </a:lnTo>
                      <a:lnTo>
                        <a:pt x="752" y="168"/>
                      </a:lnTo>
                      <a:lnTo>
                        <a:pt x="752" y="168"/>
                      </a:lnTo>
                      <a:lnTo>
                        <a:pt x="752" y="168"/>
                      </a:lnTo>
                      <a:close/>
                      <a:moveTo>
                        <a:pt x="782" y="168"/>
                      </a:moveTo>
                      <a:lnTo>
                        <a:pt x="782" y="172"/>
                      </a:lnTo>
                      <a:lnTo>
                        <a:pt x="782" y="174"/>
                      </a:lnTo>
                      <a:lnTo>
                        <a:pt x="778" y="174"/>
                      </a:lnTo>
                      <a:lnTo>
                        <a:pt x="774" y="174"/>
                      </a:lnTo>
                      <a:lnTo>
                        <a:pt x="774" y="172"/>
                      </a:lnTo>
                      <a:lnTo>
                        <a:pt x="778" y="172"/>
                      </a:lnTo>
                      <a:lnTo>
                        <a:pt x="778" y="168"/>
                      </a:lnTo>
                      <a:lnTo>
                        <a:pt x="782" y="168"/>
                      </a:lnTo>
                      <a:lnTo>
                        <a:pt x="782" y="168"/>
                      </a:lnTo>
                      <a:lnTo>
                        <a:pt x="782" y="168"/>
                      </a:lnTo>
                      <a:close/>
                      <a:moveTo>
                        <a:pt x="768" y="216"/>
                      </a:moveTo>
                      <a:lnTo>
                        <a:pt x="770" y="220"/>
                      </a:lnTo>
                      <a:lnTo>
                        <a:pt x="770" y="224"/>
                      </a:lnTo>
                      <a:lnTo>
                        <a:pt x="768" y="224"/>
                      </a:lnTo>
                      <a:lnTo>
                        <a:pt x="768" y="220"/>
                      </a:lnTo>
                      <a:lnTo>
                        <a:pt x="768" y="216"/>
                      </a:lnTo>
                      <a:lnTo>
                        <a:pt x="764" y="216"/>
                      </a:lnTo>
                      <a:lnTo>
                        <a:pt x="764" y="212"/>
                      </a:lnTo>
                      <a:lnTo>
                        <a:pt x="764" y="208"/>
                      </a:lnTo>
                      <a:lnTo>
                        <a:pt x="760" y="208"/>
                      </a:lnTo>
                      <a:lnTo>
                        <a:pt x="760" y="204"/>
                      </a:lnTo>
                      <a:lnTo>
                        <a:pt x="764" y="204"/>
                      </a:lnTo>
                      <a:lnTo>
                        <a:pt x="768" y="204"/>
                      </a:lnTo>
                      <a:lnTo>
                        <a:pt x="764" y="204"/>
                      </a:lnTo>
                      <a:lnTo>
                        <a:pt x="764" y="200"/>
                      </a:lnTo>
                      <a:lnTo>
                        <a:pt x="768" y="200"/>
                      </a:lnTo>
                      <a:lnTo>
                        <a:pt x="768" y="204"/>
                      </a:lnTo>
                      <a:lnTo>
                        <a:pt x="768" y="208"/>
                      </a:lnTo>
                      <a:lnTo>
                        <a:pt x="768" y="212"/>
                      </a:lnTo>
                      <a:lnTo>
                        <a:pt x="768" y="216"/>
                      </a:lnTo>
                      <a:lnTo>
                        <a:pt x="768" y="216"/>
                      </a:lnTo>
                      <a:lnTo>
                        <a:pt x="768" y="216"/>
                      </a:lnTo>
                      <a:close/>
                      <a:moveTo>
                        <a:pt x="778" y="238"/>
                      </a:moveTo>
                      <a:lnTo>
                        <a:pt x="778" y="242"/>
                      </a:lnTo>
                      <a:lnTo>
                        <a:pt x="774" y="242"/>
                      </a:lnTo>
                      <a:lnTo>
                        <a:pt x="778" y="246"/>
                      </a:lnTo>
                      <a:lnTo>
                        <a:pt x="782" y="246"/>
                      </a:lnTo>
                      <a:lnTo>
                        <a:pt x="786" y="246"/>
                      </a:lnTo>
                      <a:lnTo>
                        <a:pt x="786" y="250"/>
                      </a:lnTo>
                      <a:lnTo>
                        <a:pt x="782" y="250"/>
                      </a:lnTo>
                      <a:lnTo>
                        <a:pt x="778" y="250"/>
                      </a:lnTo>
                      <a:lnTo>
                        <a:pt x="778" y="246"/>
                      </a:lnTo>
                      <a:lnTo>
                        <a:pt x="774" y="246"/>
                      </a:lnTo>
                      <a:lnTo>
                        <a:pt x="774" y="250"/>
                      </a:lnTo>
                      <a:lnTo>
                        <a:pt x="770" y="250"/>
                      </a:lnTo>
                      <a:lnTo>
                        <a:pt x="768" y="250"/>
                      </a:lnTo>
                      <a:lnTo>
                        <a:pt x="764" y="250"/>
                      </a:lnTo>
                      <a:lnTo>
                        <a:pt x="764" y="246"/>
                      </a:lnTo>
                      <a:lnTo>
                        <a:pt x="768" y="246"/>
                      </a:lnTo>
                      <a:lnTo>
                        <a:pt x="768" y="242"/>
                      </a:lnTo>
                      <a:lnTo>
                        <a:pt x="764" y="242"/>
                      </a:lnTo>
                      <a:lnTo>
                        <a:pt x="768" y="238"/>
                      </a:lnTo>
                      <a:lnTo>
                        <a:pt x="770" y="238"/>
                      </a:lnTo>
                      <a:lnTo>
                        <a:pt x="770" y="242"/>
                      </a:lnTo>
                      <a:lnTo>
                        <a:pt x="774" y="242"/>
                      </a:lnTo>
                      <a:lnTo>
                        <a:pt x="774" y="238"/>
                      </a:lnTo>
                      <a:lnTo>
                        <a:pt x="778" y="238"/>
                      </a:lnTo>
                      <a:lnTo>
                        <a:pt x="778" y="238"/>
                      </a:lnTo>
                      <a:lnTo>
                        <a:pt x="778" y="238"/>
                      </a:lnTo>
                      <a:close/>
                      <a:moveTo>
                        <a:pt x="722" y="310"/>
                      </a:moveTo>
                      <a:lnTo>
                        <a:pt x="718" y="310"/>
                      </a:lnTo>
                      <a:lnTo>
                        <a:pt x="716" y="310"/>
                      </a:lnTo>
                      <a:lnTo>
                        <a:pt x="712" y="310"/>
                      </a:lnTo>
                      <a:lnTo>
                        <a:pt x="712" y="306"/>
                      </a:lnTo>
                      <a:lnTo>
                        <a:pt x="708" y="306"/>
                      </a:lnTo>
                      <a:lnTo>
                        <a:pt x="704" y="306"/>
                      </a:lnTo>
                      <a:lnTo>
                        <a:pt x="700" y="306"/>
                      </a:lnTo>
                      <a:lnTo>
                        <a:pt x="696" y="306"/>
                      </a:lnTo>
                      <a:lnTo>
                        <a:pt x="692" y="306"/>
                      </a:lnTo>
                      <a:lnTo>
                        <a:pt x="688" y="306"/>
                      </a:lnTo>
                      <a:lnTo>
                        <a:pt x="686" y="306"/>
                      </a:lnTo>
                      <a:lnTo>
                        <a:pt x="686" y="302"/>
                      </a:lnTo>
                      <a:lnTo>
                        <a:pt x="688" y="302"/>
                      </a:lnTo>
                      <a:lnTo>
                        <a:pt x="692" y="302"/>
                      </a:lnTo>
                      <a:lnTo>
                        <a:pt x="696" y="302"/>
                      </a:lnTo>
                      <a:lnTo>
                        <a:pt x="700" y="302"/>
                      </a:lnTo>
                      <a:lnTo>
                        <a:pt x="704" y="302"/>
                      </a:lnTo>
                      <a:lnTo>
                        <a:pt x="708" y="302"/>
                      </a:lnTo>
                      <a:lnTo>
                        <a:pt x="712" y="302"/>
                      </a:lnTo>
                      <a:lnTo>
                        <a:pt x="716" y="302"/>
                      </a:lnTo>
                      <a:lnTo>
                        <a:pt x="718" y="302"/>
                      </a:lnTo>
                      <a:lnTo>
                        <a:pt x="718" y="306"/>
                      </a:lnTo>
                      <a:lnTo>
                        <a:pt x="722" y="306"/>
                      </a:lnTo>
                      <a:lnTo>
                        <a:pt x="718" y="306"/>
                      </a:lnTo>
                      <a:lnTo>
                        <a:pt x="718" y="310"/>
                      </a:lnTo>
                      <a:lnTo>
                        <a:pt x="722" y="310"/>
                      </a:lnTo>
                      <a:lnTo>
                        <a:pt x="722" y="310"/>
                      </a:lnTo>
                      <a:lnTo>
                        <a:pt x="722" y="310"/>
                      </a:lnTo>
                      <a:close/>
                      <a:moveTo>
                        <a:pt x="716" y="324"/>
                      </a:moveTo>
                      <a:lnTo>
                        <a:pt x="712" y="324"/>
                      </a:lnTo>
                      <a:lnTo>
                        <a:pt x="708" y="320"/>
                      </a:lnTo>
                      <a:lnTo>
                        <a:pt x="704" y="320"/>
                      </a:lnTo>
                      <a:lnTo>
                        <a:pt x="700" y="316"/>
                      </a:lnTo>
                      <a:lnTo>
                        <a:pt x="692" y="316"/>
                      </a:lnTo>
                      <a:lnTo>
                        <a:pt x="692" y="314"/>
                      </a:lnTo>
                      <a:lnTo>
                        <a:pt x="688" y="314"/>
                      </a:lnTo>
                      <a:lnTo>
                        <a:pt x="686" y="306"/>
                      </a:lnTo>
                      <a:lnTo>
                        <a:pt x="688" y="306"/>
                      </a:lnTo>
                      <a:lnTo>
                        <a:pt x="692" y="306"/>
                      </a:lnTo>
                      <a:lnTo>
                        <a:pt x="696" y="306"/>
                      </a:lnTo>
                      <a:lnTo>
                        <a:pt x="700" y="306"/>
                      </a:lnTo>
                      <a:lnTo>
                        <a:pt x="704" y="306"/>
                      </a:lnTo>
                      <a:lnTo>
                        <a:pt x="704" y="310"/>
                      </a:lnTo>
                      <a:lnTo>
                        <a:pt x="708" y="310"/>
                      </a:lnTo>
                      <a:lnTo>
                        <a:pt x="712" y="310"/>
                      </a:lnTo>
                      <a:lnTo>
                        <a:pt x="712" y="314"/>
                      </a:lnTo>
                      <a:lnTo>
                        <a:pt x="716" y="314"/>
                      </a:lnTo>
                      <a:lnTo>
                        <a:pt x="718" y="314"/>
                      </a:lnTo>
                      <a:lnTo>
                        <a:pt x="722" y="316"/>
                      </a:lnTo>
                      <a:lnTo>
                        <a:pt x="718" y="316"/>
                      </a:lnTo>
                      <a:lnTo>
                        <a:pt x="716" y="316"/>
                      </a:lnTo>
                      <a:lnTo>
                        <a:pt x="712" y="316"/>
                      </a:lnTo>
                      <a:lnTo>
                        <a:pt x="712" y="320"/>
                      </a:lnTo>
                      <a:lnTo>
                        <a:pt x="716" y="320"/>
                      </a:lnTo>
                      <a:lnTo>
                        <a:pt x="718" y="320"/>
                      </a:lnTo>
                      <a:lnTo>
                        <a:pt x="718" y="324"/>
                      </a:lnTo>
                      <a:lnTo>
                        <a:pt x="716" y="324"/>
                      </a:lnTo>
                      <a:lnTo>
                        <a:pt x="716" y="324"/>
                      </a:lnTo>
                      <a:lnTo>
                        <a:pt x="716" y="324"/>
                      </a:lnTo>
                      <a:close/>
                      <a:moveTo>
                        <a:pt x="246" y="332"/>
                      </a:moveTo>
                      <a:lnTo>
                        <a:pt x="250" y="332"/>
                      </a:lnTo>
                      <a:lnTo>
                        <a:pt x="246" y="332"/>
                      </a:lnTo>
                      <a:lnTo>
                        <a:pt x="242" y="332"/>
                      </a:lnTo>
                      <a:lnTo>
                        <a:pt x="246" y="332"/>
                      </a:lnTo>
                      <a:lnTo>
                        <a:pt x="246" y="332"/>
                      </a:lnTo>
                      <a:lnTo>
                        <a:pt x="246" y="332"/>
                      </a:lnTo>
                      <a:close/>
                      <a:moveTo>
                        <a:pt x="278" y="340"/>
                      </a:moveTo>
                      <a:lnTo>
                        <a:pt x="276" y="340"/>
                      </a:lnTo>
                      <a:lnTo>
                        <a:pt x="276" y="336"/>
                      </a:lnTo>
                      <a:lnTo>
                        <a:pt x="278" y="336"/>
                      </a:lnTo>
                      <a:lnTo>
                        <a:pt x="282" y="340"/>
                      </a:lnTo>
                      <a:lnTo>
                        <a:pt x="286" y="340"/>
                      </a:lnTo>
                      <a:lnTo>
                        <a:pt x="286" y="336"/>
                      </a:lnTo>
                      <a:lnTo>
                        <a:pt x="286" y="340"/>
                      </a:lnTo>
                      <a:lnTo>
                        <a:pt x="282" y="340"/>
                      </a:lnTo>
                      <a:lnTo>
                        <a:pt x="278" y="340"/>
                      </a:lnTo>
                      <a:lnTo>
                        <a:pt x="278" y="340"/>
                      </a:lnTo>
                      <a:lnTo>
                        <a:pt x="278" y="340"/>
                      </a:lnTo>
                      <a:close/>
                      <a:moveTo>
                        <a:pt x="278" y="346"/>
                      </a:moveTo>
                      <a:lnTo>
                        <a:pt x="282" y="346"/>
                      </a:lnTo>
                      <a:lnTo>
                        <a:pt x="282" y="342"/>
                      </a:lnTo>
                      <a:lnTo>
                        <a:pt x="286" y="346"/>
                      </a:lnTo>
                      <a:lnTo>
                        <a:pt x="290" y="346"/>
                      </a:lnTo>
                      <a:lnTo>
                        <a:pt x="286" y="346"/>
                      </a:lnTo>
                      <a:lnTo>
                        <a:pt x="286" y="350"/>
                      </a:lnTo>
                      <a:lnTo>
                        <a:pt x="282" y="350"/>
                      </a:lnTo>
                      <a:lnTo>
                        <a:pt x="278" y="350"/>
                      </a:lnTo>
                      <a:lnTo>
                        <a:pt x="278" y="346"/>
                      </a:lnTo>
                      <a:lnTo>
                        <a:pt x="278" y="346"/>
                      </a:lnTo>
                      <a:lnTo>
                        <a:pt x="278" y="346"/>
                      </a:lnTo>
                      <a:close/>
                      <a:moveTo>
                        <a:pt x="276" y="346"/>
                      </a:moveTo>
                      <a:lnTo>
                        <a:pt x="276" y="350"/>
                      </a:lnTo>
                      <a:lnTo>
                        <a:pt x="276" y="354"/>
                      </a:lnTo>
                      <a:lnTo>
                        <a:pt x="272" y="354"/>
                      </a:lnTo>
                      <a:lnTo>
                        <a:pt x="268" y="350"/>
                      </a:lnTo>
                      <a:lnTo>
                        <a:pt x="272" y="350"/>
                      </a:lnTo>
                      <a:lnTo>
                        <a:pt x="272" y="346"/>
                      </a:lnTo>
                      <a:lnTo>
                        <a:pt x="276" y="346"/>
                      </a:lnTo>
                      <a:lnTo>
                        <a:pt x="276" y="346"/>
                      </a:lnTo>
                      <a:lnTo>
                        <a:pt x="276" y="346"/>
                      </a:lnTo>
                      <a:close/>
                      <a:moveTo>
                        <a:pt x="670" y="354"/>
                      </a:moveTo>
                      <a:lnTo>
                        <a:pt x="674" y="358"/>
                      </a:lnTo>
                      <a:lnTo>
                        <a:pt x="674" y="362"/>
                      </a:lnTo>
                      <a:lnTo>
                        <a:pt x="670" y="366"/>
                      </a:lnTo>
                      <a:lnTo>
                        <a:pt x="666" y="366"/>
                      </a:lnTo>
                      <a:lnTo>
                        <a:pt x="662" y="366"/>
                      </a:lnTo>
                      <a:lnTo>
                        <a:pt x="660" y="366"/>
                      </a:lnTo>
                      <a:lnTo>
                        <a:pt x="656" y="366"/>
                      </a:lnTo>
                      <a:lnTo>
                        <a:pt x="652" y="366"/>
                      </a:lnTo>
                      <a:lnTo>
                        <a:pt x="648" y="370"/>
                      </a:lnTo>
                      <a:lnTo>
                        <a:pt x="640" y="370"/>
                      </a:lnTo>
                      <a:lnTo>
                        <a:pt x="636" y="370"/>
                      </a:lnTo>
                      <a:lnTo>
                        <a:pt x="632" y="370"/>
                      </a:lnTo>
                      <a:lnTo>
                        <a:pt x="632" y="366"/>
                      </a:lnTo>
                      <a:lnTo>
                        <a:pt x="636" y="366"/>
                      </a:lnTo>
                      <a:lnTo>
                        <a:pt x="640" y="366"/>
                      </a:lnTo>
                      <a:lnTo>
                        <a:pt x="640" y="362"/>
                      </a:lnTo>
                      <a:lnTo>
                        <a:pt x="644" y="362"/>
                      </a:lnTo>
                      <a:lnTo>
                        <a:pt x="648" y="358"/>
                      </a:lnTo>
                      <a:lnTo>
                        <a:pt x="652" y="358"/>
                      </a:lnTo>
                      <a:lnTo>
                        <a:pt x="656" y="358"/>
                      </a:lnTo>
                      <a:lnTo>
                        <a:pt x="660" y="358"/>
                      </a:lnTo>
                      <a:lnTo>
                        <a:pt x="660" y="354"/>
                      </a:lnTo>
                      <a:lnTo>
                        <a:pt x="662" y="354"/>
                      </a:lnTo>
                      <a:lnTo>
                        <a:pt x="666" y="354"/>
                      </a:lnTo>
                      <a:lnTo>
                        <a:pt x="670" y="354"/>
                      </a:lnTo>
                      <a:lnTo>
                        <a:pt x="670" y="354"/>
                      </a:lnTo>
                      <a:lnTo>
                        <a:pt x="670" y="354"/>
                      </a:lnTo>
                      <a:close/>
                      <a:moveTo>
                        <a:pt x="298" y="354"/>
                      </a:moveTo>
                      <a:lnTo>
                        <a:pt x="302" y="358"/>
                      </a:lnTo>
                      <a:lnTo>
                        <a:pt x="298" y="358"/>
                      </a:lnTo>
                      <a:lnTo>
                        <a:pt x="294" y="358"/>
                      </a:lnTo>
                      <a:lnTo>
                        <a:pt x="294" y="354"/>
                      </a:lnTo>
                      <a:lnTo>
                        <a:pt x="298" y="354"/>
                      </a:lnTo>
                      <a:lnTo>
                        <a:pt x="298" y="354"/>
                      </a:lnTo>
                      <a:lnTo>
                        <a:pt x="298" y="354"/>
                      </a:lnTo>
                      <a:close/>
                      <a:moveTo>
                        <a:pt x="648" y="358"/>
                      </a:moveTo>
                      <a:lnTo>
                        <a:pt x="644" y="358"/>
                      </a:lnTo>
                      <a:lnTo>
                        <a:pt x="640" y="362"/>
                      </a:lnTo>
                      <a:lnTo>
                        <a:pt x="640" y="358"/>
                      </a:lnTo>
                      <a:lnTo>
                        <a:pt x="644" y="358"/>
                      </a:lnTo>
                      <a:lnTo>
                        <a:pt x="648" y="358"/>
                      </a:lnTo>
                      <a:lnTo>
                        <a:pt x="648" y="358"/>
                      </a:lnTo>
                      <a:lnTo>
                        <a:pt x="648" y="358"/>
                      </a:lnTo>
                      <a:close/>
                      <a:moveTo>
                        <a:pt x="302" y="366"/>
                      </a:moveTo>
                      <a:lnTo>
                        <a:pt x="302" y="362"/>
                      </a:lnTo>
                      <a:lnTo>
                        <a:pt x="298" y="362"/>
                      </a:lnTo>
                      <a:lnTo>
                        <a:pt x="302" y="362"/>
                      </a:lnTo>
                      <a:lnTo>
                        <a:pt x="306" y="362"/>
                      </a:lnTo>
                      <a:lnTo>
                        <a:pt x="302" y="366"/>
                      </a:lnTo>
                      <a:lnTo>
                        <a:pt x="302" y="366"/>
                      </a:lnTo>
                      <a:lnTo>
                        <a:pt x="302" y="366"/>
                      </a:lnTo>
                      <a:close/>
                      <a:moveTo>
                        <a:pt x="662" y="366"/>
                      </a:moveTo>
                      <a:lnTo>
                        <a:pt x="662" y="370"/>
                      </a:lnTo>
                      <a:lnTo>
                        <a:pt x="660" y="370"/>
                      </a:lnTo>
                      <a:lnTo>
                        <a:pt x="660" y="366"/>
                      </a:lnTo>
                      <a:lnTo>
                        <a:pt x="662" y="366"/>
                      </a:lnTo>
                      <a:lnTo>
                        <a:pt x="662" y="366"/>
                      </a:lnTo>
                      <a:lnTo>
                        <a:pt x="662" y="366"/>
                      </a:lnTo>
                      <a:close/>
                      <a:moveTo>
                        <a:pt x="252" y="370"/>
                      </a:moveTo>
                      <a:lnTo>
                        <a:pt x="256" y="370"/>
                      </a:lnTo>
                      <a:lnTo>
                        <a:pt x="260" y="370"/>
                      </a:lnTo>
                      <a:lnTo>
                        <a:pt x="256" y="370"/>
                      </a:lnTo>
                      <a:lnTo>
                        <a:pt x="252" y="370"/>
                      </a:lnTo>
                      <a:lnTo>
                        <a:pt x="252" y="370"/>
                      </a:lnTo>
                      <a:lnTo>
                        <a:pt x="252" y="370"/>
                      </a:lnTo>
                      <a:close/>
                      <a:moveTo>
                        <a:pt x="264" y="396"/>
                      </a:moveTo>
                      <a:lnTo>
                        <a:pt x="268" y="396"/>
                      </a:lnTo>
                      <a:lnTo>
                        <a:pt x="272" y="396"/>
                      </a:lnTo>
                      <a:lnTo>
                        <a:pt x="276" y="396"/>
                      </a:lnTo>
                      <a:lnTo>
                        <a:pt x="276" y="392"/>
                      </a:lnTo>
                      <a:lnTo>
                        <a:pt x="278" y="392"/>
                      </a:lnTo>
                      <a:lnTo>
                        <a:pt x="276" y="392"/>
                      </a:lnTo>
                      <a:lnTo>
                        <a:pt x="272" y="392"/>
                      </a:lnTo>
                      <a:lnTo>
                        <a:pt x="272" y="396"/>
                      </a:lnTo>
                      <a:lnTo>
                        <a:pt x="272" y="392"/>
                      </a:lnTo>
                      <a:lnTo>
                        <a:pt x="268" y="392"/>
                      </a:lnTo>
                      <a:lnTo>
                        <a:pt x="272" y="392"/>
                      </a:lnTo>
                      <a:lnTo>
                        <a:pt x="268" y="392"/>
                      </a:lnTo>
                      <a:lnTo>
                        <a:pt x="260" y="392"/>
                      </a:lnTo>
                      <a:lnTo>
                        <a:pt x="256" y="392"/>
                      </a:lnTo>
                      <a:lnTo>
                        <a:pt x="252" y="388"/>
                      </a:lnTo>
                      <a:lnTo>
                        <a:pt x="256" y="388"/>
                      </a:lnTo>
                      <a:lnTo>
                        <a:pt x="260" y="388"/>
                      </a:lnTo>
                      <a:lnTo>
                        <a:pt x="264" y="388"/>
                      </a:lnTo>
                      <a:lnTo>
                        <a:pt x="260" y="388"/>
                      </a:lnTo>
                      <a:lnTo>
                        <a:pt x="260" y="384"/>
                      </a:lnTo>
                      <a:lnTo>
                        <a:pt x="256" y="384"/>
                      </a:lnTo>
                      <a:lnTo>
                        <a:pt x="256" y="380"/>
                      </a:lnTo>
                      <a:lnTo>
                        <a:pt x="260" y="380"/>
                      </a:lnTo>
                      <a:lnTo>
                        <a:pt x="264" y="380"/>
                      </a:lnTo>
                      <a:lnTo>
                        <a:pt x="264" y="384"/>
                      </a:lnTo>
                      <a:lnTo>
                        <a:pt x="264" y="380"/>
                      </a:lnTo>
                      <a:lnTo>
                        <a:pt x="260" y="380"/>
                      </a:lnTo>
                      <a:lnTo>
                        <a:pt x="256" y="380"/>
                      </a:lnTo>
                      <a:lnTo>
                        <a:pt x="256" y="376"/>
                      </a:lnTo>
                      <a:lnTo>
                        <a:pt x="256" y="372"/>
                      </a:lnTo>
                      <a:lnTo>
                        <a:pt x="260" y="372"/>
                      </a:lnTo>
                      <a:lnTo>
                        <a:pt x="264" y="372"/>
                      </a:lnTo>
                      <a:lnTo>
                        <a:pt x="268" y="372"/>
                      </a:lnTo>
                      <a:lnTo>
                        <a:pt x="272" y="372"/>
                      </a:lnTo>
                      <a:lnTo>
                        <a:pt x="276" y="372"/>
                      </a:lnTo>
                      <a:lnTo>
                        <a:pt x="278" y="376"/>
                      </a:lnTo>
                      <a:lnTo>
                        <a:pt x="282" y="376"/>
                      </a:lnTo>
                      <a:lnTo>
                        <a:pt x="282" y="380"/>
                      </a:lnTo>
                      <a:lnTo>
                        <a:pt x="286" y="380"/>
                      </a:lnTo>
                      <a:lnTo>
                        <a:pt x="286" y="384"/>
                      </a:lnTo>
                      <a:lnTo>
                        <a:pt x="290" y="384"/>
                      </a:lnTo>
                      <a:lnTo>
                        <a:pt x="294" y="384"/>
                      </a:lnTo>
                      <a:lnTo>
                        <a:pt x="298" y="384"/>
                      </a:lnTo>
                      <a:lnTo>
                        <a:pt x="298" y="388"/>
                      </a:lnTo>
                      <a:lnTo>
                        <a:pt x="298" y="392"/>
                      </a:lnTo>
                      <a:lnTo>
                        <a:pt x="294" y="392"/>
                      </a:lnTo>
                      <a:lnTo>
                        <a:pt x="294" y="396"/>
                      </a:lnTo>
                      <a:lnTo>
                        <a:pt x="290" y="396"/>
                      </a:lnTo>
                      <a:lnTo>
                        <a:pt x="286" y="396"/>
                      </a:lnTo>
                      <a:lnTo>
                        <a:pt x="282" y="396"/>
                      </a:lnTo>
                      <a:lnTo>
                        <a:pt x="278" y="398"/>
                      </a:lnTo>
                      <a:lnTo>
                        <a:pt x="276" y="398"/>
                      </a:lnTo>
                      <a:lnTo>
                        <a:pt x="272" y="398"/>
                      </a:lnTo>
                      <a:lnTo>
                        <a:pt x="268" y="398"/>
                      </a:lnTo>
                      <a:lnTo>
                        <a:pt x="268" y="396"/>
                      </a:lnTo>
                      <a:lnTo>
                        <a:pt x="264" y="396"/>
                      </a:lnTo>
                      <a:lnTo>
                        <a:pt x="264" y="396"/>
                      </a:lnTo>
                      <a:lnTo>
                        <a:pt x="264" y="396"/>
                      </a:lnTo>
                      <a:close/>
                      <a:moveTo>
                        <a:pt x="308" y="384"/>
                      </a:moveTo>
                      <a:lnTo>
                        <a:pt x="312" y="384"/>
                      </a:lnTo>
                      <a:lnTo>
                        <a:pt x="316" y="384"/>
                      </a:lnTo>
                      <a:lnTo>
                        <a:pt x="312" y="388"/>
                      </a:lnTo>
                      <a:lnTo>
                        <a:pt x="312" y="392"/>
                      </a:lnTo>
                      <a:lnTo>
                        <a:pt x="308" y="392"/>
                      </a:lnTo>
                      <a:lnTo>
                        <a:pt x="306" y="388"/>
                      </a:lnTo>
                      <a:lnTo>
                        <a:pt x="306" y="384"/>
                      </a:lnTo>
                      <a:lnTo>
                        <a:pt x="308" y="384"/>
                      </a:lnTo>
                      <a:lnTo>
                        <a:pt x="306" y="384"/>
                      </a:lnTo>
                      <a:lnTo>
                        <a:pt x="308" y="384"/>
                      </a:lnTo>
                      <a:lnTo>
                        <a:pt x="308" y="380"/>
                      </a:lnTo>
                      <a:lnTo>
                        <a:pt x="308" y="384"/>
                      </a:lnTo>
                      <a:lnTo>
                        <a:pt x="308" y="384"/>
                      </a:lnTo>
                      <a:lnTo>
                        <a:pt x="308" y="384"/>
                      </a:lnTo>
                      <a:close/>
                      <a:moveTo>
                        <a:pt x="294" y="414"/>
                      </a:moveTo>
                      <a:lnTo>
                        <a:pt x="290" y="414"/>
                      </a:lnTo>
                      <a:lnTo>
                        <a:pt x="286" y="414"/>
                      </a:lnTo>
                      <a:lnTo>
                        <a:pt x="282" y="414"/>
                      </a:lnTo>
                      <a:lnTo>
                        <a:pt x="282" y="418"/>
                      </a:lnTo>
                      <a:lnTo>
                        <a:pt x="278" y="418"/>
                      </a:lnTo>
                      <a:lnTo>
                        <a:pt x="282" y="414"/>
                      </a:lnTo>
                      <a:lnTo>
                        <a:pt x="286" y="414"/>
                      </a:lnTo>
                      <a:lnTo>
                        <a:pt x="282" y="414"/>
                      </a:lnTo>
                      <a:lnTo>
                        <a:pt x="286" y="414"/>
                      </a:lnTo>
                      <a:lnTo>
                        <a:pt x="290" y="414"/>
                      </a:lnTo>
                      <a:lnTo>
                        <a:pt x="294" y="414"/>
                      </a:lnTo>
                      <a:lnTo>
                        <a:pt x="294" y="414"/>
                      </a:lnTo>
                      <a:lnTo>
                        <a:pt x="294" y="414"/>
                      </a:lnTo>
                      <a:close/>
                      <a:moveTo>
                        <a:pt x="294" y="426"/>
                      </a:moveTo>
                      <a:lnTo>
                        <a:pt x="298" y="426"/>
                      </a:lnTo>
                      <a:lnTo>
                        <a:pt x="302" y="426"/>
                      </a:lnTo>
                      <a:lnTo>
                        <a:pt x="306" y="426"/>
                      </a:lnTo>
                      <a:lnTo>
                        <a:pt x="302" y="426"/>
                      </a:lnTo>
                      <a:lnTo>
                        <a:pt x="298" y="426"/>
                      </a:lnTo>
                      <a:lnTo>
                        <a:pt x="298" y="428"/>
                      </a:lnTo>
                      <a:lnTo>
                        <a:pt x="294" y="428"/>
                      </a:lnTo>
                      <a:lnTo>
                        <a:pt x="290" y="426"/>
                      </a:lnTo>
                      <a:lnTo>
                        <a:pt x="294" y="426"/>
                      </a:lnTo>
                      <a:lnTo>
                        <a:pt x="294" y="426"/>
                      </a:lnTo>
                      <a:lnTo>
                        <a:pt x="294" y="426"/>
                      </a:lnTo>
                      <a:close/>
                      <a:moveTo>
                        <a:pt x="610" y="426"/>
                      </a:moveTo>
                      <a:lnTo>
                        <a:pt x="610" y="428"/>
                      </a:lnTo>
                      <a:lnTo>
                        <a:pt x="610" y="426"/>
                      </a:lnTo>
                      <a:lnTo>
                        <a:pt x="606" y="426"/>
                      </a:lnTo>
                      <a:lnTo>
                        <a:pt x="610" y="426"/>
                      </a:lnTo>
                      <a:lnTo>
                        <a:pt x="610" y="426"/>
                      </a:lnTo>
                      <a:lnTo>
                        <a:pt x="610" y="426"/>
                      </a:lnTo>
                      <a:close/>
                      <a:moveTo>
                        <a:pt x="298" y="428"/>
                      </a:moveTo>
                      <a:lnTo>
                        <a:pt x="306" y="426"/>
                      </a:lnTo>
                      <a:lnTo>
                        <a:pt x="308" y="428"/>
                      </a:lnTo>
                      <a:lnTo>
                        <a:pt x="306" y="428"/>
                      </a:lnTo>
                      <a:lnTo>
                        <a:pt x="302" y="428"/>
                      </a:lnTo>
                      <a:lnTo>
                        <a:pt x="298" y="428"/>
                      </a:lnTo>
                      <a:lnTo>
                        <a:pt x="298" y="428"/>
                      </a:lnTo>
                      <a:lnTo>
                        <a:pt x="298" y="428"/>
                      </a:lnTo>
                      <a:close/>
                      <a:moveTo>
                        <a:pt x="276" y="428"/>
                      </a:moveTo>
                      <a:lnTo>
                        <a:pt x="278" y="428"/>
                      </a:lnTo>
                      <a:lnTo>
                        <a:pt x="276" y="428"/>
                      </a:lnTo>
                      <a:lnTo>
                        <a:pt x="276" y="428"/>
                      </a:lnTo>
                      <a:lnTo>
                        <a:pt x="276" y="428"/>
                      </a:lnTo>
                      <a:close/>
                      <a:moveTo>
                        <a:pt x="272" y="440"/>
                      </a:moveTo>
                      <a:lnTo>
                        <a:pt x="272" y="436"/>
                      </a:lnTo>
                      <a:lnTo>
                        <a:pt x="276" y="436"/>
                      </a:lnTo>
                      <a:lnTo>
                        <a:pt x="272" y="440"/>
                      </a:lnTo>
                      <a:lnTo>
                        <a:pt x="272" y="440"/>
                      </a:lnTo>
                      <a:lnTo>
                        <a:pt x="272" y="440"/>
                      </a:lnTo>
                      <a:close/>
                      <a:moveTo>
                        <a:pt x="272" y="478"/>
                      </a:moveTo>
                      <a:lnTo>
                        <a:pt x="276" y="478"/>
                      </a:lnTo>
                      <a:lnTo>
                        <a:pt x="272" y="478"/>
                      </a:lnTo>
                      <a:lnTo>
                        <a:pt x="272" y="478"/>
                      </a:lnTo>
                      <a:lnTo>
                        <a:pt x="272" y="478"/>
                      </a:lnTo>
                      <a:close/>
                      <a:moveTo>
                        <a:pt x="514" y="484"/>
                      </a:moveTo>
                      <a:lnTo>
                        <a:pt x="514" y="482"/>
                      </a:lnTo>
                      <a:lnTo>
                        <a:pt x="514" y="484"/>
                      </a:lnTo>
                      <a:lnTo>
                        <a:pt x="514" y="484"/>
                      </a:lnTo>
                      <a:lnTo>
                        <a:pt x="514" y="484"/>
                      </a:lnTo>
                      <a:close/>
                      <a:moveTo>
                        <a:pt x="518" y="484"/>
                      </a:moveTo>
                      <a:lnTo>
                        <a:pt x="518" y="482"/>
                      </a:lnTo>
                      <a:lnTo>
                        <a:pt x="520" y="482"/>
                      </a:lnTo>
                      <a:lnTo>
                        <a:pt x="520" y="484"/>
                      </a:lnTo>
                      <a:lnTo>
                        <a:pt x="518" y="484"/>
                      </a:lnTo>
                      <a:lnTo>
                        <a:pt x="518" y="484"/>
                      </a:lnTo>
                      <a:lnTo>
                        <a:pt x="518" y="484"/>
                      </a:lnTo>
                      <a:close/>
                      <a:moveTo>
                        <a:pt x="498" y="488"/>
                      </a:moveTo>
                      <a:lnTo>
                        <a:pt x="494" y="488"/>
                      </a:lnTo>
                      <a:lnTo>
                        <a:pt x="494" y="484"/>
                      </a:lnTo>
                      <a:lnTo>
                        <a:pt x="494" y="482"/>
                      </a:lnTo>
                      <a:lnTo>
                        <a:pt x="498" y="482"/>
                      </a:lnTo>
                      <a:lnTo>
                        <a:pt x="502" y="482"/>
                      </a:lnTo>
                      <a:lnTo>
                        <a:pt x="502" y="484"/>
                      </a:lnTo>
                      <a:lnTo>
                        <a:pt x="506" y="484"/>
                      </a:lnTo>
                      <a:lnTo>
                        <a:pt x="502" y="484"/>
                      </a:lnTo>
                      <a:lnTo>
                        <a:pt x="502" y="488"/>
                      </a:lnTo>
                      <a:lnTo>
                        <a:pt x="498" y="488"/>
                      </a:lnTo>
                      <a:lnTo>
                        <a:pt x="498" y="488"/>
                      </a:lnTo>
                      <a:lnTo>
                        <a:pt x="498" y="488"/>
                      </a:lnTo>
                      <a:close/>
                      <a:moveTo>
                        <a:pt x="472" y="496"/>
                      </a:moveTo>
                      <a:lnTo>
                        <a:pt x="468" y="496"/>
                      </a:lnTo>
                      <a:lnTo>
                        <a:pt x="472" y="496"/>
                      </a:lnTo>
                      <a:lnTo>
                        <a:pt x="472" y="496"/>
                      </a:lnTo>
                      <a:lnTo>
                        <a:pt x="472" y="496"/>
                      </a:lnTo>
                      <a:close/>
                      <a:moveTo>
                        <a:pt x="462" y="518"/>
                      </a:moveTo>
                      <a:lnTo>
                        <a:pt x="462" y="514"/>
                      </a:lnTo>
                      <a:lnTo>
                        <a:pt x="458" y="514"/>
                      </a:lnTo>
                      <a:lnTo>
                        <a:pt x="458" y="512"/>
                      </a:lnTo>
                      <a:lnTo>
                        <a:pt x="454" y="508"/>
                      </a:lnTo>
                      <a:lnTo>
                        <a:pt x="458" y="508"/>
                      </a:lnTo>
                      <a:lnTo>
                        <a:pt x="462" y="512"/>
                      </a:lnTo>
                      <a:lnTo>
                        <a:pt x="458" y="512"/>
                      </a:lnTo>
                      <a:lnTo>
                        <a:pt x="462" y="514"/>
                      </a:lnTo>
                      <a:lnTo>
                        <a:pt x="464" y="514"/>
                      </a:lnTo>
                      <a:lnTo>
                        <a:pt x="464" y="518"/>
                      </a:lnTo>
                      <a:lnTo>
                        <a:pt x="462" y="518"/>
                      </a:lnTo>
                      <a:lnTo>
                        <a:pt x="462" y="518"/>
                      </a:lnTo>
                      <a:lnTo>
                        <a:pt x="462" y="518"/>
                      </a:lnTo>
                      <a:close/>
                      <a:moveTo>
                        <a:pt x="308" y="514"/>
                      </a:moveTo>
                      <a:lnTo>
                        <a:pt x="308" y="518"/>
                      </a:lnTo>
                      <a:lnTo>
                        <a:pt x="306" y="518"/>
                      </a:lnTo>
                      <a:lnTo>
                        <a:pt x="306" y="514"/>
                      </a:lnTo>
                      <a:lnTo>
                        <a:pt x="308" y="514"/>
                      </a:lnTo>
                      <a:lnTo>
                        <a:pt x="308" y="514"/>
                      </a:lnTo>
                      <a:lnTo>
                        <a:pt x="308" y="514"/>
                      </a:lnTo>
                      <a:close/>
                      <a:moveTo>
                        <a:pt x="312" y="514"/>
                      </a:moveTo>
                      <a:lnTo>
                        <a:pt x="312" y="518"/>
                      </a:lnTo>
                      <a:lnTo>
                        <a:pt x="308" y="518"/>
                      </a:lnTo>
                      <a:lnTo>
                        <a:pt x="308" y="522"/>
                      </a:lnTo>
                      <a:lnTo>
                        <a:pt x="306" y="522"/>
                      </a:lnTo>
                      <a:lnTo>
                        <a:pt x="308" y="518"/>
                      </a:lnTo>
                      <a:lnTo>
                        <a:pt x="308" y="514"/>
                      </a:lnTo>
                      <a:lnTo>
                        <a:pt x="312" y="514"/>
                      </a:lnTo>
                      <a:lnTo>
                        <a:pt x="312" y="514"/>
                      </a:lnTo>
                      <a:lnTo>
                        <a:pt x="312" y="514"/>
                      </a:lnTo>
                      <a:close/>
                      <a:moveTo>
                        <a:pt x="306" y="518"/>
                      </a:moveTo>
                      <a:lnTo>
                        <a:pt x="306" y="522"/>
                      </a:lnTo>
                      <a:lnTo>
                        <a:pt x="302" y="522"/>
                      </a:lnTo>
                      <a:lnTo>
                        <a:pt x="306" y="518"/>
                      </a:lnTo>
                      <a:lnTo>
                        <a:pt x="306" y="518"/>
                      </a:lnTo>
                      <a:lnTo>
                        <a:pt x="306" y="518"/>
                      </a:lnTo>
                      <a:close/>
                      <a:moveTo>
                        <a:pt x="450" y="522"/>
                      </a:moveTo>
                      <a:lnTo>
                        <a:pt x="446" y="522"/>
                      </a:lnTo>
                      <a:lnTo>
                        <a:pt x="446" y="518"/>
                      </a:lnTo>
                      <a:lnTo>
                        <a:pt x="450" y="522"/>
                      </a:lnTo>
                      <a:lnTo>
                        <a:pt x="450" y="522"/>
                      </a:lnTo>
                      <a:lnTo>
                        <a:pt x="450" y="522"/>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223" name="Freeform 74">
                  <a:extLst>
                    <a:ext uri="{FF2B5EF4-FFF2-40B4-BE49-F238E27FC236}">
                      <a16:creationId xmlns:a16="http://schemas.microsoft.com/office/drawing/2014/main" id="{4659B0E4-6394-DE43-3273-96B3A9C96EB4}"/>
                    </a:ext>
                  </a:extLst>
                </p:cNvPr>
                <p:cNvSpPr>
                  <a:spLocks/>
                </p:cNvSpPr>
                <p:nvPr/>
              </p:nvSpPr>
              <p:spPr bwMode="gray">
                <a:xfrm>
                  <a:off x="2531945" y="3984011"/>
                  <a:ext cx="97399" cy="125227"/>
                </a:xfrm>
                <a:custGeom>
                  <a:avLst/>
                  <a:gdLst>
                    <a:gd name="T0" fmla="*/ 38 w 56"/>
                    <a:gd name="T1" fmla="*/ 60 h 72"/>
                    <a:gd name="T2" fmla="*/ 38 w 56"/>
                    <a:gd name="T3" fmla="*/ 64 h 72"/>
                    <a:gd name="T4" fmla="*/ 38 w 56"/>
                    <a:gd name="T5" fmla="*/ 64 h 72"/>
                    <a:gd name="T6" fmla="*/ 38 w 56"/>
                    <a:gd name="T7" fmla="*/ 64 h 72"/>
                    <a:gd name="T8" fmla="*/ 34 w 56"/>
                    <a:gd name="T9" fmla="*/ 68 h 72"/>
                    <a:gd name="T10" fmla="*/ 30 w 56"/>
                    <a:gd name="T11" fmla="*/ 72 h 72"/>
                    <a:gd name="T12" fmla="*/ 30 w 56"/>
                    <a:gd name="T13" fmla="*/ 72 h 72"/>
                    <a:gd name="T14" fmla="*/ 26 w 56"/>
                    <a:gd name="T15" fmla="*/ 72 h 72"/>
                    <a:gd name="T16" fmla="*/ 22 w 56"/>
                    <a:gd name="T17" fmla="*/ 68 h 72"/>
                    <a:gd name="T18" fmla="*/ 22 w 56"/>
                    <a:gd name="T19" fmla="*/ 68 h 72"/>
                    <a:gd name="T20" fmla="*/ 16 w 56"/>
                    <a:gd name="T21" fmla="*/ 68 h 72"/>
                    <a:gd name="T22" fmla="*/ 12 w 56"/>
                    <a:gd name="T23" fmla="*/ 68 h 72"/>
                    <a:gd name="T24" fmla="*/ 8 w 56"/>
                    <a:gd name="T25" fmla="*/ 68 h 72"/>
                    <a:gd name="T26" fmla="*/ 8 w 56"/>
                    <a:gd name="T27" fmla="*/ 64 h 72"/>
                    <a:gd name="T28" fmla="*/ 4 w 56"/>
                    <a:gd name="T29" fmla="*/ 64 h 72"/>
                    <a:gd name="T30" fmla="*/ 0 w 56"/>
                    <a:gd name="T31" fmla="*/ 60 h 72"/>
                    <a:gd name="T32" fmla="*/ 0 w 56"/>
                    <a:gd name="T33" fmla="*/ 56 h 72"/>
                    <a:gd name="T34" fmla="*/ 0 w 56"/>
                    <a:gd name="T35" fmla="*/ 56 h 72"/>
                    <a:gd name="T36" fmla="*/ 0 w 56"/>
                    <a:gd name="T37" fmla="*/ 52 h 72"/>
                    <a:gd name="T38" fmla="*/ 0 w 56"/>
                    <a:gd name="T39" fmla="*/ 44 h 72"/>
                    <a:gd name="T40" fmla="*/ 8 w 56"/>
                    <a:gd name="T41" fmla="*/ 30 h 72"/>
                    <a:gd name="T42" fmla="*/ 18 w 56"/>
                    <a:gd name="T43" fmla="*/ 30 h 72"/>
                    <a:gd name="T44" fmla="*/ 26 w 56"/>
                    <a:gd name="T45" fmla="*/ 30 h 72"/>
                    <a:gd name="T46" fmla="*/ 26 w 56"/>
                    <a:gd name="T47" fmla="*/ 30 h 72"/>
                    <a:gd name="T48" fmla="*/ 26 w 56"/>
                    <a:gd name="T49" fmla="*/ 26 h 72"/>
                    <a:gd name="T50" fmla="*/ 22 w 56"/>
                    <a:gd name="T51" fmla="*/ 26 h 72"/>
                    <a:gd name="T52" fmla="*/ 22 w 56"/>
                    <a:gd name="T53" fmla="*/ 22 h 72"/>
                    <a:gd name="T54" fmla="*/ 22 w 56"/>
                    <a:gd name="T55" fmla="*/ 18 h 72"/>
                    <a:gd name="T56" fmla="*/ 18 w 56"/>
                    <a:gd name="T57" fmla="*/ 18 h 72"/>
                    <a:gd name="T58" fmla="*/ 16 w 56"/>
                    <a:gd name="T59" fmla="*/ 14 h 72"/>
                    <a:gd name="T60" fmla="*/ 12 w 56"/>
                    <a:gd name="T61" fmla="*/ 12 h 72"/>
                    <a:gd name="T62" fmla="*/ 18 w 56"/>
                    <a:gd name="T63" fmla="*/ 0 h 72"/>
                    <a:gd name="T64" fmla="*/ 22 w 56"/>
                    <a:gd name="T65" fmla="*/ 0 h 72"/>
                    <a:gd name="T66" fmla="*/ 42 w 56"/>
                    <a:gd name="T67" fmla="*/ 0 h 72"/>
                    <a:gd name="T68" fmla="*/ 46 w 56"/>
                    <a:gd name="T69" fmla="*/ 14 h 72"/>
                    <a:gd name="T70" fmla="*/ 42 w 56"/>
                    <a:gd name="T71" fmla="*/ 34 h 72"/>
                    <a:gd name="T72" fmla="*/ 50 w 56"/>
                    <a:gd name="T73" fmla="*/ 34 h 72"/>
                    <a:gd name="T74" fmla="*/ 50 w 56"/>
                    <a:gd name="T75" fmla="*/ 34 h 72"/>
                    <a:gd name="T76" fmla="*/ 52 w 56"/>
                    <a:gd name="T77" fmla="*/ 38 h 72"/>
                    <a:gd name="T78" fmla="*/ 52 w 56"/>
                    <a:gd name="T79" fmla="*/ 34 h 72"/>
                    <a:gd name="T80" fmla="*/ 56 w 56"/>
                    <a:gd name="T81" fmla="*/ 38 h 72"/>
                    <a:gd name="T82" fmla="*/ 56 w 56"/>
                    <a:gd name="T83" fmla="*/ 38 h 72"/>
                    <a:gd name="T84" fmla="*/ 52 w 56"/>
                    <a:gd name="T85" fmla="*/ 44 h 72"/>
                    <a:gd name="T86" fmla="*/ 46 w 56"/>
                    <a:gd name="T87" fmla="*/ 48 h 72"/>
                    <a:gd name="T88" fmla="*/ 46 w 56"/>
                    <a:gd name="T89" fmla="*/ 48 h 72"/>
                    <a:gd name="T90" fmla="*/ 42 w 56"/>
                    <a:gd name="T91" fmla="*/ 52 h 72"/>
                    <a:gd name="T92" fmla="*/ 46 w 56"/>
                    <a:gd name="T93" fmla="*/ 56 h 72"/>
                    <a:gd name="T94" fmla="*/ 42 w 56"/>
                    <a:gd name="T95" fmla="*/ 6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56" h="72">
                      <a:moveTo>
                        <a:pt x="42" y="60"/>
                      </a:moveTo>
                      <a:lnTo>
                        <a:pt x="42" y="60"/>
                      </a:lnTo>
                      <a:lnTo>
                        <a:pt x="38" y="60"/>
                      </a:lnTo>
                      <a:lnTo>
                        <a:pt x="38" y="60"/>
                      </a:lnTo>
                      <a:lnTo>
                        <a:pt x="38" y="60"/>
                      </a:lnTo>
                      <a:lnTo>
                        <a:pt x="38" y="60"/>
                      </a:lnTo>
                      <a:lnTo>
                        <a:pt x="38" y="64"/>
                      </a:lnTo>
                      <a:lnTo>
                        <a:pt x="38" y="64"/>
                      </a:lnTo>
                      <a:lnTo>
                        <a:pt x="38" y="64"/>
                      </a:lnTo>
                      <a:lnTo>
                        <a:pt x="38" y="64"/>
                      </a:lnTo>
                      <a:lnTo>
                        <a:pt x="38" y="64"/>
                      </a:lnTo>
                      <a:lnTo>
                        <a:pt x="38" y="64"/>
                      </a:lnTo>
                      <a:lnTo>
                        <a:pt x="38" y="64"/>
                      </a:lnTo>
                      <a:lnTo>
                        <a:pt x="38" y="64"/>
                      </a:lnTo>
                      <a:lnTo>
                        <a:pt x="38" y="64"/>
                      </a:lnTo>
                      <a:lnTo>
                        <a:pt x="38" y="64"/>
                      </a:lnTo>
                      <a:lnTo>
                        <a:pt x="38" y="64"/>
                      </a:lnTo>
                      <a:lnTo>
                        <a:pt x="34" y="68"/>
                      </a:lnTo>
                      <a:lnTo>
                        <a:pt x="34" y="68"/>
                      </a:lnTo>
                      <a:lnTo>
                        <a:pt x="34" y="68"/>
                      </a:lnTo>
                      <a:lnTo>
                        <a:pt x="34" y="68"/>
                      </a:lnTo>
                      <a:lnTo>
                        <a:pt x="34" y="68"/>
                      </a:lnTo>
                      <a:lnTo>
                        <a:pt x="30" y="68"/>
                      </a:lnTo>
                      <a:lnTo>
                        <a:pt x="30" y="72"/>
                      </a:lnTo>
                      <a:lnTo>
                        <a:pt x="30" y="72"/>
                      </a:lnTo>
                      <a:lnTo>
                        <a:pt x="30" y="72"/>
                      </a:lnTo>
                      <a:lnTo>
                        <a:pt x="30" y="72"/>
                      </a:lnTo>
                      <a:lnTo>
                        <a:pt x="30" y="72"/>
                      </a:lnTo>
                      <a:lnTo>
                        <a:pt x="30" y="72"/>
                      </a:lnTo>
                      <a:lnTo>
                        <a:pt x="30" y="72"/>
                      </a:lnTo>
                      <a:lnTo>
                        <a:pt x="30" y="72"/>
                      </a:lnTo>
                      <a:lnTo>
                        <a:pt x="26" y="72"/>
                      </a:lnTo>
                      <a:lnTo>
                        <a:pt x="26" y="72"/>
                      </a:lnTo>
                      <a:lnTo>
                        <a:pt x="26" y="72"/>
                      </a:lnTo>
                      <a:lnTo>
                        <a:pt x="26" y="72"/>
                      </a:lnTo>
                      <a:lnTo>
                        <a:pt x="22" y="68"/>
                      </a:lnTo>
                      <a:lnTo>
                        <a:pt x="22" y="68"/>
                      </a:lnTo>
                      <a:lnTo>
                        <a:pt x="22" y="68"/>
                      </a:lnTo>
                      <a:lnTo>
                        <a:pt x="22" y="68"/>
                      </a:lnTo>
                      <a:lnTo>
                        <a:pt x="22" y="68"/>
                      </a:lnTo>
                      <a:lnTo>
                        <a:pt x="18" y="68"/>
                      </a:lnTo>
                      <a:lnTo>
                        <a:pt x="18" y="68"/>
                      </a:lnTo>
                      <a:lnTo>
                        <a:pt x="18" y="68"/>
                      </a:lnTo>
                      <a:lnTo>
                        <a:pt x="16" y="68"/>
                      </a:lnTo>
                      <a:lnTo>
                        <a:pt x="16" y="68"/>
                      </a:lnTo>
                      <a:lnTo>
                        <a:pt x="16" y="68"/>
                      </a:lnTo>
                      <a:lnTo>
                        <a:pt x="16" y="68"/>
                      </a:lnTo>
                      <a:lnTo>
                        <a:pt x="12" y="68"/>
                      </a:lnTo>
                      <a:lnTo>
                        <a:pt x="12" y="68"/>
                      </a:lnTo>
                      <a:lnTo>
                        <a:pt x="12" y="68"/>
                      </a:lnTo>
                      <a:lnTo>
                        <a:pt x="12" y="68"/>
                      </a:lnTo>
                      <a:lnTo>
                        <a:pt x="8" y="68"/>
                      </a:lnTo>
                      <a:lnTo>
                        <a:pt x="8" y="68"/>
                      </a:lnTo>
                      <a:lnTo>
                        <a:pt x="8" y="68"/>
                      </a:lnTo>
                      <a:lnTo>
                        <a:pt x="8" y="64"/>
                      </a:lnTo>
                      <a:lnTo>
                        <a:pt x="8" y="64"/>
                      </a:lnTo>
                      <a:lnTo>
                        <a:pt x="8" y="64"/>
                      </a:lnTo>
                      <a:lnTo>
                        <a:pt x="8" y="64"/>
                      </a:lnTo>
                      <a:lnTo>
                        <a:pt x="8" y="64"/>
                      </a:lnTo>
                      <a:lnTo>
                        <a:pt x="4" y="64"/>
                      </a:lnTo>
                      <a:lnTo>
                        <a:pt x="4" y="64"/>
                      </a:lnTo>
                      <a:lnTo>
                        <a:pt x="4" y="60"/>
                      </a:lnTo>
                      <a:lnTo>
                        <a:pt x="4" y="60"/>
                      </a:lnTo>
                      <a:lnTo>
                        <a:pt x="0" y="60"/>
                      </a:lnTo>
                      <a:lnTo>
                        <a:pt x="0" y="60"/>
                      </a:lnTo>
                      <a:lnTo>
                        <a:pt x="0" y="60"/>
                      </a:lnTo>
                      <a:lnTo>
                        <a:pt x="0" y="56"/>
                      </a:lnTo>
                      <a:lnTo>
                        <a:pt x="0" y="56"/>
                      </a:lnTo>
                      <a:lnTo>
                        <a:pt x="0" y="56"/>
                      </a:lnTo>
                      <a:lnTo>
                        <a:pt x="0" y="56"/>
                      </a:lnTo>
                      <a:lnTo>
                        <a:pt x="0" y="56"/>
                      </a:lnTo>
                      <a:lnTo>
                        <a:pt x="0" y="56"/>
                      </a:lnTo>
                      <a:lnTo>
                        <a:pt x="0" y="56"/>
                      </a:lnTo>
                      <a:lnTo>
                        <a:pt x="0" y="52"/>
                      </a:lnTo>
                      <a:lnTo>
                        <a:pt x="0" y="52"/>
                      </a:lnTo>
                      <a:lnTo>
                        <a:pt x="0" y="52"/>
                      </a:lnTo>
                      <a:lnTo>
                        <a:pt x="0" y="52"/>
                      </a:lnTo>
                      <a:lnTo>
                        <a:pt x="4" y="48"/>
                      </a:lnTo>
                      <a:lnTo>
                        <a:pt x="4" y="48"/>
                      </a:lnTo>
                      <a:lnTo>
                        <a:pt x="0" y="44"/>
                      </a:lnTo>
                      <a:lnTo>
                        <a:pt x="0" y="42"/>
                      </a:lnTo>
                      <a:lnTo>
                        <a:pt x="8" y="34"/>
                      </a:lnTo>
                      <a:lnTo>
                        <a:pt x="8" y="34"/>
                      </a:lnTo>
                      <a:lnTo>
                        <a:pt x="8" y="30"/>
                      </a:lnTo>
                      <a:lnTo>
                        <a:pt x="8" y="30"/>
                      </a:lnTo>
                      <a:lnTo>
                        <a:pt x="12" y="30"/>
                      </a:lnTo>
                      <a:lnTo>
                        <a:pt x="18" y="30"/>
                      </a:lnTo>
                      <a:lnTo>
                        <a:pt x="18" y="30"/>
                      </a:lnTo>
                      <a:lnTo>
                        <a:pt x="22" y="30"/>
                      </a:lnTo>
                      <a:lnTo>
                        <a:pt x="26" y="30"/>
                      </a:lnTo>
                      <a:lnTo>
                        <a:pt x="26" y="30"/>
                      </a:lnTo>
                      <a:lnTo>
                        <a:pt x="26" y="30"/>
                      </a:lnTo>
                      <a:lnTo>
                        <a:pt x="26" y="30"/>
                      </a:lnTo>
                      <a:lnTo>
                        <a:pt x="26" y="30"/>
                      </a:lnTo>
                      <a:lnTo>
                        <a:pt x="26" y="30"/>
                      </a:lnTo>
                      <a:lnTo>
                        <a:pt x="26" y="30"/>
                      </a:lnTo>
                      <a:lnTo>
                        <a:pt x="26" y="26"/>
                      </a:lnTo>
                      <a:lnTo>
                        <a:pt x="26" y="26"/>
                      </a:lnTo>
                      <a:lnTo>
                        <a:pt x="26" y="26"/>
                      </a:lnTo>
                      <a:lnTo>
                        <a:pt x="26" y="26"/>
                      </a:lnTo>
                      <a:lnTo>
                        <a:pt x="26" y="26"/>
                      </a:lnTo>
                      <a:lnTo>
                        <a:pt x="26" y="26"/>
                      </a:lnTo>
                      <a:lnTo>
                        <a:pt x="26" y="26"/>
                      </a:lnTo>
                      <a:lnTo>
                        <a:pt x="22" y="26"/>
                      </a:lnTo>
                      <a:lnTo>
                        <a:pt x="22" y="26"/>
                      </a:lnTo>
                      <a:lnTo>
                        <a:pt x="22" y="22"/>
                      </a:lnTo>
                      <a:lnTo>
                        <a:pt x="22" y="22"/>
                      </a:lnTo>
                      <a:lnTo>
                        <a:pt x="22" y="22"/>
                      </a:lnTo>
                      <a:lnTo>
                        <a:pt x="22" y="22"/>
                      </a:lnTo>
                      <a:lnTo>
                        <a:pt x="22" y="22"/>
                      </a:lnTo>
                      <a:lnTo>
                        <a:pt x="22" y="22"/>
                      </a:lnTo>
                      <a:lnTo>
                        <a:pt x="22" y="18"/>
                      </a:lnTo>
                      <a:lnTo>
                        <a:pt x="22" y="18"/>
                      </a:lnTo>
                      <a:lnTo>
                        <a:pt x="18" y="18"/>
                      </a:lnTo>
                      <a:lnTo>
                        <a:pt x="18" y="18"/>
                      </a:lnTo>
                      <a:lnTo>
                        <a:pt x="18" y="18"/>
                      </a:lnTo>
                      <a:lnTo>
                        <a:pt x="18" y="18"/>
                      </a:lnTo>
                      <a:lnTo>
                        <a:pt x="18" y="18"/>
                      </a:lnTo>
                      <a:lnTo>
                        <a:pt x="16" y="14"/>
                      </a:lnTo>
                      <a:lnTo>
                        <a:pt x="16" y="14"/>
                      </a:lnTo>
                      <a:lnTo>
                        <a:pt x="16" y="12"/>
                      </a:lnTo>
                      <a:lnTo>
                        <a:pt x="12" y="12"/>
                      </a:lnTo>
                      <a:lnTo>
                        <a:pt x="12" y="12"/>
                      </a:lnTo>
                      <a:lnTo>
                        <a:pt x="12" y="12"/>
                      </a:lnTo>
                      <a:lnTo>
                        <a:pt x="18" y="12"/>
                      </a:lnTo>
                      <a:lnTo>
                        <a:pt x="18" y="4"/>
                      </a:lnTo>
                      <a:lnTo>
                        <a:pt x="18" y="0"/>
                      </a:lnTo>
                      <a:lnTo>
                        <a:pt x="18" y="0"/>
                      </a:lnTo>
                      <a:lnTo>
                        <a:pt x="18" y="0"/>
                      </a:lnTo>
                      <a:lnTo>
                        <a:pt x="18" y="0"/>
                      </a:lnTo>
                      <a:lnTo>
                        <a:pt x="22" y="0"/>
                      </a:lnTo>
                      <a:lnTo>
                        <a:pt x="22" y="0"/>
                      </a:lnTo>
                      <a:lnTo>
                        <a:pt x="30" y="0"/>
                      </a:lnTo>
                      <a:lnTo>
                        <a:pt x="30" y="0"/>
                      </a:lnTo>
                      <a:lnTo>
                        <a:pt x="34" y="0"/>
                      </a:lnTo>
                      <a:lnTo>
                        <a:pt x="42" y="0"/>
                      </a:lnTo>
                      <a:lnTo>
                        <a:pt x="46" y="0"/>
                      </a:lnTo>
                      <a:lnTo>
                        <a:pt x="46" y="4"/>
                      </a:lnTo>
                      <a:lnTo>
                        <a:pt x="46" y="8"/>
                      </a:lnTo>
                      <a:lnTo>
                        <a:pt x="46" y="14"/>
                      </a:lnTo>
                      <a:lnTo>
                        <a:pt x="46" y="26"/>
                      </a:lnTo>
                      <a:lnTo>
                        <a:pt x="42" y="30"/>
                      </a:lnTo>
                      <a:lnTo>
                        <a:pt x="42" y="34"/>
                      </a:lnTo>
                      <a:lnTo>
                        <a:pt x="42" y="34"/>
                      </a:lnTo>
                      <a:lnTo>
                        <a:pt x="46" y="34"/>
                      </a:lnTo>
                      <a:lnTo>
                        <a:pt x="46" y="34"/>
                      </a:lnTo>
                      <a:lnTo>
                        <a:pt x="46" y="34"/>
                      </a:lnTo>
                      <a:lnTo>
                        <a:pt x="50" y="34"/>
                      </a:lnTo>
                      <a:lnTo>
                        <a:pt x="50" y="34"/>
                      </a:lnTo>
                      <a:lnTo>
                        <a:pt x="50" y="34"/>
                      </a:lnTo>
                      <a:lnTo>
                        <a:pt x="50" y="34"/>
                      </a:lnTo>
                      <a:lnTo>
                        <a:pt x="50" y="34"/>
                      </a:lnTo>
                      <a:lnTo>
                        <a:pt x="50" y="34"/>
                      </a:lnTo>
                      <a:lnTo>
                        <a:pt x="50" y="38"/>
                      </a:lnTo>
                      <a:lnTo>
                        <a:pt x="52" y="38"/>
                      </a:lnTo>
                      <a:lnTo>
                        <a:pt x="52" y="38"/>
                      </a:lnTo>
                      <a:lnTo>
                        <a:pt x="52" y="38"/>
                      </a:lnTo>
                      <a:lnTo>
                        <a:pt x="52" y="38"/>
                      </a:lnTo>
                      <a:lnTo>
                        <a:pt x="52" y="34"/>
                      </a:lnTo>
                      <a:lnTo>
                        <a:pt x="52" y="34"/>
                      </a:lnTo>
                      <a:lnTo>
                        <a:pt x="52" y="34"/>
                      </a:lnTo>
                      <a:lnTo>
                        <a:pt x="52" y="34"/>
                      </a:lnTo>
                      <a:lnTo>
                        <a:pt x="56" y="34"/>
                      </a:lnTo>
                      <a:lnTo>
                        <a:pt x="56" y="38"/>
                      </a:lnTo>
                      <a:lnTo>
                        <a:pt x="56" y="38"/>
                      </a:lnTo>
                      <a:lnTo>
                        <a:pt x="56" y="38"/>
                      </a:lnTo>
                      <a:lnTo>
                        <a:pt x="56" y="38"/>
                      </a:lnTo>
                      <a:lnTo>
                        <a:pt x="56" y="38"/>
                      </a:lnTo>
                      <a:lnTo>
                        <a:pt x="56" y="38"/>
                      </a:lnTo>
                      <a:lnTo>
                        <a:pt x="52" y="42"/>
                      </a:lnTo>
                      <a:lnTo>
                        <a:pt x="52" y="42"/>
                      </a:lnTo>
                      <a:lnTo>
                        <a:pt x="52" y="44"/>
                      </a:lnTo>
                      <a:lnTo>
                        <a:pt x="50" y="44"/>
                      </a:lnTo>
                      <a:lnTo>
                        <a:pt x="50" y="44"/>
                      </a:lnTo>
                      <a:lnTo>
                        <a:pt x="46" y="48"/>
                      </a:lnTo>
                      <a:lnTo>
                        <a:pt x="46" y="48"/>
                      </a:lnTo>
                      <a:lnTo>
                        <a:pt x="46" y="48"/>
                      </a:lnTo>
                      <a:lnTo>
                        <a:pt x="46" y="48"/>
                      </a:lnTo>
                      <a:lnTo>
                        <a:pt x="46" y="48"/>
                      </a:lnTo>
                      <a:lnTo>
                        <a:pt x="46" y="48"/>
                      </a:lnTo>
                      <a:lnTo>
                        <a:pt x="46" y="48"/>
                      </a:lnTo>
                      <a:lnTo>
                        <a:pt x="46" y="52"/>
                      </a:lnTo>
                      <a:lnTo>
                        <a:pt x="46" y="52"/>
                      </a:lnTo>
                      <a:lnTo>
                        <a:pt x="42" y="52"/>
                      </a:lnTo>
                      <a:lnTo>
                        <a:pt x="42" y="52"/>
                      </a:lnTo>
                      <a:lnTo>
                        <a:pt x="42" y="52"/>
                      </a:lnTo>
                      <a:lnTo>
                        <a:pt x="46" y="56"/>
                      </a:lnTo>
                      <a:lnTo>
                        <a:pt x="46" y="56"/>
                      </a:lnTo>
                      <a:lnTo>
                        <a:pt x="46" y="56"/>
                      </a:lnTo>
                      <a:lnTo>
                        <a:pt x="46" y="56"/>
                      </a:lnTo>
                      <a:lnTo>
                        <a:pt x="42" y="56"/>
                      </a:lnTo>
                      <a:lnTo>
                        <a:pt x="42" y="60"/>
                      </a:lnTo>
                      <a:lnTo>
                        <a:pt x="42" y="60"/>
                      </a:lnTo>
                      <a:lnTo>
                        <a:pt x="42" y="60"/>
                      </a:lnTo>
                      <a:lnTo>
                        <a:pt x="42" y="60"/>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224" name="Freeform 75">
                  <a:extLst>
                    <a:ext uri="{FF2B5EF4-FFF2-40B4-BE49-F238E27FC236}">
                      <a16:creationId xmlns:a16="http://schemas.microsoft.com/office/drawing/2014/main" id="{A6353E6E-B81E-63CE-0885-3D1DC29E6693}"/>
                    </a:ext>
                  </a:extLst>
                </p:cNvPr>
                <p:cNvSpPr>
                  <a:spLocks noEditPoints="1"/>
                </p:cNvSpPr>
                <p:nvPr/>
              </p:nvSpPr>
              <p:spPr bwMode="gray">
                <a:xfrm>
                  <a:off x="2966762" y="3917920"/>
                  <a:ext cx="69571" cy="59135"/>
                </a:xfrm>
                <a:custGeom>
                  <a:avLst/>
                  <a:gdLst>
                    <a:gd name="T0" fmla="*/ 22 w 40"/>
                    <a:gd name="T1" fmla="*/ 0 h 34"/>
                    <a:gd name="T2" fmla="*/ 26 w 40"/>
                    <a:gd name="T3" fmla="*/ 0 h 34"/>
                    <a:gd name="T4" fmla="*/ 26 w 40"/>
                    <a:gd name="T5" fmla="*/ 0 h 34"/>
                    <a:gd name="T6" fmla="*/ 18 w 40"/>
                    <a:gd name="T7" fmla="*/ 8 h 34"/>
                    <a:gd name="T8" fmla="*/ 14 w 40"/>
                    <a:gd name="T9" fmla="*/ 8 h 34"/>
                    <a:gd name="T10" fmla="*/ 14 w 40"/>
                    <a:gd name="T11" fmla="*/ 4 h 34"/>
                    <a:gd name="T12" fmla="*/ 18 w 40"/>
                    <a:gd name="T13" fmla="*/ 4 h 34"/>
                    <a:gd name="T14" fmla="*/ 22 w 40"/>
                    <a:gd name="T15" fmla="*/ 0 h 34"/>
                    <a:gd name="T16" fmla="*/ 26 w 40"/>
                    <a:gd name="T17" fmla="*/ 0 h 34"/>
                    <a:gd name="T18" fmla="*/ 30 w 40"/>
                    <a:gd name="T19" fmla="*/ 4 h 34"/>
                    <a:gd name="T20" fmla="*/ 34 w 40"/>
                    <a:gd name="T21" fmla="*/ 4 h 34"/>
                    <a:gd name="T22" fmla="*/ 40 w 40"/>
                    <a:gd name="T23" fmla="*/ 4 h 34"/>
                    <a:gd name="T24" fmla="*/ 40 w 40"/>
                    <a:gd name="T25" fmla="*/ 8 h 34"/>
                    <a:gd name="T26" fmla="*/ 40 w 40"/>
                    <a:gd name="T27" fmla="*/ 8 h 34"/>
                    <a:gd name="T28" fmla="*/ 40 w 40"/>
                    <a:gd name="T29" fmla="*/ 12 h 34"/>
                    <a:gd name="T30" fmla="*/ 40 w 40"/>
                    <a:gd name="T31" fmla="*/ 16 h 34"/>
                    <a:gd name="T32" fmla="*/ 40 w 40"/>
                    <a:gd name="T33" fmla="*/ 16 h 34"/>
                    <a:gd name="T34" fmla="*/ 40 w 40"/>
                    <a:gd name="T35" fmla="*/ 22 h 34"/>
                    <a:gd name="T36" fmla="*/ 40 w 40"/>
                    <a:gd name="T37" fmla="*/ 22 h 34"/>
                    <a:gd name="T38" fmla="*/ 38 w 40"/>
                    <a:gd name="T39" fmla="*/ 22 h 34"/>
                    <a:gd name="T40" fmla="*/ 38 w 40"/>
                    <a:gd name="T41" fmla="*/ 22 h 34"/>
                    <a:gd name="T42" fmla="*/ 38 w 40"/>
                    <a:gd name="T43" fmla="*/ 26 h 34"/>
                    <a:gd name="T44" fmla="*/ 38 w 40"/>
                    <a:gd name="T45" fmla="*/ 26 h 34"/>
                    <a:gd name="T46" fmla="*/ 40 w 40"/>
                    <a:gd name="T47" fmla="*/ 30 h 34"/>
                    <a:gd name="T48" fmla="*/ 40 w 40"/>
                    <a:gd name="T49" fmla="*/ 34 h 34"/>
                    <a:gd name="T50" fmla="*/ 38 w 40"/>
                    <a:gd name="T51" fmla="*/ 34 h 34"/>
                    <a:gd name="T52" fmla="*/ 34 w 40"/>
                    <a:gd name="T53" fmla="*/ 30 h 34"/>
                    <a:gd name="T54" fmla="*/ 34 w 40"/>
                    <a:gd name="T55" fmla="*/ 30 h 34"/>
                    <a:gd name="T56" fmla="*/ 30 w 40"/>
                    <a:gd name="T57" fmla="*/ 34 h 34"/>
                    <a:gd name="T58" fmla="*/ 26 w 40"/>
                    <a:gd name="T59" fmla="*/ 34 h 34"/>
                    <a:gd name="T60" fmla="*/ 22 w 40"/>
                    <a:gd name="T61" fmla="*/ 34 h 34"/>
                    <a:gd name="T62" fmla="*/ 18 w 40"/>
                    <a:gd name="T63" fmla="*/ 30 h 34"/>
                    <a:gd name="T64" fmla="*/ 10 w 40"/>
                    <a:gd name="T65" fmla="*/ 34 h 34"/>
                    <a:gd name="T66" fmla="*/ 10 w 40"/>
                    <a:gd name="T67" fmla="*/ 34 h 34"/>
                    <a:gd name="T68" fmla="*/ 10 w 40"/>
                    <a:gd name="T69" fmla="*/ 34 h 34"/>
                    <a:gd name="T70" fmla="*/ 10 w 40"/>
                    <a:gd name="T71" fmla="*/ 34 h 34"/>
                    <a:gd name="T72" fmla="*/ 8 w 40"/>
                    <a:gd name="T73" fmla="*/ 34 h 34"/>
                    <a:gd name="T74" fmla="*/ 4 w 40"/>
                    <a:gd name="T75" fmla="*/ 30 h 34"/>
                    <a:gd name="T76" fmla="*/ 4 w 40"/>
                    <a:gd name="T77" fmla="*/ 30 h 34"/>
                    <a:gd name="T78" fmla="*/ 4 w 40"/>
                    <a:gd name="T79" fmla="*/ 22 h 34"/>
                    <a:gd name="T80" fmla="*/ 8 w 40"/>
                    <a:gd name="T81" fmla="*/ 22 h 34"/>
                    <a:gd name="T82" fmla="*/ 10 w 40"/>
                    <a:gd name="T83" fmla="*/ 26 h 34"/>
                    <a:gd name="T84" fmla="*/ 10 w 40"/>
                    <a:gd name="T85" fmla="*/ 26 h 34"/>
                    <a:gd name="T86" fmla="*/ 14 w 40"/>
                    <a:gd name="T87" fmla="*/ 26 h 34"/>
                    <a:gd name="T88" fmla="*/ 10 w 40"/>
                    <a:gd name="T89" fmla="*/ 26 h 34"/>
                    <a:gd name="T90" fmla="*/ 14 w 40"/>
                    <a:gd name="T91" fmla="*/ 26 h 34"/>
                    <a:gd name="T92" fmla="*/ 22 w 40"/>
                    <a:gd name="T93" fmla="*/ 26 h 34"/>
                    <a:gd name="T94" fmla="*/ 22 w 40"/>
                    <a:gd name="T95" fmla="*/ 26 h 34"/>
                    <a:gd name="T96" fmla="*/ 26 w 40"/>
                    <a:gd name="T97" fmla="*/ 26 h 34"/>
                    <a:gd name="T98" fmla="*/ 26 w 40"/>
                    <a:gd name="T99" fmla="*/ 26 h 34"/>
                    <a:gd name="T100" fmla="*/ 30 w 40"/>
                    <a:gd name="T101" fmla="*/ 26 h 34"/>
                    <a:gd name="T102" fmla="*/ 30 w 40"/>
                    <a:gd name="T103" fmla="*/ 22 h 34"/>
                    <a:gd name="T104" fmla="*/ 30 w 40"/>
                    <a:gd name="T105" fmla="*/ 22 h 34"/>
                    <a:gd name="T106" fmla="*/ 26 w 40"/>
                    <a:gd name="T107" fmla="*/ 20 h 34"/>
                    <a:gd name="T108" fmla="*/ 26 w 40"/>
                    <a:gd name="T109" fmla="*/ 16 h 34"/>
                    <a:gd name="T110" fmla="*/ 22 w 40"/>
                    <a:gd name="T111" fmla="*/ 8 h 34"/>
                    <a:gd name="T112" fmla="*/ 22 w 40"/>
                    <a:gd name="T113" fmla="*/ 8 h 34"/>
                    <a:gd name="T114" fmla="*/ 18 w 40"/>
                    <a:gd name="T115" fmla="*/ 20 h 34"/>
                    <a:gd name="T116" fmla="*/ 18 w 40"/>
                    <a:gd name="T117" fmla="*/ 20 h 34"/>
                    <a:gd name="T118" fmla="*/ 22 w 40"/>
                    <a:gd name="T119" fmla="*/ 20 h 34"/>
                    <a:gd name="T120" fmla="*/ 26 w 40"/>
                    <a:gd name="T121" fmla="*/ 22 h 34"/>
                    <a:gd name="T122" fmla="*/ 26 w 40"/>
                    <a:gd name="T123" fmla="*/ 2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0" h="34">
                      <a:moveTo>
                        <a:pt x="26" y="0"/>
                      </a:moveTo>
                      <a:lnTo>
                        <a:pt x="26" y="0"/>
                      </a:lnTo>
                      <a:lnTo>
                        <a:pt x="22" y="0"/>
                      </a:lnTo>
                      <a:lnTo>
                        <a:pt x="22" y="0"/>
                      </a:lnTo>
                      <a:lnTo>
                        <a:pt x="22" y="0"/>
                      </a:lnTo>
                      <a:lnTo>
                        <a:pt x="22" y="0"/>
                      </a:lnTo>
                      <a:lnTo>
                        <a:pt x="22" y="0"/>
                      </a:lnTo>
                      <a:lnTo>
                        <a:pt x="22" y="0"/>
                      </a:lnTo>
                      <a:lnTo>
                        <a:pt x="22" y="0"/>
                      </a:lnTo>
                      <a:lnTo>
                        <a:pt x="26" y="0"/>
                      </a:lnTo>
                      <a:lnTo>
                        <a:pt x="26" y="0"/>
                      </a:lnTo>
                      <a:lnTo>
                        <a:pt x="26" y="0"/>
                      </a:lnTo>
                      <a:lnTo>
                        <a:pt x="26" y="0"/>
                      </a:lnTo>
                      <a:lnTo>
                        <a:pt x="26" y="0"/>
                      </a:lnTo>
                      <a:lnTo>
                        <a:pt x="26" y="0"/>
                      </a:lnTo>
                      <a:lnTo>
                        <a:pt x="26" y="0"/>
                      </a:lnTo>
                      <a:lnTo>
                        <a:pt x="26" y="0"/>
                      </a:lnTo>
                      <a:lnTo>
                        <a:pt x="26" y="0"/>
                      </a:lnTo>
                      <a:close/>
                      <a:moveTo>
                        <a:pt x="22" y="8"/>
                      </a:moveTo>
                      <a:lnTo>
                        <a:pt x="18" y="8"/>
                      </a:lnTo>
                      <a:lnTo>
                        <a:pt x="18" y="8"/>
                      </a:lnTo>
                      <a:lnTo>
                        <a:pt x="18" y="8"/>
                      </a:lnTo>
                      <a:lnTo>
                        <a:pt x="14" y="8"/>
                      </a:lnTo>
                      <a:lnTo>
                        <a:pt x="14" y="8"/>
                      </a:lnTo>
                      <a:lnTo>
                        <a:pt x="14" y="8"/>
                      </a:lnTo>
                      <a:lnTo>
                        <a:pt x="14" y="4"/>
                      </a:lnTo>
                      <a:lnTo>
                        <a:pt x="14" y="4"/>
                      </a:lnTo>
                      <a:lnTo>
                        <a:pt x="14" y="4"/>
                      </a:lnTo>
                      <a:lnTo>
                        <a:pt x="14" y="4"/>
                      </a:lnTo>
                      <a:lnTo>
                        <a:pt x="14" y="4"/>
                      </a:lnTo>
                      <a:lnTo>
                        <a:pt x="14" y="4"/>
                      </a:lnTo>
                      <a:lnTo>
                        <a:pt x="14" y="4"/>
                      </a:lnTo>
                      <a:lnTo>
                        <a:pt x="18" y="4"/>
                      </a:lnTo>
                      <a:lnTo>
                        <a:pt x="18" y="4"/>
                      </a:lnTo>
                      <a:lnTo>
                        <a:pt x="18" y="4"/>
                      </a:lnTo>
                      <a:lnTo>
                        <a:pt x="18" y="4"/>
                      </a:lnTo>
                      <a:lnTo>
                        <a:pt x="18" y="4"/>
                      </a:lnTo>
                      <a:lnTo>
                        <a:pt x="18" y="0"/>
                      </a:lnTo>
                      <a:lnTo>
                        <a:pt x="18" y="0"/>
                      </a:lnTo>
                      <a:lnTo>
                        <a:pt x="22" y="0"/>
                      </a:lnTo>
                      <a:lnTo>
                        <a:pt x="22" y="0"/>
                      </a:lnTo>
                      <a:lnTo>
                        <a:pt x="22" y="0"/>
                      </a:lnTo>
                      <a:lnTo>
                        <a:pt x="26" y="0"/>
                      </a:lnTo>
                      <a:lnTo>
                        <a:pt x="26" y="0"/>
                      </a:lnTo>
                      <a:lnTo>
                        <a:pt x="26" y="0"/>
                      </a:lnTo>
                      <a:lnTo>
                        <a:pt x="26" y="0"/>
                      </a:lnTo>
                      <a:lnTo>
                        <a:pt x="26" y="0"/>
                      </a:lnTo>
                      <a:lnTo>
                        <a:pt x="26" y="0"/>
                      </a:lnTo>
                      <a:lnTo>
                        <a:pt x="30" y="0"/>
                      </a:lnTo>
                      <a:lnTo>
                        <a:pt x="30" y="4"/>
                      </a:lnTo>
                      <a:lnTo>
                        <a:pt x="30" y="4"/>
                      </a:lnTo>
                      <a:lnTo>
                        <a:pt x="34" y="4"/>
                      </a:lnTo>
                      <a:lnTo>
                        <a:pt x="34" y="4"/>
                      </a:lnTo>
                      <a:lnTo>
                        <a:pt x="34" y="4"/>
                      </a:lnTo>
                      <a:lnTo>
                        <a:pt x="34" y="4"/>
                      </a:lnTo>
                      <a:lnTo>
                        <a:pt x="34" y="4"/>
                      </a:lnTo>
                      <a:lnTo>
                        <a:pt x="38" y="4"/>
                      </a:lnTo>
                      <a:lnTo>
                        <a:pt x="38" y="4"/>
                      </a:lnTo>
                      <a:lnTo>
                        <a:pt x="38" y="4"/>
                      </a:lnTo>
                      <a:lnTo>
                        <a:pt x="40" y="4"/>
                      </a:lnTo>
                      <a:lnTo>
                        <a:pt x="40" y="4"/>
                      </a:lnTo>
                      <a:lnTo>
                        <a:pt x="40" y="4"/>
                      </a:lnTo>
                      <a:lnTo>
                        <a:pt x="40" y="4"/>
                      </a:lnTo>
                      <a:lnTo>
                        <a:pt x="40" y="8"/>
                      </a:lnTo>
                      <a:lnTo>
                        <a:pt x="40" y="8"/>
                      </a:lnTo>
                      <a:lnTo>
                        <a:pt x="40" y="8"/>
                      </a:lnTo>
                      <a:lnTo>
                        <a:pt x="40" y="8"/>
                      </a:lnTo>
                      <a:lnTo>
                        <a:pt x="40" y="8"/>
                      </a:lnTo>
                      <a:lnTo>
                        <a:pt x="40" y="8"/>
                      </a:lnTo>
                      <a:lnTo>
                        <a:pt x="40" y="8"/>
                      </a:lnTo>
                      <a:lnTo>
                        <a:pt x="40" y="8"/>
                      </a:lnTo>
                      <a:lnTo>
                        <a:pt x="40" y="8"/>
                      </a:lnTo>
                      <a:lnTo>
                        <a:pt x="40" y="8"/>
                      </a:lnTo>
                      <a:lnTo>
                        <a:pt x="40" y="12"/>
                      </a:lnTo>
                      <a:lnTo>
                        <a:pt x="40" y="12"/>
                      </a:lnTo>
                      <a:lnTo>
                        <a:pt x="40" y="12"/>
                      </a:lnTo>
                      <a:lnTo>
                        <a:pt x="40" y="12"/>
                      </a:lnTo>
                      <a:lnTo>
                        <a:pt x="40" y="16"/>
                      </a:lnTo>
                      <a:lnTo>
                        <a:pt x="40" y="16"/>
                      </a:lnTo>
                      <a:lnTo>
                        <a:pt x="40" y="16"/>
                      </a:lnTo>
                      <a:lnTo>
                        <a:pt x="40" y="16"/>
                      </a:lnTo>
                      <a:lnTo>
                        <a:pt x="40" y="16"/>
                      </a:lnTo>
                      <a:lnTo>
                        <a:pt x="40" y="16"/>
                      </a:lnTo>
                      <a:lnTo>
                        <a:pt x="40" y="16"/>
                      </a:lnTo>
                      <a:lnTo>
                        <a:pt x="40" y="16"/>
                      </a:lnTo>
                      <a:lnTo>
                        <a:pt x="40" y="16"/>
                      </a:lnTo>
                      <a:lnTo>
                        <a:pt x="40" y="20"/>
                      </a:lnTo>
                      <a:lnTo>
                        <a:pt x="40" y="20"/>
                      </a:lnTo>
                      <a:lnTo>
                        <a:pt x="40" y="20"/>
                      </a:lnTo>
                      <a:lnTo>
                        <a:pt x="40" y="22"/>
                      </a:lnTo>
                      <a:lnTo>
                        <a:pt x="40" y="22"/>
                      </a:lnTo>
                      <a:lnTo>
                        <a:pt x="40" y="22"/>
                      </a:lnTo>
                      <a:lnTo>
                        <a:pt x="40" y="22"/>
                      </a:lnTo>
                      <a:lnTo>
                        <a:pt x="40" y="22"/>
                      </a:lnTo>
                      <a:lnTo>
                        <a:pt x="40" y="22"/>
                      </a:lnTo>
                      <a:lnTo>
                        <a:pt x="40" y="22"/>
                      </a:lnTo>
                      <a:lnTo>
                        <a:pt x="40" y="22"/>
                      </a:lnTo>
                      <a:lnTo>
                        <a:pt x="40" y="22"/>
                      </a:lnTo>
                      <a:lnTo>
                        <a:pt x="40" y="22"/>
                      </a:lnTo>
                      <a:lnTo>
                        <a:pt x="38" y="22"/>
                      </a:lnTo>
                      <a:lnTo>
                        <a:pt x="38" y="22"/>
                      </a:lnTo>
                      <a:lnTo>
                        <a:pt x="38" y="22"/>
                      </a:lnTo>
                      <a:lnTo>
                        <a:pt x="38" y="26"/>
                      </a:lnTo>
                      <a:lnTo>
                        <a:pt x="38" y="22"/>
                      </a:lnTo>
                      <a:lnTo>
                        <a:pt x="38" y="22"/>
                      </a:lnTo>
                      <a:lnTo>
                        <a:pt x="38" y="22"/>
                      </a:lnTo>
                      <a:lnTo>
                        <a:pt x="38" y="22"/>
                      </a:lnTo>
                      <a:lnTo>
                        <a:pt x="38" y="26"/>
                      </a:lnTo>
                      <a:lnTo>
                        <a:pt x="38" y="26"/>
                      </a:lnTo>
                      <a:lnTo>
                        <a:pt x="38" y="26"/>
                      </a:lnTo>
                      <a:lnTo>
                        <a:pt x="38" y="26"/>
                      </a:lnTo>
                      <a:lnTo>
                        <a:pt x="38" y="26"/>
                      </a:lnTo>
                      <a:lnTo>
                        <a:pt x="38" y="26"/>
                      </a:lnTo>
                      <a:lnTo>
                        <a:pt x="38" y="26"/>
                      </a:lnTo>
                      <a:lnTo>
                        <a:pt x="38" y="26"/>
                      </a:lnTo>
                      <a:lnTo>
                        <a:pt x="38" y="30"/>
                      </a:lnTo>
                      <a:lnTo>
                        <a:pt x="40" y="30"/>
                      </a:lnTo>
                      <a:lnTo>
                        <a:pt x="40" y="30"/>
                      </a:lnTo>
                      <a:lnTo>
                        <a:pt x="40" y="30"/>
                      </a:lnTo>
                      <a:lnTo>
                        <a:pt x="40" y="30"/>
                      </a:lnTo>
                      <a:lnTo>
                        <a:pt x="40" y="30"/>
                      </a:lnTo>
                      <a:lnTo>
                        <a:pt x="40" y="30"/>
                      </a:lnTo>
                      <a:lnTo>
                        <a:pt x="40" y="30"/>
                      </a:lnTo>
                      <a:lnTo>
                        <a:pt x="40" y="34"/>
                      </a:lnTo>
                      <a:lnTo>
                        <a:pt x="40" y="34"/>
                      </a:lnTo>
                      <a:lnTo>
                        <a:pt x="40" y="34"/>
                      </a:lnTo>
                      <a:lnTo>
                        <a:pt x="40" y="34"/>
                      </a:lnTo>
                      <a:lnTo>
                        <a:pt x="40" y="34"/>
                      </a:lnTo>
                      <a:lnTo>
                        <a:pt x="40" y="34"/>
                      </a:lnTo>
                      <a:lnTo>
                        <a:pt x="38" y="34"/>
                      </a:lnTo>
                      <a:lnTo>
                        <a:pt x="38" y="34"/>
                      </a:lnTo>
                      <a:lnTo>
                        <a:pt x="38" y="34"/>
                      </a:lnTo>
                      <a:lnTo>
                        <a:pt x="38" y="34"/>
                      </a:lnTo>
                      <a:lnTo>
                        <a:pt x="38" y="30"/>
                      </a:lnTo>
                      <a:lnTo>
                        <a:pt x="34" y="30"/>
                      </a:lnTo>
                      <a:lnTo>
                        <a:pt x="34" y="30"/>
                      </a:lnTo>
                      <a:lnTo>
                        <a:pt x="34" y="30"/>
                      </a:lnTo>
                      <a:lnTo>
                        <a:pt x="34" y="30"/>
                      </a:lnTo>
                      <a:lnTo>
                        <a:pt x="34" y="30"/>
                      </a:lnTo>
                      <a:lnTo>
                        <a:pt x="34" y="30"/>
                      </a:lnTo>
                      <a:lnTo>
                        <a:pt x="34" y="30"/>
                      </a:lnTo>
                      <a:lnTo>
                        <a:pt x="30" y="30"/>
                      </a:lnTo>
                      <a:lnTo>
                        <a:pt x="30" y="30"/>
                      </a:lnTo>
                      <a:lnTo>
                        <a:pt x="30" y="30"/>
                      </a:lnTo>
                      <a:lnTo>
                        <a:pt x="30" y="34"/>
                      </a:lnTo>
                      <a:lnTo>
                        <a:pt x="26" y="34"/>
                      </a:lnTo>
                      <a:lnTo>
                        <a:pt x="26" y="34"/>
                      </a:lnTo>
                      <a:lnTo>
                        <a:pt x="26" y="34"/>
                      </a:lnTo>
                      <a:lnTo>
                        <a:pt x="26" y="34"/>
                      </a:lnTo>
                      <a:lnTo>
                        <a:pt x="26" y="34"/>
                      </a:lnTo>
                      <a:lnTo>
                        <a:pt x="26" y="34"/>
                      </a:lnTo>
                      <a:lnTo>
                        <a:pt x="26" y="34"/>
                      </a:lnTo>
                      <a:lnTo>
                        <a:pt x="26" y="34"/>
                      </a:lnTo>
                      <a:lnTo>
                        <a:pt x="26" y="34"/>
                      </a:lnTo>
                      <a:lnTo>
                        <a:pt x="22" y="34"/>
                      </a:lnTo>
                      <a:lnTo>
                        <a:pt x="22" y="34"/>
                      </a:lnTo>
                      <a:lnTo>
                        <a:pt x="22" y="34"/>
                      </a:lnTo>
                      <a:lnTo>
                        <a:pt x="22" y="34"/>
                      </a:lnTo>
                      <a:lnTo>
                        <a:pt x="18" y="30"/>
                      </a:lnTo>
                      <a:lnTo>
                        <a:pt x="18" y="30"/>
                      </a:lnTo>
                      <a:lnTo>
                        <a:pt x="18" y="30"/>
                      </a:lnTo>
                      <a:lnTo>
                        <a:pt x="18" y="30"/>
                      </a:lnTo>
                      <a:lnTo>
                        <a:pt x="14" y="30"/>
                      </a:lnTo>
                      <a:lnTo>
                        <a:pt x="14" y="30"/>
                      </a:lnTo>
                      <a:lnTo>
                        <a:pt x="10" y="34"/>
                      </a:lnTo>
                      <a:lnTo>
                        <a:pt x="10" y="34"/>
                      </a:lnTo>
                      <a:lnTo>
                        <a:pt x="10" y="34"/>
                      </a:lnTo>
                      <a:lnTo>
                        <a:pt x="10" y="34"/>
                      </a:lnTo>
                      <a:lnTo>
                        <a:pt x="10" y="34"/>
                      </a:lnTo>
                      <a:lnTo>
                        <a:pt x="10" y="34"/>
                      </a:lnTo>
                      <a:lnTo>
                        <a:pt x="10" y="34"/>
                      </a:lnTo>
                      <a:lnTo>
                        <a:pt x="10" y="34"/>
                      </a:lnTo>
                      <a:lnTo>
                        <a:pt x="10" y="34"/>
                      </a:lnTo>
                      <a:lnTo>
                        <a:pt x="10" y="34"/>
                      </a:lnTo>
                      <a:lnTo>
                        <a:pt x="10" y="34"/>
                      </a:lnTo>
                      <a:lnTo>
                        <a:pt x="10" y="34"/>
                      </a:lnTo>
                      <a:lnTo>
                        <a:pt x="10" y="34"/>
                      </a:lnTo>
                      <a:lnTo>
                        <a:pt x="10" y="34"/>
                      </a:lnTo>
                      <a:lnTo>
                        <a:pt x="10" y="34"/>
                      </a:lnTo>
                      <a:lnTo>
                        <a:pt x="10" y="34"/>
                      </a:lnTo>
                      <a:lnTo>
                        <a:pt x="10" y="34"/>
                      </a:lnTo>
                      <a:lnTo>
                        <a:pt x="10" y="34"/>
                      </a:lnTo>
                      <a:lnTo>
                        <a:pt x="8" y="34"/>
                      </a:lnTo>
                      <a:lnTo>
                        <a:pt x="8" y="34"/>
                      </a:lnTo>
                      <a:lnTo>
                        <a:pt x="8" y="34"/>
                      </a:lnTo>
                      <a:lnTo>
                        <a:pt x="8" y="30"/>
                      </a:lnTo>
                      <a:lnTo>
                        <a:pt x="8" y="30"/>
                      </a:lnTo>
                      <a:lnTo>
                        <a:pt x="4" y="30"/>
                      </a:lnTo>
                      <a:lnTo>
                        <a:pt x="4" y="30"/>
                      </a:lnTo>
                      <a:lnTo>
                        <a:pt x="4" y="30"/>
                      </a:lnTo>
                      <a:lnTo>
                        <a:pt x="4" y="30"/>
                      </a:lnTo>
                      <a:lnTo>
                        <a:pt x="4" y="30"/>
                      </a:lnTo>
                      <a:lnTo>
                        <a:pt x="4" y="30"/>
                      </a:lnTo>
                      <a:lnTo>
                        <a:pt x="4" y="30"/>
                      </a:lnTo>
                      <a:lnTo>
                        <a:pt x="4" y="30"/>
                      </a:lnTo>
                      <a:lnTo>
                        <a:pt x="0" y="30"/>
                      </a:lnTo>
                      <a:lnTo>
                        <a:pt x="0" y="30"/>
                      </a:lnTo>
                      <a:lnTo>
                        <a:pt x="0" y="26"/>
                      </a:lnTo>
                      <a:lnTo>
                        <a:pt x="4" y="22"/>
                      </a:lnTo>
                      <a:lnTo>
                        <a:pt x="4" y="22"/>
                      </a:lnTo>
                      <a:lnTo>
                        <a:pt x="4" y="22"/>
                      </a:lnTo>
                      <a:lnTo>
                        <a:pt x="4" y="22"/>
                      </a:lnTo>
                      <a:lnTo>
                        <a:pt x="8" y="22"/>
                      </a:lnTo>
                      <a:lnTo>
                        <a:pt x="8" y="22"/>
                      </a:lnTo>
                      <a:lnTo>
                        <a:pt x="8" y="22"/>
                      </a:lnTo>
                      <a:lnTo>
                        <a:pt x="8" y="22"/>
                      </a:lnTo>
                      <a:lnTo>
                        <a:pt x="8" y="26"/>
                      </a:lnTo>
                      <a:lnTo>
                        <a:pt x="8" y="26"/>
                      </a:lnTo>
                      <a:lnTo>
                        <a:pt x="8" y="26"/>
                      </a:lnTo>
                      <a:lnTo>
                        <a:pt x="10" y="26"/>
                      </a:lnTo>
                      <a:lnTo>
                        <a:pt x="10" y="26"/>
                      </a:lnTo>
                      <a:lnTo>
                        <a:pt x="10" y="26"/>
                      </a:lnTo>
                      <a:lnTo>
                        <a:pt x="10" y="26"/>
                      </a:lnTo>
                      <a:lnTo>
                        <a:pt x="10" y="26"/>
                      </a:lnTo>
                      <a:lnTo>
                        <a:pt x="10" y="26"/>
                      </a:lnTo>
                      <a:lnTo>
                        <a:pt x="14" y="26"/>
                      </a:lnTo>
                      <a:lnTo>
                        <a:pt x="14" y="26"/>
                      </a:lnTo>
                      <a:lnTo>
                        <a:pt x="14" y="26"/>
                      </a:lnTo>
                      <a:lnTo>
                        <a:pt x="14" y="26"/>
                      </a:lnTo>
                      <a:lnTo>
                        <a:pt x="14" y="26"/>
                      </a:lnTo>
                      <a:lnTo>
                        <a:pt x="10" y="26"/>
                      </a:lnTo>
                      <a:lnTo>
                        <a:pt x="10" y="26"/>
                      </a:lnTo>
                      <a:lnTo>
                        <a:pt x="10" y="26"/>
                      </a:lnTo>
                      <a:lnTo>
                        <a:pt x="10" y="26"/>
                      </a:lnTo>
                      <a:lnTo>
                        <a:pt x="10" y="26"/>
                      </a:lnTo>
                      <a:lnTo>
                        <a:pt x="14" y="26"/>
                      </a:lnTo>
                      <a:lnTo>
                        <a:pt x="14" y="26"/>
                      </a:lnTo>
                      <a:lnTo>
                        <a:pt x="14" y="26"/>
                      </a:lnTo>
                      <a:lnTo>
                        <a:pt x="14" y="26"/>
                      </a:lnTo>
                      <a:lnTo>
                        <a:pt x="14" y="26"/>
                      </a:lnTo>
                      <a:lnTo>
                        <a:pt x="14" y="26"/>
                      </a:lnTo>
                      <a:lnTo>
                        <a:pt x="18" y="26"/>
                      </a:lnTo>
                      <a:lnTo>
                        <a:pt x="18" y="26"/>
                      </a:lnTo>
                      <a:lnTo>
                        <a:pt x="18" y="26"/>
                      </a:lnTo>
                      <a:lnTo>
                        <a:pt x="22" y="26"/>
                      </a:lnTo>
                      <a:lnTo>
                        <a:pt x="22" y="26"/>
                      </a:lnTo>
                      <a:lnTo>
                        <a:pt x="22" y="26"/>
                      </a:lnTo>
                      <a:lnTo>
                        <a:pt x="22" y="26"/>
                      </a:lnTo>
                      <a:lnTo>
                        <a:pt x="22" y="26"/>
                      </a:lnTo>
                      <a:lnTo>
                        <a:pt x="22" y="26"/>
                      </a:lnTo>
                      <a:lnTo>
                        <a:pt x="22" y="26"/>
                      </a:lnTo>
                      <a:lnTo>
                        <a:pt x="26" y="26"/>
                      </a:lnTo>
                      <a:lnTo>
                        <a:pt x="26" y="26"/>
                      </a:lnTo>
                      <a:lnTo>
                        <a:pt x="26" y="26"/>
                      </a:lnTo>
                      <a:lnTo>
                        <a:pt x="26" y="26"/>
                      </a:lnTo>
                      <a:lnTo>
                        <a:pt x="26" y="26"/>
                      </a:lnTo>
                      <a:lnTo>
                        <a:pt x="26" y="26"/>
                      </a:lnTo>
                      <a:lnTo>
                        <a:pt x="26" y="26"/>
                      </a:lnTo>
                      <a:lnTo>
                        <a:pt x="26" y="26"/>
                      </a:lnTo>
                      <a:lnTo>
                        <a:pt x="26" y="26"/>
                      </a:lnTo>
                      <a:lnTo>
                        <a:pt x="30" y="26"/>
                      </a:lnTo>
                      <a:lnTo>
                        <a:pt x="30" y="26"/>
                      </a:lnTo>
                      <a:lnTo>
                        <a:pt x="30" y="26"/>
                      </a:lnTo>
                      <a:lnTo>
                        <a:pt x="30" y="26"/>
                      </a:lnTo>
                      <a:lnTo>
                        <a:pt x="30" y="26"/>
                      </a:lnTo>
                      <a:lnTo>
                        <a:pt x="30" y="26"/>
                      </a:lnTo>
                      <a:lnTo>
                        <a:pt x="30" y="26"/>
                      </a:lnTo>
                      <a:lnTo>
                        <a:pt x="34" y="22"/>
                      </a:lnTo>
                      <a:lnTo>
                        <a:pt x="34" y="22"/>
                      </a:lnTo>
                      <a:lnTo>
                        <a:pt x="30" y="22"/>
                      </a:lnTo>
                      <a:lnTo>
                        <a:pt x="30" y="22"/>
                      </a:lnTo>
                      <a:lnTo>
                        <a:pt x="30" y="22"/>
                      </a:lnTo>
                      <a:lnTo>
                        <a:pt x="30" y="22"/>
                      </a:lnTo>
                      <a:lnTo>
                        <a:pt x="30" y="22"/>
                      </a:lnTo>
                      <a:lnTo>
                        <a:pt x="30" y="22"/>
                      </a:lnTo>
                      <a:lnTo>
                        <a:pt x="30" y="22"/>
                      </a:lnTo>
                      <a:lnTo>
                        <a:pt x="30" y="22"/>
                      </a:lnTo>
                      <a:lnTo>
                        <a:pt x="30" y="20"/>
                      </a:lnTo>
                      <a:lnTo>
                        <a:pt x="26" y="20"/>
                      </a:lnTo>
                      <a:lnTo>
                        <a:pt x="26" y="20"/>
                      </a:lnTo>
                      <a:lnTo>
                        <a:pt x="26" y="20"/>
                      </a:lnTo>
                      <a:lnTo>
                        <a:pt x="26" y="20"/>
                      </a:lnTo>
                      <a:lnTo>
                        <a:pt x="26" y="20"/>
                      </a:lnTo>
                      <a:lnTo>
                        <a:pt x="26" y="20"/>
                      </a:lnTo>
                      <a:lnTo>
                        <a:pt x="26" y="16"/>
                      </a:lnTo>
                      <a:lnTo>
                        <a:pt x="26" y="16"/>
                      </a:lnTo>
                      <a:lnTo>
                        <a:pt x="26" y="12"/>
                      </a:lnTo>
                      <a:lnTo>
                        <a:pt x="26" y="12"/>
                      </a:lnTo>
                      <a:lnTo>
                        <a:pt x="26" y="12"/>
                      </a:lnTo>
                      <a:lnTo>
                        <a:pt x="22" y="8"/>
                      </a:lnTo>
                      <a:lnTo>
                        <a:pt x="22" y="8"/>
                      </a:lnTo>
                      <a:lnTo>
                        <a:pt x="22" y="8"/>
                      </a:lnTo>
                      <a:lnTo>
                        <a:pt x="22" y="8"/>
                      </a:lnTo>
                      <a:lnTo>
                        <a:pt x="22" y="8"/>
                      </a:lnTo>
                      <a:lnTo>
                        <a:pt x="22" y="8"/>
                      </a:lnTo>
                      <a:close/>
                      <a:moveTo>
                        <a:pt x="26" y="22"/>
                      </a:moveTo>
                      <a:lnTo>
                        <a:pt x="26" y="22"/>
                      </a:lnTo>
                      <a:lnTo>
                        <a:pt x="22" y="22"/>
                      </a:lnTo>
                      <a:lnTo>
                        <a:pt x="22" y="22"/>
                      </a:lnTo>
                      <a:lnTo>
                        <a:pt x="18" y="20"/>
                      </a:lnTo>
                      <a:lnTo>
                        <a:pt x="18" y="20"/>
                      </a:lnTo>
                      <a:lnTo>
                        <a:pt x="18" y="20"/>
                      </a:lnTo>
                      <a:lnTo>
                        <a:pt x="18" y="20"/>
                      </a:lnTo>
                      <a:lnTo>
                        <a:pt x="18" y="20"/>
                      </a:lnTo>
                      <a:lnTo>
                        <a:pt x="18" y="20"/>
                      </a:lnTo>
                      <a:lnTo>
                        <a:pt x="18" y="20"/>
                      </a:lnTo>
                      <a:lnTo>
                        <a:pt x="18" y="20"/>
                      </a:lnTo>
                      <a:lnTo>
                        <a:pt x="18" y="20"/>
                      </a:lnTo>
                      <a:lnTo>
                        <a:pt x="18" y="20"/>
                      </a:lnTo>
                      <a:lnTo>
                        <a:pt x="22" y="20"/>
                      </a:lnTo>
                      <a:lnTo>
                        <a:pt x="22" y="20"/>
                      </a:lnTo>
                      <a:lnTo>
                        <a:pt x="26" y="20"/>
                      </a:lnTo>
                      <a:lnTo>
                        <a:pt x="26" y="20"/>
                      </a:lnTo>
                      <a:lnTo>
                        <a:pt x="26" y="22"/>
                      </a:lnTo>
                      <a:lnTo>
                        <a:pt x="26" y="22"/>
                      </a:lnTo>
                      <a:lnTo>
                        <a:pt x="26" y="22"/>
                      </a:lnTo>
                      <a:lnTo>
                        <a:pt x="26" y="22"/>
                      </a:lnTo>
                      <a:lnTo>
                        <a:pt x="26" y="22"/>
                      </a:lnTo>
                      <a:lnTo>
                        <a:pt x="26" y="22"/>
                      </a:lnTo>
                      <a:lnTo>
                        <a:pt x="26" y="22"/>
                      </a:lnTo>
                      <a:lnTo>
                        <a:pt x="26" y="22"/>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225" name="Freeform 76">
                  <a:extLst>
                    <a:ext uri="{FF2B5EF4-FFF2-40B4-BE49-F238E27FC236}">
                      <a16:creationId xmlns:a16="http://schemas.microsoft.com/office/drawing/2014/main" id="{3E3A2F10-BDD7-FDC7-787C-FBA0B05586D1}"/>
                    </a:ext>
                  </a:extLst>
                </p:cNvPr>
                <p:cNvSpPr>
                  <a:spLocks noEditPoints="1"/>
                </p:cNvSpPr>
                <p:nvPr/>
              </p:nvSpPr>
              <p:spPr bwMode="gray">
                <a:xfrm>
                  <a:off x="2604994" y="4029232"/>
                  <a:ext cx="153055" cy="104356"/>
                </a:xfrm>
                <a:custGeom>
                  <a:avLst/>
                  <a:gdLst>
                    <a:gd name="T0" fmla="*/ 36 w 88"/>
                    <a:gd name="T1" fmla="*/ 52 h 60"/>
                    <a:gd name="T2" fmla="*/ 32 w 88"/>
                    <a:gd name="T3" fmla="*/ 56 h 60"/>
                    <a:gd name="T4" fmla="*/ 32 w 88"/>
                    <a:gd name="T5" fmla="*/ 60 h 60"/>
                    <a:gd name="T6" fmla="*/ 24 w 88"/>
                    <a:gd name="T7" fmla="*/ 56 h 60"/>
                    <a:gd name="T8" fmla="*/ 24 w 88"/>
                    <a:gd name="T9" fmla="*/ 52 h 60"/>
                    <a:gd name="T10" fmla="*/ 24 w 88"/>
                    <a:gd name="T11" fmla="*/ 52 h 60"/>
                    <a:gd name="T12" fmla="*/ 20 w 88"/>
                    <a:gd name="T13" fmla="*/ 52 h 60"/>
                    <a:gd name="T14" fmla="*/ 20 w 88"/>
                    <a:gd name="T15" fmla="*/ 52 h 60"/>
                    <a:gd name="T16" fmla="*/ 20 w 88"/>
                    <a:gd name="T17" fmla="*/ 46 h 60"/>
                    <a:gd name="T18" fmla="*/ 16 w 88"/>
                    <a:gd name="T19" fmla="*/ 46 h 60"/>
                    <a:gd name="T20" fmla="*/ 16 w 88"/>
                    <a:gd name="T21" fmla="*/ 42 h 60"/>
                    <a:gd name="T22" fmla="*/ 14 w 88"/>
                    <a:gd name="T23" fmla="*/ 46 h 60"/>
                    <a:gd name="T24" fmla="*/ 10 w 88"/>
                    <a:gd name="T25" fmla="*/ 46 h 60"/>
                    <a:gd name="T26" fmla="*/ 10 w 88"/>
                    <a:gd name="T27" fmla="*/ 42 h 60"/>
                    <a:gd name="T28" fmla="*/ 6 w 88"/>
                    <a:gd name="T29" fmla="*/ 42 h 60"/>
                    <a:gd name="T30" fmla="*/ 6 w 88"/>
                    <a:gd name="T31" fmla="*/ 38 h 60"/>
                    <a:gd name="T32" fmla="*/ 4 w 88"/>
                    <a:gd name="T33" fmla="*/ 38 h 60"/>
                    <a:gd name="T34" fmla="*/ 0 w 88"/>
                    <a:gd name="T35" fmla="*/ 34 h 60"/>
                    <a:gd name="T36" fmla="*/ 4 w 88"/>
                    <a:gd name="T37" fmla="*/ 30 h 60"/>
                    <a:gd name="T38" fmla="*/ 4 w 88"/>
                    <a:gd name="T39" fmla="*/ 26 h 60"/>
                    <a:gd name="T40" fmla="*/ 4 w 88"/>
                    <a:gd name="T41" fmla="*/ 22 h 60"/>
                    <a:gd name="T42" fmla="*/ 10 w 88"/>
                    <a:gd name="T43" fmla="*/ 16 h 60"/>
                    <a:gd name="T44" fmla="*/ 14 w 88"/>
                    <a:gd name="T45" fmla="*/ 12 h 60"/>
                    <a:gd name="T46" fmla="*/ 16 w 88"/>
                    <a:gd name="T47" fmla="*/ 8 h 60"/>
                    <a:gd name="T48" fmla="*/ 20 w 88"/>
                    <a:gd name="T49" fmla="*/ 8 h 60"/>
                    <a:gd name="T50" fmla="*/ 28 w 88"/>
                    <a:gd name="T51" fmla="*/ 8 h 60"/>
                    <a:gd name="T52" fmla="*/ 36 w 88"/>
                    <a:gd name="T53" fmla="*/ 12 h 60"/>
                    <a:gd name="T54" fmla="*/ 40 w 88"/>
                    <a:gd name="T55" fmla="*/ 12 h 60"/>
                    <a:gd name="T56" fmla="*/ 42 w 88"/>
                    <a:gd name="T57" fmla="*/ 8 h 60"/>
                    <a:gd name="T58" fmla="*/ 46 w 88"/>
                    <a:gd name="T59" fmla="*/ 8 h 60"/>
                    <a:gd name="T60" fmla="*/ 46 w 88"/>
                    <a:gd name="T61" fmla="*/ 8 h 60"/>
                    <a:gd name="T62" fmla="*/ 50 w 88"/>
                    <a:gd name="T63" fmla="*/ 8 h 60"/>
                    <a:gd name="T64" fmla="*/ 58 w 88"/>
                    <a:gd name="T65" fmla="*/ 8 h 60"/>
                    <a:gd name="T66" fmla="*/ 66 w 88"/>
                    <a:gd name="T67" fmla="*/ 8 h 60"/>
                    <a:gd name="T68" fmla="*/ 66 w 88"/>
                    <a:gd name="T69" fmla="*/ 8 h 60"/>
                    <a:gd name="T70" fmla="*/ 76 w 88"/>
                    <a:gd name="T71" fmla="*/ 16 h 60"/>
                    <a:gd name="T72" fmla="*/ 72 w 88"/>
                    <a:gd name="T73" fmla="*/ 18 h 60"/>
                    <a:gd name="T74" fmla="*/ 72 w 88"/>
                    <a:gd name="T75" fmla="*/ 18 h 60"/>
                    <a:gd name="T76" fmla="*/ 76 w 88"/>
                    <a:gd name="T77" fmla="*/ 18 h 60"/>
                    <a:gd name="T78" fmla="*/ 80 w 88"/>
                    <a:gd name="T79" fmla="*/ 18 h 60"/>
                    <a:gd name="T80" fmla="*/ 80 w 88"/>
                    <a:gd name="T81" fmla="*/ 22 h 60"/>
                    <a:gd name="T82" fmla="*/ 80 w 88"/>
                    <a:gd name="T83" fmla="*/ 18 h 60"/>
                    <a:gd name="T84" fmla="*/ 84 w 88"/>
                    <a:gd name="T85" fmla="*/ 18 h 60"/>
                    <a:gd name="T86" fmla="*/ 84 w 88"/>
                    <a:gd name="T87" fmla="*/ 22 h 60"/>
                    <a:gd name="T88" fmla="*/ 84 w 88"/>
                    <a:gd name="T89" fmla="*/ 22 h 60"/>
                    <a:gd name="T90" fmla="*/ 76 w 88"/>
                    <a:gd name="T91" fmla="*/ 26 h 60"/>
                    <a:gd name="T92" fmla="*/ 66 w 88"/>
                    <a:gd name="T93" fmla="*/ 30 h 60"/>
                    <a:gd name="T94" fmla="*/ 58 w 88"/>
                    <a:gd name="T95" fmla="*/ 30 h 60"/>
                    <a:gd name="T96" fmla="*/ 58 w 88"/>
                    <a:gd name="T97" fmla="*/ 34 h 60"/>
                    <a:gd name="T98" fmla="*/ 58 w 88"/>
                    <a:gd name="T99" fmla="*/ 38 h 60"/>
                    <a:gd name="T100" fmla="*/ 54 w 88"/>
                    <a:gd name="T101" fmla="*/ 38 h 60"/>
                    <a:gd name="T102" fmla="*/ 50 w 88"/>
                    <a:gd name="T103" fmla="*/ 46 h 60"/>
                    <a:gd name="T104" fmla="*/ 46 w 88"/>
                    <a:gd name="T105" fmla="*/ 42 h 60"/>
                    <a:gd name="T106" fmla="*/ 42 w 88"/>
                    <a:gd name="T107" fmla="*/ 42 h 60"/>
                    <a:gd name="T108" fmla="*/ 36 w 88"/>
                    <a:gd name="T109" fmla="*/ 46 h 60"/>
                    <a:gd name="T110" fmla="*/ 36 w 88"/>
                    <a:gd name="T111" fmla="*/ 0 h 60"/>
                    <a:gd name="T112" fmla="*/ 40 w 88"/>
                    <a:gd name="T113" fmla="*/ 0 h 60"/>
                    <a:gd name="T114" fmla="*/ 40 w 88"/>
                    <a:gd name="T115" fmla="*/ 0 h 60"/>
                    <a:gd name="T116" fmla="*/ 36 w 88"/>
                    <a:gd name="T117" fmla="*/ 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88" h="60">
                      <a:moveTo>
                        <a:pt x="36" y="46"/>
                      </a:moveTo>
                      <a:lnTo>
                        <a:pt x="36" y="50"/>
                      </a:lnTo>
                      <a:lnTo>
                        <a:pt x="36" y="52"/>
                      </a:lnTo>
                      <a:lnTo>
                        <a:pt x="36" y="52"/>
                      </a:lnTo>
                      <a:lnTo>
                        <a:pt x="36" y="52"/>
                      </a:lnTo>
                      <a:lnTo>
                        <a:pt x="36" y="52"/>
                      </a:lnTo>
                      <a:lnTo>
                        <a:pt x="36" y="52"/>
                      </a:lnTo>
                      <a:lnTo>
                        <a:pt x="36" y="52"/>
                      </a:lnTo>
                      <a:lnTo>
                        <a:pt x="36" y="52"/>
                      </a:lnTo>
                      <a:lnTo>
                        <a:pt x="36" y="52"/>
                      </a:lnTo>
                      <a:lnTo>
                        <a:pt x="32" y="52"/>
                      </a:lnTo>
                      <a:lnTo>
                        <a:pt x="32" y="56"/>
                      </a:lnTo>
                      <a:lnTo>
                        <a:pt x="32" y="56"/>
                      </a:lnTo>
                      <a:lnTo>
                        <a:pt x="32" y="56"/>
                      </a:lnTo>
                      <a:lnTo>
                        <a:pt x="32" y="56"/>
                      </a:lnTo>
                      <a:lnTo>
                        <a:pt x="32" y="60"/>
                      </a:lnTo>
                      <a:lnTo>
                        <a:pt x="32" y="60"/>
                      </a:lnTo>
                      <a:lnTo>
                        <a:pt x="32" y="60"/>
                      </a:lnTo>
                      <a:lnTo>
                        <a:pt x="28" y="60"/>
                      </a:lnTo>
                      <a:lnTo>
                        <a:pt x="28" y="60"/>
                      </a:lnTo>
                      <a:lnTo>
                        <a:pt x="28" y="60"/>
                      </a:lnTo>
                      <a:lnTo>
                        <a:pt x="28" y="56"/>
                      </a:lnTo>
                      <a:lnTo>
                        <a:pt x="24" y="56"/>
                      </a:lnTo>
                      <a:lnTo>
                        <a:pt x="24" y="56"/>
                      </a:lnTo>
                      <a:lnTo>
                        <a:pt x="24" y="52"/>
                      </a:lnTo>
                      <a:lnTo>
                        <a:pt x="24" y="52"/>
                      </a:lnTo>
                      <a:lnTo>
                        <a:pt x="24" y="52"/>
                      </a:lnTo>
                      <a:lnTo>
                        <a:pt x="24" y="52"/>
                      </a:lnTo>
                      <a:lnTo>
                        <a:pt x="24" y="52"/>
                      </a:lnTo>
                      <a:lnTo>
                        <a:pt x="24" y="52"/>
                      </a:lnTo>
                      <a:lnTo>
                        <a:pt x="24" y="52"/>
                      </a:lnTo>
                      <a:lnTo>
                        <a:pt x="24" y="52"/>
                      </a:lnTo>
                      <a:lnTo>
                        <a:pt x="24" y="52"/>
                      </a:lnTo>
                      <a:lnTo>
                        <a:pt x="24" y="52"/>
                      </a:lnTo>
                      <a:lnTo>
                        <a:pt x="24" y="52"/>
                      </a:lnTo>
                      <a:lnTo>
                        <a:pt x="24" y="52"/>
                      </a:lnTo>
                      <a:lnTo>
                        <a:pt x="24" y="52"/>
                      </a:lnTo>
                      <a:lnTo>
                        <a:pt x="24" y="52"/>
                      </a:lnTo>
                      <a:lnTo>
                        <a:pt x="20" y="52"/>
                      </a:lnTo>
                      <a:lnTo>
                        <a:pt x="20" y="52"/>
                      </a:lnTo>
                      <a:lnTo>
                        <a:pt x="20" y="52"/>
                      </a:lnTo>
                      <a:lnTo>
                        <a:pt x="20" y="52"/>
                      </a:lnTo>
                      <a:lnTo>
                        <a:pt x="20" y="52"/>
                      </a:lnTo>
                      <a:lnTo>
                        <a:pt x="20" y="52"/>
                      </a:lnTo>
                      <a:lnTo>
                        <a:pt x="20" y="52"/>
                      </a:lnTo>
                      <a:lnTo>
                        <a:pt x="20" y="52"/>
                      </a:lnTo>
                      <a:lnTo>
                        <a:pt x="20" y="52"/>
                      </a:lnTo>
                      <a:lnTo>
                        <a:pt x="20" y="52"/>
                      </a:lnTo>
                      <a:lnTo>
                        <a:pt x="20" y="50"/>
                      </a:lnTo>
                      <a:lnTo>
                        <a:pt x="20" y="50"/>
                      </a:lnTo>
                      <a:lnTo>
                        <a:pt x="20" y="50"/>
                      </a:lnTo>
                      <a:lnTo>
                        <a:pt x="20" y="50"/>
                      </a:lnTo>
                      <a:lnTo>
                        <a:pt x="20" y="50"/>
                      </a:lnTo>
                      <a:lnTo>
                        <a:pt x="20" y="46"/>
                      </a:lnTo>
                      <a:lnTo>
                        <a:pt x="20" y="46"/>
                      </a:lnTo>
                      <a:lnTo>
                        <a:pt x="20" y="46"/>
                      </a:lnTo>
                      <a:lnTo>
                        <a:pt x="20" y="46"/>
                      </a:lnTo>
                      <a:lnTo>
                        <a:pt x="20" y="46"/>
                      </a:lnTo>
                      <a:lnTo>
                        <a:pt x="20" y="46"/>
                      </a:lnTo>
                      <a:lnTo>
                        <a:pt x="16" y="46"/>
                      </a:lnTo>
                      <a:lnTo>
                        <a:pt x="16" y="46"/>
                      </a:lnTo>
                      <a:lnTo>
                        <a:pt x="16" y="46"/>
                      </a:lnTo>
                      <a:lnTo>
                        <a:pt x="16" y="46"/>
                      </a:lnTo>
                      <a:lnTo>
                        <a:pt x="16" y="46"/>
                      </a:lnTo>
                      <a:lnTo>
                        <a:pt x="16" y="42"/>
                      </a:lnTo>
                      <a:lnTo>
                        <a:pt x="16" y="42"/>
                      </a:lnTo>
                      <a:lnTo>
                        <a:pt x="16" y="42"/>
                      </a:lnTo>
                      <a:lnTo>
                        <a:pt x="14" y="42"/>
                      </a:lnTo>
                      <a:lnTo>
                        <a:pt x="14" y="42"/>
                      </a:lnTo>
                      <a:lnTo>
                        <a:pt x="14" y="42"/>
                      </a:lnTo>
                      <a:lnTo>
                        <a:pt x="14" y="42"/>
                      </a:lnTo>
                      <a:lnTo>
                        <a:pt x="14" y="46"/>
                      </a:lnTo>
                      <a:lnTo>
                        <a:pt x="14" y="46"/>
                      </a:lnTo>
                      <a:lnTo>
                        <a:pt x="14" y="46"/>
                      </a:lnTo>
                      <a:lnTo>
                        <a:pt x="14" y="46"/>
                      </a:lnTo>
                      <a:lnTo>
                        <a:pt x="14" y="46"/>
                      </a:lnTo>
                      <a:lnTo>
                        <a:pt x="10" y="46"/>
                      </a:lnTo>
                      <a:lnTo>
                        <a:pt x="10" y="46"/>
                      </a:lnTo>
                      <a:lnTo>
                        <a:pt x="10" y="46"/>
                      </a:lnTo>
                      <a:lnTo>
                        <a:pt x="10" y="42"/>
                      </a:lnTo>
                      <a:lnTo>
                        <a:pt x="10" y="42"/>
                      </a:lnTo>
                      <a:lnTo>
                        <a:pt x="10" y="42"/>
                      </a:lnTo>
                      <a:lnTo>
                        <a:pt x="10" y="42"/>
                      </a:lnTo>
                      <a:lnTo>
                        <a:pt x="10" y="42"/>
                      </a:lnTo>
                      <a:lnTo>
                        <a:pt x="6" y="42"/>
                      </a:lnTo>
                      <a:lnTo>
                        <a:pt x="6" y="42"/>
                      </a:lnTo>
                      <a:lnTo>
                        <a:pt x="6" y="42"/>
                      </a:lnTo>
                      <a:lnTo>
                        <a:pt x="6" y="38"/>
                      </a:lnTo>
                      <a:lnTo>
                        <a:pt x="6" y="38"/>
                      </a:lnTo>
                      <a:lnTo>
                        <a:pt x="6" y="42"/>
                      </a:lnTo>
                      <a:lnTo>
                        <a:pt x="6" y="42"/>
                      </a:lnTo>
                      <a:lnTo>
                        <a:pt x="6" y="42"/>
                      </a:lnTo>
                      <a:lnTo>
                        <a:pt x="6" y="38"/>
                      </a:lnTo>
                      <a:lnTo>
                        <a:pt x="6" y="38"/>
                      </a:lnTo>
                      <a:lnTo>
                        <a:pt x="6" y="38"/>
                      </a:lnTo>
                      <a:lnTo>
                        <a:pt x="6" y="38"/>
                      </a:lnTo>
                      <a:lnTo>
                        <a:pt x="6" y="38"/>
                      </a:lnTo>
                      <a:lnTo>
                        <a:pt x="4" y="38"/>
                      </a:lnTo>
                      <a:lnTo>
                        <a:pt x="4" y="38"/>
                      </a:lnTo>
                      <a:lnTo>
                        <a:pt x="4" y="38"/>
                      </a:lnTo>
                      <a:lnTo>
                        <a:pt x="4" y="38"/>
                      </a:lnTo>
                      <a:lnTo>
                        <a:pt x="4" y="38"/>
                      </a:lnTo>
                      <a:lnTo>
                        <a:pt x="4" y="34"/>
                      </a:lnTo>
                      <a:lnTo>
                        <a:pt x="4" y="38"/>
                      </a:lnTo>
                      <a:lnTo>
                        <a:pt x="4" y="34"/>
                      </a:lnTo>
                      <a:lnTo>
                        <a:pt x="0" y="34"/>
                      </a:lnTo>
                      <a:lnTo>
                        <a:pt x="0" y="34"/>
                      </a:lnTo>
                      <a:lnTo>
                        <a:pt x="0" y="34"/>
                      </a:lnTo>
                      <a:lnTo>
                        <a:pt x="0" y="34"/>
                      </a:lnTo>
                      <a:lnTo>
                        <a:pt x="0" y="34"/>
                      </a:lnTo>
                      <a:lnTo>
                        <a:pt x="0" y="34"/>
                      </a:lnTo>
                      <a:lnTo>
                        <a:pt x="0" y="30"/>
                      </a:lnTo>
                      <a:lnTo>
                        <a:pt x="4" y="30"/>
                      </a:lnTo>
                      <a:lnTo>
                        <a:pt x="4" y="30"/>
                      </a:lnTo>
                      <a:lnTo>
                        <a:pt x="4" y="30"/>
                      </a:lnTo>
                      <a:lnTo>
                        <a:pt x="4" y="30"/>
                      </a:lnTo>
                      <a:lnTo>
                        <a:pt x="0" y="26"/>
                      </a:lnTo>
                      <a:lnTo>
                        <a:pt x="0" y="26"/>
                      </a:lnTo>
                      <a:lnTo>
                        <a:pt x="0" y="26"/>
                      </a:lnTo>
                      <a:lnTo>
                        <a:pt x="4" y="26"/>
                      </a:lnTo>
                      <a:lnTo>
                        <a:pt x="4" y="26"/>
                      </a:lnTo>
                      <a:lnTo>
                        <a:pt x="4" y="22"/>
                      </a:lnTo>
                      <a:lnTo>
                        <a:pt x="4" y="22"/>
                      </a:lnTo>
                      <a:lnTo>
                        <a:pt x="4" y="22"/>
                      </a:lnTo>
                      <a:lnTo>
                        <a:pt x="4" y="22"/>
                      </a:lnTo>
                      <a:lnTo>
                        <a:pt x="4" y="22"/>
                      </a:lnTo>
                      <a:lnTo>
                        <a:pt x="4" y="22"/>
                      </a:lnTo>
                      <a:lnTo>
                        <a:pt x="4" y="22"/>
                      </a:lnTo>
                      <a:lnTo>
                        <a:pt x="6" y="18"/>
                      </a:lnTo>
                      <a:lnTo>
                        <a:pt x="6" y="18"/>
                      </a:lnTo>
                      <a:lnTo>
                        <a:pt x="10" y="18"/>
                      </a:lnTo>
                      <a:lnTo>
                        <a:pt x="10" y="16"/>
                      </a:lnTo>
                      <a:lnTo>
                        <a:pt x="10" y="16"/>
                      </a:lnTo>
                      <a:lnTo>
                        <a:pt x="14" y="12"/>
                      </a:lnTo>
                      <a:lnTo>
                        <a:pt x="14" y="12"/>
                      </a:lnTo>
                      <a:lnTo>
                        <a:pt x="14" y="12"/>
                      </a:lnTo>
                      <a:lnTo>
                        <a:pt x="14" y="12"/>
                      </a:lnTo>
                      <a:lnTo>
                        <a:pt x="14" y="12"/>
                      </a:lnTo>
                      <a:lnTo>
                        <a:pt x="14" y="12"/>
                      </a:lnTo>
                      <a:lnTo>
                        <a:pt x="14" y="12"/>
                      </a:lnTo>
                      <a:lnTo>
                        <a:pt x="16" y="12"/>
                      </a:lnTo>
                      <a:lnTo>
                        <a:pt x="16" y="12"/>
                      </a:lnTo>
                      <a:lnTo>
                        <a:pt x="16" y="12"/>
                      </a:lnTo>
                      <a:lnTo>
                        <a:pt x="16" y="8"/>
                      </a:lnTo>
                      <a:lnTo>
                        <a:pt x="20" y="8"/>
                      </a:lnTo>
                      <a:lnTo>
                        <a:pt x="20" y="8"/>
                      </a:lnTo>
                      <a:lnTo>
                        <a:pt x="20" y="8"/>
                      </a:lnTo>
                      <a:lnTo>
                        <a:pt x="20" y="8"/>
                      </a:lnTo>
                      <a:lnTo>
                        <a:pt x="20" y="8"/>
                      </a:lnTo>
                      <a:lnTo>
                        <a:pt x="20" y="8"/>
                      </a:lnTo>
                      <a:lnTo>
                        <a:pt x="24" y="8"/>
                      </a:lnTo>
                      <a:lnTo>
                        <a:pt x="24" y="12"/>
                      </a:lnTo>
                      <a:lnTo>
                        <a:pt x="24" y="12"/>
                      </a:lnTo>
                      <a:lnTo>
                        <a:pt x="24" y="12"/>
                      </a:lnTo>
                      <a:lnTo>
                        <a:pt x="24" y="12"/>
                      </a:lnTo>
                      <a:lnTo>
                        <a:pt x="28" y="8"/>
                      </a:lnTo>
                      <a:lnTo>
                        <a:pt x="28" y="12"/>
                      </a:lnTo>
                      <a:lnTo>
                        <a:pt x="28" y="12"/>
                      </a:lnTo>
                      <a:lnTo>
                        <a:pt x="32" y="12"/>
                      </a:lnTo>
                      <a:lnTo>
                        <a:pt x="32" y="12"/>
                      </a:lnTo>
                      <a:lnTo>
                        <a:pt x="32" y="12"/>
                      </a:lnTo>
                      <a:lnTo>
                        <a:pt x="36" y="12"/>
                      </a:lnTo>
                      <a:lnTo>
                        <a:pt x="36" y="12"/>
                      </a:lnTo>
                      <a:lnTo>
                        <a:pt x="36" y="12"/>
                      </a:lnTo>
                      <a:lnTo>
                        <a:pt x="40" y="12"/>
                      </a:lnTo>
                      <a:lnTo>
                        <a:pt x="40" y="12"/>
                      </a:lnTo>
                      <a:lnTo>
                        <a:pt x="40" y="12"/>
                      </a:lnTo>
                      <a:lnTo>
                        <a:pt x="40" y="12"/>
                      </a:lnTo>
                      <a:lnTo>
                        <a:pt x="40" y="12"/>
                      </a:lnTo>
                      <a:lnTo>
                        <a:pt x="42" y="12"/>
                      </a:lnTo>
                      <a:lnTo>
                        <a:pt x="42" y="12"/>
                      </a:lnTo>
                      <a:lnTo>
                        <a:pt x="42" y="8"/>
                      </a:lnTo>
                      <a:lnTo>
                        <a:pt x="42" y="8"/>
                      </a:lnTo>
                      <a:lnTo>
                        <a:pt x="42" y="8"/>
                      </a:lnTo>
                      <a:lnTo>
                        <a:pt x="42" y="8"/>
                      </a:lnTo>
                      <a:lnTo>
                        <a:pt x="42" y="8"/>
                      </a:lnTo>
                      <a:lnTo>
                        <a:pt x="46" y="8"/>
                      </a:lnTo>
                      <a:lnTo>
                        <a:pt x="46" y="8"/>
                      </a:lnTo>
                      <a:lnTo>
                        <a:pt x="46" y="8"/>
                      </a:lnTo>
                      <a:lnTo>
                        <a:pt x="46" y="8"/>
                      </a:lnTo>
                      <a:lnTo>
                        <a:pt x="46" y="8"/>
                      </a:lnTo>
                      <a:lnTo>
                        <a:pt x="46" y="8"/>
                      </a:lnTo>
                      <a:lnTo>
                        <a:pt x="46" y="8"/>
                      </a:lnTo>
                      <a:lnTo>
                        <a:pt x="46" y="8"/>
                      </a:lnTo>
                      <a:lnTo>
                        <a:pt x="46" y="8"/>
                      </a:lnTo>
                      <a:lnTo>
                        <a:pt x="46" y="8"/>
                      </a:lnTo>
                      <a:lnTo>
                        <a:pt x="46" y="8"/>
                      </a:lnTo>
                      <a:lnTo>
                        <a:pt x="50" y="8"/>
                      </a:lnTo>
                      <a:lnTo>
                        <a:pt x="50" y="8"/>
                      </a:lnTo>
                      <a:lnTo>
                        <a:pt x="50" y="8"/>
                      </a:lnTo>
                      <a:lnTo>
                        <a:pt x="50" y="8"/>
                      </a:lnTo>
                      <a:lnTo>
                        <a:pt x="50" y="8"/>
                      </a:lnTo>
                      <a:lnTo>
                        <a:pt x="54" y="8"/>
                      </a:lnTo>
                      <a:lnTo>
                        <a:pt x="54" y="8"/>
                      </a:lnTo>
                      <a:lnTo>
                        <a:pt x="58" y="8"/>
                      </a:lnTo>
                      <a:lnTo>
                        <a:pt x="58" y="8"/>
                      </a:lnTo>
                      <a:lnTo>
                        <a:pt x="58" y="8"/>
                      </a:lnTo>
                      <a:lnTo>
                        <a:pt x="58" y="8"/>
                      </a:lnTo>
                      <a:lnTo>
                        <a:pt x="58" y="8"/>
                      </a:lnTo>
                      <a:lnTo>
                        <a:pt x="58" y="8"/>
                      </a:lnTo>
                      <a:lnTo>
                        <a:pt x="58" y="8"/>
                      </a:lnTo>
                      <a:lnTo>
                        <a:pt x="58" y="8"/>
                      </a:lnTo>
                      <a:lnTo>
                        <a:pt x="62" y="8"/>
                      </a:lnTo>
                      <a:lnTo>
                        <a:pt x="66" y="8"/>
                      </a:lnTo>
                      <a:lnTo>
                        <a:pt x="66" y="12"/>
                      </a:lnTo>
                      <a:lnTo>
                        <a:pt x="66" y="12"/>
                      </a:lnTo>
                      <a:lnTo>
                        <a:pt x="66" y="12"/>
                      </a:lnTo>
                      <a:lnTo>
                        <a:pt x="66" y="12"/>
                      </a:lnTo>
                      <a:lnTo>
                        <a:pt x="70" y="12"/>
                      </a:lnTo>
                      <a:lnTo>
                        <a:pt x="66" y="8"/>
                      </a:lnTo>
                      <a:lnTo>
                        <a:pt x="66" y="8"/>
                      </a:lnTo>
                      <a:lnTo>
                        <a:pt x="70" y="12"/>
                      </a:lnTo>
                      <a:lnTo>
                        <a:pt x="72" y="12"/>
                      </a:lnTo>
                      <a:lnTo>
                        <a:pt x="72" y="12"/>
                      </a:lnTo>
                      <a:lnTo>
                        <a:pt x="76" y="16"/>
                      </a:lnTo>
                      <a:lnTo>
                        <a:pt x="76" y="16"/>
                      </a:lnTo>
                      <a:lnTo>
                        <a:pt x="72" y="16"/>
                      </a:lnTo>
                      <a:lnTo>
                        <a:pt x="72" y="16"/>
                      </a:lnTo>
                      <a:lnTo>
                        <a:pt x="72" y="16"/>
                      </a:lnTo>
                      <a:lnTo>
                        <a:pt x="70" y="16"/>
                      </a:lnTo>
                      <a:lnTo>
                        <a:pt x="70" y="16"/>
                      </a:lnTo>
                      <a:lnTo>
                        <a:pt x="72" y="18"/>
                      </a:lnTo>
                      <a:lnTo>
                        <a:pt x="72" y="18"/>
                      </a:lnTo>
                      <a:lnTo>
                        <a:pt x="76" y="18"/>
                      </a:lnTo>
                      <a:lnTo>
                        <a:pt x="76" y="18"/>
                      </a:lnTo>
                      <a:lnTo>
                        <a:pt x="76" y="18"/>
                      </a:lnTo>
                      <a:lnTo>
                        <a:pt x="72" y="18"/>
                      </a:lnTo>
                      <a:lnTo>
                        <a:pt x="72" y="18"/>
                      </a:lnTo>
                      <a:lnTo>
                        <a:pt x="72" y="18"/>
                      </a:lnTo>
                      <a:lnTo>
                        <a:pt x="72" y="18"/>
                      </a:lnTo>
                      <a:lnTo>
                        <a:pt x="72" y="16"/>
                      </a:lnTo>
                      <a:lnTo>
                        <a:pt x="72" y="16"/>
                      </a:lnTo>
                      <a:lnTo>
                        <a:pt x="76" y="18"/>
                      </a:lnTo>
                      <a:lnTo>
                        <a:pt x="76" y="18"/>
                      </a:lnTo>
                      <a:lnTo>
                        <a:pt x="76" y="18"/>
                      </a:lnTo>
                      <a:lnTo>
                        <a:pt x="76" y="18"/>
                      </a:lnTo>
                      <a:lnTo>
                        <a:pt x="76" y="18"/>
                      </a:lnTo>
                      <a:lnTo>
                        <a:pt x="80" y="18"/>
                      </a:lnTo>
                      <a:lnTo>
                        <a:pt x="80" y="18"/>
                      </a:lnTo>
                      <a:lnTo>
                        <a:pt x="80" y="18"/>
                      </a:lnTo>
                      <a:lnTo>
                        <a:pt x="80" y="18"/>
                      </a:lnTo>
                      <a:lnTo>
                        <a:pt x="80" y="18"/>
                      </a:lnTo>
                      <a:lnTo>
                        <a:pt x="80" y="18"/>
                      </a:lnTo>
                      <a:lnTo>
                        <a:pt x="80" y="18"/>
                      </a:lnTo>
                      <a:lnTo>
                        <a:pt x="80" y="18"/>
                      </a:lnTo>
                      <a:lnTo>
                        <a:pt x="80" y="22"/>
                      </a:lnTo>
                      <a:lnTo>
                        <a:pt x="80" y="22"/>
                      </a:lnTo>
                      <a:lnTo>
                        <a:pt x="80" y="22"/>
                      </a:lnTo>
                      <a:lnTo>
                        <a:pt x="80" y="18"/>
                      </a:lnTo>
                      <a:lnTo>
                        <a:pt x="80" y="18"/>
                      </a:lnTo>
                      <a:lnTo>
                        <a:pt x="80" y="18"/>
                      </a:lnTo>
                      <a:lnTo>
                        <a:pt x="80" y="18"/>
                      </a:lnTo>
                      <a:lnTo>
                        <a:pt x="80" y="18"/>
                      </a:lnTo>
                      <a:lnTo>
                        <a:pt x="80" y="18"/>
                      </a:lnTo>
                      <a:lnTo>
                        <a:pt x="80" y="18"/>
                      </a:lnTo>
                      <a:lnTo>
                        <a:pt x="80" y="18"/>
                      </a:lnTo>
                      <a:lnTo>
                        <a:pt x="84" y="18"/>
                      </a:lnTo>
                      <a:lnTo>
                        <a:pt x="84" y="18"/>
                      </a:lnTo>
                      <a:lnTo>
                        <a:pt x="84" y="22"/>
                      </a:lnTo>
                      <a:lnTo>
                        <a:pt x="84" y="22"/>
                      </a:lnTo>
                      <a:lnTo>
                        <a:pt x="84" y="22"/>
                      </a:lnTo>
                      <a:lnTo>
                        <a:pt x="84" y="22"/>
                      </a:lnTo>
                      <a:lnTo>
                        <a:pt x="84" y="22"/>
                      </a:lnTo>
                      <a:lnTo>
                        <a:pt x="84" y="22"/>
                      </a:lnTo>
                      <a:lnTo>
                        <a:pt x="84" y="22"/>
                      </a:lnTo>
                      <a:lnTo>
                        <a:pt x="88" y="22"/>
                      </a:lnTo>
                      <a:lnTo>
                        <a:pt x="84" y="22"/>
                      </a:lnTo>
                      <a:lnTo>
                        <a:pt x="84" y="22"/>
                      </a:lnTo>
                      <a:lnTo>
                        <a:pt x="84" y="22"/>
                      </a:lnTo>
                      <a:lnTo>
                        <a:pt x="84" y="22"/>
                      </a:lnTo>
                      <a:lnTo>
                        <a:pt x="84" y="22"/>
                      </a:lnTo>
                      <a:lnTo>
                        <a:pt x="80" y="22"/>
                      </a:lnTo>
                      <a:lnTo>
                        <a:pt x="80" y="26"/>
                      </a:lnTo>
                      <a:lnTo>
                        <a:pt x="80" y="26"/>
                      </a:lnTo>
                      <a:lnTo>
                        <a:pt x="76" y="26"/>
                      </a:lnTo>
                      <a:lnTo>
                        <a:pt x="76" y="26"/>
                      </a:lnTo>
                      <a:lnTo>
                        <a:pt x="72" y="30"/>
                      </a:lnTo>
                      <a:lnTo>
                        <a:pt x="72" y="30"/>
                      </a:lnTo>
                      <a:lnTo>
                        <a:pt x="72" y="30"/>
                      </a:lnTo>
                      <a:lnTo>
                        <a:pt x="70" y="30"/>
                      </a:lnTo>
                      <a:lnTo>
                        <a:pt x="70" y="30"/>
                      </a:lnTo>
                      <a:lnTo>
                        <a:pt x="66" y="30"/>
                      </a:lnTo>
                      <a:lnTo>
                        <a:pt x="66" y="30"/>
                      </a:lnTo>
                      <a:lnTo>
                        <a:pt x="62" y="26"/>
                      </a:lnTo>
                      <a:lnTo>
                        <a:pt x="62" y="26"/>
                      </a:lnTo>
                      <a:lnTo>
                        <a:pt x="62" y="26"/>
                      </a:lnTo>
                      <a:lnTo>
                        <a:pt x="58" y="30"/>
                      </a:lnTo>
                      <a:lnTo>
                        <a:pt x="58" y="30"/>
                      </a:lnTo>
                      <a:lnTo>
                        <a:pt x="58" y="30"/>
                      </a:lnTo>
                      <a:lnTo>
                        <a:pt x="58" y="30"/>
                      </a:lnTo>
                      <a:lnTo>
                        <a:pt x="58" y="30"/>
                      </a:lnTo>
                      <a:lnTo>
                        <a:pt x="58" y="30"/>
                      </a:lnTo>
                      <a:lnTo>
                        <a:pt x="58" y="34"/>
                      </a:lnTo>
                      <a:lnTo>
                        <a:pt x="58" y="34"/>
                      </a:lnTo>
                      <a:lnTo>
                        <a:pt x="58" y="34"/>
                      </a:lnTo>
                      <a:lnTo>
                        <a:pt x="58" y="34"/>
                      </a:lnTo>
                      <a:lnTo>
                        <a:pt x="58" y="34"/>
                      </a:lnTo>
                      <a:lnTo>
                        <a:pt x="58" y="34"/>
                      </a:lnTo>
                      <a:lnTo>
                        <a:pt x="58" y="38"/>
                      </a:lnTo>
                      <a:lnTo>
                        <a:pt x="58" y="38"/>
                      </a:lnTo>
                      <a:lnTo>
                        <a:pt x="54" y="38"/>
                      </a:lnTo>
                      <a:lnTo>
                        <a:pt x="54" y="38"/>
                      </a:lnTo>
                      <a:lnTo>
                        <a:pt x="54" y="38"/>
                      </a:lnTo>
                      <a:lnTo>
                        <a:pt x="54" y="38"/>
                      </a:lnTo>
                      <a:lnTo>
                        <a:pt x="54" y="38"/>
                      </a:lnTo>
                      <a:lnTo>
                        <a:pt x="54" y="38"/>
                      </a:lnTo>
                      <a:lnTo>
                        <a:pt x="54" y="38"/>
                      </a:lnTo>
                      <a:lnTo>
                        <a:pt x="54" y="38"/>
                      </a:lnTo>
                      <a:lnTo>
                        <a:pt x="50" y="42"/>
                      </a:lnTo>
                      <a:lnTo>
                        <a:pt x="50" y="42"/>
                      </a:lnTo>
                      <a:lnTo>
                        <a:pt x="50" y="42"/>
                      </a:lnTo>
                      <a:lnTo>
                        <a:pt x="50" y="46"/>
                      </a:lnTo>
                      <a:lnTo>
                        <a:pt x="50" y="46"/>
                      </a:lnTo>
                      <a:lnTo>
                        <a:pt x="50" y="46"/>
                      </a:lnTo>
                      <a:lnTo>
                        <a:pt x="50" y="46"/>
                      </a:lnTo>
                      <a:lnTo>
                        <a:pt x="46" y="46"/>
                      </a:lnTo>
                      <a:lnTo>
                        <a:pt x="46" y="46"/>
                      </a:lnTo>
                      <a:lnTo>
                        <a:pt x="46" y="42"/>
                      </a:lnTo>
                      <a:lnTo>
                        <a:pt x="46" y="42"/>
                      </a:lnTo>
                      <a:lnTo>
                        <a:pt x="46" y="42"/>
                      </a:lnTo>
                      <a:lnTo>
                        <a:pt x="46" y="42"/>
                      </a:lnTo>
                      <a:lnTo>
                        <a:pt x="42" y="42"/>
                      </a:lnTo>
                      <a:lnTo>
                        <a:pt x="42" y="42"/>
                      </a:lnTo>
                      <a:lnTo>
                        <a:pt x="42" y="42"/>
                      </a:lnTo>
                      <a:lnTo>
                        <a:pt x="40" y="46"/>
                      </a:lnTo>
                      <a:lnTo>
                        <a:pt x="40" y="46"/>
                      </a:lnTo>
                      <a:lnTo>
                        <a:pt x="40" y="46"/>
                      </a:lnTo>
                      <a:lnTo>
                        <a:pt x="36" y="46"/>
                      </a:lnTo>
                      <a:lnTo>
                        <a:pt x="36" y="46"/>
                      </a:lnTo>
                      <a:lnTo>
                        <a:pt x="36" y="46"/>
                      </a:lnTo>
                      <a:lnTo>
                        <a:pt x="36" y="46"/>
                      </a:lnTo>
                      <a:lnTo>
                        <a:pt x="36" y="46"/>
                      </a:lnTo>
                      <a:lnTo>
                        <a:pt x="36" y="46"/>
                      </a:lnTo>
                      <a:close/>
                      <a:moveTo>
                        <a:pt x="36" y="0"/>
                      </a:moveTo>
                      <a:lnTo>
                        <a:pt x="36" y="0"/>
                      </a:lnTo>
                      <a:lnTo>
                        <a:pt x="36" y="0"/>
                      </a:lnTo>
                      <a:lnTo>
                        <a:pt x="36" y="0"/>
                      </a:lnTo>
                      <a:lnTo>
                        <a:pt x="36" y="0"/>
                      </a:lnTo>
                      <a:lnTo>
                        <a:pt x="36" y="0"/>
                      </a:lnTo>
                      <a:lnTo>
                        <a:pt x="36" y="0"/>
                      </a:lnTo>
                      <a:lnTo>
                        <a:pt x="40" y="0"/>
                      </a:lnTo>
                      <a:lnTo>
                        <a:pt x="40" y="0"/>
                      </a:lnTo>
                      <a:lnTo>
                        <a:pt x="40" y="0"/>
                      </a:lnTo>
                      <a:lnTo>
                        <a:pt x="40" y="0"/>
                      </a:lnTo>
                      <a:lnTo>
                        <a:pt x="42" y="0"/>
                      </a:lnTo>
                      <a:lnTo>
                        <a:pt x="42" y="0"/>
                      </a:lnTo>
                      <a:lnTo>
                        <a:pt x="40" y="0"/>
                      </a:lnTo>
                      <a:lnTo>
                        <a:pt x="40" y="0"/>
                      </a:lnTo>
                      <a:lnTo>
                        <a:pt x="40" y="0"/>
                      </a:lnTo>
                      <a:lnTo>
                        <a:pt x="36" y="0"/>
                      </a:lnTo>
                      <a:lnTo>
                        <a:pt x="36" y="0"/>
                      </a:lnTo>
                      <a:lnTo>
                        <a:pt x="36" y="0"/>
                      </a:lnTo>
                      <a:lnTo>
                        <a:pt x="36" y="0"/>
                      </a:lnTo>
                      <a:lnTo>
                        <a:pt x="36" y="0"/>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226" name="Freeform 77">
                  <a:extLst>
                    <a:ext uri="{FF2B5EF4-FFF2-40B4-BE49-F238E27FC236}">
                      <a16:creationId xmlns:a16="http://schemas.microsoft.com/office/drawing/2014/main" id="{9EDB3763-0696-1670-F2F9-C8A833B595E8}"/>
                    </a:ext>
                  </a:extLst>
                </p:cNvPr>
                <p:cNvSpPr>
                  <a:spLocks/>
                </p:cNvSpPr>
                <p:nvPr/>
              </p:nvSpPr>
              <p:spPr bwMode="gray">
                <a:xfrm>
                  <a:off x="2872840" y="3966620"/>
                  <a:ext cx="55656" cy="24350"/>
                </a:xfrm>
                <a:custGeom>
                  <a:avLst/>
                  <a:gdLst>
                    <a:gd name="T0" fmla="*/ 24 w 32"/>
                    <a:gd name="T1" fmla="*/ 10 h 14"/>
                    <a:gd name="T2" fmla="*/ 24 w 32"/>
                    <a:gd name="T3" fmla="*/ 10 h 14"/>
                    <a:gd name="T4" fmla="*/ 20 w 32"/>
                    <a:gd name="T5" fmla="*/ 6 h 14"/>
                    <a:gd name="T6" fmla="*/ 20 w 32"/>
                    <a:gd name="T7" fmla="*/ 10 h 14"/>
                    <a:gd name="T8" fmla="*/ 20 w 32"/>
                    <a:gd name="T9" fmla="*/ 10 h 14"/>
                    <a:gd name="T10" fmla="*/ 20 w 32"/>
                    <a:gd name="T11" fmla="*/ 10 h 14"/>
                    <a:gd name="T12" fmla="*/ 16 w 32"/>
                    <a:gd name="T13" fmla="*/ 10 h 14"/>
                    <a:gd name="T14" fmla="*/ 16 w 32"/>
                    <a:gd name="T15" fmla="*/ 10 h 14"/>
                    <a:gd name="T16" fmla="*/ 16 w 32"/>
                    <a:gd name="T17" fmla="*/ 14 h 14"/>
                    <a:gd name="T18" fmla="*/ 16 w 32"/>
                    <a:gd name="T19" fmla="*/ 14 h 14"/>
                    <a:gd name="T20" fmla="*/ 16 w 32"/>
                    <a:gd name="T21" fmla="*/ 14 h 14"/>
                    <a:gd name="T22" fmla="*/ 12 w 32"/>
                    <a:gd name="T23" fmla="*/ 10 h 14"/>
                    <a:gd name="T24" fmla="*/ 12 w 32"/>
                    <a:gd name="T25" fmla="*/ 10 h 14"/>
                    <a:gd name="T26" fmla="*/ 12 w 32"/>
                    <a:gd name="T27" fmla="*/ 10 h 14"/>
                    <a:gd name="T28" fmla="*/ 8 w 32"/>
                    <a:gd name="T29" fmla="*/ 10 h 14"/>
                    <a:gd name="T30" fmla="*/ 8 w 32"/>
                    <a:gd name="T31" fmla="*/ 6 h 14"/>
                    <a:gd name="T32" fmla="*/ 4 w 32"/>
                    <a:gd name="T33" fmla="*/ 6 h 14"/>
                    <a:gd name="T34" fmla="*/ 4 w 32"/>
                    <a:gd name="T35" fmla="*/ 6 h 14"/>
                    <a:gd name="T36" fmla="*/ 4 w 32"/>
                    <a:gd name="T37" fmla="*/ 6 h 14"/>
                    <a:gd name="T38" fmla="*/ 4 w 32"/>
                    <a:gd name="T39" fmla="*/ 4 h 14"/>
                    <a:gd name="T40" fmla="*/ 0 w 32"/>
                    <a:gd name="T41" fmla="*/ 4 h 14"/>
                    <a:gd name="T42" fmla="*/ 0 w 32"/>
                    <a:gd name="T43" fmla="*/ 4 h 14"/>
                    <a:gd name="T44" fmla="*/ 0 w 32"/>
                    <a:gd name="T45" fmla="*/ 4 h 14"/>
                    <a:gd name="T46" fmla="*/ 0 w 32"/>
                    <a:gd name="T47" fmla="*/ 4 h 14"/>
                    <a:gd name="T48" fmla="*/ 0 w 32"/>
                    <a:gd name="T49" fmla="*/ 4 h 14"/>
                    <a:gd name="T50" fmla="*/ 4 w 32"/>
                    <a:gd name="T51" fmla="*/ 0 h 14"/>
                    <a:gd name="T52" fmla="*/ 4 w 32"/>
                    <a:gd name="T53" fmla="*/ 0 h 14"/>
                    <a:gd name="T54" fmla="*/ 8 w 32"/>
                    <a:gd name="T55" fmla="*/ 0 h 14"/>
                    <a:gd name="T56" fmla="*/ 8 w 32"/>
                    <a:gd name="T57" fmla="*/ 0 h 14"/>
                    <a:gd name="T58" fmla="*/ 12 w 32"/>
                    <a:gd name="T59" fmla="*/ 0 h 14"/>
                    <a:gd name="T60" fmla="*/ 12 w 32"/>
                    <a:gd name="T61" fmla="*/ 0 h 14"/>
                    <a:gd name="T62" fmla="*/ 16 w 32"/>
                    <a:gd name="T63" fmla="*/ 0 h 14"/>
                    <a:gd name="T64" fmla="*/ 16 w 32"/>
                    <a:gd name="T65" fmla="*/ 0 h 14"/>
                    <a:gd name="T66" fmla="*/ 20 w 32"/>
                    <a:gd name="T67" fmla="*/ 0 h 14"/>
                    <a:gd name="T68" fmla="*/ 20 w 32"/>
                    <a:gd name="T69" fmla="*/ 4 h 14"/>
                    <a:gd name="T70" fmla="*/ 20 w 32"/>
                    <a:gd name="T71" fmla="*/ 4 h 14"/>
                    <a:gd name="T72" fmla="*/ 24 w 32"/>
                    <a:gd name="T73" fmla="*/ 4 h 14"/>
                    <a:gd name="T74" fmla="*/ 24 w 32"/>
                    <a:gd name="T75" fmla="*/ 4 h 14"/>
                    <a:gd name="T76" fmla="*/ 28 w 32"/>
                    <a:gd name="T77" fmla="*/ 6 h 14"/>
                    <a:gd name="T78" fmla="*/ 28 w 32"/>
                    <a:gd name="T79" fmla="*/ 6 h 14"/>
                    <a:gd name="T80" fmla="*/ 32 w 32"/>
                    <a:gd name="T81" fmla="*/ 6 h 14"/>
                    <a:gd name="T82" fmla="*/ 32 w 32"/>
                    <a:gd name="T83" fmla="*/ 10 h 14"/>
                    <a:gd name="T84" fmla="*/ 28 w 32"/>
                    <a:gd name="T85" fmla="*/ 10 h 14"/>
                    <a:gd name="T86" fmla="*/ 24 w 32"/>
                    <a:gd name="T87" fmla="*/ 10 h 14"/>
                    <a:gd name="T88" fmla="*/ 24 w 32"/>
                    <a:gd name="T89" fmla="*/ 1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32" h="14">
                      <a:moveTo>
                        <a:pt x="24" y="10"/>
                      </a:moveTo>
                      <a:lnTo>
                        <a:pt x="24" y="10"/>
                      </a:lnTo>
                      <a:lnTo>
                        <a:pt x="24" y="10"/>
                      </a:lnTo>
                      <a:lnTo>
                        <a:pt x="24" y="10"/>
                      </a:lnTo>
                      <a:lnTo>
                        <a:pt x="24" y="10"/>
                      </a:lnTo>
                      <a:lnTo>
                        <a:pt x="24" y="10"/>
                      </a:lnTo>
                      <a:lnTo>
                        <a:pt x="24" y="10"/>
                      </a:lnTo>
                      <a:lnTo>
                        <a:pt x="24" y="6"/>
                      </a:lnTo>
                      <a:lnTo>
                        <a:pt x="20" y="6"/>
                      </a:lnTo>
                      <a:lnTo>
                        <a:pt x="20" y="6"/>
                      </a:lnTo>
                      <a:lnTo>
                        <a:pt x="20" y="6"/>
                      </a:lnTo>
                      <a:lnTo>
                        <a:pt x="20" y="10"/>
                      </a:lnTo>
                      <a:lnTo>
                        <a:pt x="20" y="10"/>
                      </a:lnTo>
                      <a:lnTo>
                        <a:pt x="20" y="10"/>
                      </a:lnTo>
                      <a:lnTo>
                        <a:pt x="20" y="10"/>
                      </a:lnTo>
                      <a:lnTo>
                        <a:pt x="20" y="10"/>
                      </a:lnTo>
                      <a:lnTo>
                        <a:pt x="20" y="10"/>
                      </a:lnTo>
                      <a:lnTo>
                        <a:pt x="20" y="10"/>
                      </a:lnTo>
                      <a:lnTo>
                        <a:pt x="16" y="10"/>
                      </a:lnTo>
                      <a:lnTo>
                        <a:pt x="16" y="10"/>
                      </a:lnTo>
                      <a:lnTo>
                        <a:pt x="16" y="10"/>
                      </a:lnTo>
                      <a:lnTo>
                        <a:pt x="16" y="10"/>
                      </a:lnTo>
                      <a:lnTo>
                        <a:pt x="16" y="10"/>
                      </a:lnTo>
                      <a:lnTo>
                        <a:pt x="16" y="10"/>
                      </a:lnTo>
                      <a:lnTo>
                        <a:pt x="16" y="10"/>
                      </a:lnTo>
                      <a:lnTo>
                        <a:pt x="16" y="14"/>
                      </a:lnTo>
                      <a:lnTo>
                        <a:pt x="16" y="14"/>
                      </a:lnTo>
                      <a:lnTo>
                        <a:pt x="16" y="14"/>
                      </a:lnTo>
                      <a:lnTo>
                        <a:pt x="16" y="14"/>
                      </a:lnTo>
                      <a:lnTo>
                        <a:pt x="16" y="14"/>
                      </a:lnTo>
                      <a:lnTo>
                        <a:pt x="16" y="14"/>
                      </a:lnTo>
                      <a:lnTo>
                        <a:pt x="16" y="14"/>
                      </a:lnTo>
                      <a:lnTo>
                        <a:pt x="16" y="14"/>
                      </a:lnTo>
                      <a:lnTo>
                        <a:pt x="16" y="14"/>
                      </a:lnTo>
                      <a:lnTo>
                        <a:pt x="12" y="10"/>
                      </a:lnTo>
                      <a:lnTo>
                        <a:pt x="12" y="10"/>
                      </a:lnTo>
                      <a:lnTo>
                        <a:pt x="12" y="10"/>
                      </a:lnTo>
                      <a:lnTo>
                        <a:pt x="12" y="10"/>
                      </a:lnTo>
                      <a:lnTo>
                        <a:pt x="12" y="10"/>
                      </a:lnTo>
                      <a:lnTo>
                        <a:pt x="12" y="10"/>
                      </a:lnTo>
                      <a:lnTo>
                        <a:pt x="12" y="10"/>
                      </a:lnTo>
                      <a:lnTo>
                        <a:pt x="12" y="10"/>
                      </a:lnTo>
                      <a:lnTo>
                        <a:pt x="8" y="10"/>
                      </a:lnTo>
                      <a:lnTo>
                        <a:pt x="8" y="10"/>
                      </a:lnTo>
                      <a:lnTo>
                        <a:pt x="8" y="10"/>
                      </a:lnTo>
                      <a:lnTo>
                        <a:pt x="8" y="10"/>
                      </a:lnTo>
                      <a:lnTo>
                        <a:pt x="8" y="10"/>
                      </a:lnTo>
                      <a:lnTo>
                        <a:pt x="8" y="6"/>
                      </a:lnTo>
                      <a:lnTo>
                        <a:pt x="8" y="6"/>
                      </a:lnTo>
                      <a:lnTo>
                        <a:pt x="8" y="6"/>
                      </a:lnTo>
                      <a:lnTo>
                        <a:pt x="4" y="6"/>
                      </a:lnTo>
                      <a:lnTo>
                        <a:pt x="4" y="6"/>
                      </a:lnTo>
                      <a:lnTo>
                        <a:pt x="4" y="6"/>
                      </a:lnTo>
                      <a:lnTo>
                        <a:pt x="4" y="6"/>
                      </a:lnTo>
                      <a:lnTo>
                        <a:pt x="4" y="6"/>
                      </a:lnTo>
                      <a:lnTo>
                        <a:pt x="4" y="6"/>
                      </a:lnTo>
                      <a:lnTo>
                        <a:pt x="4" y="6"/>
                      </a:lnTo>
                      <a:lnTo>
                        <a:pt x="4" y="4"/>
                      </a:lnTo>
                      <a:lnTo>
                        <a:pt x="4" y="4"/>
                      </a:lnTo>
                      <a:lnTo>
                        <a:pt x="4" y="4"/>
                      </a:lnTo>
                      <a:lnTo>
                        <a:pt x="4" y="4"/>
                      </a:lnTo>
                      <a:lnTo>
                        <a:pt x="4" y="4"/>
                      </a:lnTo>
                      <a:lnTo>
                        <a:pt x="0" y="4"/>
                      </a:lnTo>
                      <a:lnTo>
                        <a:pt x="0" y="4"/>
                      </a:lnTo>
                      <a:lnTo>
                        <a:pt x="0" y="4"/>
                      </a:lnTo>
                      <a:lnTo>
                        <a:pt x="0" y="4"/>
                      </a:lnTo>
                      <a:lnTo>
                        <a:pt x="0" y="4"/>
                      </a:lnTo>
                      <a:lnTo>
                        <a:pt x="0" y="4"/>
                      </a:lnTo>
                      <a:lnTo>
                        <a:pt x="0" y="4"/>
                      </a:lnTo>
                      <a:lnTo>
                        <a:pt x="0" y="4"/>
                      </a:lnTo>
                      <a:lnTo>
                        <a:pt x="0" y="4"/>
                      </a:lnTo>
                      <a:lnTo>
                        <a:pt x="0" y="4"/>
                      </a:lnTo>
                      <a:lnTo>
                        <a:pt x="0" y="4"/>
                      </a:lnTo>
                      <a:lnTo>
                        <a:pt x="0" y="4"/>
                      </a:lnTo>
                      <a:lnTo>
                        <a:pt x="0" y="4"/>
                      </a:lnTo>
                      <a:lnTo>
                        <a:pt x="0" y="0"/>
                      </a:lnTo>
                      <a:lnTo>
                        <a:pt x="4" y="0"/>
                      </a:lnTo>
                      <a:lnTo>
                        <a:pt x="4" y="0"/>
                      </a:lnTo>
                      <a:lnTo>
                        <a:pt x="4" y="0"/>
                      </a:lnTo>
                      <a:lnTo>
                        <a:pt x="4" y="0"/>
                      </a:lnTo>
                      <a:lnTo>
                        <a:pt x="4" y="0"/>
                      </a:lnTo>
                      <a:lnTo>
                        <a:pt x="8" y="0"/>
                      </a:lnTo>
                      <a:lnTo>
                        <a:pt x="8" y="0"/>
                      </a:lnTo>
                      <a:lnTo>
                        <a:pt x="8" y="0"/>
                      </a:lnTo>
                      <a:lnTo>
                        <a:pt x="8" y="0"/>
                      </a:lnTo>
                      <a:lnTo>
                        <a:pt x="8" y="0"/>
                      </a:lnTo>
                      <a:lnTo>
                        <a:pt x="8" y="0"/>
                      </a:lnTo>
                      <a:lnTo>
                        <a:pt x="8" y="0"/>
                      </a:lnTo>
                      <a:lnTo>
                        <a:pt x="12" y="0"/>
                      </a:lnTo>
                      <a:lnTo>
                        <a:pt x="12" y="0"/>
                      </a:lnTo>
                      <a:lnTo>
                        <a:pt x="12" y="0"/>
                      </a:lnTo>
                      <a:lnTo>
                        <a:pt x="12" y="0"/>
                      </a:lnTo>
                      <a:lnTo>
                        <a:pt x="12" y="0"/>
                      </a:lnTo>
                      <a:lnTo>
                        <a:pt x="12" y="0"/>
                      </a:lnTo>
                      <a:lnTo>
                        <a:pt x="16" y="0"/>
                      </a:lnTo>
                      <a:lnTo>
                        <a:pt x="16" y="0"/>
                      </a:lnTo>
                      <a:lnTo>
                        <a:pt x="16" y="0"/>
                      </a:lnTo>
                      <a:lnTo>
                        <a:pt x="16" y="0"/>
                      </a:lnTo>
                      <a:lnTo>
                        <a:pt x="16" y="0"/>
                      </a:lnTo>
                      <a:lnTo>
                        <a:pt x="16" y="0"/>
                      </a:lnTo>
                      <a:lnTo>
                        <a:pt x="16" y="0"/>
                      </a:lnTo>
                      <a:lnTo>
                        <a:pt x="20" y="0"/>
                      </a:lnTo>
                      <a:lnTo>
                        <a:pt x="20" y="0"/>
                      </a:lnTo>
                      <a:lnTo>
                        <a:pt x="20" y="0"/>
                      </a:lnTo>
                      <a:lnTo>
                        <a:pt x="20" y="4"/>
                      </a:lnTo>
                      <a:lnTo>
                        <a:pt x="20" y="0"/>
                      </a:lnTo>
                      <a:lnTo>
                        <a:pt x="20" y="4"/>
                      </a:lnTo>
                      <a:lnTo>
                        <a:pt x="20" y="4"/>
                      </a:lnTo>
                      <a:lnTo>
                        <a:pt x="24" y="4"/>
                      </a:lnTo>
                      <a:lnTo>
                        <a:pt x="24" y="4"/>
                      </a:lnTo>
                      <a:lnTo>
                        <a:pt x="24" y="4"/>
                      </a:lnTo>
                      <a:lnTo>
                        <a:pt x="24" y="4"/>
                      </a:lnTo>
                      <a:lnTo>
                        <a:pt x="24" y="4"/>
                      </a:lnTo>
                      <a:lnTo>
                        <a:pt x="24" y="4"/>
                      </a:lnTo>
                      <a:lnTo>
                        <a:pt x="28" y="4"/>
                      </a:lnTo>
                      <a:lnTo>
                        <a:pt x="28" y="4"/>
                      </a:lnTo>
                      <a:lnTo>
                        <a:pt x="28" y="6"/>
                      </a:lnTo>
                      <a:lnTo>
                        <a:pt x="28" y="6"/>
                      </a:lnTo>
                      <a:lnTo>
                        <a:pt x="28" y="6"/>
                      </a:lnTo>
                      <a:lnTo>
                        <a:pt x="28" y="6"/>
                      </a:lnTo>
                      <a:lnTo>
                        <a:pt x="28" y="6"/>
                      </a:lnTo>
                      <a:lnTo>
                        <a:pt x="32" y="6"/>
                      </a:lnTo>
                      <a:lnTo>
                        <a:pt x="32" y="6"/>
                      </a:lnTo>
                      <a:lnTo>
                        <a:pt x="32" y="6"/>
                      </a:lnTo>
                      <a:lnTo>
                        <a:pt x="32" y="10"/>
                      </a:lnTo>
                      <a:lnTo>
                        <a:pt x="32" y="10"/>
                      </a:lnTo>
                      <a:lnTo>
                        <a:pt x="32" y="10"/>
                      </a:lnTo>
                      <a:lnTo>
                        <a:pt x="28" y="10"/>
                      </a:lnTo>
                      <a:lnTo>
                        <a:pt x="28" y="10"/>
                      </a:lnTo>
                      <a:lnTo>
                        <a:pt x="28" y="10"/>
                      </a:lnTo>
                      <a:lnTo>
                        <a:pt x="24" y="10"/>
                      </a:lnTo>
                      <a:lnTo>
                        <a:pt x="24" y="10"/>
                      </a:lnTo>
                      <a:lnTo>
                        <a:pt x="24" y="10"/>
                      </a:lnTo>
                      <a:lnTo>
                        <a:pt x="24" y="10"/>
                      </a:lnTo>
                      <a:lnTo>
                        <a:pt x="24" y="10"/>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227" name="Freeform 78">
                  <a:extLst>
                    <a:ext uri="{FF2B5EF4-FFF2-40B4-BE49-F238E27FC236}">
                      <a16:creationId xmlns:a16="http://schemas.microsoft.com/office/drawing/2014/main" id="{F11FA10C-FF7B-49D4-84B1-72D6260FDFE5}"/>
                    </a:ext>
                  </a:extLst>
                </p:cNvPr>
                <p:cNvSpPr>
                  <a:spLocks noEditPoints="1"/>
                </p:cNvSpPr>
                <p:nvPr/>
              </p:nvSpPr>
              <p:spPr bwMode="gray">
                <a:xfrm>
                  <a:off x="1891896" y="3517890"/>
                  <a:ext cx="775712" cy="563519"/>
                </a:xfrm>
                <a:custGeom>
                  <a:avLst/>
                  <a:gdLst>
                    <a:gd name="T0" fmla="*/ 90 w 446"/>
                    <a:gd name="T1" fmla="*/ 134 h 324"/>
                    <a:gd name="T2" fmla="*/ 74 w 446"/>
                    <a:gd name="T3" fmla="*/ 112 h 324"/>
                    <a:gd name="T4" fmla="*/ 60 w 446"/>
                    <a:gd name="T5" fmla="*/ 104 h 324"/>
                    <a:gd name="T6" fmla="*/ 56 w 446"/>
                    <a:gd name="T7" fmla="*/ 90 h 324"/>
                    <a:gd name="T8" fmla="*/ 48 w 446"/>
                    <a:gd name="T9" fmla="*/ 64 h 324"/>
                    <a:gd name="T10" fmla="*/ 32 w 446"/>
                    <a:gd name="T11" fmla="*/ 38 h 324"/>
                    <a:gd name="T12" fmla="*/ 18 w 446"/>
                    <a:gd name="T13" fmla="*/ 4 h 324"/>
                    <a:gd name="T14" fmla="*/ 52 w 446"/>
                    <a:gd name="T15" fmla="*/ 8 h 324"/>
                    <a:gd name="T16" fmla="*/ 104 w 446"/>
                    <a:gd name="T17" fmla="*/ 26 h 324"/>
                    <a:gd name="T18" fmla="*/ 156 w 446"/>
                    <a:gd name="T19" fmla="*/ 18 h 324"/>
                    <a:gd name="T20" fmla="*/ 182 w 446"/>
                    <a:gd name="T21" fmla="*/ 38 h 324"/>
                    <a:gd name="T22" fmla="*/ 208 w 446"/>
                    <a:gd name="T23" fmla="*/ 68 h 324"/>
                    <a:gd name="T24" fmla="*/ 230 w 446"/>
                    <a:gd name="T25" fmla="*/ 56 h 324"/>
                    <a:gd name="T26" fmla="*/ 256 w 446"/>
                    <a:gd name="T27" fmla="*/ 82 h 324"/>
                    <a:gd name="T28" fmla="*/ 274 w 446"/>
                    <a:gd name="T29" fmla="*/ 116 h 324"/>
                    <a:gd name="T30" fmla="*/ 298 w 446"/>
                    <a:gd name="T31" fmla="*/ 132 h 324"/>
                    <a:gd name="T32" fmla="*/ 290 w 446"/>
                    <a:gd name="T33" fmla="*/ 172 h 324"/>
                    <a:gd name="T34" fmla="*/ 294 w 446"/>
                    <a:gd name="T35" fmla="*/ 210 h 324"/>
                    <a:gd name="T36" fmla="*/ 294 w 446"/>
                    <a:gd name="T37" fmla="*/ 214 h 324"/>
                    <a:gd name="T38" fmla="*/ 316 w 446"/>
                    <a:gd name="T39" fmla="*/ 250 h 324"/>
                    <a:gd name="T40" fmla="*/ 350 w 446"/>
                    <a:gd name="T41" fmla="*/ 262 h 324"/>
                    <a:gd name="T42" fmla="*/ 372 w 446"/>
                    <a:gd name="T43" fmla="*/ 258 h 324"/>
                    <a:gd name="T44" fmla="*/ 390 w 446"/>
                    <a:gd name="T45" fmla="*/ 238 h 324"/>
                    <a:gd name="T46" fmla="*/ 402 w 446"/>
                    <a:gd name="T47" fmla="*/ 210 h 324"/>
                    <a:gd name="T48" fmla="*/ 430 w 446"/>
                    <a:gd name="T49" fmla="*/ 206 h 324"/>
                    <a:gd name="T50" fmla="*/ 442 w 446"/>
                    <a:gd name="T51" fmla="*/ 220 h 324"/>
                    <a:gd name="T52" fmla="*/ 430 w 446"/>
                    <a:gd name="T53" fmla="*/ 242 h 324"/>
                    <a:gd name="T54" fmla="*/ 428 w 446"/>
                    <a:gd name="T55" fmla="*/ 250 h 324"/>
                    <a:gd name="T56" fmla="*/ 410 w 446"/>
                    <a:gd name="T57" fmla="*/ 268 h 324"/>
                    <a:gd name="T58" fmla="*/ 390 w 446"/>
                    <a:gd name="T59" fmla="*/ 290 h 324"/>
                    <a:gd name="T60" fmla="*/ 368 w 446"/>
                    <a:gd name="T61" fmla="*/ 320 h 324"/>
                    <a:gd name="T62" fmla="*/ 346 w 446"/>
                    <a:gd name="T63" fmla="*/ 302 h 324"/>
                    <a:gd name="T64" fmla="*/ 330 w 446"/>
                    <a:gd name="T65" fmla="*/ 294 h 324"/>
                    <a:gd name="T66" fmla="*/ 298 w 446"/>
                    <a:gd name="T67" fmla="*/ 302 h 324"/>
                    <a:gd name="T68" fmla="*/ 264 w 446"/>
                    <a:gd name="T69" fmla="*/ 288 h 324"/>
                    <a:gd name="T70" fmla="*/ 230 w 446"/>
                    <a:gd name="T71" fmla="*/ 268 h 324"/>
                    <a:gd name="T72" fmla="*/ 204 w 446"/>
                    <a:gd name="T73" fmla="*/ 250 h 324"/>
                    <a:gd name="T74" fmla="*/ 178 w 446"/>
                    <a:gd name="T75" fmla="*/ 228 h 324"/>
                    <a:gd name="T76" fmla="*/ 182 w 446"/>
                    <a:gd name="T77" fmla="*/ 198 h 324"/>
                    <a:gd name="T78" fmla="*/ 162 w 446"/>
                    <a:gd name="T79" fmla="*/ 164 h 324"/>
                    <a:gd name="T80" fmla="*/ 144 w 446"/>
                    <a:gd name="T81" fmla="*/ 150 h 324"/>
                    <a:gd name="T82" fmla="*/ 130 w 446"/>
                    <a:gd name="T83" fmla="*/ 134 h 324"/>
                    <a:gd name="T84" fmla="*/ 130 w 446"/>
                    <a:gd name="T85" fmla="*/ 120 h 324"/>
                    <a:gd name="T86" fmla="*/ 106 w 446"/>
                    <a:gd name="T87" fmla="*/ 90 h 324"/>
                    <a:gd name="T88" fmla="*/ 86 w 446"/>
                    <a:gd name="T89" fmla="*/ 72 h 324"/>
                    <a:gd name="T90" fmla="*/ 74 w 446"/>
                    <a:gd name="T91" fmla="*/ 34 h 324"/>
                    <a:gd name="T92" fmla="*/ 48 w 446"/>
                    <a:gd name="T93" fmla="*/ 18 h 324"/>
                    <a:gd name="T94" fmla="*/ 52 w 446"/>
                    <a:gd name="T95" fmla="*/ 46 h 324"/>
                    <a:gd name="T96" fmla="*/ 70 w 446"/>
                    <a:gd name="T97" fmla="*/ 72 h 324"/>
                    <a:gd name="T98" fmla="*/ 90 w 446"/>
                    <a:gd name="T99" fmla="*/ 108 h 324"/>
                    <a:gd name="T100" fmla="*/ 100 w 446"/>
                    <a:gd name="T101" fmla="*/ 128 h 324"/>
                    <a:gd name="T102" fmla="*/ 110 w 446"/>
                    <a:gd name="T103" fmla="*/ 158 h 324"/>
                    <a:gd name="T104" fmla="*/ 122 w 446"/>
                    <a:gd name="T105" fmla="*/ 176 h 324"/>
                    <a:gd name="T106" fmla="*/ 96 w 446"/>
                    <a:gd name="T107" fmla="*/ 154 h 324"/>
                    <a:gd name="T108" fmla="*/ 86 w 446"/>
                    <a:gd name="T109" fmla="*/ 146 h 324"/>
                    <a:gd name="T110" fmla="*/ 104 w 446"/>
                    <a:gd name="T111" fmla="*/ 254 h 324"/>
                    <a:gd name="T112" fmla="*/ 74 w 446"/>
                    <a:gd name="T113" fmla="*/ 72 h 324"/>
                    <a:gd name="T114" fmla="*/ 0 w 446"/>
                    <a:gd name="T115" fmla="*/ 72 h 324"/>
                    <a:gd name="T116" fmla="*/ 44 w 446"/>
                    <a:gd name="T117" fmla="*/ 90 h 324"/>
                    <a:gd name="T118" fmla="*/ 92 w 446"/>
                    <a:gd name="T119" fmla="*/ 154 h 324"/>
                    <a:gd name="T120" fmla="*/ 162 w 446"/>
                    <a:gd name="T121" fmla="*/ 206 h 324"/>
                    <a:gd name="T122" fmla="*/ 442 w 446"/>
                    <a:gd name="T123" fmla="*/ 228 h 324"/>
                    <a:gd name="T124" fmla="*/ 380 w 446"/>
                    <a:gd name="T125" fmla="*/ 254 h 3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46" h="324">
                      <a:moveTo>
                        <a:pt x="96" y="154"/>
                      </a:moveTo>
                      <a:lnTo>
                        <a:pt x="92" y="154"/>
                      </a:lnTo>
                      <a:lnTo>
                        <a:pt x="92" y="150"/>
                      </a:lnTo>
                      <a:lnTo>
                        <a:pt x="90" y="150"/>
                      </a:lnTo>
                      <a:lnTo>
                        <a:pt x="90" y="146"/>
                      </a:lnTo>
                      <a:lnTo>
                        <a:pt x="90" y="142"/>
                      </a:lnTo>
                      <a:lnTo>
                        <a:pt x="86" y="142"/>
                      </a:lnTo>
                      <a:lnTo>
                        <a:pt x="86" y="146"/>
                      </a:lnTo>
                      <a:lnTo>
                        <a:pt x="86" y="142"/>
                      </a:lnTo>
                      <a:lnTo>
                        <a:pt x="86" y="138"/>
                      </a:lnTo>
                      <a:lnTo>
                        <a:pt x="90" y="138"/>
                      </a:lnTo>
                      <a:lnTo>
                        <a:pt x="90" y="134"/>
                      </a:lnTo>
                      <a:lnTo>
                        <a:pt x="90" y="132"/>
                      </a:lnTo>
                      <a:lnTo>
                        <a:pt x="90" y="134"/>
                      </a:lnTo>
                      <a:lnTo>
                        <a:pt x="90" y="132"/>
                      </a:lnTo>
                      <a:lnTo>
                        <a:pt x="90" y="128"/>
                      </a:lnTo>
                      <a:lnTo>
                        <a:pt x="86" y="128"/>
                      </a:lnTo>
                      <a:lnTo>
                        <a:pt x="86" y="124"/>
                      </a:lnTo>
                      <a:lnTo>
                        <a:pt x="86" y="120"/>
                      </a:lnTo>
                      <a:lnTo>
                        <a:pt x="82" y="120"/>
                      </a:lnTo>
                      <a:lnTo>
                        <a:pt x="78" y="120"/>
                      </a:lnTo>
                      <a:lnTo>
                        <a:pt x="78" y="116"/>
                      </a:lnTo>
                      <a:lnTo>
                        <a:pt x="74" y="116"/>
                      </a:lnTo>
                      <a:lnTo>
                        <a:pt x="74" y="112"/>
                      </a:lnTo>
                      <a:lnTo>
                        <a:pt x="70" y="112"/>
                      </a:lnTo>
                      <a:lnTo>
                        <a:pt x="70" y="108"/>
                      </a:lnTo>
                      <a:lnTo>
                        <a:pt x="74" y="108"/>
                      </a:lnTo>
                      <a:lnTo>
                        <a:pt x="70" y="108"/>
                      </a:lnTo>
                      <a:lnTo>
                        <a:pt x="70" y="112"/>
                      </a:lnTo>
                      <a:lnTo>
                        <a:pt x="70" y="108"/>
                      </a:lnTo>
                      <a:lnTo>
                        <a:pt x="66" y="108"/>
                      </a:lnTo>
                      <a:lnTo>
                        <a:pt x="66" y="112"/>
                      </a:lnTo>
                      <a:lnTo>
                        <a:pt x="62" y="108"/>
                      </a:lnTo>
                      <a:lnTo>
                        <a:pt x="62" y="104"/>
                      </a:lnTo>
                      <a:lnTo>
                        <a:pt x="60" y="108"/>
                      </a:lnTo>
                      <a:lnTo>
                        <a:pt x="60" y="104"/>
                      </a:lnTo>
                      <a:lnTo>
                        <a:pt x="56" y="104"/>
                      </a:lnTo>
                      <a:lnTo>
                        <a:pt x="56" y="102"/>
                      </a:lnTo>
                      <a:lnTo>
                        <a:pt x="52" y="98"/>
                      </a:lnTo>
                      <a:lnTo>
                        <a:pt x="48" y="98"/>
                      </a:lnTo>
                      <a:lnTo>
                        <a:pt x="48" y="94"/>
                      </a:lnTo>
                      <a:lnTo>
                        <a:pt x="44" y="94"/>
                      </a:lnTo>
                      <a:lnTo>
                        <a:pt x="48" y="90"/>
                      </a:lnTo>
                      <a:lnTo>
                        <a:pt x="48" y="94"/>
                      </a:lnTo>
                      <a:lnTo>
                        <a:pt x="52" y="94"/>
                      </a:lnTo>
                      <a:lnTo>
                        <a:pt x="56" y="94"/>
                      </a:lnTo>
                      <a:lnTo>
                        <a:pt x="60" y="94"/>
                      </a:lnTo>
                      <a:lnTo>
                        <a:pt x="56" y="90"/>
                      </a:lnTo>
                      <a:lnTo>
                        <a:pt x="60" y="90"/>
                      </a:lnTo>
                      <a:lnTo>
                        <a:pt x="60" y="86"/>
                      </a:lnTo>
                      <a:lnTo>
                        <a:pt x="60" y="90"/>
                      </a:lnTo>
                      <a:lnTo>
                        <a:pt x="60" y="86"/>
                      </a:lnTo>
                      <a:lnTo>
                        <a:pt x="60" y="82"/>
                      </a:lnTo>
                      <a:lnTo>
                        <a:pt x="60" y="78"/>
                      </a:lnTo>
                      <a:lnTo>
                        <a:pt x="60" y="74"/>
                      </a:lnTo>
                      <a:lnTo>
                        <a:pt x="56" y="74"/>
                      </a:lnTo>
                      <a:lnTo>
                        <a:pt x="56" y="72"/>
                      </a:lnTo>
                      <a:lnTo>
                        <a:pt x="52" y="72"/>
                      </a:lnTo>
                      <a:lnTo>
                        <a:pt x="52" y="68"/>
                      </a:lnTo>
                      <a:lnTo>
                        <a:pt x="48" y="64"/>
                      </a:lnTo>
                      <a:lnTo>
                        <a:pt x="44" y="64"/>
                      </a:lnTo>
                      <a:lnTo>
                        <a:pt x="44" y="60"/>
                      </a:lnTo>
                      <a:lnTo>
                        <a:pt x="40" y="60"/>
                      </a:lnTo>
                      <a:lnTo>
                        <a:pt x="36" y="56"/>
                      </a:lnTo>
                      <a:lnTo>
                        <a:pt x="36" y="52"/>
                      </a:lnTo>
                      <a:lnTo>
                        <a:pt x="36" y="48"/>
                      </a:lnTo>
                      <a:lnTo>
                        <a:pt x="36" y="46"/>
                      </a:lnTo>
                      <a:lnTo>
                        <a:pt x="32" y="46"/>
                      </a:lnTo>
                      <a:lnTo>
                        <a:pt x="32" y="42"/>
                      </a:lnTo>
                      <a:lnTo>
                        <a:pt x="32" y="46"/>
                      </a:lnTo>
                      <a:lnTo>
                        <a:pt x="32" y="42"/>
                      </a:lnTo>
                      <a:lnTo>
                        <a:pt x="32" y="38"/>
                      </a:lnTo>
                      <a:lnTo>
                        <a:pt x="30" y="34"/>
                      </a:lnTo>
                      <a:lnTo>
                        <a:pt x="30" y="30"/>
                      </a:lnTo>
                      <a:lnTo>
                        <a:pt x="26" y="30"/>
                      </a:lnTo>
                      <a:lnTo>
                        <a:pt x="26" y="26"/>
                      </a:lnTo>
                      <a:lnTo>
                        <a:pt x="22" y="22"/>
                      </a:lnTo>
                      <a:lnTo>
                        <a:pt x="26" y="18"/>
                      </a:lnTo>
                      <a:lnTo>
                        <a:pt x="22" y="18"/>
                      </a:lnTo>
                      <a:lnTo>
                        <a:pt x="22" y="16"/>
                      </a:lnTo>
                      <a:lnTo>
                        <a:pt x="18" y="16"/>
                      </a:lnTo>
                      <a:lnTo>
                        <a:pt x="18" y="12"/>
                      </a:lnTo>
                      <a:lnTo>
                        <a:pt x="18" y="8"/>
                      </a:lnTo>
                      <a:lnTo>
                        <a:pt x="18" y="4"/>
                      </a:lnTo>
                      <a:lnTo>
                        <a:pt x="22" y="4"/>
                      </a:lnTo>
                      <a:lnTo>
                        <a:pt x="26" y="4"/>
                      </a:lnTo>
                      <a:lnTo>
                        <a:pt x="30" y="4"/>
                      </a:lnTo>
                      <a:lnTo>
                        <a:pt x="32" y="4"/>
                      </a:lnTo>
                      <a:lnTo>
                        <a:pt x="36" y="4"/>
                      </a:lnTo>
                      <a:lnTo>
                        <a:pt x="40" y="4"/>
                      </a:lnTo>
                      <a:lnTo>
                        <a:pt x="44" y="4"/>
                      </a:lnTo>
                      <a:lnTo>
                        <a:pt x="48" y="0"/>
                      </a:lnTo>
                      <a:lnTo>
                        <a:pt x="52" y="0"/>
                      </a:lnTo>
                      <a:lnTo>
                        <a:pt x="52" y="4"/>
                      </a:lnTo>
                      <a:lnTo>
                        <a:pt x="48" y="4"/>
                      </a:lnTo>
                      <a:lnTo>
                        <a:pt x="52" y="8"/>
                      </a:lnTo>
                      <a:lnTo>
                        <a:pt x="56" y="8"/>
                      </a:lnTo>
                      <a:lnTo>
                        <a:pt x="60" y="12"/>
                      </a:lnTo>
                      <a:lnTo>
                        <a:pt x="62" y="12"/>
                      </a:lnTo>
                      <a:lnTo>
                        <a:pt x="66" y="12"/>
                      </a:lnTo>
                      <a:lnTo>
                        <a:pt x="70" y="16"/>
                      </a:lnTo>
                      <a:lnTo>
                        <a:pt x="74" y="16"/>
                      </a:lnTo>
                      <a:lnTo>
                        <a:pt x="78" y="16"/>
                      </a:lnTo>
                      <a:lnTo>
                        <a:pt x="82" y="18"/>
                      </a:lnTo>
                      <a:lnTo>
                        <a:pt x="86" y="18"/>
                      </a:lnTo>
                      <a:lnTo>
                        <a:pt x="90" y="22"/>
                      </a:lnTo>
                      <a:lnTo>
                        <a:pt x="96" y="26"/>
                      </a:lnTo>
                      <a:lnTo>
                        <a:pt x="104" y="26"/>
                      </a:lnTo>
                      <a:lnTo>
                        <a:pt x="110" y="26"/>
                      </a:lnTo>
                      <a:lnTo>
                        <a:pt x="114" y="26"/>
                      </a:lnTo>
                      <a:lnTo>
                        <a:pt x="118" y="26"/>
                      </a:lnTo>
                      <a:lnTo>
                        <a:pt x="122" y="26"/>
                      </a:lnTo>
                      <a:lnTo>
                        <a:pt x="130" y="26"/>
                      </a:lnTo>
                      <a:lnTo>
                        <a:pt x="132" y="26"/>
                      </a:lnTo>
                      <a:lnTo>
                        <a:pt x="140" y="26"/>
                      </a:lnTo>
                      <a:lnTo>
                        <a:pt x="140" y="22"/>
                      </a:lnTo>
                      <a:lnTo>
                        <a:pt x="140" y="18"/>
                      </a:lnTo>
                      <a:lnTo>
                        <a:pt x="148" y="18"/>
                      </a:lnTo>
                      <a:lnTo>
                        <a:pt x="152" y="18"/>
                      </a:lnTo>
                      <a:lnTo>
                        <a:pt x="156" y="18"/>
                      </a:lnTo>
                      <a:lnTo>
                        <a:pt x="160" y="18"/>
                      </a:lnTo>
                      <a:lnTo>
                        <a:pt x="162" y="18"/>
                      </a:lnTo>
                      <a:lnTo>
                        <a:pt x="166" y="18"/>
                      </a:lnTo>
                      <a:lnTo>
                        <a:pt x="166" y="22"/>
                      </a:lnTo>
                      <a:lnTo>
                        <a:pt x="170" y="22"/>
                      </a:lnTo>
                      <a:lnTo>
                        <a:pt x="170" y="26"/>
                      </a:lnTo>
                      <a:lnTo>
                        <a:pt x="174" y="26"/>
                      </a:lnTo>
                      <a:lnTo>
                        <a:pt x="174" y="30"/>
                      </a:lnTo>
                      <a:lnTo>
                        <a:pt x="178" y="30"/>
                      </a:lnTo>
                      <a:lnTo>
                        <a:pt x="178" y="34"/>
                      </a:lnTo>
                      <a:lnTo>
                        <a:pt x="182" y="34"/>
                      </a:lnTo>
                      <a:lnTo>
                        <a:pt x="182" y="38"/>
                      </a:lnTo>
                      <a:lnTo>
                        <a:pt x="186" y="38"/>
                      </a:lnTo>
                      <a:lnTo>
                        <a:pt x="188" y="42"/>
                      </a:lnTo>
                      <a:lnTo>
                        <a:pt x="188" y="46"/>
                      </a:lnTo>
                      <a:lnTo>
                        <a:pt x="192" y="48"/>
                      </a:lnTo>
                      <a:lnTo>
                        <a:pt x="192" y="52"/>
                      </a:lnTo>
                      <a:lnTo>
                        <a:pt x="192" y="56"/>
                      </a:lnTo>
                      <a:lnTo>
                        <a:pt x="196" y="60"/>
                      </a:lnTo>
                      <a:lnTo>
                        <a:pt x="200" y="60"/>
                      </a:lnTo>
                      <a:lnTo>
                        <a:pt x="200" y="64"/>
                      </a:lnTo>
                      <a:lnTo>
                        <a:pt x="204" y="64"/>
                      </a:lnTo>
                      <a:lnTo>
                        <a:pt x="204" y="68"/>
                      </a:lnTo>
                      <a:lnTo>
                        <a:pt x="208" y="68"/>
                      </a:lnTo>
                      <a:lnTo>
                        <a:pt x="212" y="72"/>
                      </a:lnTo>
                      <a:lnTo>
                        <a:pt x="216" y="72"/>
                      </a:lnTo>
                      <a:lnTo>
                        <a:pt x="216" y="68"/>
                      </a:lnTo>
                      <a:lnTo>
                        <a:pt x="218" y="68"/>
                      </a:lnTo>
                      <a:lnTo>
                        <a:pt x="218" y="64"/>
                      </a:lnTo>
                      <a:lnTo>
                        <a:pt x="218" y="60"/>
                      </a:lnTo>
                      <a:lnTo>
                        <a:pt x="218" y="56"/>
                      </a:lnTo>
                      <a:lnTo>
                        <a:pt x="222" y="56"/>
                      </a:lnTo>
                      <a:lnTo>
                        <a:pt x="226" y="56"/>
                      </a:lnTo>
                      <a:lnTo>
                        <a:pt x="226" y="52"/>
                      </a:lnTo>
                      <a:lnTo>
                        <a:pt x="226" y="56"/>
                      </a:lnTo>
                      <a:lnTo>
                        <a:pt x="230" y="56"/>
                      </a:lnTo>
                      <a:lnTo>
                        <a:pt x="234" y="56"/>
                      </a:lnTo>
                      <a:lnTo>
                        <a:pt x="238" y="56"/>
                      </a:lnTo>
                      <a:lnTo>
                        <a:pt x="238" y="60"/>
                      </a:lnTo>
                      <a:lnTo>
                        <a:pt x="242" y="60"/>
                      </a:lnTo>
                      <a:lnTo>
                        <a:pt x="244" y="60"/>
                      </a:lnTo>
                      <a:lnTo>
                        <a:pt x="244" y="64"/>
                      </a:lnTo>
                      <a:lnTo>
                        <a:pt x="248" y="68"/>
                      </a:lnTo>
                      <a:lnTo>
                        <a:pt x="248" y="72"/>
                      </a:lnTo>
                      <a:lnTo>
                        <a:pt x="252" y="74"/>
                      </a:lnTo>
                      <a:lnTo>
                        <a:pt x="252" y="78"/>
                      </a:lnTo>
                      <a:lnTo>
                        <a:pt x="252" y="82"/>
                      </a:lnTo>
                      <a:lnTo>
                        <a:pt x="256" y="82"/>
                      </a:lnTo>
                      <a:lnTo>
                        <a:pt x="256" y="86"/>
                      </a:lnTo>
                      <a:lnTo>
                        <a:pt x="260" y="90"/>
                      </a:lnTo>
                      <a:lnTo>
                        <a:pt x="260" y="94"/>
                      </a:lnTo>
                      <a:lnTo>
                        <a:pt x="264" y="94"/>
                      </a:lnTo>
                      <a:lnTo>
                        <a:pt x="264" y="98"/>
                      </a:lnTo>
                      <a:lnTo>
                        <a:pt x="268" y="98"/>
                      </a:lnTo>
                      <a:lnTo>
                        <a:pt x="268" y="102"/>
                      </a:lnTo>
                      <a:lnTo>
                        <a:pt x="268" y="104"/>
                      </a:lnTo>
                      <a:lnTo>
                        <a:pt x="268" y="108"/>
                      </a:lnTo>
                      <a:lnTo>
                        <a:pt x="272" y="112"/>
                      </a:lnTo>
                      <a:lnTo>
                        <a:pt x="272" y="116"/>
                      </a:lnTo>
                      <a:lnTo>
                        <a:pt x="274" y="116"/>
                      </a:lnTo>
                      <a:lnTo>
                        <a:pt x="274" y="120"/>
                      </a:lnTo>
                      <a:lnTo>
                        <a:pt x="278" y="120"/>
                      </a:lnTo>
                      <a:lnTo>
                        <a:pt x="282" y="120"/>
                      </a:lnTo>
                      <a:lnTo>
                        <a:pt x="282" y="124"/>
                      </a:lnTo>
                      <a:lnTo>
                        <a:pt x="286" y="124"/>
                      </a:lnTo>
                      <a:lnTo>
                        <a:pt x="290" y="124"/>
                      </a:lnTo>
                      <a:lnTo>
                        <a:pt x="294" y="124"/>
                      </a:lnTo>
                      <a:lnTo>
                        <a:pt x="294" y="128"/>
                      </a:lnTo>
                      <a:lnTo>
                        <a:pt x="298" y="128"/>
                      </a:lnTo>
                      <a:lnTo>
                        <a:pt x="298" y="124"/>
                      </a:lnTo>
                      <a:lnTo>
                        <a:pt x="298" y="128"/>
                      </a:lnTo>
                      <a:lnTo>
                        <a:pt x="298" y="132"/>
                      </a:lnTo>
                      <a:lnTo>
                        <a:pt x="298" y="134"/>
                      </a:lnTo>
                      <a:lnTo>
                        <a:pt x="294" y="138"/>
                      </a:lnTo>
                      <a:lnTo>
                        <a:pt x="294" y="142"/>
                      </a:lnTo>
                      <a:lnTo>
                        <a:pt x="294" y="146"/>
                      </a:lnTo>
                      <a:lnTo>
                        <a:pt x="294" y="150"/>
                      </a:lnTo>
                      <a:lnTo>
                        <a:pt x="290" y="150"/>
                      </a:lnTo>
                      <a:lnTo>
                        <a:pt x="290" y="154"/>
                      </a:lnTo>
                      <a:lnTo>
                        <a:pt x="290" y="158"/>
                      </a:lnTo>
                      <a:lnTo>
                        <a:pt x="290" y="160"/>
                      </a:lnTo>
                      <a:lnTo>
                        <a:pt x="290" y="164"/>
                      </a:lnTo>
                      <a:lnTo>
                        <a:pt x="290" y="168"/>
                      </a:lnTo>
                      <a:lnTo>
                        <a:pt x="290" y="172"/>
                      </a:lnTo>
                      <a:lnTo>
                        <a:pt x="290" y="176"/>
                      </a:lnTo>
                      <a:lnTo>
                        <a:pt x="290" y="180"/>
                      </a:lnTo>
                      <a:lnTo>
                        <a:pt x="290" y="184"/>
                      </a:lnTo>
                      <a:lnTo>
                        <a:pt x="290" y="188"/>
                      </a:lnTo>
                      <a:lnTo>
                        <a:pt x="290" y="190"/>
                      </a:lnTo>
                      <a:lnTo>
                        <a:pt x="290" y="194"/>
                      </a:lnTo>
                      <a:lnTo>
                        <a:pt x="290" y="198"/>
                      </a:lnTo>
                      <a:lnTo>
                        <a:pt x="294" y="198"/>
                      </a:lnTo>
                      <a:lnTo>
                        <a:pt x="294" y="202"/>
                      </a:lnTo>
                      <a:lnTo>
                        <a:pt x="298" y="202"/>
                      </a:lnTo>
                      <a:lnTo>
                        <a:pt x="298" y="206"/>
                      </a:lnTo>
                      <a:lnTo>
                        <a:pt x="294" y="210"/>
                      </a:lnTo>
                      <a:lnTo>
                        <a:pt x="294" y="206"/>
                      </a:lnTo>
                      <a:lnTo>
                        <a:pt x="298" y="206"/>
                      </a:lnTo>
                      <a:lnTo>
                        <a:pt x="294" y="206"/>
                      </a:lnTo>
                      <a:lnTo>
                        <a:pt x="294" y="202"/>
                      </a:lnTo>
                      <a:lnTo>
                        <a:pt x="294" y="198"/>
                      </a:lnTo>
                      <a:lnTo>
                        <a:pt x="290" y="198"/>
                      </a:lnTo>
                      <a:lnTo>
                        <a:pt x="290" y="194"/>
                      </a:lnTo>
                      <a:lnTo>
                        <a:pt x="290" y="198"/>
                      </a:lnTo>
                      <a:lnTo>
                        <a:pt x="290" y="202"/>
                      </a:lnTo>
                      <a:lnTo>
                        <a:pt x="294" y="206"/>
                      </a:lnTo>
                      <a:lnTo>
                        <a:pt x="294" y="210"/>
                      </a:lnTo>
                      <a:lnTo>
                        <a:pt x="294" y="214"/>
                      </a:lnTo>
                      <a:lnTo>
                        <a:pt x="298" y="214"/>
                      </a:lnTo>
                      <a:lnTo>
                        <a:pt x="298" y="218"/>
                      </a:lnTo>
                      <a:lnTo>
                        <a:pt x="298" y="220"/>
                      </a:lnTo>
                      <a:lnTo>
                        <a:pt x="302" y="220"/>
                      </a:lnTo>
                      <a:lnTo>
                        <a:pt x="304" y="228"/>
                      </a:lnTo>
                      <a:lnTo>
                        <a:pt x="308" y="232"/>
                      </a:lnTo>
                      <a:lnTo>
                        <a:pt x="308" y="234"/>
                      </a:lnTo>
                      <a:lnTo>
                        <a:pt x="308" y="238"/>
                      </a:lnTo>
                      <a:lnTo>
                        <a:pt x="312" y="242"/>
                      </a:lnTo>
                      <a:lnTo>
                        <a:pt x="312" y="246"/>
                      </a:lnTo>
                      <a:lnTo>
                        <a:pt x="316" y="246"/>
                      </a:lnTo>
                      <a:lnTo>
                        <a:pt x="316" y="250"/>
                      </a:lnTo>
                      <a:lnTo>
                        <a:pt x="316" y="254"/>
                      </a:lnTo>
                      <a:lnTo>
                        <a:pt x="320" y="254"/>
                      </a:lnTo>
                      <a:lnTo>
                        <a:pt x="324" y="254"/>
                      </a:lnTo>
                      <a:lnTo>
                        <a:pt x="328" y="254"/>
                      </a:lnTo>
                      <a:lnTo>
                        <a:pt x="328" y="258"/>
                      </a:lnTo>
                      <a:lnTo>
                        <a:pt x="330" y="258"/>
                      </a:lnTo>
                      <a:lnTo>
                        <a:pt x="330" y="262"/>
                      </a:lnTo>
                      <a:lnTo>
                        <a:pt x="334" y="264"/>
                      </a:lnTo>
                      <a:lnTo>
                        <a:pt x="338" y="264"/>
                      </a:lnTo>
                      <a:lnTo>
                        <a:pt x="342" y="262"/>
                      </a:lnTo>
                      <a:lnTo>
                        <a:pt x="346" y="262"/>
                      </a:lnTo>
                      <a:lnTo>
                        <a:pt x="350" y="262"/>
                      </a:lnTo>
                      <a:lnTo>
                        <a:pt x="350" y="258"/>
                      </a:lnTo>
                      <a:lnTo>
                        <a:pt x="346" y="262"/>
                      </a:lnTo>
                      <a:lnTo>
                        <a:pt x="350" y="258"/>
                      </a:lnTo>
                      <a:lnTo>
                        <a:pt x="354" y="258"/>
                      </a:lnTo>
                      <a:lnTo>
                        <a:pt x="354" y="262"/>
                      </a:lnTo>
                      <a:lnTo>
                        <a:pt x="358" y="262"/>
                      </a:lnTo>
                      <a:lnTo>
                        <a:pt x="358" y="258"/>
                      </a:lnTo>
                      <a:lnTo>
                        <a:pt x="360" y="258"/>
                      </a:lnTo>
                      <a:lnTo>
                        <a:pt x="364" y="254"/>
                      </a:lnTo>
                      <a:lnTo>
                        <a:pt x="368" y="254"/>
                      </a:lnTo>
                      <a:lnTo>
                        <a:pt x="372" y="254"/>
                      </a:lnTo>
                      <a:lnTo>
                        <a:pt x="372" y="258"/>
                      </a:lnTo>
                      <a:lnTo>
                        <a:pt x="376" y="258"/>
                      </a:lnTo>
                      <a:lnTo>
                        <a:pt x="372" y="258"/>
                      </a:lnTo>
                      <a:lnTo>
                        <a:pt x="376" y="262"/>
                      </a:lnTo>
                      <a:lnTo>
                        <a:pt x="376" y="258"/>
                      </a:lnTo>
                      <a:lnTo>
                        <a:pt x="380" y="258"/>
                      </a:lnTo>
                      <a:lnTo>
                        <a:pt x="384" y="254"/>
                      </a:lnTo>
                      <a:lnTo>
                        <a:pt x="380" y="254"/>
                      </a:lnTo>
                      <a:lnTo>
                        <a:pt x="380" y="250"/>
                      </a:lnTo>
                      <a:lnTo>
                        <a:pt x="384" y="250"/>
                      </a:lnTo>
                      <a:lnTo>
                        <a:pt x="386" y="246"/>
                      </a:lnTo>
                      <a:lnTo>
                        <a:pt x="390" y="242"/>
                      </a:lnTo>
                      <a:lnTo>
                        <a:pt x="390" y="238"/>
                      </a:lnTo>
                      <a:lnTo>
                        <a:pt x="390" y="234"/>
                      </a:lnTo>
                      <a:lnTo>
                        <a:pt x="394" y="232"/>
                      </a:lnTo>
                      <a:lnTo>
                        <a:pt x="394" y="228"/>
                      </a:lnTo>
                      <a:lnTo>
                        <a:pt x="394" y="224"/>
                      </a:lnTo>
                      <a:lnTo>
                        <a:pt x="394" y="220"/>
                      </a:lnTo>
                      <a:lnTo>
                        <a:pt x="394" y="218"/>
                      </a:lnTo>
                      <a:lnTo>
                        <a:pt x="394" y="214"/>
                      </a:lnTo>
                      <a:lnTo>
                        <a:pt x="394" y="218"/>
                      </a:lnTo>
                      <a:lnTo>
                        <a:pt x="394" y="214"/>
                      </a:lnTo>
                      <a:lnTo>
                        <a:pt x="398" y="214"/>
                      </a:lnTo>
                      <a:lnTo>
                        <a:pt x="398" y="210"/>
                      </a:lnTo>
                      <a:lnTo>
                        <a:pt x="402" y="210"/>
                      </a:lnTo>
                      <a:lnTo>
                        <a:pt x="406" y="210"/>
                      </a:lnTo>
                      <a:lnTo>
                        <a:pt x="410" y="210"/>
                      </a:lnTo>
                      <a:lnTo>
                        <a:pt x="414" y="206"/>
                      </a:lnTo>
                      <a:lnTo>
                        <a:pt x="416" y="206"/>
                      </a:lnTo>
                      <a:lnTo>
                        <a:pt x="420" y="206"/>
                      </a:lnTo>
                      <a:lnTo>
                        <a:pt x="424" y="206"/>
                      </a:lnTo>
                      <a:lnTo>
                        <a:pt x="428" y="202"/>
                      </a:lnTo>
                      <a:lnTo>
                        <a:pt x="424" y="202"/>
                      </a:lnTo>
                      <a:lnTo>
                        <a:pt x="424" y="206"/>
                      </a:lnTo>
                      <a:lnTo>
                        <a:pt x="424" y="202"/>
                      </a:lnTo>
                      <a:lnTo>
                        <a:pt x="428" y="202"/>
                      </a:lnTo>
                      <a:lnTo>
                        <a:pt x="430" y="206"/>
                      </a:lnTo>
                      <a:lnTo>
                        <a:pt x="434" y="206"/>
                      </a:lnTo>
                      <a:lnTo>
                        <a:pt x="438" y="206"/>
                      </a:lnTo>
                      <a:lnTo>
                        <a:pt x="434" y="206"/>
                      </a:lnTo>
                      <a:lnTo>
                        <a:pt x="438" y="206"/>
                      </a:lnTo>
                      <a:lnTo>
                        <a:pt x="438" y="202"/>
                      </a:lnTo>
                      <a:lnTo>
                        <a:pt x="442" y="202"/>
                      </a:lnTo>
                      <a:lnTo>
                        <a:pt x="442" y="206"/>
                      </a:lnTo>
                      <a:lnTo>
                        <a:pt x="446" y="206"/>
                      </a:lnTo>
                      <a:lnTo>
                        <a:pt x="446" y="210"/>
                      </a:lnTo>
                      <a:lnTo>
                        <a:pt x="446" y="214"/>
                      </a:lnTo>
                      <a:lnTo>
                        <a:pt x="442" y="218"/>
                      </a:lnTo>
                      <a:lnTo>
                        <a:pt x="442" y="220"/>
                      </a:lnTo>
                      <a:lnTo>
                        <a:pt x="438" y="220"/>
                      </a:lnTo>
                      <a:lnTo>
                        <a:pt x="438" y="224"/>
                      </a:lnTo>
                      <a:lnTo>
                        <a:pt x="434" y="228"/>
                      </a:lnTo>
                      <a:lnTo>
                        <a:pt x="434" y="232"/>
                      </a:lnTo>
                      <a:lnTo>
                        <a:pt x="434" y="234"/>
                      </a:lnTo>
                      <a:lnTo>
                        <a:pt x="434" y="232"/>
                      </a:lnTo>
                      <a:lnTo>
                        <a:pt x="434" y="234"/>
                      </a:lnTo>
                      <a:lnTo>
                        <a:pt x="430" y="234"/>
                      </a:lnTo>
                      <a:lnTo>
                        <a:pt x="430" y="238"/>
                      </a:lnTo>
                      <a:lnTo>
                        <a:pt x="434" y="238"/>
                      </a:lnTo>
                      <a:lnTo>
                        <a:pt x="434" y="242"/>
                      </a:lnTo>
                      <a:lnTo>
                        <a:pt x="430" y="242"/>
                      </a:lnTo>
                      <a:lnTo>
                        <a:pt x="430" y="246"/>
                      </a:lnTo>
                      <a:lnTo>
                        <a:pt x="434" y="242"/>
                      </a:lnTo>
                      <a:lnTo>
                        <a:pt x="434" y="246"/>
                      </a:lnTo>
                      <a:lnTo>
                        <a:pt x="434" y="250"/>
                      </a:lnTo>
                      <a:lnTo>
                        <a:pt x="430" y="250"/>
                      </a:lnTo>
                      <a:lnTo>
                        <a:pt x="430" y="254"/>
                      </a:lnTo>
                      <a:lnTo>
                        <a:pt x="430" y="258"/>
                      </a:lnTo>
                      <a:lnTo>
                        <a:pt x="430" y="262"/>
                      </a:lnTo>
                      <a:lnTo>
                        <a:pt x="428" y="262"/>
                      </a:lnTo>
                      <a:lnTo>
                        <a:pt x="428" y="258"/>
                      </a:lnTo>
                      <a:lnTo>
                        <a:pt x="428" y="254"/>
                      </a:lnTo>
                      <a:lnTo>
                        <a:pt x="428" y="250"/>
                      </a:lnTo>
                      <a:lnTo>
                        <a:pt x="428" y="254"/>
                      </a:lnTo>
                      <a:lnTo>
                        <a:pt x="424" y="254"/>
                      </a:lnTo>
                      <a:lnTo>
                        <a:pt x="424" y="258"/>
                      </a:lnTo>
                      <a:lnTo>
                        <a:pt x="420" y="258"/>
                      </a:lnTo>
                      <a:lnTo>
                        <a:pt x="420" y="262"/>
                      </a:lnTo>
                      <a:lnTo>
                        <a:pt x="416" y="262"/>
                      </a:lnTo>
                      <a:lnTo>
                        <a:pt x="416" y="264"/>
                      </a:lnTo>
                      <a:lnTo>
                        <a:pt x="416" y="268"/>
                      </a:lnTo>
                      <a:lnTo>
                        <a:pt x="414" y="268"/>
                      </a:lnTo>
                      <a:lnTo>
                        <a:pt x="414" y="264"/>
                      </a:lnTo>
                      <a:lnTo>
                        <a:pt x="414" y="268"/>
                      </a:lnTo>
                      <a:lnTo>
                        <a:pt x="410" y="268"/>
                      </a:lnTo>
                      <a:lnTo>
                        <a:pt x="402" y="268"/>
                      </a:lnTo>
                      <a:lnTo>
                        <a:pt x="398" y="268"/>
                      </a:lnTo>
                      <a:lnTo>
                        <a:pt x="390" y="268"/>
                      </a:lnTo>
                      <a:lnTo>
                        <a:pt x="386" y="268"/>
                      </a:lnTo>
                      <a:lnTo>
                        <a:pt x="386" y="272"/>
                      </a:lnTo>
                      <a:lnTo>
                        <a:pt x="386" y="280"/>
                      </a:lnTo>
                      <a:lnTo>
                        <a:pt x="380" y="280"/>
                      </a:lnTo>
                      <a:lnTo>
                        <a:pt x="384" y="280"/>
                      </a:lnTo>
                      <a:lnTo>
                        <a:pt x="384" y="284"/>
                      </a:lnTo>
                      <a:lnTo>
                        <a:pt x="386" y="288"/>
                      </a:lnTo>
                      <a:lnTo>
                        <a:pt x="390" y="288"/>
                      </a:lnTo>
                      <a:lnTo>
                        <a:pt x="390" y="290"/>
                      </a:lnTo>
                      <a:lnTo>
                        <a:pt x="390" y="294"/>
                      </a:lnTo>
                      <a:lnTo>
                        <a:pt x="394" y="294"/>
                      </a:lnTo>
                      <a:lnTo>
                        <a:pt x="394" y="298"/>
                      </a:lnTo>
                      <a:lnTo>
                        <a:pt x="390" y="298"/>
                      </a:lnTo>
                      <a:lnTo>
                        <a:pt x="386" y="298"/>
                      </a:lnTo>
                      <a:lnTo>
                        <a:pt x="380" y="298"/>
                      </a:lnTo>
                      <a:lnTo>
                        <a:pt x="376" y="298"/>
                      </a:lnTo>
                      <a:lnTo>
                        <a:pt x="376" y="302"/>
                      </a:lnTo>
                      <a:lnTo>
                        <a:pt x="368" y="310"/>
                      </a:lnTo>
                      <a:lnTo>
                        <a:pt x="368" y="314"/>
                      </a:lnTo>
                      <a:lnTo>
                        <a:pt x="372" y="318"/>
                      </a:lnTo>
                      <a:lnTo>
                        <a:pt x="368" y="320"/>
                      </a:lnTo>
                      <a:lnTo>
                        <a:pt x="368" y="324"/>
                      </a:lnTo>
                      <a:lnTo>
                        <a:pt x="364" y="324"/>
                      </a:lnTo>
                      <a:lnTo>
                        <a:pt x="364" y="320"/>
                      </a:lnTo>
                      <a:lnTo>
                        <a:pt x="360" y="320"/>
                      </a:lnTo>
                      <a:lnTo>
                        <a:pt x="360" y="318"/>
                      </a:lnTo>
                      <a:lnTo>
                        <a:pt x="360" y="314"/>
                      </a:lnTo>
                      <a:lnTo>
                        <a:pt x="358" y="314"/>
                      </a:lnTo>
                      <a:lnTo>
                        <a:pt x="358" y="310"/>
                      </a:lnTo>
                      <a:lnTo>
                        <a:pt x="354" y="310"/>
                      </a:lnTo>
                      <a:lnTo>
                        <a:pt x="354" y="306"/>
                      </a:lnTo>
                      <a:lnTo>
                        <a:pt x="350" y="306"/>
                      </a:lnTo>
                      <a:lnTo>
                        <a:pt x="346" y="302"/>
                      </a:lnTo>
                      <a:lnTo>
                        <a:pt x="346" y="298"/>
                      </a:lnTo>
                      <a:lnTo>
                        <a:pt x="342" y="298"/>
                      </a:lnTo>
                      <a:lnTo>
                        <a:pt x="338" y="298"/>
                      </a:lnTo>
                      <a:lnTo>
                        <a:pt x="338" y="294"/>
                      </a:lnTo>
                      <a:lnTo>
                        <a:pt x="338" y="298"/>
                      </a:lnTo>
                      <a:lnTo>
                        <a:pt x="342" y="298"/>
                      </a:lnTo>
                      <a:lnTo>
                        <a:pt x="342" y="302"/>
                      </a:lnTo>
                      <a:lnTo>
                        <a:pt x="338" y="298"/>
                      </a:lnTo>
                      <a:lnTo>
                        <a:pt x="334" y="298"/>
                      </a:lnTo>
                      <a:lnTo>
                        <a:pt x="334" y="294"/>
                      </a:lnTo>
                      <a:lnTo>
                        <a:pt x="330" y="298"/>
                      </a:lnTo>
                      <a:lnTo>
                        <a:pt x="330" y="294"/>
                      </a:lnTo>
                      <a:lnTo>
                        <a:pt x="328" y="294"/>
                      </a:lnTo>
                      <a:lnTo>
                        <a:pt x="328" y="298"/>
                      </a:lnTo>
                      <a:lnTo>
                        <a:pt x="330" y="298"/>
                      </a:lnTo>
                      <a:lnTo>
                        <a:pt x="328" y="298"/>
                      </a:lnTo>
                      <a:lnTo>
                        <a:pt x="324" y="302"/>
                      </a:lnTo>
                      <a:lnTo>
                        <a:pt x="320" y="302"/>
                      </a:lnTo>
                      <a:lnTo>
                        <a:pt x="316" y="306"/>
                      </a:lnTo>
                      <a:lnTo>
                        <a:pt x="312" y="306"/>
                      </a:lnTo>
                      <a:lnTo>
                        <a:pt x="308" y="306"/>
                      </a:lnTo>
                      <a:lnTo>
                        <a:pt x="304" y="306"/>
                      </a:lnTo>
                      <a:lnTo>
                        <a:pt x="302" y="302"/>
                      </a:lnTo>
                      <a:lnTo>
                        <a:pt x="298" y="302"/>
                      </a:lnTo>
                      <a:lnTo>
                        <a:pt x="294" y="302"/>
                      </a:lnTo>
                      <a:lnTo>
                        <a:pt x="290" y="302"/>
                      </a:lnTo>
                      <a:lnTo>
                        <a:pt x="286" y="298"/>
                      </a:lnTo>
                      <a:lnTo>
                        <a:pt x="282" y="298"/>
                      </a:lnTo>
                      <a:lnTo>
                        <a:pt x="282" y="294"/>
                      </a:lnTo>
                      <a:lnTo>
                        <a:pt x="278" y="294"/>
                      </a:lnTo>
                      <a:lnTo>
                        <a:pt x="274" y="294"/>
                      </a:lnTo>
                      <a:lnTo>
                        <a:pt x="274" y="290"/>
                      </a:lnTo>
                      <a:lnTo>
                        <a:pt x="272" y="290"/>
                      </a:lnTo>
                      <a:lnTo>
                        <a:pt x="268" y="290"/>
                      </a:lnTo>
                      <a:lnTo>
                        <a:pt x="264" y="290"/>
                      </a:lnTo>
                      <a:lnTo>
                        <a:pt x="264" y="288"/>
                      </a:lnTo>
                      <a:lnTo>
                        <a:pt x="260" y="288"/>
                      </a:lnTo>
                      <a:lnTo>
                        <a:pt x="256" y="284"/>
                      </a:lnTo>
                      <a:lnTo>
                        <a:pt x="252" y="284"/>
                      </a:lnTo>
                      <a:lnTo>
                        <a:pt x="248" y="280"/>
                      </a:lnTo>
                      <a:lnTo>
                        <a:pt x="244" y="280"/>
                      </a:lnTo>
                      <a:lnTo>
                        <a:pt x="242" y="280"/>
                      </a:lnTo>
                      <a:lnTo>
                        <a:pt x="242" y="276"/>
                      </a:lnTo>
                      <a:lnTo>
                        <a:pt x="238" y="276"/>
                      </a:lnTo>
                      <a:lnTo>
                        <a:pt x="238" y="272"/>
                      </a:lnTo>
                      <a:lnTo>
                        <a:pt x="234" y="272"/>
                      </a:lnTo>
                      <a:lnTo>
                        <a:pt x="234" y="268"/>
                      </a:lnTo>
                      <a:lnTo>
                        <a:pt x="230" y="268"/>
                      </a:lnTo>
                      <a:lnTo>
                        <a:pt x="230" y="264"/>
                      </a:lnTo>
                      <a:lnTo>
                        <a:pt x="230" y="268"/>
                      </a:lnTo>
                      <a:lnTo>
                        <a:pt x="226" y="268"/>
                      </a:lnTo>
                      <a:lnTo>
                        <a:pt x="222" y="264"/>
                      </a:lnTo>
                      <a:lnTo>
                        <a:pt x="218" y="264"/>
                      </a:lnTo>
                      <a:lnTo>
                        <a:pt x="216" y="264"/>
                      </a:lnTo>
                      <a:lnTo>
                        <a:pt x="216" y="262"/>
                      </a:lnTo>
                      <a:lnTo>
                        <a:pt x="212" y="262"/>
                      </a:lnTo>
                      <a:lnTo>
                        <a:pt x="208" y="262"/>
                      </a:lnTo>
                      <a:lnTo>
                        <a:pt x="208" y="258"/>
                      </a:lnTo>
                      <a:lnTo>
                        <a:pt x="204" y="254"/>
                      </a:lnTo>
                      <a:lnTo>
                        <a:pt x="204" y="250"/>
                      </a:lnTo>
                      <a:lnTo>
                        <a:pt x="200" y="250"/>
                      </a:lnTo>
                      <a:lnTo>
                        <a:pt x="196" y="250"/>
                      </a:lnTo>
                      <a:lnTo>
                        <a:pt x="196" y="246"/>
                      </a:lnTo>
                      <a:lnTo>
                        <a:pt x="192" y="246"/>
                      </a:lnTo>
                      <a:lnTo>
                        <a:pt x="188" y="242"/>
                      </a:lnTo>
                      <a:lnTo>
                        <a:pt x="186" y="242"/>
                      </a:lnTo>
                      <a:lnTo>
                        <a:pt x="186" y="238"/>
                      </a:lnTo>
                      <a:lnTo>
                        <a:pt x="186" y="234"/>
                      </a:lnTo>
                      <a:lnTo>
                        <a:pt x="182" y="234"/>
                      </a:lnTo>
                      <a:lnTo>
                        <a:pt x="182" y="232"/>
                      </a:lnTo>
                      <a:lnTo>
                        <a:pt x="178" y="232"/>
                      </a:lnTo>
                      <a:lnTo>
                        <a:pt x="178" y="228"/>
                      </a:lnTo>
                      <a:lnTo>
                        <a:pt x="178" y="224"/>
                      </a:lnTo>
                      <a:lnTo>
                        <a:pt x="182" y="224"/>
                      </a:lnTo>
                      <a:lnTo>
                        <a:pt x="182" y="220"/>
                      </a:lnTo>
                      <a:lnTo>
                        <a:pt x="186" y="220"/>
                      </a:lnTo>
                      <a:lnTo>
                        <a:pt x="182" y="218"/>
                      </a:lnTo>
                      <a:lnTo>
                        <a:pt x="182" y="214"/>
                      </a:lnTo>
                      <a:lnTo>
                        <a:pt x="186" y="214"/>
                      </a:lnTo>
                      <a:lnTo>
                        <a:pt x="186" y="210"/>
                      </a:lnTo>
                      <a:lnTo>
                        <a:pt x="186" y="206"/>
                      </a:lnTo>
                      <a:lnTo>
                        <a:pt x="182" y="206"/>
                      </a:lnTo>
                      <a:lnTo>
                        <a:pt x="182" y="202"/>
                      </a:lnTo>
                      <a:lnTo>
                        <a:pt x="182" y="198"/>
                      </a:lnTo>
                      <a:lnTo>
                        <a:pt x="178" y="198"/>
                      </a:lnTo>
                      <a:lnTo>
                        <a:pt x="178" y="194"/>
                      </a:lnTo>
                      <a:lnTo>
                        <a:pt x="178" y="190"/>
                      </a:lnTo>
                      <a:lnTo>
                        <a:pt x="178" y="188"/>
                      </a:lnTo>
                      <a:lnTo>
                        <a:pt x="178" y="184"/>
                      </a:lnTo>
                      <a:lnTo>
                        <a:pt x="174" y="184"/>
                      </a:lnTo>
                      <a:lnTo>
                        <a:pt x="170" y="180"/>
                      </a:lnTo>
                      <a:lnTo>
                        <a:pt x="170" y="176"/>
                      </a:lnTo>
                      <a:lnTo>
                        <a:pt x="166" y="176"/>
                      </a:lnTo>
                      <a:lnTo>
                        <a:pt x="166" y="172"/>
                      </a:lnTo>
                      <a:lnTo>
                        <a:pt x="162" y="168"/>
                      </a:lnTo>
                      <a:lnTo>
                        <a:pt x="162" y="164"/>
                      </a:lnTo>
                      <a:lnTo>
                        <a:pt x="160" y="164"/>
                      </a:lnTo>
                      <a:lnTo>
                        <a:pt x="160" y="160"/>
                      </a:lnTo>
                      <a:lnTo>
                        <a:pt x="152" y="158"/>
                      </a:lnTo>
                      <a:lnTo>
                        <a:pt x="152" y="154"/>
                      </a:lnTo>
                      <a:lnTo>
                        <a:pt x="148" y="154"/>
                      </a:lnTo>
                      <a:lnTo>
                        <a:pt x="152" y="154"/>
                      </a:lnTo>
                      <a:lnTo>
                        <a:pt x="152" y="150"/>
                      </a:lnTo>
                      <a:lnTo>
                        <a:pt x="148" y="154"/>
                      </a:lnTo>
                      <a:lnTo>
                        <a:pt x="148" y="150"/>
                      </a:lnTo>
                      <a:lnTo>
                        <a:pt x="144" y="150"/>
                      </a:lnTo>
                      <a:lnTo>
                        <a:pt x="148" y="150"/>
                      </a:lnTo>
                      <a:lnTo>
                        <a:pt x="144" y="150"/>
                      </a:lnTo>
                      <a:lnTo>
                        <a:pt x="144" y="146"/>
                      </a:lnTo>
                      <a:lnTo>
                        <a:pt x="144" y="142"/>
                      </a:lnTo>
                      <a:lnTo>
                        <a:pt x="144" y="146"/>
                      </a:lnTo>
                      <a:lnTo>
                        <a:pt x="140" y="142"/>
                      </a:lnTo>
                      <a:lnTo>
                        <a:pt x="144" y="142"/>
                      </a:lnTo>
                      <a:lnTo>
                        <a:pt x="140" y="138"/>
                      </a:lnTo>
                      <a:lnTo>
                        <a:pt x="136" y="138"/>
                      </a:lnTo>
                      <a:lnTo>
                        <a:pt x="136" y="134"/>
                      </a:lnTo>
                      <a:lnTo>
                        <a:pt x="132" y="134"/>
                      </a:lnTo>
                      <a:lnTo>
                        <a:pt x="132" y="132"/>
                      </a:lnTo>
                      <a:lnTo>
                        <a:pt x="132" y="134"/>
                      </a:lnTo>
                      <a:lnTo>
                        <a:pt x="130" y="134"/>
                      </a:lnTo>
                      <a:lnTo>
                        <a:pt x="130" y="132"/>
                      </a:lnTo>
                      <a:lnTo>
                        <a:pt x="132" y="132"/>
                      </a:lnTo>
                      <a:lnTo>
                        <a:pt x="132" y="128"/>
                      </a:lnTo>
                      <a:lnTo>
                        <a:pt x="132" y="132"/>
                      </a:lnTo>
                      <a:lnTo>
                        <a:pt x="130" y="132"/>
                      </a:lnTo>
                      <a:lnTo>
                        <a:pt x="126" y="132"/>
                      </a:lnTo>
                      <a:lnTo>
                        <a:pt x="126" y="128"/>
                      </a:lnTo>
                      <a:lnTo>
                        <a:pt x="126" y="124"/>
                      </a:lnTo>
                      <a:lnTo>
                        <a:pt x="126" y="120"/>
                      </a:lnTo>
                      <a:lnTo>
                        <a:pt x="126" y="124"/>
                      </a:lnTo>
                      <a:lnTo>
                        <a:pt x="126" y="120"/>
                      </a:lnTo>
                      <a:lnTo>
                        <a:pt x="130" y="120"/>
                      </a:lnTo>
                      <a:lnTo>
                        <a:pt x="126" y="116"/>
                      </a:lnTo>
                      <a:lnTo>
                        <a:pt x="126" y="112"/>
                      </a:lnTo>
                      <a:lnTo>
                        <a:pt x="122" y="112"/>
                      </a:lnTo>
                      <a:lnTo>
                        <a:pt x="118" y="112"/>
                      </a:lnTo>
                      <a:lnTo>
                        <a:pt x="118" y="108"/>
                      </a:lnTo>
                      <a:lnTo>
                        <a:pt x="118" y="104"/>
                      </a:lnTo>
                      <a:lnTo>
                        <a:pt x="114" y="104"/>
                      </a:lnTo>
                      <a:lnTo>
                        <a:pt x="110" y="104"/>
                      </a:lnTo>
                      <a:lnTo>
                        <a:pt x="110" y="102"/>
                      </a:lnTo>
                      <a:lnTo>
                        <a:pt x="106" y="98"/>
                      </a:lnTo>
                      <a:lnTo>
                        <a:pt x="106" y="94"/>
                      </a:lnTo>
                      <a:lnTo>
                        <a:pt x="106" y="90"/>
                      </a:lnTo>
                      <a:lnTo>
                        <a:pt x="110" y="90"/>
                      </a:lnTo>
                      <a:lnTo>
                        <a:pt x="106" y="90"/>
                      </a:lnTo>
                      <a:lnTo>
                        <a:pt x="104" y="90"/>
                      </a:lnTo>
                      <a:lnTo>
                        <a:pt x="100" y="90"/>
                      </a:lnTo>
                      <a:lnTo>
                        <a:pt x="100" y="86"/>
                      </a:lnTo>
                      <a:lnTo>
                        <a:pt x="96" y="86"/>
                      </a:lnTo>
                      <a:lnTo>
                        <a:pt x="96" y="82"/>
                      </a:lnTo>
                      <a:lnTo>
                        <a:pt x="92" y="78"/>
                      </a:lnTo>
                      <a:lnTo>
                        <a:pt x="92" y="74"/>
                      </a:lnTo>
                      <a:lnTo>
                        <a:pt x="90" y="74"/>
                      </a:lnTo>
                      <a:lnTo>
                        <a:pt x="90" y="72"/>
                      </a:lnTo>
                      <a:lnTo>
                        <a:pt x="86" y="72"/>
                      </a:lnTo>
                      <a:lnTo>
                        <a:pt x="86" y="68"/>
                      </a:lnTo>
                      <a:lnTo>
                        <a:pt x="86" y="64"/>
                      </a:lnTo>
                      <a:lnTo>
                        <a:pt x="82" y="64"/>
                      </a:lnTo>
                      <a:lnTo>
                        <a:pt x="86" y="60"/>
                      </a:lnTo>
                      <a:lnTo>
                        <a:pt x="82" y="60"/>
                      </a:lnTo>
                      <a:lnTo>
                        <a:pt x="82" y="56"/>
                      </a:lnTo>
                      <a:lnTo>
                        <a:pt x="78" y="52"/>
                      </a:lnTo>
                      <a:lnTo>
                        <a:pt x="78" y="48"/>
                      </a:lnTo>
                      <a:lnTo>
                        <a:pt x="78" y="46"/>
                      </a:lnTo>
                      <a:lnTo>
                        <a:pt x="74" y="42"/>
                      </a:lnTo>
                      <a:lnTo>
                        <a:pt x="74" y="38"/>
                      </a:lnTo>
                      <a:lnTo>
                        <a:pt x="74" y="34"/>
                      </a:lnTo>
                      <a:lnTo>
                        <a:pt x="74" y="30"/>
                      </a:lnTo>
                      <a:lnTo>
                        <a:pt x="70" y="30"/>
                      </a:lnTo>
                      <a:lnTo>
                        <a:pt x="66" y="30"/>
                      </a:lnTo>
                      <a:lnTo>
                        <a:pt x="66" y="26"/>
                      </a:lnTo>
                      <a:lnTo>
                        <a:pt x="66" y="22"/>
                      </a:lnTo>
                      <a:lnTo>
                        <a:pt x="62" y="22"/>
                      </a:lnTo>
                      <a:lnTo>
                        <a:pt x="60" y="22"/>
                      </a:lnTo>
                      <a:lnTo>
                        <a:pt x="62" y="22"/>
                      </a:lnTo>
                      <a:lnTo>
                        <a:pt x="60" y="22"/>
                      </a:lnTo>
                      <a:lnTo>
                        <a:pt x="56" y="22"/>
                      </a:lnTo>
                      <a:lnTo>
                        <a:pt x="52" y="18"/>
                      </a:lnTo>
                      <a:lnTo>
                        <a:pt x="48" y="18"/>
                      </a:lnTo>
                      <a:lnTo>
                        <a:pt x="48" y="16"/>
                      </a:lnTo>
                      <a:lnTo>
                        <a:pt x="44" y="16"/>
                      </a:lnTo>
                      <a:lnTo>
                        <a:pt x="48" y="16"/>
                      </a:lnTo>
                      <a:lnTo>
                        <a:pt x="48" y="18"/>
                      </a:lnTo>
                      <a:lnTo>
                        <a:pt x="48" y="22"/>
                      </a:lnTo>
                      <a:lnTo>
                        <a:pt x="48" y="26"/>
                      </a:lnTo>
                      <a:lnTo>
                        <a:pt x="48" y="30"/>
                      </a:lnTo>
                      <a:lnTo>
                        <a:pt x="48" y="34"/>
                      </a:lnTo>
                      <a:lnTo>
                        <a:pt x="52" y="34"/>
                      </a:lnTo>
                      <a:lnTo>
                        <a:pt x="52" y="38"/>
                      </a:lnTo>
                      <a:lnTo>
                        <a:pt x="52" y="42"/>
                      </a:lnTo>
                      <a:lnTo>
                        <a:pt x="52" y="46"/>
                      </a:lnTo>
                      <a:lnTo>
                        <a:pt x="52" y="48"/>
                      </a:lnTo>
                      <a:lnTo>
                        <a:pt x="52" y="52"/>
                      </a:lnTo>
                      <a:lnTo>
                        <a:pt x="56" y="52"/>
                      </a:lnTo>
                      <a:lnTo>
                        <a:pt x="56" y="56"/>
                      </a:lnTo>
                      <a:lnTo>
                        <a:pt x="60" y="56"/>
                      </a:lnTo>
                      <a:lnTo>
                        <a:pt x="60" y="60"/>
                      </a:lnTo>
                      <a:lnTo>
                        <a:pt x="62" y="60"/>
                      </a:lnTo>
                      <a:lnTo>
                        <a:pt x="62" y="64"/>
                      </a:lnTo>
                      <a:lnTo>
                        <a:pt x="66" y="64"/>
                      </a:lnTo>
                      <a:lnTo>
                        <a:pt x="66" y="68"/>
                      </a:lnTo>
                      <a:lnTo>
                        <a:pt x="66" y="72"/>
                      </a:lnTo>
                      <a:lnTo>
                        <a:pt x="70" y="72"/>
                      </a:lnTo>
                      <a:lnTo>
                        <a:pt x="70" y="74"/>
                      </a:lnTo>
                      <a:lnTo>
                        <a:pt x="74" y="74"/>
                      </a:lnTo>
                      <a:lnTo>
                        <a:pt x="74" y="78"/>
                      </a:lnTo>
                      <a:lnTo>
                        <a:pt x="78" y="82"/>
                      </a:lnTo>
                      <a:lnTo>
                        <a:pt x="78" y="86"/>
                      </a:lnTo>
                      <a:lnTo>
                        <a:pt x="78" y="90"/>
                      </a:lnTo>
                      <a:lnTo>
                        <a:pt x="78" y="94"/>
                      </a:lnTo>
                      <a:lnTo>
                        <a:pt x="82" y="94"/>
                      </a:lnTo>
                      <a:lnTo>
                        <a:pt x="86" y="98"/>
                      </a:lnTo>
                      <a:lnTo>
                        <a:pt x="86" y="102"/>
                      </a:lnTo>
                      <a:lnTo>
                        <a:pt x="90" y="104"/>
                      </a:lnTo>
                      <a:lnTo>
                        <a:pt x="90" y="108"/>
                      </a:lnTo>
                      <a:lnTo>
                        <a:pt x="90" y="112"/>
                      </a:lnTo>
                      <a:lnTo>
                        <a:pt x="92" y="112"/>
                      </a:lnTo>
                      <a:lnTo>
                        <a:pt x="92" y="116"/>
                      </a:lnTo>
                      <a:lnTo>
                        <a:pt x="92" y="112"/>
                      </a:lnTo>
                      <a:lnTo>
                        <a:pt x="92" y="108"/>
                      </a:lnTo>
                      <a:lnTo>
                        <a:pt x="92" y="112"/>
                      </a:lnTo>
                      <a:lnTo>
                        <a:pt x="96" y="112"/>
                      </a:lnTo>
                      <a:lnTo>
                        <a:pt x="96" y="116"/>
                      </a:lnTo>
                      <a:lnTo>
                        <a:pt x="96" y="120"/>
                      </a:lnTo>
                      <a:lnTo>
                        <a:pt x="96" y="124"/>
                      </a:lnTo>
                      <a:lnTo>
                        <a:pt x="96" y="128"/>
                      </a:lnTo>
                      <a:lnTo>
                        <a:pt x="100" y="128"/>
                      </a:lnTo>
                      <a:lnTo>
                        <a:pt x="100" y="132"/>
                      </a:lnTo>
                      <a:lnTo>
                        <a:pt x="104" y="134"/>
                      </a:lnTo>
                      <a:lnTo>
                        <a:pt x="104" y="138"/>
                      </a:lnTo>
                      <a:lnTo>
                        <a:pt x="104" y="142"/>
                      </a:lnTo>
                      <a:lnTo>
                        <a:pt x="106" y="142"/>
                      </a:lnTo>
                      <a:lnTo>
                        <a:pt x="106" y="146"/>
                      </a:lnTo>
                      <a:lnTo>
                        <a:pt x="106" y="150"/>
                      </a:lnTo>
                      <a:lnTo>
                        <a:pt x="106" y="154"/>
                      </a:lnTo>
                      <a:lnTo>
                        <a:pt x="106" y="158"/>
                      </a:lnTo>
                      <a:lnTo>
                        <a:pt x="110" y="158"/>
                      </a:lnTo>
                      <a:lnTo>
                        <a:pt x="114" y="158"/>
                      </a:lnTo>
                      <a:lnTo>
                        <a:pt x="110" y="158"/>
                      </a:lnTo>
                      <a:lnTo>
                        <a:pt x="110" y="154"/>
                      </a:lnTo>
                      <a:lnTo>
                        <a:pt x="114" y="154"/>
                      </a:lnTo>
                      <a:lnTo>
                        <a:pt x="114" y="158"/>
                      </a:lnTo>
                      <a:lnTo>
                        <a:pt x="118" y="158"/>
                      </a:lnTo>
                      <a:lnTo>
                        <a:pt x="118" y="160"/>
                      </a:lnTo>
                      <a:lnTo>
                        <a:pt x="118" y="164"/>
                      </a:lnTo>
                      <a:lnTo>
                        <a:pt x="122" y="164"/>
                      </a:lnTo>
                      <a:lnTo>
                        <a:pt x="122" y="168"/>
                      </a:lnTo>
                      <a:lnTo>
                        <a:pt x="126" y="168"/>
                      </a:lnTo>
                      <a:lnTo>
                        <a:pt x="126" y="172"/>
                      </a:lnTo>
                      <a:lnTo>
                        <a:pt x="126" y="176"/>
                      </a:lnTo>
                      <a:lnTo>
                        <a:pt x="122" y="176"/>
                      </a:lnTo>
                      <a:lnTo>
                        <a:pt x="122" y="180"/>
                      </a:lnTo>
                      <a:lnTo>
                        <a:pt x="118" y="180"/>
                      </a:lnTo>
                      <a:lnTo>
                        <a:pt x="114" y="180"/>
                      </a:lnTo>
                      <a:lnTo>
                        <a:pt x="114" y="176"/>
                      </a:lnTo>
                      <a:lnTo>
                        <a:pt x="114" y="172"/>
                      </a:lnTo>
                      <a:lnTo>
                        <a:pt x="110" y="168"/>
                      </a:lnTo>
                      <a:lnTo>
                        <a:pt x="106" y="164"/>
                      </a:lnTo>
                      <a:lnTo>
                        <a:pt x="104" y="160"/>
                      </a:lnTo>
                      <a:lnTo>
                        <a:pt x="104" y="158"/>
                      </a:lnTo>
                      <a:lnTo>
                        <a:pt x="100" y="158"/>
                      </a:lnTo>
                      <a:lnTo>
                        <a:pt x="96" y="154"/>
                      </a:lnTo>
                      <a:lnTo>
                        <a:pt x="96" y="154"/>
                      </a:lnTo>
                      <a:lnTo>
                        <a:pt x="96" y="154"/>
                      </a:lnTo>
                      <a:close/>
                      <a:moveTo>
                        <a:pt x="106" y="142"/>
                      </a:moveTo>
                      <a:lnTo>
                        <a:pt x="110" y="146"/>
                      </a:lnTo>
                      <a:lnTo>
                        <a:pt x="106" y="146"/>
                      </a:lnTo>
                      <a:lnTo>
                        <a:pt x="106" y="142"/>
                      </a:lnTo>
                      <a:lnTo>
                        <a:pt x="106" y="142"/>
                      </a:lnTo>
                      <a:lnTo>
                        <a:pt x="106" y="142"/>
                      </a:lnTo>
                      <a:close/>
                      <a:moveTo>
                        <a:pt x="86" y="138"/>
                      </a:moveTo>
                      <a:lnTo>
                        <a:pt x="90" y="138"/>
                      </a:lnTo>
                      <a:lnTo>
                        <a:pt x="86" y="138"/>
                      </a:lnTo>
                      <a:lnTo>
                        <a:pt x="86" y="142"/>
                      </a:lnTo>
                      <a:lnTo>
                        <a:pt x="86" y="146"/>
                      </a:lnTo>
                      <a:lnTo>
                        <a:pt x="90" y="150"/>
                      </a:lnTo>
                      <a:lnTo>
                        <a:pt x="86" y="150"/>
                      </a:lnTo>
                      <a:lnTo>
                        <a:pt x="86" y="146"/>
                      </a:lnTo>
                      <a:lnTo>
                        <a:pt x="86" y="142"/>
                      </a:lnTo>
                      <a:lnTo>
                        <a:pt x="86" y="138"/>
                      </a:lnTo>
                      <a:lnTo>
                        <a:pt x="86" y="138"/>
                      </a:lnTo>
                      <a:lnTo>
                        <a:pt x="86" y="138"/>
                      </a:lnTo>
                      <a:close/>
                      <a:moveTo>
                        <a:pt x="104" y="254"/>
                      </a:moveTo>
                      <a:lnTo>
                        <a:pt x="100" y="254"/>
                      </a:lnTo>
                      <a:lnTo>
                        <a:pt x="104" y="254"/>
                      </a:lnTo>
                      <a:lnTo>
                        <a:pt x="104" y="250"/>
                      </a:lnTo>
                      <a:lnTo>
                        <a:pt x="104" y="254"/>
                      </a:lnTo>
                      <a:lnTo>
                        <a:pt x="104" y="254"/>
                      </a:lnTo>
                      <a:lnTo>
                        <a:pt x="104" y="254"/>
                      </a:lnTo>
                      <a:close/>
                      <a:moveTo>
                        <a:pt x="74" y="72"/>
                      </a:moveTo>
                      <a:lnTo>
                        <a:pt x="70" y="72"/>
                      </a:lnTo>
                      <a:lnTo>
                        <a:pt x="70" y="68"/>
                      </a:lnTo>
                      <a:lnTo>
                        <a:pt x="66" y="64"/>
                      </a:lnTo>
                      <a:lnTo>
                        <a:pt x="66" y="60"/>
                      </a:lnTo>
                      <a:lnTo>
                        <a:pt x="70" y="60"/>
                      </a:lnTo>
                      <a:lnTo>
                        <a:pt x="70" y="64"/>
                      </a:lnTo>
                      <a:lnTo>
                        <a:pt x="70" y="68"/>
                      </a:lnTo>
                      <a:lnTo>
                        <a:pt x="74" y="68"/>
                      </a:lnTo>
                      <a:lnTo>
                        <a:pt x="74" y="72"/>
                      </a:lnTo>
                      <a:lnTo>
                        <a:pt x="74" y="72"/>
                      </a:lnTo>
                      <a:lnTo>
                        <a:pt x="74" y="72"/>
                      </a:lnTo>
                      <a:close/>
                      <a:moveTo>
                        <a:pt x="86" y="74"/>
                      </a:moveTo>
                      <a:lnTo>
                        <a:pt x="82" y="74"/>
                      </a:lnTo>
                      <a:lnTo>
                        <a:pt x="82" y="72"/>
                      </a:lnTo>
                      <a:lnTo>
                        <a:pt x="82" y="68"/>
                      </a:lnTo>
                      <a:lnTo>
                        <a:pt x="86" y="68"/>
                      </a:lnTo>
                      <a:lnTo>
                        <a:pt x="86" y="72"/>
                      </a:lnTo>
                      <a:lnTo>
                        <a:pt x="86" y="74"/>
                      </a:lnTo>
                      <a:lnTo>
                        <a:pt x="86" y="74"/>
                      </a:lnTo>
                      <a:lnTo>
                        <a:pt x="86" y="74"/>
                      </a:lnTo>
                      <a:close/>
                      <a:moveTo>
                        <a:pt x="0" y="72"/>
                      </a:moveTo>
                      <a:lnTo>
                        <a:pt x="0" y="68"/>
                      </a:lnTo>
                      <a:lnTo>
                        <a:pt x="0" y="72"/>
                      </a:lnTo>
                      <a:lnTo>
                        <a:pt x="0" y="72"/>
                      </a:lnTo>
                      <a:lnTo>
                        <a:pt x="0" y="72"/>
                      </a:lnTo>
                      <a:close/>
                      <a:moveTo>
                        <a:pt x="44" y="90"/>
                      </a:moveTo>
                      <a:lnTo>
                        <a:pt x="44" y="86"/>
                      </a:lnTo>
                      <a:lnTo>
                        <a:pt x="40" y="86"/>
                      </a:lnTo>
                      <a:lnTo>
                        <a:pt x="44" y="86"/>
                      </a:lnTo>
                      <a:lnTo>
                        <a:pt x="44" y="82"/>
                      </a:lnTo>
                      <a:lnTo>
                        <a:pt x="44" y="86"/>
                      </a:lnTo>
                      <a:lnTo>
                        <a:pt x="44" y="90"/>
                      </a:lnTo>
                      <a:lnTo>
                        <a:pt x="44" y="90"/>
                      </a:lnTo>
                      <a:lnTo>
                        <a:pt x="44" y="90"/>
                      </a:lnTo>
                      <a:close/>
                      <a:moveTo>
                        <a:pt x="100" y="128"/>
                      </a:moveTo>
                      <a:lnTo>
                        <a:pt x="100" y="124"/>
                      </a:lnTo>
                      <a:lnTo>
                        <a:pt x="100" y="128"/>
                      </a:lnTo>
                      <a:lnTo>
                        <a:pt x="100" y="128"/>
                      </a:lnTo>
                      <a:lnTo>
                        <a:pt x="100" y="128"/>
                      </a:lnTo>
                      <a:close/>
                      <a:moveTo>
                        <a:pt x="110" y="154"/>
                      </a:moveTo>
                      <a:lnTo>
                        <a:pt x="110" y="150"/>
                      </a:lnTo>
                      <a:lnTo>
                        <a:pt x="110" y="154"/>
                      </a:lnTo>
                      <a:lnTo>
                        <a:pt x="110" y="154"/>
                      </a:lnTo>
                      <a:lnTo>
                        <a:pt x="110" y="154"/>
                      </a:lnTo>
                      <a:close/>
                      <a:moveTo>
                        <a:pt x="92" y="154"/>
                      </a:moveTo>
                      <a:lnTo>
                        <a:pt x="90" y="154"/>
                      </a:lnTo>
                      <a:lnTo>
                        <a:pt x="90" y="150"/>
                      </a:lnTo>
                      <a:lnTo>
                        <a:pt x="92" y="150"/>
                      </a:lnTo>
                      <a:lnTo>
                        <a:pt x="92" y="154"/>
                      </a:lnTo>
                      <a:lnTo>
                        <a:pt x="92" y="154"/>
                      </a:lnTo>
                      <a:lnTo>
                        <a:pt x="92" y="154"/>
                      </a:lnTo>
                      <a:close/>
                      <a:moveTo>
                        <a:pt x="118" y="158"/>
                      </a:moveTo>
                      <a:lnTo>
                        <a:pt x="118" y="154"/>
                      </a:lnTo>
                      <a:lnTo>
                        <a:pt x="118" y="158"/>
                      </a:lnTo>
                      <a:lnTo>
                        <a:pt x="118" y="158"/>
                      </a:lnTo>
                      <a:lnTo>
                        <a:pt x="118" y="158"/>
                      </a:lnTo>
                      <a:close/>
                      <a:moveTo>
                        <a:pt x="162" y="206"/>
                      </a:moveTo>
                      <a:lnTo>
                        <a:pt x="162" y="202"/>
                      </a:lnTo>
                      <a:lnTo>
                        <a:pt x="166" y="202"/>
                      </a:lnTo>
                      <a:lnTo>
                        <a:pt x="166" y="206"/>
                      </a:lnTo>
                      <a:lnTo>
                        <a:pt x="162" y="206"/>
                      </a:lnTo>
                      <a:lnTo>
                        <a:pt x="162" y="206"/>
                      </a:lnTo>
                      <a:lnTo>
                        <a:pt x="162" y="206"/>
                      </a:lnTo>
                      <a:close/>
                      <a:moveTo>
                        <a:pt x="166" y="206"/>
                      </a:moveTo>
                      <a:lnTo>
                        <a:pt x="170" y="206"/>
                      </a:lnTo>
                      <a:lnTo>
                        <a:pt x="166" y="206"/>
                      </a:lnTo>
                      <a:lnTo>
                        <a:pt x="166" y="206"/>
                      </a:lnTo>
                      <a:lnTo>
                        <a:pt x="166" y="206"/>
                      </a:lnTo>
                      <a:close/>
                      <a:moveTo>
                        <a:pt x="442" y="228"/>
                      </a:moveTo>
                      <a:lnTo>
                        <a:pt x="442" y="224"/>
                      </a:lnTo>
                      <a:lnTo>
                        <a:pt x="442" y="220"/>
                      </a:lnTo>
                      <a:lnTo>
                        <a:pt x="446" y="220"/>
                      </a:lnTo>
                      <a:lnTo>
                        <a:pt x="446" y="224"/>
                      </a:lnTo>
                      <a:lnTo>
                        <a:pt x="442" y="224"/>
                      </a:lnTo>
                      <a:lnTo>
                        <a:pt x="442" y="228"/>
                      </a:lnTo>
                      <a:lnTo>
                        <a:pt x="442" y="228"/>
                      </a:lnTo>
                      <a:lnTo>
                        <a:pt x="442" y="228"/>
                      </a:lnTo>
                      <a:close/>
                      <a:moveTo>
                        <a:pt x="376" y="254"/>
                      </a:moveTo>
                      <a:lnTo>
                        <a:pt x="372" y="254"/>
                      </a:lnTo>
                      <a:lnTo>
                        <a:pt x="376" y="254"/>
                      </a:lnTo>
                      <a:lnTo>
                        <a:pt x="380" y="254"/>
                      </a:lnTo>
                      <a:lnTo>
                        <a:pt x="376" y="254"/>
                      </a:lnTo>
                      <a:lnTo>
                        <a:pt x="376" y="254"/>
                      </a:lnTo>
                      <a:lnTo>
                        <a:pt x="376" y="254"/>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228" name="Freeform 79">
                  <a:extLst>
                    <a:ext uri="{FF2B5EF4-FFF2-40B4-BE49-F238E27FC236}">
                      <a16:creationId xmlns:a16="http://schemas.microsoft.com/office/drawing/2014/main" id="{004FE797-F9F5-977A-ACBC-534D190F8677}"/>
                    </a:ext>
                  </a:extLst>
                </p:cNvPr>
                <p:cNvSpPr>
                  <a:spLocks noEditPoints="1"/>
                </p:cNvSpPr>
                <p:nvPr/>
              </p:nvSpPr>
              <p:spPr bwMode="gray">
                <a:xfrm>
                  <a:off x="3102423" y="4150980"/>
                  <a:ext cx="17393" cy="6957"/>
                </a:xfrm>
                <a:custGeom>
                  <a:avLst/>
                  <a:gdLst>
                    <a:gd name="T0" fmla="*/ 4 w 10"/>
                    <a:gd name="T1" fmla="*/ 4 h 4"/>
                    <a:gd name="T2" fmla="*/ 4 w 10"/>
                    <a:gd name="T3" fmla="*/ 4 h 4"/>
                    <a:gd name="T4" fmla="*/ 4 w 10"/>
                    <a:gd name="T5" fmla="*/ 4 h 4"/>
                    <a:gd name="T6" fmla="*/ 4 w 10"/>
                    <a:gd name="T7" fmla="*/ 4 h 4"/>
                    <a:gd name="T8" fmla="*/ 0 w 10"/>
                    <a:gd name="T9" fmla="*/ 4 h 4"/>
                    <a:gd name="T10" fmla="*/ 0 w 10"/>
                    <a:gd name="T11" fmla="*/ 0 h 4"/>
                    <a:gd name="T12" fmla="*/ 0 w 10"/>
                    <a:gd name="T13" fmla="*/ 0 h 4"/>
                    <a:gd name="T14" fmla="*/ 0 w 10"/>
                    <a:gd name="T15" fmla="*/ 0 h 4"/>
                    <a:gd name="T16" fmla="*/ 0 w 10"/>
                    <a:gd name="T17" fmla="*/ 0 h 4"/>
                    <a:gd name="T18" fmla="*/ 0 w 10"/>
                    <a:gd name="T19" fmla="*/ 0 h 4"/>
                    <a:gd name="T20" fmla="*/ 0 w 10"/>
                    <a:gd name="T21" fmla="*/ 0 h 4"/>
                    <a:gd name="T22" fmla="*/ 0 w 10"/>
                    <a:gd name="T23" fmla="*/ 0 h 4"/>
                    <a:gd name="T24" fmla="*/ 0 w 10"/>
                    <a:gd name="T25" fmla="*/ 0 h 4"/>
                    <a:gd name="T26" fmla="*/ 0 w 10"/>
                    <a:gd name="T27" fmla="*/ 0 h 4"/>
                    <a:gd name="T28" fmla="*/ 0 w 10"/>
                    <a:gd name="T29" fmla="*/ 0 h 4"/>
                    <a:gd name="T30" fmla="*/ 0 w 10"/>
                    <a:gd name="T31" fmla="*/ 0 h 4"/>
                    <a:gd name="T32" fmla="*/ 0 w 10"/>
                    <a:gd name="T33" fmla="*/ 0 h 4"/>
                    <a:gd name="T34" fmla="*/ 0 w 10"/>
                    <a:gd name="T35" fmla="*/ 0 h 4"/>
                    <a:gd name="T36" fmla="*/ 0 w 10"/>
                    <a:gd name="T37" fmla="*/ 0 h 4"/>
                    <a:gd name="T38" fmla="*/ 0 w 10"/>
                    <a:gd name="T39" fmla="*/ 0 h 4"/>
                    <a:gd name="T40" fmla="*/ 0 w 10"/>
                    <a:gd name="T41" fmla="*/ 0 h 4"/>
                    <a:gd name="T42" fmla="*/ 0 w 10"/>
                    <a:gd name="T43" fmla="*/ 0 h 4"/>
                    <a:gd name="T44" fmla="*/ 4 w 10"/>
                    <a:gd name="T45" fmla="*/ 0 h 4"/>
                    <a:gd name="T46" fmla="*/ 4 w 10"/>
                    <a:gd name="T47" fmla="*/ 0 h 4"/>
                    <a:gd name="T48" fmla="*/ 4 w 10"/>
                    <a:gd name="T49" fmla="*/ 4 h 4"/>
                    <a:gd name="T50" fmla="*/ 4 w 10"/>
                    <a:gd name="T51" fmla="*/ 4 h 4"/>
                    <a:gd name="T52" fmla="*/ 4 w 10"/>
                    <a:gd name="T53" fmla="*/ 4 h 4"/>
                    <a:gd name="T54" fmla="*/ 4 w 10"/>
                    <a:gd name="T55" fmla="*/ 4 h 4"/>
                    <a:gd name="T56" fmla="*/ 4 w 10"/>
                    <a:gd name="T57" fmla="*/ 4 h 4"/>
                    <a:gd name="T58" fmla="*/ 4 w 10"/>
                    <a:gd name="T59" fmla="*/ 4 h 4"/>
                    <a:gd name="T60" fmla="*/ 4 w 10"/>
                    <a:gd name="T61" fmla="*/ 4 h 4"/>
                    <a:gd name="T62" fmla="*/ 10 w 10"/>
                    <a:gd name="T63" fmla="*/ 4 h 4"/>
                    <a:gd name="T64" fmla="*/ 10 w 10"/>
                    <a:gd name="T65" fmla="*/ 4 h 4"/>
                    <a:gd name="T66" fmla="*/ 10 w 10"/>
                    <a:gd name="T67" fmla="*/ 4 h 4"/>
                    <a:gd name="T68" fmla="*/ 10 w 10"/>
                    <a:gd name="T69" fmla="*/ 4 h 4"/>
                    <a:gd name="T70" fmla="*/ 10 w 10"/>
                    <a:gd name="T71" fmla="*/ 4 h 4"/>
                    <a:gd name="T72" fmla="*/ 10 w 10"/>
                    <a:gd name="T73" fmla="*/ 4 h 4"/>
                    <a:gd name="T74" fmla="*/ 10 w 10"/>
                    <a:gd name="T75" fmla="*/ 4 h 4"/>
                    <a:gd name="T76" fmla="*/ 10 w 10"/>
                    <a:gd name="T77" fmla="*/ 4 h 4"/>
                    <a:gd name="T78" fmla="*/ 10 w 10"/>
                    <a:gd name="T79" fmla="*/ 0 h 4"/>
                    <a:gd name="T80" fmla="*/ 10 w 10"/>
                    <a:gd name="T81" fmla="*/ 0 h 4"/>
                    <a:gd name="T82" fmla="*/ 10 w 10"/>
                    <a:gd name="T83" fmla="*/ 0 h 4"/>
                    <a:gd name="T84" fmla="*/ 10 w 10"/>
                    <a:gd name="T85" fmla="*/ 0 h 4"/>
                    <a:gd name="T86" fmla="*/ 10 w 10"/>
                    <a:gd name="T87" fmla="*/ 0 h 4"/>
                    <a:gd name="T88" fmla="*/ 8 w 10"/>
                    <a:gd name="T89" fmla="*/ 0 h 4"/>
                    <a:gd name="T90" fmla="*/ 8 w 10"/>
                    <a:gd name="T91" fmla="*/ 0 h 4"/>
                    <a:gd name="T92" fmla="*/ 8 w 10"/>
                    <a:gd name="T93" fmla="*/ 0 h 4"/>
                    <a:gd name="T94" fmla="*/ 8 w 10"/>
                    <a:gd name="T95" fmla="*/ 0 h 4"/>
                    <a:gd name="T96" fmla="*/ 8 w 10"/>
                    <a:gd name="T97" fmla="*/ 0 h 4"/>
                    <a:gd name="T98" fmla="*/ 8 w 10"/>
                    <a:gd name="T99" fmla="*/ 0 h 4"/>
                    <a:gd name="T100" fmla="*/ 10 w 10"/>
                    <a:gd name="T101" fmla="*/ 0 h 4"/>
                    <a:gd name="T102" fmla="*/ 10 w 10"/>
                    <a:gd name="T103" fmla="*/ 0 h 4"/>
                    <a:gd name="T104" fmla="*/ 10 w 10"/>
                    <a:gd name="T105" fmla="*/ 0 h 4"/>
                    <a:gd name="T106" fmla="*/ 10 w 10"/>
                    <a:gd name="T107" fmla="*/ 4 h 4"/>
                    <a:gd name="T108" fmla="*/ 10 w 10"/>
                    <a:gd name="T109" fmla="*/ 4 h 4"/>
                    <a:gd name="T110" fmla="*/ 10 w 10"/>
                    <a:gd name="T111" fmla="*/ 4 h 4"/>
                    <a:gd name="T112" fmla="*/ 10 w 10"/>
                    <a:gd name="T113" fmla="*/ 4 h 4"/>
                    <a:gd name="T114" fmla="*/ 10 w 10"/>
                    <a:gd name="T115" fmla="*/ 4 h 4"/>
                    <a:gd name="T116" fmla="*/ 10 w 10"/>
                    <a:gd name="T117" fmla="*/ 4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0" h="4">
                      <a:moveTo>
                        <a:pt x="4" y="4"/>
                      </a:moveTo>
                      <a:lnTo>
                        <a:pt x="4" y="4"/>
                      </a:lnTo>
                      <a:lnTo>
                        <a:pt x="4" y="4"/>
                      </a:lnTo>
                      <a:lnTo>
                        <a:pt x="4" y="4"/>
                      </a:lnTo>
                      <a:lnTo>
                        <a:pt x="0" y="4"/>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4" y="0"/>
                      </a:lnTo>
                      <a:lnTo>
                        <a:pt x="4" y="0"/>
                      </a:lnTo>
                      <a:lnTo>
                        <a:pt x="4" y="4"/>
                      </a:lnTo>
                      <a:lnTo>
                        <a:pt x="4" y="4"/>
                      </a:lnTo>
                      <a:lnTo>
                        <a:pt x="4" y="4"/>
                      </a:lnTo>
                      <a:lnTo>
                        <a:pt x="4" y="4"/>
                      </a:lnTo>
                      <a:lnTo>
                        <a:pt x="4" y="4"/>
                      </a:lnTo>
                      <a:lnTo>
                        <a:pt x="4" y="4"/>
                      </a:lnTo>
                      <a:lnTo>
                        <a:pt x="4" y="4"/>
                      </a:lnTo>
                      <a:close/>
                      <a:moveTo>
                        <a:pt x="10" y="4"/>
                      </a:moveTo>
                      <a:lnTo>
                        <a:pt x="10" y="4"/>
                      </a:lnTo>
                      <a:lnTo>
                        <a:pt x="10" y="4"/>
                      </a:lnTo>
                      <a:lnTo>
                        <a:pt x="10" y="4"/>
                      </a:lnTo>
                      <a:lnTo>
                        <a:pt x="10" y="4"/>
                      </a:lnTo>
                      <a:lnTo>
                        <a:pt x="10" y="4"/>
                      </a:lnTo>
                      <a:lnTo>
                        <a:pt x="10" y="4"/>
                      </a:lnTo>
                      <a:lnTo>
                        <a:pt x="10" y="4"/>
                      </a:lnTo>
                      <a:lnTo>
                        <a:pt x="10" y="0"/>
                      </a:lnTo>
                      <a:lnTo>
                        <a:pt x="10" y="0"/>
                      </a:lnTo>
                      <a:lnTo>
                        <a:pt x="10" y="0"/>
                      </a:lnTo>
                      <a:lnTo>
                        <a:pt x="10" y="0"/>
                      </a:lnTo>
                      <a:lnTo>
                        <a:pt x="10" y="0"/>
                      </a:lnTo>
                      <a:lnTo>
                        <a:pt x="8" y="0"/>
                      </a:lnTo>
                      <a:lnTo>
                        <a:pt x="8" y="0"/>
                      </a:lnTo>
                      <a:lnTo>
                        <a:pt x="8" y="0"/>
                      </a:lnTo>
                      <a:lnTo>
                        <a:pt x="8" y="0"/>
                      </a:lnTo>
                      <a:lnTo>
                        <a:pt x="8" y="0"/>
                      </a:lnTo>
                      <a:lnTo>
                        <a:pt x="8" y="0"/>
                      </a:lnTo>
                      <a:lnTo>
                        <a:pt x="10" y="0"/>
                      </a:lnTo>
                      <a:lnTo>
                        <a:pt x="10" y="0"/>
                      </a:lnTo>
                      <a:lnTo>
                        <a:pt x="10" y="0"/>
                      </a:lnTo>
                      <a:lnTo>
                        <a:pt x="10" y="4"/>
                      </a:lnTo>
                      <a:lnTo>
                        <a:pt x="10" y="4"/>
                      </a:lnTo>
                      <a:lnTo>
                        <a:pt x="10" y="4"/>
                      </a:lnTo>
                      <a:lnTo>
                        <a:pt x="10" y="4"/>
                      </a:lnTo>
                      <a:lnTo>
                        <a:pt x="10" y="4"/>
                      </a:lnTo>
                      <a:lnTo>
                        <a:pt x="10" y="4"/>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229" name="Freeform 80">
                  <a:extLst>
                    <a:ext uri="{FF2B5EF4-FFF2-40B4-BE49-F238E27FC236}">
                      <a16:creationId xmlns:a16="http://schemas.microsoft.com/office/drawing/2014/main" id="{7FBF442F-C90F-DCF6-12C8-AE228E011AFF}"/>
                    </a:ext>
                  </a:extLst>
                </p:cNvPr>
                <p:cNvSpPr>
                  <a:spLocks/>
                </p:cNvSpPr>
                <p:nvPr/>
              </p:nvSpPr>
              <p:spPr bwMode="gray">
                <a:xfrm>
                  <a:off x="2639779" y="4067497"/>
                  <a:ext cx="118270" cy="132184"/>
                </a:xfrm>
                <a:custGeom>
                  <a:avLst/>
                  <a:gdLst>
                    <a:gd name="T0" fmla="*/ 64 w 68"/>
                    <a:gd name="T1" fmla="*/ 4 h 76"/>
                    <a:gd name="T2" fmla="*/ 64 w 68"/>
                    <a:gd name="T3" fmla="*/ 8 h 76"/>
                    <a:gd name="T4" fmla="*/ 64 w 68"/>
                    <a:gd name="T5" fmla="*/ 12 h 76"/>
                    <a:gd name="T6" fmla="*/ 64 w 68"/>
                    <a:gd name="T7" fmla="*/ 20 h 76"/>
                    <a:gd name="T8" fmla="*/ 60 w 68"/>
                    <a:gd name="T9" fmla="*/ 24 h 76"/>
                    <a:gd name="T10" fmla="*/ 60 w 68"/>
                    <a:gd name="T11" fmla="*/ 30 h 76"/>
                    <a:gd name="T12" fmla="*/ 60 w 68"/>
                    <a:gd name="T13" fmla="*/ 34 h 76"/>
                    <a:gd name="T14" fmla="*/ 60 w 68"/>
                    <a:gd name="T15" fmla="*/ 42 h 76"/>
                    <a:gd name="T16" fmla="*/ 60 w 68"/>
                    <a:gd name="T17" fmla="*/ 46 h 76"/>
                    <a:gd name="T18" fmla="*/ 60 w 68"/>
                    <a:gd name="T19" fmla="*/ 46 h 76"/>
                    <a:gd name="T20" fmla="*/ 60 w 68"/>
                    <a:gd name="T21" fmla="*/ 46 h 76"/>
                    <a:gd name="T22" fmla="*/ 60 w 68"/>
                    <a:gd name="T23" fmla="*/ 42 h 76"/>
                    <a:gd name="T24" fmla="*/ 56 w 68"/>
                    <a:gd name="T25" fmla="*/ 46 h 76"/>
                    <a:gd name="T26" fmla="*/ 56 w 68"/>
                    <a:gd name="T27" fmla="*/ 54 h 76"/>
                    <a:gd name="T28" fmla="*/ 56 w 68"/>
                    <a:gd name="T29" fmla="*/ 58 h 76"/>
                    <a:gd name="T30" fmla="*/ 56 w 68"/>
                    <a:gd name="T31" fmla="*/ 58 h 76"/>
                    <a:gd name="T32" fmla="*/ 60 w 68"/>
                    <a:gd name="T33" fmla="*/ 60 h 76"/>
                    <a:gd name="T34" fmla="*/ 56 w 68"/>
                    <a:gd name="T35" fmla="*/ 64 h 76"/>
                    <a:gd name="T36" fmla="*/ 56 w 68"/>
                    <a:gd name="T37" fmla="*/ 68 h 76"/>
                    <a:gd name="T38" fmla="*/ 56 w 68"/>
                    <a:gd name="T39" fmla="*/ 72 h 76"/>
                    <a:gd name="T40" fmla="*/ 60 w 68"/>
                    <a:gd name="T41" fmla="*/ 76 h 76"/>
                    <a:gd name="T42" fmla="*/ 56 w 68"/>
                    <a:gd name="T43" fmla="*/ 76 h 76"/>
                    <a:gd name="T44" fmla="*/ 52 w 68"/>
                    <a:gd name="T45" fmla="*/ 76 h 76"/>
                    <a:gd name="T46" fmla="*/ 48 w 68"/>
                    <a:gd name="T47" fmla="*/ 76 h 76"/>
                    <a:gd name="T48" fmla="*/ 38 w 68"/>
                    <a:gd name="T49" fmla="*/ 72 h 76"/>
                    <a:gd name="T50" fmla="*/ 38 w 68"/>
                    <a:gd name="T51" fmla="*/ 72 h 76"/>
                    <a:gd name="T52" fmla="*/ 30 w 68"/>
                    <a:gd name="T53" fmla="*/ 68 h 76"/>
                    <a:gd name="T54" fmla="*/ 26 w 68"/>
                    <a:gd name="T55" fmla="*/ 68 h 76"/>
                    <a:gd name="T56" fmla="*/ 22 w 68"/>
                    <a:gd name="T57" fmla="*/ 64 h 76"/>
                    <a:gd name="T58" fmla="*/ 20 w 68"/>
                    <a:gd name="T59" fmla="*/ 58 h 76"/>
                    <a:gd name="T60" fmla="*/ 16 w 68"/>
                    <a:gd name="T61" fmla="*/ 54 h 76"/>
                    <a:gd name="T62" fmla="*/ 16 w 68"/>
                    <a:gd name="T63" fmla="*/ 50 h 76"/>
                    <a:gd name="T64" fmla="*/ 12 w 68"/>
                    <a:gd name="T65" fmla="*/ 46 h 76"/>
                    <a:gd name="T66" fmla="*/ 4 w 68"/>
                    <a:gd name="T67" fmla="*/ 42 h 76"/>
                    <a:gd name="T68" fmla="*/ 0 w 68"/>
                    <a:gd name="T69" fmla="*/ 38 h 76"/>
                    <a:gd name="T70" fmla="*/ 4 w 68"/>
                    <a:gd name="T71" fmla="*/ 38 h 76"/>
                    <a:gd name="T72" fmla="*/ 8 w 68"/>
                    <a:gd name="T73" fmla="*/ 38 h 76"/>
                    <a:gd name="T74" fmla="*/ 12 w 68"/>
                    <a:gd name="T75" fmla="*/ 38 h 76"/>
                    <a:gd name="T76" fmla="*/ 12 w 68"/>
                    <a:gd name="T77" fmla="*/ 34 h 76"/>
                    <a:gd name="T78" fmla="*/ 16 w 68"/>
                    <a:gd name="T79" fmla="*/ 30 h 76"/>
                    <a:gd name="T80" fmla="*/ 16 w 68"/>
                    <a:gd name="T81" fmla="*/ 30 h 76"/>
                    <a:gd name="T82" fmla="*/ 16 w 68"/>
                    <a:gd name="T83" fmla="*/ 24 h 76"/>
                    <a:gd name="T84" fmla="*/ 22 w 68"/>
                    <a:gd name="T85" fmla="*/ 20 h 76"/>
                    <a:gd name="T86" fmla="*/ 26 w 68"/>
                    <a:gd name="T87" fmla="*/ 20 h 76"/>
                    <a:gd name="T88" fmla="*/ 30 w 68"/>
                    <a:gd name="T89" fmla="*/ 24 h 76"/>
                    <a:gd name="T90" fmla="*/ 34 w 68"/>
                    <a:gd name="T91" fmla="*/ 16 h 76"/>
                    <a:gd name="T92" fmla="*/ 34 w 68"/>
                    <a:gd name="T93" fmla="*/ 16 h 76"/>
                    <a:gd name="T94" fmla="*/ 38 w 68"/>
                    <a:gd name="T95" fmla="*/ 12 h 76"/>
                    <a:gd name="T96" fmla="*/ 38 w 68"/>
                    <a:gd name="T97" fmla="*/ 12 h 76"/>
                    <a:gd name="T98" fmla="*/ 38 w 68"/>
                    <a:gd name="T99" fmla="*/ 8 h 76"/>
                    <a:gd name="T100" fmla="*/ 46 w 68"/>
                    <a:gd name="T101" fmla="*/ 8 h 76"/>
                    <a:gd name="T102" fmla="*/ 52 w 68"/>
                    <a:gd name="T103" fmla="*/ 8 h 76"/>
                    <a:gd name="T104" fmla="*/ 60 w 68"/>
                    <a:gd name="T105" fmla="*/ 4 h 76"/>
                    <a:gd name="T106" fmla="*/ 64 w 68"/>
                    <a:gd name="T107" fmla="*/ 0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8" h="76">
                      <a:moveTo>
                        <a:pt x="68" y="0"/>
                      </a:moveTo>
                      <a:lnTo>
                        <a:pt x="64" y="4"/>
                      </a:lnTo>
                      <a:lnTo>
                        <a:pt x="64" y="4"/>
                      </a:lnTo>
                      <a:lnTo>
                        <a:pt x="64" y="4"/>
                      </a:lnTo>
                      <a:lnTo>
                        <a:pt x="64" y="4"/>
                      </a:lnTo>
                      <a:lnTo>
                        <a:pt x="64" y="4"/>
                      </a:lnTo>
                      <a:lnTo>
                        <a:pt x="60" y="4"/>
                      </a:lnTo>
                      <a:lnTo>
                        <a:pt x="64" y="8"/>
                      </a:lnTo>
                      <a:lnTo>
                        <a:pt x="64" y="8"/>
                      </a:lnTo>
                      <a:lnTo>
                        <a:pt x="64" y="8"/>
                      </a:lnTo>
                      <a:lnTo>
                        <a:pt x="64" y="8"/>
                      </a:lnTo>
                      <a:lnTo>
                        <a:pt x="64" y="8"/>
                      </a:lnTo>
                      <a:lnTo>
                        <a:pt x="64" y="12"/>
                      </a:lnTo>
                      <a:lnTo>
                        <a:pt x="64" y="12"/>
                      </a:lnTo>
                      <a:lnTo>
                        <a:pt x="64" y="12"/>
                      </a:lnTo>
                      <a:lnTo>
                        <a:pt x="64" y="16"/>
                      </a:lnTo>
                      <a:lnTo>
                        <a:pt x="64" y="16"/>
                      </a:lnTo>
                      <a:lnTo>
                        <a:pt x="64" y="16"/>
                      </a:lnTo>
                      <a:lnTo>
                        <a:pt x="64" y="16"/>
                      </a:lnTo>
                      <a:lnTo>
                        <a:pt x="64" y="20"/>
                      </a:lnTo>
                      <a:lnTo>
                        <a:pt x="64" y="20"/>
                      </a:lnTo>
                      <a:lnTo>
                        <a:pt x="64" y="20"/>
                      </a:lnTo>
                      <a:lnTo>
                        <a:pt x="60" y="20"/>
                      </a:lnTo>
                      <a:lnTo>
                        <a:pt x="60" y="20"/>
                      </a:lnTo>
                      <a:lnTo>
                        <a:pt x="60" y="24"/>
                      </a:lnTo>
                      <a:lnTo>
                        <a:pt x="60" y="24"/>
                      </a:lnTo>
                      <a:lnTo>
                        <a:pt x="60" y="24"/>
                      </a:lnTo>
                      <a:lnTo>
                        <a:pt x="60" y="28"/>
                      </a:lnTo>
                      <a:lnTo>
                        <a:pt x="60" y="30"/>
                      </a:lnTo>
                      <a:lnTo>
                        <a:pt x="60" y="30"/>
                      </a:lnTo>
                      <a:lnTo>
                        <a:pt x="60" y="30"/>
                      </a:lnTo>
                      <a:lnTo>
                        <a:pt x="60" y="30"/>
                      </a:lnTo>
                      <a:lnTo>
                        <a:pt x="60" y="34"/>
                      </a:lnTo>
                      <a:lnTo>
                        <a:pt x="60" y="34"/>
                      </a:lnTo>
                      <a:lnTo>
                        <a:pt x="60" y="34"/>
                      </a:lnTo>
                      <a:lnTo>
                        <a:pt x="60" y="34"/>
                      </a:lnTo>
                      <a:lnTo>
                        <a:pt x="60" y="38"/>
                      </a:lnTo>
                      <a:lnTo>
                        <a:pt x="60" y="38"/>
                      </a:lnTo>
                      <a:lnTo>
                        <a:pt x="60" y="38"/>
                      </a:lnTo>
                      <a:lnTo>
                        <a:pt x="60" y="42"/>
                      </a:lnTo>
                      <a:lnTo>
                        <a:pt x="60" y="42"/>
                      </a:lnTo>
                      <a:lnTo>
                        <a:pt x="60" y="46"/>
                      </a:lnTo>
                      <a:lnTo>
                        <a:pt x="60" y="46"/>
                      </a:lnTo>
                      <a:lnTo>
                        <a:pt x="60" y="46"/>
                      </a:lnTo>
                      <a:lnTo>
                        <a:pt x="60" y="46"/>
                      </a:lnTo>
                      <a:lnTo>
                        <a:pt x="60" y="46"/>
                      </a:lnTo>
                      <a:lnTo>
                        <a:pt x="60" y="46"/>
                      </a:lnTo>
                      <a:lnTo>
                        <a:pt x="60" y="50"/>
                      </a:lnTo>
                      <a:lnTo>
                        <a:pt x="60" y="50"/>
                      </a:lnTo>
                      <a:lnTo>
                        <a:pt x="60" y="46"/>
                      </a:lnTo>
                      <a:lnTo>
                        <a:pt x="60" y="46"/>
                      </a:lnTo>
                      <a:lnTo>
                        <a:pt x="60" y="46"/>
                      </a:lnTo>
                      <a:lnTo>
                        <a:pt x="60" y="46"/>
                      </a:lnTo>
                      <a:lnTo>
                        <a:pt x="60" y="46"/>
                      </a:lnTo>
                      <a:lnTo>
                        <a:pt x="60" y="46"/>
                      </a:lnTo>
                      <a:lnTo>
                        <a:pt x="60" y="42"/>
                      </a:lnTo>
                      <a:lnTo>
                        <a:pt x="60" y="42"/>
                      </a:lnTo>
                      <a:lnTo>
                        <a:pt x="60" y="42"/>
                      </a:lnTo>
                      <a:lnTo>
                        <a:pt x="60" y="42"/>
                      </a:lnTo>
                      <a:lnTo>
                        <a:pt x="60" y="42"/>
                      </a:lnTo>
                      <a:lnTo>
                        <a:pt x="60" y="42"/>
                      </a:lnTo>
                      <a:lnTo>
                        <a:pt x="60" y="42"/>
                      </a:lnTo>
                      <a:lnTo>
                        <a:pt x="60" y="42"/>
                      </a:lnTo>
                      <a:lnTo>
                        <a:pt x="60" y="42"/>
                      </a:lnTo>
                      <a:lnTo>
                        <a:pt x="56" y="46"/>
                      </a:lnTo>
                      <a:lnTo>
                        <a:pt x="56" y="46"/>
                      </a:lnTo>
                      <a:lnTo>
                        <a:pt x="56" y="50"/>
                      </a:lnTo>
                      <a:lnTo>
                        <a:pt x="56" y="50"/>
                      </a:lnTo>
                      <a:lnTo>
                        <a:pt x="56" y="50"/>
                      </a:lnTo>
                      <a:lnTo>
                        <a:pt x="56" y="54"/>
                      </a:lnTo>
                      <a:lnTo>
                        <a:pt x="56" y="54"/>
                      </a:lnTo>
                      <a:lnTo>
                        <a:pt x="56" y="54"/>
                      </a:lnTo>
                      <a:lnTo>
                        <a:pt x="56" y="54"/>
                      </a:lnTo>
                      <a:lnTo>
                        <a:pt x="56" y="58"/>
                      </a:lnTo>
                      <a:lnTo>
                        <a:pt x="56" y="58"/>
                      </a:lnTo>
                      <a:lnTo>
                        <a:pt x="56" y="58"/>
                      </a:lnTo>
                      <a:lnTo>
                        <a:pt x="56" y="58"/>
                      </a:lnTo>
                      <a:lnTo>
                        <a:pt x="56" y="58"/>
                      </a:lnTo>
                      <a:lnTo>
                        <a:pt x="56" y="58"/>
                      </a:lnTo>
                      <a:lnTo>
                        <a:pt x="56" y="58"/>
                      </a:lnTo>
                      <a:lnTo>
                        <a:pt x="56" y="58"/>
                      </a:lnTo>
                      <a:lnTo>
                        <a:pt x="56" y="58"/>
                      </a:lnTo>
                      <a:lnTo>
                        <a:pt x="56" y="58"/>
                      </a:lnTo>
                      <a:lnTo>
                        <a:pt x="56" y="60"/>
                      </a:lnTo>
                      <a:lnTo>
                        <a:pt x="60" y="60"/>
                      </a:lnTo>
                      <a:lnTo>
                        <a:pt x="60" y="60"/>
                      </a:lnTo>
                      <a:lnTo>
                        <a:pt x="56" y="60"/>
                      </a:lnTo>
                      <a:lnTo>
                        <a:pt x="56" y="60"/>
                      </a:lnTo>
                      <a:lnTo>
                        <a:pt x="56" y="64"/>
                      </a:lnTo>
                      <a:lnTo>
                        <a:pt x="56" y="64"/>
                      </a:lnTo>
                      <a:lnTo>
                        <a:pt x="56" y="64"/>
                      </a:lnTo>
                      <a:lnTo>
                        <a:pt x="56" y="64"/>
                      </a:lnTo>
                      <a:lnTo>
                        <a:pt x="56" y="68"/>
                      </a:lnTo>
                      <a:lnTo>
                        <a:pt x="56" y="68"/>
                      </a:lnTo>
                      <a:lnTo>
                        <a:pt x="56" y="68"/>
                      </a:lnTo>
                      <a:lnTo>
                        <a:pt x="56" y="72"/>
                      </a:lnTo>
                      <a:lnTo>
                        <a:pt x="56" y="72"/>
                      </a:lnTo>
                      <a:lnTo>
                        <a:pt x="56" y="72"/>
                      </a:lnTo>
                      <a:lnTo>
                        <a:pt x="56" y="72"/>
                      </a:lnTo>
                      <a:lnTo>
                        <a:pt x="56" y="72"/>
                      </a:lnTo>
                      <a:lnTo>
                        <a:pt x="60" y="72"/>
                      </a:lnTo>
                      <a:lnTo>
                        <a:pt x="60" y="72"/>
                      </a:lnTo>
                      <a:lnTo>
                        <a:pt x="60" y="72"/>
                      </a:lnTo>
                      <a:lnTo>
                        <a:pt x="60" y="76"/>
                      </a:lnTo>
                      <a:lnTo>
                        <a:pt x="60" y="76"/>
                      </a:lnTo>
                      <a:lnTo>
                        <a:pt x="56" y="76"/>
                      </a:lnTo>
                      <a:lnTo>
                        <a:pt x="56" y="76"/>
                      </a:lnTo>
                      <a:lnTo>
                        <a:pt x="56" y="76"/>
                      </a:lnTo>
                      <a:lnTo>
                        <a:pt x="56" y="76"/>
                      </a:lnTo>
                      <a:lnTo>
                        <a:pt x="56" y="76"/>
                      </a:lnTo>
                      <a:lnTo>
                        <a:pt x="56" y="76"/>
                      </a:lnTo>
                      <a:lnTo>
                        <a:pt x="56" y="76"/>
                      </a:lnTo>
                      <a:lnTo>
                        <a:pt x="52" y="76"/>
                      </a:lnTo>
                      <a:lnTo>
                        <a:pt x="52" y="76"/>
                      </a:lnTo>
                      <a:lnTo>
                        <a:pt x="52" y="76"/>
                      </a:lnTo>
                      <a:lnTo>
                        <a:pt x="52" y="76"/>
                      </a:lnTo>
                      <a:lnTo>
                        <a:pt x="52" y="76"/>
                      </a:lnTo>
                      <a:lnTo>
                        <a:pt x="52" y="76"/>
                      </a:lnTo>
                      <a:lnTo>
                        <a:pt x="52" y="76"/>
                      </a:lnTo>
                      <a:lnTo>
                        <a:pt x="48" y="76"/>
                      </a:lnTo>
                      <a:lnTo>
                        <a:pt x="48" y="72"/>
                      </a:lnTo>
                      <a:lnTo>
                        <a:pt x="48" y="72"/>
                      </a:lnTo>
                      <a:lnTo>
                        <a:pt x="46" y="72"/>
                      </a:lnTo>
                      <a:lnTo>
                        <a:pt x="42" y="72"/>
                      </a:lnTo>
                      <a:lnTo>
                        <a:pt x="38" y="72"/>
                      </a:lnTo>
                      <a:lnTo>
                        <a:pt x="38" y="72"/>
                      </a:lnTo>
                      <a:lnTo>
                        <a:pt x="38" y="72"/>
                      </a:lnTo>
                      <a:lnTo>
                        <a:pt x="38" y="72"/>
                      </a:lnTo>
                      <a:lnTo>
                        <a:pt x="38" y="72"/>
                      </a:lnTo>
                      <a:lnTo>
                        <a:pt x="38" y="72"/>
                      </a:lnTo>
                      <a:lnTo>
                        <a:pt x="34" y="72"/>
                      </a:lnTo>
                      <a:lnTo>
                        <a:pt x="34" y="68"/>
                      </a:lnTo>
                      <a:lnTo>
                        <a:pt x="34" y="68"/>
                      </a:lnTo>
                      <a:lnTo>
                        <a:pt x="30" y="68"/>
                      </a:lnTo>
                      <a:lnTo>
                        <a:pt x="30" y="68"/>
                      </a:lnTo>
                      <a:lnTo>
                        <a:pt x="30" y="68"/>
                      </a:lnTo>
                      <a:lnTo>
                        <a:pt x="30" y="72"/>
                      </a:lnTo>
                      <a:lnTo>
                        <a:pt x="30" y="72"/>
                      </a:lnTo>
                      <a:lnTo>
                        <a:pt x="26" y="68"/>
                      </a:lnTo>
                      <a:lnTo>
                        <a:pt x="26" y="68"/>
                      </a:lnTo>
                      <a:lnTo>
                        <a:pt x="26" y="68"/>
                      </a:lnTo>
                      <a:lnTo>
                        <a:pt x="26" y="68"/>
                      </a:lnTo>
                      <a:lnTo>
                        <a:pt x="22" y="64"/>
                      </a:lnTo>
                      <a:lnTo>
                        <a:pt x="22" y="64"/>
                      </a:lnTo>
                      <a:lnTo>
                        <a:pt x="22" y="64"/>
                      </a:lnTo>
                      <a:lnTo>
                        <a:pt x="22" y="60"/>
                      </a:lnTo>
                      <a:lnTo>
                        <a:pt x="20" y="60"/>
                      </a:lnTo>
                      <a:lnTo>
                        <a:pt x="20" y="60"/>
                      </a:lnTo>
                      <a:lnTo>
                        <a:pt x="20" y="58"/>
                      </a:lnTo>
                      <a:lnTo>
                        <a:pt x="20" y="58"/>
                      </a:lnTo>
                      <a:lnTo>
                        <a:pt x="20" y="58"/>
                      </a:lnTo>
                      <a:lnTo>
                        <a:pt x="20" y="58"/>
                      </a:lnTo>
                      <a:lnTo>
                        <a:pt x="16" y="54"/>
                      </a:lnTo>
                      <a:lnTo>
                        <a:pt x="16" y="54"/>
                      </a:lnTo>
                      <a:lnTo>
                        <a:pt x="16" y="54"/>
                      </a:lnTo>
                      <a:lnTo>
                        <a:pt x="16" y="54"/>
                      </a:lnTo>
                      <a:lnTo>
                        <a:pt x="16" y="54"/>
                      </a:lnTo>
                      <a:lnTo>
                        <a:pt x="16" y="54"/>
                      </a:lnTo>
                      <a:lnTo>
                        <a:pt x="16" y="54"/>
                      </a:lnTo>
                      <a:lnTo>
                        <a:pt x="16" y="50"/>
                      </a:lnTo>
                      <a:lnTo>
                        <a:pt x="16" y="50"/>
                      </a:lnTo>
                      <a:lnTo>
                        <a:pt x="12" y="50"/>
                      </a:lnTo>
                      <a:lnTo>
                        <a:pt x="12" y="50"/>
                      </a:lnTo>
                      <a:lnTo>
                        <a:pt x="12" y="50"/>
                      </a:lnTo>
                      <a:lnTo>
                        <a:pt x="12" y="46"/>
                      </a:lnTo>
                      <a:lnTo>
                        <a:pt x="8" y="46"/>
                      </a:lnTo>
                      <a:lnTo>
                        <a:pt x="8" y="46"/>
                      </a:lnTo>
                      <a:lnTo>
                        <a:pt x="8" y="46"/>
                      </a:lnTo>
                      <a:lnTo>
                        <a:pt x="8" y="46"/>
                      </a:lnTo>
                      <a:lnTo>
                        <a:pt x="4" y="42"/>
                      </a:lnTo>
                      <a:lnTo>
                        <a:pt x="4" y="42"/>
                      </a:lnTo>
                      <a:lnTo>
                        <a:pt x="4" y="38"/>
                      </a:lnTo>
                      <a:lnTo>
                        <a:pt x="0" y="38"/>
                      </a:lnTo>
                      <a:lnTo>
                        <a:pt x="0" y="38"/>
                      </a:lnTo>
                      <a:lnTo>
                        <a:pt x="0" y="38"/>
                      </a:lnTo>
                      <a:lnTo>
                        <a:pt x="4" y="34"/>
                      </a:lnTo>
                      <a:lnTo>
                        <a:pt x="4" y="34"/>
                      </a:lnTo>
                      <a:lnTo>
                        <a:pt x="4" y="38"/>
                      </a:lnTo>
                      <a:lnTo>
                        <a:pt x="4" y="38"/>
                      </a:lnTo>
                      <a:lnTo>
                        <a:pt x="4" y="38"/>
                      </a:lnTo>
                      <a:lnTo>
                        <a:pt x="4" y="38"/>
                      </a:lnTo>
                      <a:lnTo>
                        <a:pt x="4" y="38"/>
                      </a:lnTo>
                      <a:lnTo>
                        <a:pt x="4" y="38"/>
                      </a:lnTo>
                      <a:lnTo>
                        <a:pt x="4" y="38"/>
                      </a:lnTo>
                      <a:lnTo>
                        <a:pt x="8" y="38"/>
                      </a:lnTo>
                      <a:lnTo>
                        <a:pt x="8" y="38"/>
                      </a:lnTo>
                      <a:lnTo>
                        <a:pt x="8" y="38"/>
                      </a:lnTo>
                      <a:lnTo>
                        <a:pt x="8" y="38"/>
                      </a:lnTo>
                      <a:lnTo>
                        <a:pt x="8" y="38"/>
                      </a:lnTo>
                      <a:lnTo>
                        <a:pt x="12" y="38"/>
                      </a:lnTo>
                      <a:lnTo>
                        <a:pt x="12" y="38"/>
                      </a:lnTo>
                      <a:lnTo>
                        <a:pt x="12" y="38"/>
                      </a:lnTo>
                      <a:lnTo>
                        <a:pt x="12" y="34"/>
                      </a:lnTo>
                      <a:lnTo>
                        <a:pt x="12" y="34"/>
                      </a:lnTo>
                      <a:lnTo>
                        <a:pt x="12" y="34"/>
                      </a:lnTo>
                      <a:lnTo>
                        <a:pt x="12" y="34"/>
                      </a:lnTo>
                      <a:lnTo>
                        <a:pt x="12" y="30"/>
                      </a:lnTo>
                      <a:lnTo>
                        <a:pt x="16" y="30"/>
                      </a:lnTo>
                      <a:lnTo>
                        <a:pt x="16" y="30"/>
                      </a:lnTo>
                      <a:lnTo>
                        <a:pt x="16" y="30"/>
                      </a:lnTo>
                      <a:lnTo>
                        <a:pt x="16" y="30"/>
                      </a:lnTo>
                      <a:lnTo>
                        <a:pt x="16" y="30"/>
                      </a:lnTo>
                      <a:lnTo>
                        <a:pt x="16" y="30"/>
                      </a:lnTo>
                      <a:lnTo>
                        <a:pt x="16" y="30"/>
                      </a:lnTo>
                      <a:lnTo>
                        <a:pt x="16" y="30"/>
                      </a:lnTo>
                      <a:lnTo>
                        <a:pt x="16" y="28"/>
                      </a:lnTo>
                      <a:lnTo>
                        <a:pt x="16" y="24"/>
                      </a:lnTo>
                      <a:lnTo>
                        <a:pt x="16" y="24"/>
                      </a:lnTo>
                      <a:lnTo>
                        <a:pt x="16" y="24"/>
                      </a:lnTo>
                      <a:lnTo>
                        <a:pt x="16" y="24"/>
                      </a:lnTo>
                      <a:lnTo>
                        <a:pt x="20" y="24"/>
                      </a:lnTo>
                      <a:lnTo>
                        <a:pt x="20" y="24"/>
                      </a:lnTo>
                      <a:lnTo>
                        <a:pt x="20" y="24"/>
                      </a:lnTo>
                      <a:lnTo>
                        <a:pt x="22" y="20"/>
                      </a:lnTo>
                      <a:lnTo>
                        <a:pt x="22" y="20"/>
                      </a:lnTo>
                      <a:lnTo>
                        <a:pt x="22" y="20"/>
                      </a:lnTo>
                      <a:lnTo>
                        <a:pt x="26" y="20"/>
                      </a:lnTo>
                      <a:lnTo>
                        <a:pt x="26" y="20"/>
                      </a:lnTo>
                      <a:lnTo>
                        <a:pt x="26" y="20"/>
                      </a:lnTo>
                      <a:lnTo>
                        <a:pt x="26" y="20"/>
                      </a:lnTo>
                      <a:lnTo>
                        <a:pt x="26" y="24"/>
                      </a:lnTo>
                      <a:lnTo>
                        <a:pt x="26" y="24"/>
                      </a:lnTo>
                      <a:lnTo>
                        <a:pt x="30" y="24"/>
                      </a:lnTo>
                      <a:lnTo>
                        <a:pt x="30" y="24"/>
                      </a:lnTo>
                      <a:lnTo>
                        <a:pt x="30" y="24"/>
                      </a:lnTo>
                      <a:lnTo>
                        <a:pt x="30" y="24"/>
                      </a:lnTo>
                      <a:lnTo>
                        <a:pt x="30" y="20"/>
                      </a:lnTo>
                      <a:lnTo>
                        <a:pt x="30" y="20"/>
                      </a:lnTo>
                      <a:lnTo>
                        <a:pt x="30" y="20"/>
                      </a:lnTo>
                      <a:lnTo>
                        <a:pt x="34" y="16"/>
                      </a:lnTo>
                      <a:lnTo>
                        <a:pt x="34" y="16"/>
                      </a:lnTo>
                      <a:lnTo>
                        <a:pt x="34" y="16"/>
                      </a:lnTo>
                      <a:lnTo>
                        <a:pt x="34" y="16"/>
                      </a:lnTo>
                      <a:lnTo>
                        <a:pt x="34" y="16"/>
                      </a:lnTo>
                      <a:lnTo>
                        <a:pt x="34" y="16"/>
                      </a:lnTo>
                      <a:lnTo>
                        <a:pt x="34" y="16"/>
                      </a:lnTo>
                      <a:lnTo>
                        <a:pt x="34" y="16"/>
                      </a:lnTo>
                      <a:lnTo>
                        <a:pt x="38" y="16"/>
                      </a:lnTo>
                      <a:lnTo>
                        <a:pt x="38" y="16"/>
                      </a:lnTo>
                      <a:lnTo>
                        <a:pt x="38" y="12"/>
                      </a:lnTo>
                      <a:lnTo>
                        <a:pt x="38" y="12"/>
                      </a:lnTo>
                      <a:lnTo>
                        <a:pt x="38" y="12"/>
                      </a:lnTo>
                      <a:lnTo>
                        <a:pt x="38" y="12"/>
                      </a:lnTo>
                      <a:lnTo>
                        <a:pt x="38" y="12"/>
                      </a:lnTo>
                      <a:lnTo>
                        <a:pt x="38" y="12"/>
                      </a:lnTo>
                      <a:lnTo>
                        <a:pt x="38" y="8"/>
                      </a:lnTo>
                      <a:lnTo>
                        <a:pt x="38" y="8"/>
                      </a:lnTo>
                      <a:lnTo>
                        <a:pt x="38" y="8"/>
                      </a:lnTo>
                      <a:lnTo>
                        <a:pt x="38" y="8"/>
                      </a:lnTo>
                      <a:lnTo>
                        <a:pt x="38" y="8"/>
                      </a:lnTo>
                      <a:lnTo>
                        <a:pt x="38" y="8"/>
                      </a:lnTo>
                      <a:lnTo>
                        <a:pt x="42" y="4"/>
                      </a:lnTo>
                      <a:lnTo>
                        <a:pt x="42" y="4"/>
                      </a:lnTo>
                      <a:lnTo>
                        <a:pt x="42" y="4"/>
                      </a:lnTo>
                      <a:lnTo>
                        <a:pt x="46" y="8"/>
                      </a:lnTo>
                      <a:lnTo>
                        <a:pt x="46" y="8"/>
                      </a:lnTo>
                      <a:lnTo>
                        <a:pt x="48" y="8"/>
                      </a:lnTo>
                      <a:lnTo>
                        <a:pt x="48" y="8"/>
                      </a:lnTo>
                      <a:lnTo>
                        <a:pt x="52" y="8"/>
                      </a:lnTo>
                      <a:lnTo>
                        <a:pt x="52" y="8"/>
                      </a:lnTo>
                      <a:lnTo>
                        <a:pt x="52" y="8"/>
                      </a:lnTo>
                      <a:lnTo>
                        <a:pt x="56" y="4"/>
                      </a:lnTo>
                      <a:lnTo>
                        <a:pt x="56" y="4"/>
                      </a:lnTo>
                      <a:lnTo>
                        <a:pt x="60" y="4"/>
                      </a:lnTo>
                      <a:lnTo>
                        <a:pt x="60" y="4"/>
                      </a:lnTo>
                      <a:lnTo>
                        <a:pt x="60" y="0"/>
                      </a:lnTo>
                      <a:lnTo>
                        <a:pt x="64" y="0"/>
                      </a:lnTo>
                      <a:lnTo>
                        <a:pt x="64" y="0"/>
                      </a:lnTo>
                      <a:lnTo>
                        <a:pt x="64" y="0"/>
                      </a:lnTo>
                      <a:lnTo>
                        <a:pt x="64" y="0"/>
                      </a:lnTo>
                      <a:lnTo>
                        <a:pt x="64" y="0"/>
                      </a:lnTo>
                      <a:lnTo>
                        <a:pt x="68" y="0"/>
                      </a:lnTo>
                      <a:lnTo>
                        <a:pt x="68" y="0"/>
                      </a:lnTo>
                      <a:lnTo>
                        <a:pt x="68" y="0"/>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230" name="Freeform 81">
                  <a:extLst>
                    <a:ext uri="{FF2B5EF4-FFF2-40B4-BE49-F238E27FC236}">
                      <a16:creationId xmlns:a16="http://schemas.microsoft.com/office/drawing/2014/main" id="{F5A81FD6-BA82-5A83-4AFF-EF981AEA4213}"/>
                    </a:ext>
                  </a:extLst>
                </p:cNvPr>
                <p:cNvSpPr>
                  <a:spLocks noEditPoints="1"/>
                </p:cNvSpPr>
                <p:nvPr/>
              </p:nvSpPr>
              <p:spPr bwMode="gray">
                <a:xfrm>
                  <a:off x="2758049" y="4230986"/>
                  <a:ext cx="142620" cy="73049"/>
                </a:xfrm>
                <a:custGeom>
                  <a:avLst/>
                  <a:gdLst>
                    <a:gd name="T0" fmla="*/ 38 w 82"/>
                    <a:gd name="T1" fmla="*/ 22 h 42"/>
                    <a:gd name="T2" fmla="*/ 38 w 82"/>
                    <a:gd name="T3" fmla="*/ 30 h 42"/>
                    <a:gd name="T4" fmla="*/ 40 w 82"/>
                    <a:gd name="T5" fmla="*/ 34 h 42"/>
                    <a:gd name="T6" fmla="*/ 40 w 82"/>
                    <a:gd name="T7" fmla="*/ 38 h 42"/>
                    <a:gd name="T8" fmla="*/ 34 w 82"/>
                    <a:gd name="T9" fmla="*/ 42 h 42"/>
                    <a:gd name="T10" fmla="*/ 30 w 82"/>
                    <a:gd name="T11" fmla="*/ 42 h 42"/>
                    <a:gd name="T12" fmla="*/ 30 w 82"/>
                    <a:gd name="T13" fmla="*/ 34 h 42"/>
                    <a:gd name="T14" fmla="*/ 26 w 82"/>
                    <a:gd name="T15" fmla="*/ 30 h 42"/>
                    <a:gd name="T16" fmla="*/ 22 w 82"/>
                    <a:gd name="T17" fmla="*/ 34 h 42"/>
                    <a:gd name="T18" fmla="*/ 18 w 82"/>
                    <a:gd name="T19" fmla="*/ 30 h 42"/>
                    <a:gd name="T20" fmla="*/ 18 w 82"/>
                    <a:gd name="T21" fmla="*/ 26 h 42"/>
                    <a:gd name="T22" fmla="*/ 10 w 82"/>
                    <a:gd name="T23" fmla="*/ 26 h 42"/>
                    <a:gd name="T24" fmla="*/ 8 w 82"/>
                    <a:gd name="T25" fmla="*/ 26 h 42"/>
                    <a:gd name="T26" fmla="*/ 4 w 82"/>
                    <a:gd name="T27" fmla="*/ 22 h 42"/>
                    <a:gd name="T28" fmla="*/ 4 w 82"/>
                    <a:gd name="T29" fmla="*/ 30 h 42"/>
                    <a:gd name="T30" fmla="*/ 0 w 82"/>
                    <a:gd name="T31" fmla="*/ 26 h 42"/>
                    <a:gd name="T32" fmla="*/ 4 w 82"/>
                    <a:gd name="T33" fmla="*/ 22 h 42"/>
                    <a:gd name="T34" fmla="*/ 0 w 82"/>
                    <a:gd name="T35" fmla="*/ 16 h 42"/>
                    <a:gd name="T36" fmla="*/ 0 w 82"/>
                    <a:gd name="T37" fmla="*/ 12 h 42"/>
                    <a:gd name="T38" fmla="*/ 4 w 82"/>
                    <a:gd name="T39" fmla="*/ 0 h 42"/>
                    <a:gd name="T40" fmla="*/ 8 w 82"/>
                    <a:gd name="T41" fmla="*/ 4 h 42"/>
                    <a:gd name="T42" fmla="*/ 10 w 82"/>
                    <a:gd name="T43" fmla="*/ 12 h 42"/>
                    <a:gd name="T44" fmla="*/ 14 w 82"/>
                    <a:gd name="T45" fmla="*/ 12 h 42"/>
                    <a:gd name="T46" fmla="*/ 18 w 82"/>
                    <a:gd name="T47" fmla="*/ 16 h 42"/>
                    <a:gd name="T48" fmla="*/ 26 w 82"/>
                    <a:gd name="T49" fmla="*/ 16 h 42"/>
                    <a:gd name="T50" fmla="*/ 30 w 82"/>
                    <a:gd name="T51" fmla="*/ 16 h 42"/>
                    <a:gd name="T52" fmla="*/ 38 w 82"/>
                    <a:gd name="T53" fmla="*/ 12 h 42"/>
                    <a:gd name="T54" fmla="*/ 40 w 82"/>
                    <a:gd name="T55" fmla="*/ 8 h 42"/>
                    <a:gd name="T56" fmla="*/ 48 w 82"/>
                    <a:gd name="T57" fmla="*/ 4 h 42"/>
                    <a:gd name="T58" fmla="*/ 56 w 82"/>
                    <a:gd name="T59" fmla="*/ 4 h 42"/>
                    <a:gd name="T60" fmla="*/ 56 w 82"/>
                    <a:gd name="T61" fmla="*/ 4 h 42"/>
                    <a:gd name="T62" fmla="*/ 64 w 82"/>
                    <a:gd name="T63" fmla="*/ 4 h 42"/>
                    <a:gd name="T64" fmla="*/ 70 w 82"/>
                    <a:gd name="T65" fmla="*/ 12 h 42"/>
                    <a:gd name="T66" fmla="*/ 78 w 82"/>
                    <a:gd name="T67" fmla="*/ 16 h 42"/>
                    <a:gd name="T68" fmla="*/ 78 w 82"/>
                    <a:gd name="T69" fmla="*/ 18 h 42"/>
                    <a:gd name="T70" fmla="*/ 78 w 82"/>
                    <a:gd name="T71" fmla="*/ 22 h 42"/>
                    <a:gd name="T72" fmla="*/ 82 w 82"/>
                    <a:gd name="T73" fmla="*/ 26 h 42"/>
                    <a:gd name="T74" fmla="*/ 82 w 82"/>
                    <a:gd name="T75" fmla="*/ 34 h 42"/>
                    <a:gd name="T76" fmla="*/ 74 w 82"/>
                    <a:gd name="T77" fmla="*/ 34 h 42"/>
                    <a:gd name="T78" fmla="*/ 74 w 82"/>
                    <a:gd name="T79" fmla="*/ 38 h 42"/>
                    <a:gd name="T80" fmla="*/ 68 w 82"/>
                    <a:gd name="T81" fmla="*/ 38 h 42"/>
                    <a:gd name="T82" fmla="*/ 68 w 82"/>
                    <a:gd name="T83" fmla="*/ 30 h 42"/>
                    <a:gd name="T84" fmla="*/ 68 w 82"/>
                    <a:gd name="T85" fmla="*/ 30 h 42"/>
                    <a:gd name="T86" fmla="*/ 68 w 82"/>
                    <a:gd name="T87" fmla="*/ 26 h 42"/>
                    <a:gd name="T88" fmla="*/ 70 w 82"/>
                    <a:gd name="T89" fmla="*/ 26 h 42"/>
                    <a:gd name="T90" fmla="*/ 74 w 82"/>
                    <a:gd name="T91" fmla="*/ 26 h 42"/>
                    <a:gd name="T92" fmla="*/ 70 w 82"/>
                    <a:gd name="T93" fmla="*/ 22 h 42"/>
                    <a:gd name="T94" fmla="*/ 64 w 82"/>
                    <a:gd name="T95" fmla="*/ 22 h 42"/>
                    <a:gd name="T96" fmla="*/ 60 w 82"/>
                    <a:gd name="T97" fmla="*/ 16 h 42"/>
                    <a:gd name="T98" fmla="*/ 56 w 82"/>
                    <a:gd name="T99" fmla="*/ 12 h 42"/>
                    <a:gd name="T100" fmla="*/ 56 w 82"/>
                    <a:gd name="T101" fmla="*/ 12 h 42"/>
                    <a:gd name="T102" fmla="*/ 48 w 82"/>
                    <a:gd name="T103" fmla="*/ 12 h 42"/>
                    <a:gd name="T104" fmla="*/ 44 w 82"/>
                    <a:gd name="T105" fmla="*/ 16 h 42"/>
                    <a:gd name="T106" fmla="*/ 40 w 82"/>
                    <a:gd name="T107" fmla="*/ 22 h 42"/>
                    <a:gd name="T108" fmla="*/ 10 w 82"/>
                    <a:gd name="T109" fmla="*/ 8 h 42"/>
                    <a:gd name="T110" fmla="*/ 60 w 82"/>
                    <a:gd name="T111" fmla="*/ 22 h 42"/>
                    <a:gd name="T112" fmla="*/ 56 w 82"/>
                    <a:gd name="T113" fmla="*/ 22 h 42"/>
                    <a:gd name="T114" fmla="*/ 18 w 82"/>
                    <a:gd name="T115" fmla="*/ 38 h 42"/>
                    <a:gd name="T116" fmla="*/ 18 w 82"/>
                    <a:gd name="T117" fmla="*/ 42 h 42"/>
                    <a:gd name="T118" fmla="*/ 18 w 82"/>
                    <a:gd name="T119" fmla="*/ 42 h 42"/>
                    <a:gd name="T120" fmla="*/ 18 w 82"/>
                    <a:gd name="T121" fmla="*/ 34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82" h="42">
                      <a:moveTo>
                        <a:pt x="40" y="22"/>
                      </a:moveTo>
                      <a:lnTo>
                        <a:pt x="40" y="22"/>
                      </a:lnTo>
                      <a:lnTo>
                        <a:pt x="40" y="22"/>
                      </a:lnTo>
                      <a:lnTo>
                        <a:pt x="40" y="22"/>
                      </a:lnTo>
                      <a:lnTo>
                        <a:pt x="40" y="22"/>
                      </a:lnTo>
                      <a:lnTo>
                        <a:pt x="38" y="22"/>
                      </a:lnTo>
                      <a:lnTo>
                        <a:pt x="38" y="22"/>
                      </a:lnTo>
                      <a:lnTo>
                        <a:pt x="38" y="26"/>
                      </a:lnTo>
                      <a:lnTo>
                        <a:pt x="38" y="26"/>
                      </a:lnTo>
                      <a:lnTo>
                        <a:pt x="38" y="26"/>
                      </a:lnTo>
                      <a:lnTo>
                        <a:pt x="38" y="26"/>
                      </a:lnTo>
                      <a:lnTo>
                        <a:pt x="38" y="26"/>
                      </a:lnTo>
                      <a:lnTo>
                        <a:pt x="38" y="26"/>
                      </a:lnTo>
                      <a:lnTo>
                        <a:pt x="38" y="30"/>
                      </a:lnTo>
                      <a:lnTo>
                        <a:pt x="38" y="30"/>
                      </a:lnTo>
                      <a:lnTo>
                        <a:pt x="38" y="30"/>
                      </a:lnTo>
                      <a:lnTo>
                        <a:pt x="38" y="30"/>
                      </a:lnTo>
                      <a:lnTo>
                        <a:pt x="38" y="30"/>
                      </a:lnTo>
                      <a:lnTo>
                        <a:pt x="38" y="30"/>
                      </a:lnTo>
                      <a:lnTo>
                        <a:pt x="38" y="30"/>
                      </a:lnTo>
                      <a:lnTo>
                        <a:pt x="40" y="34"/>
                      </a:lnTo>
                      <a:lnTo>
                        <a:pt x="40" y="34"/>
                      </a:lnTo>
                      <a:lnTo>
                        <a:pt x="40" y="38"/>
                      </a:lnTo>
                      <a:lnTo>
                        <a:pt x="40" y="38"/>
                      </a:lnTo>
                      <a:lnTo>
                        <a:pt x="40" y="38"/>
                      </a:lnTo>
                      <a:lnTo>
                        <a:pt x="40" y="38"/>
                      </a:lnTo>
                      <a:lnTo>
                        <a:pt x="40" y="38"/>
                      </a:lnTo>
                      <a:lnTo>
                        <a:pt x="40" y="38"/>
                      </a:lnTo>
                      <a:lnTo>
                        <a:pt x="38" y="38"/>
                      </a:lnTo>
                      <a:lnTo>
                        <a:pt x="38" y="38"/>
                      </a:lnTo>
                      <a:lnTo>
                        <a:pt x="38" y="38"/>
                      </a:lnTo>
                      <a:lnTo>
                        <a:pt x="38" y="42"/>
                      </a:lnTo>
                      <a:lnTo>
                        <a:pt x="38" y="42"/>
                      </a:lnTo>
                      <a:lnTo>
                        <a:pt x="38" y="42"/>
                      </a:lnTo>
                      <a:lnTo>
                        <a:pt x="34" y="42"/>
                      </a:lnTo>
                      <a:lnTo>
                        <a:pt x="34" y="42"/>
                      </a:lnTo>
                      <a:lnTo>
                        <a:pt x="34" y="42"/>
                      </a:lnTo>
                      <a:lnTo>
                        <a:pt x="34" y="42"/>
                      </a:lnTo>
                      <a:lnTo>
                        <a:pt x="34" y="42"/>
                      </a:lnTo>
                      <a:lnTo>
                        <a:pt x="30" y="42"/>
                      </a:lnTo>
                      <a:lnTo>
                        <a:pt x="30" y="42"/>
                      </a:lnTo>
                      <a:lnTo>
                        <a:pt x="30" y="42"/>
                      </a:lnTo>
                      <a:lnTo>
                        <a:pt x="30" y="42"/>
                      </a:lnTo>
                      <a:lnTo>
                        <a:pt x="30" y="42"/>
                      </a:lnTo>
                      <a:lnTo>
                        <a:pt x="30" y="42"/>
                      </a:lnTo>
                      <a:lnTo>
                        <a:pt x="30" y="38"/>
                      </a:lnTo>
                      <a:lnTo>
                        <a:pt x="30" y="38"/>
                      </a:lnTo>
                      <a:lnTo>
                        <a:pt x="30" y="38"/>
                      </a:lnTo>
                      <a:lnTo>
                        <a:pt x="30" y="34"/>
                      </a:lnTo>
                      <a:lnTo>
                        <a:pt x="26" y="34"/>
                      </a:lnTo>
                      <a:lnTo>
                        <a:pt x="26" y="34"/>
                      </a:lnTo>
                      <a:lnTo>
                        <a:pt x="26" y="34"/>
                      </a:lnTo>
                      <a:lnTo>
                        <a:pt x="26" y="30"/>
                      </a:lnTo>
                      <a:lnTo>
                        <a:pt x="26" y="34"/>
                      </a:lnTo>
                      <a:lnTo>
                        <a:pt x="26" y="30"/>
                      </a:lnTo>
                      <a:lnTo>
                        <a:pt x="26" y="30"/>
                      </a:lnTo>
                      <a:lnTo>
                        <a:pt x="26" y="34"/>
                      </a:lnTo>
                      <a:lnTo>
                        <a:pt x="26" y="34"/>
                      </a:lnTo>
                      <a:lnTo>
                        <a:pt x="26" y="34"/>
                      </a:lnTo>
                      <a:lnTo>
                        <a:pt x="26" y="34"/>
                      </a:lnTo>
                      <a:lnTo>
                        <a:pt x="26" y="38"/>
                      </a:lnTo>
                      <a:lnTo>
                        <a:pt x="26" y="34"/>
                      </a:lnTo>
                      <a:lnTo>
                        <a:pt x="22" y="34"/>
                      </a:lnTo>
                      <a:lnTo>
                        <a:pt x="22" y="34"/>
                      </a:lnTo>
                      <a:lnTo>
                        <a:pt x="22" y="34"/>
                      </a:lnTo>
                      <a:lnTo>
                        <a:pt x="22" y="34"/>
                      </a:lnTo>
                      <a:lnTo>
                        <a:pt x="18" y="34"/>
                      </a:lnTo>
                      <a:lnTo>
                        <a:pt x="18" y="34"/>
                      </a:lnTo>
                      <a:lnTo>
                        <a:pt x="18" y="30"/>
                      </a:lnTo>
                      <a:lnTo>
                        <a:pt x="18" y="30"/>
                      </a:lnTo>
                      <a:lnTo>
                        <a:pt x="18" y="30"/>
                      </a:lnTo>
                      <a:lnTo>
                        <a:pt x="18" y="30"/>
                      </a:lnTo>
                      <a:lnTo>
                        <a:pt x="18" y="30"/>
                      </a:lnTo>
                      <a:lnTo>
                        <a:pt x="18" y="30"/>
                      </a:lnTo>
                      <a:lnTo>
                        <a:pt x="18" y="30"/>
                      </a:lnTo>
                      <a:lnTo>
                        <a:pt x="18" y="26"/>
                      </a:lnTo>
                      <a:lnTo>
                        <a:pt x="18" y="26"/>
                      </a:lnTo>
                      <a:lnTo>
                        <a:pt x="18" y="26"/>
                      </a:lnTo>
                      <a:lnTo>
                        <a:pt x="18" y="26"/>
                      </a:lnTo>
                      <a:lnTo>
                        <a:pt x="14" y="26"/>
                      </a:lnTo>
                      <a:lnTo>
                        <a:pt x="10" y="26"/>
                      </a:lnTo>
                      <a:lnTo>
                        <a:pt x="10" y="26"/>
                      </a:lnTo>
                      <a:lnTo>
                        <a:pt x="10" y="26"/>
                      </a:lnTo>
                      <a:lnTo>
                        <a:pt x="10" y="26"/>
                      </a:lnTo>
                      <a:lnTo>
                        <a:pt x="10" y="26"/>
                      </a:lnTo>
                      <a:lnTo>
                        <a:pt x="10" y="22"/>
                      </a:lnTo>
                      <a:lnTo>
                        <a:pt x="10" y="22"/>
                      </a:lnTo>
                      <a:lnTo>
                        <a:pt x="10" y="22"/>
                      </a:lnTo>
                      <a:lnTo>
                        <a:pt x="8" y="22"/>
                      </a:lnTo>
                      <a:lnTo>
                        <a:pt x="8" y="22"/>
                      </a:lnTo>
                      <a:lnTo>
                        <a:pt x="8" y="26"/>
                      </a:lnTo>
                      <a:lnTo>
                        <a:pt x="8" y="26"/>
                      </a:lnTo>
                      <a:lnTo>
                        <a:pt x="8" y="26"/>
                      </a:lnTo>
                      <a:lnTo>
                        <a:pt x="8" y="22"/>
                      </a:lnTo>
                      <a:lnTo>
                        <a:pt x="8" y="22"/>
                      </a:lnTo>
                      <a:lnTo>
                        <a:pt x="4" y="22"/>
                      </a:lnTo>
                      <a:lnTo>
                        <a:pt x="4" y="22"/>
                      </a:lnTo>
                      <a:lnTo>
                        <a:pt x="4" y="22"/>
                      </a:lnTo>
                      <a:lnTo>
                        <a:pt x="4" y="22"/>
                      </a:lnTo>
                      <a:lnTo>
                        <a:pt x="4" y="26"/>
                      </a:lnTo>
                      <a:lnTo>
                        <a:pt x="4" y="26"/>
                      </a:lnTo>
                      <a:lnTo>
                        <a:pt x="4" y="26"/>
                      </a:lnTo>
                      <a:lnTo>
                        <a:pt x="4" y="26"/>
                      </a:lnTo>
                      <a:lnTo>
                        <a:pt x="4" y="30"/>
                      </a:lnTo>
                      <a:lnTo>
                        <a:pt x="4" y="30"/>
                      </a:lnTo>
                      <a:lnTo>
                        <a:pt x="0" y="30"/>
                      </a:lnTo>
                      <a:lnTo>
                        <a:pt x="0" y="30"/>
                      </a:lnTo>
                      <a:lnTo>
                        <a:pt x="0" y="26"/>
                      </a:lnTo>
                      <a:lnTo>
                        <a:pt x="0" y="26"/>
                      </a:lnTo>
                      <a:lnTo>
                        <a:pt x="0" y="26"/>
                      </a:lnTo>
                      <a:lnTo>
                        <a:pt x="0" y="26"/>
                      </a:lnTo>
                      <a:lnTo>
                        <a:pt x="0" y="26"/>
                      </a:lnTo>
                      <a:lnTo>
                        <a:pt x="0" y="22"/>
                      </a:lnTo>
                      <a:lnTo>
                        <a:pt x="0" y="22"/>
                      </a:lnTo>
                      <a:lnTo>
                        <a:pt x="0" y="22"/>
                      </a:lnTo>
                      <a:lnTo>
                        <a:pt x="0" y="22"/>
                      </a:lnTo>
                      <a:lnTo>
                        <a:pt x="0" y="22"/>
                      </a:lnTo>
                      <a:lnTo>
                        <a:pt x="0" y="22"/>
                      </a:lnTo>
                      <a:lnTo>
                        <a:pt x="4" y="22"/>
                      </a:lnTo>
                      <a:lnTo>
                        <a:pt x="4" y="18"/>
                      </a:lnTo>
                      <a:lnTo>
                        <a:pt x="4" y="18"/>
                      </a:lnTo>
                      <a:lnTo>
                        <a:pt x="0" y="18"/>
                      </a:lnTo>
                      <a:lnTo>
                        <a:pt x="0" y="18"/>
                      </a:lnTo>
                      <a:lnTo>
                        <a:pt x="0" y="16"/>
                      </a:lnTo>
                      <a:lnTo>
                        <a:pt x="0" y="16"/>
                      </a:lnTo>
                      <a:lnTo>
                        <a:pt x="0" y="16"/>
                      </a:lnTo>
                      <a:lnTo>
                        <a:pt x="4" y="16"/>
                      </a:lnTo>
                      <a:lnTo>
                        <a:pt x="4" y="16"/>
                      </a:lnTo>
                      <a:lnTo>
                        <a:pt x="4" y="16"/>
                      </a:lnTo>
                      <a:lnTo>
                        <a:pt x="4" y="16"/>
                      </a:lnTo>
                      <a:lnTo>
                        <a:pt x="4" y="16"/>
                      </a:lnTo>
                      <a:lnTo>
                        <a:pt x="4" y="12"/>
                      </a:lnTo>
                      <a:lnTo>
                        <a:pt x="0" y="12"/>
                      </a:lnTo>
                      <a:lnTo>
                        <a:pt x="0" y="12"/>
                      </a:lnTo>
                      <a:lnTo>
                        <a:pt x="0" y="8"/>
                      </a:lnTo>
                      <a:lnTo>
                        <a:pt x="0" y="4"/>
                      </a:lnTo>
                      <a:lnTo>
                        <a:pt x="4" y="0"/>
                      </a:lnTo>
                      <a:lnTo>
                        <a:pt x="4" y="0"/>
                      </a:lnTo>
                      <a:lnTo>
                        <a:pt x="4" y="0"/>
                      </a:lnTo>
                      <a:lnTo>
                        <a:pt x="4" y="0"/>
                      </a:lnTo>
                      <a:lnTo>
                        <a:pt x="4" y="4"/>
                      </a:lnTo>
                      <a:lnTo>
                        <a:pt x="4" y="4"/>
                      </a:lnTo>
                      <a:lnTo>
                        <a:pt x="4" y="4"/>
                      </a:lnTo>
                      <a:lnTo>
                        <a:pt x="8" y="4"/>
                      </a:lnTo>
                      <a:lnTo>
                        <a:pt x="8" y="4"/>
                      </a:lnTo>
                      <a:lnTo>
                        <a:pt x="8" y="4"/>
                      </a:lnTo>
                      <a:lnTo>
                        <a:pt x="8" y="4"/>
                      </a:lnTo>
                      <a:lnTo>
                        <a:pt x="8" y="4"/>
                      </a:lnTo>
                      <a:lnTo>
                        <a:pt x="8" y="4"/>
                      </a:lnTo>
                      <a:lnTo>
                        <a:pt x="8" y="8"/>
                      </a:lnTo>
                      <a:lnTo>
                        <a:pt x="8" y="8"/>
                      </a:lnTo>
                      <a:lnTo>
                        <a:pt x="10" y="8"/>
                      </a:lnTo>
                      <a:lnTo>
                        <a:pt x="10" y="12"/>
                      </a:lnTo>
                      <a:lnTo>
                        <a:pt x="10" y="12"/>
                      </a:lnTo>
                      <a:lnTo>
                        <a:pt x="10" y="12"/>
                      </a:lnTo>
                      <a:lnTo>
                        <a:pt x="14" y="16"/>
                      </a:lnTo>
                      <a:lnTo>
                        <a:pt x="14" y="12"/>
                      </a:lnTo>
                      <a:lnTo>
                        <a:pt x="18" y="12"/>
                      </a:lnTo>
                      <a:lnTo>
                        <a:pt x="18" y="12"/>
                      </a:lnTo>
                      <a:lnTo>
                        <a:pt x="14" y="12"/>
                      </a:lnTo>
                      <a:lnTo>
                        <a:pt x="14" y="12"/>
                      </a:lnTo>
                      <a:lnTo>
                        <a:pt x="14" y="8"/>
                      </a:lnTo>
                      <a:lnTo>
                        <a:pt x="14" y="8"/>
                      </a:lnTo>
                      <a:lnTo>
                        <a:pt x="14" y="8"/>
                      </a:lnTo>
                      <a:lnTo>
                        <a:pt x="18" y="12"/>
                      </a:lnTo>
                      <a:lnTo>
                        <a:pt x="18" y="12"/>
                      </a:lnTo>
                      <a:lnTo>
                        <a:pt x="18" y="12"/>
                      </a:lnTo>
                      <a:lnTo>
                        <a:pt x="18" y="16"/>
                      </a:lnTo>
                      <a:lnTo>
                        <a:pt x="18" y="16"/>
                      </a:lnTo>
                      <a:lnTo>
                        <a:pt x="18" y="16"/>
                      </a:lnTo>
                      <a:lnTo>
                        <a:pt x="22" y="16"/>
                      </a:lnTo>
                      <a:lnTo>
                        <a:pt x="26" y="16"/>
                      </a:lnTo>
                      <a:lnTo>
                        <a:pt x="26" y="16"/>
                      </a:lnTo>
                      <a:lnTo>
                        <a:pt x="26" y="16"/>
                      </a:lnTo>
                      <a:lnTo>
                        <a:pt x="26" y="16"/>
                      </a:lnTo>
                      <a:lnTo>
                        <a:pt x="26" y="16"/>
                      </a:lnTo>
                      <a:lnTo>
                        <a:pt x="30" y="16"/>
                      </a:lnTo>
                      <a:lnTo>
                        <a:pt x="30" y="16"/>
                      </a:lnTo>
                      <a:lnTo>
                        <a:pt x="30" y="16"/>
                      </a:lnTo>
                      <a:lnTo>
                        <a:pt x="30" y="16"/>
                      </a:lnTo>
                      <a:lnTo>
                        <a:pt x="30" y="16"/>
                      </a:lnTo>
                      <a:lnTo>
                        <a:pt x="30" y="16"/>
                      </a:lnTo>
                      <a:lnTo>
                        <a:pt x="30" y="16"/>
                      </a:lnTo>
                      <a:lnTo>
                        <a:pt x="30" y="12"/>
                      </a:lnTo>
                      <a:lnTo>
                        <a:pt x="34" y="12"/>
                      </a:lnTo>
                      <a:lnTo>
                        <a:pt x="34" y="12"/>
                      </a:lnTo>
                      <a:lnTo>
                        <a:pt x="34" y="12"/>
                      </a:lnTo>
                      <a:lnTo>
                        <a:pt x="34" y="12"/>
                      </a:lnTo>
                      <a:lnTo>
                        <a:pt x="38" y="12"/>
                      </a:lnTo>
                      <a:lnTo>
                        <a:pt x="38" y="8"/>
                      </a:lnTo>
                      <a:lnTo>
                        <a:pt x="38" y="8"/>
                      </a:lnTo>
                      <a:lnTo>
                        <a:pt x="40" y="8"/>
                      </a:lnTo>
                      <a:lnTo>
                        <a:pt x="40" y="8"/>
                      </a:lnTo>
                      <a:lnTo>
                        <a:pt x="40" y="8"/>
                      </a:lnTo>
                      <a:lnTo>
                        <a:pt x="40" y="8"/>
                      </a:lnTo>
                      <a:lnTo>
                        <a:pt x="40" y="8"/>
                      </a:lnTo>
                      <a:lnTo>
                        <a:pt x="40" y="8"/>
                      </a:lnTo>
                      <a:lnTo>
                        <a:pt x="44" y="8"/>
                      </a:lnTo>
                      <a:lnTo>
                        <a:pt x="44" y="8"/>
                      </a:lnTo>
                      <a:lnTo>
                        <a:pt x="44" y="4"/>
                      </a:lnTo>
                      <a:lnTo>
                        <a:pt x="44" y="4"/>
                      </a:lnTo>
                      <a:lnTo>
                        <a:pt x="48" y="4"/>
                      </a:lnTo>
                      <a:lnTo>
                        <a:pt x="48" y="4"/>
                      </a:lnTo>
                      <a:lnTo>
                        <a:pt x="48" y="0"/>
                      </a:lnTo>
                      <a:lnTo>
                        <a:pt x="48" y="0"/>
                      </a:lnTo>
                      <a:lnTo>
                        <a:pt x="48" y="0"/>
                      </a:lnTo>
                      <a:lnTo>
                        <a:pt x="48" y="4"/>
                      </a:lnTo>
                      <a:lnTo>
                        <a:pt x="52" y="4"/>
                      </a:lnTo>
                      <a:lnTo>
                        <a:pt x="56" y="4"/>
                      </a:lnTo>
                      <a:lnTo>
                        <a:pt x="56" y="4"/>
                      </a:lnTo>
                      <a:lnTo>
                        <a:pt x="56" y="4"/>
                      </a:lnTo>
                      <a:lnTo>
                        <a:pt x="56" y="4"/>
                      </a:lnTo>
                      <a:lnTo>
                        <a:pt x="56" y="4"/>
                      </a:lnTo>
                      <a:lnTo>
                        <a:pt x="56" y="4"/>
                      </a:lnTo>
                      <a:lnTo>
                        <a:pt x="56" y="4"/>
                      </a:lnTo>
                      <a:lnTo>
                        <a:pt x="56" y="4"/>
                      </a:lnTo>
                      <a:lnTo>
                        <a:pt x="56" y="4"/>
                      </a:lnTo>
                      <a:lnTo>
                        <a:pt x="56" y="4"/>
                      </a:lnTo>
                      <a:lnTo>
                        <a:pt x="56" y="4"/>
                      </a:lnTo>
                      <a:lnTo>
                        <a:pt x="56" y="4"/>
                      </a:lnTo>
                      <a:lnTo>
                        <a:pt x="60" y="4"/>
                      </a:lnTo>
                      <a:lnTo>
                        <a:pt x="64" y="4"/>
                      </a:lnTo>
                      <a:lnTo>
                        <a:pt x="64" y="4"/>
                      </a:lnTo>
                      <a:lnTo>
                        <a:pt x="64" y="4"/>
                      </a:lnTo>
                      <a:lnTo>
                        <a:pt x="64" y="8"/>
                      </a:lnTo>
                      <a:lnTo>
                        <a:pt x="68" y="8"/>
                      </a:lnTo>
                      <a:lnTo>
                        <a:pt x="68" y="8"/>
                      </a:lnTo>
                      <a:lnTo>
                        <a:pt x="68" y="8"/>
                      </a:lnTo>
                      <a:lnTo>
                        <a:pt x="70" y="8"/>
                      </a:lnTo>
                      <a:lnTo>
                        <a:pt x="70" y="12"/>
                      </a:lnTo>
                      <a:lnTo>
                        <a:pt x="70" y="12"/>
                      </a:lnTo>
                      <a:lnTo>
                        <a:pt x="74" y="12"/>
                      </a:lnTo>
                      <a:lnTo>
                        <a:pt x="74" y="12"/>
                      </a:lnTo>
                      <a:lnTo>
                        <a:pt x="74" y="12"/>
                      </a:lnTo>
                      <a:lnTo>
                        <a:pt x="74" y="12"/>
                      </a:lnTo>
                      <a:lnTo>
                        <a:pt x="74" y="16"/>
                      </a:lnTo>
                      <a:lnTo>
                        <a:pt x="74" y="16"/>
                      </a:lnTo>
                      <a:lnTo>
                        <a:pt x="78" y="16"/>
                      </a:lnTo>
                      <a:lnTo>
                        <a:pt x="78" y="18"/>
                      </a:lnTo>
                      <a:lnTo>
                        <a:pt x="78" y="18"/>
                      </a:lnTo>
                      <a:lnTo>
                        <a:pt x="78" y="18"/>
                      </a:lnTo>
                      <a:lnTo>
                        <a:pt x="78" y="18"/>
                      </a:lnTo>
                      <a:lnTo>
                        <a:pt x="78" y="18"/>
                      </a:lnTo>
                      <a:lnTo>
                        <a:pt x="78" y="18"/>
                      </a:lnTo>
                      <a:lnTo>
                        <a:pt x="78" y="18"/>
                      </a:lnTo>
                      <a:lnTo>
                        <a:pt x="78" y="18"/>
                      </a:lnTo>
                      <a:lnTo>
                        <a:pt x="78" y="18"/>
                      </a:lnTo>
                      <a:lnTo>
                        <a:pt x="78" y="18"/>
                      </a:lnTo>
                      <a:lnTo>
                        <a:pt x="78" y="22"/>
                      </a:lnTo>
                      <a:lnTo>
                        <a:pt x="78" y="22"/>
                      </a:lnTo>
                      <a:lnTo>
                        <a:pt x="78" y="22"/>
                      </a:lnTo>
                      <a:lnTo>
                        <a:pt x="78" y="22"/>
                      </a:lnTo>
                      <a:lnTo>
                        <a:pt x="78" y="22"/>
                      </a:lnTo>
                      <a:lnTo>
                        <a:pt x="78" y="22"/>
                      </a:lnTo>
                      <a:lnTo>
                        <a:pt x="78" y="22"/>
                      </a:lnTo>
                      <a:lnTo>
                        <a:pt x="78" y="26"/>
                      </a:lnTo>
                      <a:lnTo>
                        <a:pt x="82" y="26"/>
                      </a:lnTo>
                      <a:lnTo>
                        <a:pt x="82" y="26"/>
                      </a:lnTo>
                      <a:lnTo>
                        <a:pt x="82" y="26"/>
                      </a:lnTo>
                      <a:lnTo>
                        <a:pt x="82" y="26"/>
                      </a:lnTo>
                      <a:lnTo>
                        <a:pt x="82" y="30"/>
                      </a:lnTo>
                      <a:lnTo>
                        <a:pt x="82" y="30"/>
                      </a:lnTo>
                      <a:lnTo>
                        <a:pt x="82" y="30"/>
                      </a:lnTo>
                      <a:lnTo>
                        <a:pt x="82" y="30"/>
                      </a:lnTo>
                      <a:lnTo>
                        <a:pt x="78" y="34"/>
                      </a:lnTo>
                      <a:lnTo>
                        <a:pt x="82" y="34"/>
                      </a:lnTo>
                      <a:lnTo>
                        <a:pt x="82" y="34"/>
                      </a:lnTo>
                      <a:lnTo>
                        <a:pt x="78" y="38"/>
                      </a:lnTo>
                      <a:lnTo>
                        <a:pt x="78" y="38"/>
                      </a:lnTo>
                      <a:lnTo>
                        <a:pt x="74" y="38"/>
                      </a:lnTo>
                      <a:lnTo>
                        <a:pt x="74" y="38"/>
                      </a:lnTo>
                      <a:lnTo>
                        <a:pt x="74" y="34"/>
                      </a:lnTo>
                      <a:lnTo>
                        <a:pt x="74" y="34"/>
                      </a:lnTo>
                      <a:lnTo>
                        <a:pt x="74" y="34"/>
                      </a:lnTo>
                      <a:lnTo>
                        <a:pt x="74" y="34"/>
                      </a:lnTo>
                      <a:lnTo>
                        <a:pt x="74" y="34"/>
                      </a:lnTo>
                      <a:lnTo>
                        <a:pt x="74" y="38"/>
                      </a:lnTo>
                      <a:lnTo>
                        <a:pt x="74" y="38"/>
                      </a:lnTo>
                      <a:lnTo>
                        <a:pt x="74" y="38"/>
                      </a:lnTo>
                      <a:lnTo>
                        <a:pt x="74" y="38"/>
                      </a:lnTo>
                      <a:lnTo>
                        <a:pt x="74" y="38"/>
                      </a:lnTo>
                      <a:lnTo>
                        <a:pt x="74" y="38"/>
                      </a:lnTo>
                      <a:lnTo>
                        <a:pt x="74" y="38"/>
                      </a:lnTo>
                      <a:lnTo>
                        <a:pt x="70" y="42"/>
                      </a:lnTo>
                      <a:lnTo>
                        <a:pt x="70" y="42"/>
                      </a:lnTo>
                      <a:lnTo>
                        <a:pt x="70" y="42"/>
                      </a:lnTo>
                      <a:lnTo>
                        <a:pt x="68" y="38"/>
                      </a:lnTo>
                      <a:lnTo>
                        <a:pt x="68" y="38"/>
                      </a:lnTo>
                      <a:lnTo>
                        <a:pt x="68" y="38"/>
                      </a:lnTo>
                      <a:lnTo>
                        <a:pt x="68" y="34"/>
                      </a:lnTo>
                      <a:lnTo>
                        <a:pt x="68" y="34"/>
                      </a:lnTo>
                      <a:lnTo>
                        <a:pt x="68" y="34"/>
                      </a:lnTo>
                      <a:lnTo>
                        <a:pt x="68" y="30"/>
                      </a:lnTo>
                      <a:lnTo>
                        <a:pt x="68" y="30"/>
                      </a:lnTo>
                      <a:lnTo>
                        <a:pt x="68" y="30"/>
                      </a:lnTo>
                      <a:lnTo>
                        <a:pt x="64" y="30"/>
                      </a:lnTo>
                      <a:lnTo>
                        <a:pt x="64" y="30"/>
                      </a:lnTo>
                      <a:lnTo>
                        <a:pt x="64" y="26"/>
                      </a:lnTo>
                      <a:lnTo>
                        <a:pt x="64" y="26"/>
                      </a:lnTo>
                      <a:lnTo>
                        <a:pt x="64" y="26"/>
                      </a:lnTo>
                      <a:lnTo>
                        <a:pt x="68" y="30"/>
                      </a:lnTo>
                      <a:lnTo>
                        <a:pt x="68" y="30"/>
                      </a:lnTo>
                      <a:lnTo>
                        <a:pt x="68" y="26"/>
                      </a:lnTo>
                      <a:lnTo>
                        <a:pt x="68" y="26"/>
                      </a:lnTo>
                      <a:lnTo>
                        <a:pt x="68" y="26"/>
                      </a:lnTo>
                      <a:lnTo>
                        <a:pt x="68" y="26"/>
                      </a:lnTo>
                      <a:lnTo>
                        <a:pt x="68" y="26"/>
                      </a:lnTo>
                      <a:lnTo>
                        <a:pt x="68" y="26"/>
                      </a:lnTo>
                      <a:lnTo>
                        <a:pt x="68" y="26"/>
                      </a:lnTo>
                      <a:lnTo>
                        <a:pt x="68" y="22"/>
                      </a:lnTo>
                      <a:lnTo>
                        <a:pt x="68" y="22"/>
                      </a:lnTo>
                      <a:lnTo>
                        <a:pt x="68" y="22"/>
                      </a:lnTo>
                      <a:lnTo>
                        <a:pt x="70" y="22"/>
                      </a:lnTo>
                      <a:lnTo>
                        <a:pt x="70" y="26"/>
                      </a:lnTo>
                      <a:lnTo>
                        <a:pt x="70" y="26"/>
                      </a:lnTo>
                      <a:lnTo>
                        <a:pt x="70" y="26"/>
                      </a:lnTo>
                      <a:lnTo>
                        <a:pt x="70" y="26"/>
                      </a:lnTo>
                      <a:lnTo>
                        <a:pt x="74" y="26"/>
                      </a:lnTo>
                      <a:lnTo>
                        <a:pt x="74" y="26"/>
                      </a:lnTo>
                      <a:lnTo>
                        <a:pt x="74" y="26"/>
                      </a:lnTo>
                      <a:lnTo>
                        <a:pt x="74" y="26"/>
                      </a:lnTo>
                      <a:lnTo>
                        <a:pt x="74" y="26"/>
                      </a:lnTo>
                      <a:lnTo>
                        <a:pt x="70" y="26"/>
                      </a:lnTo>
                      <a:lnTo>
                        <a:pt x="70" y="26"/>
                      </a:lnTo>
                      <a:lnTo>
                        <a:pt x="70" y="26"/>
                      </a:lnTo>
                      <a:lnTo>
                        <a:pt x="70" y="26"/>
                      </a:lnTo>
                      <a:lnTo>
                        <a:pt x="70" y="22"/>
                      </a:lnTo>
                      <a:lnTo>
                        <a:pt x="70" y="22"/>
                      </a:lnTo>
                      <a:lnTo>
                        <a:pt x="70" y="22"/>
                      </a:lnTo>
                      <a:lnTo>
                        <a:pt x="68" y="22"/>
                      </a:lnTo>
                      <a:lnTo>
                        <a:pt x="68" y="22"/>
                      </a:lnTo>
                      <a:lnTo>
                        <a:pt x="68" y="22"/>
                      </a:lnTo>
                      <a:lnTo>
                        <a:pt x="68" y="22"/>
                      </a:lnTo>
                      <a:lnTo>
                        <a:pt x="64" y="22"/>
                      </a:lnTo>
                      <a:lnTo>
                        <a:pt x="64" y="22"/>
                      </a:lnTo>
                      <a:lnTo>
                        <a:pt x="64" y="22"/>
                      </a:lnTo>
                      <a:lnTo>
                        <a:pt x="64" y="22"/>
                      </a:lnTo>
                      <a:lnTo>
                        <a:pt x="64" y="18"/>
                      </a:lnTo>
                      <a:lnTo>
                        <a:pt x="64" y="18"/>
                      </a:lnTo>
                      <a:lnTo>
                        <a:pt x="64" y="18"/>
                      </a:lnTo>
                      <a:lnTo>
                        <a:pt x="64" y="18"/>
                      </a:lnTo>
                      <a:lnTo>
                        <a:pt x="64" y="18"/>
                      </a:lnTo>
                      <a:lnTo>
                        <a:pt x="60" y="16"/>
                      </a:lnTo>
                      <a:lnTo>
                        <a:pt x="60" y="16"/>
                      </a:lnTo>
                      <a:lnTo>
                        <a:pt x="60" y="16"/>
                      </a:lnTo>
                      <a:lnTo>
                        <a:pt x="56" y="12"/>
                      </a:lnTo>
                      <a:lnTo>
                        <a:pt x="56" y="12"/>
                      </a:lnTo>
                      <a:lnTo>
                        <a:pt x="56" y="12"/>
                      </a:lnTo>
                      <a:lnTo>
                        <a:pt x="56" y="12"/>
                      </a:lnTo>
                      <a:lnTo>
                        <a:pt x="56" y="12"/>
                      </a:lnTo>
                      <a:lnTo>
                        <a:pt x="56" y="12"/>
                      </a:lnTo>
                      <a:lnTo>
                        <a:pt x="56" y="12"/>
                      </a:lnTo>
                      <a:lnTo>
                        <a:pt x="56" y="12"/>
                      </a:lnTo>
                      <a:lnTo>
                        <a:pt x="56" y="12"/>
                      </a:lnTo>
                      <a:lnTo>
                        <a:pt x="56" y="12"/>
                      </a:lnTo>
                      <a:lnTo>
                        <a:pt x="56" y="12"/>
                      </a:lnTo>
                      <a:lnTo>
                        <a:pt x="56" y="12"/>
                      </a:lnTo>
                      <a:lnTo>
                        <a:pt x="52" y="12"/>
                      </a:lnTo>
                      <a:lnTo>
                        <a:pt x="52" y="12"/>
                      </a:lnTo>
                      <a:lnTo>
                        <a:pt x="52" y="12"/>
                      </a:lnTo>
                      <a:lnTo>
                        <a:pt x="52" y="12"/>
                      </a:lnTo>
                      <a:lnTo>
                        <a:pt x="52" y="12"/>
                      </a:lnTo>
                      <a:lnTo>
                        <a:pt x="52" y="12"/>
                      </a:lnTo>
                      <a:lnTo>
                        <a:pt x="48" y="12"/>
                      </a:lnTo>
                      <a:lnTo>
                        <a:pt x="48" y="12"/>
                      </a:lnTo>
                      <a:lnTo>
                        <a:pt x="48" y="16"/>
                      </a:lnTo>
                      <a:lnTo>
                        <a:pt x="48" y="16"/>
                      </a:lnTo>
                      <a:lnTo>
                        <a:pt x="48" y="16"/>
                      </a:lnTo>
                      <a:lnTo>
                        <a:pt x="48" y="16"/>
                      </a:lnTo>
                      <a:lnTo>
                        <a:pt x="44" y="16"/>
                      </a:lnTo>
                      <a:lnTo>
                        <a:pt x="44" y="16"/>
                      </a:lnTo>
                      <a:lnTo>
                        <a:pt x="44" y="16"/>
                      </a:lnTo>
                      <a:lnTo>
                        <a:pt x="44" y="18"/>
                      </a:lnTo>
                      <a:lnTo>
                        <a:pt x="44" y="18"/>
                      </a:lnTo>
                      <a:lnTo>
                        <a:pt x="44" y="22"/>
                      </a:lnTo>
                      <a:lnTo>
                        <a:pt x="40" y="22"/>
                      </a:lnTo>
                      <a:lnTo>
                        <a:pt x="40" y="22"/>
                      </a:lnTo>
                      <a:lnTo>
                        <a:pt x="40" y="22"/>
                      </a:lnTo>
                      <a:lnTo>
                        <a:pt x="40" y="22"/>
                      </a:lnTo>
                      <a:close/>
                      <a:moveTo>
                        <a:pt x="10" y="4"/>
                      </a:moveTo>
                      <a:lnTo>
                        <a:pt x="10" y="4"/>
                      </a:lnTo>
                      <a:lnTo>
                        <a:pt x="10" y="4"/>
                      </a:lnTo>
                      <a:lnTo>
                        <a:pt x="10" y="4"/>
                      </a:lnTo>
                      <a:lnTo>
                        <a:pt x="10" y="8"/>
                      </a:lnTo>
                      <a:lnTo>
                        <a:pt x="10" y="8"/>
                      </a:lnTo>
                      <a:lnTo>
                        <a:pt x="10" y="8"/>
                      </a:lnTo>
                      <a:lnTo>
                        <a:pt x="10" y="4"/>
                      </a:lnTo>
                      <a:lnTo>
                        <a:pt x="10" y="4"/>
                      </a:lnTo>
                      <a:lnTo>
                        <a:pt x="10" y="4"/>
                      </a:lnTo>
                      <a:close/>
                      <a:moveTo>
                        <a:pt x="60" y="22"/>
                      </a:moveTo>
                      <a:lnTo>
                        <a:pt x="60" y="22"/>
                      </a:lnTo>
                      <a:lnTo>
                        <a:pt x="60" y="22"/>
                      </a:lnTo>
                      <a:lnTo>
                        <a:pt x="60" y="22"/>
                      </a:lnTo>
                      <a:lnTo>
                        <a:pt x="60" y="22"/>
                      </a:lnTo>
                      <a:lnTo>
                        <a:pt x="60" y="22"/>
                      </a:lnTo>
                      <a:lnTo>
                        <a:pt x="60" y="22"/>
                      </a:lnTo>
                      <a:lnTo>
                        <a:pt x="60" y="26"/>
                      </a:lnTo>
                      <a:lnTo>
                        <a:pt x="56" y="22"/>
                      </a:lnTo>
                      <a:lnTo>
                        <a:pt x="56" y="22"/>
                      </a:lnTo>
                      <a:lnTo>
                        <a:pt x="56" y="22"/>
                      </a:lnTo>
                      <a:lnTo>
                        <a:pt x="60" y="22"/>
                      </a:lnTo>
                      <a:lnTo>
                        <a:pt x="60" y="22"/>
                      </a:lnTo>
                      <a:lnTo>
                        <a:pt x="60" y="22"/>
                      </a:lnTo>
                      <a:lnTo>
                        <a:pt x="60" y="22"/>
                      </a:lnTo>
                      <a:close/>
                      <a:moveTo>
                        <a:pt x="18" y="34"/>
                      </a:moveTo>
                      <a:lnTo>
                        <a:pt x="18" y="38"/>
                      </a:lnTo>
                      <a:lnTo>
                        <a:pt x="18" y="38"/>
                      </a:lnTo>
                      <a:lnTo>
                        <a:pt x="18" y="38"/>
                      </a:lnTo>
                      <a:lnTo>
                        <a:pt x="18" y="38"/>
                      </a:lnTo>
                      <a:lnTo>
                        <a:pt x="18" y="38"/>
                      </a:lnTo>
                      <a:lnTo>
                        <a:pt x="18" y="38"/>
                      </a:lnTo>
                      <a:lnTo>
                        <a:pt x="18" y="42"/>
                      </a:lnTo>
                      <a:lnTo>
                        <a:pt x="18" y="42"/>
                      </a:lnTo>
                      <a:lnTo>
                        <a:pt x="18" y="42"/>
                      </a:lnTo>
                      <a:lnTo>
                        <a:pt x="18" y="42"/>
                      </a:lnTo>
                      <a:lnTo>
                        <a:pt x="18" y="42"/>
                      </a:lnTo>
                      <a:lnTo>
                        <a:pt x="18" y="42"/>
                      </a:lnTo>
                      <a:lnTo>
                        <a:pt x="18" y="42"/>
                      </a:lnTo>
                      <a:lnTo>
                        <a:pt x="18" y="42"/>
                      </a:lnTo>
                      <a:lnTo>
                        <a:pt x="18" y="42"/>
                      </a:lnTo>
                      <a:lnTo>
                        <a:pt x="18" y="42"/>
                      </a:lnTo>
                      <a:lnTo>
                        <a:pt x="14" y="38"/>
                      </a:lnTo>
                      <a:lnTo>
                        <a:pt x="14" y="38"/>
                      </a:lnTo>
                      <a:lnTo>
                        <a:pt x="14" y="38"/>
                      </a:lnTo>
                      <a:lnTo>
                        <a:pt x="14" y="38"/>
                      </a:lnTo>
                      <a:lnTo>
                        <a:pt x="14" y="38"/>
                      </a:lnTo>
                      <a:lnTo>
                        <a:pt x="18" y="34"/>
                      </a:lnTo>
                      <a:lnTo>
                        <a:pt x="18" y="34"/>
                      </a:lnTo>
                      <a:lnTo>
                        <a:pt x="18" y="34"/>
                      </a:lnTo>
                      <a:lnTo>
                        <a:pt x="18" y="34"/>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231" name="Freeform 82">
                  <a:extLst>
                    <a:ext uri="{FF2B5EF4-FFF2-40B4-BE49-F238E27FC236}">
                      <a16:creationId xmlns:a16="http://schemas.microsoft.com/office/drawing/2014/main" id="{81C4E428-11B2-186B-0888-A680A09E1D04}"/>
                    </a:ext>
                  </a:extLst>
                </p:cNvPr>
                <p:cNvSpPr>
                  <a:spLocks noEditPoints="1"/>
                </p:cNvSpPr>
                <p:nvPr/>
              </p:nvSpPr>
              <p:spPr bwMode="gray">
                <a:xfrm>
                  <a:off x="3147644" y="3966620"/>
                  <a:ext cx="45221" cy="17393"/>
                </a:xfrm>
                <a:custGeom>
                  <a:avLst/>
                  <a:gdLst>
                    <a:gd name="T0" fmla="*/ 18 w 26"/>
                    <a:gd name="T1" fmla="*/ 6 h 10"/>
                    <a:gd name="T2" fmla="*/ 18 w 26"/>
                    <a:gd name="T3" fmla="*/ 6 h 10"/>
                    <a:gd name="T4" fmla="*/ 18 w 26"/>
                    <a:gd name="T5" fmla="*/ 10 h 10"/>
                    <a:gd name="T6" fmla="*/ 16 w 26"/>
                    <a:gd name="T7" fmla="*/ 10 h 10"/>
                    <a:gd name="T8" fmla="*/ 12 w 26"/>
                    <a:gd name="T9" fmla="*/ 10 h 10"/>
                    <a:gd name="T10" fmla="*/ 12 w 26"/>
                    <a:gd name="T11" fmla="*/ 10 h 10"/>
                    <a:gd name="T12" fmla="*/ 8 w 26"/>
                    <a:gd name="T13" fmla="*/ 10 h 10"/>
                    <a:gd name="T14" fmla="*/ 8 w 26"/>
                    <a:gd name="T15" fmla="*/ 10 h 10"/>
                    <a:gd name="T16" fmla="*/ 8 w 26"/>
                    <a:gd name="T17" fmla="*/ 6 h 10"/>
                    <a:gd name="T18" fmla="*/ 4 w 26"/>
                    <a:gd name="T19" fmla="*/ 10 h 10"/>
                    <a:gd name="T20" fmla="*/ 4 w 26"/>
                    <a:gd name="T21" fmla="*/ 10 h 10"/>
                    <a:gd name="T22" fmla="*/ 4 w 26"/>
                    <a:gd name="T23" fmla="*/ 10 h 10"/>
                    <a:gd name="T24" fmla="*/ 0 w 26"/>
                    <a:gd name="T25" fmla="*/ 10 h 10"/>
                    <a:gd name="T26" fmla="*/ 0 w 26"/>
                    <a:gd name="T27" fmla="*/ 10 h 10"/>
                    <a:gd name="T28" fmla="*/ 0 w 26"/>
                    <a:gd name="T29" fmla="*/ 6 h 10"/>
                    <a:gd name="T30" fmla="*/ 0 w 26"/>
                    <a:gd name="T31" fmla="*/ 2 h 10"/>
                    <a:gd name="T32" fmla="*/ 0 w 26"/>
                    <a:gd name="T33" fmla="*/ 2 h 10"/>
                    <a:gd name="T34" fmla="*/ 0 w 26"/>
                    <a:gd name="T35" fmla="*/ 2 h 10"/>
                    <a:gd name="T36" fmla="*/ 0 w 26"/>
                    <a:gd name="T37" fmla="*/ 2 h 10"/>
                    <a:gd name="T38" fmla="*/ 0 w 26"/>
                    <a:gd name="T39" fmla="*/ 2 h 10"/>
                    <a:gd name="T40" fmla="*/ 0 w 26"/>
                    <a:gd name="T41" fmla="*/ 2 h 10"/>
                    <a:gd name="T42" fmla="*/ 0 w 26"/>
                    <a:gd name="T43" fmla="*/ 0 h 10"/>
                    <a:gd name="T44" fmla="*/ 0 w 26"/>
                    <a:gd name="T45" fmla="*/ 0 h 10"/>
                    <a:gd name="T46" fmla="*/ 0 w 26"/>
                    <a:gd name="T47" fmla="*/ 0 h 10"/>
                    <a:gd name="T48" fmla="*/ 4 w 26"/>
                    <a:gd name="T49" fmla="*/ 0 h 10"/>
                    <a:gd name="T50" fmla="*/ 4 w 26"/>
                    <a:gd name="T51" fmla="*/ 0 h 10"/>
                    <a:gd name="T52" fmla="*/ 8 w 26"/>
                    <a:gd name="T53" fmla="*/ 0 h 10"/>
                    <a:gd name="T54" fmla="*/ 12 w 26"/>
                    <a:gd name="T55" fmla="*/ 0 h 10"/>
                    <a:gd name="T56" fmla="*/ 16 w 26"/>
                    <a:gd name="T57" fmla="*/ 0 h 10"/>
                    <a:gd name="T58" fmla="*/ 16 w 26"/>
                    <a:gd name="T59" fmla="*/ 0 h 10"/>
                    <a:gd name="T60" fmla="*/ 16 w 26"/>
                    <a:gd name="T61" fmla="*/ 0 h 10"/>
                    <a:gd name="T62" fmla="*/ 16 w 26"/>
                    <a:gd name="T63" fmla="*/ 0 h 10"/>
                    <a:gd name="T64" fmla="*/ 18 w 26"/>
                    <a:gd name="T65" fmla="*/ 0 h 10"/>
                    <a:gd name="T66" fmla="*/ 18 w 26"/>
                    <a:gd name="T67" fmla="*/ 0 h 10"/>
                    <a:gd name="T68" fmla="*/ 22 w 26"/>
                    <a:gd name="T69" fmla="*/ 2 h 10"/>
                    <a:gd name="T70" fmla="*/ 22 w 26"/>
                    <a:gd name="T71" fmla="*/ 2 h 10"/>
                    <a:gd name="T72" fmla="*/ 22 w 26"/>
                    <a:gd name="T73" fmla="*/ 2 h 10"/>
                    <a:gd name="T74" fmla="*/ 22 w 26"/>
                    <a:gd name="T75" fmla="*/ 2 h 10"/>
                    <a:gd name="T76" fmla="*/ 18 w 26"/>
                    <a:gd name="T77" fmla="*/ 6 h 10"/>
                    <a:gd name="T78" fmla="*/ 18 w 26"/>
                    <a:gd name="T79" fmla="*/ 6 h 10"/>
                    <a:gd name="T80" fmla="*/ 22 w 26"/>
                    <a:gd name="T81" fmla="*/ 6 h 10"/>
                    <a:gd name="T82" fmla="*/ 22 w 26"/>
                    <a:gd name="T83" fmla="*/ 6 h 10"/>
                    <a:gd name="T84" fmla="*/ 22 w 26"/>
                    <a:gd name="T85" fmla="*/ 6 h 10"/>
                    <a:gd name="T86" fmla="*/ 26 w 26"/>
                    <a:gd name="T87" fmla="*/ 6 h 10"/>
                    <a:gd name="T88" fmla="*/ 26 w 26"/>
                    <a:gd name="T89" fmla="*/ 6 h 10"/>
                    <a:gd name="T90" fmla="*/ 26 w 26"/>
                    <a:gd name="T91" fmla="*/ 6 h 10"/>
                    <a:gd name="T92" fmla="*/ 22 w 26"/>
                    <a:gd name="T93" fmla="*/ 6 h 10"/>
                    <a:gd name="T94" fmla="*/ 22 w 26"/>
                    <a:gd name="T95" fmla="*/ 6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6" h="10">
                      <a:moveTo>
                        <a:pt x="18" y="6"/>
                      </a:moveTo>
                      <a:lnTo>
                        <a:pt x="18" y="6"/>
                      </a:lnTo>
                      <a:lnTo>
                        <a:pt x="18" y="6"/>
                      </a:lnTo>
                      <a:lnTo>
                        <a:pt x="18" y="6"/>
                      </a:lnTo>
                      <a:lnTo>
                        <a:pt x="18" y="6"/>
                      </a:lnTo>
                      <a:lnTo>
                        <a:pt x="18" y="10"/>
                      </a:lnTo>
                      <a:lnTo>
                        <a:pt x="18" y="10"/>
                      </a:lnTo>
                      <a:lnTo>
                        <a:pt x="16" y="10"/>
                      </a:lnTo>
                      <a:lnTo>
                        <a:pt x="16" y="10"/>
                      </a:lnTo>
                      <a:lnTo>
                        <a:pt x="12" y="10"/>
                      </a:lnTo>
                      <a:lnTo>
                        <a:pt x="12" y="10"/>
                      </a:lnTo>
                      <a:lnTo>
                        <a:pt x="12" y="10"/>
                      </a:lnTo>
                      <a:lnTo>
                        <a:pt x="12" y="6"/>
                      </a:lnTo>
                      <a:lnTo>
                        <a:pt x="8" y="10"/>
                      </a:lnTo>
                      <a:lnTo>
                        <a:pt x="8" y="10"/>
                      </a:lnTo>
                      <a:lnTo>
                        <a:pt x="8" y="10"/>
                      </a:lnTo>
                      <a:lnTo>
                        <a:pt x="8" y="10"/>
                      </a:lnTo>
                      <a:lnTo>
                        <a:pt x="8" y="6"/>
                      </a:lnTo>
                      <a:lnTo>
                        <a:pt x="8" y="6"/>
                      </a:lnTo>
                      <a:lnTo>
                        <a:pt x="4" y="10"/>
                      </a:lnTo>
                      <a:lnTo>
                        <a:pt x="4" y="10"/>
                      </a:lnTo>
                      <a:lnTo>
                        <a:pt x="4" y="10"/>
                      </a:lnTo>
                      <a:lnTo>
                        <a:pt x="4" y="10"/>
                      </a:lnTo>
                      <a:lnTo>
                        <a:pt x="4" y="10"/>
                      </a:lnTo>
                      <a:lnTo>
                        <a:pt x="4" y="10"/>
                      </a:lnTo>
                      <a:lnTo>
                        <a:pt x="0" y="10"/>
                      </a:lnTo>
                      <a:lnTo>
                        <a:pt x="0" y="10"/>
                      </a:lnTo>
                      <a:lnTo>
                        <a:pt x="0" y="10"/>
                      </a:lnTo>
                      <a:lnTo>
                        <a:pt x="0" y="10"/>
                      </a:lnTo>
                      <a:lnTo>
                        <a:pt x="0" y="6"/>
                      </a:lnTo>
                      <a:lnTo>
                        <a:pt x="0" y="6"/>
                      </a:lnTo>
                      <a:lnTo>
                        <a:pt x="0" y="2"/>
                      </a:lnTo>
                      <a:lnTo>
                        <a:pt x="0" y="2"/>
                      </a:lnTo>
                      <a:lnTo>
                        <a:pt x="0" y="2"/>
                      </a:lnTo>
                      <a:lnTo>
                        <a:pt x="0" y="2"/>
                      </a:lnTo>
                      <a:lnTo>
                        <a:pt x="0" y="2"/>
                      </a:lnTo>
                      <a:lnTo>
                        <a:pt x="0" y="2"/>
                      </a:lnTo>
                      <a:lnTo>
                        <a:pt x="0" y="2"/>
                      </a:lnTo>
                      <a:lnTo>
                        <a:pt x="0" y="2"/>
                      </a:lnTo>
                      <a:lnTo>
                        <a:pt x="0" y="2"/>
                      </a:lnTo>
                      <a:lnTo>
                        <a:pt x="0" y="2"/>
                      </a:lnTo>
                      <a:lnTo>
                        <a:pt x="0" y="2"/>
                      </a:lnTo>
                      <a:lnTo>
                        <a:pt x="0" y="0"/>
                      </a:lnTo>
                      <a:lnTo>
                        <a:pt x="0" y="0"/>
                      </a:lnTo>
                      <a:lnTo>
                        <a:pt x="0" y="0"/>
                      </a:lnTo>
                      <a:lnTo>
                        <a:pt x="0" y="0"/>
                      </a:lnTo>
                      <a:lnTo>
                        <a:pt x="0" y="0"/>
                      </a:lnTo>
                      <a:lnTo>
                        <a:pt x="0" y="0"/>
                      </a:lnTo>
                      <a:lnTo>
                        <a:pt x="4" y="0"/>
                      </a:lnTo>
                      <a:lnTo>
                        <a:pt x="4" y="0"/>
                      </a:lnTo>
                      <a:lnTo>
                        <a:pt x="4" y="0"/>
                      </a:lnTo>
                      <a:lnTo>
                        <a:pt x="4" y="0"/>
                      </a:lnTo>
                      <a:lnTo>
                        <a:pt x="8" y="0"/>
                      </a:lnTo>
                      <a:lnTo>
                        <a:pt x="8" y="0"/>
                      </a:lnTo>
                      <a:lnTo>
                        <a:pt x="8" y="0"/>
                      </a:lnTo>
                      <a:lnTo>
                        <a:pt x="12" y="0"/>
                      </a:lnTo>
                      <a:lnTo>
                        <a:pt x="12" y="0"/>
                      </a:lnTo>
                      <a:lnTo>
                        <a:pt x="16" y="0"/>
                      </a:lnTo>
                      <a:lnTo>
                        <a:pt x="16" y="0"/>
                      </a:lnTo>
                      <a:lnTo>
                        <a:pt x="16" y="0"/>
                      </a:lnTo>
                      <a:lnTo>
                        <a:pt x="16" y="0"/>
                      </a:lnTo>
                      <a:lnTo>
                        <a:pt x="16" y="0"/>
                      </a:lnTo>
                      <a:lnTo>
                        <a:pt x="16" y="0"/>
                      </a:lnTo>
                      <a:lnTo>
                        <a:pt x="16" y="0"/>
                      </a:lnTo>
                      <a:lnTo>
                        <a:pt x="18" y="0"/>
                      </a:lnTo>
                      <a:lnTo>
                        <a:pt x="18" y="0"/>
                      </a:lnTo>
                      <a:lnTo>
                        <a:pt x="18" y="0"/>
                      </a:lnTo>
                      <a:lnTo>
                        <a:pt x="18" y="0"/>
                      </a:lnTo>
                      <a:lnTo>
                        <a:pt x="18" y="0"/>
                      </a:lnTo>
                      <a:lnTo>
                        <a:pt x="22" y="2"/>
                      </a:lnTo>
                      <a:lnTo>
                        <a:pt x="22" y="2"/>
                      </a:lnTo>
                      <a:lnTo>
                        <a:pt x="22" y="2"/>
                      </a:lnTo>
                      <a:lnTo>
                        <a:pt x="22" y="2"/>
                      </a:lnTo>
                      <a:lnTo>
                        <a:pt x="22" y="2"/>
                      </a:lnTo>
                      <a:lnTo>
                        <a:pt x="22" y="2"/>
                      </a:lnTo>
                      <a:lnTo>
                        <a:pt x="22" y="2"/>
                      </a:lnTo>
                      <a:lnTo>
                        <a:pt x="18" y="6"/>
                      </a:lnTo>
                      <a:lnTo>
                        <a:pt x="18" y="6"/>
                      </a:lnTo>
                      <a:lnTo>
                        <a:pt x="18" y="6"/>
                      </a:lnTo>
                      <a:lnTo>
                        <a:pt x="18" y="6"/>
                      </a:lnTo>
                      <a:close/>
                      <a:moveTo>
                        <a:pt x="22" y="6"/>
                      </a:moveTo>
                      <a:lnTo>
                        <a:pt x="22" y="6"/>
                      </a:lnTo>
                      <a:lnTo>
                        <a:pt x="22" y="6"/>
                      </a:lnTo>
                      <a:lnTo>
                        <a:pt x="22" y="6"/>
                      </a:lnTo>
                      <a:lnTo>
                        <a:pt x="22" y="6"/>
                      </a:lnTo>
                      <a:lnTo>
                        <a:pt x="22" y="6"/>
                      </a:lnTo>
                      <a:lnTo>
                        <a:pt x="22" y="6"/>
                      </a:lnTo>
                      <a:lnTo>
                        <a:pt x="26" y="6"/>
                      </a:lnTo>
                      <a:lnTo>
                        <a:pt x="26" y="6"/>
                      </a:lnTo>
                      <a:lnTo>
                        <a:pt x="26" y="6"/>
                      </a:lnTo>
                      <a:lnTo>
                        <a:pt x="26" y="6"/>
                      </a:lnTo>
                      <a:lnTo>
                        <a:pt x="26" y="6"/>
                      </a:lnTo>
                      <a:lnTo>
                        <a:pt x="26" y="6"/>
                      </a:lnTo>
                      <a:lnTo>
                        <a:pt x="22" y="6"/>
                      </a:lnTo>
                      <a:lnTo>
                        <a:pt x="22" y="6"/>
                      </a:lnTo>
                      <a:lnTo>
                        <a:pt x="22" y="6"/>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232" name="Freeform 83">
                  <a:extLst>
                    <a:ext uri="{FF2B5EF4-FFF2-40B4-BE49-F238E27FC236}">
                      <a16:creationId xmlns:a16="http://schemas.microsoft.com/office/drawing/2014/main" id="{A1A20E00-B4F0-7057-1933-DC57D212B0A4}"/>
                    </a:ext>
                  </a:extLst>
                </p:cNvPr>
                <p:cNvSpPr>
                  <a:spLocks noEditPoints="1"/>
                </p:cNvSpPr>
                <p:nvPr/>
              </p:nvSpPr>
              <p:spPr bwMode="gray">
                <a:xfrm>
                  <a:off x="3412012" y="3037854"/>
                  <a:ext cx="6957" cy="13914"/>
                </a:xfrm>
                <a:custGeom>
                  <a:avLst/>
                  <a:gdLst>
                    <a:gd name="T0" fmla="*/ 0 w 4"/>
                    <a:gd name="T1" fmla="*/ 0 h 8"/>
                    <a:gd name="T2" fmla="*/ 4 w 4"/>
                    <a:gd name="T3" fmla="*/ 0 h 8"/>
                    <a:gd name="T4" fmla="*/ 4 w 4"/>
                    <a:gd name="T5" fmla="*/ 0 h 8"/>
                    <a:gd name="T6" fmla="*/ 0 w 4"/>
                    <a:gd name="T7" fmla="*/ 0 h 8"/>
                    <a:gd name="T8" fmla="*/ 0 w 4"/>
                    <a:gd name="T9" fmla="*/ 0 h 8"/>
                    <a:gd name="T10" fmla="*/ 0 w 4"/>
                    <a:gd name="T11" fmla="*/ 0 h 8"/>
                    <a:gd name="T12" fmla="*/ 0 w 4"/>
                    <a:gd name="T13" fmla="*/ 0 h 8"/>
                    <a:gd name="T14" fmla="*/ 0 w 4"/>
                    <a:gd name="T15" fmla="*/ 0 h 8"/>
                    <a:gd name="T16" fmla="*/ 0 w 4"/>
                    <a:gd name="T17" fmla="*/ 0 h 8"/>
                    <a:gd name="T18" fmla="*/ 0 w 4"/>
                    <a:gd name="T19" fmla="*/ 0 h 8"/>
                    <a:gd name="T20" fmla="*/ 0 w 4"/>
                    <a:gd name="T21" fmla="*/ 0 h 8"/>
                    <a:gd name="T22" fmla="*/ 0 w 4"/>
                    <a:gd name="T23" fmla="*/ 4 h 8"/>
                    <a:gd name="T24" fmla="*/ 0 w 4"/>
                    <a:gd name="T25" fmla="*/ 4 h 8"/>
                    <a:gd name="T26" fmla="*/ 0 w 4"/>
                    <a:gd name="T27" fmla="*/ 4 h 8"/>
                    <a:gd name="T28" fmla="*/ 0 w 4"/>
                    <a:gd name="T29" fmla="*/ 4 h 8"/>
                    <a:gd name="T30" fmla="*/ 0 w 4"/>
                    <a:gd name="T31" fmla="*/ 4 h 8"/>
                    <a:gd name="T32" fmla="*/ 4 w 4"/>
                    <a:gd name="T33" fmla="*/ 4 h 8"/>
                    <a:gd name="T34" fmla="*/ 4 w 4"/>
                    <a:gd name="T35" fmla="*/ 4 h 8"/>
                    <a:gd name="T36" fmla="*/ 4 w 4"/>
                    <a:gd name="T37" fmla="*/ 4 h 8"/>
                    <a:gd name="T38" fmla="*/ 4 w 4"/>
                    <a:gd name="T39" fmla="*/ 4 h 8"/>
                    <a:gd name="T40" fmla="*/ 4 w 4"/>
                    <a:gd name="T41" fmla="*/ 4 h 8"/>
                    <a:gd name="T42" fmla="*/ 4 w 4"/>
                    <a:gd name="T43" fmla="*/ 4 h 8"/>
                    <a:gd name="T44" fmla="*/ 0 w 4"/>
                    <a:gd name="T45" fmla="*/ 4 h 8"/>
                    <a:gd name="T46" fmla="*/ 0 w 4"/>
                    <a:gd name="T47" fmla="*/ 4 h 8"/>
                    <a:gd name="T48" fmla="*/ 0 w 4"/>
                    <a:gd name="T49" fmla="*/ 4 h 8"/>
                    <a:gd name="T50" fmla="*/ 0 w 4"/>
                    <a:gd name="T51" fmla="*/ 4 h 8"/>
                    <a:gd name="T52" fmla="*/ 0 w 4"/>
                    <a:gd name="T53" fmla="*/ 4 h 8"/>
                    <a:gd name="T54" fmla="*/ 0 w 4"/>
                    <a:gd name="T55" fmla="*/ 4 h 8"/>
                    <a:gd name="T56" fmla="*/ 0 w 4"/>
                    <a:gd name="T57" fmla="*/ 4 h 8"/>
                    <a:gd name="T58" fmla="*/ 0 w 4"/>
                    <a:gd name="T59" fmla="*/ 4 h 8"/>
                    <a:gd name="T60" fmla="*/ 0 w 4"/>
                    <a:gd name="T61" fmla="*/ 4 h 8"/>
                    <a:gd name="T62" fmla="*/ 0 w 4"/>
                    <a:gd name="T63" fmla="*/ 4 h 8"/>
                    <a:gd name="T64" fmla="*/ 0 w 4"/>
                    <a:gd name="T65" fmla="*/ 4 h 8"/>
                    <a:gd name="T66" fmla="*/ 0 w 4"/>
                    <a:gd name="T67" fmla="*/ 0 h 8"/>
                    <a:gd name="T68" fmla="*/ 0 w 4"/>
                    <a:gd name="T69" fmla="*/ 0 h 8"/>
                    <a:gd name="T70" fmla="*/ 0 w 4"/>
                    <a:gd name="T71" fmla="*/ 0 h 8"/>
                    <a:gd name="T72" fmla="*/ 0 w 4"/>
                    <a:gd name="T73" fmla="*/ 0 h 8"/>
                    <a:gd name="T74" fmla="*/ 0 w 4"/>
                    <a:gd name="T75" fmla="*/ 0 h 8"/>
                    <a:gd name="T76" fmla="*/ 0 w 4"/>
                    <a:gd name="T77" fmla="*/ 0 h 8"/>
                    <a:gd name="T78" fmla="*/ 0 w 4"/>
                    <a:gd name="T79" fmla="*/ 0 h 8"/>
                    <a:gd name="T80" fmla="*/ 0 w 4"/>
                    <a:gd name="T81" fmla="*/ 0 h 8"/>
                    <a:gd name="T82" fmla="*/ 0 w 4"/>
                    <a:gd name="T83" fmla="*/ 0 h 8"/>
                    <a:gd name="T84" fmla="*/ 0 w 4"/>
                    <a:gd name="T85" fmla="*/ 0 h 8"/>
                    <a:gd name="T86" fmla="*/ 0 w 4"/>
                    <a:gd name="T87" fmla="*/ 0 h 8"/>
                    <a:gd name="T88" fmla="*/ 0 w 4"/>
                    <a:gd name="T89" fmla="*/ 0 h 8"/>
                    <a:gd name="T90" fmla="*/ 0 w 4"/>
                    <a:gd name="T91" fmla="*/ 0 h 8"/>
                    <a:gd name="T92" fmla="*/ 4 w 4"/>
                    <a:gd name="T93" fmla="*/ 4 h 8"/>
                    <a:gd name="T94" fmla="*/ 4 w 4"/>
                    <a:gd name="T95" fmla="*/ 4 h 8"/>
                    <a:gd name="T96" fmla="*/ 4 w 4"/>
                    <a:gd name="T97" fmla="*/ 8 h 8"/>
                    <a:gd name="T98" fmla="*/ 4 w 4"/>
                    <a:gd name="T99" fmla="*/ 8 h 8"/>
                    <a:gd name="T100" fmla="*/ 4 w 4"/>
                    <a:gd name="T101" fmla="*/ 8 h 8"/>
                    <a:gd name="T102" fmla="*/ 4 w 4"/>
                    <a:gd name="T103" fmla="*/ 4 h 8"/>
                    <a:gd name="T104" fmla="*/ 4 w 4"/>
                    <a:gd name="T105" fmla="*/ 4 h 8"/>
                    <a:gd name="T106" fmla="*/ 4 w 4"/>
                    <a:gd name="T107"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 h="8">
                      <a:moveTo>
                        <a:pt x="0" y="0"/>
                      </a:moveTo>
                      <a:lnTo>
                        <a:pt x="4" y="0"/>
                      </a:lnTo>
                      <a:lnTo>
                        <a:pt x="4" y="0"/>
                      </a:lnTo>
                      <a:lnTo>
                        <a:pt x="0" y="0"/>
                      </a:lnTo>
                      <a:lnTo>
                        <a:pt x="0" y="0"/>
                      </a:lnTo>
                      <a:lnTo>
                        <a:pt x="0" y="0"/>
                      </a:lnTo>
                      <a:lnTo>
                        <a:pt x="0" y="0"/>
                      </a:lnTo>
                      <a:lnTo>
                        <a:pt x="0" y="0"/>
                      </a:lnTo>
                      <a:lnTo>
                        <a:pt x="0" y="0"/>
                      </a:lnTo>
                      <a:lnTo>
                        <a:pt x="0" y="0"/>
                      </a:lnTo>
                      <a:lnTo>
                        <a:pt x="0" y="0"/>
                      </a:lnTo>
                      <a:lnTo>
                        <a:pt x="0" y="4"/>
                      </a:lnTo>
                      <a:lnTo>
                        <a:pt x="0" y="4"/>
                      </a:lnTo>
                      <a:lnTo>
                        <a:pt x="0" y="4"/>
                      </a:lnTo>
                      <a:lnTo>
                        <a:pt x="0" y="4"/>
                      </a:lnTo>
                      <a:lnTo>
                        <a:pt x="0" y="4"/>
                      </a:lnTo>
                      <a:lnTo>
                        <a:pt x="4" y="4"/>
                      </a:lnTo>
                      <a:lnTo>
                        <a:pt x="4" y="4"/>
                      </a:lnTo>
                      <a:lnTo>
                        <a:pt x="4" y="4"/>
                      </a:lnTo>
                      <a:lnTo>
                        <a:pt x="4" y="4"/>
                      </a:lnTo>
                      <a:lnTo>
                        <a:pt x="4" y="4"/>
                      </a:lnTo>
                      <a:lnTo>
                        <a:pt x="4" y="4"/>
                      </a:lnTo>
                      <a:lnTo>
                        <a:pt x="0" y="4"/>
                      </a:lnTo>
                      <a:lnTo>
                        <a:pt x="0" y="4"/>
                      </a:lnTo>
                      <a:lnTo>
                        <a:pt x="0" y="4"/>
                      </a:lnTo>
                      <a:lnTo>
                        <a:pt x="0" y="4"/>
                      </a:lnTo>
                      <a:lnTo>
                        <a:pt x="0" y="4"/>
                      </a:lnTo>
                      <a:lnTo>
                        <a:pt x="0" y="4"/>
                      </a:lnTo>
                      <a:lnTo>
                        <a:pt x="0" y="4"/>
                      </a:lnTo>
                      <a:lnTo>
                        <a:pt x="0" y="4"/>
                      </a:lnTo>
                      <a:lnTo>
                        <a:pt x="0" y="4"/>
                      </a:lnTo>
                      <a:lnTo>
                        <a:pt x="0" y="4"/>
                      </a:lnTo>
                      <a:lnTo>
                        <a:pt x="0" y="4"/>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close/>
                      <a:moveTo>
                        <a:pt x="4" y="4"/>
                      </a:moveTo>
                      <a:lnTo>
                        <a:pt x="4" y="4"/>
                      </a:lnTo>
                      <a:lnTo>
                        <a:pt x="4" y="8"/>
                      </a:lnTo>
                      <a:lnTo>
                        <a:pt x="4" y="8"/>
                      </a:lnTo>
                      <a:lnTo>
                        <a:pt x="4" y="8"/>
                      </a:lnTo>
                      <a:lnTo>
                        <a:pt x="4" y="4"/>
                      </a:lnTo>
                      <a:lnTo>
                        <a:pt x="4" y="4"/>
                      </a:lnTo>
                      <a:lnTo>
                        <a:pt x="4" y="4"/>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233" name="Freeform 84">
                  <a:extLst>
                    <a:ext uri="{FF2B5EF4-FFF2-40B4-BE49-F238E27FC236}">
                      <a16:creationId xmlns:a16="http://schemas.microsoft.com/office/drawing/2014/main" id="{4C696370-20C7-D7E4-DDB1-99F259B600EC}"/>
                    </a:ext>
                  </a:extLst>
                </p:cNvPr>
                <p:cNvSpPr>
                  <a:spLocks noEditPoints="1"/>
                </p:cNvSpPr>
                <p:nvPr/>
              </p:nvSpPr>
              <p:spPr bwMode="gray">
                <a:xfrm>
                  <a:off x="2855448" y="3705730"/>
                  <a:ext cx="156534" cy="191319"/>
                </a:xfrm>
                <a:custGeom>
                  <a:avLst/>
                  <a:gdLst>
                    <a:gd name="T0" fmla="*/ 52 w 90"/>
                    <a:gd name="T1" fmla="*/ 50 h 110"/>
                    <a:gd name="T2" fmla="*/ 48 w 90"/>
                    <a:gd name="T3" fmla="*/ 46 h 110"/>
                    <a:gd name="T4" fmla="*/ 52 w 90"/>
                    <a:gd name="T5" fmla="*/ 50 h 110"/>
                    <a:gd name="T6" fmla="*/ 64 w 90"/>
                    <a:gd name="T7" fmla="*/ 50 h 110"/>
                    <a:gd name="T8" fmla="*/ 64 w 90"/>
                    <a:gd name="T9" fmla="*/ 54 h 110"/>
                    <a:gd name="T10" fmla="*/ 86 w 90"/>
                    <a:gd name="T11" fmla="*/ 82 h 110"/>
                    <a:gd name="T12" fmla="*/ 86 w 90"/>
                    <a:gd name="T13" fmla="*/ 80 h 110"/>
                    <a:gd name="T14" fmla="*/ 90 w 90"/>
                    <a:gd name="T15" fmla="*/ 82 h 110"/>
                    <a:gd name="T16" fmla="*/ 22 w 90"/>
                    <a:gd name="T17" fmla="*/ 0 h 110"/>
                    <a:gd name="T18" fmla="*/ 26 w 90"/>
                    <a:gd name="T19" fmla="*/ 8 h 110"/>
                    <a:gd name="T20" fmla="*/ 26 w 90"/>
                    <a:gd name="T21" fmla="*/ 12 h 110"/>
                    <a:gd name="T22" fmla="*/ 26 w 90"/>
                    <a:gd name="T23" fmla="*/ 16 h 110"/>
                    <a:gd name="T24" fmla="*/ 26 w 90"/>
                    <a:gd name="T25" fmla="*/ 12 h 110"/>
                    <a:gd name="T26" fmla="*/ 22 w 90"/>
                    <a:gd name="T27" fmla="*/ 4 h 110"/>
                    <a:gd name="T28" fmla="*/ 16 w 90"/>
                    <a:gd name="T29" fmla="*/ 0 h 110"/>
                    <a:gd name="T30" fmla="*/ 4 w 90"/>
                    <a:gd name="T31" fmla="*/ 8 h 110"/>
                    <a:gd name="T32" fmla="*/ 8 w 90"/>
                    <a:gd name="T33" fmla="*/ 4 h 110"/>
                    <a:gd name="T34" fmla="*/ 12 w 90"/>
                    <a:gd name="T35" fmla="*/ 4 h 110"/>
                    <a:gd name="T36" fmla="*/ 4 w 90"/>
                    <a:gd name="T37" fmla="*/ 8 h 110"/>
                    <a:gd name="T38" fmla="*/ 34 w 90"/>
                    <a:gd name="T39" fmla="*/ 26 h 110"/>
                    <a:gd name="T40" fmla="*/ 42 w 90"/>
                    <a:gd name="T41" fmla="*/ 30 h 110"/>
                    <a:gd name="T42" fmla="*/ 42 w 90"/>
                    <a:gd name="T43" fmla="*/ 42 h 110"/>
                    <a:gd name="T44" fmla="*/ 42 w 90"/>
                    <a:gd name="T45" fmla="*/ 38 h 110"/>
                    <a:gd name="T46" fmla="*/ 38 w 90"/>
                    <a:gd name="T47" fmla="*/ 30 h 110"/>
                    <a:gd name="T48" fmla="*/ 34 w 90"/>
                    <a:gd name="T49" fmla="*/ 24 h 110"/>
                    <a:gd name="T50" fmla="*/ 12 w 90"/>
                    <a:gd name="T51" fmla="*/ 30 h 110"/>
                    <a:gd name="T52" fmla="*/ 16 w 90"/>
                    <a:gd name="T53" fmla="*/ 38 h 110"/>
                    <a:gd name="T54" fmla="*/ 18 w 90"/>
                    <a:gd name="T55" fmla="*/ 46 h 110"/>
                    <a:gd name="T56" fmla="*/ 12 w 90"/>
                    <a:gd name="T57" fmla="*/ 46 h 110"/>
                    <a:gd name="T58" fmla="*/ 12 w 90"/>
                    <a:gd name="T59" fmla="*/ 42 h 110"/>
                    <a:gd name="T60" fmla="*/ 12 w 90"/>
                    <a:gd name="T61" fmla="*/ 38 h 110"/>
                    <a:gd name="T62" fmla="*/ 12 w 90"/>
                    <a:gd name="T63" fmla="*/ 30 h 110"/>
                    <a:gd name="T64" fmla="*/ 26 w 90"/>
                    <a:gd name="T65" fmla="*/ 34 h 110"/>
                    <a:gd name="T66" fmla="*/ 22 w 90"/>
                    <a:gd name="T67" fmla="*/ 34 h 110"/>
                    <a:gd name="T68" fmla="*/ 18 w 90"/>
                    <a:gd name="T69" fmla="*/ 50 h 110"/>
                    <a:gd name="T70" fmla="*/ 22 w 90"/>
                    <a:gd name="T71" fmla="*/ 56 h 110"/>
                    <a:gd name="T72" fmla="*/ 18 w 90"/>
                    <a:gd name="T73" fmla="*/ 56 h 110"/>
                    <a:gd name="T74" fmla="*/ 18 w 90"/>
                    <a:gd name="T75" fmla="*/ 50 h 110"/>
                    <a:gd name="T76" fmla="*/ 44 w 90"/>
                    <a:gd name="T77" fmla="*/ 60 h 110"/>
                    <a:gd name="T78" fmla="*/ 44 w 90"/>
                    <a:gd name="T79" fmla="*/ 56 h 110"/>
                    <a:gd name="T80" fmla="*/ 52 w 90"/>
                    <a:gd name="T81" fmla="*/ 60 h 110"/>
                    <a:gd name="T82" fmla="*/ 60 w 90"/>
                    <a:gd name="T83" fmla="*/ 68 h 110"/>
                    <a:gd name="T84" fmla="*/ 56 w 90"/>
                    <a:gd name="T85" fmla="*/ 68 h 110"/>
                    <a:gd name="T86" fmla="*/ 52 w 90"/>
                    <a:gd name="T87" fmla="*/ 60 h 110"/>
                    <a:gd name="T88" fmla="*/ 68 w 90"/>
                    <a:gd name="T89" fmla="*/ 76 h 110"/>
                    <a:gd name="T90" fmla="*/ 70 w 90"/>
                    <a:gd name="T91" fmla="*/ 76 h 110"/>
                    <a:gd name="T92" fmla="*/ 68 w 90"/>
                    <a:gd name="T93" fmla="*/ 86 h 110"/>
                    <a:gd name="T94" fmla="*/ 70 w 90"/>
                    <a:gd name="T95" fmla="*/ 80 h 110"/>
                    <a:gd name="T96" fmla="*/ 70 w 90"/>
                    <a:gd name="T97" fmla="*/ 76 h 110"/>
                    <a:gd name="T98" fmla="*/ 70 w 90"/>
                    <a:gd name="T99" fmla="*/ 82 h 110"/>
                    <a:gd name="T100" fmla="*/ 68 w 90"/>
                    <a:gd name="T101" fmla="*/ 86 h 110"/>
                    <a:gd name="T102" fmla="*/ 74 w 90"/>
                    <a:gd name="T103" fmla="*/ 106 h 110"/>
                    <a:gd name="T104" fmla="*/ 82 w 90"/>
                    <a:gd name="T105" fmla="*/ 102 h 110"/>
                    <a:gd name="T106" fmla="*/ 86 w 90"/>
                    <a:gd name="T107" fmla="*/ 102 h 110"/>
                    <a:gd name="T108" fmla="*/ 82 w 90"/>
                    <a:gd name="T109" fmla="*/ 110 h 110"/>
                    <a:gd name="T110" fmla="*/ 74 w 90"/>
                    <a:gd name="T111" fmla="*/ 110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90" h="110">
                      <a:moveTo>
                        <a:pt x="52" y="50"/>
                      </a:moveTo>
                      <a:lnTo>
                        <a:pt x="48" y="50"/>
                      </a:lnTo>
                      <a:lnTo>
                        <a:pt x="52" y="50"/>
                      </a:lnTo>
                      <a:lnTo>
                        <a:pt x="48" y="46"/>
                      </a:lnTo>
                      <a:lnTo>
                        <a:pt x="48" y="42"/>
                      </a:lnTo>
                      <a:lnTo>
                        <a:pt x="48" y="46"/>
                      </a:lnTo>
                      <a:lnTo>
                        <a:pt x="52" y="46"/>
                      </a:lnTo>
                      <a:lnTo>
                        <a:pt x="52" y="50"/>
                      </a:lnTo>
                      <a:lnTo>
                        <a:pt x="52" y="50"/>
                      </a:lnTo>
                      <a:lnTo>
                        <a:pt x="52" y="50"/>
                      </a:lnTo>
                      <a:close/>
                      <a:moveTo>
                        <a:pt x="64" y="54"/>
                      </a:moveTo>
                      <a:lnTo>
                        <a:pt x="64" y="50"/>
                      </a:lnTo>
                      <a:lnTo>
                        <a:pt x="68" y="54"/>
                      </a:lnTo>
                      <a:lnTo>
                        <a:pt x="64" y="54"/>
                      </a:lnTo>
                      <a:lnTo>
                        <a:pt x="64" y="54"/>
                      </a:lnTo>
                      <a:lnTo>
                        <a:pt x="64" y="54"/>
                      </a:lnTo>
                      <a:close/>
                      <a:moveTo>
                        <a:pt x="90" y="82"/>
                      </a:moveTo>
                      <a:lnTo>
                        <a:pt x="86" y="82"/>
                      </a:lnTo>
                      <a:lnTo>
                        <a:pt x="82" y="82"/>
                      </a:lnTo>
                      <a:lnTo>
                        <a:pt x="82" y="80"/>
                      </a:lnTo>
                      <a:lnTo>
                        <a:pt x="86" y="80"/>
                      </a:lnTo>
                      <a:lnTo>
                        <a:pt x="90" y="82"/>
                      </a:lnTo>
                      <a:lnTo>
                        <a:pt x="90" y="82"/>
                      </a:lnTo>
                      <a:lnTo>
                        <a:pt x="90" y="82"/>
                      </a:lnTo>
                      <a:close/>
                      <a:moveTo>
                        <a:pt x="16" y="0"/>
                      </a:moveTo>
                      <a:lnTo>
                        <a:pt x="18" y="0"/>
                      </a:lnTo>
                      <a:lnTo>
                        <a:pt x="22" y="0"/>
                      </a:lnTo>
                      <a:lnTo>
                        <a:pt x="22" y="4"/>
                      </a:lnTo>
                      <a:lnTo>
                        <a:pt x="26" y="4"/>
                      </a:lnTo>
                      <a:lnTo>
                        <a:pt x="26" y="8"/>
                      </a:lnTo>
                      <a:lnTo>
                        <a:pt x="30" y="8"/>
                      </a:lnTo>
                      <a:lnTo>
                        <a:pt x="30" y="12"/>
                      </a:lnTo>
                      <a:lnTo>
                        <a:pt x="26" y="12"/>
                      </a:lnTo>
                      <a:lnTo>
                        <a:pt x="26" y="16"/>
                      </a:lnTo>
                      <a:lnTo>
                        <a:pt x="26" y="20"/>
                      </a:lnTo>
                      <a:lnTo>
                        <a:pt x="26" y="16"/>
                      </a:lnTo>
                      <a:lnTo>
                        <a:pt x="22" y="16"/>
                      </a:lnTo>
                      <a:lnTo>
                        <a:pt x="26" y="16"/>
                      </a:lnTo>
                      <a:lnTo>
                        <a:pt x="26" y="12"/>
                      </a:lnTo>
                      <a:lnTo>
                        <a:pt x="26" y="8"/>
                      </a:lnTo>
                      <a:lnTo>
                        <a:pt x="26" y="4"/>
                      </a:lnTo>
                      <a:lnTo>
                        <a:pt x="22" y="4"/>
                      </a:lnTo>
                      <a:lnTo>
                        <a:pt x="22" y="0"/>
                      </a:lnTo>
                      <a:lnTo>
                        <a:pt x="18" y="0"/>
                      </a:lnTo>
                      <a:lnTo>
                        <a:pt x="16" y="0"/>
                      </a:lnTo>
                      <a:lnTo>
                        <a:pt x="16" y="0"/>
                      </a:lnTo>
                      <a:lnTo>
                        <a:pt x="16" y="0"/>
                      </a:lnTo>
                      <a:close/>
                      <a:moveTo>
                        <a:pt x="4" y="8"/>
                      </a:moveTo>
                      <a:lnTo>
                        <a:pt x="0" y="4"/>
                      </a:lnTo>
                      <a:lnTo>
                        <a:pt x="4" y="4"/>
                      </a:lnTo>
                      <a:lnTo>
                        <a:pt x="8" y="4"/>
                      </a:lnTo>
                      <a:lnTo>
                        <a:pt x="12" y="4"/>
                      </a:lnTo>
                      <a:lnTo>
                        <a:pt x="16" y="4"/>
                      </a:lnTo>
                      <a:lnTo>
                        <a:pt x="12" y="4"/>
                      </a:lnTo>
                      <a:lnTo>
                        <a:pt x="8" y="8"/>
                      </a:lnTo>
                      <a:lnTo>
                        <a:pt x="4" y="8"/>
                      </a:lnTo>
                      <a:lnTo>
                        <a:pt x="4" y="8"/>
                      </a:lnTo>
                      <a:lnTo>
                        <a:pt x="4" y="8"/>
                      </a:lnTo>
                      <a:close/>
                      <a:moveTo>
                        <a:pt x="34" y="24"/>
                      </a:moveTo>
                      <a:lnTo>
                        <a:pt x="34" y="26"/>
                      </a:lnTo>
                      <a:lnTo>
                        <a:pt x="38" y="26"/>
                      </a:lnTo>
                      <a:lnTo>
                        <a:pt x="38" y="30"/>
                      </a:lnTo>
                      <a:lnTo>
                        <a:pt x="42" y="30"/>
                      </a:lnTo>
                      <a:lnTo>
                        <a:pt x="42" y="34"/>
                      </a:lnTo>
                      <a:lnTo>
                        <a:pt x="42" y="38"/>
                      </a:lnTo>
                      <a:lnTo>
                        <a:pt x="42" y="42"/>
                      </a:lnTo>
                      <a:lnTo>
                        <a:pt x="42" y="38"/>
                      </a:lnTo>
                      <a:lnTo>
                        <a:pt x="38" y="38"/>
                      </a:lnTo>
                      <a:lnTo>
                        <a:pt x="42" y="38"/>
                      </a:lnTo>
                      <a:lnTo>
                        <a:pt x="42" y="34"/>
                      </a:lnTo>
                      <a:lnTo>
                        <a:pt x="42" y="30"/>
                      </a:lnTo>
                      <a:lnTo>
                        <a:pt x="38" y="30"/>
                      </a:lnTo>
                      <a:lnTo>
                        <a:pt x="38" y="26"/>
                      </a:lnTo>
                      <a:lnTo>
                        <a:pt x="34" y="26"/>
                      </a:lnTo>
                      <a:lnTo>
                        <a:pt x="34" y="24"/>
                      </a:lnTo>
                      <a:lnTo>
                        <a:pt x="34" y="24"/>
                      </a:lnTo>
                      <a:lnTo>
                        <a:pt x="34" y="24"/>
                      </a:lnTo>
                      <a:close/>
                      <a:moveTo>
                        <a:pt x="12" y="30"/>
                      </a:moveTo>
                      <a:lnTo>
                        <a:pt x="16" y="30"/>
                      </a:lnTo>
                      <a:lnTo>
                        <a:pt x="16" y="34"/>
                      </a:lnTo>
                      <a:lnTo>
                        <a:pt x="16" y="38"/>
                      </a:lnTo>
                      <a:lnTo>
                        <a:pt x="18" y="38"/>
                      </a:lnTo>
                      <a:lnTo>
                        <a:pt x="18" y="42"/>
                      </a:lnTo>
                      <a:lnTo>
                        <a:pt x="18" y="46"/>
                      </a:lnTo>
                      <a:lnTo>
                        <a:pt x="16" y="50"/>
                      </a:lnTo>
                      <a:lnTo>
                        <a:pt x="16" y="46"/>
                      </a:lnTo>
                      <a:lnTo>
                        <a:pt x="12" y="46"/>
                      </a:lnTo>
                      <a:lnTo>
                        <a:pt x="12" y="42"/>
                      </a:lnTo>
                      <a:lnTo>
                        <a:pt x="8" y="42"/>
                      </a:lnTo>
                      <a:lnTo>
                        <a:pt x="12" y="42"/>
                      </a:lnTo>
                      <a:lnTo>
                        <a:pt x="12" y="38"/>
                      </a:lnTo>
                      <a:lnTo>
                        <a:pt x="12" y="42"/>
                      </a:lnTo>
                      <a:lnTo>
                        <a:pt x="12" y="38"/>
                      </a:lnTo>
                      <a:lnTo>
                        <a:pt x="12" y="34"/>
                      </a:lnTo>
                      <a:lnTo>
                        <a:pt x="12" y="30"/>
                      </a:lnTo>
                      <a:lnTo>
                        <a:pt x="12" y="30"/>
                      </a:lnTo>
                      <a:lnTo>
                        <a:pt x="12" y="30"/>
                      </a:lnTo>
                      <a:close/>
                      <a:moveTo>
                        <a:pt x="22" y="34"/>
                      </a:moveTo>
                      <a:lnTo>
                        <a:pt x="26" y="34"/>
                      </a:lnTo>
                      <a:lnTo>
                        <a:pt x="22" y="34"/>
                      </a:lnTo>
                      <a:lnTo>
                        <a:pt x="22" y="34"/>
                      </a:lnTo>
                      <a:lnTo>
                        <a:pt x="22" y="34"/>
                      </a:lnTo>
                      <a:close/>
                      <a:moveTo>
                        <a:pt x="18" y="50"/>
                      </a:moveTo>
                      <a:lnTo>
                        <a:pt x="18" y="54"/>
                      </a:lnTo>
                      <a:lnTo>
                        <a:pt x="18" y="50"/>
                      </a:lnTo>
                      <a:lnTo>
                        <a:pt x="22" y="50"/>
                      </a:lnTo>
                      <a:lnTo>
                        <a:pt x="22" y="54"/>
                      </a:lnTo>
                      <a:lnTo>
                        <a:pt x="22" y="56"/>
                      </a:lnTo>
                      <a:lnTo>
                        <a:pt x="18" y="56"/>
                      </a:lnTo>
                      <a:lnTo>
                        <a:pt x="22" y="56"/>
                      </a:lnTo>
                      <a:lnTo>
                        <a:pt x="18" y="56"/>
                      </a:lnTo>
                      <a:lnTo>
                        <a:pt x="16" y="54"/>
                      </a:lnTo>
                      <a:lnTo>
                        <a:pt x="18" y="50"/>
                      </a:lnTo>
                      <a:lnTo>
                        <a:pt x="18" y="50"/>
                      </a:lnTo>
                      <a:lnTo>
                        <a:pt x="18" y="50"/>
                      </a:lnTo>
                      <a:close/>
                      <a:moveTo>
                        <a:pt x="44" y="56"/>
                      </a:moveTo>
                      <a:lnTo>
                        <a:pt x="44" y="60"/>
                      </a:lnTo>
                      <a:lnTo>
                        <a:pt x="42" y="60"/>
                      </a:lnTo>
                      <a:lnTo>
                        <a:pt x="42" y="56"/>
                      </a:lnTo>
                      <a:lnTo>
                        <a:pt x="44" y="56"/>
                      </a:lnTo>
                      <a:lnTo>
                        <a:pt x="44" y="56"/>
                      </a:lnTo>
                      <a:lnTo>
                        <a:pt x="44" y="56"/>
                      </a:lnTo>
                      <a:close/>
                      <a:moveTo>
                        <a:pt x="52" y="60"/>
                      </a:moveTo>
                      <a:lnTo>
                        <a:pt x="56" y="64"/>
                      </a:lnTo>
                      <a:lnTo>
                        <a:pt x="56" y="68"/>
                      </a:lnTo>
                      <a:lnTo>
                        <a:pt x="60" y="68"/>
                      </a:lnTo>
                      <a:lnTo>
                        <a:pt x="60" y="72"/>
                      </a:lnTo>
                      <a:lnTo>
                        <a:pt x="60" y="68"/>
                      </a:lnTo>
                      <a:lnTo>
                        <a:pt x="56" y="68"/>
                      </a:lnTo>
                      <a:lnTo>
                        <a:pt x="56" y="64"/>
                      </a:lnTo>
                      <a:lnTo>
                        <a:pt x="52" y="60"/>
                      </a:lnTo>
                      <a:lnTo>
                        <a:pt x="52" y="60"/>
                      </a:lnTo>
                      <a:lnTo>
                        <a:pt x="52" y="60"/>
                      </a:lnTo>
                      <a:close/>
                      <a:moveTo>
                        <a:pt x="70" y="76"/>
                      </a:moveTo>
                      <a:lnTo>
                        <a:pt x="68" y="76"/>
                      </a:lnTo>
                      <a:lnTo>
                        <a:pt x="68" y="72"/>
                      </a:lnTo>
                      <a:lnTo>
                        <a:pt x="68" y="76"/>
                      </a:lnTo>
                      <a:lnTo>
                        <a:pt x="70" y="76"/>
                      </a:lnTo>
                      <a:lnTo>
                        <a:pt x="70" y="76"/>
                      </a:lnTo>
                      <a:lnTo>
                        <a:pt x="70" y="76"/>
                      </a:lnTo>
                      <a:close/>
                      <a:moveTo>
                        <a:pt x="68" y="86"/>
                      </a:moveTo>
                      <a:lnTo>
                        <a:pt x="68" y="82"/>
                      </a:lnTo>
                      <a:lnTo>
                        <a:pt x="70" y="82"/>
                      </a:lnTo>
                      <a:lnTo>
                        <a:pt x="70" y="80"/>
                      </a:lnTo>
                      <a:lnTo>
                        <a:pt x="74" y="80"/>
                      </a:lnTo>
                      <a:lnTo>
                        <a:pt x="70" y="80"/>
                      </a:lnTo>
                      <a:lnTo>
                        <a:pt x="70" y="76"/>
                      </a:lnTo>
                      <a:lnTo>
                        <a:pt x="74" y="76"/>
                      </a:lnTo>
                      <a:lnTo>
                        <a:pt x="74" y="80"/>
                      </a:lnTo>
                      <a:lnTo>
                        <a:pt x="70" y="82"/>
                      </a:lnTo>
                      <a:lnTo>
                        <a:pt x="68" y="82"/>
                      </a:lnTo>
                      <a:lnTo>
                        <a:pt x="68" y="86"/>
                      </a:lnTo>
                      <a:lnTo>
                        <a:pt x="68" y="86"/>
                      </a:lnTo>
                      <a:lnTo>
                        <a:pt x="68" y="86"/>
                      </a:lnTo>
                      <a:close/>
                      <a:moveTo>
                        <a:pt x="74" y="110"/>
                      </a:moveTo>
                      <a:lnTo>
                        <a:pt x="74" y="106"/>
                      </a:lnTo>
                      <a:lnTo>
                        <a:pt x="78" y="106"/>
                      </a:lnTo>
                      <a:lnTo>
                        <a:pt x="78" y="102"/>
                      </a:lnTo>
                      <a:lnTo>
                        <a:pt x="82" y="102"/>
                      </a:lnTo>
                      <a:lnTo>
                        <a:pt x="82" y="106"/>
                      </a:lnTo>
                      <a:lnTo>
                        <a:pt x="82" y="102"/>
                      </a:lnTo>
                      <a:lnTo>
                        <a:pt x="86" y="102"/>
                      </a:lnTo>
                      <a:lnTo>
                        <a:pt x="86" y="106"/>
                      </a:lnTo>
                      <a:lnTo>
                        <a:pt x="82" y="106"/>
                      </a:lnTo>
                      <a:lnTo>
                        <a:pt x="82" y="110"/>
                      </a:lnTo>
                      <a:lnTo>
                        <a:pt x="78" y="110"/>
                      </a:lnTo>
                      <a:lnTo>
                        <a:pt x="78" y="106"/>
                      </a:lnTo>
                      <a:lnTo>
                        <a:pt x="74" y="110"/>
                      </a:lnTo>
                      <a:lnTo>
                        <a:pt x="74" y="110"/>
                      </a:lnTo>
                      <a:lnTo>
                        <a:pt x="74" y="110"/>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234" name="Freeform 85">
                  <a:extLst>
                    <a:ext uri="{FF2B5EF4-FFF2-40B4-BE49-F238E27FC236}">
                      <a16:creationId xmlns:a16="http://schemas.microsoft.com/office/drawing/2014/main" id="{A41ECCB0-45D5-CF3A-35A6-46075915FE8F}"/>
                    </a:ext>
                  </a:extLst>
                </p:cNvPr>
                <p:cNvSpPr>
                  <a:spLocks noEditPoints="1"/>
                </p:cNvSpPr>
                <p:nvPr/>
              </p:nvSpPr>
              <p:spPr bwMode="gray">
                <a:xfrm>
                  <a:off x="3276350" y="4178809"/>
                  <a:ext cx="31307" cy="38264"/>
                </a:xfrm>
                <a:custGeom>
                  <a:avLst/>
                  <a:gdLst>
                    <a:gd name="T0" fmla="*/ 14 w 18"/>
                    <a:gd name="T1" fmla="*/ 4 h 22"/>
                    <a:gd name="T2" fmla="*/ 14 w 18"/>
                    <a:gd name="T3" fmla="*/ 4 h 22"/>
                    <a:gd name="T4" fmla="*/ 18 w 18"/>
                    <a:gd name="T5" fmla="*/ 4 h 22"/>
                    <a:gd name="T6" fmla="*/ 18 w 18"/>
                    <a:gd name="T7" fmla="*/ 0 h 22"/>
                    <a:gd name="T8" fmla="*/ 18 w 18"/>
                    <a:gd name="T9" fmla="*/ 4 h 22"/>
                    <a:gd name="T10" fmla="*/ 18 w 18"/>
                    <a:gd name="T11" fmla="*/ 4 h 22"/>
                    <a:gd name="T12" fmla="*/ 18 w 18"/>
                    <a:gd name="T13" fmla="*/ 4 h 22"/>
                    <a:gd name="T14" fmla="*/ 14 w 18"/>
                    <a:gd name="T15" fmla="*/ 4 h 22"/>
                    <a:gd name="T16" fmla="*/ 14 w 18"/>
                    <a:gd name="T17" fmla="*/ 4 h 22"/>
                    <a:gd name="T18" fmla="*/ 12 w 18"/>
                    <a:gd name="T19" fmla="*/ 12 h 22"/>
                    <a:gd name="T20" fmla="*/ 14 w 18"/>
                    <a:gd name="T21" fmla="*/ 12 h 22"/>
                    <a:gd name="T22" fmla="*/ 14 w 18"/>
                    <a:gd name="T23" fmla="*/ 12 h 22"/>
                    <a:gd name="T24" fmla="*/ 14 w 18"/>
                    <a:gd name="T25" fmla="*/ 12 h 22"/>
                    <a:gd name="T26" fmla="*/ 12 w 18"/>
                    <a:gd name="T27" fmla="*/ 12 h 22"/>
                    <a:gd name="T28" fmla="*/ 12 w 18"/>
                    <a:gd name="T29" fmla="*/ 16 h 22"/>
                    <a:gd name="T30" fmla="*/ 14 w 18"/>
                    <a:gd name="T31" fmla="*/ 18 h 22"/>
                    <a:gd name="T32" fmla="*/ 12 w 18"/>
                    <a:gd name="T33" fmla="*/ 22 h 22"/>
                    <a:gd name="T34" fmla="*/ 12 w 18"/>
                    <a:gd name="T35" fmla="*/ 22 h 22"/>
                    <a:gd name="T36" fmla="*/ 8 w 18"/>
                    <a:gd name="T37" fmla="*/ 22 h 22"/>
                    <a:gd name="T38" fmla="*/ 4 w 18"/>
                    <a:gd name="T39" fmla="*/ 22 h 22"/>
                    <a:gd name="T40" fmla="*/ 0 w 18"/>
                    <a:gd name="T41" fmla="*/ 22 h 22"/>
                    <a:gd name="T42" fmla="*/ 0 w 18"/>
                    <a:gd name="T43" fmla="*/ 22 h 22"/>
                    <a:gd name="T44" fmla="*/ 0 w 18"/>
                    <a:gd name="T45" fmla="*/ 22 h 22"/>
                    <a:gd name="T46" fmla="*/ 0 w 18"/>
                    <a:gd name="T47" fmla="*/ 22 h 22"/>
                    <a:gd name="T48" fmla="*/ 8 w 18"/>
                    <a:gd name="T49" fmla="*/ 18 h 22"/>
                    <a:gd name="T50" fmla="*/ 8 w 18"/>
                    <a:gd name="T51" fmla="*/ 18 h 22"/>
                    <a:gd name="T52" fmla="*/ 8 w 18"/>
                    <a:gd name="T53" fmla="*/ 16 h 22"/>
                    <a:gd name="T54" fmla="*/ 4 w 18"/>
                    <a:gd name="T55" fmla="*/ 12 h 22"/>
                    <a:gd name="T56" fmla="*/ 4 w 18"/>
                    <a:gd name="T57" fmla="*/ 12 h 22"/>
                    <a:gd name="T58" fmla="*/ 4 w 18"/>
                    <a:gd name="T59" fmla="*/ 12 h 22"/>
                    <a:gd name="T60" fmla="*/ 8 w 18"/>
                    <a:gd name="T61" fmla="*/ 12 h 22"/>
                    <a:gd name="T62" fmla="*/ 8 w 18"/>
                    <a:gd name="T63" fmla="*/ 12 h 22"/>
                    <a:gd name="T64" fmla="*/ 12 w 18"/>
                    <a:gd name="T65" fmla="*/ 12 h 22"/>
                    <a:gd name="T66" fmla="*/ 12 w 18"/>
                    <a:gd name="T67" fmla="*/ 12 h 22"/>
                    <a:gd name="T68" fmla="*/ 12 w 18"/>
                    <a:gd name="T69" fmla="*/ 1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8" h="22">
                      <a:moveTo>
                        <a:pt x="14" y="4"/>
                      </a:moveTo>
                      <a:lnTo>
                        <a:pt x="14" y="4"/>
                      </a:lnTo>
                      <a:lnTo>
                        <a:pt x="14" y="4"/>
                      </a:lnTo>
                      <a:lnTo>
                        <a:pt x="14" y="4"/>
                      </a:lnTo>
                      <a:lnTo>
                        <a:pt x="18" y="4"/>
                      </a:lnTo>
                      <a:lnTo>
                        <a:pt x="18" y="4"/>
                      </a:lnTo>
                      <a:lnTo>
                        <a:pt x="18" y="0"/>
                      </a:lnTo>
                      <a:lnTo>
                        <a:pt x="18" y="0"/>
                      </a:lnTo>
                      <a:lnTo>
                        <a:pt x="18" y="4"/>
                      </a:lnTo>
                      <a:lnTo>
                        <a:pt x="18" y="4"/>
                      </a:lnTo>
                      <a:lnTo>
                        <a:pt x="18" y="4"/>
                      </a:lnTo>
                      <a:lnTo>
                        <a:pt x="18" y="4"/>
                      </a:lnTo>
                      <a:lnTo>
                        <a:pt x="18" y="4"/>
                      </a:lnTo>
                      <a:lnTo>
                        <a:pt x="18" y="4"/>
                      </a:lnTo>
                      <a:lnTo>
                        <a:pt x="14" y="4"/>
                      </a:lnTo>
                      <a:lnTo>
                        <a:pt x="14" y="4"/>
                      </a:lnTo>
                      <a:lnTo>
                        <a:pt x="14" y="4"/>
                      </a:lnTo>
                      <a:lnTo>
                        <a:pt x="14" y="4"/>
                      </a:lnTo>
                      <a:close/>
                      <a:moveTo>
                        <a:pt x="12" y="12"/>
                      </a:moveTo>
                      <a:lnTo>
                        <a:pt x="12" y="12"/>
                      </a:lnTo>
                      <a:lnTo>
                        <a:pt x="12" y="12"/>
                      </a:lnTo>
                      <a:lnTo>
                        <a:pt x="14" y="12"/>
                      </a:lnTo>
                      <a:lnTo>
                        <a:pt x="14" y="12"/>
                      </a:lnTo>
                      <a:lnTo>
                        <a:pt x="14" y="12"/>
                      </a:lnTo>
                      <a:lnTo>
                        <a:pt x="14" y="12"/>
                      </a:lnTo>
                      <a:lnTo>
                        <a:pt x="14" y="12"/>
                      </a:lnTo>
                      <a:lnTo>
                        <a:pt x="14" y="12"/>
                      </a:lnTo>
                      <a:lnTo>
                        <a:pt x="12" y="12"/>
                      </a:lnTo>
                      <a:lnTo>
                        <a:pt x="12" y="12"/>
                      </a:lnTo>
                      <a:lnTo>
                        <a:pt x="12" y="16"/>
                      </a:lnTo>
                      <a:lnTo>
                        <a:pt x="12" y="18"/>
                      </a:lnTo>
                      <a:lnTo>
                        <a:pt x="14" y="18"/>
                      </a:lnTo>
                      <a:lnTo>
                        <a:pt x="12" y="22"/>
                      </a:lnTo>
                      <a:lnTo>
                        <a:pt x="12" y="22"/>
                      </a:lnTo>
                      <a:lnTo>
                        <a:pt x="12" y="22"/>
                      </a:lnTo>
                      <a:lnTo>
                        <a:pt x="12" y="22"/>
                      </a:lnTo>
                      <a:lnTo>
                        <a:pt x="12" y="22"/>
                      </a:lnTo>
                      <a:lnTo>
                        <a:pt x="8" y="22"/>
                      </a:lnTo>
                      <a:lnTo>
                        <a:pt x="8" y="22"/>
                      </a:lnTo>
                      <a:lnTo>
                        <a:pt x="4" y="22"/>
                      </a:lnTo>
                      <a:lnTo>
                        <a:pt x="4" y="22"/>
                      </a:lnTo>
                      <a:lnTo>
                        <a:pt x="0" y="22"/>
                      </a:lnTo>
                      <a:lnTo>
                        <a:pt x="0" y="22"/>
                      </a:lnTo>
                      <a:lnTo>
                        <a:pt x="0" y="22"/>
                      </a:lnTo>
                      <a:lnTo>
                        <a:pt x="0" y="22"/>
                      </a:lnTo>
                      <a:lnTo>
                        <a:pt x="0" y="22"/>
                      </a:lnTo>
                      <a:lnTo>
                        <a:pt x="0" y="22"/>
                      </a:lnTo>
                      <a:lnTo>
                        <a:pt x="0" y="22"/>
                      </a:lnTo>
                      <a:lnTo>
                        <a:pt x="4" y="22"/>
                      </a:lnTo>
                      <a:lnTo>
                        <a:pt x="8" y="18"/>
                      </a:lnTo>
                      <a:lnTo>
                        <a:pt x="8" y="18"/>
                      </a:lnTo>
                      <a:lnTo>
                        <a:pt x="8" y="18"/>
                      </a:lnTo>
                      <a:lnTo>
                        <a:pt x="8" y="16"/>
                      </a:lnTo>
                      <a:lnTo>
                        <a:pt x="8" y="16"/>
                      </a:lnTo>
                      <a:lnTo>
                        <a:pt x="8" y="16"/>
                      </a:lnTo>
                      <a:lnTo>
                        <a:pt x="4" y="12"/>
                      </a:lnTo>
                      <a:lnTo>
                        <a:pt x="4" y="12"/>
                      </a:lnTo>
                      <a:lnTo>
                        <a:pt x="4" y="12"/>
                      </a:lnTo>
                      <a:lnTo>
                        <a:pt x="4" y="12"/>
                      </a:lnTo>
                      <a:lnTo>
                        <a:pt x="4" y="12"/>
                      </a:lnTo>
                      <a:lnTo>
                        <a:pt x="4" y="12"/>
                      </a:lnTo>
                      <a:lnTo>
                        <a:pt x="8" y="12"/>
                      </a:lnTo>
                      <a:lnTo>
                        <a:pt x="8" y="12"/>
                      </a:lnTo>
                      <a:lnTo>
                        <a:pt x="8" y="12"/>
                      </a:lnTo>
                      <a:lnTo>
                        <a:pt x="12" y="12"/>
                      </a:lnTo>
                      <a:lnTo>
                        <a:pt x="12" y="12"/>
                      </a:lnTo>
                      <a:lnTo>
                        <a:pt x="12" y="12"/>
                      </a:lnTo>
                      <a:lnTo>
                        <a:pt x="12" y="12"/>
                      </a:lnTo>
                      <a:lnTo>
                        <a:pt x="12" y="12"/>
                      </a:lnTo>
                      <a:lnTo>
                        <a:pt x="12" y="12"/>
                      </a:lnTo>
                      <a:lnTo>
                        <a:pt x="12" y="12"/>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235" name="Freeform 86">
                  <a:extLst>
                    <a:ext uri="{FF2B5EF4-FFF2-40B4-BE49-F238E27FC236}">
                      <a16:creationId xmlns:a16="http://schemas.microsoft.com/office/drawing/2014/main" id="{3D0C2C38-29F1-584F-8FB6-458CC90F7227}"/>
                    </a:ext>
                  </a:extLst>
                </p:cNvPr>
                <p:cNvSpPr>
                  <a:spLocks noEditPoints="1"/>
                </p:cNvSpPr>
                <p:nvPr/>
              </p:nvSpPr>
              <p:spPr bwMode="gray">
                <a:xfrm>
                  <a:off x="3032854" y="3862263"/>
                  <a:ext cx="17393" cy="13914"/>
                </a:xfrm>
                <a:custGeom>
                  <a:avLst/>
                  <a:gdLst>
                    <a:gd name="T0" fmla="*/ 10 w 10"/>
                    <a:gd name="T1" fmla="*/ 8 h 8"/>
                    <a:gd name="T2" fmla="*/ 10 w 10"/>
                    <a:gd name="T3" fmla="*/ 8 h 8"/>
                    <a:gd name="T4" fmla="*/ 10 w 10"/>
                    <a:gd name="T5" fmla="*/ 8 h 8"/>
                    <a:gd name="T6" fmla="*/ 10 w 10"/>
                    <a:gd name="T7" fmla="*/ 8 h 8"/>
                    <a:gd name="T8" fmla="*/ 10 w 10"/>
                    <a:gd name="T9" fmla="*/ 8 h 8"/>
                    <a:gd name="T10" fmla="*/ 10 w 10"/>
                    <a:gd name="T11" fmla="*/ 8 h 8"/>
                    <a:gd name="T12" fmla="*/ 10 w 10"/>
                    <a:gd name="T13" fmla="*/ 8 h 8"/>
                    <a:gd name="T14" fmla="*/ 0 w 10"/>
                    <a:gd name="T15" fmla="*/ 0 h 8"/>
                    <a:gd name="T16" fmla="*/ 0 w 10"/>
                    <a:gd name="T17" fmla="*/ 0 h 8"/>
                    <a:gd name="T18" fmla="*/ 0 w 10"/>
                    <a:gd name="T19" fmla="*/ 0 h 8"/>
                    <a:gd name="T20" fmla="*/ 0 w 10"/>
                    <a:gd name="T21" fmla="*/ 0 h 8"/>
                    <a:gd name="T22" fmla="*/ 0 w 10"/>
                    <a:gd name="T23" fmla="*/ 0 h 8"/>
                    <a:gd name="T24" fmla="*/ 0 w 10"/>
                    <a:gd name="T25" fmla="*/ 0 h 8"/>
                    <a:gd name="T26" fmla="*/ 0 w 10"/>
                    <a:gd name="T27" fmla="*/ 0 h 8"/>
                    <a:gd name="T28" fmla="*/ 0 w 10"/>
                    <a:gd name="T29" fmla="*/ 0 h 8"/>
                    <a:gd name="T30" fmla="*/ 0 w 10"/>
                    <a:gd name="T31" fmla="*/ 0 h 8"/>
                    <a:gd name="T32" fmla="*/ 0 w 10"/>
                    <a:gd name="T33" fmla="*/ 0 h 8"/>
                    <a:gd name="T34" fmla="*/ 0 w 10"/>
                    <a:gd name="T35" fmla="*/ 0 h 8"/>
                    <a:gd name="T36" fmla="*/ 0 w 10"/>
                    <a:gd name="T37" fmla="*/ 0 h 8"/>
                    <a:gd name="T38" fmla="*/ 0 w 10"/>
                    <a:gd name="T39" fmla="*/ 0 h 8"/>
                    <a:gd name="T40" fmla="*/ 0 w 10"/>
                    <a:gd name="T41" fmla="*/ 0 h 8"/>
                    <a:gd name="T42" fmla="*/ 0 w 10"/>
                    <a:gd name="T43" fmla="*/ 0 h 8"/>
                    <a:gd name="T44" fmla="*/ 2 w 10"/>
                    <a:gd name="T45" fmla="*/ 4 h 8"/>
                    <a:gd name="T46" fmla="*/ 2 w 10"/>
                    <a:gd name="T47" fmla="*/ 4 h 8"/>
                    <a:gd name="T48" fmla="*/ 2 w 10"/>
                    <a:gd name="T49" fmla="*/ 4 h 8"/>
                    <a:gd name="T50" fmla="*/ 2 w 10"/>
                    <a:gd name="T51" fmla="*/ 0 h 8"/>
                    <a:gd name="T52" fmla="*/ 2 w 10"/>
                    <a:gd name="T53" fmla="*/ 0 h 8"/>
                    <a:gd name="T54" fmla="*/ 2 w 10"/>
                    <a:gd name="T55" fmla="*/ 0 h 8"/>
                    <a:gd name="T56" fmla="*/ 2 w 10"/>
                    <a:gd name="T57" fmla="*/ 0 h 8"/>
                    <a:gd name="T58" fmla="*/ 0 w 10"/>
                    <a:gd name="T59" fmla="*/ 4 h 8"/>
                    <a:gd name="T60" fmla="*/ 0 w 10"/>
                    <a:gd name="T61" fmla="*/ 4 h 8"/>
                    <a:gd name="T62" fmla="*/ 0 w 10"/>
                    <a:gd name="T63" fmla="*/ 0 h 8"/>
                    <a:gd name="T64" fmla="*/ 0 w 10"/>
                    <a:gd name="T65" fmla="*/ 0 h 8"/>
                    <a:gd name="T66" fmla="*/ 0 w 10"/>
                    <a:gd name="T67" fmla="*/ 0 h 8"/>
                    <a:gd name="T68" fmla="*/ 2 w 10"/>
                    <a:gd name="T69" fmla="*/ 0 h 8"/>
                    <a:gd name="T70" fmla="*/ 2 w 10"/>
                    <a:gd name="T71" fmla="*/ 0 h 8"/>
                    <a:gd name="T72" fmla="*/ 2 w 10"/>
                    <a:gd name="T73" fmla="*/ 0 h 8"/>
                    <a:gd name="T74" fmla="*/ 2 w 10"/>
                    <a:gd name="T75" fmla="*/ 0 h 8"/>
                    <a:gd name="T76" fmla="*/ 2 w 10"/>
                    <a:gd name="T77" fmla="*/ 4 h 8"/>
                    <a:gd name="T78" fmla="*/ 2 w 10"/>
                    <a:gd name="T79" fmla="*/ 4 h 8"/>
                    <a:gd name="T80" fmla="*/ 2 w 10"/>
                    <a:gd name="T81" fmla="*/ 4 h 8"/>
                    <a:gd name="T82" fmla="*/ 2 w 10"/>
                    <a:gd name="T83" fmla="*/ 4 h 8"/>
                    <a:gd name="T84" fmla="*/ 2 w 10"/>
                    <a:gd name="T85" fmla="*/ 4 h 8"/>
                    <a:gd name="T86" fmla="*/ 2 w 10"/>
                    <a:gd name="T87" fmla="*/ 4 h 8"/>
                    <a:gd name="T88" fmla="*/ 2 w 10"/>
                    <a:gd name="T89"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0" h="8">
                      <a:moveTo>
                        <a:pt x="10" y="8"/>
                      </a:moveTo>
                      <a:lnTo>
                        <a:pt x="10" y="8"/>
                      </a:lnTo>
                      <a:lnTo>
                        <a:pt x="10" y="8"/>
                      </a:lnTo>
                      <a:lnTo>
                        <a:pt x="10" y="8"/>
                      </a:lnTo>
                      <a:lnTo>
                        <a:pt x="10" y="8"/>
                      </a:lnTo>
                      <a:lnTo>
                        <a:pt x="10" y="8"/>
                      </a:lnTo>
                      <a:lnTo>
                        <a:pt x="10" y="8"/>
                      </a:lnTo>
                      <a:close/>
                      <a:moveTo>
                        <a:pt x="0" y="0"/>
                      </a:move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close/>
                      <a:moveTo>
                        <a:pt x="2" y="4"/>
                      </a:moveTo>
                      <a:lnTo>
                        <a:pt x="2" y="4"/>
                      </a:lnTo>
                      <a:lnTo>
                        <a:pt x="2" y="4"/>
                      </a:lnTo>
                      <a:lnTo>
                        <a:pt x="2" y="0"/>
                      </a:lnTo>
                      <a:lnTo>
                        <a:pt x="2" y="0"/>
                      </a:lnTo>
                      <a:lnTo>
                        <a:pt x="2" y="0"/>
                      </a:lnTo>
                      <a:lnTo>
                        <a:pt x="2" y="0"/>
                      </a:lnTo>
                      <a:lnTo>
                        <a:pt x="0" y="4"/>
                      </a:lnTo>
                      <a:lnTo>
                        <a:pt x="0" y="4"/>
                      </a:lnTo>
                      <a:lnTo>
                        <a:pt x="0" y="0"/>
                      </a:lnTo>
                      <a:lnTo>
                        <a:pt x="0" y="0"/>
                      </a:lnTo>
                      <a:lnTo>
                        <a:pt x="0" y="0"/>
                      </a:lnTo>
                      <a:lnTo>
                        <a:pt x="2" y="0"/>
                      </a:lnTo>
                      <a:lnTo>
                        <a:pt x="2" y="0"/>
                      </a:lnTo>
                      <a:lnTo>
                        <a:pt x="2" y="0"/>
                      </a:lnTo>
                      <a:lnTo>
                        <a:pt x="2" y="0"/>
                      </a:lnTo>
                      <a:lnTo>
                        <a:pt x="2" y="4"/>
                      </a:lnTo>
                      <a:lnTo>
                        <a:pt x="2" y="4"/>
                      </a:lnTo>
                      <a:lnTo>
                        <a:pt x="2" y="4"/>
                      </a:lnTo>
                      <a:lnTo>
                        <a:pt x="2" y="4"/>
                      </a:lnTo>
                      <a:lnTo>
                        <a:pt x="2" y="4"/>
                      </a:lnTo>
                      <a:lnTo>
                        <a:pt x="2" y="4"/>
                      </a:lnTo>
                      <a:lnTo>
                        <a:pt x="2" y="4"/>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236" name="Freeform 178">
                  <a:extLst>
                    <a:ext uri="{FF2B5EF4-FFF2-40B4-BE49-F238E27FC236}">
                      <a16:creationId xmlns:a16="http://schemas.microsoft.com/office/drawing/2014/main" id="{A3BEF41D-F74D-0BCC-F3FD-18253EC4A5E2}"/>
                    </a:ext>
                  </a:extLst>
                </p:cNvPr>
                <p:cNvSpPr>
                  <a:spLocks noEditPoints="1"/>
                </p:cNvSpPr>
                <p:nvPr/>
              </p:nvSpPr>
              <p:spPr bwMode="gray">
                <a:xfrm>
                  <a:off x="2991110" y="5173667"/>
                  <a:ext cx="486994" cy="1120084"/>
                </a:xfrm>
                <a:custGeom>
                  <a:avLst/>
                  <a:gdLst>
                    <a:gd name="T0" fmla="*/ 28 w 280"/>
                    <a:gd name="T1" fmla="*/ 328 h 644"/>
                    <a:gd name="T2" fmla="*/ 38 w 280"/>
                    <a:gd name="T3" fmla="*/ 304 h 644"/>
                    <a:gd name="T4" fmla="*/ 38 w 280"/>
                    <a:gd name="T5" fmla="*/ 272 h 644"/>
                    <a:gd name="T6" fmla="*/ 46 w 280"/>
                    <a:gd name="T7" fmla="*/ 242 h 644"/>
                    <a:gd name="T8" fmla="*/ 54 w 280"/>
                    <a:gd name="T9" fmla="*/ 208 h 644"/>
                    <a:gd name="T10" fmla="*/ 42 w 280"/>
                    <a:gd name="T11" fmla="*/ 174 h 644"/>
                    <a:gd name="T12" fmla="*/ 54 w 280"/>
                    <a:gd name="T13" fmla="*/ 144 h 644"/>
                    <a:gd name="T14" fmla="*/ 60 w 280"/>
                    <a:gd name="T15" fmla="*/ 114 h 644"/>
                    <a:gd name="T16" fmla="*/ 72 w 280"/>
                    <a:gd name="T17" fmla="*/ 84 h 644"/>
                    <a:gd name="T18" fmla="*/ 76 w 280"/>
                    <a:gd name="T19" fmla="*/ 48 h 644"/>
                    <a:gd name="T20" fmla="*/ 90 w 280"/>
                    <a:gd name="T21" fmla="*/ 22 h 644"/>
                    <a:gd name="T22" fmla="*/ 106 w 280"/>
                    <a:gd name="T23" fmla="*/ 4 h 644"/>
                    <a:gd name="T24" fmla="*/ 130 w 280"/>
                    <a:gd name="T25" fmla="*/ 22 h 644"/>
                    <a:gd name="T26" fmla="*/ 156 w 280"/>
                    <a:gd name="T27" fmla="*/ 10 h 644"/>
                    <a:gd name="T28" fmla="*/ 176 w 280"/>
                    <a:gd name="T29" fmla="*/ 36 h 644"/>
                    <a:gd name="T30" fmla="*/ 208 w 280"/>
                    <a:gd name="T31" fmla="*/ 56 h 644"/>
                    <a:gd name="T32" fmla="*/ 220 w 280"/>
                    <a:gd name="T33" fmla="*/ 78 h 644"/>
                    <a:gd name="T34" fmla="*/ 224 w 280"/>
                    <a:gd name="T35" fmla="*/ 100 h 644"/>
                    <a:gd name="T36" fmla="*/ 254 w 280"/>
                    <a:gd name="T37" fmla="*/ 100 h 644"/>
                    <a:gd name="T38" fmla="*/ 272 w 280"/>
                    <a:gd name="T39" fmla="*/ 70 h 644"/>
                    <a:gd name="T40" fmla="*/ 276 w 280"/>
                    <a:gd name="T41" fmla="*/ 96 h 644"/>
                    <a:gd name="T42" fmla="*/ 250 w 280"/>
                    <a:gd name="T43" fmla="*/ 114 h 644"/>
                    <a:gd name="T44" fmla="*/ 238 w 280"/>
                    <a:gd name="T45" fmla="*/ 136 h 644"/>
                    <a:gd name="T46" fmla="*/ 220 w 280"/>
                    <a:gd name="T47" fmla="*/ 170 h 644"/>
                    <a:gd name="T48" fmla="*/ 216 w 280"/>
                    <a:gd name="T49" fmla="*/ 200 h 644"/>
                    <a:gd name="T50" fmla="*/ 216 w 280"/>
                    <a:gd name="T51" fmla="*/ 234 h 644"/>
                    <a:gd name="T52" fmla="*/ 230 w 280"/>
                    <a:gd name="T53" fmla="*/ 264 h 644"/>
                    <a:gd name="T54" fmla="*/ 228 w 280"/>
                    <a:gd name="T55" fmla="*/ 294 h 644"/>
                    <a:gd name="T56" fmla="*/ 194 w 280"/>
                    <a:gd name="T57" fmla="*/ 316 h 644"/>
                    <a:gd name="T58" fmla="*/ 156 w 280"/>
                    <a:gd name="T59" fmla="*/ 312 h 644"/>
                    <a:gd name="T60" fmla="*/ 160 w 280"/>
                    <a:gd name="T61" fmla="*/ 330 h 644"/>
                    <a:gd name="T62" fmla="*/ 152 w 280"/>
                    <a:gd name="T63" fmla="*/ 358 h 644"/>
                    <a:gd name="T64" fmla="*/ 122 w 280"/>
                    <a:gd name="T65" fmla="*/ 350 h 644"/>
                    <a:gd name="T66" fmla="*/ 126 w 280"/>
                    <a:gd name="T67" fmla="*/ 380 h 644"/>
                    <a:gd name="T68" fmla="*/ 142 w 280"/>
                    <a:gd name="T69" fmla="*/ 386 h 644"/>
                    <a:gd name="T70" fmla="*/ 126 w 280"/>
                    <a:gd name="T71" fmla="*/ 394 h 644"/>
                    <a:gd name="T72" fmla="*/ 120 w 280"/>
                    <a:gd name="T73" fmla="*/ 414 h 644"/>
                    <a:gd name="T74" fmla="*/ 98 w 280"/>
                    <a:gd name="T75" fmla="*/ 440 h 644"/>
                    <a:gd name="T76" fmla="*/ 86 w 280"/>
                    <a:gd name="T77" fmla="*/ 470 h 644"/>
                    <a:gd name="T78" fmla="*/ 108 w 280"/>
                    <a:gd name="T79" fmla="*/ 490 h 644"/>
                    <a:gd name="T80" fmla="*/ 90 w 280"/>
                    <a:gd name="T81" fmla="*/ 510 h 644"/>
                    <a:gd name="T82" fmla="*/ 82 w 280"/>
                    <a:gd name="T83" fmla="*/ 536 h 644"/>
                    <a:gd name="T84" fmla="*/ 76 w 280"/>
                    <a:gd name="T85" fmla="*/ 540 h 644"/>
                    <a:gd name="T86" fmla="*/ 64 w 280"/>
                    <a:gd name="T87" fmla="*/ 566 h 644"/>
                    <a:gd name="T88" fmla="*/ 72 w 280"/>
                    <a:gd name="T89" fmla="*/ 584 h 644"/>
                    <a:gd name="T90" fmla="*/ 34 w 280"/>
                    <a:gd name="T91" fmla="*/ 580 h 644"/>
                    <a:gd name="T92" fmla="*/ 16 w 280"/>
                    <a:gd name="T93" fmla="*/ 550 h 644"/>
                    <a:gd name="T94" fmla="*/ 0 w 280"/>
                    <a:gd name="T95" fmla="*/ 536 h 644"/>
                    <a:gd name="T96" fmla="*/ 16 w 280"/>
                    <a:gd name="T97" fmla="*/ 512 h 644"/>
                    <a:gd name="T98" fmla="*/ 20 w 280"/>
                    <a:gd name="T99" fmla="*/ 488 h 644"/>
                    <a:gd name="T100" fmla="*/ 28 w 280"/>
                    <a:gd name="T101" fmla="*/ 458 h 644"/>
                    <a:gd name="T102" fmla="*/ 24 w 280"/>
                    <a:gd name="T103" fmla="*/ 432 h 644"/>
                    <a:gd name="T104" fmla="*/ 24 w 280"/>
                    <a:gd name="T105" fmla="*/ 416 h 644"/>
                    <a:gd name="T106" fmla="*/ 20 w 280"/>
                    <a:gd name="T107" fmla="*/ 394 h 644"/>
                    <a:gd name="T108" fmla="*/ 24 w 280"/>
                    <a:gd name="T109" fmla="*/ 364 h 644"/>
                    <a:gd name="T110" fmla="*/ 72 w 280"/>
                    <a:gd name="T111" fmla="*/ 592 h 644"/>
                    <a:gd name="T112" fmla="*/ 80 w 280"/>
                    <a:gd name="T113" fmla="*/ 614 h 644"/>
                    <a:gd name="T114" fmla="*/ 108 w 280"/>
                    <a:gd name="T115" fmla="*/ 636 h 644"/>
                    <a:gd name="T116" fmla="*/ 94 w 280"/>
                    <a:gd name="T117" fmla="*/ 640 h 644"/>
                    <a:gd name="T118" fmla="*/ 72 w 280"/>
                    <a:gd name="T119" fmla="*/ 610 h 644"/>
                    <a:gd name="T120" fmla="*/ 126 w 280"/>
                    <a:gd name="T121" fmla="*/ 636 h 644"/>
                    <a:gd name="T122" fmla="*/ 126 w 280"/>
                    <a:gd name="T123" fmla="*/ 640 h 6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80" h="644">
                      <a:moveTo>
                        <a:pt x="24" y="358"/>
                      </a:moveTo>
                      <a:lnTo>
                        <a:pt x="24" y="354"/>
                      </a:lnTo>
                      <a:lnTo>
                        <a:pt x="24" y="350"/>
                      </a:lnTo>
                      <a:lnTo>
                        <a:pt x="24" y="346"/>
                      </a:lnTo>
                      <a:lnTo>
                        <a:pt x="28" y="346"/>
                      </a:lnTo>
                      <a:lnTo>
                        <a:pt x="28" y="342"/>
                      </a:lnTo>
                      <a:lnTo>
                        <a:pt x="24" y="342"/>
                      </a:lnTo>
                      <a:lnTo>
                        <a:pt x="28" y="338"/>
                      </a:lnTo>
                      <a:lnTo>
                        <a:pt x="28" y="334"/>
                      </a:lnTo>
                      <a:lnTo>
                        <a:pt x="28" y="330"/>
                      </a:lnTo>
                      <a:lnTo>
                        <a:pt x="28" y="328"/>
                      </a:lnTo>
                      <a:lnTo>
                        <a:pt x="28" y="330"/>
                      </a:lnTo>
                      <a:lnTo>
                        <a:pt x="30" y="330"/>
                      </a:lnTo>
                      <a:lnTo>
                        <a:pt x="30" y="328"/>
                      </a:lnTo>
                      <a:lnTo>
                        <a:pt x="30" y="324"/>
                      </a:lnTo>
                      <a:lnTo>
                        <a:pt x="30" y="320"/>
                      </a:lnTo>
                      <a:lnTo>
                        <a:pt x="30" y="316"/>
                      </a:lnTo>
                      <a:lnTo>
                        <a:pt x="34" y="316"/>
                      </a:lnTo>
                      <a:lnTo>
                        <a:pt x="34" y="312"/>
                      </a:lnTo>
                      <a:lnTo>
                        <a:pt x="38" y="312"/>
                      </a:lnTo>
                      <a:lnTo>
                        <a:pt x="38" y="308"/>
                      </a:lnTo>
                      <a:lnTo>
                        <a:pt x="38" y="304"/>
                      </a:lnTo>
                      <a:lnTo>
                        <a:pt x="38" y="302"/>
                      </a:lnTo>
                      <a:lnTo>
                        <a:pt x="34" y="298"/>
                      </a:lnTo>
                      <a:lnTo>
                        <a:pt x="34" y="294"/>
                      </a:lnTo>
                      <a:lnTo>
                        <a:pt x="34" y="290"/>
                      </a:lnTo>
                      <a:lnTo>
                        <a:pt x="34" y="286"/>
                      </a:lnTo>
                      <a:lnTo>
                        <a:pt x="34" y="282"/>
                      </a:lnTo>
                      <a:lnTo>
                        <a:pt x="34" y="278"/>
                      </a:lnTo>
                      <a:lnTo>
                        <a:pt x="34" y="274"/>
                      </a:lnTo>
                      <a:lnTo>
                        <a:pt x="34" y="272"/>
                      </a:lnTo>
                      <a:lnTo>
                        <a:pt x="38" y="268"/>
                      </a:lnTo>
                      <a:lnTo>
                        <a:pt x="38" y="272"/>
                      </a:lnTo>
                      <a:lnTo>
                        <a:pt x="42" y="268"/>
                      </a:lnTo>
                      <a:lnTo>
                        <a:pt x="42" y="264"/>
                      </a:lnTo>
                      <a:lnTo>
                        <a:pt x="46" y="264"/>
                      </a:lnTo>
                      <a:lnTo>
                        <a:pt x="46" y="260"/>
                      </a:lnTo>
                      <a:lnTo>
                        <a:pt x="46" y="256"/>
                      </a:lnTo>
                      <a:lnTo>
                        <a:pt x="46" y="252"/>
                      </a:lnTo>
                      <a:lnTo>
                        <a:pt x="46" y="248"/>
                      </a:lnTo>
                      <a:lnTo>
                        <a:pt x="42" y="248"/>
                      </a:lnTo>
                      <a:lnTo>
                        <a:pt x="42" y="246"/>
                      </a:lnTo>
                      <a:lnTo>
                        <a:pt x="46" y="246"/>
                      </a:lnTo>
                      <a:lnTo>
                        <a:pt x="46" y="242"/>
                      </a:lnTo>
                      <a:lnTo>
                        <a:pt x="46" y="238"/>
                      </a:lnTo>
                      <a:lnTo>
                        <a:pt x="46" y="234"/>
                      </a:lnTo>
                      <a:lnTo>
                        <a:pt x="50" y="234"/>
                      </a:lnTo>
                      <a:lnTo>
                        <a:pt x="50" y="230"/>
                      </a:lnTo>
                      <a:lnTo>
                        <a:pt x="50" y="226"/>
                      </a:lnTo>
                      <a:lnTo>
                        <a:pt x="54" y="226"/>
                      </a:lnTo>
                      <a:lnTo>
                        <a:pt x="54" y="222"/>
                      </a:lnTo>
                      <a:lnTo>
                        <a:pt x="54" y="218"/>
                      </a:lnTo>
                      <a:lnTo>
                        <a:pt x="54" y="216"/>
                      </a:lnTo>
                      <a:lnTo>
                        <a:pt x="54" y="212"/>
                      </a:lnTo>
                      <a:lnTo>
                        <a:pt x="54" y="208"/>
                      </a:lnTo>
                      <a:lnTo>
                        <a:pt x="50" y="208"/>
                      </a:lnTo>
                      <a:lnTo>
                        <a:pt x="50" y="204"/>
                      </a:lnTo>
                      <a:lnTo>
                        <a:pt x="50" y="200"/>
                      </a:lnTo>
                      <a:lnTo>
                        <a:pt x="50" y="196"/>
                      </a:lnTo>
                      <a:lnTo>
                        <a:pt x="50" y="192"/>
                      </a:lnTo>
                      <a:lnTo>
                        <a:pt x="46" y="192"/>
                      </a:lnTo>
                      <a:lnTo>
                        <a:pt x="46" y="190"/>
                      </a:lnTo>
                      <a:lnTo>
                        <a:pt x="46" y="186"/>
                      </a:lnTo>
                      <a:lnTo>
                        <a:pt x="46" y="182"/>
                      </a:lnTo>
                      <a:lnTo>
                        <a:pt x="42" y="178"/>
                      </a:lnTo>
                      <a:lnTo>
                        <a:pt x="42" y="174"/>
                      </a:lnTo>
                      <a:lnTo>
                        <a:pt x="42" y="170"/>
                      </a:lnTo>
                      <a:lnTo>
                        <a:pt x="46" y="170"/>
                      </a:lnTo>
                      <a:lnTo>
                        <a:pt x="46" y="166"/>
                      </a:lnTo>
                      <a:lnTo>
                        <a:pt x="46" y="162"/>
                      </a:lnTo>
                      <a:lnTo>
                        <a:pt x="46" y="160"/>
                      </a:lnTo>
                      <a:lnTo>
                        <a:pt x="50" y="160"/>
                      </a:lnTo>
                      <a:lnTo>
                        <a:pt x="50" y="156"/>
                      </a:lnTo>
                      <a:lnTo>
                        <a:pt x="54" y="156"/>
                      </a:lnTo>
                      <a:lnTo>
                        <a:pt x="54" y="152"/>
                      </a:lnTo>
                      <a:lnTo>
                        <a:pt x="54" y="148"/>
                      </a:lnTo>
                      <a:lnTo>
                        <a:pt x="54" y="144"/>
                      </a:lnTo>
                      <a:lnTo>
                        <a:pt x="50" y="140"/>
                      </a:lnTo>
                      <a:lnTo>
                        <a:pt x="54" y="140"/>
                      </a:lnTo>
                      <a:lnTo>
                        <a:pt x="50" y="140"/>
                      </a:lnTo>
                      <a:lnTo>
                        <a:pt x="50" y="136"/>
                      </a:lnTo>
                      <a:lnTo>
                        <a:pt x="54" y="134"/>
                      </a:lnTo>
                      <a:lnTo>
                        <a:pt x="54" y="130"/>
                      </a:lnTo>
                      <a:lnTo>
                        <a:pt x="54" y="126"/>
                      </a:lnTo>
                      <a:lnTo>
                        <a:pt x="54" y="122"/>
                      </a:lnTo>
                      <a:lnTo>
                        <a:pt x="56" y="122"/>
                      </a:lnTo>
                      <a:lnTo>
                        <a:pt x="56" y="118"/>
                      </a:lnTo>
                      <a:lnTo>
                        <a:pt x="60" y="114"/>
                      </a:lnTo>
                      <a:lnTo>
                        <a:pt x="60" y="110"/>
                      </a:lnTo>
                      <a:lnTo>
                        <a:pt x="64" y="110"/>
                      </a:lnTo>
                      <a:lnTo>
                        <a:pt x="64" y="106"/>
                      </a:lnTo>
                      <a:lnTo>
                        <a:pt x="64" y="104"/>
                      </a:lnTo>
                      <a:lnTo>
                        <a:pt x="68" y="100"/>
                      </a:lnTo>
                      <a:lnTo>
                        <a:pt x="68" y="96"/>
                      </a:lnTo>
                      <a:lnTo>
                        <a:pt x="72" y="96"/>
                      </a:lnTo>
                      <a:lnTo>
                        <a:pt x="76" y="96"/>
                      </a:lnTo>
                      <a:lnTo>
                        <a:pt x="76" y="92"/>
                      </a:lnTo>
                      <a:lnTo>
                        <a:pt x="72" y="88"/>
                      </a:lnTo>
                      <a:lnTo>
                        <a:pt x="72" y="84"/>
                      </a:lnTo>
                      <a:lnTo>
                        <a:pt x="72" y="82"/>
                      </a:lnTo>
                      <a:lnTo>
                        <a:pt x="72" y="78"/>
                      </a:lnTo>
                      <a:lnTo>
                        <a:pt x="72" y="74"/>
                      </a:lnTo>
                      <a:lnTo>
                        <a:pt x="72" y="70"/>
                      </a:lnTo>
                      <a:lnTo>
                        <a:pt x="72" y="66"/>
                      </a:lnTo>
                      <a:lnTo>
                        <a:pt x="72" y="64"/>
                      </a:lnTo>
                      <a:lnTo>
                        <a:pt x="76" y="60"/>
                      </a:lnTo>
                      <a:lnTo>
                        <a:pt x="72" y="56"/>
                      </a:lnTo>
                      <a:lnTo>
                        <a:pt x="72" y="52"/>
                      </a:lnTo>
                      <a:lnTo>
                        <a:pt x="72" y="48"/>
                      </a:lnTo>
                      <a:lnTo>
                        <a:pt x="76" y="48"/>
                      </a:lnTo>
                      <a:lnTo>
                        <a:pt x="80" y="44"/>
                      </a:lnTo>
                      <a:lnTo>
                        <a:pt x="82" y="44"/>
                      </a:lnTo>
                      <a:lnTo>
                        <a:pt x="86" y="44"/>
                      </a:lnTo>
                      <a:lnTo>
                        <a:pt x="86" y="40"/>
                      </a:lnTo>
                      <a:lnTo>
                        <a:pt x="90" y="36"/>
                      </a:lnTo>
                      <a:lnTo>
                        <a:pt x="90" y="34"/>
                      </a:lnTo>
                      <a:lnTo>
                        <a:pt x="90" y="30"/>
                      </a:lnTo>
                      <a:lnTo>
                        <a:pt x="90" y="26"/>
                      </a:lnTo>
                      <a:lnTo>
                        <a:pt x="94" y="26"/>
                      </a:lnTo>
                      <a:lnTo>
                        <a:pt x="94" y="22"/>
                      </a:lnTo>
                      <a:lnTo>
                        <a:pt x="90" y="22"/>
                      </a:lnTo>
                      <a:lnTo>
                        <a:pt x="90" y="18"/>
                      </a:lnTo>
                      <a:lnTo>
                        <a:pt x="94" y="18"/>
                      </a:lnTo>
                      <a:lnTo>
                        <a:pt x="94" y="14"/>
                      </a:lnTo>
                      <a:lnTo>
                        <a:pt x="98" y="14"/>
                      </a:lnTo>
                      <a:lnTo>
                        <a:pt x="98" y="10"/>
                      </a:lnTo>
                      <a:lnTo>
                        <a:pt x="98" y="6"/>
                      </a:lnTo>
                      <a:lnTo>
                        <a:pt x="102" y="6"/>
                      </a:lnTo>
                      <a:lnTo>
                        <a:pt x="102" y="4"/>
                      </a:lnTo>
                      <a:lnTo>
                        <a:pt x="106" y="4"/>
                      </a:lnTo>
                      <a:lnTo>
                        <a:pt x="106" y="0"/>
                      </a:lnTo>
                      <a:lnTo>
                        <a:pt x="106" y="4"/>
                      </a:lnTo>
                      <a:lnTo>
                        <a:pt x="108" y="4"/>
                      </a:lnTo>
                      <a:lnTo>
                        <a:pt x="108" y="6"/>
                      </a:lnTo>
                      <a:lnTo>
                        <a:pt x="112" y="6"/>
                      </a:lnTo>
                      <a:lnTo>
                        <a:pt x="120" y="6"/>
                      </a:lnTo>
                      <a:lnTo>
                        <a:pt x="122" y="6"/>
                      </a:lnTo>
                      <a:lnTo>
                        <a:pt x="126" y="6"/>
                      </a:lnTo>
                      <a:lnTo>
                        <a:pt x="126" y="10"/>
                      </a:lnTo>
                      <a:lnTo>
                        <a:pt x="126" y="14"/>
                      </a:lnTo>
                      <a:lnTo>
                        <a:pt x="126" y="18"/>
                      </a:lnTo>
                      <a:lnTo>
                        <a:pt x="130" y="18"/>
                      </a:lnTo>
                      <a:lnTo>
                        <a:pt x="130" y="22"/>
                      </a:lnTo>
                      <a:lnTo>
                        <a:pt x="130" y="18"/>
                      </a:lnTo>
                      <a:lnTo>
                        <a:pt x="130" y="14"/>
                      </a:lnTo>
                      <a:lnTo>
                        <a:pt x="134" y="10"/>
                      </a:lnTo>
                      <a:lnTo>
                        <a:pt x="134" y="6"/>
                      </a:lnTo>
                      <a:lnTo>
                        <a:pt x="138" y="6"/>
                      </a:lnTo>
                      <a:lnTo>
                        <a:pt x="142" y="6"/>
                      </a:lnTo>
                      <a:lnTo>
                        <a:pt x="146" y="6"/>
                      </a:lnTo>
                      <a:lnTo>
                        <a:pt x="150" y="6"/>
                      </a:lnTo>
                      <a:lnTo>
                        <a:pt x="152" y="6"/>
                      </a:lnTo>
                      <a:lnTo>
                        <a:pt x="152" y="10"/>
                      </a:lnTo>
                      <a:lnTo>
                        <a:pt x="156" y="10"/>
                      </a:lnTo>
                      <a:lnTo>
                        <a:pt x="156" y="14"/>
                      </a:lnTo>
                      <a:lnTo>
                        <a:pt x="160" y="14"/>
                      </a:lnTo>
                      <a:lnTo>
                        <a:pt x="160" y="18"/>
                      </a:lnTo>
                      <a:lnTo>
                        <a:pt x="164" y="22"/>
                      </a:lnTo>
                      <a:lnTo>
                        <a:pt x="164" y="26"/>
                      </a:lnTo>
                      <a:lnTo>
                        <a:pt x="168" y="26"/>
                      </a:lnTo>
                      <a:lnTo>
                        <a:pt x="168" y="30"/>
                      </a:lnTo>
                      <a:lnTo>
                        <a:pt x="172" y="30"/>
                      </a:lnTo>
                      <a:lnTo>
                        <a:pt x="172" y="34"/>
                      </a:lnTo>
                      <a:lnTo>
                        <a:pt x="176" y="34"/>
                      </a:lnTo>
                      <a:lnTo>
                        <a:pt x="176" y="36"/>
                      </a:lnTo>
                      <a:lnTo>
                        <a:pt x="178" y="36"/>
                      </a:lnTo>
                      <a:lnTo>
                        <a:pt x="182" y="36"/>
                      </a:lnTo>
                      <a:lnTo>
                        <a:pt x="182" y="40"/>
                      </a:lnTo>
                      <a:lnTo>
                        <a:pt x="186" y="40"/>
                      </a:lnTo>
                      <a:lnTo>
                        <a:pt x="190" y="40"/>
                      </a:lnTo>
                      <a:lnTo>
                        <a:pt x="198" y="44"/>
                      </a:lnTo>
                      <a:lnTo>
                        <a:pt x="198" y="48"/>
                      </a:lnTo>
                      <a:lnTo>
                        <a:pt x="202" y="48"/>
                      </a:lnTo>
                      <a:lnTo>
                        <a:pt x="202" y="52"/>
                      </a:lnTo>
                      <a:lnTo>
                        <a:pt x="204" y="52"/>
                      </a:lnTo>
                      <a:lnTo>
                        <a:pt x="208" y="56"/>
                      </a:lnTo>
                      <a:lnTo>
                        <a:pt x="212" y="56"/>
                      </a:lnTo>
                      <a:lnTo>
                        <a:pt x="216" y="60"/>
                      </a:lnTo>
                      <a:lnTo>
                        <a:pt x="220" y="60"/>
                      </a:lnTo>
                      <a:lnTo>
                        <a:pt x="224" y="64"/>
                      </a:lnTo>
                      <a:lnTo>
                        <a:pt x="224" y="66"/>
                      </a:lnTo>
                      <a:lnTo>
                        <a:pt x="228" y="66"/>
                      </a:lnTo>
                      <a:lnTo>
                        <a:pt x="228" y="70"/>
                      </a:lnTo>
                      <a:lnTo>
                        <a:pt x="224" y="70"/>
                      </a:lnTo>
                      <a:lnTo>
                        <a:pt x="224" y="74"/>
                      </a:lnTo>
                      <a:lnTo>
                        <a:pt x="220" y="74"/>
                      </a:lnTo>
                      <a:lnTo>
                        <a:pt x="220" y="78"/>
                      </a:lnTo>
                      <a:lnTo>
                        <a:pt x="216" y="82"/>
                      </a:lnTo>
                      <a:lnTo>
                        <a:pt x="216" y="84"/>
                      </a:lnTo>
                      <a:lnTo>
                        <a:pt x="216" y="88"/>
                      </a:lnTo>
                      <a:lnTo>
                        <a:pt x="216" y="92"/>
                      </a:lnTo>
                      <a:lnTo>
                        <a:pt x="212" y="92"/>
                      </a:lnTo>
                      <a:lnTo>
                        <a:pt x="212" y="96"/>
                      </a:lnTo>
                      <a:lnTo>
                        <a:pt x="208" y="96"/>
                      </a:lnTo>
                      <a:lnTo>
                        <a:pt x="212" y="100"/>
                      </a:lnTo>
                      <a:lnTo>
                        <a:pt x="216" y="100"/>
                      </a:lnTo>
                      <a:lnTo>
                        <a:pt x="220" y="100"/>
                      </a:lnTo>
                      <a:lnTo>
                        <a:pt x="224" y="100"/>
                      </a:lnTo>
                      <a:lnTo>
                        <a:pt x="228" y="104"/>
                      </a:lnTo>
                      <a:lnTo>
                        <a:pt x="230" y="104"/>
                      </a:lnTo>
                      <a:lnTo>
                        <a:pt x="234" y="104"/>
                      </a:lnTo>
                      <a:lnTo>
                        <a:pt x="238" y="104"/>
                      </a:lnTo>
                      <a:lnTo>
                        <a:pt x="242" y="104"/>
                      </a:lnTo>
                      <a:lnTo>
                        <a:pt x="242" y="100"/>
                      </a:lnTo>
                      <a:lnTo>
                        <a:pt x="246" y="100"/>
                      </a:lnTo>
                      <a:lnTo>
                        <a:pt x="250" y="100"/>
                      </a:lnTo>
                      <a:lnTo>
                        <a:pt x="250" y="104"/>
                      </a:lnTo>
                      <a:lnTo>
                        <a:pt x="254" y="104"/>
                      </a:lnTo>
                      <a:lnTo>
                        <a:pt x="254" y="100"/>
                      </a:lnTo>
                      <a:lnTo>
                        <a:pt x="254" y="96"/>
                      </a:lnTo>
                      <a:lnTo>
                        <a:pt x="258" y="92"/>
                      </a:lnTo>
                      <a:lnTo>
                        <a:pt x="260" y="92"/>
                      </a:lnTo>
                      <a:lnTo>
                        <a:pt x="260" y="88"/>
                      </a:lnTo>
                      <a:lnTo>
                        <a:pt x="264" y="88"/>
                      </a:lnTo>
                      <a:lnTo>
                        <a:pt x="264" y="84"/>
                      </a:lnTo>
                      <a:lnTo>
                        <a:pt x="268" y="82"/>
                      </a:lnTo>
                      <a:lnTo>
                        <a:pt x="268" y="78"/>
                      </a:lnTo>
                      <a:lnTo>
                        <a:pt x="268" y="74"/>
                      </a:lnTo>
                      <a:lnTo>
                        <a:pt x="268" y="70"/>
                      </a:lnTo>
                      <a:lnTo>
                        <a:pt x="272" y="70"/>
                      </a:lnTo>
                      <a:lnTo>
                        <a:pt x="272" y="66"/>
                      </a:lnTo>
                      <a:lnTo>
                        <a:pt x="276" y="66"/>
                      </a:lnTo>
                      <a:lnTo>
                        <a:pt x="280" y="70"/>
                      </a:lnTo>
                      <a:lnTo>
                        <a:pt x="280" y="74"/>
                      </a:lnTo>
                      <a:lnTo>
                        <a:pt x="280" y="78"/>
                      </a:lnTo>
                      <a:lnTo>
                        <a:pt x="280" y="82"/>
                      </a:lnTo>
                      <a:lnTo>
                        <a:pt x="280" y="84"/>
                      </a:lnTo>
                      <a:lnTo>
                        <a:pt x="280" y="88"/>
                      </a:lnTo>
                      <a:lnTo>
                        <a:pt x="280" y="92"/>
                      </a:lnTo>
                      <a:lnTo>
                        <a:pt x="280" y="96"/>
                      </a:lnTo>
                      <a:lnTo>
                        <a:pt x="276" y="96"/>
                      </a:lnTo>
                      <a:lnTo>
                        <a:pt x="276" y="100"/>
                      </a:lnTo>
                      <a:lnTo>
                        <a:pt x="272" y="100"/>
                      </a:lnTo>
                      <a:lnTo>
                        <a:pt x="272" y="104"/>
                      </a:lnTo>
                      <a:lnTo>
                        <a:pt x="268" y="104"/>
                      </a:lnTo>
                      <a:lnTo>
                        <a:pt x="264" y="104"/>
                      </a:lnTo>
                      <a:lnTo>
                        <a:pt x="264" y="106"/>
                      </a:lnTo>
                      <a:lnTo>
                        <a:pt x="260" y="110"/>
                      </a:lnTo>
                      <a:lnTo>
                        <a:pt x="258" y="110"/>
                      </a:lnTo>
                      <a:lnTo>
                        <a:pt x="258" y="114"/>
                      </a:lnTo>
                      <a:lnTo>
                        <a:pt x="254" y="114"/>
                      </a:lnTo>
                      <a:lnTo>
                        <a:pt x="250" y="114"/>
                      </a:lnTo>
                      <a:lnTo>
                        <a:pt x="250" y="118"/>
                      </a:lnTo>
                      <a:lnTo>
                        <a:pt x="254" y="118"/>
                      </a:lnTo>
                      <a:lnTo>
                        <a:pt x="250" y="118"/>
                      </a:lnTo>
                      <a:lnTo>
                        <a:pt x="250" y="122"/>
                      </a:lnTo>
                      <a:lnTo>
                        <a:pt x="246" y="122"/>
                      </a:lnTo>
                      <a:lnTo>
                        <a:pt x="246" y="126"/>
                      </a:lnTo>
                      <a:lnTo>
                        <a:pt x="242" y="126"/>
                      </a:lnTo>
                      <a:lnTo>
                        <a:pt x="242" y="130"/>
                      </a:lnTo>
                      <a:lnTo>
                        <a:pt x="242" y="134"/>
                      </a:lnTo>
                      <a:lnTo>
                        <a:pt x="238" y="134"/>
                      </a:lnTo>
                      <a:lnTo>
                        <a:pt x="238" y="136"/>
                      </a:lnTo>
                      <a:lnTo>
                        <a:pt x="234" y="140"/>
                      </a:lnTo>
                      <a:lnTo>
                        <a:pt x="234" y="144"/>
                      </a:lnTo>
                      <a:lnTo>
                        <a:pt x="230" y="144"/>
                      </a:lnTo>
                      <a:lnTo>
                        <a:pt x="228" y="148"/>
                      </a:lnTo>
                      <a:lnTo>
                        <a:pt x="228" y="152"/>
                      </a:lnTo>
                      <a:lnTo>
                        <a:pt x="224" y="152"/>
                      </a:lnTo>
                      <a:lnTo>
                        <a:pt x="224" y="156"/>
                      </a:lnTo>
                      <a:lnTo>
                        <a:pt x="220" y="160"/>
                      </a:lnTo>
                      <a:lnTo>
                        <a:pt x="224" y="162"/>
                      </a:lnTo>
                      <a:lnTo>
                        <a:pt x="220" y="166"/>
                      </a:lnTo>
                      <a:lnTo>
                        <a:pt x="220" y="170"/>
                      </a:lnTo>
                      <a:lnTo>
                        <a:pt x="220" y="174"/>
                      </a:lnTo>
                      <a:lnTo>
                        <a:pt x="220" y="178"/>
                      </a:lnTo>
                      <a:lnTo>
                        <a:pt x="220" y="182"/>
                      </a:lnTo>
                      <a:lnTo>
                        <a:pt x="216" y="182"/>
                      </a:lnTo>
                      <a:lnTo>
                        <a:pt x="216" y="186"/>
                      </a:lnTo>
                      <a:lnTo>
                        <a:pt x="216" y="190"/>
                      </a:lnTo>
                      <a:lnTo>
                        <a:pt x="220" y="190"/>
                      </a:lnTo>
                      <a:lnTo>
                        <a:pt x="220" y="192"/>
                      </a:lnTo>
                      <a:lnTo>
                        <a:pt x="216" y="192"/>
                      </a:lnTo>
                      <a:lnTo>
                        <a:pt x="216" y="196"/>
                      </a:lnTo>
                      <a:lnTo>
                        <a:pt x="216" y="200"/>
                      </a:lnTo>
                      <a:lnTo>
                        <a:pt x="216" y="204"/>
                      </a:lnTo>
                      <a:lnTo>
                        <a:pt x="212" y="204"/>
                      </a:lnTo>
                      <a:lnTo>
                        <a:pt x="212" y="208"/>
                      </a:lnTo>
                      <a:lnTo>
                        <a:pt x="212" y="212"/>
                      </a:lnTo>
                      <a:lnTo>
                        <a:pt x="212" y="216"/>
                      </a:lnTo>
                      <a:lnTo>
                        <a:pt x="212" y="218"/>
                      </a:lnTo>
                      <a:lnTo>
                        <a:pt x="212" y="222"/>
                      </a:lnTo>
                      <a:lnTo>
                        <a:pt x="212" y="226"/>
                      </a:lnTo>
                      <a:lnTo>
                        <a:pt x="212" y="230"/>
                      </a:lnTo>
                      <a:lnTo>
                        <a:pt x="212" y="234"/>
                      </a:lnTo>
                      <a:lnTo>
                        <a:pt x="216" y="234"/>
                      </a:lnTo>
                      <a:lnTo>
                        <a:pt x="216" y="238"/>
                      </a:lnTo>
                      <a:lnTo>
                        <a:pt x="220" y="238"/>
                      </a:lnTo>
                      <a:lnTo>
                        <a:pt x="224" y="238"/>
                      </a:lnTo>
                      <a:lnTo>
                        <a:pt x="228" y="242"/>
                      </a:lnTo>
                      <a:lnTo>
                        <a:pt x="228" y="246"/>
                      </a:lnTo>
                      <a:lnTo>
                        <a:pt x="230" y="246"/>
                      </a:lnTo>
                      <a:lnTo>
                        <a:pt x="230" y="248"/>
                      </a:lnTo>
                      <a:lnTo>
                        <a:pt x="230" y="252"/>
                      </a:lnTo>
                      <a:lnTo>
                        <a:pt x="228" y="256"/>
                      </a:lnTo>
                      <a:lnTo>
                        <a:pt x="228" y="260"/>
                      </a:lnTo>
                      <a:lnTo>
                        <a:pt x="230" y="264"/>
                      </a:lnTo>
                      <a:lnTo>
                        <a:pt x="230" y="268"/>
                      </a:lnTo>
                      <a:lnTo>
                        <a:pt x="234" y="268"/>
                      </a:lnTo>
                      <a:lnTo>
                        <a:pt x="238" y="268"/>
                      </a:lnTo>
                      <a:lnTo>
                        <a:pt x="238" y="272"/>
                      </a:lnTo>
                      <a:lnTo>
                        <a:pt x="238" y="274"/>
                      </a:lnTo>
                      <a:lnTo>
                        <a:pt x="238" y="278"/>
                      </a:lnTo>
                      <a:lnTo>
                        <a:pt x="234" y="282"/>
                      </a:lnTo>
                      <a:lnTo>
                        <a:pt x="234" y="286"/>
                      </a:lnTo>
                      <a:lnTo>
                        <a:pt x="230" y="286"/>
                      </a:lnTo>
                      <a:lnTo>
                        <a:pt x="230" y="290"/>
                      </a:lnTo>
                      <a:lnTo>
                        <a:pt x="228" y="294"/>
                      </a:lnTo>
                      <a:lnTo>
                        <a:pt x="228" y="298"/>
                      </a:lnTo>
                      <a:lnTo>
                        <a:pt x="228" y="302"/>
                      </a:lnTo>
                      <a:lnTo>
                        <a:pt x="224" y="302"/>
                      </a:lnTo>
                      <a:lnTo>
                        <a:pt x="224" y="304"/>
                      </a:lnTo>
                      <a:lnTo>
                        <a:pt x="216" y="304"/>
                      </a:lnTo>
                      <a:lnTo>
                        <a:pt x="216" y="308"/>
                      </a:lnTo>
                      <a:lnTo>
                        <a:pt x="208" y="308"/>
                      </a:lnTo>
                      <a:lnTo>
                        <a:pt x="204" y="312"/>
                      </a:lnTo>
                      <a:lnTo>
                        <a:pt x="202" y="312"/>
                      </a:lnTo>
                      <a:lnTo>
                        <a:pt x="198" y="312"/>
                      </a:lnTo>
                      <a:lnTo>
                        <a:pt x="194" y="316"/>
                      </a:lnTo>
                      <a:lnTo>
                        <a:pt x="190" y="316"/>
                      </a:lnTo>
                      <a:lnTo>
                        <a:pt x="186" y="316"/>
                      </a:lnTo>
                      <a:lnTo>
                        <a:pt x="182" y="316"/>
                      </a:lnTo>
                      <a:lnTo>
                        <a:pt x="178" y="316"/>
                      </a:lnTo>
                      <a:lnTo>
                        <a:pt x="176" y="316"/>
                      </a:lnTo>
                      <a:lnTo>
                        <a:pt x="172" y="316"/>
                      </a:lnTo>
                      <a:lnTo>
                        <a:pt x="168" y="316"/>
                      </a:lnTo>
                      <a:lnTo>
                        <a:pt x="164" y="316"/>
                      </a:lnTo>
                      <a:lnTo>
                        <a:pt x="160" y="316"/>
                      </a:lnTo>
                      <a:lnTo>
                        <a:pt x="160" y="312"/>
                      </a:lnTo>
                      <a:lnTo>
                        <a:pt x="156" y="312"/>
                      </a:lnTo>
                      <a:lnTo>
                        <a:pt x="156" y="316"/>
                      </a:lnTo>
                      <a:lnTo>
                        <a:pt x="160" y="316"/>
                      </a:lnTo>
                      <a:lnTo>
                        <a:pt x="160" y="320"/>
                      </a:lnTo>
                      <a:lnTo>
                        <a:pt x="156" y="320"/>
                      </a:lnTo>
                      <a:lnTo>
                        <a:pt x="156" y="324"/>
                      </a:lnTo>
                      <a:lnTo>
                        <a:pt x="160" y="324"/>
                      </a:lnTo>
                      <a:lnTo>
                        <a:pt x="164" y="324"/>
                      </a:lnTo>
                      <a:lnTo>
                        <a:pt x="164" y="328"/>
                      </a:lnTo>
                      <a:lnTo>
                        <a:pt x="160" y="324"/>
                      </a:lnTo>
                      <a:lnTo>
                        <a:pt x="160" y="328"/>
                      </a:lnTo>
                      <a:lnTo>
                        <a:pt x="160" y="330"/>
                      </a:lnTo>
                      <a:lnTo>
                        <a:pt x="160" y="334"/>
                      </a:lnTo>
                      <a:lnTo>
                        <a:pt x="156" y="338"/>
                      </a:lnTo>
                      <a:lnTo>
                        <a:pt x="156" y="342"/>
                      </a:lnTo>
                      <a:lnTo>
                        <a:pt x="156" y="346"/>
                      </a:lnTo>
                      <a:lnTo>
                        <a:pt x="160" y="346"/>
                      </a:lnTo>
                      <a:lnTo>
                        <a:pt x="160" y="350"/>
                      </a:lnTo>
                      <a:lnTo>
                        <a:pt x="156" y="350"/>
                      </a:lnTo>
                      <a:lnTo>
                        <a:pt x="160" y="350"/>
                      </a:lnTo>
                      <a:lnTo>
                        <a:pt x="160" y="354"/>
                      </a:lnTo>
                      <a:lnTo>
                        <a:pt x="156" y="354"/>
                      </a:lnTo>
                      <a:lnTo>
                        <a:pt x="152" y="358"/>
                      </a:lnTo>
                      <a:lnTo>
                        <a:pt x="150" y="358"/>
                      </a:lnTo>
                      <a:lnTo>
                        <a:pt x="150" y="360"/>
                      </a:lnTo>
                      <a:lnTo>
                        <a:pt x="146" y="360"/>
                      </a:lnTo>
                      <a:lnTo>
                        <a:pt x="142" y="360"/>
                      </a:lnTo>
                      <a:lnTo>
                        <a:pt x="138" y="360"/>
                      </a:lnTo>
                      <a:lnTo>
                        <a:pt x="138" y="358"/>
                      </a:lnTo>
                      <a:lnTo>
                        <a:pt x="134" y="358"/>
                      </a:lnTo>
                      <a:lnTo>
                        <a:pt x="130" y="358"/>
                      </a:lnTo>
                      <a:lnTo>
                        <a:pt x="126" y="354"/>
                      </a:lnTo>
                      <a:lnTo>
                        <a:pt x="122" y="354"/>
                      </a:lnTo>
                      <a:lnTo>
                        <a:pt x="122" y="350"/>
                      </a:lnTo>
                      <a:lnTo>
                        <a:pt x="120" y="350"/>
                      </a:lnTo>
                      <a:lnTo>
                        <a:pt x="120" y="354"/>
                      </a:lnTo>
                      <a:lnTo>
                        <a:pt x="120" y="358"/>
                      </a:lnTo>
                      <a:lnTo>
                        <a:pt x="120" y="360"/>
                      </a:lnTo>
                      <a:lnTo>
                        <a:pt x="120" y="364"/>
                      </a:lnTo>
                      <a:lnTo>
                        <a:pt x="120" y="368"/>
                      </a:lnTo>
                      <a:lnTo>
                        <a:pt x="120" y="372"/>
                      </a:lnTo>
                      <a:lnTo>
                        <a:pt x="120" y="376"/>
                      </a:lnTo>
                      <a:lnTo>
                        <a:pt x="120" y="380"/>
                      </a:lnTo>
                      <a:lnTo>
                        <a:pt x="122" y="380"/>
                      </a:lnTo>
                      <a:lnTo>
                        <a:pt x="126" y="380"/>
                      </a:lnTo>
                      <a:lnTo>
                        <a:pt x="126" y="384"/>
                      </a:lnTo>
                      <a:lnTo>
                        <a:pt x="134" y="384"/>
                      </a:lnTo>
                      <a:lnTo>
                        <a:pt x="134" y="380"/>
                      </a:lnTo>
                      <a:lnTo>
                        <a:pt x="130" y="380"/>
                      </a:lnTo>
                      <a:lnTo>
                        <a:pt x="134" y="380"/>
                      </a:lnTo>
                      <a:lnTo>
                        <a:pt x="138" y="380"/>
                      </a:lnTo>
                      <a:lnTo>
                        <a:pt x="138" y="376"/>
                      </a:lnTo>
                      <a:lnTo>
                        <a:pt x="138" y="380"/>
                      </a:lnTo>
                      <a:lnTo>
                        <a:pt x="142" y="380"/>
                      </a:lnTo>
                      <a:lnTo>
                        <a:pt x="142" y="384"/>
                      </a:lnTo>
                      <a:lnTo>
                        <a:pt x="142" y="386"/>
                      </a:lnTo>
                      <a:lnTo>
                        <a:pt x="142" y="390"/>
                      </a:lnTo>
                      <a:lnTo>
                        <a:pt x="138" y="390"/>
                      </a:lnTo>
                      <a:lnTo>
                        <a:pt x="134" y="394"/>
                      </a:lnTo>
                      <a:lnTo>
                        <a:pt x="130" y="390"/>
                      </a:lnTo>
                      <a:lnTo>
                        <a:pt x="130" y="386"/>
                      </a:lnTo>
                      <a:lnTo>
                        <a:pt x="126" y="386"/>
                      </a:lnTo>
                      <a:lnTo>
                        <a:pt x="122" y="386"/>
                      </a:lnTo>
                      <a:lnTo>
                        <a:pt x="120" y="390"/>
                      </a:lnTo>
                      <a:lnTo>
                        <a:pt x="122" y="390"/>
                      </a:lnTo>
                      <a:lnTo>
                        <a:pt x="122" y="394"/>
                      </a:lnTo>
                      <a:lnTo>
                        <a:pt x="126" y="394"/>
                      </a:lnTo>
                      <a:lnTo>
                        <a:pt x="130" y="394"/>
                      </a:lnTo>
                      <a:lnTo>
                        <a:pt x="130" y="398"/>
                      </a:lnTo>
                      <a:lnTo>
                        <a:pt x="126" y="398"/>
                      </a:lnTo>
                      <a:lnTo>
                        <a:pt x="122" y="398"/>
                      </a:lnTo>
                      <a:lnTo>
                        <a:pt x="122" y="402"/>
                      </a:lnTo>
                      <a:lnTo>
                        <a:pt x="120" y="402"/>
                      </a:lnTo>
                      <a:lnTo>
                        <a:pt x="120" y="406"/>
                      </a:lnTo>
                      <a:lnTo>
                        <a:pt x="116" y="406"/>
                      </a:lnTo>
                      <a:lnTo>
                        <a:pt x="116" y="410"/>
                      </a:lnTo>
                      <a:lnTo>
                        <a:pt x="116" y="414"/>
                      </a:lnTo>
                      <a:lnTo>
                        <a:pt x="120" y="414"/>
                      </a:lnTo>
                      <a:lnTo>
                        <a:pt x="116" y="416"/>
                      </a:lnTo>
                      <a:lnTo>
                        <a:pt x="116" y="420"/>
                      </a:lnTo>
                      <a:lnTo>
                        <a:pt x="116" y="424"/>
                      </a:lnTo>
                      <a:lnTo>
                        <a:pt x="112" y="428"/>
                      </a:lnTo>
                      <a:lnTo>
                        <a:pt x="112" y="432"/>
                      </a:lnTo>
                      <a:lnTo>
                        <a:pt x="112" y="436"/>
                      </a:lnTo>
                      <a:lnTo>
                        <a:pt x="108" y="436"/>
                      </a:lnTo>
                      <a:lnTo>
                        <a:pt x="106" y="436"/>
                      </a:lnTo>
                      <a:lnTo>
                        <a:pt x="102" y="436"/>
                      </a:lnTo>
                      <a:lnTo>
                        <a:pt x="102" y="440"/>
                      </a:lnTo>
                      <a:lnTo>
                        <a:pt x="98" y="440"/>
                      </a:lnTo>
                      <a:lnTo>
                        <a:pt x="94" y="440"/>
                      </a:lnTo>
                      <a:lnTo>
                        <a:pt x="94" y="442"/>
                      </a:lnTo>
                      <a:lnTo>
                        <a:pt x="90" y="442"/>
                      </a:lnTo>
                      <a:lnTo>
                        <a:pt x="90" y="446"/>
                      </a:lnTo>
                      <a:lnTo>
                        <a:pt x="86" y="446"/>
                      </a:lnTo>
                      <a:lnTo>
                        <a:pt x="86" y="450"/>
                      </a:lnTo>
                      <a:lnTo>
                        <a:pt x="86" y="454"/>
                      </a:lnTo>
                      <a:lnTo>
                        <a:pt x="82" y="458"/>
                      </a:lnTo>
                      <a:lnTo>
                        <a:pt x="86" y="462"/>
                      </a:lnTo>
                      <a:lnTo>
                        <a:pt x="86" y="466"/>
                      </a:lnTo>
                      <a:lnTo>
                        <a:pt x="86" y="470"/>
                      </a:lnTo>
                      <a:lnTo>
                        <a:pt x="90" y="470"/>
                      </a:lnTo>
                      <a:lnTo>
                        <a:pt x="94" y="472"/>
                      </a:lnTo>
                      <a:lnTo>
                        <a:pt x="94" y="476"/>
                      </a:lnTo>
                      <a:lnTo>
                        <a:pt x="98" y="476"/>
                      </a:lnTo>
                      <a:lnTo>
                        <a:pt x="102" y="476"/>
                      </a:lnTo>
                      <a:lnTo>
                        <a:pt x="106" y="476"/>
                      </a:lnTo>
                      <a:lnTo>
                        <a:pt x="108" y="476"/>
                      </a:lnTo>
                      <a:lnTo>
                        <a:pt x="108" y="480"/>
                      </a:lnTo>
                      <a:lnTo>
                        <a:pt x="112" y="484"/>
                      </a:lnTo>
                      <a:lnTo>
                        <a:pt x="108" y="488"/>
                      </a:lnTo>
                      <a:lnTo>
                        <a:pt x="108" y="490"/>
                      </a:lnTo>
                      <a:lnTo>
                        <a:pt x="106" y="490"/>
                      </a:lnTo>
                      <a:lnTo>
                        <a:pt x="108" y="490"/>
                      </a:lnTo>
                      <a:lnTo>
                        <a:pt x="108" y="494"/>
                      </a:lnTo>
                      <a:lnTo>
                        <a:pt x="108" y="498"/>
                      </a:lnTo>
                      <a:lnTo>
                        <a:pt x="106" y="498"/>
                      </a:lnTo>
                      <a:lnTo>
                        <a:pt x="102" y="502"/>
                      </a:lnTo>
                      <a:lnTo>
                        <a:pt x="98" y="502"/>
                      </a:lnTo>
                      <a:lnTo>
                        <a:pt x="98" y="506"/>
                      </a:lnTo>
                      <a:lnTo>
                        <a:pt x="94" y="506"/>
                      </a:lnTo>
                      <a:lnTo>
                        <a:pt x="94" y="510"/>
                      </a:lnTo>
                      <a:lnTo>
                        <a:pt x="90" y="510"/>
                      </a:lnTo>
                      <a:lnTo>
                        <a:pt x="90" y="512"/>
                      </a:lnTo>
                      <a:lnTo>
                        <a:pt x="86" y="512"/>
                      </a:lnTo>
                      <a:lnTo>
                        <a:pt x="86" y="516"/>
                      </a:lnTo>
                      <a:lnTo>
                        <a:pt x="82" y="516"/>
                      </a:lnTo>
                      <a:lnTo>
                        <a:pt x="82" y="520"/>
                      </a:lnTo>
                      <a:lnTo>
                        <a:pt x="82" y="524"/>
                      </a:lnTo>
                      <a:lnTo>
                        <a:pt x="82" y="520"/>
                      </a:lnTo>
                      <a:lnTo>
                        <a:pt x="82" y="524"/>
                      </a:lnTo>
                      <a:lnTo>
                        <a:pt x="82" y="528"/>
                      </a:lnTo>
                      <a:lnTo>
                        <a:pt x="82" y="532"/>
                      </a:lnTo>
                      <a:lnTo>
                        <a:pt x="82" y="536"/>
                      </a:lnTo>
                      <a:lnTo>
                        <a:pt x="80" y="536"/>
                      </a:lnTo>
                      <a:lnTo>
                        <a:pt x="80" y="540"/>
                      </a:lnTo>
                      <a:lnTo>
                        <a:pt x="76" y="540"/>
                      </a:lnTo>
                      <a:lnTo>
                        <a:pt x="72" y="540"/>
                      </a:lnTo>
                      <a:lnTo>
                        <a:pt x="72" y="536"/>
                      </a:lnTo>
                      <a:lnTo>
                        <a:pt x="68" y="536"/>
                      </a:lnTo>
                      <a:lnTo>
                        <a:pt x="64" y="536"/>
                      </a:lnTo>
                      <a:lnTo>
                        <a:pt x="68" y="536"/>
                      </a:lnTo>
                      <a:lnTo>
                        <a:pt x="72" y="536"/>
                      </a:lnTo>
                      <a:lnTo>
                        <a:pt x="72" y="540"/>
                      </a:lnTo>
                      <a:lnTo>
                        <a:pt x="76" y="540"/>
                      </a:lnTo>
                      <a:lnTo>
                        <a:pt x="72" y="540"/>
                      </a:lnTo>
                      <a:lnTo>
                        <a:pt x="72" y="542"/>
                      </a:lnTo>
                      <a:lnTo>
                        <a:pt x="68" y="542"/>
                      </a:lnTo>
                      <a:lnTo>
                        <a:pt x="64" y="542"/>
                      </a:lnTo>
                      <a:lnTo>
                        <a:pt x="64" y="546"/>
                      </a:lnTo>
                      <a:lnTo>
                        <a:pt x="64" y="550"/>
                      </a:lnTo>
                      <a:lnTo>
                        <a:pt x="64" y="554"/>
                      </a:lnTo>
                      <a:lnTo>
                        <a:pt x="60" y="558"/>
                      </a:lnTo>
                      <a:lnTo>
                        <a:pt x="64" y="558"/>
                      </a:lnTo>
                      <a:lnTo>
                        <a:pt x="64" y="562"/>
                      </a:lnTo>
                      <a:lnTo>
                        <a:pt x="64" y="566"/>
                      </a:lnTo>
                      <a:lnTo>
                        <a:pt x="64" y="568"/>
                      </a:lnTo>
                      <a:lnTo>
                        <a:pt x="60" y="568"/>
                      </a:lnTo>
                      <a:lnTo>
                        <a:pt x="56" y="568"/>
                      </a:lnTo>
                      <a:lnTo>
                        <a:pt x="60" y="568"/>
                      </a:lnTo>
                      <a:lnTo>
                        <a:pt x="64" y="568"/>
                      </a:lnTo>
                      <a:lnTo>
                        <a:pt x="64" y="572"/>
                      </a:lnTo>
                      <a:lnTo>
                        <a:pt x="68" y="572"/>
                      </a:lnTo>
                      <a:lnTo>
                        <a:pt x="68" y="576"/>
                      </a:lnTo>
                      <a:lnTo>
                        <a:pt x="68" y="580"/>
                      </a:lnTo>
                      <a:lnTo>
                        <a:pt x="72" y="580"/>
                      </a:lnTo>
                      <a:lnTo>
                        <a:pt x="72" y="584"/>
                      </a:lnTo>
                      <a:lnTo>
                        <a:pt x="72" y="588"/>
                      </a:lnTo>
                      <a:lnTo>
                        <a:pt x="72" y="584"/>
                      </a:lnTo>
                      <a:lnTo>
                        <a:pt x="68" y="584"/>
                      </a:lnTo>
                      <a:lnTo>
                        <a:pt x="64" y="584"/>
                      </a:lnTo>
                      <a:lnTo>
                        <a:pt x="60" y="580"/>
                      </a:lnTo>
                      <a:lnTo>
                        <a:pt x="56" y="580"/>
                      </a:lnTo>
                      <a:lnTo>
                        <a:pt x="54" y="580"/>
                      </a:lnTo>
                      <a:lnTo>
                        <a:pt x="50" y="580"/>
                      </a:lnTo>
                      <a:lnTo>
                        <a:pt x="46" y="580"/>
                      </a:lnTo>
                      <a:lnTo>
                        <a:pt x="42" y="580"/>
                      </a:lnTo>
                      <a:lnTo>
                        <a:pt x="34" y="580"/>
                      </a:lnTo>
                      <a:lnTo>
                        <a:pt x="28" y="580"/>
                      </a:lnTo>
                      <a:lnTo>
                        <a:pt x="24" y="576"/>
                      </a:lnTo>
                      <a:lnTo>
                        <a:pt x="20" y="572"/>
                      </a:lnTo>
                      <a:lnTo>
                        <a:pt x="16" y="568"/>
                      </a:lnTo>
                      <a:lnTo>
                        <a:pt x="20" y="566"/>
                      </a:lnTo>
                      <a:lnTo>
                        <a:pt x="20" y="562"/>
                      </a:lnTo>
                      <a:lnTo>
                        <a:pt x="16" y="562"/>
                      </a:lnTo>
                      <a:lnTo>
                        <a:pt x="16" y="558"/>
                      </a:lnTo>
                      <a:lnTo>
                        <a:pt x="20" y="558"/>
                      </a:lnTo>
                      <a:lnTo>
                        <a:pt x="20" y="554"/>
                      </a:lnTo>
                      <a:lnTo>
                        <a:pt x="16" y="550"/>
                      </a:lnTo>
                      <a:lnTo>
                        <a:pt x="20" y="550"/>
                      </a:lnTo>
                      <a:lnTo>
                        <a:pt x="16" y="550"/>
                      </a:lnTo>
                      <a:lnTo>
                        <a:pt x="12" y="550"/>
                      </a:lnTo>
                      <a:lnTo>
                        <a:pt x="8" y="550"/>
                      </a:lnTo>
                      <a:lnTo>
                        <a:pt x="8" y="554"/>
                      </a:lnTo>
                      <a:lnTo>
                        <a:pt x="4" y="554"/>
                      </a:lnTo>
                      <a:lnTo>
                        <a:pt x="4" y="550"/>
                      </a:lnTo>
                      <a:lnTo>
                        <a:pt x="4" y="546"/>
                      </a:lnTo>
                      <a:lnTo>
                        <a:pt x="4" y="542"/>
                      </a:lnTo>
                      <a:lnTo>
                        <a:pt x="0" y="540"/>
                      </a:lnTo>
                      <a:lnTo>
                        <a:pt x="0" y="536"/>
                      </a:lnTo>
                      <a:lnTo>
                        <a:pt x="0" y="532"/>
                      </a:lnTo>
                      <a:lnTo>
                        <a:pt x="0" y="528"/>
                      </a:lnTo>
                      <a:lnTo>
                        <a:pt x="0" y="524"/>
                      </a:lnTo>
                      <a:lnTo>
                        <a:pt x="0" y="520"/>
                      </a:lnTo>
                      <a:lnTo>
                        <a:pt x="4" y="520"/>
                      </a:lnTo>
                      <a:lnTo>
                        <a:pt x="8" y="520"/>
                      </a:lnTo>
                      <a:lnTo>
                        <a:pt x="4" y="520"/>
                      </a:lnTo>
                      <a:lnTo>
                        <a:pt x="8" y="516"/>
                      </a:lnTo>
                      <a:lnTo>
                        <a:pt x="8" y="512"/>
                      </a:lnTo>
                      <a:lnTo>
                        <a:pt x="12" y="512"/>
                      </a:lnTo>
                      <a:lnTo>
                        <a:pt x="16" y="512"/>
                      </a:lnTo>
                      <a:lnTo>
                        <a:pt x="16" y="510"/>
                      </a:lnTo>
                      <a:lnTo>
                        <a:pt x="16" y="506"/>
                      </a:lnTo>
                      <a:lnTo>
                        <a:pt x="12" y="506"/>
                      </a:lnTo>
                      <a:lnTo>
                        <a:pt x="16" y="506"/>
                      </a:lnTo>
                      <a:lnTo>
                        <a:pt x="16" y="502"/>
                      </a:lnTo>
                      <a:lnTo>
                        <a:pt x="20" y="502"/>
                      </a:lnTo>
                      <a:lnTo>
                        <a:pt x="20" y="498"/>
                      </a:lnTo>
                      <a:lnTo>
                        <a:pt x="16" y="494"/>
                      </a:lnTo>
                      <a:lnTo>
                        <a:pt x="16" y="490"/>
                      </a:lnTo>
                      <a:lnTo>
                        <a:pt x="16" y="488"/>
                      </a:lnTo>
                      <a:lnTo>
                        <a:pt x="20" y="488"/>
                      </a:lnTo>
                      <a:lnTo>
                        <a:pt x="16" y="484"/>
                      </a:lnTo>
                      <a:lnTo>
                        <a:pt x="20" y="484"/>
                      </a:lnTo>
                      <a:lnTo>
                        <a:pt x="24" y="480"/>
                      </a:lnTo>
                      <a:lnTo>
                        <a:pt x="24" y="476"/>
                      </a:lnTo>
                      <a:lnTo>
                        <a:pt x="24" y="472"/>
                      </a:lnTo>
                      <a:lnTo>
                        <a:pt x="28" y="470"/>
                      </a:lnTo>
                      <a:lnTo>
                        <a:pt x="28" y="466"/>
                      </a:lnTo>
                      <a:lnTo>
                        <a:pt x="28" y="462"/>
                      </a:lnTo>
                      <a:lnTo>
                        <a:pt x="28" y="458"/>
                      </a:lnTo>
                      <a:lnTo>
                        <a:pt x="24" y="458"/>
                      </a:lnTo>
                      <a:lnTo>
                        <a:pt x="28" y="458"/>
                      </a:lnTo>
                      <a:lnTo>
                        <a:pt x="28" y="454"/>
                      </a:lnTo>
                      <a:lnTo>
                        <a:pt x="28" y="450"/>
                      </a:lnTo>
                      <a:lnTo>
                        <a:pt x="28" y="446"/>
                      </a:lnTo>
                      <a:lnTo>
                        <a:pt x="30" y="442"/>
                      </a:lnTo>
                      <a:lnTo>
                        <a:pt x="30" y="440"/>
                      </a:lnTo>
                      <a:lnTo>
                        <a:pt x="30" y="436"/>
                      </a:lnTo>
                      <a:lnTo>
                        <a:pt x="28" y="436"/>
                      </a:lnTo>
                      <a:lnTo>
                        <a:pt x="24" y="436"/>
                      </a:lnTo>
                      <a:lnTo>
                        <a:pt x="24" y="432"/>
                      </a:lnTo>
                      <a:lnTo>
                        <a:pt x="20" y="432"/>
                      </a:lnTo>
                      <a:lnTo>
                        <a:pt x="24" y="432"/>
                      </a:lnTo>
                      <a:lnTo>
                        <a:pt x="28" y="432"/>
                      </a:lnTo>
                      <a:lnTo>
                        <a:pt x="30" y="432"/>
                      </a:lnTo>
                      <a:lnTo>
                        <a:pt x="34" y="432"/>
                      </a:lnTo>
                      <a:lnTo>
                        <a:pt x="34" y="428"/>
                      </a:lnTo>
                      <a:lnTo>
                        <a:pt x="34" y="424"/>
                      </a:lnTo>
                      <a:lnTo>
                        <a:pt x="30" y="424"/>
                      </a:lnTo>
                      <a:lnTo>
                        <a:pt x="28" y="424"/>
                      </a:lnTo>
                      <a:lnTo>
                        <a:pt x="24" y="424"/>
                      </a:lnTo>
                      <a:lnTo>
                        <a:pt x="24" y="420"/>
                      </a:lnTo>
                      <a:lnTo>
                        <a:pt x="28" y="420"/>
                      </a:lnTo>
                      <a:lnTo>
                        <a:pt x="24" y="416"/>
                      </a:lnTo>
                      <a:lnTo>
                        <a:pt x="28" y="416"/>
                      </a:lnTo>
                      <a:lnTo>
                        <a:pt x="28" y="414"/>
                      </a:lnTo>
                      <a:lnTo>
                        <a:pt x="28" y="410"/>
                      </a:lnTo>
                      <a:lnTo>
                        <a:pt x="28" y="406"/>
                      </a:lnTo>
                      <a:lnTo>
                        <a:pt x="24" y="406"/>
                      </a:lnTo>
                      <a:lnTo>
                        <a:pt x="24" y="402"/>
                      </a:lnTo>
                      <a:lnTo>
                        <a:pt x="28" y="402"/>
                      </a:lnTo>
                      <a:lnTo>
                        <a:pt x="28" y="398"/>
                      </a:lnTo>
                      <a:lnTo>
                        <a:pt x="24" y="398"/>
                      </a:lnTo>
                      <a:lnTo>
                        <a:pt x="20" y="398"/>
                      </a:lnTo>
                      <a:lnTo>
                        <a:pt x="20" y="394"/>
                      </a:lnTo>
                      <a:lnTo>
                        <a:pt x="20" y="390"/>
                      </a:lnTo>
                      <a:lnTo>
                        <a:pt x="20" y="386"/>
                      </a:lnTo>
                      <a:lnTo>
                        <a:pt x="24" y="384"/>
                      </a:lnTo>
                      <a:lnTo>
                        <a:pt x="20" y="384"/>
                      </a:lnTo>
                      <a:lnTo>
                        <a:pt x="24" y="380"/>
                      </a:lnTo>
                      <a:lnTo>
                        <a:pt x="28" y="380"/>
                      </a:lnTo>
                      <a:lnTo>
                        <a:pt x="28" y="376"/>
                      </a:lnTo>
                      <a:lnTo>
                        <a:pt x="28" y="372"/>
                      </a:lnTo>
                      <a:lnTo>
                        <a:pt x="24" y="372"/>
                      </a:lnTo>
                      <a:lnTo>
                        <a:pt x="24" y="368"/>
                      </a:lnTo>
                      <a:lnTo>
                        <a:pt x="24" y="364"/>
                      </a:lnTo>
                      <a:lnTo>
                        <a:pt x="24" y="360"/>
                      </a:lnTo>
                      <a:lnTo>
                        <a:pt x="24" y="358"/>
                      </a:lnTo>
                      <a:lnTo>
                        <a:pt x="24" y="358"/>
                      </a:lnTo>
                      <a:lnTo>
                        <a:pt x="24" y="358"/>
                      </a:lnTo>
                      <a:close/>
                      <a:moveTo>
                        <a:pt x="164" y="324"/>
                      </a:moveTo>
                      <a:lnTo>
                        <a:pt x="160" y="320"/>
                      </a:lnTo>
                      <a:lnTo>
                        <a:pt x="164" y="320"/>
                      </a:lnTo>
                      <a:lnTo>
                        <a:pt x="164" y="324"/>
                      </a:lnTo>
                      <a:lnTo>
                        <a:pt x="164" y="324"/>
                      </a:lnTo>
                      <a:lnTo>
                        <a:pt x="164" y="324"/>
                      </a:lnTo>
                      <a:close/>
                      <a:moveTo>
                        <a:pt x="72" y="592"/>
                      </a:moveTo>
                      <a:lnTo>
                        <a:pt x="72" y="596"/>
                      </a:lnTo>
                      <a:lnTo>
                        <a:pt x="76" y="598"/>
                      </a:lnTo>
                      <a:lnTo>
                        <a:pt x="76" y="602"/>
                      </a:lnTo>
                      <a:lnTo>
                        <a:pt x="76" y="598"/>
                      </a:lnTo>
                      <a:lnTo>
                        <a:pt x="72" y="598"/>
                      </a:lnTo>
                      <a:lnTo>
                        <a:pt x="72" y="602"/>
                      </a:lnTo>
                      <a:lnTo>
                        <a:pt x="72" y="606"/>
                      </a:lnTo>
                      <a:lnTo>
                        <a:pt x="76" y="606"/>
                      </a:lnTo>
                      <a:lnTo>
                        <a:pt x="80" y="606"/>
                      </a:lnTo>
                      <a:lnTo>
                        <a:pt x="80" y="610"/>
                      </a:lnTo>
                      <a:lnTo>
                        <a:pt x="80" y="614"/>
                      </a:lnTo>
                      <a:lnTo>
                        <a:pt x="82" y="614"/>
                      </a:lnTo>
                      <a:lnTo>
                        <a:pt x="82" y="618"/>
                      </a:lnTo>
                      <a:lnTo>
                        <a:pt x="86" y="618"/>
                      </a:lnTo>
                      <a:lnTo>
                        <a:pt x="86" y="622"/>
                      </a:lnTo>
                      <a:lnTo>
                        <a:pt x="90" y="622"/>
                      </a:lnTo>
                      <a:lnTo>
                        <a:pt x="94" y="626"/>
                      </a:lnTo>
                      <a:lnTo>
                        <a:pt x="98" y="626"/>
                      </a:lnTo>
                      <a:lnTo>
                        <a:pt x="98" y="628"/>
                      </a:lnTo>
                      <a:lnTo>
                        <a:pt x="102" y="632"/>
                      </a:lnTo>
                      <a:lnTo>
                        <a:pt x="106" y="632"/>
                      </a:lnTo>
                      <a:lnTo>
                        <a:pt x="108" y="636"/>
                      </a:lnTo>
                      <a:lnTo>
                        <a:pt x="112" y="636"/>
                      </a:lnTo>
                      <a:lnTo>
                        <a:pt x="116" y="636"/>
                      </a:lnTo>
                      <a:lnTo>
                        <a:pt x="120" y="636"/>
                      </a:lnTo>
                      <a:lnTo>
                        <a:pt x="116" y="640"/>
                      </a:lnTo>
                      <a:lnTo>
                        <a:pt x="112" y="640"/>
                      </a:lnTo>
                      <a:lnTo>
                        <a:pt x="108" y="640"/>
                      </a:lnTo>
                      <a:lnTo>
                        <a:pt x="106" y="644"/>
                      </a:lnTo>
                      <a:lnTo>
                        <a:pt x="102" y="644"/>
                      </a:lnTo>
                      <a:lnTo>
                        <a:pt x="98" y="644"/>
                      </a:lnTo>
                      <a:lnTo>
                        <a:pt x="98" y="640"/>
                      </a:lnTo>
                      <a:lnTo>
                        <a:pt x="94" y="640"/>
                      </a:lnTo>
                      <a:lnTo>
                        <a:pt x="90" y="640"/>
                      </a:lnTo>
                      <a:lnTo>
                        <a:pt x="86" y="640"/>
                      </a:lnTo>
                      <a:lnTo>
                        <a:pt x="82" y="640"/>
                      </a:lnTo>
                      <a:lnTo>
                        <a:pt x="80" y="640"/>
                      </a:lnTo>
                      <a:lnTo>
                        <a:pt x="76" y="640"/>
                      </a:lnTo>
                      <a:lnTo>
                        <a:pt x="72" y="640"/>
                      </a:lnTo>
                      <a:lnTo>
                        <a:pt x="72" y="632"/>
                      </a:lnTo>
                      <a:lnTo>
                        <a:pt x="72" y="628"/>
                      </a:lnTo>
                      <a:lnTo>
                        <a:pt x="72" y="622"/>
                      </a:lnTo>
                      <a:lnTo>
                        <a:pt x="72" y="618"/>
                      </a:lnTo>
                      <a:lnTo>
                        <a:pt x="72" y="610"/>
                      </a:lnTo>
                      <a:lnTo>
                        <a:pt x="72" y="606"/>
                      </a:lnTo>
                      <a:lnTo>
                        <a:pt x="72" y="602"/>
                      </a:lnTo>
                      <a:lnTo>
                        <a:pt x="72" y="596"/>
                      </a:lnTo>
                      <a:lnTo>
                        <a:pt x="72" y="592"/>
                      </a:lnTo>
                      <a:lnTo>
                        <a:pt x="72" y="592"/>
                      </a:lnTo>
                      <a:lnTo>
                        <a:pt x="72" y="592"/>
                      </a:lnTo>
                      <a:close/>
                      <a:moveTo>
                        <a:pt x="126" y="640"/>
                      </a:moveTo>
                      <a:lnTo>
                        <a:pt x="122" y="640"/>
                      </a:lnTo>
                      <a:lnTo>
                        <a:pt x="126" y="636"/>
                      </a:lnTo>
                      <a:lnTo>
                        <a:pt x="126" y="640"/>
                      </a:lnTo>
                      <a:lnTo>
                        <a:pt x="126" y="636"/>
                      </a:lnTo>
                      <a:lnTo>
                        <a:pt x="130" y="636"/>
                      </a:lnTo>
                      <a:lnTo>
                        <a:pt x="134" y="636"/>
                      </a:lnTo>
                      <a:lnTo>
                        <a:pt x="138" y="636"/>
                      </a:lnTo>
                      <a:lnTo>
                        <a:pt x="138" y="640"/>
                      </a:lnTo>
                      <a:lnTo>
                        <a:pt x="134" y="640"/>
                      </a:lnTo>
                      <a:lnTo>
                        <a:pt x="134" y="636"/>
                      </a:lnTo>
                      <a:lnTo>
                        <a:pt x="134" y="640"/>
                      </a:lnTo>
                      <a:lnTo>
                        <a:pt x="130" y="640"/>
                      </a:lnTo>
                      <a:lnTo>
                        <a:pt x="126" y="640"/>
                      </a:lnTo>
                      <a:lnTo>
                        <a:pt x="126" y="640"/>
                      </a:lnTo>
                      <a:lnTo>
                        <a:pt x="126" y="640"/>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237" name="Freeform 179">
                  <a:extLst>
                    <a:ext uri="{FF2B5EF4-FFF2-40B4-BE49-F238E27FC236}">
                      <a16:creationId xmlns:a16="http://schemas.microsoft.com/office/drawing/2014/main" id="{2A23BB9F-D950-C47D-2CAB-ED455C2EA28D}"/>
                    </a:ext>
                  </a:extLst>
                </p:cNvPr>
                <p:cNvSpPr>
                  <a:spLocks/>
                </p:cNvSpPr>
                <p:nvPr/>
              </p:nvSpPr>
              <p:spPr bwMode="gray">
                <a:xfrm>
                  <a:off x="3088509" y="4808421"/>
                  <a:ext cx="299153" cy="403509"/>
                </a:xfrm>
                <a:custGeom>
                  <a:avLst/>
                  <a:gdLst>
                    <a:gd name="T0" fmla="*/ 104 w 172"/>
                    <a:gd name="T1" fmla="*/ 198 h 232"/>
                    <a:gd name="T2" fmla="*/ 96 w 172"/>
                    <a:gd name="T3" fmla="*/ 216 h 232"/>
                    <a:gd name="T4" fmla="*/ 90 w 172"/>
                    <a:gd name="T5" fmla="*/ 216 h 232"/>
                    <a:gd name="T6" fmla="*/ 78 w 172"/>
                    <a:gd name="T7" fmla="*/ 220 h 232"/>
                    <a:gd name="T8" fmla="*/ 74 w 172"/>
                    <a:gd name="T9" fmla="*/ 228 h 232"/>
                    <a:gd name="T10" fmla="*/ 70 w 172"/>
                    <a:gd name="T11" fmla="*/ 216 h 232"/>
                    <a:gd name="T12" fmla="*/ 52 w 172"/>
                    <a:gd name="T13" fmla="*/ 216 h 232"/>
                    <a:gd name="T14" fmla="*/ 50 w 172"/>
                    <a:gd name="T15" fmla="*/ 212 h 232"/>
                    <a:gd name="T16" fmla="*/ 42 w 172"/>
                    <a:gd name="T17" fmla="*/ 220 h 232"/>
                    <a:gd name="T18" fmla="*/ 34 w 172"/>
                    <a:gd name="T19" fmla="*/ 228 h 232"/>
                    <a:gd name="T20" fmla="*/ 26 w 172"/>
                    <a:gd name="T21" fmla="*/ 224 h 232"/>
                    <a:gd name="T22" fmla="*/ 24 w 172"/>
                    <a:gd name="T23" fmla="*/ 212 h 232"/>
                    <a:gd name="T24" fmla="*/ 16 w 172"/>
                    <a:gd name="T25" fmla="*/ 194 h 232"/>
                    <a:gd name="T26" fmla="*/ 12 w 172"/>
                    <a:gd name="T27" fmla="*/ 190 h 232"/>
                    <a:gd name="T28" fmla="*/ 16 w 172"/>
                    <a:gd name="T29" fmla="*/ 180 h 232"/>
                    <a:gd name="T30" fmla="*/ 16 w 172"/>
                    <a:gd name="T31" fmla="*/ 168 h 232"/>
                    <a:gd name="T32" fmla="*/ 8 w 172"/>
                    <a:gd name="T33" fmla="*/ 156 h 232"/>
                    <a:gd name="T34" fmla="*/ 4 w 172"/>
                    <a:gd name="T35" fmla="*/ 146 h 232"/>
                    <a:gd name="T36" fmla="*/ 0 w 172"/>
                    <a:gd name="T37" fmla="*/ 134 h 232"/>
                    <a:gd name="T38" fmla="*/ 4 w 172"/>
                    <a:gd name="T39" fmla="*/ 124 h 232"/>
                    <a:gd name="T40" fmla="*/ 12 w 172"/>
                    <a:gd name="T41" fmla="*/ 116 h 232"/>
                    <a:gd name="T42" fmla="*/ 4 w 172"/>
                    <a:gd name="T43" fmla="*/ 100 h 232"/>
                    <a:gd name="T44" fmla="*/ 4 w 172"/>
                    <a:gd name="T45" fmla="*/ 94 h 232"/>
                    <a:gd name="T46" fmla="*/ 8 w 172"/>
                    <a:gd name="T47" fmla="*/ 78 h 232"/>
                    <a:gd name="T48" fmla="*/ 8 w 172"/>
                    <a:gd name="T49" fmla="*/ 72 h 232"/>
                    <a:gd name="T50" fmla="*/ 8 w 172"/>
                    <a:gd name="T51" fmla="*/ 56 h 232"/>
                    <a:gd name="T52" fmla="*/ 12 w 172"/>
                    <a:gd name="T53" fmla="*/ 46 h 232"/>
                    <a:gd name="T54" fmla="*/ 4 w 172"/>
                    <a:gd name="T55" fmla="*/ 34 h 232"/>
                    <a:gd name="T56" fmla="*/ 4 w 172"/>
                    <a:gd name="T57" fmla="*/ 22 h 232"/>
                    <a:gd name="T58" fmla="*/ 16 w 172"/>
                    <a:gd name="T59" fmla="*/ 26 h 232"/>
                    <a:gd name="T60" fmla="*/ 24 w 172"/>
                    <a:gd name="T61" fmla="*/ 18 h 232"/>
                    <a:gd name="T62" fmla="*/ 26 w 172"/>
                    <a:gd name="T63" fmla="*/ 16 h 232"/>
                    <a:gd name="T64" fmla="*/ 38 w 172"/>
                    <a:gd name="T65" fmla="*/ 12 h 232"/>
                    <a:gd name="T66" fmla="*/ 50 w 172"/>
                    <a:gd name="T67" fmla="*/ 0 h 232"/>
                    <a:gd name="T68" fmla="*/ 56 w 172"/>
                    <a:gd name="T69" fmla="*/ 0 h 232"/>
                    <a:gd name="T70" fmla="*/ 60 w 172"/>
                    <a:gd name="T71" fmla="*/ 12 h 232"/>
                    <a:gd name="T72" fmla="*/ 60 w 172"/>
                    <a:gd name="T73" fmla="*/ 26 h 232"/>
                    <a:gd name="T74" fmla="*/ 64 w 172"/>
                    <a:gd name="T75" fmla="*/ 34 h 232"/>
                    <a:gd name="T76" fmla="*/ 70 w 172"/>
                    <a:gd name="T77" fmla="*/ 46 h 232"/>
                    <a:gd name="T78" fmla="*/ 86 w 172"/>
                    <a:gd name="T79" fmla="*/ 48 h 232"/>
                    <a:gd name="T80" fmla="*/ 94 w 172"/>
                    <a:gd name="T81" fmla="*/ 56 h 232"/>
                    <a:gd name="T82" fmla="*/ 104 w 172"/>
                    <a:gd name="T83" fmla="*/ 64 h 232"/>
                    <a:gd name="T84" fmla="*/ 116 w 172"/>
                    <a:gd name="T85" fmla="*/ 68 h 232"/>
                    <a:gd name="T86" fmla="*/ 130 w 172"/>
                    <a:gd name="T87" fmla="*/ 72 h 232"/>
                    <a:gd name="T88" fmla="*/ 130 w 172"/>
                    <a:gd name="T89" fmla="*/ 82 h 232"/>
                    <a:gd name="T90" fmla="*/ 126 w 172"/>
                    <a:gd name="T91" fmla="*/ 94 h 232"/>
                    <a:gd name="T92" fmla="*/ 134 w 172"/>
                    <a:gd name="T93" fmla="*/ 116 h 232"/>
                    <a:gd name="T94" fmla="*/ 160 w 172"/>
                    <a:gd name="T95" fmla="*/ 116 h 232"/>
                    <a:gd name="T96" fmla="*/ 156 w 172"/>
                    <a:gd name="T97" fmla="*/ 128 h 232"/>
                    <a:gd name="T98" fmla="*/ 164 w 172"/>
                    <a:gd name="T99" fmla="*/ 134 h 232"/>
                    <a:gd name="T100" fmla="*/ 172 w 172"/>
                    <a:gd name="T101" fmla="*/ 150 h 232"/>
                    <a:gd name="T102" fmla="*/ 164 w 172"/>
                    <a:gd name="T103" fmla="*/ 164 h 232"/>
                    <a:gd name="T104" fmla="*/ 164 w 172"/>
                    <a:gd name="T105" fmla="*/ 176 h 232"/>
                    <a:gd name="T106" fmla="*/ 160 w 172"/>
                    <a:gd name="T107" fmla="*/ 176 h 232"/>
                    <a:gd name="T108" fmla="*/ 142 w 172"/>
                    <a:gd name="T109" fmla="*/ 168 h 232"/>
                    <a:gd name="T110" fmla="*/ 126 w 172"/>
                    <a:gd name="T111" fmla="*/ 172 h 232"/>
                    <a:gd name="T112" fmla="*/ 112 w 172"/>
                    <a:gd name="T113" fmla="*/ 176 h 232"/>
                    <a:gd name="T114" fmla="*/ 104 w 172"/>
                    <a:gd name="T115" fmla="*/ 186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72" h="232">
                      <a:moveTo>
                        <a:pt x="104" y="186"/>
                      </a:moveTo>
                      <a:lnTo>
                        <a:pt x="104" y="190"/>
                      </a:lnTo>
                      <a:lnTo>
                        <a:pt x="104" y="194"/>
                      </a:lnTo>
                      <a:lnTo>
                        <a:pt x="104" y="198"/>
                      </a:lnTo>
                      <a:lnTo>
                        <a:pt x="100" y="206"/>
                      </a:lnTo>
                      <a:lnTo>
                        <a:pt x="100" y="210"/>
                      </a:lnTo>
                      <a:lnTo>
                        <a:pt x="100" y="212"/>
                      </a:lnTo>
                      <a:lnTo>
                        <a:pt x="96" y="216"/>
                      </a:lnTo>
                      <a:lnTo>
                        <a:pt x="96" y="220"/>
                      </a:lnTo>
                      <a:lnTo>
                        <a:pt x="96" y="216"/>
                      </a:lnTo>
                      <a:lnTo>
                        <a:pt x="94" y="216"/>
                      </a:lnTo>
                      <a:lnTo>
                        <a:pt x="90" y="216"/>
                      </a:lnTo>
                      <a:lnTo>
                        <a:pt x="86" y="216"/>
                      </a:lnTo>
                      <a:lnTo>
                        <a:pt x="82" y="216"/>
                      </a:lnTo>
                      <a:lnTo>
                        <a:pt x="78" y="216"/>
                      </a:lnTo>
                      <a:lnTo>
                        <a:pt x="78" y="220"/>
                      </a:lnTo>
                      <a:lnTo>
                        <a:pt x="74" y="224"/>
                      </a:lnTo>
                      <a:lnTo>
                        <a:pt x="74" y="228"/>
                      </a:lnTo>
                      <a:lnTo>
                        <a:pt x="74" y="232"/>
                      </a:lnTo>
                      <a:lnTo>
                        <a:pt x="74" y="228"/>
                      </a:lnTo>
                      <a:lnTo>
                        <a:pt x="70" y="228"/>
                      </a:lnTo>
                      <a:lnTo>
                        <a:pt x="70" y="224"/>
                      </a:lnTo>
                      <a:lnTo>
                        <a:pt x="70" y="220"/>
                      </a:lnTo>
                      <a:lnTo>
                        <a:pt x="70" y="216"/>
                      </a:lnTo>
                      <a:lnTo>
                        <a:pt x="66" y="216"/>
                      </a:lnTo>
                      <a:lnTo>
                        <a:pt x="64" y="216"/>
                      </a:lnTo>
                      <a:lnTo>
                        <a:pt x="56" y="216"/>
                      </a:lnTo>
                      <a:lnTo>
                        <a:pt x="52" y="216"/>
                      </a:lnTo>
                      <a:lnTo>
                        <a:pt x="52" y="212"/>
                      </a:lnTo>
                      <a:lnTo>
                        <a:pt x="50" y="212"/>
                      </a:lnTo>
                      <a:lnTo>
                        <a:pt x="50" y="210"/>
                      </a:lnTo>
                      <a:lnTo>
                        <a:pt x="50" y="212"/>
                      </a:lnTo>
                      <a:lnTo>
                        <a:pt x="46" y="212"/>
                      </a:lnTo>
                      <a:lnTo>
                        <a:pt x="46" y="216"/>
                      </a:lnTo>
                      <a:lnTo>
                        <a:pt x="42" y="216"/>
                      </a:lnTo>
                      <a:lnTo>
                        <a:pt x="42" y="220"/>
                      </a:lnTo>
                      <a:lnTo>
                        <a:pt x="42" y="224"/>
                      </a:lnTo>
                      <a:lnTo>
                        <a:pt x="38" y="224"/>
                      </a:lnTo>
                      <a:lnTo>
                        <a:pt x="38" y="228"/>
                      </a:lnTo>
                      <a:lnTo>
                        <a:pt x="34" y="228"/>
                      </a:lnTo>
                      <a:lnTo>
                        <a:pt x="30" y="232"/>
                      </a:lnTo>
                      <a:lnTo>
                        <a:pt x="26" y="232"/>
                      </a:lnTo>
                      <a:lnTo>
                        <a:pt x="24" y="228"/>
                      </a:lnTo>
                      <a:lnTo>
                        <a:pt x="26" y="224"/>
                      </a:lnTo>
                      <a:lnTo>
                        <a:pt x="24" y="224"/>
                      </a:lnTo>
                      <a:lnTo>
                        <a:pt x="24" y="220"/>
                      </a:lnTo>
                      <a:lnTo>
                        <a:pt x="24" y="216"/>
                      </a:lnTo>
                      <a:lnTo>
                        <a:pt x="24" y="212"/>
                      </a:lnTo>
                      <a:lnTo>
                        <a:pt x="24" y="210"/>
                      </a:lnTo>
                      <a:lnTo>
                        <a:pt x="20" y="210"/>
                      </a:lnTo>
                      <a:lnTo>
                        <a:pt x="20" y="202"/>
                      </a:lnTo>
                      <a:lnTo>
                        <a:pt x="16" y="194"/>
                      </a:lnTo>
                      <a:lnTo>
                        <a:pt x="16" y="198"/>
                      </a:lnTo>
                      <a:lnTo>
                        <a:pt x="16" y="194"/>
                      </a:lnTo>
                      <a:lnTo>
                        <a:pt x="16" y="190"/>
                      </a:lnTo>
                      <a:lnTo>
                        <a:pt x="12" y="190"/>
                      </a:lnTo>
                      <a:lnTo>
                        <a:pt x="12" y="186"/>
                      </a:lnTo>
                      <a:lnTo>
                        <a:pt x="12" y="184"/>
                      </a:lnTo>
                      <a:lnTo>
                        <a:pt x="12" y="180"/>
                      </a:lnTo>
                      <a:lnTo>
                        <a:pt x="16" y="180"/>
                      </a:lnTo>
                      <a:lnTo>
                        <a:pt x="16" y="176"/>
                      </a:lnTo>
                      <a:lnTo>
                        <a:pt x="12" y="176"/>
                      </a:lnTo>
                      <a:lnTo>
                        <a:pt x="16" y="172"/>
                      </a:lnTo>
                      <a:lnTo>
                        <a:pt x="16" y="168"/>
                      </a:lnTo>
                      <a:lnTo>
                        <a:pt x="12" y="168"/>
                      </a:lnTo>
                      <a:lnTo>
                        <a:pt x="12" y="164"/>
                      </a:lnTo>
                      <a:lnTo>
                        <a:pt x="8" y="160"/>
                      </a:lnTo>
                      <a:lnTo>
                        <a:pt x="8" y="156"/>
                      </a:lnTo>
                      <a:lnTo>
                        <a:pt x="8" y="154"/>
                      </a:lnTo>
                      <a:lnTo>
                        <a:pt x="8" y="150"/>
                      </a:lnTo>
                      <a:lnTo>
                        <a:pt x="8" y="146"/>
                      </a:lnTo>
                      <a:lnTo>
                        <a:pt x="4" y="146"/>
                      </a:lnTo>
                      <a:lnTo>
                        <a:pt x="4" y="142"/>
                      </a:lnTo>
                      <a:lnTo>
                        <a:pt x="4" y="138"/>
                      </a:lnTo>
                      <a:lnTo>
                        <a:pt x="0" y="138"/>
                      </a:lnTo>
                      <a:lnTo>
                        <a:pt x="0" y="134"/>
                      </a:lnTo>
                      <a:lnTo>
                        <a:pt x="0" y="130"/>
                      </a:lnTo>
                      <a:lnTo>
                        <a:pt x="0" y="128"/>
                      </a:lnTo>
                      <a:lnTo>
                        <a:pt x="4" y="128"/>
                      </a:lnTo>
                      <a:lnTo>
                        <a:pt x="4" y="124"/>
                      </a:lnTo>
                      <a:lnTo>
                        <a:pt x="8" y="124"/>
                      </a:lnTo>
                      <a:lnTo>
                        <a:pt x="8" y="120"/>
                      </a:lnTo>
                      <a:lnTo>
                        <a:pt x="8" y="116"/>
                      </a:lnTo>
                      <a:lnTo>
                        <a:pt x="12" y="116"/>
                      </a:lnTo>
                      <a:lnTo>
                        <a:pt x="8" y="112"/>
                      </a:lnTo>
                      <a:lnTo>
                        <a:pt x="4" y="112"/>
                      </a:lnTo>
                      <a:lnTo>
                        <a:pt x="4" y="104"/>
                      </a:lnTo>
                      <a:lnTo>
                        <a:pt x="4" y="100"/>
                      </a:lnTo>
                      <a:lnTo>
                        <a:pt x="4" y="98"/>
                      </a:lnTo>
                      <a:lnTo>
                        <a:pt x="8" y="98"/>
                      </a:lnTo>
                      <a:lnTo>
                        <a:pt x="8" y="94"/>
                      </a:lnTo>
                      <a:lnTo>
                        <a:pt x="4" y="94"/>
                      </a:lnTo>
                      <a:lnTo>
                        <a:pt x="4" y="90"/>
                      </a:lnTo>
                      <a:lnTo>
                        <a:pt x="4" y="86"/>
                      </a:lnTo>
                      <a:lnTo>
                        <a:pt x="8" y="82"/>
                      </a:lnTo>
                      <a:lnTo>
                        <a:pt x="8" y="78"/>
                      </a:lnTo>
                      <a:lnTo>
                        <a:pt x="12" y="78"/>
                      </a:lnTo>
                      <a:lnTo>
                        <a:pt x="12" y="74"/>
                      </a:lnTo>
                      <a:lnTo>
                        <a:pt x="8" y="74"/>
                      </a:lnTo>
                      <a:lnTo>
                        <a:pt x="8" y="72"/>
                      </a:lnTo>
                      <a:lnTo>
                        <a:pt x="8" y="68"/>
                      </a:lnTo>
                      <a:lnTo>
                        <a:pt x="8" y="64"/>
                      </a:lnTo>
                      <a:lnTo>
                        <a:pt x="8" y="60"/>
                      </a:lnTo>
                      <a:lnTo>
                        <a:pt x="8" y="56"/>
                      </a:lnTo>
                      <a:lnTo>
                        <a:pt x="8" y="52"/>
                      </a:lnTo>
                      <a:lnTo>
                        <a:pt x="12" y="52"/>
                      </a:lnTo>
                      <a:lnTo>
                        <a:pt x="12" y="48"/>
                      </a:lnTo>
                      <a:lnTo>
                        <a:pt x="12" y="46"/>
                      </a:lnTo>
                      <a:lnTo>
                        <a:pt x="12" y="42"/>
                      </a:lnTo>
                      <a:lnTo>
                        <a:pt x="8" y="42"/>
                      </a:lnTo>
                      <a:lnTo>
                        <a:pt x="8" y="38"/>
                      </a:lnTo>
                      <a:lnTo>
                        <a:pt x="4" y="34"/>
                      </a:lnTo>
                      <a:lnTo>
                        <a:pt x="4" y="30"/>
                      </a:lnTo>
                      <a:lnTo>
                        <a:pt x="4" y="26"/>
                      </a:lnTo>
                      <a:lnTo>
                        <a:pt x="0" y="22"/>
                      </a:lnTo>
                      <a:lnTo>
                        <a:pt x="4" y="22"/>
                      </a:lnTo>
                      <a:lnTo>
                        <a:pt x="8" y="22"/>
                      </a:lnTo>
                      <a:lnTo>
                        <a:pt x="12" y="22"/>
                      </a:lnTo>
                      <a:lnTo>
                        <a:pt x="12" y="26"/>
                      </a:lnTo>
                      <a:lnTo>
                        <a:pt x="16" y="26"/>
                      </a:lnTo>
                      <a:lnTo>
                        <a:pt x="16" y="22"/>
                      </a:lnTo>
                      <a:lnTo>
                        <a:pt x="20" y="22"/>
                      </a:lnTo>
                      <a:lnTo>
                        <a:pt x="20" y="18"/>
                      </a:lnTo>
                      <a:lnTo>
                        <a:pt x="24" y="18"/>
                      </a:lnTo>
                      <a:lnTo>
                        <a:pt x="24" y="16"/>
                      </a:lnTo>
                      <a:lnTo>
                        <a:pt x="26" y="16"/>
                      </a:lnTo>
                      <a:lnTo>
                        <a:pt x="26" y="18"/>
                      </a:lnTo>
                      <a:lnTo>
                        <a:pt x="26" y="16"/>
                      </a:lnTo>
                      <a:lnTo>
                        <a:pt x="30" y="16"/>
                      </a:lnTo>
                      <a:lnTo>
                        <a:pt x="30" y="12"/>
                      </a:lnTo>
                      <a:lnTo>
                        <a:pt x="34" y="12"/>
                      </a:lnTo>
                      <a:lnTo>
                        <a:pt x="38" y="12"/>
                      </a:lnTo>
                      <a:lnTo>
                        <a:pt x="38" y="8"/>
                      </a:lnTo>
                      <a:lnTo>
                        <a:pt x="42" y="4"/>
                      </a:lnTo>
                      <a:lnTo>
                        <a:pt x="46" y="4"/>
                      </a:lnTo>
                      <a:lnTo>
                        <a:pt x="50" y="0"/>
                      </a:lnTo>
                      <a:lnTo>
                        <a:pt x="52" y="0"/>
                      </a:lnTo>
                      <a:lnTo>
                        <a:pt x="56" y="0"/>
                      </a:lnTo>
                      <a:lnTo>
                        <a:pt x="56" y="4"/>
                      </a:lnTo>
                      <a:lnTo>
                        <a:pt x="56" y="0"/>
                      </a:lnTo>
                      <a:lnTo>
                        <a:pt x="60" y="0"/>
                      </a:lnTo>
                      <a:lnTo>
                        <a:pt x="60" y="4"/>
                      </a:lnTo>
                      <a:lnTo>
                        <a:pt x="60" y="8"/>
                      </a:lnTo>
                      <a:lnTo>
                        <a:pt x="60" y="12"/>
                      </a:lnTo>
                      <a:lnTo>
                        <a:pt x="60" y="16"/>
                      </a:lnTo>
                      <a:lnTo>
                        <a:pt x="60" y="18"/>
                      </a:lnTo>
                      <a:lnTo>
                        <a:pt x="60" y="22"/>
                      </a:lnTo>
                      <a:lnTo>
                        <a:pt x="60" y="26"/>
                      </a:lnTo>
                      <a:lnTo>
                        <a:pt x="60" y="30"/>
                      </a:lnTo>
                      <a:lnTo>
                        <a:pt x="64" y="34"/>
                      </a:lnTo>
                      <a:lnTo>
                        <a:pt x="64" y="38"/>
                      </a:lnTo>
                      <a:lnTo>
                        <a:pt x="64" y="34"/>
                      </a:lnTo>
                      <a:lnTo>
                        <a:pt x="64" y="38"/>
                      </a:lnTo>
                      <a:lnTo>
                        <a:pt x="64" y="42"/>
                      </a:lnTo>
                      <a:lnTo>
                        <a:pt x="66" y="42"/>
                      </a:lnTo>
                      <a:lnTo>
                        <a:pt x="70" y="46"/>
                      </a:lnTo>
                      <a:lnTo>
                        <a:pt x="74" y="48"/>
                      </a:lnTo>
                      <a:lnTo>
                        <a:pt x="78" y="48"/>
                      </a:lnTo>
                      <a:lnTo>
                        <a:pt x="82" y="48"/>
                      </a:lnTo>
                      <a:lnTo>
                        <a:pt x="86" y="48"/>
                      </a:lnTo>
                      <a:lnTo>
                        <a:pt x="86" y="52"/>
                      </a:lnTo>
                      <a:lnTo>
                        <a:pt x="90" y="52"/>
                      </a:lnTo>
                      <a:lnTo>
                        <a:pt x="94" y="52"/>
                      </a:lnTo>
                      <a:lnTo>
                        <a:pt x="94" y="56"/>
                      </a:lnTo>
                      <a:lnTo>
                        <a:pt x="96" y="56"/>
                      </a:lnTo>
                      <a:lnTo>
                        <a:pt x="100" y="60"/>
                      </a:lnTo>
                      <a:lnTo>
                        <a:pt x="104" y="60"/>
                      </a:lnTo>
                      <a:lnTo>
                        <a:pt x="104" y="64"/>
                      </a:lnTo>
                      <a:lnTo>
                        <a:pt x="108" y="64"/>
                      </a:lnTo>
                      <a:lnTo>
                        <a:pt x="108" y="68"/>
                      </a:lnTo>
                      <a:lnTo>
                        <a:pt x="112" y="68"/>
                      </a:lnTo>
                      <a:lnTo>
                        <a:pt x="116" y="68"/>
                      </a:lnTo>
                      <a:lnTo>
                        <a:pt x="120" y="68"/>
                      </a:lnTo>
                      <a:lnTo>
                        <a:pt x="122" y="68"/>
                      </a:lnTo>
                      <a:lnTo>
                        <a:pt x="126" y="72"/>
                      </a:lnTo>
                      <a:lnTo>
                        <a:pt x="130" y="72"/>
                      </a:lnTo>
                      <a:lnTo>
                        <a:pt x="130" y="74"/>
                      </a:lnTo>
                      <a:lnTo>
                        <a:pt x="126" y="78"/>
                      </a:lnTo>
                      <a:lnTo>
                        <a:pt x="130" y="78"/>
                      </a:lnTo>
                      <a:lnTo>
                        <a:pt x="130" y="82"/>
                      </a:lnTo>
                      <a:lnTo>
                        <a:pt x="130" y="86"/>
                      </a:lnTo>
                      <a:lnTo>
                        <a:pt x="130" y="90"/>
                      </a:lnTo>
                      <a:lnTo>
                        <a:pt x="130" y="94"/>
                      </a:lnTo>
                      <a:lnTo>
                        <a:pt x="126" y="94"/>
                      </a:lnTo>
                      <a:lnTo>
                        <a:pt x="130" y="98"/>
                      </a:lnTo>
                      <a:lnTo>
                        <a:pt x="130" y="100"/>
                      </a:lnTo>
                      <a:lnTo>
                        <a:pt x="134" y="108"/>
                      </a:lnTo>
                      <a:lnTo>
                        <a:pt x="134" y="116"/>
                      </a:lnTo>
                      <a:lnTo>
                        <a:pt x="142" y="116"/>
                      </a:lnTo>
                      <a:lnTo>
                        <a:pt x="150" y="116"/>
                      </a:lnTo>
                      <a:lnTo>
                        <a:pt x="156" y="116"/>
                      </a:lnTo>
                      <a:lnTo>
                        <a:pt x="160" y="116"/>
                      </a:lnTo>
                      <a:lnTo>
                        <a:pt x="160" y="120"/>
                      </a:lnTo>
                      <a:lnTo>
                        <a:pt x="156" y="120"/>
                      </a:lnTo>
                      <a:lnTo>
                        <a:pt x="156" y="124"/>
                      </a:lnTo>
                      <a:lnTo>
                        <a:pt x="156" y="128"/>
                      </a:lnTo>
                      <a:lnTo>
                        <a:pt x="156" y="130"/>
                      </a:lnTo>
                      <a:lnTo>
                        <a:pt x="160" y="130"/>
                      </a:lnTo>
                      <a:lnTo>
                        <a:pt x="160" y="134"/>
                      </a:lnTo>
                      <a:lnTo>
                        <a:pt x="164" y="134"/>
                      </a:lnTo>
                      <a:lnTo>
                        <a:pt x="168" y="138"/>
                      </a:lnTo>
                      <a:lnTo>
                        <a:pt x="168" y="142"/>
                      </a:lnTo>
                      <a:lnTo>
                        <a:pt x="168" y="146"/>
                      </a:lnTo>
                      <a:lnTo>
                        <a:pt x="172" y="150"/>
                      </a:lnTo>
                      <a:lnTo>
                        <a:pt x="168" y="154"/>
                      </a:lnTo>
                      <a:lnTo>
                        <a:pt x="168" y="160"/>
                      </a:lnTo>
                      <a:lnTo>
                        <a:pt x="168" y="164"/>
                      </a:lnTo>
                      <a:lnTo>
                        <a:pt x="164" y="164"/>
                      </a:lnTo>
                      <a:lnTo>
                        <a:pt x="164" y="168"/>
                      </a:lnTo>
                      <a:lnTo>
                        <a:pt x="164" y="176"/>
                      </a:lnTo>
                      <a:lnTo>
                        <a:pt x="160" y="176"/>
                      </a:lnTo>
                      <a:lnTo>
                        <a:pt x="164" y="176"/>
                      </a:lnTo>
                      <a:lnTo>
                        <a:pt x="164" y="180"/>
                      </a:lnTo>
                      <a:lnTo>
                        <a:pt x="160" y="184"/>
                      </a:lnTo>
                      <a:lnTo>
                        <a:pt x="160" y="180"/>
                      </a:lnTo>
                      <a:lnTo>
                        <a:pt x="160" y="176"/>
                      </a:lnTo>
                      <a:lnTo>
                        <a:pt x="156" y="172"/>
                      </a:lnTo>
                      <a:lnTo>
                        <a:pt x="152" y="172"/>
                      </a:lnTo>
                      <a:lnTo>
                        <a:pt x="150" y="168"/>
                      </a:lnTo>
                      <a:lnTo>
                        <a:pt x="142" y="168"/>
                      </a:lnTo>
                      <a:lnTo>
                        <a:pt x="134" y="168"/>
                      </a:lnTo>
                      <a:lnTo>
                        <a:pt x="130" y="168"/>
                      </a:lnTo>
                      <a:lnTo>
                        <a:pt x="126" y="168"/>
                      </a:lnTo>
                      <a:lnTo>
                        <a:pt x="126" y="172"/>
                      </a:lnTo>
                      <a:lnTo>
                        <a:pt x="122" y="172"/>
                      </a:lnTo>
                      <a:lnTo>
                        <a:pt x="116" y="172"/>
                      </a:lnTo>
                      <a:lnTo>
                        <a:pt x="112" y="172"/>
                      </a:lnTo>
                      <a:lnTo>
                        <a:pt x="112" y="176"/>
                      </a:lnTo>
                      <a:lnTo>
                        <a:pt x="108" y="180"/>
                      </a:lnTo>
                      <a:lnTo>
                        <a:pt x="104" y="186"/>
                      </a:lnTo>
                      <a:lnTo>
                        <a:pt x="104" y="186"/>
                      </a:lnTo>
                      <a:lnTo>
                        <a:pt x="104" y="186"/>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238" name="Freeform 180">
                  <a:extLst>
                    <a:ext uri="{FF2B5EF4-FFF2-40B4-BE49-F238E27FC236}">
                      <a16:creationId xmlns:a16="http://schemas.microsoft.com/office/drawing/2014/main" id="{E06EF8DE-9EA1-15A8-A527-2C51408F022D}"/>
                    </a:ext>
                  </a:extLst>
                </p:cNvPr>
                <p:cNvSpPr>
                  <a:spLocks noEditPoints="1"/>
                </p:cNvSpPr>
                <p:nvPr/>
              </p:nvSpPr>
              <p:spPr bwMode="gray">
                <a:xfrm>
                  <a:off x="2980675" y="4359692"/>
                  <a:ext cx="963552" cy="1193133"/>
                </a:xfrm>
                <a:custGeom>
                  <a:avLst/>
                  <a:gdLst>
                    <a:gd name="T0" fmla="*/ 424 w 554"/>
                    <a:gd name="T1" fmla="*/ 140 h 686"/>
                    <a:gd name="T2" fmla="*/ 460 w 554"/>
                    <a:gd name="T3" fmla="*/ 142 h 686"/>
                    <a:gd name="T4" fmla="*/ 520 w 554"/>
                    <a:gd name="T5" fmla="*/ 172 h 686"/>
                    <a:gd name="T6" fmla="*/ 554 w 554"/>
                    <a:gd name="T7" fmla="*/ 224 h 686"/>
                    <a:gd name="T8" fmla="*/ 520 w 554"/>
                    <a:gd name="T9" fmla="*/ 280 h 686"/>
                    <a:gd name="T10" fmla="*/ 498 w 554"/>
                    <a:gd name="T11" fmla="*/ 310 h 686"/>
                    <a:gd name="T12" fmla="*/ 494 w 554"/>
                    <a:gd name="T13" fmla="*/ 358 h 686"/>
                    <a:gd name="T14" fmla="*/ 484 w 554"/>
                    <a:gd name="T15" fmla="*/ 418 h 686"/>
                    <a:gd name="T16" fmla="*/ 454 w 554"/>
                    <a:gd name="T17" fmla="*/ 482 h 686"/>
                    <a:gd name="T18" fmla="*/ 420 w 554"/>
                    <a:gd name="T19" fmla="*/ 490 h 686"/>
                    <a:gd name="T20" fmla="*/ 384 w 554"/>
                    <a:gd name="T21" fmla="*/ 512 h 686"/>
                    <a:gd name="T22" fmla="*/ 358 w 554"/>
                    <a:gd name="T23" fmla="*/ 546 h 686"/>
                    <a:gd name="T24" fmla="*/ 350 w 554"/>
                    <a:gd name="T25" fmla="*/ 594 h 686"/>
                    <a:gd name="T26" fmla="*/ 316 w 554"/>
                    <a:gd name="T27" fmla="*/ 650 h 686"/>
                    <a:gd name="T28" fmla="*/ 330 w 554"/>
                    <a:gd name="T29" fmla="*/ 622 h 686"/>
                    <a:gd name="T30" fmla="*/ 312 w 554"/>
                    <a:gd name="T31" fmla="*/ 646 h 686"/>
                    <a:gd name="T32" fmla="*/ 294 w 554"/>
                    <a:gd name="T33" fmla="*/ 664 h 686"/>
                    <a:gd name="T34" fmla="*/ 256 w 554"/>
                    <a:gd name="T35" fmla="*/ 630 h 686"/>
                    <a:gd name="T36" fmla="*/ 248 w 554"/>
                    <a:gd name="T37" fmla="*/ 600 h 686"/>
                    <a:gd name="T38" fmla="*/ 286 w 554"/>
                    <a:gd name="T39" fmla="*/ 564 h 686"/>
                    <a:gd name="T40" fmla="*/ 272 w 554"/>
                    <a:gd name="T41" fmla="*/ 508 h 686"/>
                    <a:gd name="T42" fmla="*/ 230 w 554"/>
                    <a:gd name="T43" fmla="*/ 474 h 686"/>
                    <a:gd name="T44" fmla="*/ 230 w 554"/>
                    <a:gd name="T45" fmla="*/ 404 h 686"/>
                    <a:gd name="T46" fmla="*/ 192 w 554"/>
                    <a:gd name="T47" fmla="*/ 348 h 686"/>
                    <a:gd name="T48" fmla="*/ 148 w 554"/>
                    <a:gd name="T49" fmla="*/ 310 h 686"/>
                    <a:gd name="T50" fmla="*/ 118 w 554"/>
                    <a:gd name="T51" fmla="*/ 258 h 686"/>
                    <a:gd name="T52" fmla="*/ 74 w 554"/>
                    <a:gd name="T53" fmla="*/ 284 h 686"/>
                    <a:gd name="T54" fmla="*/ 30 w 554"/>
                    <a:gd name="T55" fmla="*/ 262 h 686"/>
                    <a:gd name="T56" fmla="*/ 4 w 554"/>
                    <a:gd name="T57" fmla="*/ 216 h 686"/>
                    <a:gd name="T58" fmla="*/ 36 w 554"/>
                    <a:gd name="T59" fmla="*/ 168 h 686"/>
                    <a:gd name="T60" fmla="*/ 66 w 554"/>
                    <a:gd name="T61" fmla="*/ 110 h 686"/>
                    <a:gd name="T62" fmla="*/ 66 w 554"/>
                    <a:gd name="T63" fmla="*/ 64 h 686"/>
                    <a:gd name="T64" fmla="*/ 108 w 554"/>
                    <a:gd name="T65" fmla="*/ 80 h 686"/>
                    <a:gd name="T66" fmla="*/ 152 w 554"/>
                    <a:gd name="T67" fmla="*/ 54 h 686"/>
                    <a:gd name="T68" fmla="*/ 140 w 554"/>
                    <a:gd name="T69" fmla="*/ 28 h 686"/>
                    <a:gd name="T70" fmla="*/ 186 w 554"/>
                    <a:gd name="T71" fmla="*/ 16 h 686"/>
                    <a:gd name="T72" fmla="*/ 196 w 554"/>
                    <a:gd name="T73" fmla="*/ 46 h 686"/>
                    <a:gd name="T74" fmla="*/ 234 w 554"/>
                    <a:gd name="T75" fmla="*/ 60 h 686"/>
                    <a:gd name="T76" fmla="*/ 282 w 554"/>
                    <a:gd name="T77" fmla="*/ 56 h 686"/>
                    <a:gd name="T78" fmla="*/ 320 w 554"/>
                    <a:gd name="T79" fmla="*/ 24 h 686"/>
                    <a:gd name="T80" fmla="*/ 338 w 554"/>
                    <a:gd name="T81" fmla="*/ 72 h 686"/>
                    <a:gd name="T82" fmla="*/ 302 w 554"/>
                    <a:gd name="T83" fmla="*/ 120 h 686"/>
                    <a:gd name="T84" fmla="*/ 316 w 554"/>
                    <a:gd name="T85" fmla="*/ 128 h 686"/>
                    <a:gd name="T86" fmla="*/ 346 w 554"/>
                    <a:gd name="T87" fmla="*/ 120 h 686"/>
                    <a:gd name="T88" fmla="*/ 364 w 554"/>
                    <a:gd name="T89" fmla="*/ 116 h 686"/>
                    <a:gd name="T90" fmla="*/ 390 w 554"/>
                    <a:gd name="T91" fmla="*/ 114 h 686"/>
                    <a:gd name="T92" fmla="*/ 414 w 554"/>
                    <a:gd name="T93" fmla="*/ 124 h 686"/>
                    <a:gd name="T94" fmla="*/ 328 w 554"/>
                    <a:gd name="T95" fmla="*/ 110 h 686"/>
                    <a:gd name="T96" fmla="*/ 360 w 554"/>
                    <a:gd name="T97" fmla="*/ 110 h 686"/>
                    <a:gd name="T98" fmla="*/ 338 w 554"/>
                    <a:gd name="T99" fmla="*/ 76 h 686"/>
                    <a:gd name="T100" fmla="*/ 330 w 554"/>
                    <a:gd name="T101" fmla="*/ 86 h 686"/>
                    <a:gd name="T102" fmla="*/ 330 w 554"/>
                    <a:gd name="T103" fmla="*/ 90 h 686"/>
                    <a:gd name="T104" fmla="*/ 328 w 554"/>
                    <a:gd name="T105" fmla="*/ 90 h 686"/>
                    <a:gd name="T106" fmla="*/ 324 w 554"/>
                    <a:gd name="T107" fmla="*/ 98 h 686"/>
                    <a:gd name="T108" fmla="*/ 324 w 554"/>
                    <a:gd name="T109" fmla="*/ 110 h 686"/>
                    <a:gd name="T110" fmla="*/ 386 w 554"/>
                    <a:gd name="T111" fmla="*/ 110 h 686"/>
                    <a:gd name="T112" fmla="*/ 410 w 554"/>
                    <a:gd name="T113" fmla="*/ 116 h 686"/>
                    <a:gd name="T114" fmla="*/ 354 w 554"/>
                    <a:gd name="T115" fmla="*/ 120 h 686"/>
                    <a:gd name="T116" fmla="*/ 416 w 554"/>
                    <a:gd name="T117" fmla="*/ 142 h 686"/>
                    <a:gd name="T118" fmla="*/ 360 w 554"/>
                    <a:gd name="T119" fmla="*/ 546 h 686"/>
                    <a:gd name="T120" fmla="*/ 324 w 554"/>
                    <a:gd name="T121" fmla="*/ 102 h 6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54" h="686">
                      <a:moveTo>
                        <a:pt x="414" y="124"/>
                      </a:moveTo>
                      <a:lnTo>
                        <a:pt x="416" y="124"/>
                      </a:lnTo>
                      <a:lnTo>
                        <a:pt x="416" y="128"/>
                      </a:lnTo>
                      <a:lnTo>
                        <a:pt x="416" y="132"/>
                      </a:lnTo>
                      <a:lnTo>
                        <a:pt x="416" y="128"/>
                      </a:lnTo>
                      <a:lnTo>
                        <a:pt x="420" y="132"/>
                      </a:lnTo>
                      <a:lnTo>
                        <a:pt x="416" y="136"/>
                      </a:lnTo>
                      <a:lnTo>
                        <a:pt x="416" y="140"/>
                      </a:lnTo>
                      <a:lnTo>
                        <a:pt x="414" y="142"/>
                      </a:lnTo>
                      <a:lnTo>
                        <a:pt x="416" y="142"/>
                      </a:lnTo>
                      <a:lnTo>
                        <a:pt x="414" y="146"/>
                      </a:lnTo>
                      <a:lnTo>
                        <a:pt x="414" y="150"/>
                      </a:lnTo>
                      <a:lnTo>
                        <a:pt x="416" y="146"/>
                      </a:lnTo>
                      <a:lnTo>
                        <a:pt x="416" y="142"/>
                      </a:lnTo>
                      <a:lnTo>
                        <a:pt x="420" y="140"/>
                      </a:lnTo>
                      <a:lnTo>
                        <a:pt x="420" y="136"/>
                      </a:lnTo>
                      <a:lnTo>
                        <a:pt x="424" y="136"/>
                      </a:lnTo>
                      <a:lnTo>
                        <a:pt x="424" y="140"/>
                      </a:lnTo>
                      <a:lnTo>
                        <a:pt x="420" y="140"/>
                      </a:lnTo>
                      <a:lnTo>
                        <a:pt x="420" y="142"/>
                      </a:lnTo>
                      <a:lnTo>
                        <a:pt x="424" y="140"/>
                      </a:lnTo>
                      <a:lnTo>
                        <a:pt x="424" y="136"/>
                      </a:lnTo>
                      <a:lnTo>
                        <a:pt x="428" y="136"/>
                      </a:lnTo>
                      <a:lnTo>
                        <a:pt x="432" y="136"/>
                      </a:lnTo>
                      <a:lnTo>
                        <a:pt x="432" y="132"/>
                      </a:lnTo>
                      <a:lnTo>
                        <a:pt x="436" y="132"/>
                      </a:lnTo>
                      <a:lnTo>
                        <a:pt x="436" y="136"/>
                      </a:lnTo>
                      <a:lnTo>
                        <a:pt x="440" y="136"/>
                      </a:lnTo>
                      <a:lnTo>
                        <a:pt x="444" y="136"/>
                      </a:lnTo>
                      <a:lnTo>
                        <a:pt x="444" y="140"/>
                      </a:lnTo>
                      <a:lnTo>
                        <a:pt x="446" y="140"/>
                      </a:lnTo>
                      <a:lnTo>
                        <a:pt x="450" y="140"/>
                      </a:lnTo>
                      <a:lnTo>
                        <a:pt x="450" y="142"/>
                      </a:lnTo>
                      <a:lnTo>
                        <a:pt x="450" y="140"/>
                      </a:lnTo>
                      <a:lnTo>
                        <a:pt x="454" y="140"/>
                      </a:lnTo>
                      <a:lnTo>
                        <a:pt x="454" y="142"/>
                      </a:lnTo>
                      <a:lnTo>
                        <a:pt x="454" y="140"/>
                      </a:lnTo>
                      <a:lnTo>
                        <a:pt x="458" y="140"/>
                      </a:lnTo>
                      <a:lnTo>
                        <a:pt x="458" y="142"/>
                      </a:lnTo>
                      <a:lnTo>
                        <a:pt x="460" y="142"/>
                      </a:lnTo>
                      <a:lnTo>
                        <a:pt x="464" y="142"/>
                      </a:lnTo>
                      <a:lnTo>
                        <a:pt x="460" y="142"/>
                      </a:lnTo>
                      <a:lnTo>
                        <a:pt x="464" y="142"/>
                      </a:lnTo>
                      <a:lnTo>
                        <a:pt x="468" y="142"/>
                      </a:lnTo>
                      <a:lnTo>
                        <a:pt x="472" y="142"/>
                      </a:lnTo>
                      <a:lnTo>
                        <a:pt x="472" y="140"/>
                      </a:lnTo>
                      <a:lnTo>
                        <a:pt x="476" y="140"/>
                      </a:lnTo>
                      <a:lnTo>
                        <a:pt x="480" y="142"/>
                      </a:lnTo>
                      <a:lnTo>
                        <a:pt x="484" y="142"/>
                      </a:lnTo>
                      <a:lnTo>
                        <a:pt x="486" y="146"/>
                      </a:lnTo>
                      <a:lnTo>
                        <a:pt x="490" y="146"/>
                      </a:lnTo>
                      <a:lnTo>
                        <a:pt x="490" y="150"/>
                      </a:lnTo>
                      <a:lnTo>
                        <a:pt x="494" y="150"/>
                      </a:lnTo>
                      <a:lnTo>
                        <a:pt x="498" y="154"/>
                      </a:lnTo>
                      <a:lnTo>
                        <a:pt x="502" y="156"/>
                      </a:lnTo>
                      <a:lnTo>
                        <a:pt x="506" y="156"/>
                      </a:lnTo>
                      <a:lnTo>
                        <a:pt x="506" y="160"/>
                      </a:lnTo>
                      <a:lnTo>
                        <a:pt x="506" y="164"/>
                      </a:lnTo>
                      <a:lnTo>
                        <a:pt x="510" y="164"/>
                      </a:lnTo>
                      <a:lnTo>
                        <a:pt x="514" y="168"/>
                      </a:lnTo>
                      <a:lnTo>
                        <a:pt x="514" y="172"/>
                      </a:lnTo>
                      <a:lnTo>
                        <a:pt x="516" y="172"/>
                      </a:lnTo>
                      <a:lnTo>
                        <a:pt x="520" y="172"/>
                      </a:lnTo>
                      <a:lnTo>
                        <a:pt x="520" y="176"/>
                      </a:lnTo>
                      <a:lnTo>
                        <a:pt x="524" y="176"/>
                      </a:lnTo>
                      <a:lnTo>
                        <a:pt x="524" y="180"/>
                      </a:lnTo>
                      <a:lnTo>
                        <a:pt x="528" y="180"/>
                      </a:lnTo>
                      <a:lnTo>
                        <a:pt x="532" y="180"/>
                      </a:lnTo>
                      <a:lnTo>
                        <a:pt x="536" y="180"/>
                      </a:lnTo>
                      <a:lnTo>
                        <a:pt x="540" y="180"/>
                      </a:lnTo>
                      <a:lnTo>
                        <a:pt x="542" y="180"/>
                      </a:lnTo>
                      <a:lnTo>
                        <a:pt x="546" y="180"/>
                      </a:lnTo>
                      <a:lnTo>
                        <a:pt x="546" y="184"/>
                      </a:lnTo>
                      <a:lnTo>
                        <a:pt x="546" y="186"/>
                      </a:lnTo>
                      <a:lnTo>
                        <a:pt x="546" y="190"/>
                      </a:lnTo>
                      <a:lnTo>
                        <a:pt x="550" y="194"/>
                      </a:lnTo>
                      <a:lnTo>
                        <a:pt x="550" y="198"/>
                      </a:lnTo>
                      <a:lnTo>
                        <a:pt x="550" y="202"/>
                      </a:lnTo>
                      <a:lnTo>
                        <a:pt x="550" y="206"/>
                      </a:lnTo>
                      <a:lnTo>
                        <a:pt x="554" y="210"/>
                      </a:lnTo>
                      <a:lnTo>
                        <a:pt x="554" y="212"/>
                      </a:lnTo>
                      <a:lnTo>
                        <a:pt x="554" y="216"/>
                      </a:lnTo>
                      <a:lnTo>
                        <a:pt x="554" y="220"/>
                      </a:lnTo>
                      <a:lnTo>
                        <a:pt x="554" y="224"/>
                      </a:lnTo>
                      <a:lnTo>
                        <a:pt x="554" y="228"/>
                      </a:lnTo>
                      <a:lnTo>
                        <a:pt x="554" y="232"/>
                      </a:lnTo>
                      <a:lnTo>
                        <a:pt x="550" y="236"/>
                      </a:lnTo>
                      <a:lnTo>
                        <a:pt x="550" y="240"/>
                      </a:lnTo>
                      <a:lnTo>
                        <a:pt x="550" y="242"/>
                      </a:lnTo>
                      <a:lnTo>
                        <a:pt x="550" y="246"/>
                      </a:lnTo>
                      <a:lnTo>
                        <a:pt x="546" y="246"/>
                      </a:lnTo>
                      <a:lnTo>
                        <a:pt x="546" y="250"/>
                      </a:lnTo>
                      <a:lnTo>
                        <a:pt x="542" y="254"/>
                      </a:lnTo>
                      <a:lnTo>
                        <a:pt x="542" y="258"/>
                      </a:lnTo>
                      <a:lnTo>
                        <a:pt x="540" y="258"/>
                      </a:lnTo>
                      <a:lnTo>
                        <a:pt x="540" y="262"/>
                      </a:lnTo>
                      <a:lnTo>
                        <a:pt x="536" y="266"/>
                      </a:lnTo>
                      <a:lnTo>
                        <a:pt x="532" y="268"/>
                      </a:lnTo>
                      <a:lnTo>
                        <a:pt x="532" y="272"/>
                      </a:lnTo>
                      <a:lnTo>
                        <a:pt x="528" y="272"/>
                      </a:lnTo>
                      <a:lnTo>
                        <a:pt x="524" y="276"/>
                      </a:lnTo>
                      <a:lnTo>
                        <a:pt x="524" y="280"/>
                      </a:lnTo>
                      <a:lnTo>
                        <a:pt x="520" y="280"/>
                      </a:lnTo>
                      <a:lnTo>
                        <a:pt x="520" y="276"/>
                      </a:lnTo>
                      <a:lnTo>
                        <a:pt x="520" y="280"/>
                      </a:lnTo>
                      <a:lnTo>
                        <a:pt x="520" y="284"/>
                      </a:lnTo>
                      <a:lnTo>
                        <a:pt x="520" y="280"/>
                      </a:lnTo>
                      <a:lnTo>
                        <a:pt x="520" y="284"/>
                      </a:lnTo>
                      <a:lnTo>
                        <a:pt x="516" y="288"/>
                      </a:lnTo>
                      <a:lnTo>
                        <a:pt x="516" y="284"/>
                      </a:lnTo>
                      <a:lnTo>
                        <a:pt x="516" y="288"/>
                      </a:lnTo>
                      <a:lnTo>
                        <a:pt x="516" y="292"/>
                      </a:lnTo>
                      <a:lnTo>
                        <a:pt x="514" y="296"/>
                      </a:lnTo>
                      <a:lnTo>
                        <a:pt x="514" y="298"/>
                      </a:lnTo>
                      <a:lnTo>
                        <a:pt x="514" y="302"/>
                      </a:lnTo>
                      <a:lnTo>
                        <a:pt x="510" y="302"/>
                      </a:lnTo>
                      <a:lnTo>
                        <a:pt x="510" y="306"/>
                      </a:lnTo>
                      <a:lnTo>
                        <a:pt x="510" y="310"/>
                      </a:lnTo>
                      <a:lnTo>
                        <a:pt x="506" y="314"/>
                      </a:lnTo>
                      <a:lnTo>
                        <a:pt x="502" y="314"/>
                      </a:lnTo>
                      <a:lnTo>
                        <a:pt x="502" y="310"/>
                      </a:lnTo>
                      <a:lnTo>
                        <a:pt x="498" y="310"/>
                      </a:lnTo>
                      <a:lnTo>
                        <a:pt x="498" y="306"/>
                      </a:lnTo>
                      <a:lnTo>
                        <a:pt x="498" y="310"/>
                      </a:lnTo>
                      <a:lnTo>
                        <a:pt x="498" y="314"/>
                      </a:lnTo>
                      <a:lnTo>
                        <a:pt x="498" y="310"/>
                      </a:lnTo>
                      <a:lnTo>
                        <a:pt x="494" y="310"/>
                      </a:lnTo>
                      <a:lnTo>
                        <a:pt x="498" y="310"/>
                      </a:lnTo>
                      <a:lnTo>
                        <a:pt x="494" y="310"/>
                      </a:lnTo>
                      <a:lnTo>
                        <a:pt x="498" y="314"/>
                      </a:lnTo>
                      <a:lnTo>
                        <a:pt x="498" y="318"/>
                      </a:lnTo>
                      <a:lnTo>
                        <a:pt x="494" y="318"/>
                      </a:lnTo>
                      <a:lnTo>
                        <a:pt x="494" y="322"/>
                      </a:lnTo>
                      <a:lnTo>
                        <a:pt x="494" y="326"/>
                      </a:lnTo>
                      <a:lnTo>
                        <a:pt x="494" y="328"/>
                      </a:lnTo>
                      <a:lnTo>
                        <a:pt x="494" y="332"/>
                      </a:lnTo>
                      <a:lnTo>
                        <a:pt x="494" y="336"/>
                      </a:lnTo>
                      <a:lnTo>
                        <a:pt x="494" y="332"/>
                      </a:lnTo>
                      <a:lnTo>
                        <a:pt x="494" y="328"/>
                      </a:lnTo>
                      <a:lnTo>
                        <a:pt x="494" y="332"/>
                      </a:lnTo>
                      <a:lnTo>
                        <a:pt x="494" y="336"/>
                      </a:lnTo>
                      <a:lnTo>
                        <a:pt x="494" y="340"/>
                      </a:lnTo>
                      <a:lnTo>
                        <a:pt x="494" y="344"/>
                      </a:lnTo>
                      <a:lnTo>
                        <a:pt x="494" y="348"/>
                      </a:lnTo>
                      <a:lnTo>
                        <a:pt x="494" y="352"/>
                      </a:lnTo>
                      <a:lnTo>
                        <a:pt x="494" y="354"/>
                      </a:lnTo>
                      <a:lnTo>
                        <a:pt x="494" y="358"/>
                      </a:lnTo>
                      <a:lnTo>
                        <a:pt x="494" y="362"/>
                      </a:lnTo>
                      <a:lnTo>
                        <a:pt x="494" y="366"/>
                      </a:lnTo>
                      <a:lnTo>
                        <a:pt x="494" y="370"/>
                      </a:lnTo>
                      <a:lnTo>
                        <a:pt x="494" y="374"/>
                      </a:lnTo>
                      <a:lnTo>
                        <a:pt x="494" y="378"/>
                      </a:lnTo>
                      <a:lnTo>
                        <a:pt x="494" y="382"/>
                      </a:lnTo>
                      <a:lnTo>
                        <a:pt x="490" y="382"/>
                      </a:lnTo>
                      <a:lnTo>
                        <a:pt x="494" y="382"/>
                      </a:lnTo>
                      <a:lnTo>
                        <a:pt x="490" y="384"/>
                      </a:lnTo>
                      <a:lnTo>
                        <a:pt x="490" y="388"/>
                      </a:lnTo>
                      <a:lnTo>
                        <a:pt x="490" y="392"/>
                      </a:lnTo>
                      <a:lnTo>
                        <a:pt x="490" y="396"/>
                      </a:lnTo>
                      <a:lnTo>
                        <a:pt x="494" y="396"/>
                      </a:lnTo>
                      <a:lnTo>
                        <a:pt x="490" y="400"/>
                      </a:lnTo>
                      <a:lnTo>
                        <a:pt x="486" y="400"/>
                      </a:lnTo>
                      <a:lnTo>
                        <a:pt x="486" y="404"/>
                      </a:lnTo>
                      <a:lnTo>
                        <a:pt x="486" y="408"/>
                      </a:lnTo>
                      <a:lnTo>
                        <a:pt x="484" y="408"/>
                      </a:lnTo>
                      <a:lnTo>
                        <a:pt x="484" y="410"/>
                      </a:lnTo>
                      <a:lnTo>
                        <a:pt x="484" y="414"/>
                      </a:lnTo>
                      <a:lnTo>
                        <a:pt x="484" y="418"/>
                      </a:lnTo>
                      <a:lnTo>
                        <a:pt x="484" y="422"/>
                      </a:lnTo>
                      <a:lnTo>
                        <a:pt x="484" y="426"/>
                      </a:lnTo>
                      <a:lnTo>
                        <a:pt x="484" y="430"/>
                      </a:lnTo>
                      <a:lnTo>
                        <a:pt x="484" y="434"/>
                      </a:lnTo>
                      <a:lnTo>
                        <a:pt x="480" y="434"/>
                      </a:lnTo>
                      <a:lnTo>
                        <a:pt x="480" y="438"/>
                      </a:lnTo>
                      <a:lnTo>
                        <a:pt x="480" y="440"/>
                      </a:lnTo>
                      <a:lnTo>
                        <a:pt x="476" y="440"/>
                      </a:lnTo>
                      <a:lnTo>
                        <a:pt x="476" y="444"/>
                      </a:lnTo>
                      <a:lnTo>
                        <a:pt x="476" y="448"/>
                      </a:lnTo>
                      <a:lnTo>
                        <a:pt x="472" y="452"/>
                      </a:lnTo>
                      <a:lnTo>
                        <a:pt x="468" y="452"/>
                      </a:lnTo>
                      <a:lnTo>
                        <a:pt x="468" y="456"/>
                      </a:lnTo>
                      <a:lnTo>
                        <a:pt x="468" y="460"/>
                      </a:lnTo>
                      <a:lnTo>
                        <a:pt x="464" y="464"/>
                      </a:lnTo>
                      <a:lnTo>
                        <a:pt x="464" y="466"/>
                      </a:lnTo>
                      <a:lnTo>
                        <a:pt x="468" y="470"/>
                      </a:lnTo>
                      <a:lnTo>
                        <a:pt x="464" y="474"/>
                      </a:lnTo>
                      <a:lnTo>
                        <a:pt x="460" y="474"/>
                      </a:lnTo>
                      <a:lnTo>
                        <a:pt x="458" y="478"/>
                      </a:lnTo>
                      <a:lnTo>
                        <a:pt x="454" y="482"/>
                      </a:lnTo>
                      <a:lnTo>
                        <a:pt x="454" y="486"/>
                      </a:lnTo>
                      <a:lnTo>
                        <a:pt x="450" y="490"/>
                      </a:lnTo>
                      <a:lnTo>
                        <a:pt x="446" y="490"/>
                      </a:lnTo>
                      <a:lnTo>
                        <a:pt x="444" y="490"/>
                      </a:lnTo>
                      <a:lnTo>
                        <a:pt x="440" y="490"/>
                      </a:lnTo>
                      <a:lnTo>
                        <a:pt x="436" y="490"/>
                      </a:lnTo>
                      <a:lnTo>
                        <a:pt x="436" y="486"/>
                      </a:lnTo>
                      <a:lnTo>
                        <a:pt x="440" y="486"/>
                      </a:lnTo>
                      <a:lnTo>
                        <a:pt x="436" y="486"/>
                      </a:lnTo>
                      <a:lnTo>
                        <a:pt x="436" y="490"/>
                      </a:lnTo>
                      <a:lnTo>
                        <a:pt x="432" y="490"/>
                      </a:lnTo>
                      <a:lnTo>
                        <a:pt x="428" y="494"/>
                      </a:lnTo>
                      <a:lnTo>
                        <a:pt x="424" y="494"/>
                      </a:lnTo>
                      <a:lnTo>
                        <a:pt x="424" y="490"/>
                      </a:lnTo>
                      <a:lnTo>
                        <a:pt x="424" y="494"/>
                      </a:lnTo>
                      <a:lnTo>
                        <a:pt x="428" y="494"/>
                      </a:lnTo>
                      <a:lnTo>
                        <a:pt x="432" y="490"/>
                      </a:lnTo>
                      <a:lnTo>
                        <a:pt x="428" y="490"/>
                      </a:lnTo>
                      <a:lnTo>
                        <a:pt x="424" y="490"/>
                      </a:lnTo>
                      <a:lnTo>
                        <a:pt x="420" y="494"/>
                      </a:lnTo>
                      <a:lnTo>
                        <a:pt x="420" y="490"/>
                      </a:lnTo>
                      <a:lnTo>
                        <a:pt x="416" y="490"/>
                      </a:lnTo>
                      <a:lnTo>
                        <a:pt x="416" y="494"/>
                      </a:lnTo>
                      <a:lnTo>
                        <a:pt x="414" y="494"/>
                      </a:lnTo>
                      <a:lnTo>
                        <a:pt x="416" y="494"/>
                      </a:lnTo>
                      <a:lnTo>
                        <a:pt x="416" y="496"/>
                      </a:lnTo>
                      <a:lnTo>
                        <a:pt x="414" y="496"/>
                      </a:lnTo>
                      <a:lnTo>
                        <a:pt x="410" y="496"/>
                      </a:lnTo>
                      <a:lnTo>
                        <a:pt x="410" y="500"/>
                      </a:lnTo>
                      <a:lnTo>
                        <a:pt x="406" y="500"/>
                      </a:lnTo>
                      <a:lnTo>
                        <a:pt x="406" y="504"/>
                      </a:lnTo>
                      <a:lnTo>
                        <a:pt x="402" y="504"/>
                      </a:lnTo>
                      <a:lnTo>
                        <a:pt x="398" y="504"/>
                      </a:lnTo>
                      <a:lnTo>
                        <a:pt x="394" y="504"/>
                      </a:lnTo>
                      <a:lnTo>
                        <a:pt x="394" y="508"/>
                      </a:lnTo>
                      <a:lnTo>
                        <a:pt x="394" y="504"/>
                      </a:lnTo>
                      <a:lnTo>
                        <a:pt x="394" y="508"/>
                      </a:lnTo>
                      <a:lnTo>
                        <a:pt x="390" y="508"/>
                      </a:lnTo>
                      <a:lnTo>
                        <a:pt x="390" y="504"/>
                      </a:lnTo>
                      <a:lnTo>
                        <a:pt x="390" y="508"/>
                      </a:lnTo>
                      <a:lnTo>
                        <a:pt x="386" y="512"/>
                      </a:lnTo>
                      <a:lnTo>
                        <a:pt x="384" y="512"/>
                      </a:lnTo>
                      <a:lnTo>
                        <a:pt x="384" y="516"/>
                      </a:lnTo>
                      <a:lnTo>
                        <a:pt x="380" y="520"/>
                      </a:lnTo>
                      <a:lnTo>
                        <a:pt x="376" y="520"/>
                      </a:lnTo>
                      <a:lnTo>
                        <a:pt x="372" y="522"/>
                      </a:lnTo>
                      <a:lnTo>
                        <a:pt x="368" y="522"/>
                      </a:lnTo>
                      <a:lnTo>
                        <a:pt x="368" y="526"/>
                      </a:lnTo>
                      <a:lnTo>
                        <a:pt x="368" y="530"/>
                      </a:lnTo>
                      <a:lnTo>
                        <a:pt x="364" y="534"/>
                      </a:lnTo>
                      <a:lnTo>
                        <a:pt x="364" y="530"/>
                      </a:lnTo>
                      <a:lnTo>
                        <a:pt x="360" y="530"/>
                      </a:lnTo>
                      <a:lnTo>
                        <a:pt x="360" y="534"/>
                      </a:lnTo>
                      <a:lnTo>
                        <a:pt x="358" y="534"/>
                      </a:lnTo>
                      <a:lnTo>
                        <a:pt x="360" y="534"/>
                      </a:lnTo>
                      <a:lnTo>
                        <a:pt x="360" y="538"/>
                      </a:lnTo>
                      <a:lnTo>
                        <a:pt x="360" y="542"/>
                      </a:lnTo>
                      <a:lnTo>
                        <a:pt x="358" y="542"/>
                      </a:lnTo>
                      <a:lnTo>
                        <a:pt x="360" y="542"/>
                      </a:lnTo>
                      <a:lnTo>
                        <a:pt x="360" y="546"/>
                      </a:lnTo>
                      <a:lnTo>
                        <a:pt x="360" y="550"/>
                      </a:lnTo>
                      <a:lnTo>
                        <a:pt x="358" y="550"/>
                      </a:lnTo>
                      <a:lnTo>
                        <a:pt x="358" y="546"/>
                      </a:lnTo>
                      <a:lnTo>
                        <a:pt x="358" y="550"/>
                      </a:lnTo>
                      <a:lnTo>
                        <a:pt x="358" y="552"/>
                      </a:lnTo>
                      <a:lnTo>
                        <a:pt x="360" y="552"/>
                      </a:lnTo>
                      <a:lnTo>
                        <a:pt x="358" y="552"/>
                      </a:lnTo>
                      <a:lnTo>
                        <a:pt x="358" y="556"/>
                      </a:lnTo>
                      <a:lnTo>
                        <a:pt x="358" y="560"/>
                      </a:lnTo>
                      <a:lnTo>
                        <a:pt x="360" y="564"/>
                      </a:lnTo>
                      <a:lnTo>
                        <a:pt x="360" y="566"/>
                      </a:lnTo>
                      <a:lnTo>
                        <a:pt x="360" y="564"/>
                      </a:lnTo>
                      <a:lnTo>
                        <a:pt x="358" y="566"/>
                      </a:lnTo>
                      <a:lnTo>
                        <a:pt x="358" y="570"/>
                      </a:lnTo>
                      <a:lnTo>
                        <a:pt x="360" y="570"/>
                      </a:lnTo>
                      <a:lnTo>
                        <a:pt x="358" y="574"/>
                      </a:lnTo>
                      <a:lnTo>
                        <a:pt x="360" y="574"/>
                      </a:lnTo>
                      <a:lnTo>
                        <a:pt x="360" y="578"/>
                      </a:lnTo>
                      <a:lnTo>
                        <a:pt x="358" y="582"/>
                      </a:lnTo>
                      <a:lnTo>
                        <a:pt x="358" y="590"/>
                      </a:lnTo>
                      <a:lnTo>
                        <a:pt x="358" y="586"/>
                      </a:lnTo>
                      <a:lnTo>
                        <a:pt x="358" y="590"/>
                      </a:lnTo>
                      <a:lnTo>
                        <a:pt x="354" y="594"/>
                      </a:lnTo>
                      <a:lnTo>
                        <a:pt x="350" y="594"/>
                      </a:lnTo>
                      <a:lnTo>
                        <a:pt x="350" y="596"/>
                      </a:lnTo>
                      <a:lnTo>
                        <a:pt x="346" y="596"/>
                      </a:lnTo>
                      <a:lnTo>
                        <a:pt x="346" y="600"/>
                      </a:lnTo>
                      <a:lnTo>
                        <a:pt x="346" y="604"/>
                      </a:lnTo>
                      <a:lnTo>
                        <a:pt x="342" y="604"/>
                      </a:lnTo>
                      <a:lnTo>
                        <a:pt x="342" y="608"/>
                      </a:lnTo>
                      <a:lnTo>
                        <a:pt x="338" y="608"/>
                      </a:lnTo>
                      <a:lnTo>
                        <a:pt x="338" y="612"/>
                      </a:lnTo>
                      <a:lnTo>
                        <a:pt x="338" y="616"/>
                      </a:lnTo>
                      <a:lnTo>
                        <a:pt x="338" y="620"/>
                      </a:lnTo>
                      <a:lnTo>
                        <a:pt x="334" y="620"/>
                      </a:lnTo>
                      <a:lnTo>
                        <a:pt x="334" y="622"/>
                      </a:lnTo>
                      <a:lnTo>
                        <a:pt x="334" y="626"/>
                      </a:lnTo>
                      <a:lnTo>
                        <a:pt x="330" y="630"/>
                      </a:lnTo>
                      <a:lnTo>
                        <a:pt x="330" y="634"/>
                      </a:lnTo>
                      <a:lnTo>
                        <a:pt x="328" y="634"/>
                      </a:lnTo>
                      <a:lnTo>
                        <a:pt x="328" y="638"/>
                      </a:lnTo>
                      <a:lnTo>
                        <a:pt x="324" y="642"/>
                      </a:lnTo>
                      <a:lnTo>
                        <a:pt x="324" y="646"/>
                      </a:lnTo>
                      <a:lnTo>
                        <a:pt x="320" y="650"/>
                      </a:lnTo>
                      <a:lnTo>
                        <a:pt x="316" y="650"/>
                      </a:lnTo>
                      <a:lnTo>
                        <a:pt x="312" y="652"/>
                      </a:lnTo>
                      <a:lnTo>
                        <a:pt x="308" y="656"/>
                      </a:lnTo>
                      <a:lnTo>
                        <a:pt x="308" y="652"/>
                      </a:lnTo>
                      <a:lnTo>
                        <a:pt x="312" y="652"/>
                      </a:lnTo>
                      <a:lnTo>
                        <a:pt x="308" y="652"/>
                      </a:lnTo>
                      <a:lnTo>
                        <a:pt x="308" y="650"/>
                      </a:lnTo>
                      <a:lnTo>
                        <a:pt x="312" y="650"/>
                      </a:lnTo>
                      <a:lnTo>
                        <a:pt x="316" y="650"/>
                      </a:lnTo>
                      <a:lnTo>
                        <a:pt x="316" y="646"/>
                      </a:lnTo>
                      <a:lnTo>
                        <a:pt x="320" y="646"/>
                      </a:lnTo>
                      <a:lnTo>
                        <a:pt x="320" y="642"/>
                      </a:lnTo>
                      <a:lnTo>
                        <a:pt x="324" y="642"/>
                      </a:lnTo>
                      <a:lnTo>
                        <a:pt x="324" y="638"/>
                      </a:lnTo>
                      <a:lnTo>
                        <a:pt x="324" y="634"/>
                      </a:lnTo>
                      <a:lnTo>
                        <a:pt x="324" y="638"/>
                      </a:lnTo>
                      <a:lnTo>
                        <a:pt x="328" y="638"/>
                      </a:lnTo>
                      <a:lnTo>
                        <a:pt x="328" y="634"/>
                      </a:lnTo>
                      <a:lnTo>
                        <a:pt x="328" y="630"/>
                      </a:lnTo>
                      <a:lnTo>
                        <a:pt x="330" y="630"/>
                      </a:lnTo>
                      <a:lnTo>
                        <a:pt x="330" y="626"/>
                      </a:lnTo>
                      <a:lnTo>
                        <a:pt x="330" y="622"/>
                      </a:lnTo>
                      <a:lnTo>
                        <a:pt x="330" y="626"/>
                      </a:lnTo>
                      <a:lnTo>
                        <a:pt x="330" y="622"/>
                      </a:lnTo>
                      <a:lnTo>
                        <a:pt x="330" y="620"/>
                      </a:lnTo>
                      <a:lnTo>
                        <a:pt x="330" y="622"/>
                      </a:lnTo>
                      <a:lnTo>
                        <a:pt x="328" y="622"/>
                      </a:lnTo>
                      <a:lnTo>
                        <a:pt x="324" y="622"/>
                      </a:lnTo>
                      <a:lnTo>
                        <a:pt x="324" y="620"/>
                      </a:lnTo>
                      <a:lnTo>
                        <a:pt x="324" y="616"/>
                      </a:lnTo>
                      <a:lnTo>
                        <a:pt x="320" y="616"/>
                      </a:lnTo>
                      <a:lnTo>
                        <a:pt x="320" y="620"/>
                      </a:lnTo>
                      <a:lnTo>
                        <a:pt x="320" y="622"/>
                      </a:lnTo>
                      <a:lnTo>
                        <a:pt x="324" y="622"/>
                      </a:lnTo>
                      <a:lnTo>
                        <a:pt x="320" y="626"/>
                      </a:lnTo>
                      <a:lnTo>
                        <a:pt x="320" y="630"/>
                      </a:lnTo>
                      <a:lnTo>
                        <a:pt x="320" y="626"/>
                      </a:lnTo>
                      <a:lnTo>
                        <a:pt x="320" y="630"/>
                      </a:lnTo>
                      <a:lnTo>
                        <a:pt x="320" y="634"/>
                      </a:lnTo>
                      <a:lnTo>
                        <a:pt x="320" y="638"/>
                      </a:lnTo>
                      <a:lnTo>
                        <a:pt x="316" y="638"/>
                      </a:lnTo>
                      <a:lnTo>
                        <a:pt x="312" y="642"/>
                      </a:lnTo>
                      <a:lnTo>
                        <a:pt x="312" y="646"/>
                      </a:lnTo>
                      <a:lnTo>
                        <a:pt x="308" y="646"/>
                      </a:lnTo>
                      <a:lnTo>
                        <a:pt x="308" y="650"/>
                      </a:lnTo>
                      <a:lnTo>
                        <a:pt x="308" y="652"/>
                      </a:lnTo>
                      <a:lnTo>
                        <a:pt x="308" y="656"/>
                      </a:lnTo>
                      <a:lnTo>
                        <a:pt x="308" y="660"/>
                      </a:lnTo>
                      <a:lnTo>
                        <a:pt x="304" y="664"/>
                      </a:lnTo>
                      <a:lnTo>
                        <a:pt x="304" y="668"/>
                      </a:lnTo>
                      <a:lnTo>
                        <a:pt x="304" y="672"/>
                      </a:lnTo>
                      <a:lnTo>
                        <a:pt x="302" y="676"/>
                      </a:lnTo>
                      <a:lnTo>
                        <a:pt x="298" y="678"/>
                      </a:lnTo>
                      <a:lnTo>
                        <a:pt x="294" y="682"/>
                      </a:lnTo>
                      <a:lnTo>
                        <a:pt x="294" y="686"/>
                      </a:lnTo>
                      <a:lnTo>
                        <a:pt x="290" y="686"/>
                      </a:lnTo>
                      <a:lnTo>
                        <a:pt x="290" y="682"/>
                      </a:lnTo>
                      <a:lnTo>
                        <a:pt x="290" y="678"/>
                      </a:lnTo>
                      <a:lnTo>
                        <a:pt x="290" y="676"/>
                      </a:lnTo>
                      <a:lnTo>
                        <a:pt x="290" y="672"/>
                      </a:lnTo>
                      <a:lnTo>
                        <a:pt x="294" y="672"/>
                      </a:lnTo>
                      <a:lnTo>
                        <a:pt x="294" y="668"/>
                      </a:lnTo>
                      <a:lnTo>
                        <a:pt x="298" y="668"/>
                      </a:lnTo>
                      <a:lnTo>
                        <a:pt x="294" y="664"/>
                      </a:lnTo>
                      <a:lnTo>
                        <a:pt x="290" y="664"/>
                      </a:lnTo>
                      <a:lnTo>
                        <a:pt x="290" y="660"/>
                      </a:lnTo>
                      <a:lnTo>
                        <a:pt x="286" y="660"/>
                      </a:lnTo>
                      <a:lnTo>
                        <a:pt x="286" y="656"/>
                      </a:lnTo>
                      <a:lnTo>
                        <a:pt x="286" y="652"/>
                      </a:lnTo>
                      <a:lnTo>
                        <a:pt x="282" y="652"/>
                      </a:lnTo>
                      <a:lnTo>
                        <a:pt x="282" y="650"/>
                      </a:lnTo>
                      <a:lnTo>
                        <a:pt x="278" y="650"/>
                      </a:lnTo>
                      <a:lnTo>
                        <a:pt x="274" y="646"/>
                      </a:lnTo>
                      <a:lnTo>
                        <a:pt x="274" y="642"/>
                      </a:lnTo>
                      <a:lnTo>
                        <a:pt x="272" y="642"/>
                      </a:lnTo>
                      <a:lnTo>
                        <a:pt x="268" y="642"/>
                      </a:lnTo>
                      <a:lnTo>
                        <a:pt x="264" y="638"/>
                      </a:lnTo>
                      <a:lnTo>
                        <a:pt x="264" y="634"/>
                      </a:lnTo>
                      <a:lnTo>
                        <a:pt x="260" y="634"/>
                      </a:lnTo>
                      <a:lnTo>
                        <a:pt x="260" y="630"/>
                      </a:lnTo>
                      <a:lnTo>
                        <a:pt x="260" y="634"/>
                      </a:lnTo>
                      <a:lnTo>
                        <a:pt x="256" y="634"/>
                      </a:lnTo>
                      <a:lnTo>
                        <a:pt x="252" y="634"/>
                      </a:lnTo>
                      <a:lnTo>
                        <a:pt x="256" y="634"/>
                      </a:lnTo>
                      <a:lnTo>
                        <a:pt x="256" y="630"/>
                      </a:lnTo>
                      <a:lnTo>
                        <a:pt x="252" y="630"/>
                      </a:lnTo>
                      <a:lnTo>
                        <a:pt x="252" y="626"/>
                      </a:lnTo>
                      <a:lnTo>
                        <a:pt x="248" y="626"/>
                      </a:lnTo>
                      <a:lnTo>
                        <a:pt x="248" y="622"/>
                      </a:lnTo>
                      <a:lnTo>
                        <a:pt x="244" y="622"/>
                      </a:lnTo>
                      <a:lnTo>
                        <a:pt x="244" y="620"/>
                      </a:lnTo>
                      <a:lnTo>
                        <a:pt x="242" y="620"/>
                      </a:lnTo>
                      <a:lnTo>
                        <a:pt x="238" y="620"/>
                      </a:lnTo>
                      <a:lnTo>
                        <a:pt x="238" y="622"/>
                      </a:lnTo>
                      <a:lnTo>
                        <a:pt x="234" y="620"/>
                      </a:lnTo>
                      <a:lnTo>
                        <a:pt x="234" y="622"/>
                      </a:lnTo>
                      <a:lnTo>
                        <a:pt x="234" y="620"/>
                      </a:lnTo>
                      <a:lnTo>
                        <a:pt x="230" y="620"/>
                      </a:lnTo>
                      <a:lnTo>
                        <a:pt x="234" y="620"/>
                      </a:lnTo>
                      <a:lnTo>
                        <a:pt x="234" y="616"/>
                      </a:lnTo>
                      <a:lnTo>
                        <a:pt x="238" y="612"/>
                      </a:lnTo>
                      <a:lnTo>
                        <a:pt x="242" y="612"/>
                      </a:lnTo>
                      <a:lnTo>
                        <a:pt x="242" y="608"/>
                      </a:lnTo>
                      <a:lnTo>
                        <a:pt x="244" y="604"/>
                      </a:lnTo>
                      <a:lnTo>
                        <a:pt x="244" y="600"/>
                      </a:lnTo>
                      <a:lnTo>
                        <a:pt x="248" y="600"/>
                      </a:lnTo>
                      <a:lnTo>
                        <a:pt x="248" y="596"/>
                      </a:lnTo>
                      <a:lnTo>
                        <a:pt x="248" y="594"/>
                      </a:lnTo>
                      <a:lnTo>
                        <a:pt x="252" y="594"/>
                      </a:lnTo>
                      <a:lnTo>
                        <a:pt x="252" y="590"/>
                      </a:lnTo>
                      <a:lnTo>
                        <a:pt x="256" y="590"/>
                      </a:lnTo>
                      <a:lnTo>
                        <a:pt x="256" y="586"/>
                      </a:lnTo>
                      <a:lnTo>
                        <a:pt x="260" y="586"/>
                      </a:lnTo>
                      <a:lnTo>
                        <a:pt x="256" y="586"/>
                      </a:lnTo>
                      <a:lnTo>
                        <a:pt x="256" y="582"/>
                      </a:lnTo>
                      <a:lnTo>
                        <a:pt x="260" y="582"/>
                      </a:lnTo>
                      <a:lnTo>
                        <a:pt x="264" y="582"/>
                      </a:lnTo>
                      <a:lnTo>
                        <a:pt x="264" y="578"/>
                      </a:lnTo>
                      <a:lnTo>
                        <a:pt x="268" y="578"/>
                      </a:lnTo>
                      <a:lnTo>
                        <a:pt x="272" y="574"/>
                      </a:lnTo>
                      <a:lnTo>
                        <a:pt x="272" y="570"/>
                      </a:lnTo>
                      <a:lnTo>
                        <a:pt x="274" y="570"/>
                      </a:lnTo>
                      <a:lnTo>
                        <a:pt x="278" y="570"/>
                      </a:lnTo>
                      <a:lnTo>
                        <a:pt x="278" y="566"/>
                      </a:lnTo>
                      <a:lnTo>
                        <a:pt x="282" y="566"/>
                      </a:lnTo>
                      <a:lnTo>
                        <a:pt x="282" y="564"/>
                      </a:lnTo>
                      <a:lnTo>
                        <a:pt x="286" y="564"/>
                      </a:lnTo>
                      <a:lnTo>
                        <a:pt x="286" y="560"/>
                      </a:lnTo>
                      <a:lnTo>
                        <a:pt x="286" y="556"/>
                      </a:lnTo>
                      <a:lnTo>
                        <a:pt x="286" y="552"/>
                      </a:lnTo>
                      <a:lnTo>
                        <a:pt x="286" y="550"/>
                      </a:lnTo>
                      <a:lnTo>
                        <a:pt x="286" y="546"/>
                      </a:lnTo>
                      <a:lnTo>
                        <a:pt x="286" y="542"/>
                      </a:lnTo>
                      <a:lnTo>
                        <a:pt x="286" y="538"/>
                      </a:lnTo>
                      <a:lnTo>
                        <a:pt x="282" y="534"/>
                      </a:lnTo>
                      <a:lnTo>
                        <a:pt x="278" y="534"/>
                      </a:lnTo>
                      <a:lnTo>
                        <a:pt x="278" y="538"/>
                      </a:lnTo>
                      <a:lnTo>
                        <a:pt x="274" y="538"/>
                      </a:lnTo>
                      <a:lnTo>
                        <a:pt x="274" y="534"/>
                      </a:lnTo>
                      <a:lnTo>
                        <a:pt x="274" y="530"/>
                      </a:lnTo>
                      <a:lnTo>
                        <a:pt x="274" y="526"/>
                      </a:lnTo>
                      <a:lnTo>
                        <a:pt x="278" y="522"/>
                      </a:lnTo>
                      <a:lnTo>
                        <a:pt x="278" y="520"/>
                      </a:lnTo>
                      <a:lnTo>
                        <a:pt x="278" y="516"/>
                      </a:lnTo>
                      <a:lnTo>
                        <a:pt x="278" y="512"/>
                      </a:lnTo>
                      <a:lnTo>
                        <a:pt x="278" y="508"/>
                      </a:lnTo>
                      <a:lnTo>
                        <a:pt x="274" y="504"/>
                      </a:lnTo>
                      <a:lnTo>
                        <a:pt x="272" y="508"/>
                      </a:lnTo>
                      <a:lnTo>
                        <a:pt x="268" y="508"/>
                      </a:lnTo>
                      <a:lnTo>
                        <a:pt x="264" y="508"/>
                      </a:lnTo>
                      <a:lnTo>
                        <a:pt x="264" y="504"/>
                      </a:lnTo>
                      <a:lnTo>
                        <a:pt x="264" y="500"/>
                      </a:lnTo>
                      <a:lnTo>
                        <a:pt x="260" y="500"/>
                      </a:lnTo>
                      <a:lnTo>
                        <a:pt x="260" y="496"/>
                      </a:lnTo>
                      <a:lnTo>
                        <a:pt x="260" y="494"/>
                      </a:lnTo>
                      <a:lnTo>
                        <a:pt x="260" y="490"/>
                      </a:lnTo>
                      <a:lnTo>
                        <a:pt x="260" y="486"/>
                      </a:lnTo>
                      <a:lnTo>
                        <a:pt x="260" y="482"/>
                      </a:lnTo>
                      <a:lnTo>
                        <a:pt x="256" y="482"/>
                      </a:lnTo>
                      <a:lnTo>
                        <a:pt x="256" y="478"/>
                      </a:lnTo>
                      <a:lnTo>
                        <a:pt x="252" y="478"/>
                      </a:lnTo>
                      <a:lnTo>
                        <a:pt x="248" y="478"/>
                      </a:lnTo>
                      <a:lnTo>
                        <a:pt x="248" y="474"/>
                      </a:lnTo>
                      <a:lnTo>
                        <a:pt x="244" y="474"/>
                      </a:lnTo>
                      <a:lnTo>
                        <a:pt x="244" y="478"/>
                      </a:lnTo>
                      <a:lnTo>
                        <a:pt x="242" y="478"/>
                      </a:lnTo>
                      <a:lnTo>
                        <a:pt x="238" y="478"/>
                      </a:lnTo>
                      <a:lnTo>
                        <a:pt x="234" y="478"/>
                      </a:lnTo>
                      <a:lnTo>
                        <a:pt x="230" y="474"/>
                      </a:lnTo>
                      <a:lnTo>
                        <a:pt x="226" y="474"/>
                      </a:lnTo>
                      <a:lnTo>
                        <a:pt x="226" y="470"/>
                      </a:lnTo>
                      <a:lnTo>
                        <a:pt x="226" y="466"/>
                      </a:lnTo>
                      <a:lnTo>
                        <a:pt x="226" y="464"/>
                      </a:lnTo>
                      <a:lnTo>
                        <a:pt x="226" y="460"/>
                      </a:lnTo>
                      <a:lnTo>
                        <a:pt x="230" y="456"/>
                      </a:lnTo>
                      <a:lnTo>
                        <a:pt x="226" y="452"/>
                      </a:lnTo>
                      <a:lnTo>
                        <a:pt x="226" y="448"/>
                      </a:lnTo>
                      <a:lnTo>
                        <a:pt x="226" y="444"/>
                      </a:lnTo>
                      <a:lnTo>
                        <a:pt x="222" y="440"/>
                      </a:lnTo>
                      <a:lnTo>
                        <a:pt x="226" y="438"/>
                      </a:lnTo>
                      <a:lnTo>
                        <a:pt x="226" y="434"/>
                      </a:lnTo>
                      <a:lnTo>
                        <a:pt x="222" y="434"/>
                      </a:lnTo>
                      <a:lnTo>
                        <a:pt x="226" y="434"/>
                      </a:lnTo>
                      <a:lnTo>
                        <a:pt x="226" y="426"/>
                      </a:lnTo>
                      <a:lnTo>
                        <a:pt x="226" y="422"/>
                      </a:lnTo>
                      <a:lnTo>
                        <a:pt x="230" y="422"/>
                      </a:lnTo>
                      <a:lnTo>
                        <a:pt x="230" y="418"/>
                      </a:lnTo>
                      <a:lnTo>
                        <a:pt x="230" y="410"/>
                      </a:lnTo>
                      <a:lnTo>
                        <a:pt x="234" y="408"/>
                      </a:lnTo>
                      <a:lnTo>
                        <a:pt x="230" y="404"/>
                      </a:lnTo>
                      <a:lnTo>
                        <a:pt x="230" y="400"/>
                      </a:lnTo>
                      <a:lnTo>
                        <a:pt x="230" y="396"/>
                      </a:lnTo>
                      <a:lnTo>
                        <a:pt x="226" y="392"/>
                      </a:lnTo>
                      <a:lnTo>
                        <a:pt x="222" y="392"/>
                      </a:lnTo>
                      <a:lnTo>
                        <a:pt x="222" y="388"/>
                      </a:lnTo>
                      <a:lnTo>
                        <a:pt x="218" y="388"/>
                      </a:lnTo>
                      <a:lnTo>
                        <a:pt x="218" y="384"/>
                      </a:lnTo>
                      <a:lnTo>
                        <a:pt x="218" y="382"/>
                      </a:lnTo>
                      <a:lnTo>
                        <a:pt x="218" y="378"/>
                      </a:lnTo>
                      <a:lnTo>
                        <a:pt x="222" y="378"/>
                      </a:lnTo>
                      <a:lnTo>
                        <a:pt x="222" y="374"/>
                      </a:lnTo>
                      <a:lnTo>
                        <a:pt x="218" y="374"/>
                      </a:lnTo>
                      <a:lnTo>
                        <a:pt x="212" y="374"/>
                      </a:lnTo>
                      <a:lnTo>
                        <a:pt x="204" y="374"/>
                      </a:lnTo>
                      <a:lnTo>
                        <a:pt x="196" y="374"/>
                      </a:lnTo>
                      <a:lnTo>
                        <a:pt x="196" y="366"/>
                      </a:lnTo>
                      <a:lnTo>
                        <a:pt x="192" y="358"/>
                      </a:lnTo>
                      <a:lnTo>
                        <a:pt x="192" y="354"/>
                      </a:lnTo>
                      <a:lnTo>
                        <a:pt x="188" y="352"/>
                      </a:lnTo>
                      <a:lnTo>
                        <a:pt x="192" y="352"/>
                      </a:lnTo>
                      <a:lnTo>
                        <a:pt x="192" y="348"/>
                      </a:lnTo>
                      <a:lnTo>
                        <a:pt x="192" y="344"/>
                      </a:lnTo>
                      <a:lnTo>
                        <a:pt x="192" y="340"/>
                      </a:lnTo>
                      <a:lnTo>
                        <a:pt x="192" y="336"/>
                      </a:lnTo>
                      <a:lnTo>
                        <a:pt x="188" y="336"/>
                      </a:lnTo>
                      <a:lnTo>
                        <a:pt x="192" y="332"/>
                      </a:lnTo>
                      <a:lnTo>
                        <a:pt x="192" y="328"/>
                      </a:lnTo>
                      <a:lnTo>
                        <a:pt x="188" y="328"/>
                      </a:lnTo>
                      <a:lnTo>
                        <a:pt x="186" y="326"/>
                      </a:lnTo>
                      <a:lnTo>
                        <a:pt x="182" y="326"/>
                      </a:lnTo>
                      <a:lnTo>
                        <a:pt x="178" y="326"/>
                      </a:lnTo>
                      <a:lnTo>
                        <a:pt x="174" y="326"/>
                      </a:lnTo>
                      <a:lnTo>
                        <a:pt x="170" y="326"/>
                      </a:lnTo>
                      <a:lnTo>
                        <a:pt x="170" y="322"/>
                      </a:lnTo>
                      <a:lnTo>
                        <a:pt x="166" y="322"/>
                      </a:lnTo>
                      <a:lnTo>
                        <a:pt x="166" y="318"/>
                      </a:lnTo>
                      <a:lnTo>
                        <a:pt x="162" y="318"/>
                      </a:lnTo>
                      <a:lnTo>
                        <a:pt x="160" y="314"/>
                      </a:lnTo>
                      <a:lnTo>
                        <a:pt x="156" y="314"/>
                      </a:lnTo>
                      <a:lnTo>
                        <a:pt x="156" y="310"/>
                      </a:lnTo>
                      <a:lnTo>
                        <a:pt x="152" y="310"/>
                      </a:lnTo>
                      <a:lnTo>
                        <a:pt x="148" y="310"/>
                      </a:lnTo>
                      <a:lnTo>
                        <a:pt x="148" y="306"/>
                      </a:lnTo>
                      <a:lnTo>
                        <a:pt x="144" y="306"/>
                      </a:lnTo>
                      <a:lnTo>
                        <a:pt x="140" y="306"/>
                      </a:lnTo>
                      <a:lnTo>
                        <a:pt x="136" y="306"/>
                      </a:lnTo>
                      <a:lnTo>
                        <a:pt x="132" y="302"/>
                      </a:lnTo>
                      <a:lnTo>
                        <a:pt x="130" y="298"/>
                      </a:lnTo>
                      <a:lnTo>
                        <a:pt x="126" y="298"/>
                      </a:lnTo>
                      <a:lnTo>
                        <a:pt x="126" y="296"/>
                      </a:lnTo>
                      <a:lnTo>
                        <a:pt x="126" y="292"/>
                      </a:lnTo>
                      <a:lnTo>
                        <a:pt x="126" y="296"/>
                      </a:lnTo>
                      <a:lnTo>
                        <a:pt x="126" y="292"/>
                      </a:lnTo>
                      <a:lnTo>
                        <a:pt x="122" y="288"/>
                      </a:lnTo>
                      <a:lnTo>
                        <a:pt x="122" y="284"/>
                      </a:lnTo>
                      <a:lnTo>
                        <a:pt x="122" y="280"/>
                      </a:lnTo>
                      <a:lnTo>
                        <a:pt x="122" y="276"/>
                      </a:lnTo>
                      <a:lnTo>
                        <a:pt x="122" y="272"/>
                      </a:lnTo>
                      <a:lnTo>
                        <a:pt x="122" y="268"/>
                      </a:lnTo>
                      <a:lnTo>
                        <a:pt x="122" y="266"/>
                      </a:lnTo>
                      <a:lnTo>
                        <a:pt x="122" y="262"/>
                      </a:lnTo>
                      <a:lnTo>
                        <a:pt x="122" y="258"/>
                      </a:lnTo>
                      <a:lnTo>
                        <a:pt x="118" y="258"/>
                      </a:lnTo>
                      <a:lnTo>
                        <a:pt x="118" y="262"/>
                      </a:lnTo>
                      <a:lnTo>
                        <a:pt x="118" y="258"/>
                      </a:lnTo>
                      <a:lnTo>
                        <a:pt x="116" y="258"/>
                      </a:lnTo>
                      <a:lnTo>
                        <a:pt x="112" y="258"/>
                      </a:lnTo>
                      <a:lnTo>
                        <a:pt x="108" y="262"/>
                      </a:lnTo>
                      <a:lnTo>
                        <a:pt x="104" y="262"/>
                      </a:lnTo>
                      <a:lnTo>
                        <a:pt x="100" y="266"/>
                      </a:lnTo>
                      <a:lnTo>
                        <a:pt x="100" y="268"/>
                      </a:lnTo>
                      <a:lnTo>
                        <a:pt x="96" y="268"/>
                      </a:lnTo>
                      <a:lnTo>
                        <a:pt x="92" y="268"/>
                      </a:lnTo>
                      <a:lnTo>
                        <a:pt x="92" y="272"/>
                      </a:lnTo>
                      <a:lnTo>
                        <a:pt x="88" y="272"/>
                      </a:lnTo>
                      <a:lnTo>
                        <a:pt x="88" y="276"/>
                      </a:lnTo>
                      <a:lnTo>
                        <a:pt x="88" y="272"/>
                      </a:lnTo>
                      <a:lnTo>
                        <a:pt x="86" y="272"/>
                      </a:lnTo>
                      <a:lnTo>
                        <a:pt x="86" y="276"/>
                      </a:lnTo>
                      <a:lnTo>
                        <a:pt x="82" y="276"/>
                      </a:lnTo>
                      <a:lnTo>
                        <a:pt x="82" y="280"/>
                      </a:lnTo>
                      <a:lnTo>
                        <a:pt x="78" y="280"/>
                      </a:lnTo>
                      <a:lnTo>
                        <a:pt x="78" y="284"/>
                      </a:lnTo>
                      <a:lnTo>
                        <a:pt x="74" y="284"/>
                      </a:lnTo>
                      <a:lnTo>
                        <a:pt x="74" y="280"/>
                      </a:lnTo>
                      <a:lnTo>
                        <a:pt x="70" y="280"/>
                      </a:lnTo>
                      <a:lnTo>
                        <a:pt x="66" y="280"/>
                      </a:lnTo>
                      <a:lnTo>
                        <a:pt x="62" y="280"/>
                      </a:lnTo>
                      <a:lnTo>
                        <a:pt x="60" y="280"/>
                      </a:lnTo>
                      <a:lnTo>
                        <a:pt x="56" y="280"/>
                      </a:lnTo>
                      <a:lnTo>
                        <a:pt x="52" y="280"/>
                      </a:lnTo>
                      <a:lnTo>
                        <a:pt x="48" y="280"/>
                      </a:lnTo>
                      <a:lnTo>
                        <a:pt x="48" y="276"/>
                      </a:lnTo>
                      <a:lnTo>
                        <a:pt x="48" y="272"/>
                      </a:lnTo>
                      <a:lnTo>
                        <a:pt x="48" y="268"/>
                      </a:lnTo>
                      <a:lnTo>
                        <a:pt x="48" y="266"/>
                      </a:lnTo>
                      <a:lnTo>
                        <a:pt x="48" y="262"/>
                      </a:lnTo>
                      <a:lnTo>
                        <a:pt x="48" y="258"/>
                      </a:lnTo>
                      <a:lnTo>
                        <a:pt x="48" y="254"/>
                      </a:lnTo>
                      <a:lnTo>
                        <a:pt x="44" y="258"/>
                      </a:lnTo>
                      <a:lnTo>
                        <a:pt x="44" y="262"/>
                      </a:lnTo>
                      <a:lnTo>
                        <a:pt x="40" y="262"/>
                      </a:lnTo>
                      <a:lnTo>
                        <a:pt x="36" y="262"/>
                      </a:lnTo>
                      <a:lnTo>
                        <a:pt x="32" y="262"/>
                      </a:lnTo>
                      <a:lnTo>
                        <a:pt x="30" y="262"/>
                      </a:lnTo>
                      <a:lnTo>
                        <a:pt x="26" y="262"/>
                      </a:lnTo>
                      <a:lnTo>
                        <a:pt x="26" y="258"/>
                      </a:lnTo>
                      <a:lnTo>
                        <a:pt x="26" y="254"/>
                      </a:lnTo>
                      <a:lnTo>
                        <a:pt x="22" y="254"/>
                      </a:lnTo>
                      <a:lnTo>
                        <a:pt x="18" y="254"/>
                      </a:lnTo>
                      <a:lnTo>
                        <a:pt x="14" y="254"/>
                      </a:lnTo>
                      <a:lnTo>
                        <a:pt x="10" y="254"/>
                      </a:lnTo>
                      <a:lnTo>
                        <a:pt x="10" y="250"/>
                      </a:lnTo>
                      <a:lnTo>
                        <a:pt x="14" y="250"/>
                      </a:lnTo>
                      <a:lnTo>
                        <a:pt x="14" y="246"/>
                      </a:lnTo>
                      <a:lnTo>
                        <a:pt x="14" y="242"/>
                      </a:lnTo>
                      <a:lnTo>
                        <a:pt x="10" y="242"/>
                      </a:lnTo>
                      <a:lnTo>
                        <a:pt x="10" y="240"/>
                      </a:lnTo>
                      <a:lnTo>
                        <a:pt x="6" y="236"/>
                      </a:lnTo>
                      <a:lnTo>
                        <a:pt x="6" y="232"/>
                      </a:lnTo>
                      <a:lnTo>
                        <a:pt x="6" y="228"/>
                      </a:lnTo>
                      <a:lnTo>
                        <a:pt x="4" y="228"/>
                      </a:lnTo>
                      <a:lnTo>
                        <a:pt x="4" y="224"/>
                      </a:lnTo>
                      <a:lnTo>
                        <a:pt x="0" y="220"/>
                      </a:lnTo>
                      <a:lnTo>
                        <a:pt x="0" y="216"/>
                      </a:lnTo>
                      <a:lnTo>
                        <a:pt x="4" y="216"/>
                      </a:lnTo>
                      <a:lnTo>
                        <a:pt x="4" y="212"/>
                      </a:lnTo>
                      <a:lnTo>
                        <a:pt x="4" y="210"/>
                      </a:lnTo>
                      <a:lnTo>
                        <a:pt x="6" y="206"/>
                      </a:lnTo>
                      <a:lnTo>
                        <a:pt x="10" y="206"/>
                      </a:lnTo>
                      <a:lnTo>
                        <a:pt x="10" y="202"/>
                      </a:lnTo>
                      <a:lnTo>
                        <a:pt x="14" y="202"/>
                      </a:lnTo>
                      <a:lnTo>
                        <a:pt x="10" y="198"/>
                      </a:lnTo>
                      <a:lnTo>
                        <a:pt x="10" y="194"/>
                      </a:lnTo>
                      <a:lnTo>
                        <a:pt x="10" y="190"/>
                      </a:lnTo>
                      <a:lnTo>
                        <a:pt x="14" y="190"/>
                      </a:lnTo>
                      <a:lnTo>
                        <a:pt x="14" y="186"/>
                      </a:lnTo>
                      <a:lnTo>
                        <a:pt x="14" y="184"/>
                      </a:lnTo>
                      <a:lnTo>
                        <a:pt x="14" y="180"/>
                      </a:lnTo>
                      <a:lnTo>
                        <a:pt x="18" y="180"/>
                      </a:lnTo>
                      <a:lnTo>
                        <a:pt x="22" y="176"/>
                      </a:lnTo>
                      <a:lnTo>
                        <a:pt x="22" y="172"/>
                      </a:lnTo>
                      <a:lnTo>
                        <a:pt x="26" y="172"/>
                      </a:lnTo>
                      <a:lnTo>
                        <a:pt x="30" y="172"/>
                      </a:lnTo>
                      <a:lnTo>
                        <a:pt x="30" y="168"/>
                      </a:lnTo>
                      <a:lnTo>
                        <a:pt x="32" y="168"/>
                      </a:lnTo>
                      <a:lnTo>
                        <a:pt x="36" y="168"/>
                      </a:lnTo>
                      <a:lnTo>
                        <a:pt x="40" y="164"/>
                      </a:lnTo>
                      <a:lnTo>
                        <a:pt x="40" y="168"/>
                      </a:lnTo>
                      <a:lnTo>
                        <a:pt x="44" y="168"/>
                      </a:lnTo>
                      <a:lnTo>
                        <a:pt x="44" y="164"/>
                      </a:lnTo>
                      <a:lnTo>
                        <a:pt x="48" y="164"/>
                      </a:lnTo>
                      <a:lnTo>
                        <a:pt x="52" y="164"/>
                      </a:lnTo>
                      <a:lnTo>
                        <a:pt x="52" y="160"/>
                      </a:lnTo>
                      <a:lnTo>
                        <a:pt x="52" y="164"/>
                      </a:lnTo>
                      <a:lnTo>
                        <a:pt x="56" y="164"/>
                      </a:lnTo>
                      <a:lnTo>
                        <a:pt x="60" y="164"/>
                      </a:lnTo>
                      <a:lnTo>
                        <a:pt x="60" y="156"/>
                      </a:lnTo>
                      <a:lnTo>
                        <a:pt x="60" y="150"/>
                      </a:lnTo>
                      <a:lnTo>
                        <a:pt x="62" y="136"/>
                      </a:lnTo>
                      <a:lnTo>
                        <a:pt x="62" y="132"/>
                      </a:lnTo>
                      <a:lnTo>
                        <a:pt x="62" y="124"/>
                      </a:lnTo>
                      <a:lnTo>
                        <a:pt x="62" y="116"/>
                      </a:lnTo>
                      <a:lnTo>
                        <a:pt x="66" y="116"/>
                      </a:lnTo>
                      <a:lnTo>
                        <a:pt x="66" y="114"/>
                      </a:lnTo>
                      <a:lnTo>
                        <a:pt x="66" y="110"/>
                      </a:lnTo>
                      <a:lnTo>
                        <a:pt x="62" y="110"/>
                      </a:lnTo>
                      <a:lnTo>
                        <a:pt x="66" y="110"/>
                      </a:lnTo>
                      <a:lnTo>
                        <a:pt x="62" y="110"/>
                      </a:lnTo>
                      <a:lnTo>
                        <a:pt x="62" y="106"/>
                      </a:lnTo>
                      <a:lnTo>
                        <a:pt x="62" y="102"/>
                      </a:lnTo>
                      <a:lnTo>
                        <a:pt x="60" y="102"/>
                      </a:lnTo>
                      <a:lnTo>
                        <a:pt x="60" y="98"/>
                      </a:lnTo>
                      <a:lnTo>
                        <a:pt x="56" y="94"/>
                      </a:lnTo>
                      <a:lnTo>
                        <a:pt x="56" y="90"/>
                      </a:lnTo>
                      <a:lnTo>
                        <a:pt x="56" y="86"/>
                      </a:lnTo>
                      <a:lnTo>
                        <a:pt x="56" y="84"/>
                      </a:lnTo>
                      <a:lnTo>
                        <a:pt x="60" y="84"/>
                      </a:lnTo>
                      <a:lnTo>
                        <a:pt x="62" y="80"/>
                      </a:lnTo>
                      <a:lnTo>
                        <a:pt x="66" y="80"/>
                      </a:lnTo>
                      <a:lnTo>
                        <a:pt x="66" y="84"/>
                      </a:lnTo>
                      <a:lnTo>
                        <a:pt x="70" y="84"/>
                      </a:lnTo>
                      <a:lnTo>
                        <a:pt x="70" y="80"/>
                      </a:lnTo>
                      <a:lnTo>
                        <a:pt x="66" y="76"/>
                      </a:lnTo>
                      <a:lnTo>
                        <a:pt x="62" y="76"/>
                      </a:lnTo>
                      <a:lnTo>
                        <a:pt x="60" y="76"/>
                      </a:lnTo>
                      <a:lnTo>
                        <a:pt x="60" y="64"/>
                      </a:lnTo>
                      <a:lnTo>
                        <a:pt x="62" y="60"/>
                      </a:lnTo>
                      <a:lnTo>
                        <a:pt x="66" y="64"/>
                      </a:lnTo>
                      <a:lnTo>
                        <a:pt x="70" y="64"/>
                      </a:lnTo>
                      <a:lnTo>
                        <a:pt x="74" y="64"/>
                      </a:lnTo>
                      <a:lnTo>
                        <a:pt x="82" y="64"/>
                      </a:lnTo>
                      <a:lnTo>
                        <a:pt x="82" y="60"/>
                      </a:lnTo>
                      <a:lnTo>
                        <a:pt x="82" y="56"/>
                      </a:lnTo>
                      <a:lnTo>
                        <a:pt x="82" y="60"/>
                      </a:lnTo>
                      <a:lnTo>
                        <a:pt x="86" y="60"/>
                      </a:lnTo>
                      <a:lnTo>
                        <a:pt x="86" y="64"/>
                      </a:lnTo>
                      <a:lnTo>
                        <a:pt x="86" y="60"/>
                      </a:lnTo>
                      <a:lnTo>
                        <a:pt x="88" y="60"/>
                      </a:lnTo>
                      <a:lnTo>
                        <a:pt x="88" y="56"/>
                      </a:lnTo>
                      <a:lnTo>
                        <a:pt x="92" y="56"/>
                      </a:lnTo>
                      <a:lnTo>
                        <a:pt x="96" y="56"/>
                      </a:lnTo>
                      <a:lnTo>
                        <a:pt x="96" y="60"/>
                      </a:lnTo>
                      <a:lnTo>
                        <a:pt x="96" y="64"/>
                      </a:lnTo>
                      <a:lnTo>
                        <a:pt x="100" y="68"/>
                      </a:lnTo>
                      <a:lnTo>
                        <a:pt x="96" y="68"/>
                      </a:lnTo>
                      <a:lnTo>
                        <a:pt x="96" y="72"/>
                      </a:lnTo>
                      <a:lnTo>
                        <a:pt x="100" y="72"/>
                      </a:lnTo>
                      <a:lnTo>
                        <a:pt x="104" y="72"/>
                      </a:lnTo>
                      <a:lnTo>
                        <a:pt x="108" y="80"/>
                      </a:lnTo>
                      <a:lnTo>
                        <a:pt x="112" y="80"/>
                      </a:lnTo>
                      <a:lnTo>
                        <a:pt x="116" y="80"/>
                      </a:lnTo>
                      <a:lnTo>
                        <a:pt x="116" y="76"/>
                      </a:lnTo>
                      <a:lnTo>
                        <a:pt x="118" y="76"/>
                      </a:lnTo>
                      <a:lnTo>
                        <a:pt x="118" y="80"/>
                      </a:lnTo>
                      <a:lnTo>
                        <a:pt x="118" y="84"/>
                      </a:lnTo>
                      <a:lnTo>
                        <a:pt x="118" y="80"/>
                      </a:lnTo>
                      <a:lnTo>
                        <a:pt x="122" y="80"/>
                      </a:lnTo>
                      <a:lnTo>
                        <a:pt x="122" y="76"/>
                      </a:lnTo>
                      <a:lnTo>
                        <a:pt x="126" y="76"/>
                      </a:lnTo>
                      <a:lnTo>
                        <a:pt x="126" y="72"/>
                      </a:lnTo>
                      <a:lnTo>
                        <a:pt x="130" y="72"/>
                      </a:lnTo>
                      <a:lnTo>
                        <a:pt x="132" y="68"/>
                      </a:lnTo>
                      <a:lnTo>
                        <a:pt x="136" y="68"/>
                      </a:lnTo>
                      <a:lnTo>
                        <a:pt x="140" y="64"/>
                      </a:lnTo>
                      <a:lnTo>
                        <a:pt x="140" y="60"/>
                      </a:lnTo>
                      <a:lnTo>
                        <a:pt x="140" y="56"/>
                      </a:lnTo>
                      <a:lnTo>
                        <a:pt x="144" y="56"/>
                      </a:lnTo>
                      <a:lnTo>
                        <a:pt x="148" y="56"/>
                      </a:lnTo>
                      <a:lnTo>
                        <a:pt x="148" y="54"/>
                      </a:lnTo>
                      <a:lnTo>
                        <a:pt x="152" y="54"/>
                      </a:lnTo>
                      <a:lnTo>
                        <a:pt x="152" y="50"/>
                      </a:lnTo>
                      <a:lnTo>
                        <a:pt x="148" y="50"/>
                      </a:lnTo>
                      <a:lnTo>
                        <a:pt x="144" y="50"/>
                      </a:lnTo>
                      <a:lnTo>
                        <a:pt x="140" y="50"/>
                      </a:lnTo>
                      <a:lnTo>
                        <a:pt x="140" y="46"/>
                      </a:lnTo>
                      <a:lnTo>
                        <a:pt x="140" y="42"/>
                      </a:lnTo>
                      <a:lnTo>
                        <a:pt x="140" y="38"/>
                      </a:lnTo>
                      <a:lnTo>
                        <a:pt x="136" y="38"/>
                      </a:lnTo>
                      <a:lnTo>
                        <a:pt x="136" y="34"/>
                      </a:lnTo>
                      <a:lnTo>
                        <a:pt x="136" y="30"/>
                      </a:lnTo>
                      <a:lnTo>
                        <a:pt x="136" y="28"/>
                      </a:lnTo>
                      <a:lnTo>
                        <a:pt x="132" y="28"/>
                      </a:lnTo>
                      <a:lnTo>
                        <a:pt x="132" y="24"/>
                      </a:lnTo>
                      <a:lnTo>
                        <a:pt x="130" y="24"/>
                      </a:lnTo>
                      <a:lnTo>
                        <a:pt x="130" y="20"/>
                      </a:lnTo>
                      <a:lnTo>
                        <a:pt x="132" y="20"/>
                      </a:lnTo>
                      <a:lnTo>
                        <a:pt x="132" y="24"/>
                      </a:lnTo>
                      <a:lnTo>
                        <a:pt x="136" y="20"/>
                      </a:lnTo>
                      <a:lnTo>
                        <a:pt x="136" y="24"/>
                      </a:lnTo>
                      <a:lnTo>
                        <a:pt x="140" y="24"/>
                      </a:lnTo>
                      <a:lnTo>
                        <a:pt x="140" y="28"/>
                      </a:lnTo>
                      <a:lnTo>
                        <a:pt x="140" y="24"/>
                      </a:lnTo>
                      <a:lnTo>
                        <a:pt x="144" y="24"/>
                      </a:lnTo>
                      <a:lnTo>
                        <a:pt x="148" y="24"/>
                      </a:lnTo>
                      <a:lnTo>
                        <a:pt x="148" y="28"/>
                      </a:lnTo>
                      <a:lnTo>
                        <a:pt x="148" y="24"/>
                      </a:lnTo>
                      <a:lnTo>
                        <a:pt x="152" y="24"/>
                      </a:lnTo>
                      <a:lnTo>
                        <a:pt x="152" y="28"/>
                      </a:lnTo>
                      <a:lnTo>
                        <a:pt x="156" y="30"/>
                      </a:lnTo>
                      <a:lnTo>
                        <a:pt x="160" y="30"/>
                      </a:lnTo>
                      <a:lnTo>
                        <a:pt x="160" y="28"/>
                      </a:lnTo>
                      <a:lnTo>
                        <a:pt x="160" y="24"/>
                      </a:lnTo>
                      <a:lnTo>
                        <a:pt x="162" y="24"/>
                      </a:lnTo>
                      <a:lnTo>
                        <a:pt x="162" y="20"/>
                      </a:lnTo>
                      <a:lnTo>
                        <a:pt x="166" y="20"/>
                      </a:lnTo>
                      <a:lnTo>
                        <a:pt x="166" y="24"/>
                      </a:lnTo>
                      <a:lnTo>
                        <a:pt x="170" y="20"/>
                      </a:lnTo>
                      <a:lnTo>
                        <a:pt x="174" y="20"/>
                      </a:lnTo>
                      <a:lnTo>
                        <a:pt x="178" y="20"/>
                      </a:lnTo>
                      <a:lnTo>
                        <a:pt x="178" y="16"/>
                      </a:lnTo>
                      <a:lnTo>
                        <a:pt x="182" y="16"/>
                      </a:lnTo>
                      <a:lnTo>
                        <a:pt x="186" y="16"/>
                      </a:lnTo>
                      <a:lnTo>
                        <a:pt x="186" y="12"/>
                      </a:lnTo>
                      <a:lnTo>
                        <a:pt x="188" y="12"/>
                      </a:lnTo>
                      <a:lnTo>
                        <a:pt x="188" y="8"/>
                      </a:lnTo>
                      <a:lnTo>
                        <a:pt x="188" y="4"/>
                      </a:lnTo>
                      <a:lnTo>
                        <a:pt x="192" y="4"/>
                      </a:lnTo>
                      <a:lnTo>
                        <a:pt x="192" y="0"/>
                      </a:lnTo>
                      <a:lnTo>
                        <a:pt x="196" y="0"/>
                      </a:lnTo>
                      <a:lnTo>
                        <a:pt x="196" y="4"/>
                      </a:lnTo>
                      <a:lnTo>
                        <a:pt x="196" y="8"/>
                      </a:lnTo>
                      <a:lnTo>
                        <a:pt x="196" y="12"/>
                      </a:lnTo>
                      <a:lnTo>
                        <a:pt x="196" y="16"/>
                      </a:lnTo>
                      <a:lnTo>
                        <a:pt x="200" y="16"/>
                      </a:lnTo>
                      <a:lnTo>
                        <a:pt x="204" y="16"/>
                      </a:lnTo>
                      <a:lnTo>
                        <a:pt x="200" y="20"/>
                      </a:lnTo>
                      <a:lnTo>
                        <a:pt x="204" y="24"/>
                      </a:lnTo>
                      <a:lnTo>
                        <a:pt x="204" y="28"/>
                      </a:lnTo>
                      <a:lnTo>
                        <a:pt x="200" y="30"/>
                      </a:lnTo>
                      <a:lnTo>
                        <a:pt x="200" y="34"/>
                      </a:lnTo>
                      <a:lnTo>
                        <a:pt x="200" y="38"/>
                      </a:lnTo>
                      <a:lnTo>
                        <a:pt x="196" y="42"/>
                      </a:lnTo>
                      <a:lnTo>
                        <a:pt x="196" y="46"/>
                      </a:lnTo>
                      <a:lnTo>
                        <a:pt x="196" y="50"/>
                      </a:lnTo>
                      <a:lnTo>
                        <a:pt x="200" y="50"/>
                      </a:lnTo>
                      <a:lnTo>
                        <a:pt x="200" y="54"/>
                      </a:lnTo>
                      <a:lnTo>
                        <a:pt x="200" y="56"/>
                      </a:lnTo>
                      <a:lnTo>
                        <a:pt x="200" y="60"/>
                      </a:lnTo>
                      <a:lnTo>
                        <a:pt x="204" y="60"/>
                      </a:lnTo>
                      <a:lnTo>
                        <a:pt x="204" y="64"/>
                      </a:lnTo>
                      <a:lnTo>
                        <a:pt x="208" y="64"/>
                      </a:lnTo>
                      <a:lnTo>
                        <a:pt x="208" y="68"/>
                      </a:lnTo>
                      <a:lnTo>
                        <a:pt x="212" y="68"/>
                      </a:lnTo>
                      <a:lnTo>
                        <a:pt x="212" y="72"/>
                      </a:lnTo>
                      <a:lnTo>
                        <a:pt x="216" y="72"/>
                      </a:lnTo>
                      <a:lnTo>
                        <a:pt x="218" y="72"/>
                      </a:lnTo>
                      <a:lnTo>
                        <a:pt x="218" y="68"/>
                      </a:lnTo>
                      <a:lnTo>
                        <a:pt x="222" y="64"/>
                      </a:lnTo>
                      <a:lnTo>
                        <a:pt x="222" y="68"/>
                      </a:lnTo>
                      <a:lnTo>
                        <a:pt x="226" y="68"/>
                      </a:lnTo>
                      <a:lnTo>
                        <a:pt x="226" y="64"/>
                      </a:lnTo>
                      <a:lnTo>
                        <a:pt x="230" y="64"/>
                      </a:lnTo>
                      <a:lnTo>
                        <a:pt x="234" y="64"/>
                      </a:lnTo>
                      <a:lnTo>
                        <a:pt x="234" y="60"/>
                      </a:lnTo>
                      <a:lnTo>
                        <a:pt x="234" y="56"/>
                      </a:lnTo>
                      <a:lnTo>
                        <a:pt x="238" y="56"/>
                      </a:lnTo>
                      <a:lnTo>
                        <a:pt x="238" y="60"/>
                      </a:lnTo>
                      <a:lnTo>
                        <a:pt x="238" y="56"/>
                      </a:lnTo>
                      <a:lnTo>
                        <a:pt x="242" y="60"/>
                      </a:lnTo>
                      <a:lnTo>
                        <a:pt x="244" y="60"/>
                      </a:lnTo>
                      <a:lnTo>
                        <a:pt x="248" y="60"/>
                      </a:lnTo>
                      <a:lnTo>
                        <a:pt x="252" y="60"/>
                      </a:lnTo>
                      <a:lnTo>
                        <a:pt x="256" y="60"/>
                      </a:lnTo>
                      <a:lnTo>
                        <a:pt x="256" y="56"/>
                      </a:lnTo>
                      <a:lnTo>
                        <a:pt x="252" y="54"/>
                      </a:lnTo>
                      <a:lnTo>
                        <a:pt x="252" y="50"/>
                      </a:lnTo>
                      <a:lnTo>
                        <a:pt x="256" y="50"/>
                      </a:lnTo>
                      <a:lnTo>
                        <a:pt x="260" y="54"/>
                      </a:lnTo>
                      <a:lnTo>
                        <a:pt x="260" y="50"/>
                      </a:lnTo>
                      <a:lnTo>
                        <a:pt x="268" y="50"/>
                      </a:lnTo>
                      <a:lnTo>
                        <a:pt x="272" y="50"/>
                      </a:lnTo>
                      <a:lnTo>
                        <a:pt x="272" y="54"/>
                      </a:lnTo>
                      <a:lnTo>
                        <a:pt x="274" y="54"/>
                      </a:lnTo>
                      <a:lnTo>
                        <a:pt x="278" y="56"/>
                      </a:lnTo>
                      <a:lnTo>
                        <a:pt x="282" y="56"/>
                      </a:lnTo>
                      <a:lnTo>
                        <a:pt x="282" y="54"/>
                      </a:lnTo>
                      <a:lnTo>
                        <a:pt x="286" y="54"/>
                      </a:lnTo>
                      <a:lnTo>
                        <a:pt x="290" y="54"/>
                      </a:lnTo>
                      <a:lnTo>
                        <a:pt x="294" y="54"/>
                      </a:lnTo>
                      <a:lnTo>
                        <a:pt x="298" y="54"/>
                      </a:lnTo>
                      <a:lnTo>
                        <a:pt x="298" y="56"/>
                      </a:lnTo>
                      <a:lnTo>
                        <a:pt x="298" y="54"/>
                      </a:lnTo>
                      <a:lnTo>
                        <a:pt x="302" y="54"/>
                      </a:lnTo>
                      <a:lnTo>
                        <a:pt x="302" y="50"/>
                      </a:lnTo>
                      <a:lnTo>
                        <a:pt x="304" y="50"/>
                      </a:lnTo>
                      <a:lnTo>
                        <a:pt x="304" y="46"/>
                      </a:lnTo>
                      <a:lnTo>
                        <a:pt x="304" y="42"/>
                      </a:lnTo>
                      <a:lnTo>
                        <a:pt x="304" y="38"/>
                      </a:lnTo>
                      <a:lnTo>
                        <a:pt x="308" y="38"/>
                      </a:lnTo>
                      <a:lnTo>
                        <a:pt x="308" y="34"/>
                      </a:lnTo>
                      <a:lnTo>
                        <a:pt x="312" y="30"/>
                      </a:lnTo>
                      <a:lnTo>
                        <a:pt x="312" y="28"/>
                      </a:lnTo>
                      <a:lnTo>
                        <a:pt x="312" y="24"/>
                      </a:lnTo>
                      <a:lnTo>
                        <a:pt x="316" y="24"/>
                      </a:lnTo>
                      <a:lnTo>
                        <a:pt x="316" y="20"/>
                      </a:lnTo>
                      <a:lnTo>
                        <a:pt x="320" y="24"/>
                      </a:lnTo>
                      <a:lnTo>
                        <a:pt x="316" y="20"/>
                      </a:lnTo>
                      <a:lnTo>
                        <a:pt x="316" y="16"/>
                      </a:lnTo>
                      <a:lnTo>
                        <a:pt x="320" y="20"/>
                      </a:lnTo>
                      <a:lnTo>
                        <a:pt x="324" y="24"/>
                      </a:lnTo>
                      <a:lnTo>
                        <a:pt x="324" y="28"/>
                      </a:lnTo>
                      <a:lnTo>
                        <a:pt x="324" y="30"/>
                      </a:lnTo>
                      <a:lnTo>
                        <a:pt x="324" y="34"/>
                      </a:lnTo>
                      <a:lnTo>
                        <a:pt x="324" y="38"/>
                      </a:lnTo>
                      <a:lnTo>
                        <a:pt x="324" y="42"/>
                      </a:lnTo>
                      <a:lnTo>
                        <a:pt x="328" y="42"/>
                      </a:lnTo>
                      <a:lnTo>
                        <a:pt x="328" y="46"/>
                      </a:lnTo>
                      <a:lnTo>
                        <a:pt x="328" y="50"/>
                      </a:lnTo>
                      <a:lnTo>
                        <a:pt x="330" y="56"/>
                      </a:lnTo>
                      <a:lnTo>
                        <a:pt x="330" y="60"/>
                      </a:lnTo>
                      <a:lnTo>
                        <a:pt x="334" y="60"/>
                      </a:lnTo>
                      <a:lnTo>
                        <a:pt x="338" y="60"/>
                      </a:lnTo>
                      <a:lnTo>
                        <a:pt x="342" y="64"/>
                      </a:lnTo>
                      <a:lnTo>
                        <a:pt x="342" y="68"/>
                      </a:lnTo>
                      <a:lnTo>
                        <a:pt x="338" y="72"/>
                      </a:lnTo>
                      <a:lnTo>
                        <a:pt x="342" y="72"/>
                      </a:lnTo>
                      <a:lnTo>
                        <a:pt x="338" y="72"/>
                      </a:lnTo>
                      <a:lnTo>
                        <a:pt x="338" y="76"/>
                      </a:lnTo>
                      <a:lnTo>
                        <a:pt x="334" y="76"/>
                      </a:lnTo>
                      <a:lnTo>
                        <a:pt x="334" y="80"/>
                      </a:lnTo>
                      <a:lnTo>
                        <a:pt x="330" y="84"/>
                      </a:lnTo>
                      <a:lnTo>
                        <a:pt x="330" y="86"/>
                      </a:lnTo>
                      <a:lnTo>
                        <a:pt x="328" y="90"/>
                      </a:lnTo>
                      <a:lnTo>
                        <a:pt x="324" y="90"/>
                      </a:lnTo>
                      <a:lnTo>
                        <a:pt x="324" y="94"/>
                      </a:lnTo>
                      <a:lnTo>
                        <a:pt x="320" y="94"/>
                      </a:lnTo>
                      <a:lnTo>
                        <a:pt x="320" y="98"/>
                      </a:lnTo>
                      <a:lnTo>
                        <a:pt x="320" y="102"/>
                      </a:lnTo>
                      <a:lnTo>
                        <a:pt x="316" y="102"/>
                      </a:lnTo>
                      <a:lnTo>
                        <a:pt x="316" y="106"/>
                      </a:lnTo>
                      <a:lnTo>
                        <a:pt x="316" y="110"/>
                      </a:lnTo>
                      <a:lnTo>
                        <a:pt x="312" y="114"/>
                      </a:lnTo>
                      <a:lnTo>
                        <a:pt x="312" y="116"/>
                      </a:lnTo>
                      <a:lnTo>
                        <a:pt x="308" y="116"/>
                      </a:lnTo>
                      <a:lnTo>
                        <a:pt x="304" y="116"/>
                      </a:lnTo>
                      <a:lnTo>
                        <a:pt x="304" y="120"/>
                      </a:lnTo>
                      <a:lnTo>
                        <a:pt x="302" y="116"/>
                      </a:lnTo>
                      <a:lnTo>
                        <a:pt x="302" y="120"/>
                      </a:lnTo>
                      <a:lnTo>
                        <a:pt x="304" y="120"/>
                      </a:lnTo>
                      <a:lnTo>
                        <a:pt x="308" y="120"/>
                      </a:lnTo>
                      <a:lnTo>
                        <a:pt x="312" y="120"/>
                      </a:lnTo>
                      <a:lnTo>
                        <a:pt x="312" y="116"/>
                      </a:lnTo>
                      <a:lnTo>
                        <a:pt x="316" y="116"/>
                      </a:lnTo>
                      <a:lnTo>
                        <a:pt x="320" y="116"/>
                      </a:lnTo>
                      <a:lnTo>
                        <a:pt x="324" y="114"/>
                      </a:lnTo>
                      <a:lnTo>
                        <a:pt x="324" y="110"/>
                      </a:lnTo>
                      <a:lnTo>
                        <a:pt x="328" y="110"/>
                      </a:lnTo>
                      <a:lnTo>
                        <a:pt x="328" y="114"/>
                      </a:lnTo>
                      <a:lnTo>
                        <a:pt x="328" y="116"/>
                      </a:lnTo>
                      <a:lnTo>
                        <a:pt x="328" y="120"/>
                      </a:lnTo>
                      <a:lnTo>
                        <a:pt x="330" y="120"/>
                      </a:lnTo>
                      <a:lnTo>
                        <a:pt x="330" y="124"/>
                      </a:lnTo>
                      <a:lnTo>
                        <a:pt x="328" y="124"/>
                      </a:lnTo>
                      <a:lnTo>
                        <a:pt x="324" y="124"/>
                      </a:lnTo>
                      <a:lnTo>
                        <a:pt x="320" y="124"/>
                      </a:lnTo>
                      <a:lnTo>
                        <a:pt x="320" y="120"/>
                      </a:lnTo>
                      <a:lnTo>
                        <a:pt x="320" y="124"/>
                      </a:lnTo>
                      <a:lnTo>
                        <a:pt x="320" y="128"/>
                      </a:lnTo>
                      <a:lnTo>
                        <a:pt x="316" y="128"/>
                      </a:lnTo>
                      <a:lnTo>
                        <a:pt x="320" y="132"/>
                      </a:lnTo>
                      <a:lnTo>
                        <a:pt x="320" y="128"/>
                      </a:lnTo>
                      <a:lnTo>
                        <a:pt x="320" y="124"/>
                      </a:lnTo>
                      <a:lnTo>
                        <a:pt x="324" y="124"/>
                      </a:lnTo>
                      <a:lnTo>
                        <a:pt x="324" y="128"/>
                      </a:lnTo>
                      <a:lnTo>
                        <a:pt x="324" y="132"/>
                      </a:lnTo>
                      <a:lnTo>
                        <a:pt x="324" y="136"/>
                      </a:lnTo>
                      <a:lnTo>
                        <a:pt x="328" y="136"/>
                      </a:lnTo>
                      <a:lnTo>
                        <a:pt x="324" y="132"/>
                      </a:lnTo>
                      <a:lnTo>
                        <a:pt x="328" y="128"/>
                      </a:lnTo>
                      <a:lnTo>
                        <a:pt x="330" y="132"/>
                      </a:lnTo>
                      <a:lnTo>
                        <a:pt x="328" y="128"/>
                      </a:lnTo>
                      <a:lnTo>
                        <a:pt x="328" y="124"/>
                      </a:lnTo>
                      <a:lnTo>
                        <a:pt x="330" y="124"/>
                      </a:lnTo>
                      <a:lnTo>
                        <a:pt x="334" y="124"/>
                      </a:lnTo>
                      <a:lnTo>
                        <a:pt x="330" y="124"/>
                      </a:lnTo>
                      <a:lnTo>
                        <a:pt x="334" y="124"/>
                      </a:lnTo>
                      <a:lnTo>
                        <a:pt x="338" y="124"/>
                      </a:lnTo>
                      <a:lnTo>
                        <a:pt x="342" y="124"/>
                      </a:lnTo>
                      <a:lnTo>
                        <a:pt x="346" y="124"/>
                      </a:lnTo>
                      <a:lnTo>
                        <a:pt x="346" y="120"/>
                      </a:lnTo>
                      <a:lnTo>
                        <a:pt x="350" y="120"/>
                      </a:lnTo>
                      <a:lnTo>
                        <a:pt x="350" y="124"/>
                      </a:lnTo>
                      <a:lnTo>
                        <a:pt x="350" y="128"/>
                      </a:lnTo>
                      <a:lnTo>
                        <a:pt x="346" y="128"/>
                      </a:lnTo>
                      <a:lnTo>
                        <a:pt x="346" y="132"/>
                      </a:lnTo>
                      <a:lnTo>
                        <a:pt x="346" y="136"/>
                      </a:lnTo>
                      <a:lnTo>
                        <a:pt x="346" y="132"/>
                      </a:lnTo>
                      <a:lnTo>
                        <a:pt x="350" y="132"/>
                      </a:lnTo>
                      <a:lnTo>
                        <a:pt x="350" y="128"/>
                      </a:lnTo>
                      <a:lnTo>
                        <a:pt x="350" y="124"/>
                      </a:lnTo>
                      <a:lnTo>
                        <a:pt x="354" y="124"/>
                      </a:lnTo>
                      <a:lnTo>
                        <a:pt x="358" y="120"/>
                      </a:lnTo>
                      <a:lnTo>
                        <a:pt x="358" y="116"/>
                      </a:lnTo>
                      <a:lnTo>
                        <a:pt x="360" y="116"/>
                      </a:lnTo>
                      <a:lnTo>
                        <a:pt x="360" y="120"/>
                      </a:lnTo>
                      <a:lnTo>
                        <a:pt x="360" y="116"/>
                      </a:lnTo>
                      <a:lnTo>
                        <a:pt x="364" y="116"/>
                      </a:lnTo>
                      <a:lnTo>
                        <a:pt x="360" y="116"/>
                      </a:lnTo>
                      <a:lnTo>
                        <a:pt x="360" y="114"/>
                      </a:lnTo>
                      <a:lnTo>
                        <a:pt x="360" y="116"/>
                      </a:lnTo>
                      <a:lnTo>
                        <a:pt x="364" y="116"/>
                      </a:lnTo>
                      <a:lnTo>
                        <a:pt x="364" y="114"/>
                      </a:lnTo>
                      <a:lnTo>
                        <a:pt x="364" y="110"/>
                      </a:lnTo>
                      <a:lnTo>
                        <a:pt x="364" y="106"/>
                      </a:lnTo>
                      <a:lnTo>
                        <a:pt x="368" y="106"/>
                      </a:lnTo>
                      <a:lnTo>
                        <a:pt x="372" y="102"/>
                      </a:lnTo>
                      <a:lnTo>
                        <a:pt x="372" y="106"/>
                      </a:lnTo>
                      <a:lnTo>
                        <a:pt x="372" y="102"/>
                      </a:lnTo>
                      <a:lnTo>
                        <a:pt x="376" y="102"/>
                      </a:lnTo>
                      <a:lnTo>
                        <a:pt x="376" y="106"/>
                      </a:lnTo>
                      <a:lnTo>
                        <a:pt x="376" y="102"/>
                      </a:lnTo>
                      <a:lnTo>
                        <a:pt x="380" y="102"/>
                      </a:lnTo>
                      <a:lnTo>
                        <a:pt x="380" y="106"/>
                      </a:lnTo>
                      <a:lnTo>
                        <a:pt x="384" y="106"/>
                      </a:lnTo>
                      <a:lnTo>
                        <a:pt x="384" y="110"/>
                      </a:lnTo>
                      <a:lnTo>
                        <a:pt x="384" y="106"/>
                      </a:lnTo>
                      <a:lnTo>
                        <a:pt x="386" y="106"/>
                      </a:lnTo>
                      <a:lnTo>
                        <a:pt x="386" y="110"/>
                      </a:lnTo>
                      <a:lnTo>
                        <a:pt x="390" y="110"/>
                      </a:lnTo>
                      <a:lnTo>
                        <a:pt x="394" y="110"/>
                      </a:lnTo>
                      <a:lnTo>
                        <a:pt x="394" y="114"/>
                      </a:lnTo>
                      <a:lnTo>
                        <a:pt x="390" y="114"/>
                      </a:lnTo>
                      <a:lnTo>
                        <a:pt x="394" y="114"/>
                      </a:lnTo>
                      <a:lnTo>
                        <a:pt x="398" y="110"/>
                      </a:lnTo>
                      <a:lnTo>
                        <a:pt x="398" y="114"/>
                      </a:lnTo>
                      <a:lnTo>
                        <a:pt x="402" y="114"/>
                      </a:lnTo>
                      <a:lnTo>
                        <a:pt x="402" y="116"/>
                      </a:lnTo>
                      <a:lnTo>
                        <a:pt x="402" y="114"/>
                      </a:lnTo>
                      <a:lnTo>
                        <a:pt x="406" y="116"/>
                      </a:lnTo>
                      <a:lnTo>
                        <a:pt x="402" y="116"/>
                      </a:lnTo>
                      <a:lnTo>
                        <a:pt x="402" y="120"/>
                      </a:lnTo>
                      <a:lnTo>
                        <a:pt x="406" y="120"/>
                      </a:lnTo>
                      <a:lnTo>
                        <a:pt x="406" y="116"/>
                      </a:lnTo>
                      <a:lnTo>
                        <a:pt x="406" y="120"/>
                      </a:lnTo>
                      <a:lnTo>
                        <a:pt x="406" y="116"/>
                      </a:lnTo>
                      <a:lnTo>
                        <a:pt x="410" y="116"/>
                      </a:lnTo>
                      <a:lnTo>
                        <a:pt x="414" y="116"/>
                      </a:lnTo>
                      <a:lnTo>
                        <a:pt x="414" y="120"/>
                      </a:lnTo>
                      <a:lnTo>
                        <a:pt x="410" y="120"/>
                      </a:lnTo>
                      <a:lnTo>
                        <a:pt x="414" y="120"/>
                      </a:lnTo>
                      <a:lnTo>
                        <a:pt x="414" y="124"/>
                      </a:lnTo>
                      <a:lnTo>
                        <a:pt x="414" y="124"/>
                      </a:lnTo>
                      <a:lnTo>
                        <a:pt x="414" y="124"/>
                      </a:lnTo>
                      <a:close/>
                      <a:moveTo>
                        <a:pt x="358" y="116"/>
                      </a:moveTo>
                      <a:lnTo>
                        <a:pt x="354" y="116"/>
                      </a:lnTo>
                      <a:lnTo>
                        <a:pt x="350" y="120"/>
                      </a:lnTo>
                      <a:lnTo>
                        <a:pt x="346" y="120"/>
                      </a:lnTo>
                      <a:lnTo>
                        <a:pt x="346" y="124"/>
                      </a:lnTo>
                      <a:lnTo>
                        <a:pt x="342" y="120"/>
                      </a:lnTo>
                      <a:lnTo>
                        <a:pt x="342" y="124"/>
                      </a:lnTo>
                      <a:lnTo>
                        <a:pt x="338" y="124"/>
                      </a:lnTo>
                      <a:lnTo>
                        <a:pt x="338" y="120"/>
                      </a:lnTo>
                      <a:lnTo>
                        <a:pt x="338" y="124"/>
                      </a:lnTo>
                      <a:lnTo>
                        <a:pt x="334" y="124"/>
                      </a:lnTo>
                      <a:lnTo>
                        <a:pt x="330" y="124"/>
                      </a:lnTo>
                      <a:lnTo>
                        <a:pt x="330" y="120"/>
                      </a:lnTo>
                      <a:lnTo>
                        <a:pt x="328" y="120"/>
                      </a:lnTo>
                      <a:lnTo>
                        <a:pt x="328" y="116"/>
                      </a:lnTo>
                      <a:lnTo>
                        <a:pt x="328" y="114"/>
                      </a:lnTo>
                      <a:lnTo>
                        <a:pt x="330" y="114"/>
                      </a:lnTo>
                      <a:lnTo>
                        <a:pt x="330" y="110"/>
                      </a:lnTo>
                      <a:lnTo>
                        <a:pt x="330" y="114"/>
                      </a:lnTo>
                      <a:lnTo>
                        <a:pt x="330" y="110"/>
                      </a:lnTo>
                      <a:lnTo>
                        <a:pt x="328" y="110"/>
                      </a:lnTo>
                      <a:lnTo>
                        <a:pt x="328" y="106"/>
                      </a:lnTo>
                      <a:lnTo>
                        <a:pt x="328" y="102"/>
                      </a:lnTo>
                      <a:lnTo>
                        <a:pt x="330" y="102"/>
                      </a:lnTo>
                      <a:lnTo>
                        <a:pt x="330" y="106"/>
                      </a:lnTo>
                      <a:lnTo>
                        <a:pt x="330" y="102"/>
                      </a:lnTo>
                      <a:lnTo>
                        <a:pt x="330" y="98"/>
                      </a:lnTo>
                      <a:lnTo>
                        <a:pt x="330" y="94"/>
                      </a:lnTo>
                      <a:lnTo>
                        <a:pt x="334" y="94"/>
                      </a:lnTo>
                      <a:lnTo>
                        <a:pt x="338" y="94"/>
                      </a:lnTo>
                      <a:lnTo>
                        <a:pt x="342" y="94"/>
                      </a:lnTo>
                      <a:lnTo>
                        <a:pt x="342" y="98"/>
                      </a:lnTo>
                      <a:lnTo>
                        <a:pt x="346" y="98"/>
                      </a:lnTo>
                      <a:lnTo>
                        <a:pt x="350" y="98"/>
                      </a:lnTo>
                      <a:lnTo>
                        <a:pt x="350" y="94"/>
                      </a:lnTo>
                      <a:lnTo>
                        <a:pt x="354" y="94"/>
                      </a:lnTo>
                      <a:lnTo>
                        <a:pt x="358" y="94"/>
                      </a:lnTo>
                      <a:lnTo>
                        <a:pt x="358" y="98"/>
                      </a:lnTo>
                      <a:lnTo>
                        <a:pt x="360" y="98"/>
                      </a:lnTo>
                      <a:lnTo>
                        <a:pt x="360" y="102"/>
                      </a:lnTo>
                      <a:lnTo>
                        <a:pt x="360" y="106"/>
                      </a:lnTo>
                      <a:lnTo>
                        <a:pt x="360" y="110"/>
                      </a:lnTo>
                      <a:lnTo>
                        <a:pt x="358" y="110"/>
                      </a:lnTo>
                      <a:lnTo>
                        <a:pt x="358" y="114"/>
                      </a:lnTo>
                      <a:lnTo>
                        <a:pt x="358" y="116"/>
                      </a:lnTo>
                      <a:lnTo>
                        <a:pt x="358" y="116"/>
                      </a:lnTo>
                      <a:lnTo>
                        <a:pt x="358" y="116"/>
                      </a:lnTo>
                      <a:close/>
                      <a:moveTo>
                        <a:pt x="330" y="56"/>
                      </a:moveTo>
                      <a:lnTo>
                        <a:pt x="330" y="54"/>
                      </a:lnTo>
                      <a:lnTo>
                        <a:pt x="334" y="54"/>
                      </a:lnTo>
                      <a:lnTo>
                        <a:pt x="334" y="56"/>
                      </a:lnTo>
                      <a:lnTo>
                        <a:pt x="330" y="56"/>
                      </a:lnTo>
                      <a:lnTo>
                        <a:pt x="330" y="56"/>
                      </a:lnTo>
                      <a:lnTo>
                        <a:pt x="330" y="56"/>
                      </a:lnTo>
                      <a:close/>
                      <a:moveTo>
                        <a:pt x="334" y="60"/>
                      </a:moveTo>
                      <a:lnTo>
                        <a:pt x="330" y="56"/>
                      </a:lnTo>
                      <a:lnTo>
                        <a:pt x="334" y="56"/>
                      </a:lnTo>
                      <a:lnTo>
                        <a:pt x="334" y="60"/>
                      </a:lnTo>
                      <a:lnTo>
                        <a:pt x="334" y="60"/>
                      </a:lnTo>
                      <a:lnTo>
                        <a:pt x="334" y="60"/>
                      </a:lnTo>
                      <a:close/>
                      <a:moveTo>
                        <a:pt x="338" y="76"/>
                      </a:moveTo>
                      <a:lnTo>
                        <a:pt x="342" y="76"/>
                      </a:lnTo>
                      <a:lnTo>
                        <a:pt x="338" y="76"/>
                      </a:lnTo>
                      <a:lnTo>
                        <a:pt x="338" y="76"/>
                      </a:lnTo>
                      <a:lnTo>
                        <a:pt x="338" y="76"/>
                      </a:lnTo>
                      <a:close/>
                      <a:moveTo>
                        <a:pt x="334" y="80"/>
                      </a:moveTo>
                      <a:lnTo>
                        <a:pt x="334" y="76"/>
                      </a:lnTo>
                      <a:lnTo>
                        <a:pt x="338" y="76"/>
                      </a:lnTo>
                      <a:lnTo>
                        <a:pt x="338" y="80"/>
                      </a:lnTo>
                      <a:lnTo>
                        <a:pt x="338" y="76"/>
                      </a:lnTo>
                      <a:lnTo>
                        <a:pt x="338" y="80"/>
                      </a:lnTo>
                      <a:lnTo>
                        <a:pt x="334" y="80"/>
                      </a:lnTo>
                      <a:lnTo>
                        <a:pt x="334" y="80"/>
                      </a:lnTo>
                      <a:lnTo>
                        <a:pt x="334" y="80"/>
                      </a:lnTo>
                      <a:close/>
                      <a:moveTo>
                        <a:pt x="334" y="86"/>
                      </a:moveTo>
                      <a:lnTo>
                        <a:pt x="334" y="84"/>
                      </a:lnTo>
                      <a:lnTo>
                        <a:pt x="338" y="84"/>
                      </a:lnTo>
                      <a:lnTo>
                        <a:pt x="338" y="86"/>
                      </a:lnTo>
                      <a:lnTo>
                        <a:pt x="334" y="86"/>
                      </a:lnTo>
                      <a:lnTo>
                        <a:pt x="334" y="86"/>
                      </a:lnTo>
                      <a:lnTo>
                        <a:pt x="334" y="86"/>
                      </a:lnTo>
                      <a:close/>
                      <a:moveTo>
                        <a:pt x="334" y="90"/>
                      </a:moveTo>
                      <a:lnTo>
                        <a:pt x="330" y="90"/>
                      </a:lnTo>
                      <a:lnTo>
                        <a:pt x="330" y="86"/>
                      </a:lnTo>
                      <a:lnTo>
                        <a:pt x="334" y="86"/>
                      </a:lnTo>
                      <a:lnTo>
                        <a:pt x="334" y="84"/>
                      </a:lnTo>
                      <a:lnTo>
                        <a:pt x="334" y="86"/>
                      </a:lnTo>
                      <a:lnTo>
                        <a:pt x="334" y="90"/>
                      </a:lnTo>
                      <a:lnTo>
                        <a:pt x="334" y="90"/>
                      </a:lnTo>
                      <a:lnTo>
                        <a:pt x="334" y="90"/>
                      </a:lnTo>
                      <a:close/>
                      <a:moveTo>
                        <a:pt x="338" y="90"/>
                      </a:moveTo>
                      <a:lnTo>
                        <a:pt x="334" y="90"/>
                      </a:lnTo>
                      <a:lnTo>
                        <a:pt x="338" y="90"/>
                      </a:lnTo>
                      <a:lnTo>
                        <a:pt x="338" y="86"/>
                      </a:lnTo>
                      <a:lnTo>
                        <a:pt x="342" y="86"/>
                      </a:lnTo>
                      <a:lnTo>
                        <a:pt x="346" y="86"/>
                      </a:lnTo>
                      <a:lnTo>
                        <a:pt x="346" y="90"/>
                      </a:lnTo>
                      <a:lnTo>
                        <a:pt x="342" y="90"/>
                      </a:lnTo>
                      <a:lnTo>
                        <a:pt x="342" y="94"/>
                      </a:lnTo>
                      <a:lnTo>
                        <a:pt x="338" y="94"/>
                      </a:lnTo>
                      <a:lnTo>
                        <a:pt x="338" y="90"/>
                      </a:lnTo>
                      <a:lnTo>
                        <a:pt x="338" y="90"/>
                      </a:lnTo>
                      <a:lnTo>
                        <a:pt x="338" y="90"/>
                      </a:lnTo>
                      <a:close/>
                      <a:moveTo>
                        <a:pt x="330" y="94"/>
                      </a:moveTo>
                      <a:lnTo>
                        <a:pt x="330" y="90"/>
                      </a:lnTo>
                      <a:lnTo>
                        <a:pt x="334" y="90"/>
                      </a:lnTo>
                      <a:lnTo>
                        <a:pt x="334" y="94"/>
                      </a:lnTo>
                      <a:lnTo>
                        <a:pt x="330" y="94"/>
                      </a:lnTo>
                      <a:lnTo>
                        <a:pt x="330" y="94"/>
                      </a:lnTo>
                      <a:lnTo>
                        <a:pt x="330" y="94"/>
                      </a:lnTo>
                      <a:close/>
                      <a:moveTo>
                        <a:pt x="342" y="90"/>
                      </a:moveTo>
                      <a:lnTo>
                        <a:pt x="346" y="90"/>
                      </a:lnTo>
                      <a:lnTo>
                        <a:pt x="350" y="90"/>
                      </a:lnTo>
                      <a:lnTo>
                        <a:pt x="350" y="94"/>
                      </a:lnTo>
                      <a:lnTo>
                        <a:pt x="346" y="94"/>
                      </a:lnTo>
                      <a:lnTo>
                        <a:pt x="342" y="94"/>
                      </a:lnTo>
                      <a:lnTo>
                        <a:pt x="342" y="90"/>
                      </a:lnTo>
                      <a:lnTo>
                        <a:pt x="342" y="90"/>
                      </a:lnTo>
                      <a:lnTo>
                        <a:pt x="342" y="90"/>
                      </a:lnTo>
                      <a:close/>
                      <a:moveTo>
                        <a:pt x="328" y="90"/>
                      </a:moveTo>
                      <a:lnTo>
                        <a:pt x="330" y="90"/>
                      </a:lnTo>
                      <a:lnTo>
                        <a:pt x="328" y="90"/>
                      </a:lnTo>
                      <a:lnTo>
                        <a:pt x="328" y="94"/>
                      </a:lnTo>
                      <a:lnTo>
                        <a:pt x="328" y="90"/>
                      </a:lnTo>
                      <a:lnTo>
                        <a:pt x="328" y="90"/>
                      </a:lnTo>
                      <a:lnTo>
                        <a:pt x="328" y="90"/>
                      </a:lnTo>
                      <a:close/>
                      <a:moveTo>
                        <a:pt x="328" y="98"/>
                      </a:moveTo>
                      <a:lnTo>
                        <a:pt x="324" y="98"/>
                      </a:lnTo>
                      <a:lnTo>
                        <a:pt x="324" y="94"/>
                      </a:lnTo>
                      <a:lnTo>
                        <a:pt x="328" y="94"/>
                      </a:lnTo>
                      <a:lnTo>
                        <a:pt x="330" y="94"/>
                      </a:lnTo>
                      <a:lnTo>
                        <a:pt x="328" y="94"/>
                      </a:lnTo>
                      <a:lnTo>
                        <a:pt x="328" y="98"/>
                      </a:lnTo>
                      <a:lnTo>
                        <a:pt x="328" y="98"/>
                      </a:lnTo>
                      <a:lnTo>
                        <a:pt x="328" y="98"/>
                      </a:lnTo>
                      <a:close/>
                      <a:moveTo>
                        <a:pt x="320" y="102"/>
                      </a:moveTo>
                      <a:lnTo>
                        <a:pt x="320" y="98"/>
                      </a:lnTo>
                      <a:lnTo>
                        <a:pt x="324" y="98"/>
                      </a:lnTo>
                      <a:lnTo>
                        <a:pt x="324" y="94"/>
                      </a:lnTo>
                      <a:lnTo>
                        <a:pt x="324" y="98"/>
                      </a:lnTo>
                      <a:lnTo>
                        <a:pt x="320" y="102"/>
                      </a:lnTo>
                      <a:lnTo>
                        <a:pt x="320" y="102"/>
                      </a:lnTo>
                      <a:lnTo>
                        <a:pt x="320" y="102"/>
                      </a:lnTo>
                      <a:close/>
                      <a:moveTo>
                        <a:pt x="324" y="102"/>
                      </a:moveTo>
                      <a:lnTo>
                        <a:pt x="324" y="98"/>
                      </a:lnTo>
                      <a:lnTo>
                        <a:pt x="328" y="98"/>
                      </a:lnTo>
                      <a:lnTo>
                        <a:pt x="324" y="98"/>
                      </a:lnTo>
                      <a:lnTo>
                        <a:pt x="324" y="102"/>
                      </a:lnTo>
                      <a:lnTo>
                        <a:pt x="324" y="102"/>
                      </a:lnTo>
                      <a:lnTo>
                        <a:pt x="324" y="102"/>
                      </a:lnTo>
                      <a:close/>
                      <a:moveTo>
                        <a:pt x="328" y="102"/>
                      </a:moveTo>
                      <a:lnTo>
                        <a:pt x="328" y="98"/>
                      </a:lnTo>
                      <a:lnTo>
                        <a:pt x="328" y="102"/>
                      </a:lnTo>
                      <a:lnTo>
                        <a:pt x="328" y="102"/>
                      </a:lnTo>
                      <a:lnTo>
                        <a:pt x="328" y="102"/>
                      </a:lnTo>
                      <a:close/>
                      <a:moveTo>
                        <a:pt x="324" y="102"/>
                      </a:moveTo>
                      <a:lnTo>
                        <a:pt x="324" y="98"/>
                      </a:lnTo>
                      <a:lnTo>
                        <a:pt x="328" y="98"/>
                      </a:lnTo>
                      <a:lnTo>
                        <a:pt x="328" y="102"/>
                      </a:lnTo>
                      <a:lnTo>
                        <a:pt x="324" y="102"/>
                      </a:lnTo>
                      <a:lnTo>
                        <a:pt x="324" y="102"/>
                      </a:lnTo>
                      <a:lnTo>
                        <a:pt x="324" y="102"/>
                      </a:lnTo>
                      <a:close/>
                      <a:moveTo>
                        <a:pt x="324" y="110"/>
                      </a:moveTo>
                      <a:lnTo>
                        <a:pt x="324" y="106"/>
                      </a:lnTo>
                      <a:lnTo>
                        <a:pt x="328" y="102"/>
                      </a:lnTo>
                      <a:lnTo>
                        <a:pt x="328" y="106"/>
                      </a:lnTo>
                      <a:lnTo>
                        <a:pt x="324" y="106"/>
                      </a:lnTo>
                      <a:lnTo>
                        <a:pt x="324" y="110"/>
                      </a:lnTo>
                      <a:lnTo>
                        <a:pt x="324" y="110"/>
                      </a:lnTo>
                      <a:lnTo>
                        <a:pt x="324" y="110"/>
                      </a:lnTo>
                      <a:close/>
                      <a:moveTo>
                        <a:pt x="320" y="114"/>
                      </a:moveTo>
                      <a:lnTo>
                        <a:pt x="320" y="110"/>
                      </a:lnTo>
                      <a:lnTo>
                        <a:pt x="324" y="110"/>
                      </a:lnTo>
                      <a:lnTo>
                        <a:pt x="324" y="106"/>
                      </a:lnTo>
                      <a:lnTo>
                        <a:pt x="324" y="110"/>
                      </a:lnTo>
                      <a:lnTo>
                        <a:pt x="324" y="114"/>
                      </a:lnTo>
                      <a:lnTo>
                        <a:pt x="320" y="114"/>
                      </a:lnTo>
                      <a:lnTo>
                        <a:pt x="320" y="114"/>
                      </a:lnTo>
                      <a:lnTo>
                        <a:pt x="320" y="114"/>
                      </a:lnTo>
                      <a:close/>
                      <a:moveTo>
                        <a:pt x="328" y="106"/>
                      </a:moveTo>
                      <a:lnTo>
                        <a:pt x="328" y="110"/>
                      </a:lnTo>
                      <a:lnTo>
                        <a:pt x="324" y="110"/>
                      </a:lnTo>
                      <a:lnTo>
                        <a:pt x="324" y="114"/>
                      </a:lnTo>
                      <a:lnTo>
                        <a:pt x="324" y="110"/>
                      </a:lnTo>
                      <a:lnTo>
                        <a:pt x="324" y="106"/>
                      </a:lnTo>
                      <a:lnTo>
                        <a:pt x="328" y="106"/>
                      </a:lnTo>
                      <a:lnTo>
                        <a:pt x="328" y="106"/>
                      </a:lnTo>
                      <a:lnTo>
                        <a:pt x="328" y="106"/>
                      </a:lnTo>
                      <a:close/>
                      <a:moveTo>
                        <a:pt x="386" y="110"/>
                      </a:moveTo>
                      <a:lnTo>
                        <a:pt x="390" y="110"/>
                      </a:lnTo>
                      <a:lnTo>
                        <a:pt x="386" y="110"/>
                      </a:lnTo>
                      <a:lnTo>
                        <a:pt x="386" y="110"/>
                      </a:lnTo>
                      <a:lnTo>
                        <a:pt x="386" y="110"/>
                      </a:lnTo>
                      <a:close/>
                      <a:moveTo>
                        <a:pt x="364" y="114"/>
                      </a:moveTo>
                      <a:lnTo>
                        <a:pt x="360" y="114"/>
                      </a:lnTo>
                      <a:lnTo>
                        <a:pt x="360" y="110"/>
                      </a:lnTo>
                      <a:lnTo>
                        <a:pt x="364" y="110"/>
                      </a:lnTo>
                      <a:lnTo>
                        <a:pt x="364" y="114"/>
                      </a:lnTo>
                      <a:lnTo>
                        <a:pt x="364" y="114"/>
                      </a:lnTo>
                      <a:lnTo>
                        <a:pt x="364" y="114"/>
                      </a:lnTo>
                      <a:close/>
                      <a:moveTo>
                        <a:pt x="402" y="116"/>
                      </a:moveTo>
                      <a:lnTo>
                        <a:pt x="402" y="114"/>
                      </a:lnTo>
                      <a:lnTo>
                        <a:pt x="402" y="116"/>
                      </a:lnTo>
                      <a:lnTo>
                        <a:pt x="402" y="116"/>
                      </a:lnTo>
                      <a:lnTo>
                        <a:pt x="402" y="116"/>
                      </a:lnTo>
                      <a:close/>
                      <a:moveTo>
                        <a:pt x="410" y="116"/>
                      </a:moveTo>
                      <a:lnTo>
                        <a:pt x="410" y="114"/>
                      </a:lnTo>
                      <a:lnTo>
                        <a:pt x="414" y="114"/>
                      </a:lnTo>
                      <a:lnTo>
                        <a:pt x="414" y="116"/>
                      </a:lnTo>
                      <a:lnTo>
                        <a:pt x="410" y="116"/>
                      </a:lnTo>
                      <a:lnTo>
                        <a:pt x="410" y="116"/>
                      </a:lnTo>
                      <a:lnTo>
                        <a:pt x="410" y="116"/>
                      </a:lnTo>
                      <a:close/>
                      <a:moveTo>
                        <a:pt x="304" y="116"/>
                      </a:moveTo>
                      <a:lnTo>
                        <a:pt x="308" y="116"/>
                      </a:lnTo>
                      <a:lnTo>
                        <a:pt x="304" y="116"/>
                      </a:lnTo>
                      <a:lnTo>
                        <a:pt x="304" y="116"/>
                      </a:lnTo>
                      <a:lnTo>
                        <a:pt x="304" y="116"/>
                      </a:lnTo>
                      <a:close/>
                      <a:moveTo>
                        <a:pt x="308" y="120"/>
                      </a:moveTo>
                      <a:lnTo>
                        <a:pt x="308" y="116"/>
                      </a:lnTo>
                      <a:lnTo>
                        <a:pt x="312" y="116"/>
                      </a:lnTo>
                      <a:lnTo>
                        <a:pt x="312" y="120"/>
                      </a:lnTo>
                      <a:lnTo>
                        <a:pt x="308" y="120"/>
                      </a:lnTo>
                      <a:lnTo>
                        <a:pt x="308" y="120"/>
                      </a:lnTo>
                      <a:lnTo>
                        <a:pt x="308" y="120"/>
                      </a:lnTo>
                      <a:close/>
                      <a:moveTo>
                        <a:pt x="414" y="120"/>
                      </a:moveTo>
                      <a:lnTo>
                        <a:pt x="416" y="120"/>
                      </a:lnTo>
                      <a:lnTo>
                        <a:pt x="414" y="120"/>
                      </a:lnTo>
                      <a:lnTo>
                        <a:pt x="414" y="120"/>
                      </a:lnTo>
                      <a:lnTo>
                        <a:pt x="414" y="120"/>
                      </a:lnTo>
                      <a:close/>
                      <a:moveTo>
                        <a:pt x="354" y="124"/>
                      </a:moveTo>
                      <a:lnTo>
                        <a:pt x="354" y="120"/>
                      </a:lnTo>
                      <a:lnTo>
                        <a:pt x="354" y="124"/>
                      </a:lnTo>
                      <a:lnTo>
                        <a:pt x="354" y="124"/>
                      </a:lnTo>
                      <a:lnTo>
                        <a:pt x="354" y="124"/>
                      </a:lnTo>
                      <a:close/>
                      <a:moveTo>
                        <a:pt x="354" y="124"/>
                      </a:moveTo>
                      <a:lnTo>
                        <a:pt x="350" y="124"/>
                      </a:lnTo>
                      <a:lnTo>
                        <a:pt x="354" y="124"/>
                      </a:lnTo>
                      <a:lnTo>
                        <a:pt x="354" y="120"/>
                      </a:lnTo>
                      <a:lnTo>
                        <a:pt x="354" y="124"/>
                      </a:lnTo>
                      <a:lnTo>
                        <a:pt x="354" y="124"/>
                      </a:lnTo>
                      <a:lnTo>
                        <a:pt x="354" y="124"/>
                      </a:lnTo>
                      <a:close/>
                      <a:moveTo>
                        <a:pt x="328" y="128"/>
                      </a:moveTo>
                      <a:lnTo>
                        <a:pt x="328" y="124"/>
                      </a:lnTo>
                      <a:lnTo>
                        <a:pt x="328" y="128"/>
                      </a:lnTo>
                      <a:lnTo>
                        <a:pt x="324" y="128"/>
                      </a:lnTo>
                      <a:lnTo>
                        <a:pt x="324" y="124"/>
                      </a:lnTo>
                      <a:lnTo>
                        <a:pt x="328" y="124"/>
                      </a:lnTo>
                      <a:lnTo>
                        <a:pt x="328" y="128"/>
                      </a:lnTo>
                      <a:lnTo>
                        <a:pt x="328" y="128"/>
                      </a:lnTo>
                      <a:lnTo>
                        <a:pt x="328" y="128"/>
                      </a:lnTo>
                      <a:close/>
                      <a:moveTo>
                        <a:pt x="416" y="146"/>
                      </a:moveTo>
                      <a:lnTo>
                        <a:pt x="416" y="142"/>
                      </a:lnTo>
                      <a:lnTo>
                        <a:pt x="416" y="140"/>
                      </a:lnTo>
                      <a:lnTo>
                        <a:pt x="416" y="142"/>
                      </a:lnTo>
                      <a:lnTo>
                        <a:pt x="416" y="146"/>
                      </a:lnTo>
                      <a:lnTo>
                        <a:pt x="416" y="146"/>
                      </a:lnTo>
                      <a:lnTo>
                        <a:pt x="416" y="146"/>
                      </a:lnTo>
                      <a:close/>
                      <a:moveTo>
                        <a:pt x="498" y="318"/>
                      </a:moveTo>
                      <a:lnTo>
                        <a:pt x="498" y="314"/>
                      </a:lnTo>
                      <a:lnTo>
                        <a:pt x="502" y="314"/>
                      </a:lnTo>
                      <a:lnTo>
                        <a:pt x="498" y="314"/>
                      </a:lnTo>
                      <a:lnTo>
                        <a:pt x="498" y="318"/>
                      </a:lnTo>
                      <a:lnTo>
                        <a:pt x="498" y="318"/>
                      </a:lnTo>
                      <a:lnTo>
                        <a:pt x="498" y="318"/>
                      </a:lnTo>
                      <a:close/>
                      <a:moveTo>
                        <a:pt x="494" y="326"/>
                      </a:moveTo>
                      <a:lnTo>
                        <a:pt x="494" y="322"/>
                      </a:lnTo>
                      <a:lnTo>
                        <a:pt x="494" y="326"/>
                      </a:lnTo>
                      <a:lnTo>
                        <a:pt x="494" y="326"/>
                      </a:lnTo>
                      <a:lnTo>
                        <a:pt x="494" y="326"/>
                      </a:lnTo>
                      <a:close/>
                      <a:moveTo>
                        <a:pt x="360" y="552"/>
                      </a:moveTo>
                      <a:lnTo>
                        <a:pt x="358" y="552"/>
                      </a:lnTo>
                      <a:lnTo>
                        <a:pt x="358" y="550"/>
                      </a:lnTo>
                      <a:lnTo>
                        <a:pt x="360" y="546"/>
                      </a:lnTo>
                      <a:lnTo>
                        <a:pt x="360" y="550"/>
                      </a:lnTo>
                      <a:lnTo>
                        <a:pt x="360" y="552"/>
                      </a:lnTo>
                      <a:lnTo>
                        <a:pt x="360" y="552"/>
                      </a:lnTo>
                      <a:lnTo>
                        <a:pt x="360" y="552"/>
                      </a:lnTo>
                      <a:close/>
                      <a:moveTo>
                        <a:pt x="360" y="578"/>
                      </a:moveTo>
                      <a:lnTo>
                        <a:pt x="360" y="574"/>
                      </a:lnTo>
                      <a:lnTo>
                        <a:pt x="360" y="570"/>
                      </a:lnTo>
                      <a:lnTo>
                        <a:pt x="360" y="566"/>
                      </a:lnTo>
                      <a:lnTo>
                        <a:pt x="360" y="570"/>
                      </a:lnTo>
                      <a:lnTo>
                        <a:pt x="360" y="574"/>
                      </a:lnTo>
                      <a:lnTo>
                        <a:pt x="360" y="578"/>
                      </a:lnTo>
                      <a:lnTo>
                        <a:pt x="360" y="578"/>
                      </a:lnTo>
                      <a:lnTo>
                        <a:pt x="360" y="578"/>
                      </a:lnTo>
                      <a:close/>
                      <a:moveTo>
                        <a:pt x="312" y="116"/>
                      </a:moveTo>
                      <a:lnTo>
                        <a:pt x="312" y="114"/>
                      </a:lnTo>
                      <a:lnTo>
                        <a:pt x="316" y="114"/>
                      </a:lnTo>
                      <a:lnTo>
                        <a:pt x="316" y="110"/>
                      </a:lnTo>
                      <a:lnTo>
                        <a:pt x="316" y="106"/>
                      </a:lnTo>
                      <a:lnTo>
                        <a:pt x="316" y="102"/>
                      </a:lnTo>
                      <a:lnTo>
                        <a:pt x="320" y="102"/>
                      </a:lnTo>
                      <a:lnTo>
                        <a:pt x="324" y="102"/>
                      </a:lnTo>
                      <a:lnTo>
                        <a:pt x="324" y="106"/>
                      </a:lnTo>
                      <a:lnTo>
                        <a:pt x="324" y="110"/>
                      </a:lnTo>
                      <a:lnTo>
                        <a:pt x="320" y="110"/>
                      </a:lnTo>
                      <a:lnTo>
                        <a:pt x="320" y="114"/>
                      </a:lnTo>
                      <a:lnTo>
                        <a:pt x="316" y="114"/>
                      </a:lnTo>
                      <a:lnTo>
                        <a:pt x="316" y="116"/>
                      </a:lnTo>
                      <a:lnTo>
                        <a:pt x="312" y="116"/>
                      </a:lnTo>
                      <a:lnTo>
                        <a:pt x="312" y="116"/>
                      </a:lnTo>
                      <a:lnTo>
                        <a:pt x="312" y="116"/>
                      </a:lnTo>
                      <a:close/>
                      <a:moveTo>
                        <a:pt x="420" y="494"/>
                      </a:moveTo>
                      <a:lnTo>
                        <a:pt x="424" y="494"/>
                      </a:lnTo>
                      <a:lnTo>
                        <a:pt x="420" y="494"/>
                      </a:lnTo>
                      <a:lnTo>
                        <a:pt x="420" y="494"/>
                      </a:lnTo>
                      <a:lnTo>
                        <a:pt x="420" y="494"/>
                      </a:lnTo>
                      <a:close/>
                      <a:moveTo>
                        <a:pt x="406" y="508"/>
                      </a:moveTo>
                      <a:lnTo>
                        <a:pt x="406" y="504"/>
                      </a:lnTo>
                      <a:lnTo>
                        <a:pt x="406" y="508"/>
                      </a:lnTo>
                      <a:lnTo>
                        <a:pt x="406" y="508"/>
                      </a:lnTo>
                      <a:lnTo>
                        <a:pt x="406" y="508"/>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239" name="Freeform 181">
                  <a:extLst>
                    <a:ext uri="{FF2B5EF4-FFF2-40B4-BE49-F238E27FC236}">
                      <a16:creationId xmlns:a16="http://schemas.microsoft.com/office/drawing/2014/main" id="{839252A6-460D-8251-818E-FF482E2E0F6A}"/>
                    </a:ext>
                  </a:extLst>
                </p:cNvPr>
                <p:cNvSpPr>
                  <a:spLocks noEditPoints="1"/>
                </p:cNvSpPr>
                <p:nvPr/>
              </p:nvSpPr>
              <p:spPr bwMode="gray">
                <a:xfrm>
                  <a:off x="2855448" y="4147503"/>
                  <a:ext cx="299153" cy="497428"/>
                </a:xfrm>
                <a:custGeom>
                  <a:avLst/>
                  <a:gdLst>
                    <a:gd name="T0" fmla="*/ 68 w 172"/>
                    <a:gd name="T1" fmla="*/ 30 h 286"/>
                    <a:gd name="T2" fmla="*/ 82 w 172"/>
                    <a:gd name="T3" fmla="*/ 22 h 286"/>
                    <a:gd name="T4" fmla="*/ 98 w 172"/>
                    <a:gd name="T5" fmla="*/ 8 h 286"/>
                    <a:gd name="T6" fmla="*/ 104 w 172"/>
                    <a:gd name="T7" fmla="*/ 0 h 286"/>
                    <a:gd name="T8" fmla="*/ 104 w 172"/>
                    <a:gd name="T9" fmla="*/ 12 h 286"/>
                    <a:gd name="T10" fmla="*/ 94 w 172"/>
                    <a:gd name="T11" fmla="*/ 26 h 286"/>
                    <a:gd name="T12" fmla="*/ 86 w 172"/>
                    <a:gd name="T13" fmla="*/ 44 h 286"/>
                    <a:gd name="T14" fmla="*/ 86 w 172"/>
                    <a:gd name="T15" fmla="*/ 60 h 286"/>
                    <a:gd name="T16" fmla="*/ 98 w 172"/>
                    <a:gd name="T17" fmla="*/ 74 h 286"/>
                    <a:gd name="T18" fmla="*/ 98 w 172"/>
                    <a:gd name="T19" fmla="*/ 90 h 286"/>
                    <a:gd name="T20" fmla="*/ 112 w 172"/>
                    <a:gd name="T21" fmla="*/ 96 h 286"/>
                    <a:gd name="T22" fmla="*/ 128 w 172"/>
                    <a:gd name="T23" fmla="*/ 96 h 286"/>
                    <a:gd name="T24" fmla="*/ 142 w 172"/>
                    <a:gd name="T25" fmla="*/ 108 h 286"/>
                    <a:gd name="T26" fmla="*/ 164 w 172"/>
                    <a:gd name="T27" fmla="*/ 108 h 286"/>
                    <a:gd name="T28" fmla="*/ 160 w 172"/>
                    <a:gd name="T29" fmla="*/ 130 h 286"/>
                    <a:gd name="T30" fmla="*/ 164 w 172"/>
                    <a:gd name="T31" fmla="*/ 150 h 286"/>
                    <a:gd name="T32" fmla="*/ 160 w 172"/>
                    <a:gd name="T33" fmla="*/ 164 h 286"/>
                    <a:gd name="T34" fmla="*/ 172 w 172"/>
                    <a:gd name="T35" fmla="*/ 186 h 286"/>
                    <a:gd name="T36" fmla="*/ 168 w 172"/>
                    <a:gd name="T37" fmla="*/ 186 h 286"/>
                    <a:gd name="T38" fmla="*/ 158 w 172"/>
                    <a:gd name="T39" fmla="*/ 182 h 286"/>
                    <a:gd name="T40" fmla="*/ 154 w 172"/>
                    <a:gd name="T41" fmla="*/ 186 h 286"/>
                    <a:gd name="T42" fmla="*/ 132 w 172"/>
                    <a:gd name="T43" fmla="*/ 198 h 286"/>
                    <a:gd name="T44" fmla="*/ 138 w 172"/>
                    <a:gd name="T45" fmla="*/ 202 h 286"/>
                    <a:gd name="T46" fmla="*/ 128 w 172"/>
                    <a:gd name="T47" fmla="*/ 216 h 286"/>
                    <a:gd name="T48" fmla="*/ 138 w 172"/>
                    <a:gd name="T49" fmla="*/ 232 h 286"/>
                    <a:gd name="T50" fmla="*/ 134 w 172"/>
                    <a:gd name="T51" fmla="*/ 246 h 286"/>
                    <a:gd name="T52" fmla="*/ 128 w 172"/>
                    <a:gd name="T53" fmla="*/ 286 h 286"/>
                    <a:gd name="T54" fmla="*/ 128 w 172"/>
                    <a:gd name="T55" fmla="*/ 260 h 286"/>
                    <a:gd name="T56" fmla="*/ 112 w 172"/>
                    <a:gd name="T57" fmla="*/ 254 h 286"/>
                    <a:gd name="T58" fmla="*/ 98 w 172"/>
                    <a:gd name="T59" fmla="*/ 258 h 286"/>
                    <a:gd name="T60" fmla="*/ 86 w 172"/>
                    <a:gd name="T61" fmla="*/ 254 h 286"/>
                    <a:gd name="T62" fmla="*/ 78 w 172"/>
                    <a:gd name="T63" fmla="*/ 246 h 286"/>
                    <a:gd name="T64" fmla="*/ 68 w 172"/>
                    <a:gd name="T65" fmla="*/ 228 h 286"/>
                    <a:gd name="T66" fmla="*/ 60 w 172"/>
                    <a:gd name="T67" fmla="*/ 216 h 286"/>
                    <a:gd name="T68" fmla="*/ 46 w 172"/>
                    <a:gd name="T69" fmla="*/ 208 h 286"/>
                    <a:gd name="T70" fmla="*/ 22 w 172"/>
                    <a:gd name="T71" fmla="*/ 208 h 286"/>
                    <a:gd name="T72" fmla="*/ 12 w 172"/>
                    <a:gd name="T73" fmla="*/ 198 h 286"/>
                    <a:gd name="T74" fmla="*/ 0 w 172"/>
                    <a:gd name="T75" fmla="*/ 182 h 286"/>
                    <a:gd name="T76" fmla="*/ 8 w 172"/>
                    <a:gd name="T77" fmla="*/ 176 h 286"/>
                    <a:gd name="T78" fmla="*/ 16 w 172"/>
                    <a:gd name="T79" fmla="*/ 168 h 286"/>
                    <a:gd name="T80" fmla="*/ 22 w 172"/>
                    <a:gd name="T81" fmla="*/ 160 h 286"/>
                    <a:gd name="T82" fmla="*/ 26 w 172"/>
                    <a:gd name="T83" fmla="*/ 146 h 286"/>
                    <a:gd name="T84" fmla="*/ 22 w 172"/>
                    <a:gd name="T85" fmla="*/ 142 h 286"/>
                    <a:gd name="T86" fmla="*/ 22 w 172"/>
                    <a:gd name="T87" fmla="*/ 126 h 286"/>
                    <a:gd name="T88" fmla="*/ 22 w 172"/>
                    <a:gd name="T89" fmla="*/ 112 h 286"/>
                    <a:gd name="T90" fmla="*/ 18 w 172"/>
                    <a:gd name="T91" fmla="*/ 94 h 286"/>
                    <a:gd name="T92" fmla="*/ 26 w 172"/>
                    <a:gd name="T93" fmla="*/ 82 h 286"/>
                    <a:gd name="T94" fmla="*/ 22 w 172"/>
                    <a:gd name="T95" fmla="*/ 68 h 286"/>
                    <a:gd name="T96" fmla="*/ 34 w 172"/>
                    <a:gd name="T97" fmla="*/ 74 h 286"/>
                    <a:gd name="T98" fmla="*/ 38 w 172"/>
                    <a:gd name="T99" fmla="*/ 60 h 286"/>
                    <a:gd name="T100" fmla="*/ 48 w 172"/>
                    <a:gd name="T101" fmla="*/ 44 h 286"/>
                    <a:gd name="T102" fmla="*/ 52 w 172"/>
                    <a:gd name="T103" fmla="*/ 34 h 286"/>
                    <a:gd name="T104" fmla="*/ 60 w 172"/>
                    <a:gd name="T105" fmla="*/ 26 h 286"/>
                    <a:gd name="T106" fmla="*/ 22 w 172"/>
                    <a:gd name="T107" fmla="*/ 142 h 286"/>
                    <a:gd name="T108" fmla="*/ 16 w 172"/>
                    <a:gd name="T109" fmla="*/ 172 h 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72" h="286">
                      <a:moveTo>
                        <a:pt x="60" y="22"/>
                      </a:moveTo>
                      <a:lnTo>
                        <a:pt x="64" y="26"/>
                      </a:lnTo>
                      <a:lnTo>
                        <a:pt x="68" y="26"/>
                      </a:lnTo>
                      <a:lnTo>
                        <a:pt x="64" y="26"/>
                      </a:lnTo>
                      <a:lnTo>
                        <a:pt x="64" y="30"/>
                      </a:lnTo>
                      <a:lnTo>
                        <a:pt x="68" y="30"/>
                      </a:lnTo>
                      <a:lnTo>
                        <a:pt x="68" y="26"/>
                      </a:lnTo>
                      <a:lnTo>
                        <a:pt x="68" y="22"/>
                      </a:lnTo>
                      <a:lnTo>
                        <a:pt x="72" y="18"/>
                      </a:lnTo>
                      <a:lnTo>
                        <a:pt x="74" y="22"/>
                      </a:lnTo>
                      <a:lnTo>
                        <a:pt x="78" y="22"/>
                      </a:lnTo>
                      <a:lnTo>
                        <a:pt x="82" y="22"/>
                      </a:lnTo>
                      <a:lnTo>
                        <a:pt x="82" y="18"/>
                      </a:lnTo>
                      <a:lnTo>
                        <a:pt x="86" y="18"/>
                      </a:lnTo>
                      <a:lnTo>
                        <a:pt x="90" y="14"/>
                      </a:lnTo>
                      <a:lnTo>
                        <a:pt x="94" y="12"/>
                      </a:lnTo>
                      <a:lnTo>
                        <a:pt x="98" y="12"/>
                      </a:lnTo>
                      <a:lnTo>
                        <a:pt x="98" y="8"/>
                      </a:lnTo>
                      <a:lnTo>
                        <a:pt x="98" y="4"/>
                      </a:lnTo>
                      <a:lnTo>
                        <a:pt x="102" y="4"/>
                      </a:lnTo>
                      <a:lnTo>
                        <a:pt x="102" y="8"/>
                      </a:lnTo>
                      <a:lnTo>
                        <a:pt x="102" y="4"/>
                      </a:lnTo>
                      <a:lnTo>
                        <a:pt x="104" y="4"/>
                      </a:lnTo>
                      <a:lnTo>
                        <a:pt x="104" y="0"/>
                      </a:lnTo>
                      <a:lnTo>
                        <a:pt x="108" y="0"/>
                      </a:lnTo>
                      <a:lnTo>
                        <a:pt x="112" y="4"/>
                      </a:lnTo>
                      <a:lnTo>
                        <a:pt x="112" y="8"/>
                      </a:lnTo>
                      <a:lnTo>
                        <a:pt x="112" y="12"/>
                      </a:lnTo>
                      <a:lnTo>
                        <a:pt x="108" y="12"/>
                      </a:lnTo>
                      <a:lnTo>
                        <a:pt x="104" y="12"/>
                      </a:lnTo>
                      <a:lnTo>
                        <a:pt x="104" y="14"/>
                      </a:lnTo>
                      <a:lnTo>
                        <a:pt x="102" y="14"/>
                      </a:lnTo>
                      <a:lnTo>
                        <a:pt x="98" y="18"/>
                      </a:lnTo>
                      <a:lnTo>
                        <a:pt x="98" y="22"/>
                      </a:lnTo>
                      <a:lnTo>
                        <a:pt x="94" y="22"/>
                      </a:lnTo>
                      <a:lnTo>
                        <a:pt x="94" y="26"/>
                      </a:lnTo>
                      <a:lnTo>
                        <a:pt x="90" y="26"/>
                      </a:lnTo>
                      <a:lnTo>
                        <a:pt x="90" y="30"/>
                      </a:lnTo>
                      <a:lnTo>
                        <a:pt x="90" y="34"/>
                      </a:lnTo>
                      <a:lnTo>
                        <a:pt x="86" y="38"/>
                      </a:lnTo>
                      <a:lnTo>
                        <a:pt x="86" y="42"/>
                      </a:lnTo>
                      <a:lnTo>
                        <a:pt x="86" y="44"/>
                      </a:lnTo>
                      <a:lnTo>
                        <a:pt x="86" y="48"/>
                      </a:lnTo>
                      <a:lnTo>
                        <a:pt x="86" y="52"/>
                      </a:lnTo>
                      <a:lnTo>
                        <a:pt x="82" y="52"/>
                      </a:lnTo>
                      <a:lnTo>
                        <a:pt x="82" y="56"/>
                      </a:lnTo>
                      <a:lnTo>
                        <a:pt x="86" y="56"/>
                      </a:lnTo>
                      <a:lnTo>
                        <a:pt x="86" y="60"/>
                      </a:lnTo>
                      <a:lnTo>
                        <a:pt x="90" y="60"/>
                      </a:lnTo>
                      <a:lnTo>
                        <a:pt x="90" y="64"/>
                      </a:lnTo>
                      <a:lnTo>
                        <a:pt x="90" y="68"/>
                      </a:lnTo>
                      <a:lnTo>
                        <a:pt x="94" y="70"/>
                      </a:lnTo>
                      <a:lnTo>
                        <a:pt x="94" y="74"/>
                      </a:lnTo>
                      <a:lnTo>
                        <a:pt x="98" y="74"/>
                      </a:lnTo>
                      <a:lnTo>
                        <a:pt x="98" y="78"/>
                      </a:lnTo>
                      <a:lnTo>
                        <a:pt x="94" y="78"/>
                      </a:lnTo>
                      <a:lnTo>
                        <a:pt x="94" y="82"/>
                      </a:lnTo>
                      <a:lnTo>
                        <a:pt x="94" y="86"/>
                      </a:lnTo>
                      <a:lnTo>
                        <a:pt x="94" y="90"/>
                      </a:lnTo>
                      <a:lnTo>
                        <a:pt x="98" y="90"/>
                      </a:lnTo>
                      <a:lnTo>
                        <a:pt x="98" y="94"/>
                      </a:lnTo>
                      <a:lnTo>
                        <a:pt x="102" y="94"/>
                      </a:lnTo>
                      <a:lnTo>
                        <a:pt x="104" y="94"/>
                      </a:lnTo>
                      <a:lnTo>
                        <a:pt x="108" y="94"/>
                      </a:lnTo>
                      <a:lnTo>
                        <a:pt x="112" y="94"/>
                      </a:lnTo>
                      <a:lnTo>
                        <a:pt x="112" y="96"/>
                      </a:lnTo>
                      <a:lnTo>
                        <a:pt x="112" y="94"/>
                      </a:lnTo>
                      <a:lnTo>
                        <a:pt x="116" y="94"/>
                      </a:lnTo>
                      <a:lnTo>
                        <a:pt x="120" y="94"/>
                      </a:lnTo>
                      <a:lnTo>
                        <a:pt x="124" y="94"/>
                      </a:lnTo>
                      <a:lnTo>
                        <a:pt x="124" y="96"/>
                      </a:lnTo>
                      <a:lnTo>
                        <a:pt x="128" y="96"/>
                      </a:lnTo>
                      <a:lnTo>
                        <a:pt x="128" y="94"/>
                      </a:lnTo>
                      <a:lnTo>
                        <a:pt x="128" y="96"/>
                      </a:lnTo>
                      <a:lnTo>
                        <a:pt x="132" y="104"/>
                      </a:lnTo>
                      <a:lnTo>
                        <a:pt x="138" y="108"/>
                      </a:lnTo>
                      <a:lnTo>
                        <a:pt x="138" y="112"/>
                      </a:lnTo>
                      <a:lnTo>
                        <a:pt x="142" y="108"/>
                      </a:lnTo>
                      <a:lnTo>
                        <a:pt x="146" y="108"/>
                      </a:lnTo>
                      <a:lnTo>
                        <a:pt x="150" y="108"/>
                      </a:lnTo>
                      <a:lnTo>
                        <a:pt x="154" y="108"/>
                      </a:lnTo>
                      <a:lnTo>
                        <a:pt x="158" y="108"/>
                      </a:lnTo>
                      <a:lnTo>
                        <a:pt x="160" y="108"/>
                      </a:lnTo>
                      <a:lnTo>
                        <a:pt x="164" y="108"/>
                      </a:lnTo>
                      <a:lnTo>
                        <a:pt x="164" y="112"/>
                      </a:lnTo>
                      <a:lnTo>
                        <a:pt x="160" y="116"/>
                      </a:lnTo>
                      <a:lnTo>
                        <a:pt x="160" y="120"/>
                      </a:lnTo>
                      <a:lnTo>
                        <a:pt x="160" y="124"/>
                      </a:lnTo>
                      <a:lnTo>
                        <a:pt x="160" y="126"/>
                      </a:lnTo>
                      <a:lnTo>
                        <a:pt x="160" y="130"/>
                      </a:lnTo>
                      <a:lnTo>
                        <a:pt x="160" y="134"/>
                      </a:lnTo>
                      <a:lnTo>
                        <a:pt x="158" y="138"/>
                      </a:lnTo>
                      <a:lnTo>
                        <a:pt x="160" y="142"/>
                      </a:lnTo>
                      <a:lnTo>
                        <a:pt x="160" y="146"/>
                      </a:lnTo>
                      <a:lnTo>
                        <a:pt x="160" y="150"/>
                      </a:lnTo>
                      <a:lnTo>
                        <a:pt x="164" y="150"/>
                      </a:lnTo>
                      <a:lnTo>
                        <a:pt x="164" y="152"/>
                      </a:lnTo>
                      <a:lnTo>
                        <a:pt x="164" y="156"/>
                      </a:lnTo>
                      <a:lnTo>
                        <a:pt x="168" y="156"/>
                      </a:lnTo>
                      <a:lnTo>
                        <a:pt x="164" y="156"/>
                      </a:lnTo>
                      <a:lnTo>
                        <a:pt x="164" y="160"/>
                      </a:lnTo>
                      <a:lnTo>
                        <a:pt x="160" y="164"/>
                      </a:lnTo>
                      <a:lnTo>
                        <a:pt x="160" y="168"/>
                      </a:lnTo>
                      <a:lnTo>
                        <a:pt x="164" y="168"/>
                      </a:lnTo>
                      <a:lnTo>
                        <a:pt x="168" y="172"/>
                      </a:lnTo>
                      <a:lnTo>
                        <a:pt x="168" y="176"/>
                      </a:lnTo>
                      <a:lnTo>
                        <a:pt x="168" y="178"/>
                      </a:lnTo>
                      <a:lnTo>
                        <a:pt x="172" y="186"/>
                      </a:lnTo>
                      <a:lnTo>
                        <a:pt x="172" y="190"/>
                      </a:lnTo>
                      <a:lnTo>
                        <a:pt x="172" y="194"/>
                      </a:lnTo>
                      <a:lnTo>
                        <a:pt x="168" y="194"/>
                      </a:lnTo>
                      <a:lnTo>
                        <a:pt x="168" y="190"/>
                      </a:lnTo>
                      <a:lnTo>
                        <a:pt x="172" y="190"/>
                      </a:lnTo>
                      <a:lnTo>
                        <a:pt x="168" y="186"/>
                      </a:lnTo>
                      <a:lnTo>
                        <a:pt x="168" y="182"/>
                      </a:lnTo>
                      <a:lnTo>
                        <a:pt x="168" y="178"/>
                      </a:lnTo>
                      <a:lnTo>
                        <a:pt x="164" y="178"/>
                      </a:lnTo>
                      <a:lnTo>
                        <a:pt x="160" y="178"/>
                      </a:lnTo>
                      <a:lnTo>
                        <a:pt x="160" y="182"/>
                      </a:lnTo>
                      <a:lnTo>
                        <a:pt x="158" y="182"/>
                      </a:lnTo>
                      <a:lnTo>
                        <a:pt x="158" y="186"/>
                      </a:lnTo>
                      <a:lnTo>
                        <a:pt x="158" y="182"/>
                      </a:lnTo>
                      <a:lnTo>
                        <a:pt x="154" y="182"/>
                      </a:lnTo>
                      <a:lnTo>
                        <a:pt x="154" y="178"/>
                      </a:lnTo>
                      <a:lnTo>
                        <a:pt x="154" y="182"/>
                      </a:lnTo>
                      <a:lnTo>
                        <a:pt x="154" y="186"/>
                      </a:lnTo>
                      <a:lnTo>
                        <a:pt x="146" y="186"/>
                      </a:lnTo>
                      <a:lnTo>
                        <a:pt x="142" y="186"/>
                      </a:lnTo>
                      <a:lnTo>
                        <a:pt x="138" y="186"/>
                      </a:lnTo>
                      <a:lnTo>
                        <a:pt x="134" y="182"/>
                      </a:lnTo>
                      <a:lnTo>
                        <a:pt x="132" y="186"/>
                      </a:lnTo>
                      <a:lnTo>
                        <a:pt x="132" y="198"/>
                      </a:lnTo>
                      <a:lnTo>
                        <a:pt x="134" y="198"/>
                      </a:lnTo>
                      <a:lnTo>
                        <a:pt x="138" y="198"/>
                      </a:lnTo>
                      <a:lnTo>
                        <a:pt x="142" y="202"/>
                      </a:lnTo>
                      <a:lnTo>
                        <a:pt x="142" y="206"/>
                      </a:lnTo>
                      <a:lnTo>
                        <a:pt x="138" y="206"/>
                      </a:lnTo>
                      <a:lnTo>
                        <a:pt x="138" y="202"/>
                      </a:lnTo>
                      <a:lnTo>
                        <a:pt x="134" y="202"/>
                      </a:lnTo>
                      <a:lnTo>
                        <a:pt x="132" y="206"/>
                      </a:lnTo>
                      <a:lnTo>
                        <a:pt x="128" y="206"/>
                      </a:lnTo>
                      <a:lnTo>
                        <a:pt x="128" y="208"/>
                      </a:lnTo>
                      <a:lnTo>
                        <a:pt x="128" y="212"/>
                      </a:lnTo>
                      <a:lnTo>
                        <a:pt x="128" y="216"/>
                      </a:lnTo>
                      <a:lnTo>
                        <a:pt x="132" y="220"/>
                      </a:lnTo>
                      <a:lnTo>
                        <a:pt x="132" y="224"/>
                      </a:lnTo>
                      <a:lnTo>
                        <a:pt x="134" y="224"/>
                      </a:lnTo>
                      <a:lnTo>
                        <a:pt x="134" y="228"/>
                      </a:lnTo>
                      <a:lnTo>
                        <a:pt x="134" y="232"/>
                      </a:lnTo>
                      <a:lnTo>
                        <a:pt x="138" y="232"/>
                      </a:lnTo>
                      <a:lnTo>
                        <a:pt x="134" y="232"/>
                      </a:lnTo>
                      <a:lnTo>
                        <a:pt x="138" y="232"/>
                      </a:lnTo>
                      <a:lnTo>
                        <a:pt x="138" y="234"/>
                      </a:lnTo>
                      <a:lnTo>
                        <a:pt x="138" y="238"/>
                      </a:lnTo>
                      <a:lnTo>
                        <a:pt x="134" y="238"/>
                      </a:lnTo>
                      <a:lnTo>
                        <a:pt x="134" y="246"/>
                      </a:lnTo>
                      <a:lnTo>
                        <a:pt x="134" y="254"/>
                      </a:lnTo>
                      <a:lnTo>
                        <a:pt x="134" y="258"/>
                      </a:lnTo>
                      <a:lnTo>
                        <a:pt x="132" y="272"/>
                      </a:lnTo>
                      <a:lnTo>
                        <a:pt x="132" y="278"/>
                      </a:lnTo>
                      <a:lnTo>
                        <a:pt x="132" y="286"/>
                      </a:lnTo>
                      <a:lnTo>
                        <a:pt x="128" y="286"/>
                      </a:lnTo>
                      <a:lnTo>
                        <a:pt x="128" y="282"/>
                      </a:lnTo>
                      <a:lnTo>
                        <a:pt x="124" y="278"/>
                      </a:lnTo>
                      <a:lnTo>
                        <a:pt x="120" y="278"/>
                      </a:lnTo>
                      <a:lnTo>
                        <a:pt x="120" y="274"/>
                      </a:lnTo>
                      <a:lnTo>
                        <a:pt x="124" y="272"/>
                      </a:lnTo>
                      <a:lnTo>
                        <a:pt x="128" y="260"/>
                      </a:lnTo>
                      <a:lnTo>
                        <a:pt x="128" y="258"/>
                      </a:lnTo>
                      <a:lnTo>
                        <a:pt x="124" y="258"/>
                      </a:lnTo>
                      <a:lnTo>
                        <a:pt x="120" y="258"/>
                      </a:lnTo>
                      <a:lnTo>
                        <a:pt x="120" y="254"/>
                      </a:lnTo>
                      <a:lnTo>
                        <a:pt x="116" y="254"/>
                      </a:lnTo>
                      <a:lnTo>
                        <a:pt x="112" y="254"/>
                      </a:lnTo>
                      <a:lnTo>
                        <a:pt x="108" y="254"/>
                      </a:lnTo>
                      <a:lnTo>
                        <a:pt x="104" y="254"/>
                      </a:lnTo>
                      <a:lnTo>
                        <a:pt x="104" y="250"/>
                      </a:lnTo>
                      <a:lnTo>
                        <a:pt x="102" y="254"/>
                      </a:lnTo>
                      <a:lnTo>
                        <a:pt x="102" y="258"/>
                      </a:lnTo>
                      <a:lnTo>
                        <a:pt x="98" y="258"/>
                      </a:lnTo>
                      <a:lnTo>
                        <a:pt x="94" y="258"/>
                      </a:lnTo>
                      <a:lnTo>
                        <a:pt x="90" y="258"/>
                      </a:lnTo>
                      <a:lnTo>
                        <a:pt x="86" y="258"/>
                      </a:lnTo>
                      <a:lnTo>
                        <a:pt x="86" y="254"/>
                      </a:lnTo>
                      <a:lnTo>
                        <a:pt x="86" y="258"/>
                      </a:lnTo>
                      <a:lnTo>
                        <a:pt x="86" y="254"/>
                      </a:lnTo>
                      <a:lnTo>
                        <a:pt x="82" y="254"/>
                      </a:lnTo>
                      <a:lnTo>
                        <a:pt x="86" y="254"/>
                      </a:lnTo>
                      <a:lnTo>
                        <a:pt x="86" y="250"/>
                      </a:lnTo>
                      <a:lnTo>
                        <a:pt x="86" y="246"/>
                      </a:lnTo>
                      <a:lnTo>
                        <a:pt x="82" y="246"/>
                      </a:lnTo>
                      <a:lnTo>
                        <a:pt x="78" y="246"/>
                      </a:lnTo>
                      <a:lnTo>
                        <a:pt x="78" y="242"/>
                      </a:lnTo>
                      <a:lnTo>
                        <a:pt x="78" y="238"/>
                      </a:lnTo>
                      <a:lnTo>
                        <a:pt x="74" y="234"/>
                      </a:lnTo>
                      <a:lnTo>
                        <a:pt x="72" y="232"/>
                      </a:lnTo>
                      <a:lnTo>
                        <a:pt x="68" y="232"/>
                      </a:lnTo>
                      <a:lnTo>
                        <a:pt x="68" y="228"/>
                      </a:lnTo>
                      <a:lnTo>
                        <a:pt x="68" y="224"/>
                      </a:lnTo>
                      <a:lnTo>
                        <a:pt x="64" y="220"/>
                      </a:lnTo>
                      <a:lnTo>
                        <a:pt x="60" y="220"/>
                      </a:lnTo>
                      <a:lnTo>
                        <a:pt x="60" y="216"/>
                      </a:lnTo>
                      <a:lnTo>
                        <a:pt x="60" y="220"/>
                      </a:lnTo>
                      <a:lnTo>
                        <a:pt x="60" y="216"/>
                      </a:lnTo>
                      <a:lnTo>
                        <a:pt x="56" y="216"/>
                      </a:lnTo>
                      <a:lnTo>
                        <a:pt x="52" y="216"/>
                      </a:lnTo>
                      <a:lnTo>
                        <a:pt x="48" y="216"/>
                      </a:lnTo>
                      <a:lnTo>
                        <a:pt x="48" y="212"/>
                      </a:lnTo>
                      <a:lnTo>
                        <a:pt x="46" y="212"/>
                      </a:lnTo>
                      <a:lnTo>
                        <a:pt x="46" y="208"/>
                      </a:lnTo>
                      <a:lnTo>
                        <a:pt x="42" y="208"/>
                      </a:lnTo>
                      <a:lnTo>
                        <a:pt x="38" y="208"/>
                      </a:lnTo>
                      <a:lnTo>
                        <a:pt x="34" y="208"/>
                      </a:lnTo>
                      <a:lnTo>
                        <a:pt x="30" y="208"/>
                      </a:lnTo>
                      <a:lnTo>
                        <a:pt x="26" y="208"/>
                      </a:lnTo>
                      <a:lnTo>
                        <a:pt x="22" y="208"/>
                      </a:lnTo>
                      <a:lnTo>
                        <a:pt x="22" y="206"/>
                      </a:lnTo>
                      <a:lnTo>
                        <a:pt x="22" y="202"/>
                      </a:lnTo>
                      <a:lnTo>
                        <a:pt x="18" y="202"/>
                      </a:lnTo>
                      <a:lnTo>
                        <a:pt x="16" y="202"/>
                      </a:lnTo>
                      <a:lnTo>
                        <a:pt x="16" y="198"/>
                      </a:lnTo>
                      <a:lnTo>
                        <a:pt x="12" y="198"/>
                      </a:lnTo>
                      <a:lnTo>
                        <a:pt x="8" y="194"/>
                      </a:lnTo>
                      <a:lnTo>
                        <a:pt x="4" y="194"/>
                      </a:lnTo>
                      <a:lnTo>
                        <a:pt x="4" y="190"/>
                      </a:lnTo>
                      <a:lnTo>
                        <a:pt x="4" y="186"/>
                      </a:lnTo>
                      <a:lnTo>
                        <a:pt x="0" y="186"/>
                      </a:lnTo>
                      <a:lnTo>
                        <a:pt x="0" y="182"/>
                      </a:lnTo>
                      <a:lnTo>
                        <a:pt x="4" y="182"/>
                      </a:lnTo>
                      <a:lnTo>
                        <a:pt x="8" y="182"/>
                      </a:lnTo>
                      <a:lnTo>
                        <a:pt x="8" y="178"/>
                      </a:lnTo>
                      <a:lnTo>
                        <a:pt x="4" y="178"/>
                      </a:lnTo>
                      <a:lnTo>
                        <a:pt x="4" y="176"/>
                      </a:lnTo>
                      <a:lnTo>
                        <a:pt x="8" y="176"/>
                      </a:lnTo>
                      <a:lnTo>
                        <a:pt x="8" y="172"/>
                      </a:lnTo>
                      <a:lnTo>
                        <a:pt x="8" y="176"/>
                      </a:lnTo>
                      <a:lnTo>
                        <a:pt x="8" y="172"/>
                      </a:lnTo>
                      <a:lnTo>
                        <a:pt x="12" y="172"/>
                      </a:lnTo>
                      <a:lnTo>
                        <a:pt x="16" y="172"/>
                      </a:lnTo>
                      <a:lnTo>
                        <a:pt x="16" y="168"/>
                      </a:lnTo>
                      <a:lnTo>
                        <a:pt x="16" y="172"/>
                      </a:lnTo>
                      <a:lnTo>
                        <a:pt x="18" y="172"/>
                      </a:lnTo>
                      <a:lnTo>
                        <a:pt x="18" y="168"/>
                      </a:lnTo>
                      <a:lnTo>
                        <a:pt x="18" y="164"/>
                      </a:lnTo>
                      <a:lnTo>
                        <a:pt x="22" y="164"/>
                      </a:lnTo>
                      <a:lnTo>
                        <a:pt x="22" y="160"/>
                      </a:lnTo>
                      <a:lnTo>
                        <a:pt x="22" y="156"/>
                      </a:lnTo>
                      <a:lnTo>
                        <a:pt x="26" y="152"/>
                      </a:lnTo>
                      <a:lnTo>
                        <a:pt x="26" y="150"/>
                      </a:lnTo>
                      <a:lnTo>
                        <a:pt x="30" y="150"/>
                      </a:lnTo>
                      <a:lnTo>
                        <a:pt x="26" y="150"/>
                      </a:lnTo>
                      <a:lnTo>
                        <a:pt x="26" y="146"/>
                      </a:lnTo>
                      <a:lnTo>
                        <a:pt x="22" y="146"/>
                      </a:lnTo>
                      <a:lnTo>
                        <a:pt x="22" y="150"/>
                      </a:lnTo>
                      <a:lnTo>
                        <a:pt x="22" y="146"/>
                      </a:lnTo>
                      <a:lnTo>
                        <a:pt x="22" y="142"/>
                      </a:lnTo>
                      <a:lnTo>
                        <a:pt x="26" y="142"/>
                      </a:lnTo>
                      <a:lnTo>
                        <a:pt x="22" y="142"/>
                      </a:lnTo>
                      <a:lnTo>
                        <a:pt x="22" y="138"/>
                      </a:lnTo>
                      <a:lnTo>
                        <a:pt x="26" y="138"/>
                      </a:lnTo>
                      <a:lnTo>
                        <a:pt x="26" y="134"/>
                      </a:lnTo>
                      <a:lnTo>
                        <a:pt x="26" y="130"/>
                      </a:lnTo>
                      <a:lnTo>
                        <a:pt x="22" y="130"/>
                      </a:lnTo>
                      <a:lnTo>
                        <a:pt x="22" y="126"/>
                      </a:lnTo>
                      <a:lnTo>
                        <a:pt x="22" y="124"/>
                      </a:lnTo>
                      <a:lnTo>
                        <a:pt x="22" y="120"/>
                      </a:lnTo>
                      <a:lnTo>
                        <a:pt x="26" y="120"/>
                      </a:lnTo>
                      <a:lnTo>
                        <a:pt x="26" y="116"/>
                      </a:lnTo>
                      <a:lnTo>
                        <a:pt x="26" y="112"/>
                      </a:lnTo>
                      <a:lnTo>
                        <a:pt x="22" y="112"/>
                      </a:lnTo>
                      <a:lnTo>
                        <a:pt x="22" y="108"/>
                      </a:lnTo>
                      <a:lnTo>
                        <a:pt x="22" y="104"/>
                      </a:lnTo>
                      <a:lnTo>
                        <a:pt x="26" y="100"/>
                      </a:lnTo>
                      <a:lnTo>
                        <a:pt x="22" y="100"/>
                      </a:lnTo>
                      <a:lnTo>
                        <a:pt x="18" y="96"/>
                      </a:lnTo>
                      <a:lnTo>
                        <a:pt x="18" y="94"/>
                      </a:lnTo>
                      <a:lnTo>
                        <a:pt x="16" y="90"/>
                      </a:lnTo>
                      <a:lnTo>
                        <a:pt x="18" y="86"/>
                      </a:lnTo>
                      <a:lnTo>
                        <a:pt x="18" y="82"/>
                      </a:lnTo>
                      <a:lnTo>
                        <a:pt x="18" y="86"/>
                      </a:lnTo>
                      <a:lnTo>
                        <a:pt x="22" y="86"/>
                      </a:lnTo>
                      <a:lnTo>
                        <a:pt x="26" y="82"/>
                      </a:lnTo>
                      <a:lnTo>
                        <a:pt x="22" y="82"/>
                      </a:lnTo>
                      <a:lnTo>
                        <a:pt x="26" y="78"/>
                      </a:lnTo>
                      <a:lnTo>
                        <a:pt x="26" y="74"/>
                      </a:lnTo>
                      <a:lnTo>
                        <a:pt x="22" y="74"/>
                      </a:lnTo>
                      <a:lnTo>
                        <a:pt x="22" y="70"/>
                      </a:lnTo>
                      <a:lnTo>
                        <a:pt x="22" y="68"/>
                      </a:lnTo>
                      <a:lnTo>
                        <a:pt x="26" y="68"/>
                      </a:lnTo>
                      <a:lnTo>
                        <a:pt x="26" y="70"/>
                      </a:lnTo>
                      <a:lnTo>
                        <a:pt x="30" y="74"/>
                      </a:lnTo>
                      <a:lnTo>
                        <a:pt x="30" y="78"/>
                      </a:lnTo>
                      <a:lnTo>
                        <a:pt x="34" y="78"/>
                      </a:lnTo>
                      <a:lnTo>
                        <a:pt x="34" y="74"/>
                      </a:lnTo>
                      <a:lnTo>
                        <a:pt x="34" y="70"/>
                      </a:lnTo>
                      <a:lnTo>
                        <a:pt x="30" y="70"/>
                      </a:lnTo>
                      <a:lnTo>
                        <a:pt x="30" y="68"/>
                      </a:lnTo>
                      <a:lnTo>
                        <a:pt x="34" y="68"/>
                      </a:lnTo>
                      <a:lnTo>
                        <a:pt x="38" y="64"/>
                      </a:lnTo>
                      <a:lnTo>
                        <a:pt x="38" y="60"/>
                      </a:lnTo>
                      <a:lnTo>
                        <a:pt x="42" y="60"/>
                      </a:lnTo>
                      <a:lnTo>
                        <a:pt x="42" y="56"/>
                      </a:lnTo>
                      <a:lnTo>
                        <a:pt x="46" y="52"/>
                      </a:lnTo>
                      <a:lnTo>
                        <a:pt x="48" y="52"/>
                      </a:lnTo>
                      <a:lnTo>
                        <a:pt x="48" y="48"/>
                      </a:lnTo>
                      <a:lnTo>
                        <a:pt x="48" y="44"/>
                      </a:lnTo>
                      <a:lnTo>
                        <a:pt x="48" y="42"/>
                      </a:lnTo>
                      <a:lnTo>
                        <a:pt x="48" y="38"/>
                      </a:lnTo>
                      <a:lnTo>
                        <a:pt x="52" y="38"/>
                      </a:lnTo>
                      <a:lnTo>
                        <a:pt x="52" y="34"/>
                      </a:lnTo>
                      <a:lnTo>
                        <a:pt x="48" y="34"/>
                      </a:lnTo>
                      <a:lnTo>
                        <a:pt x="52" y="34"/>
                      </a:lnTo>
                      <a:lnTo>
                        <a:pt x="52" y="30"/>
                      </a:lnTo>
                      <a:lnTo>
                        <a:pt x="56" y="30"/>
                      </a:lnTo>
                      <a:lnTo>
                        <a:pt x="52" y="30"/>
                      </a:lnTo>
                      <a:lnTo>
                        <a:pt x="56" y="30"/>
                      </a:lnTo>
                      <a:lnTo>
                        <a:pt x="56" y="26"/>
                      </a:lnTo>
                      <a:lnTo>
                        <a:pt x="60" y="26"/>
                      </a:lnTo>
                      <a:lnTo>
                        <a:pt x="60" y="22"/>
                      </a:lnTo>
                      <a:lnTo>
                        <a:pt x="60" y="22"/>
                      </a:lnTo>
                      <a:lnTo>
                        <a:pt x="60" y="22"/>
                      </a:lnTo>
                      <a:close/>
                      <a:moveTo>
                        <a:pt x="22" y="142"/>
                      </a:moveTo>
                      <a:lnTo>
                        <a:pt x="26" y="142"/>
                      </a:lnTo>
                      <a:lnTo>
                        <a:pt x="22" y="142"/>
                      </a:lnTo>
                      <a:lnTo>
                        <a:pt x="22" y="142"/>
                      </a:lnTo>
                      <a:lnTo>
                        <a:pt x="22" y="142"/>
                      </a:lnTo>
                      <a:close/>
                      <a:moveTo>
                        <a:pt x="16" y="172"/>
                      </a:moveTo>
                      <a:lnTo>
                        <a:pt x="12" y="172"/>
                      </a:lnTo>
                      <a:lnTo>
                        <a:pt x="12" y="168"/>
                      </a:lnTo>
                      <a:lnTo>
                        <a:pt x="16" y="172"/>
                      </a:lnTo>
                      <a:lnTo>
                        <a:pt x="16" y="172"/>
                      </a:lnTo>
                      <a:lnTo>
                        <a:pt x="16" y="172"/>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240" name="Freeform 182">
                  <a:extLst>
                    <a:ext uri="{FF2B5EF4-FFF2-40B4-BE49-F238E27FC236}">
                      <a16:creationId xmlns:a16="http://schemas.microsoft.com/office/drawing/2014/main" id="{CFAC90D5-52B0-E1BA-6D77-378DEF93E8E1}"/>
                    </a:ext>
                  </a:extLst>
                </p:cNvPr>
                <p:cNvSpPr>
                  <a:spLocks noEditPoints="1"/>
                </p:cNvSpPr>
                <p:nvPr/>
              </p:nvSpPr>
              <p:spPr bwMode="gray">
                <a:xfrm>
                  <a:off x="2545859" y="4477961"/>
                  <a:ext cx="406988" cy="187840"/>
                </a:xfrm>
                <a:custGeom>
                  <a:avLst/>
                  <a:gdLst>
                    <a:gd name="T0" fmla="*/ 166 w 234"/>
                    <a:gd name="T1" fmla="*/ 100 h 108"/>
                    <a:gd name="T2" fmla="*/ 164 w 234"/>
                    <a:gd name="T3" fmla="*/ 100 h 108"/>
                    <a:gd name="T4" fmla="*/ 160 w 234"/>
                    <a:gd name="T5" fmla="*/ 92 h 108"/>
                    <a:gd name="T6" fmla="*/ 160 w 234"/>
                    <a:gd name="T7" fmla="*/ 82 h 108"/>
                    <a:gd name="T8" fmla="*/ 166 w 234"/>
                    <a:gd name="T9" fmla="*/ 78 h 108"/>
                    <a:gd name="T10" fmla="*/ 166 w 234"/>
                    <a:gd name="T11" fmla="*/ 68 h 108"/>
                    <a:gd name="T12" fmla="*/ 166 w 234"/>
                    <a:gd name="T13" fmla="*/ 64 h 108"/>
                    <a:gd name="T14" fmla="*/ 164 w 234"/>
                    <a:gd name="T15" fmla="*/ 64 h 108"/>
                    <a:gd name="T16" fmla="*/ 164 w 234"/>
                    <a:gd name="T17" fmla="*/ 68 h 108"/>
                    <a:gd name="T18" fmla="*/ 156 w 234"/>
                    <a:gd name="T19" fmla="*/ 68 h 108"/>
                    <a:gd name="T20" fmla="*/ 152 w 234"/>
                    <a:gd name="T21" fmla="*/ 60 h 108"/>
                    <a:gd name="T22" fmla="*/ 152 w 234"/>
                    <a:gd name="T23" fmla="*/ 56 h 108"/>
                    <a:gd name="T24" fmla="*/ 156 w 234"/>
                    <a:gd name="T25" fmla="*/ 48 h 108"/>
                    <a:gd name="T26" fmla="*/ 156 w 234"/>
                    <a:gd name="T27" fmla="*/ 42 h 108"/>
                    <a:gd name="T28" fmla="*/ 160 w 234"/>
                    <a:gd name="T29" fmla="*/ 34 h 108"/>
                    <a:gd name="T30" fmla="*/ 164 w 234"/>
                    <a:gd name="T31" fmla="*/ 26 h 108"/>
                    <a:gd name="T32" fmla="*/ 164 w 234"/>
                    <a:gd name="T33" fmla="*/ 16 h 108"/>
                    <a:gd name="T34" fmla="*/ 166 w 234"/>
                    <a:gd name="T35" fmla="*/ 8 h 108"/>
                    <a:gd name="T36" fmla="*/ 178 w 234"/>
                    <a:gd name="T37" fmla="*/ 4 h 108"/>
                    <a:gd name="T38" fmla="*/ 182 w 234"/>
                    <a:gd name="T39" fmla="*/ 4 h 108"/>
                    <a:gd name="T40" fmla="*/ 192 w 234"/>
                    <a:gd name="T41" fmla="*/ 8 h 108"/>
                    <a:gd name="T42" fmla="*/ 200 w 234"/>
                    <a:gd name="T43" fmla="*/ 12 h 108"/>
                    <a:gd name="T44" fmla="*/ 204 w 234"/>
                    <a:gd name="T45" fmla="*/ 18 h 108"/>
                    <a:gd name="T46" fmla="*/ 216 w 234"/>
                    <a:gd name="T47" fmla="*/ 18 h 108"/>
                    <a:gd name="T48" fmla="*/ 222 w 234"/>
                    <a:gd name="T49" fmla="*/ 22 h 108"/>
                    <a:gd name="T50" fmla="*/ 230 w 234"/>
                    <a:gd name="T51" fmla="*/ 26 h 108"/>
                    <a:gd name="T52" fmla="*/ 230 w 234"/>
                    <a:gd name="T53" fmla="*/ 34 h 108"/>
                    <a:gd name="T54" fmla="*/ 230 w 234"/>
                    <a:gd name="T55" fmla="*/ 42 h 108"/>
                    <a:gd name="T56" fmla="*/ 226 w 234"/>
                    <a:gd name="T57" fmla="*/ 52 h 108"/>
                    <a:gd name="T58" fmla="*/ 220 w 234"/>
                    <a:gd name="T59" fmla="*/ 60 h 108"/>
                    <a:gd name="T60" fmla="*/ 208 w 234"/>
                    <a:gd name="T61" fmla="*/ 72 h 108"/>
                    <a:gd name="T62" fmla="*/ 196 w 234"/>
                    <a:gd name="T63" fmla="*/ 74 h 108"/>
                    <a:gd name="T64" fmla="*/ 192 w 234"/>
                    <a:gd name="T65" fmla="*/ 82 h 108"/>
                    <a:gd name="T66" fmla="*/ 190 w 234"/>
                    <a:gd name="T67" fmla="*/ 82 h 108"/>
                    <a:gd name="T68" fmla="*/ 186 w 234"/>
                    <a:gd name="T69" fmla="*/ 88 h 108"/>
                    <a:gd name="T70" fmla="*/ 182 w 234"/>
                    <a:gd name="T71" fmla="*/ 96 h 108"/>
                    <a:gd name="T72" fmla="*/ 182 w 234"/>
                    <a:gd name="T73" fmla="*/ 100 h 108"/>
                    <a:gd name="T74" fmla="*/ 174 w 234"/>
                    <a:gd name="T75" fmla="*/ 108 h 108"/>
                    <a:gd name="T76" fmla="*/ 170 w 234"/>
                    <a:gd name="T77" fmla="*/ 104 h 108"/>
                    <a:gd name="T78" fmla="*/ 14 w 234"/>
                    <a:gd name="T79" fmla="*/ 38 h 108"/>
                    <a:gd name="T80" fmla="*/ 22 w 234"/>
                    <a:gd name="T81" fmla="*/ 34 h 108"/>
                    <a:gd name="T82" fmla="*/ 18 w 234"/>
                    <a:gd name="T83" fmla="*/ 38 h 108"/>
                    <a:gd name="T84" fmla="*/ 4 w 234"/>
                    <a:gd name="T85" fmla="*/ 42 h 108"/>
                    <a:gd name="T86" fmla="*/ 8 w 234"/>
                    <a:gd name="T87" fmla="*/ 34 h 108"/>
                    <a:gd name="T88" fmla="*/ 0 w 234"/>
                    <a:gd name="T89" fmla="*/ 26 h 108"/>
                    <a:gd name="T90" fmla="*/ 8 w 234"/>
                    <a:gd name="T91" fmla="*/ 22 h 108"/>
                    <a:gd name="T92" fmla="*/ 10 w 234"/>
                    <a:gd name="T93" fmla="*/ 30 h 108"/>
                    <a:gd name="T94" fmla="*/ 10 w 234"/>
                    <a:gd name="T95" fmla="*/ 42 h 108"/>
                    <a:gd name="T96" fmla="*/ 8 w 234"/>
                    <a:gd name="T97" fmla="*/ 42 h 108"/>
                    <a:gd name="T98" fmla="*/ 10 w 234"/>
                    <a:gd name="T99" fmla="*/ 26 h 108"/>
                    <a:gd name="T100" fmla="*/ 14 w 234"/>
                    <a:gd name="T101" fmla="*/ 30 h 108"/>
                    <a:gd name="T102" fmla="*/ 0 w 234"/>
                    <a:gd name="T103" fmla="*/ 34 h 108"/>
                    <a:gd name="T104" fmla="*/ 4 w 234"/>
                    <a:gd name="T105" fmla="*/ 34 h 108"/>
                    <a:gd name="T106" fmla="*/ 30 w 234"/>
                    <a:gd name="T107" fmla="*/ 42 h 108"/>
                    <a:gd name="T108" fmla="*/ 34 w 234"/>
                    <a:gd name="T109" fmla="*/ 42 h 108"/>
                    <a:gd name="T110" fmla="*/ 30 w 234"/>
                    <a:gd name="T111" fmla="*/ 42 h 108"/>
                    <a:gd name="T112" fmla="*/ 18 w 234"/>
                    <a:gd name="T113" fmla="*/ 46 h 108"/>
                    <a:gd name="T114" fmla="*/ 18 w 234"/>
                    <a:gd name="T115" fmla="*/ 48 h 108"/>
                    <a:gd name="T116" fmla="*/ 160 w 234"/>
                    <a:gd name="T117" fmla="*/ 72 h 108"/>
                    <a:gd name="T118" fmla="*/ 164 w 234"/>
                    <a:gd name="T119" fmla="*/ 74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34" h="108">
                      <a:moveTo>
                        <a:pt x="170" y="104"/>
                      </a:moveTo>
                      <a:lnTo>
                        <a:pt x="170" y="100"/>
                      </a:lnTo>
                      <a:lnTo>
                        <a:pt x="166" y="100"/>
                      </a:lnTo>
                      <a:lnTo>
                        <a:pt x="164" y="100"/>
                      </a:lnTo>
                      <a:lnTo>
                        <a:pt x="164" y="96"/>
                      </a:lnTo>
                      <a:lnTo>
                        <a:pt x="164" y="100"/>
                      </a:lnTo>
                      <a:lnTo>
                        <a:pt x="160" y="100"/>
                      </a:lnTo>
                      <a:lnTo>
                        <a:pt x="160" y="96"/>
                      </a:lnTo>
                      <a:lnTo>
                        <a:pt x="160" y="92"/>
                      </a:lnTo>
                      <a:lnTo>
                        <a:pt x="164" y="88"/>
                      </a:lnTo>
                      <a:lnTo>
                        <a:pt x="164" y="86"/>
                      </a:lnTo>
                      <a:lnTo>
                        <a:pt x="160" y="82"/>
                      </a:lnTo>
                      <a:lnTo>
                        <a:pt x="164" y="82"/>
                      </a:lnTo>
                      <a:lnTo>
                        <a:pt x="164" y="78"/>
                      </a:lnTo>
                      <a:lnTo>
                        <a:pt x="166" y="78"/>
                      </a:lnTo>
                      <a:lnTo>
                        <a:pt x="166" y="74"/>
                      </a:lnTo>
                      <a:lnTo>
                        <a:pt x="166" y="72"/>
                      </a:lnTo>
                      <a:lnTo>
                        <a:pt x="166" y="68"/>
                      </a:lnTo>
                      <a:lnTo>
                        <a:pt x="166" y="64"/>
                      </a:lnTo>
                      <a:lnTo>
                        <a:pt x="166" y="60"/>
                      </a:lnTo>
                      <a:lnTo>
                        <a:pt x="166" y="64"/>
                      </a:lnTo>
                      <a:lnTo>
                        <a:pt x="166" y="68"/>
                      </a:lnTo>
                      <a:lnTo>
                        <a:pt x="164" y="68"/>
                      </a:lnTo>
                      <a:lnTo>
                        <a:pt x="164" y="64"/>
                      </a:lnTo>
                      <a:lnTo>
                        <a:pt x="166" y="64"/>
                      </a:lnTo>
                      <a:lnTo>
                        <a:pt x="164" y="64"/>
                      </a:lnTo>
                      <a:lnTo>
                        <a:pt x="164" y="68"/>
                      </a:lnTo>
                      <a:lnTo>
                        <a:pt x="164" y="72"/>
                      </a:lnTo>
                      <a:lnTo>
                        <a:pt x="160" y="72"/>
                      </a:lnTo>
                      <a:lnTo>
                        <a:pt x="156" y="68"/>
                      </a:lnTo>
                      <a:lnTo>
                        <a:pt x="156" y="64"/>
                      </a:lnTo>
                      <a:lnTo>
                        <a:pt x="152" y="64"/>
                      </a:lnTo>
                      <a:lnTo>
                        <a:pt x="152" y="60"/>
                      </a:lnTo>
                      <a:lnTo>
                        <a:pt x="156" y="60"/>
                      </a:lnTo>
                      <a:lnTo>
                        <a:pt x="156" y="56"/>
                      </a:lnTo>
                      <a:lnTo>
                        <a:pt x="152" y="56"/>
                      </a:lnTo>
                      <a:lnTo>
                        <a:pt x="152" y="52"/>
                      </a:lnTo>
                      <a:lnTo>
                        <a:pt x="152" y="48"/>
                      </a:lnTo>
                      <a:lnTo>
                        <a:pt x="156" y="48"/>
                      </a:lnTo>
                      <a:lnTo>
                        <a:pt x="152" y="46"/>
                      </a:lnTo>
                      <a:lnTo>
                        <a:pt x="152" y="42"/>
                      </a:lnTo>
                      <a:lnTo>
                        <a:pt x="156" y="42"/>
                      </a:lnTo>
                      <a:lnTo>
                        <a:pt x="156" y="38"/>
                      </a:lnTo>
                      <a:lnTo>
                        <a:pt x="160" y="38"/>
                      </a:lnTo>
                      <a:lnTo>
                        <a:pt x="160" y="34"/>
                      </a:lnTo>
                      <a:lnTo>
                        <a:pt x="160" y="30"/>
                      </a:lnTo>
                      <a:lnTo>
                        <a:pt x="160" y="26"/>
                      </a:lnTo>
                      <a:lnTo>
                        <a:pt x="164" y="26"/>
                      </a:lnTo>
                      <a:lnTo>
                        <a:pt x="164" y="22"/>
                      </a:lnTo>
                      <a:lnTo>
                        <a:pt x="164" y="18"/>
                      </a:lnTo>
                      <a:lnTo>
                        <a:pt x="164" y="16"/>
                      </a:lnTo>
                      <a:lnTo>
                        <a:pt x="164" y="12"/>
                      </a:lnTo>
                      <a:lnTo>
                        <a:pt x="166" y="12"/>
                      </a:lnTo>
                      <a:lnTo>
                        <a:pt x="166" y="8"/>
                      </a:lnTo>
                      <a:lnTo>
                        <a:pt x="170" y="8"/>
                      </a:lnTo>
                      <a:lnTo>
                        <a:pt x="174" y="8"/>
                      </a:lnTo>
                      <a:lnTo>
                        <a:pt x="178" y="4"/>
                      </a:lnTo>
                      <a:lnTo>
                        <a:pt x="182" y="4"/>
                      </a:lnTo>
                      <a:lnTo>
                        <a:pt x="182" y="0"/>
                      </a:lnTo>
                      <a:lnTo>
                        <a:pt x="182" y="4"/>
                      </a:lnTo>
                      <a:lnTo>
                        <a:pt x="186" y="4"/>
                      </a:lnTo>
                      <a:lnTo>
                        <a:pt x="190" y="8"/>
                      </a:lnTo>
                      <a:lnTo>
                        <a:pt x="192" y="8"/>
                      </a:lnTo>
                      <a:lnTo>
                        <a:pt x="192" y="12"/>
                      </a:lnTo>
                      <a:lnTo>
                        <a:pt x="196" y="12"/>
                      </a:lnTo>
                      <a:lnTo>
                        <a:pt x="200" y="12"/>
                      </a:lnTo>
                      <a:lnTo>
                        <a:pt x="200" y="16"/>
                      </a:lnTo>
                      <a:lnTo>
                        <a:pt x="200" y="18"/>
                      </a:lnTo>
                      <a:lnTo>
                        <a:pt x="204" y="18"/>
                      </a:lnTo>
                      <a:lnTo>
                        <a:pt x="208" y="18"/>
                      </a:lnTo>
                      <a:lnTo>
                        <a:pt x="212" y="18"/>
                      </a:lnTo>
                      <a:lnTo>
                        <a:pt x="216" y="18"/>
                      </a:lnTo>
                      <a:lnTo>
                        <a:pt x="220" y="18"/>
                      </a:lnTo>
                      <a:lnTo>
                        <a:pt x="222" y="18"/>
                      </a:lnTo>
                      <a:lnTo>
                        <a:pt x="222" y="22"/>
                      </a:lnTo>
                      <a:lnTo>
                        <a:pt x="226" y="22"/>
                      </a:lnTo>
                      <a:lnTo>
                        <a:pt x="226" y="26"/>
                      </a:lnTo>
                      <a:lnTo>
                        <a:pt x="230" y="26"/>
                      </a:lnTo>
                      <a:lnTo>
                        <a:pt x="226" y="26"/>
                      </a:lnTo>
                      <a:lnTo>
                        <a:pt x="230" y="30"/>
                      </a:lnTo>
                      <a:lnTo>
                        <a:pt x="230" y="34"/>
                      </a:lnTo>
                      <a:lnTo>
                        <a:pt x="230" y="38"/>
                      </a:lnTo>
                      <a:lnTo>
                        <a:pt x="234" y="42"/>
                      </a:lnTo>
                      <a:lnTo>
                        <a:pt x="230" y="42"/>
                      </a:lnTo>
                      <a:lnTo>
                        <a:pt x="230" y="46"/>
                      </a:lnTo>
                      <a:lnTo>
                        <a:pt x="226" y="48"/>
                      </a:lnTo>
                      <a:lnTo>
                        <a:pt x="226" y="52"/>
                      </a:lnTo>
                      <a:lnTo>
                        <a:pt x="222" y="56"/>
                      </a:lnTo>
                      <a:lnTo>
                        <a:pt x="222" y="60"/>
                      </a:lnTo>
                      <a:lnTo>
                        <a:pt x="220" y="60"/>
                      </a:lnTo>
                      <a:lnTo>
                        <a:pt x="216" y="64"/>
                      </a:lnTo>
                      <a:lnTo>
                        <a:pt x="212" y="68"/>
                      </a:lnTo>
                      <a:lnTo>
                        <a:pt x="208" y="72"/>
                      </a:lnTo>
                      <a:lnTo>
                        <a:pt x="204" y="72"/>
                      </a:lnTo>
                      <a:lnTo>
                        <a:pt x="200" y="74"/>
                      </a:lnTo>
                      <a:lnTo>
                        <a:pt x="196" y="74"/>
                      </a:lnTo>
                      <a:lnTo>
                        <a:pt x="192" y="74"/>
                      </a:lnTo>
                      <a:lnTo>
                        <a:pt x="192" y="78"/>
                      </a:lnTo>
                      <a:lnTo>
                        <a:pt x="192" y="82"/>
                      </a:lnTo>
                      <a:lnTo>
                        <a:pt x="190" y="82"/>
                      </a:lnTo>
                      <a:lnTo>
                        <a:pt x="190" y="86"/>
                      </a:lnTo>
                      <a:lnTo>
                        <a:pt x="190" y="82"/>
                      </a:lnTo>
                      <a:lnTo>
                        <a:pt x="190" y="86"/>
                      </a:lnTo>
                      <a:lnTo>
                        <a:pt x="190" y="88"/>
                      </a:lnTo>
                      <a:lnTo>
                        <a:pt x="186" y="88"/>
                      </a:lnTo>
                      <a:lnTo>
                        <a:pt x="186" y="92"/>
                      </a:lnTo>
                      <a:lnTo>
                        <a:pt x="186" y="96"/>
                      </a:lnTo>
                      <a:lnTo>
                        <a:pt x="182" y="96"/>
                      </a:lnTo>
                      <a:lnTo>
                        <a:pt x="182" y="100"/>
                      </a:lnTo>
                      <a:lnTo>
                        <a:pt x="186" y="100"/>
                      </a:lnTo>
                      <a:lnTo>
                        <a:pt x="182" y="100"/>
                      </a:lnTo>
                      <a:lnTo>
                        <a:pt x="182" y="104"/>
                      </a:lnTo>
                      <a:lnTo>
                        <a:pt x="178" y="108"/>
                      </a:lnTo>
                      <a:lnTo>
                        <a:pt x="174" y="108"/>
                      </a:lnTo>
                      <a:lnTo>
                        <a:pt x="174" y="104"/>
                      </a:lnTo>
                      <a:lnTo>
                        <a:pt x="170" y="104"/>
                      </a:lnTo>
                      <a:lnTo>
                        <a:pt x="170" y="104"/>
                      </a:lnTo>
                      <a:lnTo>
                        <a:pt x="170" y="104"/>
                      </a:lnTo>
                      <a:close/>
                      <a:moveTo>
                        <a:pt x="18" y="38"/>
                      </a:moveTo>
                      <a:lnTo>
                        <a:pt x="14" y="38"/>
                      </a:lnTo>
                      <a:lnTo>
                        <a:pt x="14" y="34"/>
                      </a:lnTo>
                      <a:lnTo>
                        <a:pt x="18" y="34"/>
                      </a:lnTo>
                      <a:lnTo>
                        <a:pt x="22" y="34"/>
                      </a:lnTo>
                      <a:lnTo>
                        <a:pt x="22" y="38"/>
                      </a:lnTo>
                      <a:lnTo>
                        <a:pt x="18" y="38"/>
                      </a:lnTo>
                      <a:lnTo>
                        <a:pt x="18" y="38"/>
                      </a:lnTo>
                      <a:lnTo>
                        <a:pt x="18" y="38"/>
                      </a:lnTo>
                      <a:close/>
                      <a:moveTo>
                        <a:pt x="8" y="42"/>
                      </a:moveTo>
                      <a:lnTo>
                        <a:pt x="4" y="42"/>
                      </a:lnTo>
                      <a:lnTo>
                        <a:pt x="4" y="38"/>
                      </a:lnTo>
                      <a:lnTo>
                        <a:pt x="8" y="38"/>
                      </a:lnTo>
                      <a:lnTo>
                        <a:pt x="8" y="34"/>
                      </a:lnTo>
                      <a:lnTo>
                        <a:pt x="4" y="30"/>
                      </a:lnTo>
                      <a:lnTo>
                        <a:pt x="4" y="26"/>
                      </a:lnTo>
                      <a:lnTo>
                        <a:pt x="0" y="26"/>
                      </a:lnTo>
                      <a:lnTo>
                        <a:pt x="0" y="22"/>
                      </a:lnTo>
                      <a:lnTo>
                        <a:pt x="4" y="22"/>
                      </a:lnTo>
                      <a:lnTo>
                        <a:pt x="8" y="22"/>
                      </a:lnTo>
                      <a:lnTo>
                        <a:pt x="8" y="26"/>
                      </a:lnTo>
                      <a:lnTo>
                        <a:pt x="8" y="30"/>
                      </a:lnTo>
                      <a:lnTo>
                        <a:pt x="10" y="30"/>
                      </a:lnTo>
                      <a:lnTo>
                        <a:pt x="10" y="34"/>
                      </a:lnTo>
                      <a:lnTo>
                        <a:pt x="10" y="38"/>
                      </a:lnTo>
                      <a:lnTo>
                        <a:pt x="10" y="42"/>
                      </a:lnTo>
                      <a:lnTo>
                        <a:pt x="8" y="42"/>
                      </a:lnTo>
                      <a:lnTo>
                        <a:pt x="8" y="42"/>
                      </a:lnTo>
                      <a:lnTo>
                        <a:pt x="8" y="42"/>
                      </a:lnTo>
                      <a:close/>
                      <a:moveTo>
                        <a:pt x="14" y="30"/>
                      </a:moveTo>
                      <a:lnTo>
                        <a:pt x="10" y="30"/>
                      </a:lnTo>
                      <a:lnTo>
                        <a:pt x="10" y="26"/>
                      </a:lnTo>
                      <a:lnTo>
                        <a:pt x="14" y="26"/>
                      </a:lnTo>
                      <a:lnTo>
                        <a:pt x="14" y="30"/>
                      </a:lnTo>
                      <a:lnTo>
                        <a:pt x="14" y="30"/>
                      </a:lnTo>
                      <a:lnTo>
                        <a:pt x="14" y="30"/>
                      </a:lnTo>
                      <a:close/>
                      <a:moveTo>
                        <a:pt x="4" y="34"/>
                      </a:moveTo>
                      <a:lnTo>
                        <a:pt x="0" y="34"/>
                      </a:lnTo>
                      <a:lnTo>
                        <a:pt x="0" y="30"/>
                      </a:lnTo>
                      <a:lnTo>
                        <a:pt x="4" y="30"/>
                      </a:lnTo>
                      <a:lnTo>
                        <a:pt x="4" y="34"/>
                      </a:lnTo>
                      <a:lnTo>
                        <a:pt x="4" y="34"/>
                      </a:lnTo>
                      <a:lnTo>
                        <a:pt x="4" y="34"/>
                      </a:lnTo>
                      <a:close/>
                      <a:moveTo>
                        <a:pt x="30" y="42"/>
                      </a:moveTo>
                      <a:lnTo>
                        <a:pt x="30" y="38"/>
                      </a:lnTo>
                      <a:lnTo>
                        <a:pt x="34" y="38"/>
                      </a:lnTo>
                      <a:lnTo>
                        <a:pt x="34" y="42"/>
                      </a:lnTo>
                      <a:lnTo>
                        <a:pt x="30" y="42"/>
                      </a:lnTo>
                      <a:lnTo>
                        <a:pt x="30" y="42"/>
                      </a:lnTo>
                      <a:lnTo>
                        <a:pt x="30" y="42"/>
                      </a:lnTo>
                      <a:close/>
                      <a:moveTo>
                        <a:pt x="18" y="48"/>
                      </a:moveTo>
                      <a:lnTo>
                        <a:pt x="14" y="46"/>
                      </a:lnTo>
                      <a:lnTo>
                        <a:pt x="18" y="46"/>
                      </a:lnTo>
                      <a:lnTo>
                        <a:pt x="18" y="48"/>
                      </a:lnTo>
                      <a:lnTo>
                        <a:pt x="18" y="48"/>
                      </a:lnTo>
                      <a:lnTo>
                        <a:pt x="18" y="48"/>
                      </a:lnTo>
                      <a:close/>
                      <a:moveTo>
                        <a:pt x="164" y="74"/>
                      </a:moveTo>
                      <a:lnTo>
                        <a:pt x="160" y="74"/>
                      </a:lnTo>
                      <a:lnTo>
                        <a:pt x="160" y="72"/>
                      </a:lnTo>
                      <a:lnTo>
                        <a:pt x="164" y="72"/>
                      </a:lnTo>
                      <a:lnTo>
                        <a:pt x="166" y="72"/>
                      </a:lnTo>
                      <a:lnTo>
                        <a:pt x="164" y="74"/>
                      </a:lnTo>
                      <a:lnTo>
                        <a:pt x="164" y="74"/>
                      </a:lnTo>
                      <a:lnTo>
                        <a:pt x="164" y="74"/>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241" name="Freeform 183">
                  <a:extLst>
                    <a:ext uri="{FF2B5EF4-FFF2-40B4-BE49-F238E27FC236}">
                      <a16:creationId xmlns:a16="http://schemas.microsoft.com/office/drawing/2014/main" id="{8CFC9B6D-8BB6-BC57-7068-5A6AEE1EA541}"/>
                    </a:ext>
                  </a:extLst>
                </p:cNvPr>
                <p:cNvSpPr>
                  <a:spLocks/>
                </p:cNvSpPr>
                <p:nvPr/>
              </p:nvSpPr>
              <p:spPr bwMode="gray">
                <a:xfrm>
                  <a:off x="3457233" y="4349256"/>
                  <a:ext cx="73049" cy="107834"/>
                </a:xfrm>
                <a:custGeom>
                  <a:avLst/>
                  <a:gdLst>
                    <a:gd name="T0" fmla="*/ 4 w 42"/>
                    <a:gd name="T1" fmla="*/ 56 h 62"/>
                    <a:gd name="T2" fmla="*/ 4 w 42"/>
                    <a:gd name="T3" fmla="*/ 52 h 62"/>
                    <a:gd name="T4" fmla="*/ 4 w 42"/>
                    <a:gd name="T5" fmla="*/ 48 h 62"/>
                    <a:gd name="T6" fmla="*/ 4 w 42"/>
                    <a:gd name="T7" fmla="*/ 44 h 62"/>
                    <a:gd name="T8" fmla="*/ 8 w 42"/>
                    <a:gd name="T9" fmla="*/ 40 h 62"/>
                    <a:gd name="T10" fmla="*/ 8 w 42"/>
                    <a:gd name="T11" fmla="*/ 32 h 62"/>
                    <a:gd name="T12" fmla="*/ 4 w 42"/>
                    <a:gd name="T13" fmla="*/ 30 h 62"/>
                    <a:gd name="T14" fmla="*/ 0 w 42"/>
                    <a:gd name="T15" fmla="*/ 22 h 62"/>
                    <a:gd name="T16" fmla="*/ 0 w 42"/>
                    <a:gd name="T17" fmla="*/ 18 h 62"/>
                    <a:gd name="T18" fmla="*/ 0 w 42"/>
                    <a:gd name="T19" fmla="*/ 14 h 62"/>
                    <a:gd name="T20" fmla="*/ 4 w 42"/>
                    <a:gd name="T21" fmla="*/ 10 h 62"/>
                    <a:gd name="T22" fmla="*/ 4 w 42"/>
                    <a:gd name="T23" fmla="*/ 6 h 62"/>
                    <a:gd name="T24" fmla="*/ 8 w 42"/>
                    <a:gd name="T25" fmla="*/ 6 h 62"/>
                    <a:gd name="T26" fmla="*/ 8 w 42"/>
                    <a:gd name="T27" fmla="*/ 4 h 62"/>
                    <a:gd name="T28" fmla="*/ 8 w 42"/>
                    <a:gd name="T29" fmla="*/ 0 h 62"/>
                    <a:gd name="T30" fmla="*/ 12 w 42"/>
                    <a:gd name="T31" fmla="*/ 0 h 62"/>
                    <a:gd name="T32" fmla="*/ 16 w 42"/>
                    <a:gd name="T33" fmla="*/ 4 h 62"/>
                    <a:gd name="T34" fmla="*/ 20 w 42"/>
                    <a:gd name="T35" fmla="*/ 4 h 62"/>
                    <a:gd name="T36" fmla="*/ 24 w 42"/>
                    <a:gd name="T37" fmla="*/ 4 h 62"/>
                    <a:gd name="T38" fmla="*/ 28 w 42"/>
                    <a:gd name="T39" fmla="*/ 6 h 62"/>
                    <a:gd name="T40" fmla="*/ 30 w 42"/>
                    <a:gd name="T41" fmla="*/ 14 h 62"/>
                    <a:gd name="T42" fmla="*/ 38 w 42"/>
                    <a:gd name="T43" fmla="*/ 18 h 62"/>
                    <a:gd name="T44" fmla="*/ 38 w 42"/>
                    <a:gd name="T45" fmla="*/ 22 h 62"/>
                    <a:gd name="T46" fmla="*/ 38 w 42"/>
                    <a:gd name="T47" fmla="*/ 26 h 62"/>
                    <a:gd name="T48" fmla="*/ 38 w 42"/>
                    <a:gd name="T49" fmla="*/ 22 h 62"/>
                    <a:gd name="T50" fmla="*/ 38 w 42"/>
                    <a:gd name="T51" fmla="*/ 22 h 62"/>
                    <a:gd name="T52" fmla="*/ 38 w 42"/>
                    <a:gd name="T53" fmla="*/ 18 h 62"/>
                    <a:gd name="T54" fmla="*/ 42 w 42"/>
                    <a:gd name="T55" fmla="*/ 22 h 62"/>
                    <a:gd name="T56" fmla="*/ 42 w 42"/>
                    <a:gd name="T57" fmla="*/ 26 h 62"/>
                    <a:gd name="T58" fmla="*/ 42 w 42"/>
                    <a:gd name="T59" fmla="*/ 26 h 62"/>
                    <a:gd name="T60" fmla="*/ 42 w 42"/>
                    <a:gd name="T61" fmla="*/ 30 h 62"/>
                    <a:gd name="T62" fmla="*/ 42 w 42"/>
                    <a:gd name="T63" fmla="*/ 30 h 62"/>
                    <a:gd name="T64" fmla="*/ 38 w 42"/>
                    <a:gd name="T65" fmla="*/ 32 h 62"/>
                    <a:gd name="T66" fmla="*/ 38 w 42"/>
                    <a:gd name="T67" fmla="*/ 36 h 62"/>
                    <a:gd name="T68" fmla="*/ 34 w 42"/>
                    <a:gd name="T69" fmla="*/ 44 h 62"/>
                    <a:gd name="T70" fmla="*/ 30 w 42"/>
                    <a:gd name="T71" fmla="*/ 44 h 62"/>
                    <a:gd name="T72" fmla="*/ 30 w 42"/>
                    <a:gd name="T73" fmla="*/ 48 h 62"/>
                    <a:gd name="T74" fmla="*/ 30 w 42"/>
                    <a:gd name="T75" fmla="*/ 56 h 62"/>
                    <a:gd name="T76" fmla="*/ 28 w 42"/>
                    <a:gd name="T77" fmla="*/ 58 h 62"/>
                    <a:gd name="T78" fmla="*/ 24 w 42"/>
                    <a:gd name="T79" fmla="*/ 62 h 62"/>
                    <a:gd name="T80" fmla="*/ 24 w 42"/>
                    <a:gd name="T81" fmla="*/ 58 h 62"/>
                    <a:gd name="T82" fmla="*/ 20 w 42"/>
                    <a:gd name="T83" fmla="*/ 58 h 62"/>
                    <a:gd name="T84" fmla="*/ 20 w 42"/>
                    <a:gd name="T85" fmla="*/ 58 h 62"/>
                    <a:gd name="T86" fmla="*/ 12 w 42"/>
                    <a:gd name="T87" fmla="*/ 58 h 62"/>
                    <a:gd name="T88" fmla="*/ 8 w 42"/>
                    <a:gd name="T89" fmla="*/ 58 h 62"/>
                    <a:gd name="T90" fmla="*/ 4 w 42"/>
                    <a:gd name="T91" fmla="*/ 62 h 62"/>
                    <a:gd name="T92" fmla="*/ 0 w 42"/>
                    <a:gd name="T93" fmla="*/ 58 h 62"/>
                    <a:gd name="T94" fmla="*/ 0 w 42"/>
                    <a:gd name="T95" fmla="*/ 58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2" h="62">
                      <a:moveTo>
                        <a:pt x="0" y="58"/>
                      </a:moveTo>
                      <a:lnTo>
                        <a:pt x="0" y="58"/>
                      </a:lnTo>
                      <a:lnTo>
                        <a:pt x="0" y="56"/>
                      </a:lnTo>
                      <a:lnTo>
                        <a:pt x="4" y="56"/>
                      </a:lnTo>
                      <a:lnTo>
                        <a:pt x="4" y="56"/>
                      </a:lnTo>
                      <a:lnTo>
                        <a:pt x="4" y="56"/>
                      </a:lnTo>
                      <a:lnTo>
                        <a:pt x="4" y="52"/>
                      </a:lnTo>
                      <a:lnTo>
                        <a:pt x="4" y="52"/>
                      </a:lnTo>
                      <a:lnTo>
                        <a:pt x="4" y="52"/>
                      </a:lnTo>
                      <a:lnTo>
                        <a:pt x="4" y="52"/>
                      </a:lnTo>
                      <a:lnTo>
                        <a:pt x="4" y="52"/>
                      </a:lnTo>
                      <a:lnTo>
                        <a:pt x="4" y="48"/>
                      </a:lnTo>
                      <a:lnTo>
                        <a:pt x="4" y="48"/>
                      </a:lnTo>
                      <a:lnTo>
                        <a:pt x="4" y="44"/>
                      </a:lnTo>
                      <a:lnTo>
                        <a:pt x="4" y="44"/>
                      </a:lnTo>
                      <a:lnTo>
                        <a:pt x="4" y="44"/>
                      </a:lnTo>
                      <a:lnTo>
                        <a:pt x="4" y="44"/>
                      </a:lnTo>
                      <a:lnTo>
                        <a:pt x="8" y="40"/>
                      </a:lnTo>
                      <a:lnTo>
                        <a:pt x="8" y="40"/>
                      </a:lnTo>
                      <a:lnTo>
                        <a:pt x="8" y="40"/>
                      </a:lnTo>
                      <a:lnTo>
                        <a:pt x="8" y="40"/>
                      </a:lnTo>
                      <a:lnTo>
                        <a:pt x="8" y="36"/>
                      </a:lnTo>
                      <a:lnTo>
                        <a:pt x="8" y="36"/>
                      </a:lnTo>
                      <a:lnTo>
                        <a:pt x="8" y="32"/>
                      </a:lnTo>
                      <a:lnTo>
                        <a:pt x="8" y="32"/>
                      </a:lnTo>
                      <a:lnTo>
                        <a:pt x="4" y="32"/>
                      </a:lnTo>
                      <a:lnTo>
                        <a:pt x="4" y="30"/>
                      </a:lnTo>
                      <a:lnTo>
                        <a:pt x="4" y="30"/>
                      </a:lnTo>
                      <a:lnTo>
                        <a:pt x="4" y="26"/>
                      </a:lnTo>
                      <a:lnTo>
                        <a:pt x="4" y="26"/>
                      </a:lnTo>
                      <a:lnTo>
                        <a:pt x="0" y="22"/>
                      </a:lnTo>
                      <a:lnTo>
                        <a:pt x="0" y="22"/>
                      </a:lnTo>
                      <a:lnTo>
                        <a:pt x="0" y="22"/>
                      </a:lnTo>
                      <a:lnTo>
                        <a:pt x="0" y="22"/>
                      </a:lnTo>
                      <a:lnTo>
                        <a:pt x="0" y="22"/>
                      </a:lnTo>
                      <a:lnTo>
                        <a:pt x="0" y="18"/>
                      </a:lnTo>
                      <a:lnTo>
                        <a:pt x="0" y="18"/>
                      </a:lnTo>
                      <a:lnTo>
                        <a:pt x="0" y="18"/>
                      </a:lnTo>
                      <a:lnTo>
                        <a:pt x="0" y="18"/>
                      </a:lnTo>
                      <a:lnTo>
                        <a:pt x="0" y="14"/>
                      </a:lnTo>
                      <a:lnTo>
                        <a:pt x="0" y="14"/>
                      </a:lnTo>
                      <a:lnTo>
                        <a:pt x="0" y="10"/>
                      </a:lnTo>
                      <a:lnTo>
                        <a:pt x="4" y="10"/>
                      </a:lnTo>
                      <a:lnTo>
                        <a:pt x="4" y="10"/>
                      </a:lnTo>
                      <a:lnTo>
                        <a:pt x="4" y="10"/>
                      </a:lnTo>
                      <a:lnTo>
                        <a:pt x="4" y="10"/>
                      </a:lnTo>
                      <a:lnTo>
                        <a:pt x="4" y="6"/>
                      </a:lnTo>
                      <a:lnTo>
                        <a:pt x="4" y="6"/>
                      </a:lnTo>
                      <a:lnTo>
                        <a:pt x="4" y="6"/>
                      </a:lnTo>
                      <a:lnTo>
                        <a:pt x="4" y="6"/>
                      </a:lnTo>
                      <a:lnTo>
                        <a:pt x="4" y="6"/>
                      </a:lnTo>
                      <a:lnTo>
                        <a:pt x="8" y="6"/>
                      </a:lnTo>
                      <a:lnTo>
                        <a:pt x="8" y="6"/>
                      </a:lnTo>
                      <a:lnTo>
                        <a:pt x="8" y="6"/>
                      </a:lnTo>
                      <a:lnTo>
                        <a:pt x="8" y="6"/>
                      </a:lnTo>
                      <a:lnTo>
                        <a:pt x="8" y="4"/>
                      </a:lnTo>
                      <a:lnTo>
                        <a:pt x="8" y="4"/>
                      </a:lnTo>
                      <a:lnTo>
                        <a:pt x="8" y="4"/>
                      </a:lnTo>
                      <a:lnTo>
                        <a:pt x="8" y="4"/>
                      </a:lnTo>
                      <a:lnTo>
                        <a:pt x="8" y="0"/>
                      </a:lnTo>
                      <a:lnTo>
                        <a:pt x="8" y="0"/>
                      </a:lnTo>
                      <a:lnTo>
                        <a:pt x="8" y="0"/>
                      </a:lnTo>
                      <a:lnTo>
                        <a:pt x="8" y="0"/>
                      </a:lnTo>
                      <a:lnTo>
                        <a:pt x="12" y="0"/>
                      </a:lnTo>
                      <a:lnTo>
                        <a:pt x="12" y="0"/>
                      </a:lnTo>
                      <a:lnTo>
                        <a:pt x="12" y="0"/>
                      </a:lnTo>
                      <a:lnTo>
                        <a:pt x="16" y="4"/>
                      </a:lnTo>
                      <a:lnTo>
                        <a:pt x="16" y="4"/>
                      </a:lnTo>
                      <a:lnTo>
                        <a:pt x="16" y="4"/>
                      </a:lnTo>
                      <a:lnTo>
                        <a:pt x="16" y="4"/>
                      </a:lnTo>
                      <a:lnTo>
                        <a:pt x="16" y="4"/>
                      </a:lnTo>
                      <a:lnTo>
                        <a:pt x="20" y="4"/>
                      </a:lnTo>
                      <a:lnTo>
                        <a:pt x="20" y="4"/>
                      </a:lnTo>
                      <a:lnTo>
                        <a:pt x="24" y="4"/>
                      </a:lnTo>
                      <a:lnTo>
                        <a:pt x="24" y="4"/>
                      </a:lnTo>
                      <a:lnTo>
                        <a:pt x="24" y="4"/>
                      </a:lnTo>
                      <a:lnTo>
                        <a:pt x="24" y="6"/>
                      </a:lnTo>
                      <a:lnTo>
                        <a:pt x="28" y="6"/>
                      </a:lnTo>
                      <a:lnTo>
                        <a:pt x="28" y="6"/>
                      </a:lnTo>
                      <a:lnTo>
                        <a:pt x="28" y="6"/>
                      </a:lnTo>
                      <a:lnTo>
                        <a:pt x="28" y="10"/>
                      </a:lnTo>
                      <a:lnTo>
                        <a:pt x="30" y="10"/>
                      </a:lnTo>
                      <a:lnTo>
                        <a:pt x="30" y="14"/>
                      </a:lnTo>
                      <a:lnTo>
                        <a:pt x="30" y="14"/>
                      </a:lnTo>
                      <a:lnTo>
                        <a:pt x="34" y="14"/>
                      </a:lnTo>
                      <a:lnTo>
                        <a:pt x="34" y="18"/>
                      </a:lnTo>
                      <a:lnTo>
                        <a:pt x="38" y="18"/>
                      </a:lnTo>
                      <a:lnTo>
                        <a:pt x="38" y="18"/>
                      </a:lnTo>
                      <a:lnTo>
                        <a:pt x="38" y="18"/>
                      </a:lnTo>
                      <a:lnTo>
                        <a:pt x="38" y="18"/>
                      </a:lnTo>
                      <a:lnTo>
                        <a:pt x="38" y="22"/>
                      </a:lnTo>
                      <a:lnTo>
                        <a:pt x="38" y="22"/>
                      </a:lnTo>
                      <a:lnTo>
                        <a:pt x="38" y="22"/>
                      </a:lnTo>
                      <a:lnTo>
                        <a:pt x="38" y="22"/>
                      </a:lnTo>
                      <a:lnTo>
                        <a:pt x="38" y="22"/>
                      </a:lnTo>
                      <a:lnTo>
                        <a:pt x="38" y="26"/>
                      </a:lnTo>
                      <a:lnTo>
                        <a:pt x="38" y="26"/>
                      </a:lnTo>
                      <a:lnTo>
                        <a:pt x="38" y="26"/>
                      </a:lnTo>
                      <a:lnTo>
                        <a:pt x="38" y="22"/>
                      </a:lnTo>
                      <a:lnTo>
                        <a:pt x="38" y="22"/>
                      </a:lnTo>
                      <a:lnTo>
                        <a:pt x="38" y="22"/>
                      </a:lnTo>
                      <a:lnTo>
                        <a:pt x="38" y="22"/>
                      </a:lnTo>
                      <a:lnTo>
                        <a:pt x="38" y="22"/>
                      </a:lnTo>
                      <a:lnTo>
                        <a:pt x="38" y="22"/>
                      </a:lnTo>
                      <a:lnTo>
                        <a:pt x="38" y="22"/>
                      </a:lnTo>
                      <a:lnTo>
                        <a:pt x="38" y="18"/>
                      </a:lnTo>
                      <a:lnTo>
                        <a:pt x="38" y="18"/>
                      </a:lnTo>
                      <a:lnTo>
                        <a:pt x="38" y="18"/>
                      </a:lnTo>
                      <a:lnTo>
                        <a:pt x="38" y="18"/>
                      </a:lnTo>
                      <a:lnTo>
                        <a:pt x="38" y="18"/>
                      </a:lnTo>
                      <a:lnTo>
                        <a:pt x="42" y="22"/>
                      </a:lnTo>
                      <a:lnTo>
                        <a:pt x="42" y="22"/>
                      </a:lnTo>
                      <a:lnTo>
                        <a:pt x="42" y="22"/>
                      </a:lnTo>
                      <a:lnTo>
                        <a:pt x="42" y="22"/>
                      </a:lnTo>
                      <a:lnTo>
                        <a:pt x="42" y="22"/>
                      </a:lnTo>
                      <a:lnTo>
                        <a:pt x="42" y="26"/>
                      </a:lnTo>
                      <a:lnTo>
                        <a:pt x="42" y="26"/>
                      </a:lnTo>
                      <a:lnTo>
                        <a:pt x="42" y="26"/>
                      </a:lnTo>
                      <a:lnTo>
                        <a:pt x="42" y="26"/>
                      </a:lnTo>
                      <a:lnTo>
                        <a:pt x="42" y="26"/>
                      </a:lnTo>
                      <a:lnTo>
                        <a:pt x="42" y="26"/>
                      </a:lnTo>
                      <a:lnTo>
                        <a:pt x="42" y="30"/>
                      </a:lnTo>
                      <a:lnTo>
                        <a:pt x="42" y="30"/>
                      </a:lnTo>
                      <a:lnTo>
                        <a:pt x="42" y="30"/>
                      </a:lnTo>
                      <a:lnTo>
                        <a:pt x="42" y="30"/>
                      </a:lnTo>
                      <a:lnTo>
                        <a:pt x="42" y="30"/>
                      </a:lnTo>
                      <a:lnTo>
                        <a:pt x="42" y="30"/>
                      </a:lnTo>
                      <a:lnTo>
                        <a:pt x="42" y="30"/>
                      </a:lnTo>
                      <a:lnTo>
                        <a:pt x="42" y="30"/>
                      </a:lnTo>
                      <a:lnTo>
                        <a:pt x="38" y="30"/>
                      </a:lnTo>
                      <a:lnTo>
                        <a:pt x="38" y="32"/>
                      </a:lnTo>
                      <a:lnTo>
                        <a:pt x="38" y="32"/>
                      </a:lnTo>
                      <a:lnTo>
                        <a:pt x="38" y="32"/>
                      </a:lnTo>
                      <a:lnTo>
                        <a:pt x="38" y="32"/>
                      </a:lnTo>
                      <a:lnTo>
                        <a:pt x="38" y="36"/>
                      </a:lnTo>
                      <a:lnTo>
                        <a:pt x="38" y="36"/>
                      </a:lnTo>
                      <a:lnTo>
                        <a:pt x="38" y="36"/>
                      </a:lnTo>
                      <a:lnTo>
                        <a:pt x="34" y="40"/>
                      </a:lnTo>
                      <a:lnTo>
                        <a:pt x="34" y="40"/>
                      </a:lnTo>
                      <a:lnTo>
                        <a:pt x="34" y="44"/>
                      </a:lnTo>
                      <a:lnTo>
                        <a:pt x="34" y="44"/>
                      </a:lnTo>
                      <a:lnTo>
                        <a:pt x="34" y="44"/>
                      </a:lnTo>
                      <a:lnTo>
                        <a:pt x="30" y="44"/>
                      </a:lnTo>
                      <a:lnTo>
                        <a:pt x="30" y="44"/>
                      </a:lnTo>
                      <a:lnTo>
                        <a:pt x="30" y="44"/>
                      </a:lnTo>
                      <a:lnTo>
                        <a:pt x="30" y="48"/>
                      </a:lnTo>
                      <a:lnTo>
                        <a:pt x="30" y="48"/>
                      </a:lnTo>
                      <a:lnTo>
                        <a:pt x="30" y="48"/>
                      </a:lnTo>
                      <a:lnTo>
                        <a:pt x="30" y="52"/>
                      </a:lnTo>
                      <a:lnTo>
                        <a:pt x="30" y="52"/>
                      </a:lnTo>
                      <a:lnTo>
                        <a:pt x="30" y="52"/>
                      </a:lnTo>
                      <a:lnTo>
                        <a:pt x="30" y="56"/>
                      </a:lnTo>
                      <a:lnTo>
                        <a:pt x="30" y="56"/>
                      </a:lnTo>
                      <a:lnTo>
                        <a:pt x="30" y="56"/>
                      </a:lnTo>
                      <a:lnTo>
                        <a:pt x="28" y="56"/>
                      </a:lnTo>
                      <a:lnTo>
                        <a:pt x="28" y="58"/>
                      </a:lnTo>
                      <a:lnTo>
                        <a:pt x="28" y="58"/>
                      </a:lnTo>
                      <a:lnTo>
                        <a:pt x="24" y="58"/>
                      </a:lnTo>
                      <a:lnTo>
                        <a:pt x="24" y="58"/>
                      </a:lnTo>
                      <a:lnTo>
                        <a:pt x="24" y="62"/>
                      </a:lnTo>
                      <a:lnTo>
                        <a:pt x="24" y="62"/>
                      </a:lnTo>
                      <a:lnTo>
                        <a:pt x="24" y="58"/>
                      </a:lnTo>
                      <a:lnTo>
                        <a:pt x="24" y="58"/>
                      </a:lnTo>
                      <a:lnTo>
                        <a:pt x="24" y="58"/>
                      </a:lnTo>
                      <a:lnTo>
                        <a:pt x="20" y="58"/>
                      </a:lnTo>
                      <a:lnTo>
                        <a:pt x="20" y="58"/>
                      </a:lnTo>
                      <a:lnTo>
                        <a:pt x="20" y="58"/>
                      </a:lnTo>
                      <a:lnTo>
                        <a:pt x="20" y="58"/>
                      </a:lnTo>
                      <a:lnTo>
                        <a:pt x="20" y="58"/>
                      </a:lnTo>
                      <a:lnTo>
                        <a:pt x="20" y="58"/>
                      </a:lnTo>
                      <a:lnTo>
                        <a:pt x="20" y="58"/>
                      </a:lnTo>
                      <a:lnTo>
                        <a:pt x="20" y="58"/>
                      </a:lnTo>
                      <a:lnTo>
                        <a:pt x="16" y="58"/>
                      </a:lnTo>
                      <a:lnTo>
                        <a:pt x="16" y="58"/>
                      </a:lnTo>
                      <a:lnTo>
                        <a:pt x="12" y="58"/>
                      </a:lnTo>
                      <a:lnTo>
                        <a:pt x="12" y="58"/>
                      </a:lnTo>
                      <a:lnTo>
                        <a:pt x="12" y="58"/>
                      </a:lnTo>
                      <a:lnTo>
                        <a:pt x="12" y="58"/>
                      </a:lnTo>
                      <a:lnTo>
                        <a:pt x="12" y="58"/>
                      </a:lnTo>
                      <a:lnTo>
                        <a:pt x="8" y="58"/>
                      </a:lnTo>
                      <a:lnTo>
                        <a:pt x="8" y="58"/>
                      </a:lnTo>
                      <a:lnTo>
                        <a:pt x="8" y="58"/>
                      </a:lnTo>
                      <a:lnTo>
                        <a:pt x="8" y="62"/>
                      </a:lnTo>
                      <a:lnTo>
                        <a:pt x="4" y="62"/>
                      </a:lnTo>
                      <a:lnTo>
                        <a:pt x="0" y="58"/>
                      </a:lnTo>
                      <a:lnTo>
                        <a:pt x="0" y="58"/>
                      </a:lnTo>
                      <a:lnTo>
                        <a:pt x="0" y="58"/>
                      </a:lnTo>
                      <a:lnTo>
                        <a:pt x="0" y="58"/>
                      </a:lnTo>
                      <a:lnTo>
                        <a:pt x="0" y="58"/>
                      </a:lnTo>
                      <a:lnTo>
                        <a:pt x="0" y="58"/>
                      </a:lnTo>
                      <a:lnTo>
                        <a:pt x="0" y="58"/>
                      </a:lnTo>
                      <a:lnTo>
                        <a:pt x="0" y="58"/>
                      </a:lnTo>
                      <a:lnTo>
                        <a:pt x="0" y="58"/>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242" name="Freeform 184">
                  <a:extLst>
                    <a:ext uri="{FF2B5EF4-FFF2-40B4-BE49-F238E27FC236}">
                      <a16:creationId xmlns:a16="http://schemas.microsoft.com/office/drawing/2014/main" id="{69D622D4-094C-0348-6B93-94C295252CA3}"/>
                    </a:ext>
                  </a:extLst>
                </p:cNvPr>
                <p:cNvSpPr>
                  <a:spLocks/>
                </p:cNvSpPr>
                <p:nvPr/>
              </p:nvSpPr>
              <p:spPr bwMode="gray">
                <a:xfrm>
                  <a:off x="3290263" y="4265772"/>
                  <a:ext cx="121748" cy="219147"/>
                </a:xfrm>
                <a:custGeom>
                  <a:avLst/>
                  <a:gdLst>
                    <a:gd name="T0" fmla="*/ 48 w 70"/>
                    <a:gd name="T1" fmla="*/ 32 h 126"/>
                    <a:gd name="T2" fmla="*/ 52 w 70"/>
                    <a:gd name="T3" fmla="*/ 36 h 126"/>
                    <a:gd name="T4" fmla="*/ 56 w 70"/>
                    <a:gd name="T5" fmla="*/ 40 h 126"/>
                    <a:gd name="T6" fmla="*/ 60 w 70"/>
                    <a:gd name="T7" fmla="*/ 44 h 126"/>
                    <a:gd name="T8" fmla="*/ 60 w 70"/>
                    <a:gd name="T9" fmla="*/ 56 h 126"/>
                    <a:gd name="T10" fmla="*/ 60 w 70"/>
                    <a:gd name="T11" fmla="*/ 58 h 126"/>
                    <a:gd name="T12" fmla="*/ 56 w 70"/>
                    <a:gd name="T13" fmla="*/ 58 h 126"/>
                    <a:gd name="T14" fmla="*/ 52 w 70"/>
                    <a:gd name="T15" fmla="*/ 62 h 126"/>
                    <a:gd name="T16" fmla="*/ 48 w 70"/>
                    <a:gd name="T17" fmla="*/ 66 h 126"/>
                    <a:gd name="T18" fmla="*/ 48 w 70"/>
                    <a:gd name="T19" fmla="*/ 74 h 126"/>
                    <a:gd name="T20" fmla="*/ 48 w 70"/>
                    <a:gd name="T21" fmla="*/ 78 h 126"/>
                    <a:gd name="T22" fmla="*/ 48 w 70"/>
                    <a:gd name="T23" fmla="*/ 82 h 126"/>
                    <a:gd name="T24" fmla="*/ 52 w 70"/>
                    <a:gd name="T25" fmla="*/ 86 h 126"/>
                    <a:gd name="T26" fmla="*/ 52 w 70"/>
                    <a:gd name="T27" fmla="*/ 88 h 126"/>
                    <a:gd name="T28" fmla="*/ 60 w 70"/>
                    <a:gd name="T29" fmla="*/ 92 h 126"/>
                    <a:gd name="T30" fmla="*/ 60 w 70"/>
                    <a:gd name="T31" fmla="*/ 96 h 126"/>
                    <a:gd name="T32" fmla="*/ 64 w 70"/>
                    <a:gd name="T33" fmla="*/ 108 h 126"/>
                    <a:gd name="T34" fmla="*/ 70 w 70"/>
                    <a:gd name="T35" fmla="*/ 114 h 126"/>
                    <a:gd name="T36" fmla="*/ 68 w 70"/>
                    <a:gd name="T37" fmla="*/ 114 h 126"/>
                    <a:gd name="T38" fmla="*/ 60 w 70"/>
                    <a:gd name="T39" fmla="*/ 112 h 126"/>
                    <a:gd name="T40" fmla="*/ 60 w 70"/>
                    <a:gd name="T41" fmla="*/ 112 h 126"/>
                    <a:gd name="T42" fmla="*/ 56 w 70"/>
                    <a:gd name="T43" fmla="*/ 118 h 126"/>
                    <a:gd name="T44" fmla="*/ 52 w 70"/>
                    <a:gd name="T45" fmla="*/ 118 h 126"/>
                    <a:gd name="T46" fmla="*/ 44 w 70"/>
                    <a:gd name="T47" fmla="*/ 122 h 126"/>
                    <a:gd name="T48" fmla="*/ 40 w 70"/>
                    <a:gd name="T49" fmla="*/ 122 h 126"/>
                    <a:gd name="T50" fmla="*/ 38 w 70"/>
                    <a:gd name="T51" fmla="*/ 126 h 126"/>
                    <a:gd name="T52" fmla="*/ 34 w 70"/>
                    <a:gd name="T53" fmla="*/ 126 h 126"/>
                    <a:gd name="T54" fmla="*/ 30 w 70"/>
                    <a:gd name="T55" fmla="*/ 118 h 126"/>
                    <a:gd name="T56" fmla="*/ 26 w 70"/>
                    <a:gd name="T57" fmla="*/ 114 h 126"/>
                    <a:gd name="T58" fmla="*/ 22 w 70"/>
                    <a:gd name="T59" fmla="*/ 108 h 126"/>
                    <a:gd name="T60" fmla="*/ 22 w 70"/>
                    <a:gd name="T61" fmla="*/ 104 h 126"/>
                    <a:gd name="T62" fmla="*/ 18 w 70"/>
                    <a:gd name="T63" fmla="*/ 96 h 126"/>
                    <a:gd name="T64" fmla="*/ 22 w 70"/>
                    <a:gd name="T65" fmla="*/ 88 h 126"/>
                    <a:gd name="T66" fmla="*/ 26 w 70"/>
                    <a:gd name="T67" fmla="*/ 82 h 126"/>
                    <a:gd name="T68" fmla="*/ 26 w 70"/>
                    <a:gd name="T69" fmla="*/ 70 h 126"/>
                    <a:gd name="T70" fmla="*/ 18 w 70"/>
                    <a:gd name="T71" fmla="*/ 70 h 126"/>
                    <a:gd name="T72" fmla="*/ 18 w 70"/>
                    <a:gd name="T73" fmla="*/ 66 h 126"/>
                    <a:gd name="T74" fmla="*/ 18 w 70"/>
                    <a:gd name="T75" fmla="*/ 58 h 126"/>
                    <a:gd name="T76" fmla="*/ 14 w 70"/>
                    <a:gd name="T77" fmla="*/ 58 h 126"/>
                    <a:gd name="T78" fmla="*/ 12 w 70"/>
                    <a:gd name="T79" fmla="*/ 58 h 126"/>
                    <a:gd name="T80" fmla="*/ 0 w 70"/>
                    <a:gd name="T81" fmla="*/ 44 h 126"/>
                    <a:gd name="T82" fmla="*/ 4 w 70"/>
                    <a:gd name="T83" fmla="*/ 40 h 126"/>
                    <a:gd name="T84" fmla="*/ 4 w 70"/>
                    <a:gd name="T85" fmla="*/ 32 h 126"/>
                    <a:gd name="T86" fmla="*/ 12 w 70"/>
                    <a:gd name="T87" fmla="*/ 32 h 126"/>
                    <a:gd name="T88" fmla="*/ 12 w 70"/>
                    <a:gd name="T89" fmla="*/ 30 h 126"/>
                    <a:gd name="T90" fmla="*/ 14 w 70"/>
                    <a:gd name="T91" fmla="*/ 26 h 126"/>
                    <a:gd name="T92" fmla="*/ 12 w 70"/>
                    <a:gd name="T93" fmla="*/ 26 h 126"/>
                    <a:gd name="T94" fmla="*/ 12 w 70"/>
                    <a:gd name="T95" fmla="*/ 22 h 126"/>
                    <a:gd name="T96" fmla="*/ 12 w 70"/>
                    <a:gd name="T97" fmla="*/ 18 h 126"/>
                    <a:gd name="T98" fmla="*/ 12 w 70"/>
                    <a:gd name="T99" fmla="*/ 14 h 126"/>
                    <a:gd name="T100" fmla="*/ 18 w 70"/>
                    <a:gd name="T101" fmla="*/ 10 h 126"/>
                    <a:gd name="T102" fmla="*/ 22 w 70"/>
                    <a:gd name="T103" fmla="*/ 6 h 126"/>
                    <a:gd name="T104" fmla="*/ 18 w 70"/>
                    <a:gd name="T105" fmla="*/ 0 h 126"/>
                    <a:gd name="T106" fmla="*/ 22 w 70"/>
                    <a:gd name="T107" fmla="*/ 4 h 126"/>
                    <a:gd name="T108" fmla="*/ 26 w 70"/>
                    <a:gd name="T109" fmla="*/ 4 h 126"/>
                    <a:gd name="T110" fmla="*/ 34 w 70"/>
                    <a:gd name="T111" fmla="*/ 10 h 126"/>
                    <a:gd name="T112" fmla="*/ 38 w 70"/>
                    <a:gd name="T113" fmla="*/ 18 h 126"/>
                    <a:gd name="T114" fmla="*/ 40 w 70"/>
                    <a:gd name="T115" fmla="*/ 26 h 126"/>
                    <a:gd name="T116" fmla="*/ 40 w 70"/>
                    <a:gd name="T117" fmla="*/ 30 h 126"/>
                    <a:gd name="T118" fmla="*/ 40 w 70"/>
                    <a:gd name="T119" fmla="*/ 36 h 126"/>
                    <a:gd name="T120" fmla="*/ 40 w 70"/>
                    <a:gd name="T121" fmla="*/ 32 h 126"/>
                    <a:gd name="T122" fmla="*/ 44 w 70"/>
                    <a:gd name="T123" fmla="*/ 3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70" h="126">
                      <a:moveTo>
                        <a:pt x="44" y="30"/>
                      </a:moveTo>
                      <a:lnTo>
                        <a:pt x="44" y="30"/>
                      </a:lnTo>
                      <a:lnTo>
                        <a:pt x="48" y="30"/>
                      </a:lnTo>
                      <a:lnTo>
                        <a:pt x="48" y="30"/>
                      </a:lnTo>
                      <a:lnTo>
                        <a:pt x="48" y="30"/>
                      </a:lnTo>
                      <a:lnTo>
                        <a:pt x="48" y="32"/>
                      </a:lnTo>
                      <a:lnTo>
                        <a:pt x="48" y="32"/>
                      </a:lnTo>
                      <a:lnTo>
                        <a:pt x="48" y="32"/>
                      </a:lnTo>
                      <a:lnTo>
                        <a:pt x="48" y="32"/>
                      </a:lnTo>
                      <a:lnTo>
                        <a:pt x="48" y="32"/>
                      </a:lnTo>
                      <a:lnTo>
                        <a:pt x="52" y="32"/>
                      </a:lnTo>
                      <a:lnTo>
                        <a:pt x="52" y="36"/>
                      </a:lnTo>
                      <a:lnTo>
                        <a:pt x="52" y="36"/>
                      </a:lnTo>
                      <a:lnTo>
                        <a:pt x="56" y="40"/>
                      </a:lnTo>
                      <a:lnTo>
                        <a:pt x="56" y="40"/>
                      </a:lnTo>
                      <a:lnTo>
                        <a:pt x="56" y="36"/>
                      </a:lnTo>
                      <a:lnTo>
                        <a:pt x="56" y="36"/>
                      </a:lnTo>
                      <a:lnTo>
                        <a:pt x="56" y="40"/>
                      </a:lnTo>
                      <a:lnTo>
                        <a:pt x="56" y="40"/>
                      </a:lnTo>
                      <a:lnTo>
                        <a:pt x="60" y="40"/>
                      </a:lnTo>
                      <a:lnTo>
                        <a:pt x="60" y="40"/>
                      </a:lnTo>
                      <a:lnTo>
                        <a:pt x="60" y="40"/>
                      </a:lnTo>
                      <a:lnTo>
                        <a:pt x="60" y="40"/>
                      </a:lnTo>
                      <a:lnTo>
                        <a:pt x="60" y="44"/>
                      </a:lnTo>
                      <a:lnTo>
                        <a:pt x="60" y="44"/>
                      </a:lnTo>
                      <a:lnTo>
                        <a:pt x="60" y="52"/>
                      </a:lnTo>
                      <a:lnTo>
                        <a:pt x="60" y="52"/>
                      </a:lnTo>
                      <a:lnTo>
                        <a:pt x="60" y="52"/>
                      </a:lnTo>
                      <a:lnTo>
                        <a:pt x="60" y="52"/>
                      </a:lnTo>
                      <a:lnTo>
                        <a:pt x="60" y="56"/>
                      </a:lnTo>
                      <a:lnTo>
                        <a:pt x="60" y="56"/>
                      </a:lnTo>
                      <a:lnTo>
                        <a:pt x="56" y="56"/>
                      </a:lnTo>
                      <a:lnTo>
                        <a:pt x="60" y="58"/>
                      </a:lnTo>
                      <a:lnTo>
                        <a:pt x="60" y="58"/>
                      </a:lnTo>
                      <a:lnTo>
                        <a:pt x="60" y="56"/>
                      </a:lnTo>
                      <a:lnTo>
                        <a:pt x="60" y="58"/>
                      </a:lnTo>
                      <a:lnTo>
                        <a:pt x="60" y="58"/>
                      </a:lnTo>
                      <a:lnTo>
                        <a:pt x="60" y="58"/>
                      </a:lnTo>
                      <a:lnTo>
                        <a:pt x="60" y="58"/>
                      </a:lnTo>
                      <a:lnTo>
                        <a:pt x="60" y="58"/>
                      </a:lnTo>
                      <a:lnTo>
                        <a:pt x="60" y="58"/>
                      </a:lnTo>
                      <a:lnTo>
                        <a:pt x="56" y="58"/>
                      </a:lnTo>
                      <a:lnTo>
                        <a:pt x="56" y="58"/>
                      </a:lnTo>
                      <a:lnTo>
                        <a:pt x="56" y="62"/>
                      </a:lnTo>
                      <a:lnTo>
                        <a:pt x="56" y="62"/>
                      </a:lnTo>
                      <a:lnTo>
                        <a:pt x="52" y="62"/>
                      </a:lnTo>
                      <a:lnTo>
                        <a:pt x="52" y="62"/>
                      </a:lnTo>
                      <a:lnTo>
                        <a:pt x="52" y="62"/>
                      </a:lnTo>
                      <a:lnTo>
                        <a:pt x="52" y="62"/>
                      </a:lnTo>
                      <a:lnTo>
                        <a:pt x="48" y="62"/>
                      </a:lnTo>
                      <a:lnTo>
                        <a:pt x="48" y="62"/>
                      </a:lnTo>
                      <a:lnTo>
                        <a:pt x="48" y="66"/>
                      </a:lnTo>
                      <a:lnTo>
                        <a:pt x="48" y="66"/>
                      </a:lnTo>
                      <a:lnTo>
                        <a:pt x="48" y="66"/>
                      </a:lnTo>
                      <a:lnTo>
                        <a:pt x="52" y="66"/>
                      </a:lnTo>
                      <a:lnTo>
                        <a:pt x="48" y="66"/>
                      </a:lnTo>
                      <a:lnTo>
                        <a:pt x="48" y="70"/>
                      </a:lnTo>
                      <a:lnTo>
                        <a:pt x="48" y="74"/>
                      </a:lnTo>
                      <a:lnTo>
                        <a:pt x="48" y="74"/>
                      </a:lnTo>
                      <a:lnTo>
                        <a:pt x="48" y="74"/>
                      </a:lnTo>
                      <a:lnTo>
                        <a:pt x="48" y="74"/>
                      </a:lnTo>
                      <a:lnTo>
                        <a:pt x="48" y="74"/>
                      </a:lnTo>
                      <a:lnTo>
                        <a:pt x="48" y="74"/>
                      </a:lnTo>
                      <a:lnTo>
                        <a:pt x="48" y="74"/>
                      </a:lnTo>
                      <a:lnTo>
                        <a:pt x="48" y="78"/>
                      </a:lnTo>
                      <a:lnTo>
                        <a:pt x="48" y="78"/>
                      </a:lnTo>
                      <a:lnTo>
                        <a:pt x="48" y="78"/>
                      </a:lnTo>
                      <a:lnTo>
                        <a:pt x="48" y="82"/>
                      </a:lnTo>
                      <a:lnTo>
                        <a:pt x="48" y="82"/>
                      </a:lnTo>
                      <a:lnTo>
                        <a:pt x="48" y="82"/>
                      </a:lnTo>
                      <a:lnTo>
                        <a:pt x="48" y="82"/>
                      </a:lnTo>
                      <a:lnTo>
                        <a:pt x="48" y="82"/>
                      </a:lnTo>
                      <a:lnTo>
                        <a:pt x="48" y="82"/>
                      </a:lnTo>
                      <a:lnTo>
                        <a:pt x="48" y="86"/>
                      </a:lnTo>
                      <a:lnTo>
                        <a:pt x="52" y="86"/>
                      </a:lnTo>
                      <a:lnTo>
                        <a:pt x="52" y="86"/>
                      </a:lnTo>
                      <a:lnTo>
                        <a:pt x="52" y="86"/>
                      </a:lnTo>
                      <a:lnTo>
                        <a:pt x="52" y="86"/>
                      </a:lnTo>
                      <a:lnTo>
                        <a:pt x="52" y="86"/>
                      </a:lnTo>
                      <a:lnTo>
                        <a:pt x="52" y="86"/>
                      </a:lnTo>
                      <a:lnTo>
                        <a:pt x="52" y="88"/>
                      </a:lnTo>
                      <a:lnTo>
                        <a:pt x="52" y="88"/>
                      </a:lnTo>
                      <a:lnTo>
                        <a:pt x="52" y="88"/>
                      </a:lnTo>
                      <a:lnTo>
                        <a:pt x="52" y="88"/>
                      </a:lnTo>
                      <a:lnTo>
                        <a:pt x="56" y="88"/>
                      </a:lnTo>
                      <a:lnTo>
                        <a:pt x="56" y="88"/>
                      </a:lnTo>
                      <a:lnTo>
                        <a:pt x="60" y="88"/>
                      </a:lnTo>
                      <a:lnTo>
                        <a:pt x="60" y="88"/>
                      </a:lnTo>
                      <a:lnTo>
                        <a:pt x="60" y="92"/>
                      </a:lnTo>
                      <a:lnTo>
                        <a:pt x="60" y="92"/>
                      </a:lnTo>
                      <a:lnTo>
                        <a:pt x="60" y="92"/>
                      </a:lnTo>
                      <a:lnTo>
                        <a:pt x="60" y="92"/>
                      </a:lnTo>
                      <a:lnTo>
                        <a:pt x="60" y="92"/>
                      </a:lnTo>
                      <a:lnTo>
                        <a:pt x="60" y="96"/>
                      </a:lnTo>
                      <a:lnTo>
                        <a:pt x="60" y="96"/>
                      </a:lnTo>
                      <a:lnTo>
                        <a:pt x="60" y="96"/>
                      </a:lnTo>
                      <a:lnTo>
                        <a:pt x="60" y="100"/>
                      </a:lnTo>
                      <a:lnTo>
                        <a:pt x="60" y="100"/>
                      </a:lnTo>
                      <a:lnTo>
                        <a:pt x="64" y="104"/>
                      </a:lnTo>
                      <a:lnTo>
                        <a:pt x="64" y="104"/>
                      </a:lnTo>
                      <a:lnTo>
                        <a:pt x="64" y="108"/>
                      </a:lnTo>
                      <a:lnTo>
                        <a:pt x="64" y="108"/>
                      </a:lnTo>
                      <a:lnTo>
                        <a:pt x="68" y="112"/>
                      </a:lnTo>
                      <a:lnTo>
                        <a:pt x="68" y="112"/>
                      </a:lnTo>
                      <a:lnTo>
                        <a:pt x="68" y="112"/>
                      </a:lnTo>
                      <a:lnTo>
                        <a:pt x="68" y="112"/>
                      </a:lnTo>
                      <a:lnTo>
                        <a:pt x="68" y="112"/>
                      </a:lnTo>
                      <a:lnTo>
                        <a:pt x="70" y="114"/>
                      </a:lnTo>
                      <a:lnTo>
                        <a:pt x="70" y="114"/>
                      </a:lnTo>
                      <a:lnTo>
                        <a:pt x="68" y="114"/>
                      </a:lnTo>
                      <a:lnTo>
                        <a:pt x="68" y="114"/>
                      </a:lnTo>
                      <a:lnTo>
                        <a:pt x="68" y="114"/>
                      </a:lnTo>
                      <a:lnTo>
                        <a:pt x="68" y="114"/>
                      </a:lnTo>
                      <a:lnTo>
                        <a:pt x="68" y="114"/>
                      </a:lnTo>
                      <a:lnTo>
                        <a:pt x="68" y="114"/>
                      </a:lnTo>
                      <a:lnTo>
                        <a:pt x="68" y="114"/>
                      </a:lnTo>
                      <a:lnTo>
                        <a:pt x="64" y="114"/>
                      </a:lnTo>
                      <a:lnTo>
                        <a:pt x="64" y="114"/>
                      </a:lnTo>
                      <a:lnTo>
                        <a:pt x="64" y="114"/>
                      </a:lnTo>
                      <a:lnTo>
                        <a:pt x="60" y="112"/>
                      </a:lnTo>
                      <a:lnTo>
                        <a:pt x="60" y="112"/>
                      </a:lnTo>
                      <a:lnTo>
                        <a:pt x="60" y="112"/>
                      </a:lnTo>
                      <a:lnTo>
                        <a:pt x="60" y="112"/>
                      </a:lnTo>
                      <a:lnTo>
                        <a:pt x="60" y="112"/>
                      </a:lnTo>
                      <a:lnTo>
                        <a:pt x="60" y="114"/>
                      </a:lnTo>
                      <a:lnTo>
                        <a:pt x="60" y="112"/>
                      </a:lnTo>
                      <a:lnTo>
                        <a:pt x="60" y="112"/>
                      </a:lnTo>
                      <a:lnTo>
                        <a:pt x="56" y="112"/>
                      </a:lnTo>
                      <a:lnTo>
                        <a:pt x="56" y="114"/>
                      </a:lnTo>
                      <a:lnTo>
                        <a:pt x="56" y="114"/>
                      </a:lnTo>
                      <a:lnTo>
                        <a:pt x="56" y="114"/>
                      </a:lnTo>
                      <a:lnTo>
                        <a:pt x="56" y="118"/>
                      </a:lnTo>
                      <a:lnTo>
                        <a:pt x="56" y="118"/>
                      </a:lnTo>
                      <a:lnTo>
                        <a:pt x="56" y="118"/>
                      </a:lnTo>
                      <a:lnTo>
                        <a:pt x="52" y="118"/>
                      </a:lnTo>
                      <a:lnTo>
                        <a:pt x="52" y="118"/>
                      </a:lnTo>
                      <a:lnTo>
                        <a:pt x="52" y="118"/>
                      </a:lnTo>
                      <a:lnTo>
                        <a:pt x="52" y="118"/>
                      </a:lnTo>
                      <a:lnTo>
                        <a:pt x="52" y="118"/>
                      </a:lnTo>
                      <a:lnTo>
                        <a:pt x="48" y="118"/>
                      </a:lnTo>
                      <a:lnTo>
                        <a:pt x="48" y="118"/>
                      </a:lnTo>
                      <a:lnTo>
                        <a:pt x="48" y="118"/>
                      </a:lnTo>
                      <a:lnTo>
                        <a:pt x="48" y="122"/>
                      </a:lnTo>
                      <a:lnTo>
                        <a:pt x="44" y="122"/>
                      </a:lnTo>
                      <a:lnTo>
                        <a:pt x="44" y="118"/>
                      </a:lnTo>
                      <a:lnTo>
                        <a:pt x="44" y="118"/>
                      </a:lnTo>
                      <a:lnTo>
                        <a:pt x="40" y="122"/>
                      </a:lnTo>
                      <a:lnTo>
                        <a:pt x="40" y="122"/>
                      </a:lnTo>
                      <a:lnTo>
                        <a:pt x="40" y="122"/>
                      </a:lnTo>
                      <a:lnTo>
                        <a:pt x="40" y="122"/>
                      </a:lnTo>
                      <a:lnTo>
                        <a:pt x="40" y="122"/>
                      </a:lnTo>
                      <a:lnTo>
                        <a:pt x="40" y="126"/>
                      </a:lnTo>
                      <a:lnTo>
                        <a:pt x="40" y="126"/>
                      </a:lnTo>
                      <a:lnTo>
                        <a:pt x="38" y="126"/>
                      </a:lnTo>
                      <a:lnTo>
                        <a:pt x="38" y="126"/>
                      </a:lnTo>
                      <a:lnTo>
                        <a:pt x="38" y="126"/>
                      </a:lnTo>
                      <a:lnTo>
                        <a:pt x="38" y="126"/>
                      </a:lnTo>
                      <a:lnTo>
                        <a:pt x="38" y="126"/>
                      </a:lnTo>
                      <a:lnTo>
                        <a:pt x="38" y="126"/>
                      </a:lnTo>
                      <a:lnTo>
                        <a:pt x="38" y="126"/>
                      </a:lnTo>
                      <a:lnTo>
                        <a:pt x="34" y="126"/>
                      </a:lnTo>
                      <a:lnTo>
                        <a:pt x="34" y="126"/>
                      </a:lnTo>
                      <a:lnTo>
                        <a:pt x="34" y="126"/>
                      </a:lnTo>
                      <a:lnTo>
                        <a:pt x="34" y="122"/>
                      </a:lnTo>
                      <a:lnTo>
                        <a:pt x="34" y="122"/>
                      </a:lnTo>
                      <a:lnTo>
                        <a:pt x="34" y="122"/>
                      </a:lnTo>
                      <a:lnTo>
                        <a:pt x="30" y="122"/>
                      </a:lnTo>
                      <a:lnTo>
                        <a:pt x="30" y="118"/>
                      </a:lnTo>
                      <a:lnTo>
                        <a:pt x="26" y="118"/>
                      </a:lnTo>
                      <a:lnTo>
                        <a:pt x="26" y="118"/>
                      </a:lnTo>
                      <a:lnTo>
                        <a:pt x="26" y="118"/>
                      </a:lnTo>
                      <a:lnTo>
                        <a:pt x="26" y="118"/>
                      </a:lnTo>
                      <a:lnTo>
                        <a:pt x="26" y="114"/>
                      </a:lnTo>
                      <a:lnTo>
                        <a:pt x="26" y="114"/>
                      </a:lnTo>
                      <a:lnTo>
                        <a:pt x="26" y="114"/>
                      </a:lnTo>
                      <a:lnTo>
                        <a:pt x="22" y="114"/>
                      </a:lnTo>
                      <a:lnTo>
                        <a:pt x="22" y="114"/>
                      </a:lnTo>
                      <a:lnTo>
                        <a:pt x="22" y="114"/>
                      </a:lnTo>
                      <a:lnTo>
                        <a:pt x="22" y="112"/>
                      </a:lnTo>
                      <a:lnTo>
                        <a:pt x="22" y="108"/>
                      </a:lnTo>
                      <a:lnTo>
                        <a:pt x="22" y="108"/>
                      </a:lnTo>
                      <a:lnTo>
                        <a:pt x="22" y="108"/>
                      </a:lnTo>
                      <a:lnTo>
                        <a:pt x="22" y="108"/>
                      </a:lnTo>
                      <a:lnTo>
                        <a:pt x="22" y="108"/>
                      </a:lnTo>
                      <a:lnTo>
                        <a:pt x="22" y="108"/>
                      </a:lnTo>
                      <a:lnTo>
                        <a:pt x="22" y="104"/>
                      </a:lnTo>
                      <a:lnTo>
                        <a:pt x="22" y="104"/>
                      </a:lnTo>
                      <a:lnTo>
                        <a:pt x="22" y="104"/>
                      </a:lnTo>
                      <a:lnTo>
                        <a:pt x="18" y="104"/>
                      </a:lnTo>
                      <a:lnTo>
                        <a:pt x="18" y="100"/>
                      </a:lnTo>
                      <a:lnTo>
                        <a:pt x="18" y="96"/>
                      </a:lnTo>
                      <a:lnTo>
                        <a:pt x="18" y="96"/>
                      </a:lnTo>
                      <a:lnTo>
                        <a:pt x="18" y="96"/>
                      </a:lnTo>
                      <a:lnTo>
                        <a:pt x="22" y="92"/>
                      </a:lnTo>
                      <a:lnTo>
                        <a:pt x="22" y="92"/>
                      </a:lnTo>
                      <a:lnTo>
                        <a:pt x="22" y="88"/>
                      </a:lnTo>
                      <a:lnTo>
                        <a:pt x="22" y="88"/>
                      </a:lnTo>
                      <a:lnTo>
                        <a:pt x="22" y="88"/>
                      </a:lnTo>
                      <a:lnTo>
                        <a:pt x="22" y="88"/>
                      </a:lnTo>
                      <a:lnTo>
                        <a:pt x="22" y="86"/>
                      </a:lnTo>
                      <a:lnTo>
                        <a:pt x="22" y="86"/>
                      </a:lnTo>
                      <a:lnTo>
                        <a:pt x="22" y="86"/>
                      </a:lnTo>
                      <a:lnTo>
                        <a:pt x="26" y="82"/>
                      </a:lnTo>
                      <a:lnTo>
                        <a:pt x="26" y="82"/>
                      </a:lnTo>
                      <a:lnTo>
                        <a:pt x="26" y="78"/>
                      </a:lnTo>
                      <a:lnTo>
                        <a:pt x="22" y="74"/>
                      </a:lnTo>
                      <a:lnTo>
                        <a:pt x="22" y="74"/>
                      </a:lnTo>
                      <a:lnTo>
                        <a:pt x="22" y="74"/>
                      </a:lnTo>
                      <a:lnTo>
                        <a:pt x="22" y="74"/>
                      </a:lnTo>
                      <a:lnTo>
                        <a:pt x="26" y="70"/>
                      </a:lnTo>
                      <a:lnTo>
                        <a:pt x="26" y="70"/>
                      </a:lnTo>
                      <a:lnTo>
                        <a:pt x="22" y="70"/>
                      </a:lnTo>
                      <a:lnTo>
                        <a:pt x="22" y="70"/>
                      </a:lnTo>
                      <a:lnTo>
                        <a:pt x="22" y="70"/>
                      </a:lnTo>
                      <a:lnTo>
                        <a:pt x="18" y="70"/>
                      </a:lnTo>
                      <a:lnTo>
                        <a:pt x="18" y="70"/>
                      </a:lnTo>
                      <a:lnTo>
                        <a:pt x="18" y="70"/>
                      </a:lnTo>
                      <a:lnTo>
                        <a:pt x="18" y="70"/>
                      </a:lnTo>
                      <a:lnTo>
                        <a:pt x="18" y="70"/>
                      </a:lnTo>
                      <a:lnTo>
                        <a:pt x="18" y="66"/>
                      </a:lnTo>
                      <a:lnTo>
                        <a:pt x="18" y="66"/>
                      </a:lnTo>
                      <a:lnTo>
                        <a:pt x="18" y="66"/>
                      </a:lnTo>
                      <a:lnTo>
                        <a:pt x="18" y="66"/>
                      </a:lnTo>
                      <a:lnTo>
                        <a:pt x="18" y="66"/>
                      </a:lnTo>
                      <a:lnTo>
                        <a:pt x="18" y="62"/>
                      </a:lnTo>
                      <a:lnTo>
                        <a:pt x="18" y="58"/>
                      </a:lnTo>
                      <a:lnTo>
                        <a:pt x="18" y="58"/>
                      </a:lnTo>
                      <a:lnTo>
                        <a:pt x="18" y="58"/>
                      </a:lnTo>
                      <a:lnTo>
                        <a:pt x="18" y="58"/>
                      </a:lnTo>
                      <a:lnTo>
                        <a:pt x="18" y="58"/>
                      </a:lnTo>
                      <a:lnTo>
                        <a:pt x="18" y="56"/>
                      </a:lnTo>
                      <a:lnTo>
                        <a:pt x="18" y="56"/>
                      </a:lnTo>
                      <a:lnTo>
                        <a:pt x="14" y="56"/>
                      </a:lnTo>
                      <a:lnTo>
                        <a:pt x="14" y="58"/>
                      </a:lnTo>
                      <a:lnTo>
                        <a:pt x="14" y="58"/>
                      </a:lnTo>
                      <a:lnTo>
                        <a:pt x="12" y="58"/>
                      </a:lnTo>
                      <a:lnTo>
                        <a:pt x="12" y="58"/>
                      </a:lnTo>
                      <a:lnTo>
                        <a:pt x="12" y="58"/>
                      </a:lnTo>
                      <a:lnTo>
                        <a:pt x="12" y="58"/>
                      </a:lnTo>
                      <a:lnTo>
                        <a:pt x="12" y="58"/>
                      </a:lnTo>
                      <a:lnTo>
                        <a:pt x="8" y="58"/>
                      </a:lnTo>
                      <a:lnTo>
                        <a:pt x="8" y="56"/>
                      </a:lnTo>
                      <a:lnTo>
                        <a:pt x="8" y="56"/>
                      </a:lnTo>
                      <a:lnTo>
                        <a:pt x="4" y="52"/>
                      </a:lnTo>
                      <a:lnTo>
                        <a:pt x="0" y="44"/>
                      </a:lnTo>
                      <a:lnTo>
                        <a:pt x="0" y="44"/>
                      </a:lnTo>
                      <a:lnTo>
                        <a:pt x="0" y="44"/>
                      </a:lnTo>
                      <a:lnTo>
                        <a:pt x="0" y="44"/>
                      </a:lnTo>
                      <a:lnTo>
                        <a:pt x="0" y="44"/>
                      </a:lnTo>
                      <a:lnTo>
                        <a:pt x="0" y="44"/>
                      </a:lnTo>
                      <a:lnTo>
                        <a:pt x="4" y="40"/>
                      </a:lnTo>
                      <a:lnTo>
                        <a:pt x="4" y="40"/>
                      </a:lnTo>
                      <a:lnTo>
                        <a:pt x="4" y="40"/>
                      </a:lnTo>
                      <a:lnTo>
                        <a:pt x="4" y="36"/>
                      </a:lnTo>
                      <a:lnTo>
                        <a:pt x="4" y="36"/>
                      </a:lnTo>
                      <a:lnTo>
                        <a:pt x="4" y="32"/>
                      </a:lnTo>
                      <a:lnTo>
                        <a:pt x="4" y="32"/>
                      </a:lnTo>
                      <a:lnTo>
                        <a:pt x="4" y="32"/>
                      </a:lnTo>
                      <a:lnTo>
                        <a:pt x="4" y="32"/>
                      </a:lnTo>
                      <a:lnTo>
                        <a:pt x="4" y="32"/>
                      </a:lnTo>
                      <a:lnTo>
                        <a:pt x="8" y="32"/>
                      </a:lnTo>
                      <a:lnTo>
                        <a:pt x="8" y="30"/>
                      </a:lnTo>
                      <a:lnTo>
                        <a:pt x="8" y="30"/>
                      </a:lnTo>
                      <a:lnTo>
                        <a:pt x="12" y="32"/>
                      </a:lnTo>
                      <a:lnTo>
                        <a:pt x="12" y="30"/>
                      </a:lnTo>
                      <a:lnTo>
                        <a:pt x="12" y="30"/>
                      </a:lnTo>
                      <a:lnTo>
                        <a:pt x="12" y="30"/>
                      </a:lnTo>
                      <a:lnTo>
                        <a:pt x="12" y="30"/>
                      </a:lnTo>
                      <a:lnTo>
                        <a:pt x="12" y="30"/>
                      </a:lnTo>
                      <a:lnTo>
                        <a:pt x="12" y="30"/>
                      </a:lnTo>
                      <a:lnTo>
                        <a:pt x="12" y="30"/>
                      </a:lnTo>
                      <a:lnTo>
                        <a:pt x="14" y="30"/>
                      </a:lnTo>
                      <a:lnTo>
                        <a:pt x="14" y="30"/>
                      </a:lnTo>
                      <a:lnTo>
                        <a:pt x="14" y="26"/>
                      </a:lnTo>
                      <a:lnTo>
                        <a:pt x="14" y="26"/>
                      </a:lnTo>
                      <a:lnTo>
                        <a:pt x="14" y="26"/>
                      </a:lnTo>
                      <a:lnTo>
                        <a:pt x="14" y="26"/>
                      </a:lnTo>
                      <a:lnTo>
                        <a:pt x="14" y="26"/>
                      </a:lnTo>
                      <a:lnTo>
                        <a:pt x="14" y="26"/>
                      </a:lnTo>
                      <a:lnTo>
                        <a:pt x="14" y="22"/>
                      </a:lnTo>
                      <a:lnTo>
                        <a:pt x="12" y="26"/>
                      </a:lnTo>
                      <a:lnTo>
                        <a:pt x="12" y="26"/>
                      </a:lnTo>
                      <a:lnTo>
                        <a:pt x="12" y="26"/>
                      </a:lnTo>
                      <a:lnTo>
                        <a:pt x="12" y="26"/>
                      </a:lnTo>
                      <a:lnTo>
                        <a:pt x="12" y="22"/>
                      </a:lnTo>
                      <a:lnTo>
                        <a:pt x="12" y="22"/>
                      </a:lnTo>
                      <a:lnTo>
                        <a:pt x="12" y="22"/>
                      </a:lnTo>
                      <a:lnTo>
                        <a:pt x="12" y="22"/>
                      </a:lnTo>
                      <a:lnTo>
                        <a:pt x="12" y="22"/>
                      </a:lnTo>
                      <a:lnTo>
                        <a:pt x="12" y="22"/>
                      </a:lnTo>
                      <a:lnTo>
                        <a:pt x="12" y="18"/>
                      </a:lnTo>
                      <a:lnTo>
                        <a:pt x="12" y="18"/>
                      </a:lnTo>
                      <a:lnTo>
                        <a:pt x="12" y="18"/>
                      </a:lnTo>
                      <a:lnTo>
                        <a:pt x="12" y="18"/>
                      </a:lnTo>
                      <a:lnTo>
                        <a:pt x="12" y="18"/>
                      </a:lnTo>
                      <a:lnTo>
                        <a:pt x="12" y="18"/>
                      </a:lnTo>
                      <a:lnTo>
                        <a:pt x="12" y="14"/>
                      </a:lnTo>
                      <a:lnTo>
                        <a:pt x="12" y="14"/>
                      </a:lnTo>
                      <a:lnTo>
                        <a:pt x="12" y="14"/>
                      </a:lnTo>
                      <a:lnTo>
                        <a:pt x="12" y="14"/>
                      </a:lnTo>
                      <a:lnTo>
                        <a:pt x="14" y="10"/>
                      </a:lnTo>
                      <a:lnTo>
                        <a:pt x="14" y="10"/>
                      </a:lnTo>
                      <a:lnTo>
                        <a:pt x="14" y="10"/>
                      </a:lnTo>
                      <a:lnTo>
                        <a:pt x="18" y="10"/>
                      </a:lnTo>
                      <a:lnTo>
                        <a:pt x="18" y="10"/>
                      </a:lnTo>
                      <a:lnTo>
                        <a:pt x="18" y="10"/>
                      </a:lnTo>
                      <a:lnTo>
                        <a:pt x="18" y="10"/>
                      </a:lnTo>
                      <a:lnTo>
                        <a:pt x="18" y="6"/>
                      </a:lnTo>
                      <a:lnTo>
                        <a:pt x="18" y="6"/>
                      </a:lnTo>
                      <a:lnTo>
                        <a:pt x="22" y="6"/>
                      </a:lnTo>
                      <a:lnTo>
                        <a:pt x="22" y="6"/>
                      </a:lnTo>
                      <a:lnTo>
                        <a:pt x="22" y="6"/>
                      </a:lnTo>
                      <a:lnTo>
                        <a:pt x="22" y="6"/>
                      </a:lnTo>
                      <a:lnTo>
                        <a:pt x="22" y="4"/>
                      </a:lnTo>
                      <a:lnTo>
                        <a:pt x="22" y="4"/>
                      </a:lnTo>
                      <a:lnTo>
                        <a:pt x="22" y="4"/>
                      </a:lnTo>
                      <a:lnTo>
                        <a:pt x="18" y="0"/>
                      </a:lnTo>
                      <a:lnTo>
                        <a:pt x="18" y="0"/>
                      </a:lnTo>
                      <a:lnTo>
                        <a:pt x="18" y="0"/>
                      </a:lnTo>
                      <a:lnTo>
                        <a:pt x="22" y="4"/>
                      </a:lnTo>
                      <a:lnTo>
                        <a:pt x="22" y="4"/>
                      </a:lnTo>
                      <a:lnTo>
                        <a:pt x="22" y="4"/>
                      </a:lnTo>
                      <a:lnTo>
                        <a:pt x="22" y="4"/>
                      </a:lnTo>
                      <a:lnTo>
                        <a:pt x="22" y="4"/>
                      </a:lnTo>
                      <a:lnTo>
                        <a:pt x="22" y="4"/>
                      </a:lnTo>
                      <a:lnTo>
                        <a:pt x="22" y="4"/>
                      </a:lnTo>
                      <a:lnTo>
                        <a:pt x="22" y="4"/>
                      </a:lnTo>
                      <a:lnTo>
                        <a:pt x="22" y="4"/>
                      </a:lnTo>
                      <a:lnTo>
                        <a:pt x="22" y="4"/>
                      </a:lnTo>
                      <a:lnTo>
                        <a:pt x="26" y="4"/>
                      </a:lnTo>
                      <a:lnTo>
                        <a:pt x="26" y="4"/>
                      </a:lnTo>
                      <a:lnTo>
                        <a:pt x="30" y="6"/>
                      </a:lnTo>
                      <a:lnTo>
                        <a:pt x="34" y="10"/>
                      </a:lnTo>
                      <a:lnTo>
                        <a:pt x="34" y="10"/>
                      </a:lnTo>
                      <a:lnTo>
                        <a:pt x="34" y="10"/>
                      </a:lnTo>
                      <a:lnTo>
                        <a:pt x="34" y="10"/>
                      </a:lnTo>
                      <a:lnTo>
                        <a:pt x="34" y="10"/>
                      </a:lnTo>
                      <a:lnTo>
                        <a:pt x="34" y="10"/>
                      </a:lnTo>
                      <a:lnTo>
                        <a:pt x="38" y="14"/>
                      </a:lnTo>
                      <a:lnTo>
                        <a:pt x="38" y="14"/>
                      </a:lnTo>
                      <a:lnTo>
                        <a:pt x="38" y="14"/>
                      </a:lnTo>
                      <a:lnTo>
                        <a:pt x="38" y="18"/>
                      </a:lnTo>
                      <a:lnTo>
                        <a:pt x="38" y="18"/>
                      </a:lnTo>
                      <a:lnTo>
                        <a:pt x="40" y="22"/>
                      </a:lnTo>
                      <a:lnTo>
                        <a:pt x="40" y="22"/>
                      </a:lnTo>
                      <a:lnTo>
                        <a:pt x="40" y="26"/>
                      </a:lnTo>
                      <a:lnTo>
                        <a:pt x="40" y="26"/>
                      </a:lnTo>
                      <a:lnTo>
                        <a:pt x="40" y="26"/>
                      </a:lnTo>
                      <a:lnTo>
                        <a:pt x="40" y="26"/>
                      </a:lnTo>
                      <a:lnTo>
                        <a:pt x="40" y="26"/>
                      </a:lnTo>
                      <a:lnTo>
                        <a:pt x="40" y="30"/>
                      </a:lnTo>
                      <a:lnTo>
                        <a:pt x="40" y="30"/>
                      </a:lnTo>
                      <a:lnTo>
                        <a:pt x="40" y="30"/>
                      </a:lnTo>
                      <a:lnTo>
                        <a:pt x="40" y="30"/>
                      </a:lnTo>
                      <a:lnTo>
                        <a:pt x="40" y="30"/>
                      </a:lnTo>
                      <a:lnTo>
                        <a:pt x="40" y="32"/>
                      </a:lnTo>
                      <a:lnTo>
                        <a:pt x="40" y="36"/>
                      </a:lnTo>
                      <a:lnTo>
                        <a:pt x="38" y="36"/>
                      </a:lnTo>
                      <a:lnTo>
                        <a:pt x="40" y="36"/>
                      </a:lnTo>
                      <a:lnTo>
                        <a:pt x="40" y="36"/>
                      </a:lnTo>
                      <a:lnTo>
                        <a:pt x="40" y="36"/>
                      </a:lnTo>
                      <a:lnTo>
                        <a:pt x="40" y="36"/>
                      </a:lnTo>
                      <a:lnTo>
                        <a:pt x="40" y="36"/>
                      </a:lnTo>
                      <a:lnTo>
                        <a:pt x="40" y="32"/>
                      </a:lnTo>
                      <a:lnTo>
                        <a:pt x="40" y="32"/>
                      </a:lnTo>
                      <a:lnTo>
                        <a:pt x="40" y="32"/>
                      </a:lnTo>
                      <a:lnTo>
                        <a:pt x="40" y="30"/>
                      </a:lnTo>
                      <a:lnTo>
                        <a:pt x="40" y="30"/>
                      </a:lnTo>
                      <a:lnTo>
                        <a:pt x="40" y="30"/>
                      </a:lnTo>
                      <a:lnTo>
                        <a:pt x="40" y="30"/>
                      </a:lnTo>
                      <a:lnTo>
                        <a:pt x="44" y="30"/>
                      </a:lnTo>
                      <a:lnTo>
                        <a:pt x="44" y="30"/>
                      </a:lnTo>
                      <a:lnTo>
                        <a:pt x="44" y="30"/>
                      </a:lnTo>
                      <a:lnTo>
                        <a:pt x="44" y="30"/>
                      </a:lnTo>
                      <a:lnTo>
                        <a:pt x="44" y="30"/>
                      </a:lnTo>
                      <a:lnTo>
                        <a:pt x="44" y="30"/>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243" name="Freeform 185">
                  <a:extLst>
                    <a:ext uri="{FF2B5EF4-FFF2-40B4-BE49-F238E27FC236}">
                      <a16:creationId xmlns:a16="http://schemas.microsoft.com/office/drawing/2014/main" id="{F1436C3B-E999-625B-79E5-9585B3D5063E}"/>
                    </a:ext>
                  </a:extLst>
                </p:cNvPr>
                <p:cNvSpPr>
                  <a:spLocks/>
                </p:cNvSpPr>
                <p:nvPr/>
              </p:nvSpPr>
              <p:spPr bwMode="gray">
                <a:xfrm>
                  <a:off x="3255479" y="5100618"/>
                  <a:ext cx="208712" cy="253932"/>
                </a:xfrm>
                <a:custGeom>
                  <a:avLst/>
                  <a:gdLst>
                    <a:gd name="T0" fmla="*/ 68 w 120"/>
                    <a:gd name="T1" fmla="*/ 102 h 146"/>
                    <a:gd name="T2" fmla="*/ 64 w 120"/>
                    <a:gd name="T3" fmla="*/ 102 h 146"/>
                    <a:gd name="T4" fmla="*/ 56 w 120"/>
                    <a:gd name="T5" fmla="*/ 98 h 146"/>
                    <a:gd name="T6" fmla="*/ 50 w 120"/>
                    <a:gd name="T7" fmla="*/ 90 h 146"/>
                    <a:gd name="T8" fmla="*/ 38 w 120"/>
                    <a:gd name="T9" fmla="*/ 82 h 146"/>
                    <a:gd name="T10" fmla="*/ 34 w 120"/>
                    <a:gd name="T11" fmla="*/ 82 h 146"/>
                    <a:gd name="T12" fmla="*/ 26 w 120"/>
                    <a:gd name="T13" fmla="*/ 78 h 146"/>
                    <a:gd name="T14" fmla="*/ 20 w 120"/>
                    <a:gd name="T15" fmla="*/ 72 h 146"/>
                    <a:gd name="T16" fmla="*/ 16 w 120"/>
                    <a:gd name="T17" fmla="*/ 68 h 146"/>
                    <a:gd name="T18" fmla="*/ 12 w 120"/>
                    <a:gd name="T19" fmla="*/ 64 h 146"/>
                    <a:gd name="T20" fmla="*/ 8 w 120"/>
                    <a:gd name="T21" fmla="*/ 56 h 146"/>
                    <a:gd name="T22" fmla="*/ 0 w 120"/>
                    <a:gd name="T23" fmla="*/ 52 h 146"/>
                    <a:gd name="T24" fmla="*/ 4 w 120"/>
                    <a:gd name="T25" fmla="*/ 38 h 146"/>
                    <a:gd name="T26" fmla="*/ 8 w 120"/>
                    <a:gd name="T27" fmla="*/ 18 h 146"/>
                    <a:gd name="T28" fmla="*/ 20 w 120"/>
                    <a:gd name="T29" fmla="*/ 4 h 146"/>
                    <a:gd name="T30" fmla="*/ 38 w 120"/>
                    <a:gd name="T31" fmla="*/ 0 h 146"/>
                    <a:gd name="T32" fmla="*/ 64 w 120"/>
                    <a:gd name="T33" fmla="*/ 8 h 146"/>
                    <a:gd name="T34" fmla="*/ 64 w 120"/>
                    <a:gd name="T35" fmla="*/ 16 h 146"/>
                    <a:gd name="T36" fmla="*/ 68 w 120"/>
                    <a:gd name="T37" fmla="*/ 22 h 146"/>
                    <a:gd name="T38" fmla="*/ 68 w 120"/>
                    <a:gd name="T39" fmla="*/ 38 h 146"/>
                    <a:gd name="T40" fmla="*/ 68 w 120"/>
                    <a:gd name="T41" fmla="*/ 48 h 146"/>
                    <a:gd name="T42" fmla="*/ 72 w 120"/>
                    <a:gd name="T43" fmla="*/ 48 h 146"/>
                    <a:gd name="T44" fmla="*/ 80 w 120"/>
                    <a:gd name="T45" fmla="*/ 52 h 146"/>
                    <a:gd name="T46" fmla="*/ 86 w 120"/>
                    <a:gd name="T47" fmla="*/ 52 h 146"/>
                    <a:gd name="T48" fmla="*/ 90 w 120"/>
                    <a:gd name="T49" fmla="*/ 48 h 146"/>
                    <a:gd name="T50" fmla="*/ 94 w 120"/>
                    <a:gd name="T51" fmla="*/ 52 h 146"/>
                    <a:gd name="T52" fmla="*/ 98 w 120"/>
                    <a:gd name="T53" fmla="*/ 56 h 146"/>
                    <a:gd name="T54" fmla="*/ 102 w 120"/>
                    <a:gd name="T55" fmla="*/ 56 h 146"/>
                    <a:gd name="T56" fmla="*/ 102 w 120"/>
                    <a:gd name="T57" fmla="*/ 68 h 146"/>
                    <a:gd name="T58" fmla="*/ 102 w 120"/>
                    <a:gd name="T59" fmla="*/ 76 h 146"/>
                    <a:gd name="T60" fmla="*/ 106 w 120"/>
                    <a:gd name="T61" fmla="*/ 82 h 146"/>
                    <a:gd name="T62" fmla="*/ 110 w 120"/>
                    <a:gd name="T63" fmla="*/ 82 h 146"/>
                    <a:gd name="T64" fmla="*/ 120 w 120"/>
                    <a:gd name="T65" fmla="*/ 82 h 146"/>
                    <a:gd name="T66" fmla="*/ 120 w 120"/>
                    <a:gd name="T67" fmla="*/ 86 h 146"/>
                    <a:gd name="T68" fmla="*/ 120 w 120"/>
                    <a:gd name="T69" fmla="*/ 90 h 146"/>
                    <a:gd name="T70" fmla="*/ 120 w 120"/>
                    <a:gd name="T71" fmla="*/ 94 h 146"/>
                    <a:gd name="T72" fmla="*/ 116 w 120"/>
                    <a:gd name="T73" fmla="*/ 104 h 146"/>
                    <a:gd name="T74" fmla="*/ 116 w 120"/>
                    <a:gd name="T75" fmla="*/ 108 h 146"/>
                    <a:gd name="T76" fmla="*/ 116 w 120"/>
                    <a:gd name="T77" fmla="*/ 124 h 146"/>
                    <a:gd name="T78" fmla="*/ 114 w 120"/>
                    <a:gd name="T79" fmla="*/ 130 h 146"/>
                    <a:gd name="T80" fmla="*/ 110 w 120"/>
                    <a:gd name="T81" fmla="*/ 134 h 146"/>
                    <a:gd name="T82" fmla="*/ 102 w 120"/>
                    <a:gd name="T83" fmla="*/ 138 h 146"/>
                    <a:gd name="T84" fmla="*/ 102 w 120"/>
                    <a:gd name="T85" fmla="*/ 146 h 146"/>
                    <a:gd name="T86" fmla="*/ 98 w 120"/>
                    <a:gd name="T87" fmla="*/ 142 h 146"/>
                    <a:gd name="T88" fmla="*/ 90 w 120"/>
                    <a:gd name="T89" fmla="*/ 146 h 146"/>
                    <a:gd name="T90" fmla="*/ 90 w 120"/>
                    <a:gd name="T91" fmla="*/ 146 h 146"/>
                    <a:gd name="T92" fmla="*/ 86 w 120"/>
                    <a:gd name="T93" fmla="*/ 146 h 146"/>
                    <a:gd name="T94" fmla="*/ 84 w 120"/>
                    <a:gd name="T95" fmla="*/ 146 h 146"/>
                    <a:gd name="T96" fmla="*/ 80 w 120"/>
                    <a:gd name="T97" fmla="*/ 146 h 146"/>
                    <a:gd name="T98" fmla="*/ 76 w 120"/>
                    <a:gd name="T99" fmla="*/ 146 h 146"/>
                    <a:gd name="T100" fmla="*/ 72 w 120"/>
                    <a:gd name="T101" fmla="*/ 142 h 146"/>
                    <a:gd name="T102" fmla="*/ 60 w 120"/>
                    <a:gd name="T103" fmla="*/ 142 h 146"/>
                    <a:gd name="T104" fmla="*/ 56 w 120"/>
                    <a:gd name="T105" fmla="*/ 138 h 146"/>
                    <a:gd name="T106" fmla="*/ 64 w 120"/>
                    <a:gd name="T107" fmla="*/ 134 h 146"/>
                    <a:gd name="T108" fmla="*/ 64 w 120"/>
                    <a:gd name="T109" fmla="*/ 124 h 146"/>
                    <a:gd name="T110" fmla="*/ 68 w 120"/>
                    <a:gd name="T111" fmla="*/ 116 h 146"/>
                    <a:gd name="T112" fmla="*/ 76 w 120"/>
                    <a:gd name="T113" fmla="*/ 108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20" h="146">
                      <a:moveTo>
                        <a:pt x="72" y="104"/>
                      </a:moveTo>
                      <a:lnTo>
                        <a:pt x="72" y="104"/>
                      </a:lnTo>
                      <a:lnTo>
                        <a:pt x="72" y="104"/>
                      </a:lnTo>
                      <a:lnTo>
                        <a:pt x="72" y="104"/>
                      </a:lnTo>
                      <a:lnTo>
                        <a:pt x="72" y="104"/>
                      </a:lnTo>
                      <a:lnTo>
                        <a:pt x="68" y="102"/>
                      </a:lnTo>
                      <a:lnTo>
                        <a:pt x="68" y="102"/>
                      </a:lnTo>
                      <a:lnTo>
                        <a:pt x="68" y="102"/>
                      </a:lnTo>
                      <a:lnTo>
                        <a:pt x="68" y="102"/>
                      </a:lnTo>
                      <a:lnTo>
                        <a:pt x="68" y="102"/>
                      </a:lnTo>
                      <a:lnTo>
                        <a:pt x="64" y="102"/>
                      </a:lnTo>
                      <a:lnTo>
                        <a:pt x="64" y="102"/>
                      </a:lnTo>
                      <a:lnTo>
                        <a:pt x="64" y="102"/>
                      </a:lnTo>
                      <a:lnTo>
                        <a:pt x="64" y="102"/>
                      </a:lnTo>
                      <a:lnTo>
                        <a:pt x="60" y="98"/>
                      </a:lnTo>
                      <a:lnTo>
                        <a:pt x="60" y="98"/>
                      </a:lnTo>
                      <a:lnTo>
                        <a:pt x="60" y="98"/>
                      </a:lnTo>
                      <a:lnTo>
                        <a:pt x="60" y="98"/>
                      </a:lnTo>
                      <a:lnTo>
                        <a:pt x="56" y="98"/>
                      </a:lnTo>
                      <a:lnTo>
                        <a:pt x="56" y="98"/>
                      </a:lnTo>
                      <a:lnTo>
                        <a:pt x="56" y="98"/>
                      </a:lnTo>
                      <a:lnTo>
                        <a:pt x="54" y="94"/>
                      </a:lnTo>
                      <a:lnTo>
                        <a:pt x="54" y="94"/>
                      </a:lnTo>
                      <a:lnTo>
                        <a:pt x="54" y="94"/>
                      </a:lnTo>
                      <a:lnTo>
                        <a:pt x="54" y="94"/>
                      </a:lnTo>
                      <a:lnTo>
                        <a:pt x="54" y="94"/>
                      </a:lnTo>
                      <a:lnTo>
                        <a:pt x="50" y="94"/>
                      </a:lnTo>
                      <a:lnTo>
                        <a:pt x="50" y="90"/>
                      </a:lnTo>
                      <a:lnTo>
                        <a:pt x="50" y="90"/>
                      </a:lnTo>
                      <a:lnTo>
                        <a:pt x="50" y="90"/>
                      </a:lnTo>
                      <a:lnTo>
                        <a:pt x="46" y="90"/>
                      </a:lnTo>
                      <a:lnTo>
                        <a:pt x="46" y="90"/>
                      </a:lnTo>
                      <a:lnTo>
                        <a:pt x="46" y="86"/>
                      </a:lnTo>
                      <a:lnTo>
                        <a:pt x="38" y="82"/>
                      </a:lnTo>
                      <a:lnTo>
                        <a:pt x="38" y="82"/>
                      </a:lnTo>
                      <a:lnTo>
                        <a:pt x="38" y="82"/>
                      </a:lnTo>
                      <a:lnTo>
                        <a:pt x="38" y="82"/>
                      </a:lnTo>
                      <a:lnTo>
                        <a:pt x="38" y="82"/>
                      </a:lnTo>
                      <a:lnTo>
                        <a:pt x="38" y="82"/>
                      </a:lnTo>
                      <a:lnTo>
                        <a:pt x="38" y="82"/>
                      </a:lnTo>
                      <a:lnTo>
                        <a:pt x="34" y="82"/>
                      </a:lnTo>
                      <a:lnTo>
                        <a:pt x="34" y="82"/>
                      </a:lnTo>
                      <a:lnTo>
                        <a:pt x="30" y="82"/>
                      </a:lnTo>
                      <a:lnTo>
                        <a:pt x="30" y="82"/>
                      </a:lnTo>
                      <a:lnTo>
                        <a:pt x="30" y="82"/>
                      </a:lnTo>
                      <a:lnTo>
                        <a:pt x="30" y="78"/>
                      </a:lnTo>
                      <a:lnTo>
                        <a:pt x="26" y="78"/>
                      </a:lnTo>
                      <a:lnTo>
                        <a:pt x="26" y="78"/>
                      </a:lnTo>
                      <a:lnTo>
                        <a:pt x="26" y="78"/>
                      </a:lnTo>
                      <a:lnTo>
                        <a:pt x="24" y="78"/>
                      </a:lnTo>
                      <a:lnTo>
                        <a:pt x="24" y="78"/>
                      </a:lnTo>
                      <a:lnTo>
                        <a:pt x="24" y="78"/>
                      </a:lnTo>
                      <a:lnTo>
                        <a:pt x="24" y="76"/>
                      </a:lnTo>
                      <a:lnTo>
                        <a:pt x="24" y="76"/>
                      </a:lnTo>
                      <a:lnTo>
                        <a:pt x="20" y="76"/>
                      </a:lnTo>
                      <a:lnTo>
                        <a:pt x="20" y="72"/>
                      </a:lnTo>
                      <a:lnTo>
                        <a:pt x="20" y="72"/>
                      </a:lnTo>
                      <a:lnTo>
                        <a:pt x="16" y="72"/>
                      </a:lnTo>
                      <a:lnTo>
                        <a:pt x="16" y="72"/>
                      </a:lnTo>
                      <a:lnTo>
                        <a:pt x="16" y="72"/>
                      </a:lnTo>
                      <a:lnTo>
                        <a:pt x="16" y="68"/>
                      </a:lnTo>
                      <a:lnTo>
                        <a:pt x="16" y="68"/>
                      </a:lnTo>
                      <a:lnTo>
                        <a:pt x="16" y="68"/>
                      </a:lnTo>
                      <a:lnTo>
                        <a:pt x="12" y="68"/>
                      </a:lnTo>
                      <a:lnTo>
                        <a:pt x="12" y="68"/>
                      </a:lnTo>
                      <a:lnTo>
                        <a:pt x="12" y="68"/>
                      </a:lnTo>
                      <a:lnTo>
                        <a:pt x="12" y="64"/>
                      </a:lnTo>
                      <a:lnTo>
                        <a:pt x="12" y="64"/>
                      </a:lnTo>
                      <a:lnTo>
                        <a:pt x="12" y="64"/>
                      </a:lnTo>
                      <a:lnTo>
                        <a:pt x="12" y="64"/>
                      </a:lnTo>
                      <a:lnTo>
                        <a:pt x="12" y="64"/>
                      </a:lnTo>
                      <a:lnTo>
                        <a:pt x="8" y="60"/>
                      </a:lnTo>
                      <a:lnTo>
                        <a:pt x="8" y="60"/>
                      </a:lnTo>
                      <a:lnTo>
                        <a:pt x="8" y="56"/>
                      </a:lnTo>
                      <a:lnTo>
                        <a:pt x="8" y="56"/>
                      </a:lnTo>
                      <a:lnTo>
                        <a:pt x="8" y="56"/>
                      </a:lnTo>
                      <a:lnTo>
                        <a:pt x="8" y="56"/>
                      </a:lnTo>
                      <a:lnTo>
                        <a:pt x="8" y="56"/>
                      </a:lnTo>
                      <a:lnTo>
                        <a:pt x="4" y="56"/>
                      </a:lnTo>
                      <a:lnTo>
                        <a:pt x="4" y="56"/>
                      </a:lnTo>
                      <a:lnTo>
                        <a:pt x="4" y="56"/>
                      </a:lnTo>
                      <a:lnTo>
                        <a:pt x="4" y="52"/>
                      </a:lnTo>
                      <a:lnTo>
                        <a:pt x="0" y="52"/>
                      </a:lnTo>
                      <a:lnTo>
                        <a:pt x="0" y="52"/>
                      </a:lnTo>
                      <a:lnTo>
                        <a:pt x="0" y="52"/>
                      </a:lnTo>
                      <a:lnTo>
                        <a:pt x="0" y="48"/>
                      </a:lnTo>
                      <a:lnTo>
                        <a:pt x="4" y="46"/>
                      </a:lnTo>
                      <a:lnTo>
                        <a:pt x="4" y="42"/>
                      </a:lnTo>
                      <a:lnTo>
                        <a:pt x="4" y="42"/>
                      </a:lnTo>
                      <a:lnTo>
                        <a:pt x="4" y="42"/>
                      </a:lnTo>
                      <a:lnTo>
                        <a:pt x="4" y="38"/>
                      </a:lnTo>
                      <a:lnTo>
                        <a:pt x="8" y="30"/>
                      </a:lnTo>
                      <a:lnTo>
                        <a:pt x="8" y="30"/>
                      </a:lnTo>
                      <a:lnTo>
                        <a:pt x="8" y="26"/>
                      </a:lnTo>
                      <a:lnTo>
                        <a:pt x="8" y="26"/>
                      </a:lnTo>
                      <a:lnTo>
                        <a:pt x="8" y="22"/>
                      </a:lnTo>
                      <a:lnTo>
                        <a:pt x="8" y="22"/>
                      </a:lnTo>
                      <a:lnTo>
                        <a:pt x="8" y="18"/>
                      </a:lnTo>
                      <a:lnTo>
                        <a:pt x="8" y="18"/>
                      </a:lnTo>
                      <a:lnTo>
                        <a:pt x="12" y="12"/>
                      </a:lnTo>
                      <a:lnTo>
                        <a:pt x="12" y="12"/>
                      </a:lnTo>
                      <a:lnTo>
                        <a:pt x="16" y="8"/>
                      </a:lnTo>
                      <a:lnTo>
                        <a:pt x="16" y="4"/>
                      </a:lnTo>
                      <a:lnTo>
                        <a:pt x="16" y="4"/>
                      </a:lnTo>
                      <a:lnTo>
                        <a:pt x="20" y="4"/>
                      </a:lnTo>
                      <a:lnTo>
                        <a:pt x="26" y="4"/>
                      </a:lnTo>
                      <a:lnTo>
                        <a:pt x="30" y="4"/>
                      </a:lnTo>
                      <a:lnTo>
                        <a:pt x="30" y="0"/>
                      </a:lnTo>
                      <a:lnTo>
                        <a:pt x="34" y="0"/>
                      </a:lnTo>
                      <a:lnTo>
                        <a:pt x="38" y="0"/>
                      </a:lnTo>
                      <a:lnTo>
                        <a:pt x="38" y="0"/>
                      </a:lnTo>
                      <a:lnTo>
                        <a:pt x="38" y="0"/>
                      </a:lnTo>
                      <a:lnTo>
                        <a:pt x="46" y="0"/>
                      </a:lnTo>
                      <a:lnTo>
                        <a:pt x="46" y="0"/>
                      </a:lnTo>
                      <a:lnTo>
                        <a:pt x="54" y="0"/>
                      </a:lnTo>
                      <a:lnTo>
                        <a:pt x="54" y="0"/>
                      </a:lnTo>
                      <a:lnTo>
                        <a:pt x="56" y="4"/>
                      </a:lnTo>
                      <a:lnTo>
                        <a:pt x="60" y="4"/>
                      </a:lnTo>
                      <a:lnTo>
                        <a:pt x="64" y="8"/>
                      </a:lnTo>
                      <a:lnTo>
                        <a:pt x="64" y="8"/>
                      </a:lnTo>
                      <a:lnTo>
                        <a:pt x="64" y="8"/>
                      </a:lnTo>
                      <a:lnTo>
                        <a:pt x="64" y="12"/>
                      </a:lnTo>
                      <a:lnTo>
                        <a:pt x="64" y="12"/>
                      </a:lnTo>
                      <a:lnTo>
                        <a:pt x="64" y="16"/>
                      </a:lnTo>
                      <a:lnTo>
                        <a:pt x="64" y="16"/>
                      </a:lnTo>
                      <a:lnTo>
                        <a:pt x="64" y="16"/>
                      </a:lnTo>
                      <a:lnTo>
                        <a:pt x="64" y="16"/>
                      </a:lnTo>
                      <a:lnTo>
                        <a:pt x="68" y="18"/>
                      </a:lnTo>
                      <a:lnTo>
                        <a:pt x="68" y="18"/>
                      </a:lnTo>
                      <a:lnTo>
                        <a:pt x="68" y="18"/>
                      </a:lnTo>
                      <a:lnTo>
                        <a:pt x="68" y="22"/>
                      </a:lnTo>
                      <a:lnTo>
                        <a:pt x="68" y="22"/>
                      </a:lnTo>
                      <a:lnTo>
                        <a:pt x="68" y="22"/>
                      </a:lnTo>
                      <a:lnTo>
                        <a:pt x="68" y="22"/>
                      </a:lnTo>
                      <a:lnTo>
                        <a:pt x="68" y="26"/>
                      </a:lnTo>
                      <a:lnTo>
                        <a:pt x="68" y="26"/>
                      </a:lnTo>
                      <a:lnTo>
                        <a:pt x="72" y="30"/>
                      </a:lnTo>
                      <a:lnTo>
                        <a:pt x="68" y="34"/>
                      </a:lnTo>
                      <a:lnTo>
                        <a:pt x="68" y="38"/>
                      </a:lnTo>
                      <a:lnTo>
                        <a:pt x="68" y="38"/>
                      </a:lnTo>
                      <a:lnTo>
                        <a:pt x="68" y="38"/>
                      </a:lnTo>
                      <a:lnTo>
                        <a:pt x="68" y="38"/>
                      </a:lnTo>
                      <a:lnTo>
                        <a:pt x="68" y="42"/>
                      </a:lnTo>
                      <a:lnTo>
                        <a:pt x="68" y="42"/>
                      </a:lnTo>
                      <a:lnTo>
                        <a:pt x="68" y="42"/>
                      </a:lnTo>
                      <a:lnTo>
                        <a:pt x="68" y="46"/>
                      </a:lnTo>
                      <a:lnTo>
                        <a:pt x="68" y="48"/>
                      </a:lnTo>
                      <a:lnTo>
                        <a:pt x="68" y="48"/>
                      </a:lnTo>
                      <a:lnTo>
                        <a:pt x="68" y="48"/>
                      </a:lnTo>
                      <a:lnTo>
                        <a:pt x="68" y="48"/>
                      </a:lnTo>
                      <a:lnTo>
                        <a:pt x="68" y="48"/>
                      </a:lnTo>
                      <a:lnTo>
                        <a:pt x="72" y="48"/>
                      </a:lnTo>
                      <a:lnTo>
                        <a:pt x="72" y="48"/>
                      </a:lnTo>
                      <a:lnTo>
                        <a:pt x="72" y="48"/>
                      </a:lnTo>
                      <a:lnTo>
                        <a:pt x="72" y="48"/>
                      </a:lnTo>
                      <a:lnTo>
                        <a:pt x="72" y="48"/>
                      </a:lnTo>
                      <a:lnTo>
                        <a:pt x="76" y="52"/>
                      </a:lnTo>
                      <a:lnTo>
                        <a:pt x="76" y="52"/>
                      </a:lnTo>
                      <a:lnTo>
                        <a:pt x="80" y="52"/>
                      </a:lnTo>
                      <a:lnTo>
                        <a:pt x="80" y="52"/>
                      </a:lnTo>
                      <a:lnTo>
                        <a:pt x="80" y="52"/>
                      </a:lnTo>
                      <a:lnTo>
                        <a:pt x="84" y="52"/>
                      </a:lnTo>
                      <a:lnTo>
                        <a:pt x="84" y="52"/>
                      </a:lnTo>
                      <a:lnTo>
                        <a:pt x="84" y="52"/>
                      </a:lnTo>
                      <a:lnTo>
                        <a:pt x="86" y="52"/>
                      </a:lnTo>
                      <a:lnTo>
                        <a:pt x="86" y="52"/>
                      </a:lnTo>
                      <a:lnTo>
                        <a:pt x="86" y="52"/>
                      </a:lnTo>
                      <a:lnTo>
                        <a:pt x="86" y="52"/>
                      </a:lnTo>
                      <a:lnTo>
                        <a:pt x="86" y="52"/>
                      </a:lnTo>
                      <a:lnTo>
                        <a:pt x="86" y="48"/>
                      </a:lnTo>
                      <a:lnTo>
                        <a:pt x="86" y="48"/>
                      </a:lnTo>
                      <a:lnTo>
                        <a:pt x="86" y="48"/>
                      </a:lnTo>
                      <a:lnTo>
                        <a:pt x="86" y="48"/>
                      </a:lnTo>
                      <a:lnTo>
                        <a:pt x="90" y="48"/>
                      </a:lnTo>
                      <a:lnTo>
                        <a:pt x="90" y="48"/>
                      </a:lnTo>
                      <a:lnTo>
                        <a:pt x="90" y="48"/>
                      </a:lnTo>
                      <a:lnTo>
                        <a:pt x="90" y="48"/>
                      </a:lnTo>
                      <a:lnTo>
                        <a:pt x="90" y="48"/>
                      </a:lnTo>
                      <a:lnTo>
                        <a:pt x="90" y="48"/>
                      </a:lnTo>
                      <a:lnTo>
                        <a:pt x="90" y="52"/>
                      </a:lnTo>
                      <a:lnTo>
                        <a:pt x="94" y="52"/>
                      </a:lnTo>
                      <a:lnTo>
                        <a:pt x="94" y="52"/>
                      </a:lnTo>
                      <a:lnTo>
                        <a:pt x="94" y="52"/>
                      </a:lnTo>
                      <a:lnTo>
                        <a:pt x="94" y="52"/>
                      </a:lnTo>
                      <a:lnTo>
                        <a:pt x="98" y="52"/>
                      </a:lnTo>
                      <a:lnTo>
                        <a:pt x="98" y="52"/>
                      </a:lnTo>
                      <a:lnTo>
                        <a:pt x="98" y="52"/>
                      </a:lnTo>
                      <a:lnTo>
                        <a:pt x="98" y="56"/>
                      </a:lnTo>
                      <a:lnTo>
                        <a:pt x="98" y="56"/>
                      </a:lnTo>
                      <a:lnTo>
                        <a:pt x="98" y="56"/>
                      </a:lnTo>
                      <a:lnTo>
                        <a:pt x="98" y="56"/>
                      </a:lnTo>
                      <a:lnTo>
                        <a:pt x="102" y="56"/>
                      </a:lnTo>
                      <a:lnTo>
                        <a:pt x="102" y="56"/>
                      </a:lnTo>
                      <a:lnTo>
                        <a:pt x="102" y="56"/>
                      </a:lnTo>
                      <a:lnTo>
                        <a:pt x="102" y="56"/>
                      </a:lnTo>
                      <a:lnTo>
                        <a:pt x="102" y="56"/>
                      </a:lnTo>
                      <a:lnTo>
                        <a:pt x="102" y="60"/>
                      </a:lnTo>
                      <a:lnTo>
                        <a:pt x="102" y="60"/>
                      </a:lnTo>
                      <a:lnTo>
                        <a:pt x="102" y="60"/>
                      </a:lnTo>
                      <a:lnTo>
                        <a:pt x="102" y="60"/>
                      </a:lnTo>
                      <a:lnTo>
                        <a:pt x="102" y="64"/>
                      </a:lnTo>
                      <a:lnTo>
                        <a:pt x="102" y="64"/>
                      </a:lnTo>
                      <a:lnTo>
                        <a:pt x="102" y="68"/>
                      </a:lnTo>
                      <a:lnTo>
                        <a:pt x="102" y="68"/>
                      </a:lnTo>
                      <a:lnTo>
                        <a:pt x="102" y="72"/>
                      </a:lnTo>
                      <a:lnTo>
                        <a:pt x="102" y="72"/>
                      </a:lnTo>
                      <a:lnTo>
                        <a:pt x="102" y="72"/>
                      </a:lnTo>
                      <a:lnTo>
                        <a:pt x="102" y="72"/>
                      </a:lnTo>
                      <a:lnTo>
                        <a:pt x="102" y="76"/>
                      </a:lnTo>
                      <a:lnTo>
                        <a:pt x="102" y="76"/>
                      </a:lnTo>
                      <a:lnTo>
                        <a:pt x="102" y="76"/>
                      </a:lnTo>
                      <a:lnTo>
                        <a:pt x="106" y="76"/>
                      </a:lnTo>
                      <a:lnTo>
                        <a:pt x="106" y="78"/>
                      </a:lnTo>
                      <a:lnTo>
                        <a:pt x="106" y="78"/>
                      </a:lnTo>
                      <a:lnTo>
                        <a:pt x="106" y="78"/>
                      </a:lnTo>
                      <a:lnTo>
                        <a:pt x="106" y="78"/>
                      </a:lnTo>
                      <a:lnTo>
                        <a:pt x="106" y="82"/>
                      </a:lnTo>
                      <a:lnTo>
                        <a:pt x="106" y="82"/>
                      </a:lnTo>
                      <a:lnTo>
                        <a:pt x="106" y="82"/>
                      </a:lnTo>
                      <a:lnTo>
                        <a:pt x="106" y="82"/>
                      </a:lnTo>
                      <a:lnTo>
                        <a:pt x="106" y="82"/>
                      </a:lnTo>
                      <a:lnTo>
                        <a:pt x="110" y="82"/>
                      </a:lnTo>
                      <a:lnTo>
                        <a:pt x="110" y="82"/>
                      </a:lnTo>
                      <a:lnTo>
                        <a:pt x="110" y="82"/>
                      </a:lnTo>
                      <a:lnTo>
                        <a:pt x="110" y="82"/>
                      </a:lnTo>
                      <a:lnTo>
                        <a:pt x="114" y="82"/>
                      </a:lnTo>
                      <a:lnTo>
                        <a:pt x="114" y="82"/>
                      </a:lnTo>
                      <a:lnTo>
                        <a:pt x="114" y="82"/>
                      </a:lnTo>
                      <a:lnTo>
                        <a:pt x="116" y="78"/>
                      </a:lnTo>
                      <a:lnTo>
                        <a:pt x="116" y="78"/>
                      </a:lnTo>
                      <a:lnTo>
                        <a:pt x="120" y="82"/>
                      </a:lnTo>
                      <a:lnTo>
                        <a:pt x="120" y="82"/>
                      </a:lnTo>
                      <a:lnTo>
                        <a:pt x="120" y="82"/>
                      </a:lnTo>
                      <a:lnTo>
                        <a:pt x="120" y="82"/>
                      </a:lnTo>
                      <a:lnTo>
                        <a:pt x="120" y="82"/>
                      </a:lnTo>
                      <a:lnTo>
                        <a:pt x="120" y="86"/>
                      </a:lnTo>
                      <a:lnTo>
                        <a:pt x="120" y="86"/>
                      </a:lnTo>
                      <a:lnTo>
                        <a:pt x="120" y="86"/>
                      </a:lnTo>
                      <a:lnTo>
                        <a:pt x="120" y="86"/>
                      </a:lnTo>
                      <a:lnTo>
                        <a:pt x="120" y="86"/>
                      </a:lnTo>
                      <a:lnTo>
                        <a:pt x="120" y="86"/>
                      </a:lnTo>
                      <a:lnTo>
                        <a:pt x="120" y="90"/>
                      </a:lnTo>
                      <a:lnTo>
                        <a:pt x="120" y="90"/>
                      </a:lnTo>
                      <a:lnTo>
                        <a:pt x="120" y="90"/>
                      </a:lnTo>
                      <a:lnTo>
                        <a:pt x="120" y="90"/>
                      </a:lnTo>
                      <a:lnTo>
                        <a:pt x="120" y="90"/>
                      </a:lnTo>
                      <a:lnTo>
                        <a:pt x="120" y="90"/>
                      </a:lnTo>
                      <a:lnTo>
                        <a:pt x="120" y="94"/>
                      </a:lnTo>
                      <a:lnTo>
                        <a:pt x="120" y="94"/>
                      </a:lnTo>
                      <a:lnTo>
                        <a:pt x="120" y="94"/>
                      </a:lnTo>
                      <a:lnTo>
                        <a:pt x="120" y="94"/>
                      </a:lnTo>
                      <a:lnTo>
                        <a:pt x="120" y="94"/>
                      </a:lnTo>
                      <a:lnTo>
                        <a:pt x="120" y="94"/>
                      </a:lnTo>
                      <a:lnTo>
                        <a:pt x="120" y="98"/>
                      </a:lnTo>
                      <a:lnTo>
                        <a:pt x="120" y="98"/>
                      </a:lnTo>
                      <a:lnTo>
                        <a:pt x="116" y="102"/>
                      </a:lnTo>
                      <a:lnTo>
                        <a:pt x="116" y="102"/>
                      </a:lnTo>
                      <a:lnTo>
                        <a:pt x="116" y="102"/>
                      </a:lnTo>
                      <a:lnTo>
                        <a:pt x="116" y="104"/>
                      </a:lnTo>
                      <a:lnTo>
                        <a:pt x="116" y="104"/>
                      </a:lnTo>
                      <a:lnTo>
                        <a:pt x="116" y="104"/>
                      </a:lnTo>
                      <a:lnTo>
                        <a:pt x="116" y="104"/>
                      </a:lnTo>
                      <a:lnTo>
                        <a:pt x="116" y="104"/>
                      </a:lnTo>
                      <a:lnTo>
                        <a:pt x="116" y="108"/>
                      </a:lnTo>
                      <a:lnTo>
                        <a:pt x="116" y="108"/>
                      </a:lnTo>
                      <a:lnTo>
                        <a:pt x="116" y="108"/>
                      </a:lnTo>
                      <a:lnTo>
                        <a:pt x="116" y="112"/>
                      </a:lnTo>
                      <a:lnTo>
                        <a:pt x="116" y="112"/>
                      </a:lnTo>
                      <a:lnTo>
                        <a:pt x="116" y="116"/>
                      </a:lnTo>
                      <a:lnTo>
                        <a:pt x="116" y="116"/>
                      </a:lnTo>
                      <a:lnTo>
                        <a:pt x="116" y="120"/>
                      </a:lnTo>
                      <a:lnTo>
                        <a:pt x="116" y="120"/>
                      </a:lnTo>
                      <a:lnTo>
                        <a:pt x="116" y="124"/>
                      </a:lnTo>
                      <a:lnTo>
                        <a:pt x="116" y="124"/>
                      </a:lnTo>
                      <a:lnTo>
                        <a:pt x="116" y="124"/>
                      </a:lnTo>
                      <a:lnTo>
                        <a:pt x="116" y="124"/>
                      </a:lnTo>
                      <a:lnTo>
                        <a:pt x="114" y="126"/>
                      </a:lnTo>
                      <a:lnTo>
                        <a:pt x="114" y="130"/>
                      </a:lnTo>
                      <a:lnTo>
                        <a:pt x="114" y="130"/>
                      </a:lnTo>
                      <a:lnTo>
                        <a:pt x="114" y="130"/>
                      </a:lnTo>
                      <a:lnTo>
                        <a:pt x="114" y="130"/>
                      </a:lnTo>
                      <a:lnTo>
                        <a:pt x="114" y="130"/>
                      </a:lnTo>
                      <a:lnTo>
                        <a:pt x="110" y="130"/>
                      </a:lnTo>
                      <a:lnTo>
                        <a:pt x="110" y="130"/>
                      </a:lnTo>
                      <a:lnTo>
                        <a:pt x="110" y="134"/>
                      </a:lnTo>
                      <a:lnTo>
                        <a:pt x="110" y="134"/>
                      </a:lnTo>
                      <a:lnTo>
                        <a:pt x="110" y="134"/>
                      </a:lnTo>
                      <a:lnTo>
                        <a:pt x="110" y="134"/>
                      </a:lnTo>
                      <a:lnTo>
                        <a:pt x="106" y="134"/>
                      </a:lnTo>
                      <a:lnTo>
                        <a:pt x="106" y="134"/>
                      </a:lnTo>
                      <a:lnTo>
                        <a:pt x="106" y="134"/>
                      </a:lnTo>
                      <a:lnTo>
                        <a:pt x="106" y="134"/>
                      </a:lnTo>
                      <a:lnTo>
                        <a:pt x="106" y="134"/>
                      </a:lnTo>
                      <a:lnTo>
                        <a:pt x="102" y="138"/>
                      </a:lnTo>
                      <a:lnTo>
                        <a:pt x="102" y="138"/>
                      </a:lnTo>
                      <a:lnTo>
                        <a:pt x="102" y="142"/>
                      </a:lnTo>
                      <a:lnTo>
                        <a:pt x="102" y="142"/>
                      </a:lnTo>
                      <a:lnTo>
                        <a:pt x="102" y="142"/>
                      </a:lnTo>
                      <a:lnTo>
                        <a:pt x="102" y="142"/>
                      </a:lnTo>
                      <a:lnTo>
                        <a:pt x="102" y="142"/>
                      </a:lnTo>
                      <a:lnTo>
                        <a:pt x="102" y="146"/>
                      </a:lnTo>
                      <a:lnTo>
                        <a:pt x="98" y="146"/>
                      </a:lnTo>
                      <a:lnTo>
                        <a:pt x="98" y="142"/>
                      </a:lnTo>
                      <a:lnTo>
                        <a:pt x="98" y="142"/>
                      </a:lnTo>
                      <a:lnTo>
                        <a:pt x="98" y="142"/>
                      </a:lnTo>
                      <a:lnTo>
                        <a:pt x="98" y="142"/>
                      </a:lnTo>
                      <a:lnTo>
                        <a:pt x="98" y="142"/>
                      </a:lnTo>
                      <a:lnTo>
                        <a:pt x="98" y="142"/>
                      </a:lnTo>
                      <a:lnTo>
                        <a:pt x="94" y="142"/>
                      </a:lnTo>
                      <a:lnTo>
                        <a:pt x="94" y="142"/>
                      </a:lnTo>
                      <a:lnTo>
                        <a:pt x="94" y="142"/>
                      </a:lnTo>
                      <a:lnTo>
                        <a:pt x="94" y="142"/>
                      </a:lnTo>
                      <a:lnTo>
                        <a:pt x="90" y="142"/>
                      </a:lnTo>
                      <a:lnTo>
                        <a:pt x="90" y="146"/>
                      </a:lnTo>
                      <a:lnTo>
                        <a:pt x="90" y="146"/>
                      </a:lnTo>
                      <a:lnTo>
                        <a:pt x="90" y="146"/>
                      </a:lnTo>
                      <a:lnTo>
                        <a:pt x="90" y="146"/>
                      </a:lnTo>
                      <a:lnTo>
                        <a:pt x="90" y="146"/>
                      </a:lnTo>
                      <a:lnTo>
                        <a:pt x="90" y="146"/>
                      </a:lnTo>
                      <a:lnTo>
                        <a:pt x="90" y="146"/>
                      </a:lnTo>
                      <a:lnTo>
                        <a:pt x="90" y="146"/>
                      </a:lnTo>
                      <a:lnTo>
                        <a:pt x="90" y="146"/>
                      </a:lnTo>
                      <a:lnTo>
                        <a:pt x="90" y="146"/>
                      </a:lnTo>
                      <a:lnTo>
                        <a:pt x="90" y="146"/>
                      </a:lnTo>
                      <a:lnTo>
                        <a:pt x="86" y="146"/>
                      </a:lnTo>
                      <a:lnTo>
                        <a:pt x="86" y="146"/>
                      </a:lnTo>
                      <a:lnTo>
                        <a:pt x="86" y="146"/>
                      </a:lnTo>
                      <a:lnTo>
                        <a:pt x="86" y="146"/>
                      </a:lnTo>
                      <a:lnTo>
                        <a:pt x="86" y="146"/>
                      </a:lnTo>
                      <a:lnTo>
                        <a:pt x="86" y="146"/>
                      </a:lnTo>
                      <a:lnTo>
                        <a:pt x="86" y="146"/>
                      </a:lnTo>
                      <a:lnTo>
                        <a:pt x="86" y="146"/>
                      </a:lnTo>
                      <a:lnTo>
                        <a:pt x="86" y="146"/>
                      </a:lnTo>
                      <a:lnTo>
                        <a:pt x="84" y="146"/>
                      </a:lnTo>
                      <a:lnTo>
                        <a:pt x="84" y="146"/>
                      </a:lnTo>
                      <a:lnTo>
                        <a:pt x="84" y="146"/>
                      </a:lnTo>
                      <a:lnTo>
                        <a:pt x="84" y="146"/>
                      </a:lnTo>
                      <a:lnTo>
                        <a:pt x="84" y="146"/>
                      </a:lnTo>
                      <a:lnTo>
                        <a:pt x="84" y="146"/>
                      </a:lnTo>
                      <a:lnTo>
                        <a:pt x="84" y="146"/>
                      </a:lnTo>
                      <a:lnTo>
                        <a:pt x="84" y="146"/>
                      </a:lnTo>
                      <a:lnTo>
                        <a:pt x="84" y="146"/>
                      </a:lnTo>
                      <a:lnTo>
                        <a:pt x="80" y="146"/>
                      </a:lnTo>
                      <a:lnTo>
                        <a:pt x="80" y="146"/>
                      </a:lnTo>
                      <a:lnTo>
                        <a:pt x="80" y="146"/>
                      </a:lnTo>
                      <a:lnTo>
                        <a:pt x="80" y="146"/>
                      </a:lnTo>
                      <a:lnTo>
                        <a:pt x="80" y="146"/>
                      </a:lnTo>
                      <a:lnTo>
                        <a:pt x="80" y="146"/>
                      </a:lnTo>
                      <a:lnTo>
                        <a:pt x="80" y="146"/>
                      </a:lnTo>
                      <a:lnTo>
                        <a:pt x="76" y="146"/>
                      </a:lnTo>
                      <a:lnTo>
                        <a:pt x="76" y="146"/>
                      </a:lnTo>
                      <a:lnTo>
                        <a:pt x="76" y="146"/>
                      </a:lnTo>
                      <a:lnTo>
                        <a:pt x="72" y="142"/>
                      </a:lnTo>
                      <a:lnTo>
                        <a:pt x="72" y="142"/>
                      </a:lnTo>
                      <a:lnTo>
                        <a:pt x="72" y="142"/>
                      </a:lnTo>
                      <a:lnTo>
                        <a:pt x="72" y="142"/>
                      </a:lnTo>
                      <a:lnTo>
                        <a:pt x="72" y="142"/>
                      </a:lnTo>
                      <a:lnTo>
                        <a:pt x="72" y="142"/>
                      </a:lnTo>
                      <a:lnTo>
                        <a:pt x="68" y="142"/>
                      </a:lnTo>
                      <a:lnTo>
                        <a:pt x="68" y="142"/>
                      </a:lnTo>
                      <a:lnTo>
                        <a:pt x="64" y="142"/>
                      </a:lnTo>
                      <a:lnTo>
                        <a:pt x="64" y="142"/>
                      </a:lnTo>
                      <a:lnTo>
                        <a:pt x="60" y="142"/>
                      </a:lnTo>
                      <a:lnTo>
                        <a:pt x="60" y="142"/>
                      </a:lnTo>
                      <a:lnTo>
                        <a:pt x="60" y="142"/>
                      </a:lnTo>
                      <a:lnTo>
                        <a:pt x="60" y="142"/>
                      </a:lnTo>
                      <a:lnTo>
                        <a:pt x="60" y="142"/>
                      </a:lnTo>
                      <a:lnTo>
                        <a:pt x="60" y="142"/>
                      </a:lnTo>
                      <a:lnTo>
                        <a:pt x="60" y="142"/>
                      </a:lnTo>
                      <a:lnTo>
                        <a:pt x="56" y="138"/>
                      </a:lnTo>
                      <a:lnTo>
                        <a:pt x="56" y="138"/>
                      </a:lnTo>
                      <a:lnTo>
                        <a:pt x="60" y="138"/>
                      </a:lnTo>
                      <a:lnTo>
                        <a:pt x="60" y="138"/>
                      </a:lnTo>
                      <a:lnTo>
                        <a:pt x="60" y="138"/>
                      </a:lnTo>
                      <a:lnTo>
                        <a:pt x="60" y="134"/>
                      </a:lnTo>
                      <a:lnTo>
                        <a:pt x="60" y="134"/>
                      </a:lnTo>
                      <a:lnTo>
                        <a:pt x="64" y="134"/>
                      </a:lnTo>
                      <a:lnTo>
                        <a:pt x="64" y="134"/>
                      </a:lnTo>
                      <a:lnTo>
                        <a:pt x="64" y="130"/>
                      </a:lnTo>
                      <a:lnTo>
                        <a:pt x="64" y="130"/>
                      </a:lnTo>
                      <a:lnTo>
                        <a:pt x="64" y="126"/>
                      </a:lnTo>
                      <a:lnTo>
                        <a:pt x="64" y="126"/>
                      </a:lnTo>
                      <a:lnTo>
                        <a:pt x="64" y="126"/>
                      </a:lnTo>
                      <a:lnTo>
                        <a:pt x="64" y="124"/>
                      </a:lnTo>
                      <a:lnTo>
                        <a:pt x="64" y="124"/>
                      </a:lnTo>
                      <a:lnTo>
                        <a:pt x="64" y="124"/>
                      </a:lnTo>
                      <a:lnTo>
                        <a:pt x="68" y="120"/>
                      </a:lnTo>
                      <a:lnTo>
                        <a:pt x="68" y="120"/>
                      </a:lnTo>
                      <a:lnTo>
                        <a:pt x="68" y="120"/>
                      </a:lnTo>
                      <a:lnTo>
                        <a:pt x="68" y="120"/>
                      </a:lnTo>
                      <a:lnTo>
                        <a:pt x="68" y="116"/>
                      </a:lnTo>
                      <a:lnTo>
                        <a:pt x="68" y="116"/>
                      </a:lnTo>
                      <a:lnTo>
                        <a:pt x="72" y="116"/>
                      </a:lnTo>
                      <a:lnTo>
                        <a:pt x="72" y="116"/>
                      </a:lnTo>
                      <a:lnTo>
                        <a:pt x="72" y="116"/>
                      </a:lnTo>
                      <a:lnTo>
                        <a:pt x="72" y="112"/>
                      </a:lnTo>
                      <a:lnTo>
                        <a:pt x="76" y="112"/>
                      </a:lnTo>
                      <a:lnTo>
                        <a:pt x="76" y="108"/>
                      </a:lnTo>
                      <a:lnTo>
                        <a:pt x="76" y="108"/>
                      </a:lnTo>
                      <a:lnTo>
                        <a:pt x="72" y="108"/>
                      </a:lnTo>
                      <a:lnTo>
                        <a:pt x="72" y="108"/>
                      </a:lnTo>
                      <a:lnTo>
                        <a:pt x="72" y="104"/>
                      </a:lnTo>
                      <a:lnTo>
                        <a:pt x="72" y="104"/>
                      </a:lnTo>
                      <a:lnTo>
                        <a:pt x="72" y="104"/>
                      </a:lnTo>
                      <a:lnTo>
                        <a:pt x="72" y="104"/>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244" name="Freeform 186">
                  <a:extLst>
                    <a:ext uri="{FF2B5EF4-FFF2-40B4-BE49-F238E27FC236}">
                      <a16:creationId xmlns:a16="http://schemas.microsoft.com/office/drawing/2014/main" id="{7F29D11B-1E2A-634F-B6E0-731DB9379416}"/>
                    </a:ext>
                  </a:extLst>
                </p:cNvPr>
                <p:cNvSpPr>
                  <a:spLocks/>
                </p:cNvSpPr>
                <p:nvPr/>
              </p:nvSpPr>
              <p:spPr bwMode="gray">
                <a:xfrm>
                  <a:off x="2796313" y="4523182"/>
                  <a:ext cx="313067" cy="546128"/>
                </a:xfrm>
                <a:custGeom>
                  <a:avLst/>
                  <a:gdLst>
                    <a:gd name="T0" fmla="*/ 166 w 180"/>
                    <a:gd name="T1" fmla="*/ 310 h 314"/>
                    <a:gd name="T2" fmla="*/ 154 w 180"/>
                    <a:gd name="T3" fmla="*/ 310 h 314"/>
                    <a:gd name="T4" fmla="*/ 142 w 180"/>
                    <a:gd name="T5" fmla="*/ 298 h 314"/>
                    <a:gd name="T6" fmla="*/ 132 w 180"/>
                    <a:gd name="T7" fmla="*/ 290 h 314"/>
                    <a:gd name="T8" fmla="*/ 120 w 180"/>
                    <a:gd name="T9" fmla="*/ 284 h 314"/>
                    <a:gd name="T10" fmla="*/ 106 w 180"/>
                    <a:gd name="T11" fmla="*/ 276 h 314"/>
                    <a:gd name="T12" fmla="*/ 94 w 180"/>
                    <a:gd name="T13" fmla="*/ 264 h 314"/>
                    <a:gd name="T14" fmla="*/ 82 w 180"/>
                    <a:gd name="T15" fmla="*/ 254 h 314"/>
                    <a:gd name="T16" fmla="*/ 76 w 180"/>
                    <a:gd name="T17" fmla="*/ 238 h 314"/>
                    <a:gd name="T18" fmla="*/ 76 w 180"/>
                    <a:gd name="T19" fmla="*/ 230 h 314"/>
                    <a:gd name="T20" fmla="*/ 68 w 180"/>
                    <a:gd name="T21" fmla="*/ 212 h 314"/>
                    <a:gd name="T22" fmla="*/ 60 w 180"/>
                    <a:gd name="T23" fmla="*/ 200 h 314"/>
                    <a:gd name="T24" fmla="*/ 54 w 180"/>
                    <a:gd name="T25" fmla="*/ 186 h 314"/>
                    <a:gd name="T26" fmla="*/ 46 w 180"/>
                    <a:gd name="T27" fmla="*/ 168 h 314"/>
                    <a:gd name="T28" fmla="*/ 38 w 180"/>
                    <a:gd name="T29" fmla="*/ 152 h 314"/>
                    <a:gd name="T30" fmla="*/ 34 w 180"/>
                    <a:gd name="T31" fmla="*/ 138 h 314"/>
                    <a:gd name="T32" fmla="*/ 26 w 180"/>
                    <a:gd name="T33" fmla="*/ 126 h 314"/>
                    <a:gd name="T34" fmla="*/ 20 w 180"/>
                    <a:gd name="T35" fmla="*/ 114 h 314"/>
                    <a:gd name="T36" fmla="*/ 12 w 180"/>
                    <a:gd name="T37" fmla="*/ 104 h 314"/>
                    <a:gd name="T38" fmla="*/ 8 w 180"/>
                    <a:gd name="T39" fmla="*/ 96 h 314"/>
                    <a:gd name="T40" fmla="*/ 4 w 180"/>
                    <a:gd name="T41" fmla="*/ 82 h 314"/>
                    <a:gd name="T42" fmla="*/ 4 w 180"/>
                    <a:gd name="T43" fmla="*/ 66 h 314"/>
                    <a:gd name="T44" fmla="*/ 16 w 180"/>
                    <a:gd name="T45" fmla="*/ 56 h 314"/>
                    <a:gd name="T46" fmla="*/ 16 w 180"/>
                    <a:gd name="T47" fmla="*/ 74 h 314"/>
                    <a:gd name="T48" fmla="*/ 26 w 180"/>
                    <a:gd name="T49" fmla="*/ 74 h 314"/>
                    <a:gd name="T50" fmla="*/ 38 w 180"/>
                    <a:gd name="T51" fmla="*/ 78 h 314"/>
                    <a:gd name="T52" fmla="*/ 42 w 180"/>
                    <a:gd name="T53" fmla="*/ 70 h 314"/>
                    <a:gd name="T54" fmla="*/ 46 w 180"/>
                    <a:gd name="T55" fmla="*/ 56 h 314"/>
                    <a:gd name="T56" fmla="*/ 50 w 180"/>
                    <a:gd name="T57" fmla="*/ 48 h 314"/>
                    <a:gd name="T58" fmla="*/ 68 w 180"/>
                    <a:gd name="T59" fmla="*/ 42 h 314"/>
                    <a:gd name="T60" fmla="*/ 82 w 180"/>
                    <a:gd name="T61" fmla="*/ 26 h 314"/>
                    <a:gd name="T62" fmla="*/ 86 w 180"/>
                    <a:gd name="T63" fmla="*/ 12 h 314"/>
                    <a:gd name="T64" fmla="*/ 90 w 180"/>
                    <a:gd name="T65" fmla="*/ 0 h 314"/>
                    <a:gd name="T66" fmla="*/ 98 w 180"/>
                    <a:gd name="T67" fmla="*/ 4 h 314"/>
                    <a:gd name="T68" fmla="*/ 110 w 180"/>
                    <a:gd name="T69" fmla="*/ 18 h 314"/>
                    <a:gd name="T70" fmla="*/ 120 w 180"/>
                    <a:gd name="T71" fmla="*/ 30 h 314"/>
                    <a:gd name="T72" fmla="*/ 120 w 180"/>
                    <a:gd name="T73" fmla="*/ 42 h 314"/>
                    <a:gd name="T74" fmla="*/ 132 w 180"/>
                    <a:gd name="T75" fmla="*/ 42 h 314"/>
                    <a:gd name="T76" fmla="*/ 142 w 180"/>
                    <a:gd name="T77" fmla="*/ 38 h 314"/>
                    <a:gd name="T78" fmla="*/ 158 w 180"/>
                    <a:gd name="T79" fmla="*/ 42 h 314"/>
                    <a:gd name="T80" fmla="*/ 154 w 180"/>
                    <a:gd name="T81" fmla="*/ 62 h 314"/>
                    <a:gd name="T82" fmla="*/ 162 w 180"/>
                    <a:gd name="T83" fmla="*/ 70 h 314"/>
                    <a:gd name="T84" fmla="*/ 150 w 180"/>
                    <a:gd name="T85" fmla="*/ 70 h 314"/>
                    <a:gd name="T86" fmla="*/ 140 w 180"/>
                    <a:gd name="T87" fmla="*/ 74 h 314"/>
                    <a:gd name="T88" fmla="*/ 128 w 180"/>
                    <a:gd name="T89" fmla="*/ 82 h 314"/>
                    <a:gd name="T90" fmla="*/ 120 w 180"/>
                    <a:gd name="T91" fmla="*/ 96 h 314"/>
                    <a:gd name="T92" fmla="*/ 116 w 180"/>
                    <a:gd name="T93" fmla="*/ 108 h 314"/>
                    <a:gd name="T94" fmla="*/ 110 w 180"/>
                    <a:gd name="T95" fmla="*/ 122 h 314"/>
                    <a:gd name="T96" fmla="*/ 112 w 180"/>
                    <a:gd name="T97" fmla="*/ 134 h 314"/>
                    <a:gd name="T98" fmla="*/ 120 w 180"/>
                    <a:gd name="T99" fmla="*/ 148 h 314"/>
                    <a:gd name="T100" fmla="*/ 120 w 180"/>
                    <a:gd name="T101" fmla="*/ 160 h 314"/>
                    <a:gd name="T102" fmla="*/ 132 w 180"/>
                    <a:gd name="T103" fmla="*/ 168 h 314"/>
                    <a:gd name="T104" fmla="*/ 150 w 180"/>
                    <a:gd name="T105" fmla="*/ 168 h 314"/>
                    <a:gd name="T106" fmla="*/ 154 w 180"/>
                    <a:gd name="T107" fmla="*/ 172 h 314"/>
                    <a:gd name="T108" fmla="*/ 158 w 180"/>
                    <a:gd name="T109" fmla="*/ 186 h 314"/>
                    <a:gd name="T110" fmla="*/ 172 w 180"/>
                    <a:gd name="T111" fmla="*/ 194 h 314"/>
                    <a:gd name="T112" fmla="*/ 180 w 180"/>
                    <a:gd name="T113" fmla="*/ 208 h 314"/>
                    <a:gd name="T114" fmla="*/ 176 w 180"/>
                    <a:gd name="T115" fmla="*/ 224 h 314"/>
                    <a:gd name="T116" fmla="*/ 180 w 180"/>
                    <a:gd name="T117" fmla="*/ 238 h 314"/>
                    <a:gd name="T118" fmla="*/ 172 w 180"/>
                    <a:gd name="T119" fmla="*/ 254 h 314"/>
                    <a:gd name="T120" fmla="*/ 172 w 180"/>
                    <a:gd name="T121" fmla="*/ 264 h 314"/>
                    <a:gd name="T122" fmla="*/ 176 w 180"/>
                    <a:gd name="T123" fmla="*/ 280 h 314"/>
                    <a:gd name="T124" fmla="*/ 168 w 180"/>
                    <a:gd name="T125" fmla="*/ 290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80" h="314">
                      <a:moveTo>
                        <a:pt x="168" y="298"/>
                      </a:moveTo>
                      <a:lnTo>
                        <a:pt x="168" y="302"/>
                      </a:lnTo>
                      <a:lnTo>
                        <a:pt x="166" y="302"/>
                      </a:lnTo>
                      <a:lnTo>
                        <a:pt x="166" y="306"/>
                      </a:lnTo>
                      <a:lnTo>
                        <a:pt x="166" y="310"/>
                      </a:lnTo>
                      <a:lnTo>
                        <a:pt x="166" y="314"/>
                      </a:lnTo>
                      <a:lnTo>
                        <a:pt x="162" y="314"/>
                      </a:lnTo>
                      <a:lnTo>
                        <a:pt x="158" y="314"/>
                      </a:lnTo>
                      <a:lnTo>
                        <a:pt x="154" y="314"/>
                      </a:lnTo>
                      <a:lnTo>
                        <a:pt x="154" y="310"/>
                      </a:lnTo>
                      <a:lnTo>
                        <a:pt x="150" y="310"/>
                      </a:lnTo>
                      <a:lnTo>
                        <a:pt x="150" y="306"/>
                      </a:lnTo>
                      <a:lnTo>
                        <a:pt x="146" y="306"/>
                      </a:lnTo>
                      <a:lnTo>
                        <a:pt x="142" y="302"/>
                      </a:lnTo>
                      <a:lnTo>
                        <a:pt x="142" y="298"/>
                      </a:lnTo>
                      <a:lnTo>
                        <a:pt x="142" y="294"/>
                      </a:lnTo>
                      <a:lnTo>
                        <a:pt x="140" y="294"/>
                      </a:lnTo>
                      <a:lnTo>
                        <a:pt x="136" y="294"/>
                      </a:lnTo>
                      <a:lnTo>
                        <a:pt x="136" y="290"/>
                      </a:lnTo>
                      <a:lnTo>
                        <a:pt x="132" y="290"/>
                      </a:lnTo>
                      <a:lnTo>
                        <a:pt x="132" y="286"/>
                      </a:lnTo>
                      <a:lnTo>
                        <a:pt x="128" y="286"/>
                      </a:lnTo>
                      <a:lnTo>
                        <a:pt x="128" y="284"/>
                      </a:lnTo>
                      <a:lnTo>
                        <a:pt x="124" y="284"/>
                      </a:lnTo>
                      <a:lnTo>
                        <a:pt x="120" y="284"/>
                      </a:lnTo>
                      <a:lnTo>
                        <a:pt x="116" y="280"/>
                      </a:lnTo>
                      <a:lnTo>
                        <a:pt x="112" y="280"/>
                      </a:lnTo>
                      <a:lnTo>
                        <a:pt x="112" y="276"/>
                      </a:lnTo>
                      <a:lnTo>
                        <a:pt x="110" y="276"/>
                      </a:lnTo>
                      <a:lnTo>
                        <a:pt x="106" y="276"/>
                      </a:lnTo>
                      <a:lnTo>
                        <a:pt x="106" y="272"/>
                      </a:lnTo>
                      <a:lnTo>
                        <a:pt x="102" y="272"/>
                      </a:lnTo>
                      <a:lnTo>
                        <a:pt x="102" y="268"/>
                      </a:lnTo>
                      <a:lnTo>
                        <a:pt x="98" y="268"/>
                      </a:lnTo>
                      <a:lnTo>
                        <a:pt x="94" y="264"/>
                      </a:lnTo>
                      <a:lnTo>
                        <a:pt x="90" y="264"/>
                      </a:lnTo>
                      <a:lnTo>
                        <a:pt x="90" y="260"/>
                      </a:lnTo>
                      <a:lnTo>
                        <a:pt x="86" y="260"/>
                      </a:lnTo>
                      <a:lnTo>
                        <a:pt x="86" y="256"/>
                      </a:lnTo>
                      <a:lnTo>
                        <a:pt x="82" y="254"/>
                      </a:lnTo>
                      <a:lnTo>
                        <a:pt x="80" y="250"/>
                      </a:lnTo>
                      <a:lnTo>
                        <a:pt x="80" y="246"/>
                      </a:lnTo>
                      <a:lnTo>
                        <a:pt x="76" y="246"/>
                      </a:lnTo>
                      <a:lnTo>
                        <a:pt x="76" y="242"/>
                      </a:lnTo>
                      <a:lnTo>
                        <a:pt x="76" y="238"/>
                      </a:lnTo>
                      <a:lnTo>
                        <a:pt x="72" y="234"/>
                      </a:lnTo>
                      <a:lnTo>
                        <a:pt x="72" y="238"/>
                      </a:lnTo>
                      <a:lnTo>
                        <a:pt x="72" y="234"/>
                      </a:lnTo>
                      <a:lnTo>
                        <a:pt x="76" y="234"/>
                      </a:lnTo>
                      <a:lnTo>
                        <a:pt x="76" y="230"/>
                      </a:lnTo>
                      <a:lnTo>
                        <a:pt x="76" y="228"/>
                      </a:lnTo>
                      <a:lnTo>
                        <a:pt x="72" y="224"/>
                      </a:lnTo>
                      <a:lnTo>
                        <a:pt x="72" y="220"/>
                      </a:lnTo>
                      <a:lnTo>
                        <a:pt x="68" y="216"/>
                      </a:lnTo>
                      <a:lnTo>
                        <a:pt x="68" y="212"/>
                      </a:lnTo>
                      <a:lnTo>
                        <a:pt x="68" y="208"/>
                      </a:lnTo>
                      <a:lnTo>
                        <a:pt x="64" y="208"/>
                      </a:lnTo>
                      <a:lnTo>
                        <a:pt x="64" y="204"/>
                      </a:lnTo>
                      <a:lnTo>
                        <a:pt x="60" y="204"/>
                      </a:lnTo>
                      <a:lnTo>
                        <a:pt x="60" y="200"/>
                      </a:lnTo>
                      <a:lnTo>
                        <a:pt x="60" y="198"/>
                      </a:lnTo>
                      <a:lnTo>
                        <a:pt x="60" y="194"/>
                      </a:lnTo>
                      <a:lnTo>
                        <a:pt x="56" y="194"/>
                      </a:lnTo>
                      <a:lnTo>
                        <a:pt x="54" y="190"/>
                      </a:lnTo>
                      <a:lnTo>
                        <a:pt x="54" y="186"/>
                      </a:lnTo>
                      <a:lnTo>
                        <a:pt x="54" y="182"/>
                      </a:lnTo>
                      <a:lnTo>
                        <a:pt x="50" y="178"/>
                      </a:lnTo>
                      <a:lnTo>
                        <a:pt x="50" y="174"/>
                      </a:lnTo>
                      <a:lnTo>
                        <a:pt x="46" y="172"/>
                      </a:lnTo>
                      <a:lnTo>
                        <a:pt x="46" y="168"/>
                      </a:lnTo>
                      <a:lnTo>
                        <a:pt x="46" y="164"/>
                      </a:lnTo>
                      <a:lnTo>
                        <a:pt x="42" y="160"/>
                      </a:lnTo>
                      <a:lnTo>
                        <a:pt x="42" y="156"/>
                      </a:lnTo>
                      <a:lnTo>
                        <a:pt x="42" y="152"/>
                      </a:lnTo>
                      <a:lnTo>
                        <a:pt x="38" y="152"/>
                      </a:lnTo>
                      <a:lnTo>
                        <a:pt x="38" y="148"/>
                      </a:lnTo>
                      <a:lnTo>
                        <a:pt x="38" y="144"/>
                      </a:lnTo>
                      <a:lnTo>
                        <a:pt x="34" y="142"/>
                      </a:lnTo>
                      <a:lnTo>
                        <a:pt x="38" y="142"/>
                      </a:lnTo>
                      <a:lnTo>
                        <a:pt x="34" y="138"/>
                      </a:lnTo>
                      <a:lnTo>
                        <a:pt x="34" y="134"/>
                      </a:lnTo>
                      <a:lnTo>
                        <a:pt x="30" y="134"/>
                      </a:lnTo>
                      <a:lnTo>
                        <a:pt x="30" y="130"/>
                      </a:lnTo>
                      <a:lnTo>
                        <a:pt x="26" y="130"/>
                      </a:lnTo>
                      <a:lnTo>
                        <a:pt x="26" y="126"/>
                      </a:lnTo>
                      <a:lnTo>
                        <a:pt x="26" y="122"/>
                      </a:lnTo>
                      <a:lnTo>
                        <a:pt x="26" y="118"/>
                      </a:lnTo>
                      <a:lnTo>
                        <a:pt x="24" y="118"/>
                      </a:lnTo>
                      <a:lnTo>
                        <a:pt x="24" y="114"/>
                      </a:lnTo>
                      <a:lnTo>
                        <a:pt x="20" y="114"/>
                      </a:lnTo>
                      <a:lnTo>
                        <a:pt x="20" y="112"/>
                      </a:lnTo>
                      <a:lnTo>
                        <a:pt x="16" y="112"/>
                      </a:lnTo>
                      <a:lnTo>
                        <a:pt x="16" y="108"/>
                      </a:lnTo>
                      <a:lnTo>
                        <a:pt x="12" y="108"/>
                      </a:lnTo>
                      <a:lnTo>
                        <a:pt x="12" y="104"/>
                      </a:lnTo>
                      <a:lnTo>
                        <a:pt x="8" y="104"/>
                      </a:lnTo>
                      <a:lnTo>
                        <a:pt x="4" y="104"/>
                      </a:lnTo>
                      <a:lnTo>
                        <a:pt x="4" y="100"/>
                      </a:lnTo>
                      <a:lnTo>
                        <a:pt x="4" y="96"/>
                      </a:lnTo>
                      <a:lnTo>
                        <a:pt x="8" y="96"/>
                      </a:lnTo>
                      <a:lnTo>
                        <a:pt x="8" y="92"/>
                      </a:lnTo>
                      <a:lnTo>
                        <a:pt x="8" y="88"/>
                      </a:lnTo>
                      <a:lnTo>
                        <a:pt x="4" y="88"/>
                      </a:lnTo>
                      <a:lnTo>
                        <a:pt x="4" y="86"/>
                      </a:lnTo>
                      <a:lnTo>
                        <a:pt x="4" y="82"/>
                      </a:lnTo>
                      <a:lnTo>
                        <a:pt x="0" y="78"/>
                      </a:lnTo>
                      <a:lnTo>
                        <a:pt x="0" y="74"/>
                      </a:lnTo>
                      <a:lnTo>
                        <a:pt x="4" y="74"/>
                      </a:lnTo>
                      <a:lnTo>
                        <a:pt x="4" y="70"/>
                      </a:lnTo>
                      <a:lnTo>
                        <a:pt x="4" y="66"/>
                      </a:lnTo>
                      <a:lnTo>
                        <a:pt x="8" y="66"/>
                      </a:lnTo>
                      <a:lnTo>
                        <a:pt x="8" y="62"/>
                      </a:lnTo>
                      <a:lnTo>
                        <a:pt x="12" y="58"/>
                      </a:lnTo>
                      <a:lnTo>
                        <a:pt x="16" y="58"/>
                      </a:lnTo>
                      <a:lnTo>
                        <a:pt x="16" y="56"/>
                      </a:lnTo>
                      <a:lnTo>
                        <a:pt x="20" y="58"/>
                      </a:lnTo>
                      <a:lnTo>
                        <a:pt x="20" y="62"/>
                      </a:lnTo>
                      <a:lnTo>
                        <a:pt x="16" y="66"/>
                      </a:lnTo>
                      <a:lnTo>
                        <a:pt x="16" y="70"/>
                      </a:lnTo>
                      <a:lnTo>
                        <a:pt x="16" y="74"/>
                      </a:lnTo>
                      <a:lnTo>
                        <a:pt x="20" y="74"/>
                      </a:lnTo>
                      <a:lnTo>
                        <a:pt x="20" y="70"/>
                      </a:lnTo>
                      <a:lnTo>
                        <a:pt x="20" y="74"/>
                      </a:lnTo>
                      <a:lnTo>
                        <a:pt x="24" y="74"/>
                      </a:lnTo>
                      <a:lnTo>
                        <a:pt x="26" y="74"/>
                      </a:lnTo>
                      <a:lnTo>
                        <a:pt x="26" y="78"/>
                      </a:lnTo>
                      <a:lnTo>
                        <a:pt x="30" y="78"/>
                      </a:lnTo>
                      <a:lnTo>
                        <a:pt x="30" y="82"/>
                      </a:lnTo>
                      <a:lnTo>
                        <a:pt x="34" y="82"/>
                      </a:lnTo>
                      <a:lnTo>
                        <a:pt x="38" y="78"/>
                      </a:lnTo>
                      <a:lnTo>
                        <a:pt x="38" y="74"/>
                      </a:lnTo>
                      <a:lnTo>
                        <a:pt x="42" y="74"/>
                      </a:lnTo>
                      <a:lnTo>
                        <a:pt x="38" y="74"/>
                      </a:lnTo>
                      <a:lnTo>
                        <a:pt x="38" y="70"/>
                      </a:lnTo>
                      <a:lnTo>
                        <a:pt x="42" y="70"/>
                      </a:lnTo>
                      <a:lnTo>
                        <a:pt x="42" y="66"/>
                      </a:lnTo>
                      <a:lnTo>
                        <a:pt x="42" y="62"/>
                      </a:lnTo>
                      <a:lnTo>
                        <a:pt x="46" y="62"/>
                      </a:lnTo>
                      <a:lnTo>
                        <a:pt x="46" y="58"/>
                      </a:lnTo>
                      <a:lnTo>
                        <a:pt x="46" y="56"/>
                      </a:lnTo>
                      <a:lnTo>
                        <a:pt x="46" y="58"/>
                      </a:lnTo>
                      <a:lnTo>
                        <a:pt x="46" y="56"/>
                      </a:lnTo>
                      <a:lnTo>
                        <a:pt x="50" y="56"/>
                      </a:lnTo>
                      <a:lnTo>
                        <a:pt x="50" y="52"/>
                      </a:lnTo>
                      <a:lnTo>
                        <a:pt x="50" y="48"/>
                      </a:lnTo>
                      <a:lnTo>
                        <a:pt x="54" y="48"/>
                      </a:lnTo>
                      <a:lnTo>
                        <a:pt x="56" y="48"/>
                      </a:lnTo>
                      <a:lnTo>
                        <a:pt x="60" y="44"/>
                      </a:lnTo>
                      <a:lnTo>
                        <a:pt x="64" y="44"/>
                      </a:lnTo>
                      <a:lnTo>
                        <a:pt x="68" y="42"/>
                      </a:lnTo>
                      <a:lnTo>
                        <a:pt x="72" y="38"/>
                      </a:lnTo>
                      <a:lnTo>
                        <a:pt x="76" y="34"/>
                      </a:lnTo>
                      <a:lnTo>
                        <a:pt x="80" y="34"/>
                      </a:lnTo>
                      <a:lnTo>
                        <a:pt x="80" y="30"/>
                      </a:lnTo>
                      <a:lnTo>
                        <a:pt x="82" y="26"/>
                      </a:lnTo>
                      <a:lnTo>
                        <a:pt x="82" y="22"/>
                      </a:lnTo>
                      <a:lnTo>
                        <a:pt x="86" y="18"/>
                      </a:lnTo>
                      <a:lnTo>
                        <a:pt x="86" y="16"/>
                      </a:lnTo>
                      <a:lnTo>
                        <a:pt x="90" y="16"/>
                      </a:lnTo>
                      <a:lnTo>
                        <a:pt x="86" y="12"/>
                      </a:lnTo>
                      <a:lnTo>
                        <a:pt x="86" y="8"/>
                      </a:lnTo>
                      <a:lnTo>
                        <a:pt x="86" y="4"/>
                      </a:lnTo>
                      <a:lnTo>
                        <a:pt x="82" y="0"/>
                      </a:lnTo>
                      <a:lnTo>
                        <a:pt x="86" y="0"/>
                      </a:lnTo>
                      <a:lnTo>
                        <a:pt x="90" y="0"/>
                      </a:lnTo>
                      <a:lnTo>
                        <a:pt x="94" y="0"/>
                      </a:lnTo>
                      <a:lnTo>
                        <a:pt x="94" y="4"/>
                      </a:lnTo>
                      <a:lnTo>
                        <a:pt x="94" y="0"/>
                      </a:lnTo>
                      <a:lnTo>
                        <a:pt x="94" y="4"/>
                      </a:lnTo>
                      <a:lnTo>
                        <a:pt x="98" y="4"/>
                      </a:lnTo>
                      <a:lnTo>
                        <a:pt x="102" y="8"/>
                      </a:lnTo>
                      <a:lnTo>
                        <a:pt x="102" y="12"/>
                      </a:lnTo>
                      <a:lnTo>
                        <a:pt x="102" y="16"/>
                      </a:lnTo>
                      <a:lnTo>
                        <a:pt x="106" y="16"/>
                      </a:lnTo>
                      <a:lnTo>
                        <a:pt x="110" y="18"/>
                      </a:lnTo>
                      <a:lnTo>
                        <a:pt x="112" y="22"/>
                      </a:lnTo>
                      <a:lnTo>
                        <a:pt x="112" y="26"/>
                      </a:lnTo>
                      <a:lnTo>
                        <a:pt x="112" y="30"/>
                      </a:lnTo>
                      <a:lnTo>
                        <a:pt x="116" y="30"/>
                      </a:lnTo>
                      <a:lnTo>
                        <a:pt x="120" y="30"/>
                      </a:lnTo>
                      <a:lnTo>
                        <a:pt x="120" y="34"/>
                      </a:lnTo>
                      <a:lnTo>
                        <a:pt x="120" y="38"/>
                      </a:lnTo>
                      <a:lnTo>
                        <a:pt x="116" y="38"/>
                      </a:lnTo>
                      <a:lnTo>
                        <a:pt x="120" y="38"/>
                      </a:lnTo>
                      <a:lnTo>
                        <a:pt x="120" y="42"/>
                      </a:lnTo>
                      <a:lnTo>
                        <a:pt x="120" y="38"/>
                      </a:lnTo>
                      <a:lnTo>
                        <a:pt x="120" y="42"/>
                      </a:lnTo>
                      <a:lnTo>
                        <a:pt x="124" y="42"/>
                      </a:lnTo>
                      <a:lnTo>
                        <a:pt x="128" y="42"/>
                      </a:lnTo>
                      <a:lnTo>
                        <a:pt x="132" y="42"/>
                      </a:lnTo>
                      <a:lnTo>
                        <a:pt x="136" y="42"/>
                      </a:lnTo>
                      <a:lnTo>
                        <a:pt x="136" y="38"/>
                      </a:lnTo>
                      <a:lnTo>
                        <a:pt x="140" y="34"/>
                      </a:lnTo>
                      <a:lnTo>
                        <a:pt x="140" y="38"/>
                      </a:lnTo>
                      <a:lnTo>
                        <a:pt x="142" y="38"/>
                      </a:lnTo>
                      <a:lnTo>
                        <a:pt x="146" y="38"/>
                      </a:lnTo>
                      <a:lnTo>
                        <a:pt x="150" y="38"/>
                      </a:lnTo>
                      <a:lnTo>
                        <a:pt x="154" y="38"/>
                      </a:lnTo>
                      <a:lnTo>
                        <a:pt x="154" y="42"/>
                      </a:lnTo>
                      <a:lnTo>
                        <a:pt x="158" y="42"/>
                      </a:lnTo>
                      <a:lnTo>
                        <a:pt x="162" y="42"/>
                      </a:lnTo>
                      <a:lnTo>
                        <a:pt x="162" y="44"/>
                      </a:lnTo>
                      <a:lnTo>
                        <a:pt x="158" y="56"/>
                      </a:lnTo>
                      <a:lnTo>
                        <a:pt x="154" y="58"/>
                      </a:lnTo>
                      <a:lnTo>
                        <a:pt x="154" y="62"/>
                      </a:lnTo>
                      <a:lnTo>
                        <a:pt x="158" y="62"/>
                      </a:lnTo>
                      <a:lnTo>
                        <a:pt x="162" y="66"/>
                      </a:lnTo>
                      <a:lnTo>
                        <a:pt x="162" y="70"/>
                      </a:lnTo>
                      <a:lnTo>
                        <a:pt x="166" y="70"/>
                      </a:lnTo>
                      <a:lnTo>
                        <a:pt x="162" y="70"/>
                      </a:lnTo>
                      <a:lnTo>
                        <a:pt x="158" y="70"/>
                      </a:lnTo>
                      <a:lnTo>
                        <a:pt x="158" y="66"/>
                      </a:lnTo>
                      <a:lnTo>
                        <a:pt x="158" y="70"/>
                      </a:lnTo>
                      <a:lnTo>
                        <a:pt x="154" y="70"/>
                      </a:lnTo>
                      <a:lnTo>
                        <a:pt x="150" y="70"/>
                      </a:lnTo>
                      <a:lnTo>
                        <a:pt x="150" y="74"/>
                      </a:lnTo>
                      <a:lnTo>
                        <a:pt x="146" y="74"/>
                      </a:lnTo>
                      <a:lnTo>
                        <a:pt x="146" y="70"/>
                      </a:lnTo>
                      <a:lnTo>
                        <a:pt x="142" y="74"/>
                      </a:lnTo>
                      <a:lnTo>
                        <a:pt x="140" y="74"/>
                      </a:lnTo>
                      <a:lnTo>
                        <a:pt x="136" y="74"/>
                      </a:lnTo>
                      <a:lnTo>
                        <a:pt x="136" y="78"/>
                      </a:lnTo>
                      <a:lnTo>
                        <a:pt x="132" y="78"/>
                      </a:lnTo>
                      <a:lnTo>
                        <a:pt x="128" y="78"/>
                      </a:lnTo>
                      <a:lnTo>
                        <a:pt x="128" y="82"/>
                      </a:lnTo>
                      <a:lnTo>
                        <a:pt x="124" y="86"/>
                      </a:lnTo>
                      <a:lnTo>
                        <a:pt x="120" y="86"/>
                      </a:lnTo>
                      <a:lnTo>
                        <a:pt x="120" y="88"/>
                      </a:lnTo>
                      <a:lnTo>
                        <a:pt x="120" y="92"/>
                      </a:lnTo>
                      <a:lnTo>
                        <a:pt x="120" y="96"/>
                      </a:lnTo>
                      <a:lnTo>
                        <a:pt x="116" y="96"/>
                      </a:lnTo>
                      <a:lnTo>
                        <a:pt x="116" y="100"/>
                      </a:lnTo>
                      <a:lnTo>
                        <a:pt x="116" y="104"/>
                      </a:lnTo>
                      <a:lnTo>
                        <a:pt x="120" y="108"/>
                      </a:lnTo>
                      <a:lnTo>
                        <a:pt x="116" y="108"/>
                      </a:lnTo>
                      <a:lnTo>
                        <a:pt x="116" y="112"/>
                      </a:lnTo>
                      <a:lnTo>
                        <a:pt x="112" y="112"/>
                      </a:lnTo>
                      <a:lnTo>
                        <a:pt x="110" y="114"/>
                      </a:lnTo>
                      <a:lnTo>
                        <a:pt x="110" y="118"/>
                      </a:lnTo>
                      <a:lnTo>
                        <a:pt x="110" y="122"/>
                      </a:lnTo>
                      <a:lnTo>
                        <a:pt x="106" y="122"/>
                      </a:lnTo>
                      <a:lnTo>
                        <a:pt x="106" y="126"/>
                      </a:lnTo>
                      <a:lnTo>
                        <a:pt x="110" y="130"/>
                      </a:lnTo>
                      <a:lnTo>
                        <a:pt x="110" y="134"/>
                      </a:lnTo>
                      <a:lnTo>
                        <a:pt x="112" y="134"/>
                      </a:lnTo>
                      <a:lnTo>
                        <a:pt x="112" y="138"/>
                      </a:lnTo>
                      <a:lnTo>
                        <a:pt x="112" y="142"/>
                      </a:lnTo>
                      <a:lnTo>
                        <a:pt x="116" y="144"/>
                      </a:lnTo>
                      <a:lnTo>
                        <a:pt x="116" y="148"/>
                      </a:lnTo>
                      <a:lnTo>
                        <a:pt x="120" y="148"/>
                      </a:lnTo>
                      <a:lnTo>
                        <a:pt x="120" y="152"/>
                      </a:lnTo>
                      <a:lnTo>
                        <a:pt x="120" y="156"/>
                      </a:lnTo>
                      <a:lnTo>
                        <a:pt x="116" y="156"/>
                      </a:lnTo>
                      <a:lnTo>
                        <a:pt x="116" y="160"/>
                      </a:lnTo>
                      <a:lnTo>
                        <a:pt x="120" y="160"/>
                      </a:lnTo>
                      <a:lnTo>
                        <a:pt x="124" y="160"/>
                      </a:lnTo>
                      <a:lnTo>
                        <a:pt x="128" y="160"/>
                      </a:lnTo>
                      <a:lnTo>
                        <a:pt x="132" y="160"/>
                      </a:lnTo>
                      <a:lnTo>
                        <a:pt x="132" y="164"/>
                      </a:lnTo>
                      <a:lnTo>
                        <a:pt x="132" y="168"/>
                      </a:lnTo>
                      <a:lnTo>
                        <a:pt x="136" y="168"/>
                      </a:lnTo>
                      <a:lnTo>
                        <a:pt x="140" y="168"/>
                      </a:lnTo>
                      <a:lnTo>
                        <a:pt x="142" y="168"/>
                      </a:lnTo>
                      <a:lnTo>
                        <a:pt x="146" y="168"/>
                      </a:lnTo>
                      <a:lnTo>
                        <a:pt x="150" y="168"/>
                      </a:lnTo>
                      <a:lnTo>
                        <a:pt x="150" y="164"/>
                      </a:lnTo>
                      <a:lnTo>
                        <a:pt x="154" y="160"/>
                      </a:lnTo>
                      <a:lnTo>
                        <a:pt x="154" y="164"/>
                      </a:lnTo>
                      <a:lnTo>
                        <a:pt x="154" y="168"/>
                      </a:lnTo>
                      <a:lnTo>
                        <a:pt x="154" y="172"/>
                      </a:lnTo>
                      <a:lnTo>
                        <a:pt x="154" y="174"/>
                      </a:lnTo>
                      <a:lnTo>
                        <a:pt x="154" y="178"/>
                      </a:lnTo>
                      <a:lnTo>
                        <a:pt x="154" y="182"/>
                      </a:lnTo>
                      <a:lnTo>
                        <a:pt x="154" y="186"/>
                      </a:lnTo>
                      <a:lnTo>
                        <a:pt x="158" y="186"/>
                      </a:lnTo>
                      <a:lnTo>
                        <a:pt x="162" y="186"/>
                      </a:lnTo>
                      <a:lnTo>
                        <a:pt x="166" y="186"/>
                      </a:lnTo>
                      <a:lnTo>
                        <a:pt x="168" y="186"/>
                      </a:lnTo>
                      <a:lnTo>
                        <a:pt x="172" y="190"/>
                      </a:lnTo>
                      <a:lnTo>
                        <a:pt x="172" y="194"/>
                      </a:lnTo>
                      <a:lnTo>
                        <a:pt x="172" y="198"/>
                      </a:lnTo>
                      <a:lnTo>
                        <a:pt x="176" y="200"/>
                      </a:lnTo>
                      <a:lnTo>
                        <a:pt x="176" y="204"/>
                      </a:lnTo>
                      <a:lnTo>
                        <a:pt x="180" y="204"/>
                      </a:lnTo>
                      <a:lnTo>
                        <a:pt x="180" y="208"/>
                      </a:lnTo>
                      <a:lnTo>
                        <a:pt x="180" y="212"/>
                      </a:lnTo>
                      <a:lnTo>
                        <a:pt x="180" y="216"/>
                      </a:lnTo>
                      <a:lnTo>
                        <a:pt x="176" y="216"/>
                      </a:lnTo>
                      <a:lnTo>
                        <a:pt x="176" y="220"/>
                      </a:lnTo>
                      <a:lnTo>
                        <a:pt x="176" y="224"/>
                      </a:lnTo>
                      <a:lnTo>
                        <a:pt x="176" y="228"/>
                      </a:lnTo>
                      <a:lnTo>
                        <a:pt x="176" y="230"/>
                      </a:lnTo>
                      <a:lnTo>
                        <a:pt x="176" y="234"/>
                      </a:lnTo>
                      <a:lnTo>
                        <a:pt x="176" y="238"/>
                      </a:lnTo>
                      <a:lnTo>
                        <a:pt x="180" y="238"/>
                      </a:lnTo>
                      <a:lnTo>
                        <a:pt x="180" y="242"/>
                      </a:lnTo>
                      <a:lnTo>
                        <a:pt x="176" y="242"/>
                      </a:lnTo>
                      <a:lnTo>
                        <a:pt x="176" y="246"/>
                      </a:lnTo>
                      <a:lnTo>
                        <a:pt x="172" y="250"/>
                      </a:lnTo>
                      <a:lnTo>
                        <a:pt x="172" y="254"/>
                      </a:lnTo>
                      <a:lnTo>
                        <a:pt x="172" y="256"/>
                      </a:lnTo>
                      <a:lnTo>
                        <a:pt x="176" y="256"/>
                      </a:lnTo>
                      <a:lnTo>
                        <a:pt x="176" y="260"/>
                      </a:lnTo>
                      <a:lnTo>
                        <a:pt x="172" y="260"/>
                      </a:lnTo>
                      <a:lnTo>
                        <a:pt x="172" y="264"/>
                      </a:lnTo>
                      <a:lnTo>
                        <a:pt x="172" y="268"/>
                      </a:lnTo>
                      <a:lnTo>
                        <a:pt x="172" y="276"/>
                      </a:lnTo>
                      <a:lnTo>
                        <a:pt x="176" y="276"/>
                      </a:lnTo>
                      <a:lnTo>
                        <a:pt x="180" y="280"/>
                      </a:lnTo>
                      <a:lnTo>
                        <a:pt x="176" y="280"/>
                      </a:lnTo>
                      <a:lnTo>
                        <a:pt x="176" y="284"/>
                      </a:lnTo>
                      <a:lnTo>
                        <a:pt x="176" y="286"/>
                      </a:lnTo>
                      <a:lnTo>
                        <a:pt x="172" y="286"/>
                      </a:lnTo>
                      <a:lnTo>
                        <a:pt x="172" y="290"/>
                      </a:lnTo>
                      <a:lnTo>
                        <a:pt x="168" y="290"/>
                      </a:lnTo>
                      <a:lnTo>
                        <a:pt x="168" y="294"/>
                      </a:lnTo>
                      <a:lnTo>
                        <a:pt x="168" y="298"/>
                      </a:lnTo>
                      <a:lnTo>
                        <a:pt x="168" y="298"/>
                      </a:lnTo>
                      <a:lnTo>
                        <a:pt x="168" y="298"/>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245" name="Freeform 187">
                  <a:extLst>
                    <a:ext uri="{FF2B5EF4-FFF2-40B4-BE49-F238E27FC236}">
                      <a16:creationId xmlns:a16="http://schemas.microsoft.com/office/drawing/2014/main" id="{B2A68F29-1F03-7CA9-2161-E3B6478D82A4}"/>
                    </a:ext>
                  </a:extLst>
                </p:cNvPr>
                <p:cNvSpPr>
                  <a:spLocks/>
                </p:cNvSpPr>
                <p:nvPr/>
              </p:nvSpPr>
              <p:spPr bwMode="gray">
                <a:xfrm>
                  <a:off x="3373748" y="4342299"/>
                  <a:ext cx="97399" cy="121748"/>
                </a:xfrm>
                <a:custGeom>
                  <a:avLst/>
                  <a:gdLst>
                    <a:gd name="T0" fmla="*/ 42 w 56"/>
                    <a:gd name="T1" fmla="*/ 4 h 70"/>
                    <a:gd name="T2" fmla="*/ 42 w 56"/>
                    <a:gd name="T3" fmla="*/ 4 h 70"/>
                    <a:gd name="T4" fmla="*/ 42 w 56"/>
                    <a:gd name="T5" fmla="*/ 0 h 70"/>
                    <a:gd name="T6" fmla="*/ 46 w 56"/>
                    <a:gd name="T7" fmla="*/ 0 h 70"/>
                    <a:gd name="T8" fmla="*/ 52 w 56"/>
                    <a:gd name="T9" fmla="*/ 4 h 70"/>
                    <a:gd name="T10" fmla="*/ 56 w 56"/>
                    <a:gd name="T11" fmla="*/ 4 h 70"/>
                    <a:gd name="T12" fmla="*/ 56 w 56"/>
                    <a:gd name="T13" fmla="*/ 6 h 70"/>
                    <a:gd name="T14" fmla="*/ 52 w 56"/>
                    <a:gd name="T15" fmla="*/ 10 h 70"/>
                    <a:gd name="T16" fmla="*/ 52 w 56"/>
                    <a:gd name="T17" fmla="*/ 10 h 70"/>
                    <a:gd name="T18" fmla="*/ 52 w 56"/>
                    <a:gd name="T19" fmla="*/ 14 h 70"/>
                    <a:gd name="T20" fmla="*/ 48 w 56"/>
                    <a:gd name="T21" fmla="*/ 22 h 70"/>
                    <a:gd name="T22" fmla="*/ 48 w 56"/>
                    <a:gd name="T23" fmla="*/ 26 h 70"/>
                    <a:gd name="T24" fmla="*/ 48 w 56"/>
                    <a:gd name="T25" fmla="*/ 26 h 70"/>
                    <a:gd name="T26" fmla="*/ 52 w 56"/>
                    <a:gd name="T27" fmla="*/ 34 h 70"/>
                    <a:gd name="T28" fmla="*/ 56 w 56"/>
                    <a:gd name="T29" fmla="*/ 40 h 70"/>
                    <a:gd name="T30" fmla="*/ 56 w 56"/>
                    <a:gd name="T31" fmla="*/ 44 h 70"/>
                    <a:gd name="T32" fmla="*/ 52 w 56"/>
                    <a:gd name="T33" fmla="*/ 48 h 70"/>
                    <a:gd name="T34" fmla="*/ 52 w 56"/>
                    <a:gd name="T35" fmla="*/ 56 h 70"/>
                    <a:gd name="T36" fmla="*/ 52 w 56"/>
                    <a:gd name="T37" fmla="*/ 56 h 70"/>
                    <a:gd name="T38" fmla="*/ 48 w 56"/>
                    <a:gd name="T39" fmla="*/ 60 h 70"/>
                    <a:gd name="T40" fmla="*/ 46 w 56"/>
                    <a:gd name="T41" fmla="*/ 64 h 70"/>
                    <a:gd name="T42" fmla="*/ 46 w 56"/>
                    <a:gd name="T43" fmla="*/ 60 h 70"/>
                    <a:gd name="T44" fmla="*/ 46 w 56"/>
                    <a:gd name="T45" fmla="*/ 60 h 70"/>
                    <a:gd name="T46" fmla="*/ 34 w 56"/>
                    <a:gd name="T47" fmla="*/ 60 h 70"/>
                    <a:gd name="T48" fmla="*/ 30 w 56"/>
                    <a:gd name="T49" fmla="*/ 60 h 70"/>
                    <a:gd name="T50" fmla="*/ 26 w 56"/>
                    <a:gd name="T51" fmla="*/ 60 h 70"/>
                    <a:gd name="T52" fmla="*/ 30 w 56"/>
                    <a:gd name="T53" fmla="*/ 66 h 70"/>
                    <a:gd name="T54" fmla="*/ 30 w 56"/>
                    <a:gd name="T55" fmla="*/ 70 h 70"/>
                    <a:gd name="T56" fmla="*/ 26 w 56"/>
                    <a:gd name="T57" fmla="*/ 70 h 70"/>
                    <a:gd name="T58" fmla="*/ 22 w 56"/>
                    <a:gd name="T59" fmla="*/ 70 h 70"/>
                    <a:gd name="T60" fmla="*/ 18 w 56"/>
                    <a:gd name="T61" fmla="*/ 66 h 70"/>
                    <a:gd name="T62" fmla="*/ 14 w 56"/>
                    <a:gd name="T63" fmla="*/ 60 h 70"/>
                    <a:gd name="T64" fmla="*/ 12 w 56"/>
                    <a:gd name="T65" fmla="*/ 52 h 70"/>
                    <a:gd name="T66" fmla="*/ 12 w 56"/>
                    <a:gd name="T67" fmla="*/ 48 h 70"/>
                    <a:gd name="T68" fmla="*/ 12 w 56"/>
                    <a:gd name="T69" fmla="*/ 44 h 70"/>
                    <a:gd name="T70" fmla="*/ 4 w 56"/>
                    <a:gd name="T71" fmla="*/ 44 h 70"/>
                    <a:gd name="T72" fmla="*/ 4 w 56"/>
                    <a:gd name="T73" fmla="*/ 40 h 70"/>
                    <a:gd name="T74" fmla="*/ 4 w 56"/>
                    <a:gd name="T75" fmla="*/ 40 h 70"/>
                    <a:gd name="T76" fmla="*/ 0 w 56"/>
                    <a:gd name="T77" fmla="*/ 36 h 70"/>
                    <a:gd name="T78" fmla="*/ 0 w 56"/>
                    <a:gd name="T79" fmla="*/ 36 h 70"/>
                    <a:gd name="T80" fmla="*/ 0 w 56"/>
                    <a:gd name="T81" fmla="*/ 30 h 70"/>
                    <a:gd name="T82" fmla="*/ 0 w 56"/>
                    <a:gd name="T83" fmla="*/ 30 h 70"/>
                    <a:gd name="T84" fmla="*/ 0 w 56"/>
                    <a:gd name="T85" fmla="*/ 22 h 70"/>
                    <a:gd name="T86" fmla="*/ 0 w 56"/>
                    <a:gd name="T87" fmla="*/ 22 h 70"/>
                    <a:gd name="T88" fmla="*/ 4 w 56"/>
                    <a:gd name="T89" fmla="*/ 18 h 70"/>
                    <a:gd name="T90" fmla="*/ 8 w 56"/>
                    <a:gd name="T91" fmla="*/ 18 h 70"/>
                    <a:gd name="T92" fmla="*/ 12 w 56"/>
                    <a:gd name="T93" fmla="*/ 14 h 70"/>
                    <a:gd name="T94" fmla="*/ 12 w 56"/>
                    <a:gd name="T95" fmla="*/ 14 h 70"/>
                    <a:gd name="T96" fmla="*/ 8 w 56"/>
                    <a:gd name="T97" fmla="*/ 10 h 70"/>
                    <a:gd name="T98" fmla="*/ 12 w 56"/>
                    <a:gd name="T99" fmla="*/ 6 h 70"/>
                    <a:gd name="T100" fmla="*/ 12 w 56"/>
                    <a:gd name="T101" fmla="*/ 4 h 70"/>
                    <a:gd name="T102" fmla="*/ 18 w 56"/>
                    <a:gd name="T103" fmla="*/ 0 h 70"/>
                    <a:gd name="T104" fmla="*/ 26 w 56"/>
                    <a:gd name="T105" fmla="*/ 0 h 70"/>
                    <a:gd name="T106" fmla="*/ 30 w 56"/>
                    <a:gd name="T107" fmla="*/ 4 h 70"/>
                    <a:gd name="T108" fmla="*/ 30 w 56"/>
                    <a:gd name="T109" fmla="*/ 4 h 70"/>
                    <a:gd name="T110" fmla="*/ 30 w 56"/>
                    <a:gd name="T111" fmla="*/ 0 h 70"/>
                    <a:gd name="T112" fmla="*/ 38 w 56"/>
                    <a:gd name="T113" fmla="*/ 0 h 70"/>
                    <a:gd name="T114" fmla="*/ 38 w 56"/>
                    <a:gd name="T115" fmla="*/ 0 h 70"/>
                    <a:gd name="T116" fmla="*/ 42 w 56"/>
                    <a:gd name="T117" fmla="*/ 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56" h="70">
                      <a:moveTo>
                        <a:pt x="42" y="4"/>
                      </a:moveTo>
                      <a:lnTo>
                        <a:pt x="42" y="4"/>
                      </a:lnTo>
                      <a:lnTo>
                        <a:pt x="42" y="4"/>
                      </a:lnTo>
                      <a:lnTo>
                        <a:pt x="42" y="4"/>
                      </a:lnTo>
                      <a:lnTo>
                        <a:pt x="46" y="4"/>
                      </a:lnTo>
                      <a:lnTo>
                        <a:pt x="46" y="4"/>
                      </a:lnTo>
                      <a:lnTo>
                        <a:pt x="42" y="4"/>
                      </a:lnTo>
                      <a:lnTo>
                        <a:pt x="42" y="4"/>
                      </a:lnTo>
                      <a:lnTo>
                        <a:pt x="42" y="0"/>
                      </a:lnTo>
                      <a:lnTo>
                        <a:pt x="42" y="0"/>
                      </a:lnTo>
                      <a:lnTo>
                        <a:pt x="42" y="0"/>
                      </a:lnTo>
                      <a:lnTo>
                        <a:pt x="42" y="0"/>
                      </a:lnTo>
                      <a:lnTo>
                        <a:pt x="42" y="0"/>
                      </a:lnTo>
                      <a:lnTo>
                        <a:pt x="46" y="0"/>
                      </a:lnTo>
                      <a:lnTo>
                        <a:pt x="46" y="0"/>
                      </a:lnTo>
                      <a:lnTo>
                        <a:pt x="46" y="0"/>
                      </a:lnTo>
                      <a:lnTo>
                        <a:pt x="48" y="0"/>
                      </a:lnTo>
                      <a:lnTo>
                        <a:pt x="52" y="0"/>
                      </a:lnTo>
                      <a:lnTo>
                        <a:pt x="52" y="0"/>
                      </a:lnTo>
                      <a:lnTo>
                        <a:pt x="52" y="4"/>
                      </a:lnTo>
                      <a:lnTo>
                        <a:pt x="52" y="4"/>
                      </a:lnTo>
                      <a:lnTo>
                        <a:pt x="56" y="4"/>
                      </a:lnTo>
                      <a:lnTo>
                        <a:pt x="56" y="4"/>
                      </a:lnTo>
                      <a:lnTo>
                        <a:pt x="56" y="4"/>
                      </a:lnTo>
                      <a:lnTo>
                        <a:pt x="56" y="6"/>
                      </a:lnTo>
                      <a:lnTo>
                        <a:pt x="56" y="6"/>
                      </a:lnTo>
                      <a:lnTo>
                        <a:pt x="56" y="6"/>
                      </a:lnTo>
                      <a:lnTo>
                        <a:pt x="56" y="6"/>
                      </a:lnTo>
                      <a:lnTo>
                        <a:pt x="56" y="6"/>
                      </a:lnTo>
                      <a:lnTo>
                        <a:pt x="56" y="10"/>
                      </a:lnTo>
                      <a:lnTo>
                        <a:pt x="56" y="10"/>
                      </a:lnTo>
                      <a:lnTo>
                        <a:pt x="52" y="10"/>
                      </a:lnTo>
                      <a:lnTo>
                        <a:pt x="52" y="10"/>
                      </a:lnTo>
                      <a:lnTo>
                        <a:pt x="52" y="10"/>
                      </a:lnTo>
                      <a:lnTo>
                        <a:pt x="52" y="10"/>
                      </a:lnTo>
                      <a:lnTo>
                        <a:pt x="52" y="10"/>
                      </a:lnTo>
                      <a:lnTo>
                        <a:pt x="52" y="14"/>
                      </a:lnTo>
                      <a:lnTo>
                        <a:pt x="52" y="14"/>
                      </a:lnTo>
                      <a:lnTo>
                        <a:pt x="52" y="14"/>
                      </a:lnTo>
                      <a:lnTo>
                        <a:pt x="52" y="14"/>
                      </a:lnTo>
                      <a:lnTo>
                        <a:pt x="48" y="14"/>
                      </a:lnTo>
                      <a:lnTo>
                        <a:pt x="48" y="18"/>
                      </a:lnTo>
                      <a:lnTo>
                        <a:pt x="48" y="18"/>
                      </a:lnTo>
                      <a:lnTo>
                        <a:pt x="48" y="22"/>
                      </a:lnTo>
                      <a:lnTo>
                        <a:pt x="48" y="22"/>
                      </a:lnTo>
                      <a:lnTo>
                        <a:pt x="48" y="22"/>
                      </a:lnTo>
                      <a:lnTo>
                        <a:pt x="48" y="22"/>
                      </a:lnTo>
                      <a:lnTo>
                        <a:pt x="48" y="26"/>
                      </a:lnTo>
                      <a:lnTo>
                        <a:pt x="48" y="26"/>
                      </a:lnTo>
                      <a:lnTo>
                        <a:pt x="48" y="26"/>
                      </a:lnTo>
                      <a:lnTo>
                        <a:pt x="48" y="26"/>
                      </a:lnTo>
                      <a:lnTo>
                        <a:pt x="48" y="26"/>
                      </a:lnTo>
                      <a:lnTo>
                        <a:pt x="52" y="30"/>
                      </a:lnTo>
                      <a:lnTo>
                        <a:pt x="52" y="30"/>
                      </a:lnTo>
                      <a:lnTo>
                        <a:pt x="52" y="34"/>
                      </a:lnTo>
                      <a:lnTo>
                        <a:pt x="52" y="34"/>
                      </a:lnTo>
                      <a:lnTo>
                        <a:pt x="52" y="36"/>
                      </a:lnTo>
                      <a:lnTo>
                        <a:pt x="56" y="36"/>
                      </a:lnTo>
                      <a:lnTo>
                        <a:pt x="56" y="36"/>
                      </a:lnTo>
                      <a:lnTo>
                        <a:pt x="56" y="40"/>
                      </a:lnTo>
                      <a:lnTo>
                        <a:pt x="56" y="40"/>
                      </a:lnTo>
                      <a:lnTo>
                        <a:pt x="56" y="44"/>
                      </a:lnTo>
                      <a:lnTo>
                        <a:pt x="56" y="44"/>
                      </a:lnTo>
                      <a:lnTo>
                        <a:pt x="56" y="44"/>
                      </a:lnTo>
                      <a:lnTo>
                        <a:pt x="56" y="44"/>
                      </a:lnTo>
                      <a:lnTo>
                        <a:pt x="52" y="48"/>
                      </a:lnTo>
                      <a:lnTo>
                        <a:pt x="52" y="48"/>
                      </a:lnTo>
                      <a:lnTo>
                        <a:pt x="52" y="48"/>
                      </a:lnTo>
                      <a:lnTo>
                        <a:pt x="52" y="48"/>
                      </a:lnTo>
                      <a:lnTo>
                        <a:pt x="52" y="52"/>
                      </a:lnTo>
                      <a:lnTo>
                        <a:pt x="52" y="52"/>
                      </a:lnTo>
                      <a:lnTo>
                        <a:pt x="52" y="56"/>
                      </a:lnTo>
                      <a:lnTo>
                        <a:pt x="52" y="56"/>
                      </a:lnTo>
                      <a:lnTo>
                        <a:pt x="52" y="56"/>
                      </a:lnTo>
                      <a:lnTo>
                        <a:pt x="52" y="56"/>
                      </a:lnTo>
                      <a:lnTo>
                        <a:pt x="52" y="56"/>
                      </a:lnTo>
                      <a:lnTo>
                        <a:pt x="52" y="60"/>
                      </a:lnTo>
                      <a:lnTo>
                        <a:pt x="52" y="60"/>
                      </a:lnTo>
                      <a:lnTo>
                        <a:pt x="52" y="60"/>
                      </a:lnTo>
                      <a:lnTo>
                        <a:pt x="48" y="60"/>
                      </a:lnTo>
                      <a:lnTo>
                        <a:pt x="48" y="64"/>
                      </a:lnTo>
                      <a:lnTo>
                        <a:pt x="48" y="64"/>
                      </a:lnTo>
                      <a:lnTo>
                        <a:pt x="48" y="64"/>
                      </a:lnTo>
                      <a:lnTo>
                        <a:pt x="46" y="64"/>
                      </a:lnTo>
                      <a:lnTo>
                        <a:pt x="46" y="64"/>
                      </a:lnTo>
                      <a:lnTo>
                        <a:pt x="46" y="64"/>
                      </a:lnTo>
                      <a:lnTo>
                        <a:pt x="46" y="60"/>
                      </a:lnTo>
                      <a:lnTo>
                        <a:pt x="46" y="60"/>
                      </a:lnTo>
                      <a:lnTo>
                        <a:pt x="46" y="60"/>
                      </a:lnTo>
                      <a:lnTo>
                        <a:pt x="46" y="60"/>
                      </a:lnTo>
                      <a:lnTo>
                        <a:pt x="46" y="60"/>
                      </a:lnTo>
                      <a:lnTo>
                        <a:pt x="46" y="60"/>
                      </a:lnTo>
                      <a:lnTo>
                        <a:pt x="42" y="60"/>
                      </a:lnTo>
                      <a:lnTo>
                        <a:pt x="42" y="60"/>
                      </a:lnTo>
                      <a:lnTo>
                        <a:pt x="42" y="60"/>
                      </a:lnTo>
                      <a:lnTo>
                        <a:pt x="34" y="60"/>
                      </a:lnTo>
                      <a:lnTo>
                        <a:pt x="34" y="64"/>
                      </a:lnTo>
                      <a:lnTo>
                        <a:pt x="30" y="60"/>
                      </a:lnTo>
                      <a:lnTo>
                        <a:pt x="30" y="60"/>
                      </a:lnTo>
                      <a:lnTo>
                        <a:pt x="30" y="60"/>
                      </a:lnTo>
                      <a:lnTo>
                        <a:pt x="30" y="60"/>
                      </a:lnTo>
                      <a:lnTo>
                        <a:pt x="30" y="60"/>
                      </a:lnTo>
                      <a:lnTo>
                        <a:pt x="30" y="60"/>
                      </a:lnTo>
                      <a:lnTo>
                        <a:pt x="26" y="60"/>
                      </a:lnTo>
                      <a:lnTo>
                        <a:pt x="26" y="64"/>
                      </a:lnTo>
                      <a:lnTo>
                        <a:pt x="26" y="64"/>
                      </a:lnTo>
                      <a:lnTo>
                        <a:pt x="26" y="64"/>
                      </a:lnTo>
                      <a:lnTo>
                        <a:pt x="30" y="66"/>
                      </a:lnTo>
                      <a:lnTo>
                        <a:pt x="30" y="70"/>
                      </a:lnTo>
                      <a:lnTo>
                        <a:pt x="30" y="70"/>
                      </a:lnTo>
                      <a:lnTo>
                        <a:pt x="30" y="70"/>
                      </a:lnTo>
                      <a:lnTo>
                        <a:pt x="30" y="70"/>
                      </a:lnTo>
                      <a:lnTo>
                        <a:pt x="26" y="70"/>
                      </a:lnTo>
                      <a:lnTo>
                        <a:pt x="26" y="70"/>
                      </a:lnTo>
                      <a:lnTo>
                        <a:pt x="26" y="70"/>
                      </a:lnTo>
                      <a:lnTo>
                        <a:pt x="26" y="70"/>
                      </a:lnTo>
                      <a:lnTo>
                        <a:pt x="22" y="70"/>
                      </a:lnTo>
                      <a:lnTo>
                        <a:pt x="22" y="70"/>
                      </a:lnTo>
                      <a:lnTo>
                        <a:pt x="22" y="70"/>
                      </a:lnTo>
                      <a:lnTo>
                        <a:pt x="22" y="70"/>
                      </a:lnTo>
                      <a:lnTo>
                        <a:pt x="18" y="66"/>
                      </a:lnTo>
                      <a:lnTo>
                        <a:pt x="18" y="66"/>
                      </a:lnTo>
                      <a:lnTo>
                        <a:pt x="18" y="66"/>
                      </a:lnTo>
                      <a:lnTo>
                        <a:pt x="18" y="66"/>
                      </a:lnTo>
                      <a:lnTo>
                        <a:pt x="18" y="66"/>
                      </a:lnTo>
                      <a:lnTo>
                        <a:pt x="14" y="64"/>
                      </a:lnTo>
                      <a:lnTo>
                        <a:pt x="14" y="64"/>
                      </a:lnTo>
                      <a:lnTo>
                        <a:pt x="14" y="60"/>
                      </a:lnTo>
                      <a:lnTo>
                        <a:pt x="14" y="60"/>
                      </a:lnTo>
                      <a:lnTo>
                        <a:pt x="12" y="56"/>
                      </a:lnTo>
                      <a:lnTo>
                        <a:pt x="12" y="56"/>
                      </a:lnTo>
                      <a:lnTo>
                        <a:pt x="12" y="52"/>
                      </a:lnTo>
                      <a:lnTo>
                        <a:pt x="12" y="52"/>
                      </a:lnTo>
                      <a:lnTo>
                        <a:pt x="12" y="52"/>
                      </a:lnTo>
                      <a:lnTo>
                        <a:pt x="12" y="48"/>
                      </a:lnTo>
                      <a:lnTo>
                        <a:pt x="12" y="48"/>
                      </a:lnTo>
                      <a:lnTo>
                        <a:pt x="12" y="48"/>
                      </a:lnTo>
                      <a:lnTo>
                        <a:pt x="12" y="48"/>
                      </a:lnTo>
                      <a:lnTo>
                        <a:pt x="12" y="48"/>
                      </a:lnTo>
                      <a:lnTo>
                        <a:pt x="12" y="44"/>
                      </a:lnTo>
                      <a:lnTo>
                        <a:pt x="12" y="44"/>
                      </a:lnTo>
                      <a:lnTo>
                        <a:pt x="8" y="44"/>
                      </a:lnTo>
                      <a:lnTo>
                        <a:pt x="8" y="44"/>
                      </a:lnTo>
                      <a:lnTo>
                        <a:pt x="4" y="44"/>
                      </a:lnTo>
                      <a:lnTo>
                        <a:pt x="4" y="44"/>
                      </a:lnTo>
                      <a:lnTo>
                        <a:pt x="4" y="44"/>
                      </a:lnTo>
                      <a:lnTo>
                        <a:pt x="4" y="44"/>
                      </a:lnTo>
                      <a:lnTo>
                        <a:pt x="4" y="40"/>
                      </a:lnTo>
                      <a:lnTo>
                        <a:pt x="4" y="40"/>
                      </a:lnTo>
                      <a:lnTo>
                        <a:pt x="4" y="40"/>
                      </a:lnTo>
                      <a:lnTo>
                        <a:pt x="4" y="40"/>
                      </a:lnTo>
                      <a:lnTo>
                        <a:pt x="4" y="40"/>
                      </a:lnTo>
                      <a:lnTo>
                        <a:pt x="4" y="40"/>
                      </a:lnTo>
                      <a:lnTo>
                        <a:pt x="0" y="40"/>
                      </a:lnTo>
                      <a:lnTo>
                        <a:pt x="0" y="36"/>
                      </a:lnTo>
                      <a:lnTo>
                        <a:pt x="0" y="36"/>
                      </a:lnTo>
                      <a:lnTo>
                        <a:pt x="0" y="36"/>
                      </a:lnTo>
                      <a:lnTo>
                        <a:pt x="0" y="36"/>
                      </a:lnTo>
                      <a:lnTo>
                        <a:pt x="0" y="36"/>
                      </a:lnTo>
                      <a:lnTo>
                        <a:pt x="0" y="36"/>
                      </a:lnTo>
                      <a:lnTo>
                        <a:pt x="0" y="34"/>
                      </a:lnTo>
                      <a:lnTo>
                        <a:pt x="0" y="34"/>
                      </a:lnTo>
                      <a:lnTo>
                        <a:pt x="0" y="34"/>
                      </a:lnTo>
                      <a:lnTo>
                        <a:pt x="0" y="30"/>
                      </a:lnTo>
                      <a:lnTo>
                        <a:pt x="0" y="30"/>
                      </a:lnTo>
                      <a:lnTo>
                        <a:pt x="0" y="30"/>
                      </a:lnTo>
                      <a:lnTo>
                        <a:pt x="0" y="30"/>
                      </a:lnTo>
                      <a:lnTo>
                        <a:pt x="0" y="30"/>
                      </a:lnTo>
                      <a:lnTo>
                        <a:pt x="0" y="30"/>
                      </a:lnTo>
                      <a:lnTo>
                        <a:pt x="0" y="30"/>
                      </a:lnTo>
                      <a:lnTo>
                        <a:pt x="0" y="26"/>
                      </a:lnTo>
                      <a:lnTo>
                        <a:pt x="0" y="22"/>
                      </a:lnTo>
                      <a:lnTo>
                        <a:pt x="4" y="22"/>
                      </a:lnTo>
                      <a:lnTo>
                        <a:pt x="0" y="22"/>
                      </a:lnTo>
                      <a:lnTo>
                        <a:pt x="0" y="22"/>
                      </a:lnTo>
                      <a:lnTo>
                        <a:pt x="0" y="22"/>
                      </a:lnTo>
                      <a:lnTo>
                        <a:pt x="0" y="18"/>
                      </a:lnTo>
                      <a:lnTo>
                        <a:pt x="0" y="18"/>
                      </a:lnTo>
                      <a:lnTo>
                        <a:pt x="4" y="18"/>
                      </a:lnTo>
                      <a:lnTo>
                        <a:pt x="4" y="18"/>
                      </a:lnTo>
                      <a:lnTo>
                        <a:pt x="4" y="18"/>
                      </a:lnTo>
                      <a:lnTo>
                        <a:pt x="4" y="18"/>
                      </a:lnTo>
                      <a:lnTo>
                        <a:pt x="8" y="18"/>
                      </a:lnTo>
                      <a:lnTo>
                        <a:pt x="8" y="18"/>
                      </a:lnTo>
                      <a:lnTo>
                        <a:pt x="8" y="14"/>
                      </a:lnTo>
                      <a:lnTo>
                        <a:pt x="8" y="14"/>
                      </a:lnTo>
                      <a:lnTo>
                        <a:pt x="12" y="14"/>
                      </a:lnTo>
                      <a:lnTo>
                        <a:pt x="12" y="14"/>
                      </a:lnTo>
                      <a:lnTo>
                        <a:pt x="12" y="14"/>
                      </a:lnTo>
                      <a:lnTo>
                        <a:pt x="12" y="14"/>
                      </a:lnTo>
                      <a:lnTo>
                        <a:pt x="12" y="14"/>
                      </a:lnTo>
                      <a:lnTo>
                        <a:pt x="12" y="14"/>
                      </a:lnTo>
                      <a:lnTo>
                        <a:pt x="12" y="10"/>
                      </a:lnTo>
                      <a:lnTo>
                        <a:pt x="12" y="14"/>
                      </a:lnTo>
                      <a:lnTo>
                        <a:pt x="12" y="14"/>
                      </a:lnTo>
                      <a:lnTo>
                        <a:pt x="8" y="10"/>
                      </a:lnTo>
                      <a:lnTo>
                        <a:pt x="12" y="10"/>
                      </a:lnTo>
                      <a:lnTo>
                        <a:pt x="12" y="10"/>
                      </a:lnTo>
                      <a:lnTo>
                        <a:pt x="12" y="6"/>
                      </a:lnTo>
                      <a:lnTo>
                        <a:pt x="12" y="6"/>
                      </a:lnTo>
                      <a:lnTo>
                        <a:pt x="12" y="6"/>
                      </a:lnTo>
                      <a:lnTo>
                        <a:pt x="12" y="4"/>
                      </a:lnTo>
                      <a:lnTo>
                        <a:pt x="12" y="4"/>
                      </a:lnTo>
                      <a:lnTo>
                        <a:pt x="12" y="4"/>
                      </a:lnTo>
                      <a:lnTo>
                        <a:pt x="12" y="0"/>
                      </a:lnTo>
                      <a:lnTo>
                        <a:pt x="14" y="0"/>
                      </a:lnTo>
                      <a:lnTo>
                        <a:pt x="14" y="0"/>
                      </a:lnTo>
                      <a:lnTo>
                        <a:pt x="18" y="0"/>
                      </a:lnTo>
                      <a:lnTo>
                        <a:pt x="18" y="0"/>
                      </a:lnTo>
                      <a:lnTo>
                        <a:pt x="18" y="0"/>
                      </a:lnTo>
                      <a:lnTo>
                        <a:pt x="22" y="0"/>
                      </a:lnTo>
                      <a:lnTo>
                        <a:pt x="26" y="0"/>
                      </a:lnTo>
                      <a:lnTo>
                        <a:pt x="26" y="4"/>
                      </a:lnTo>
                      <a:lnTo>
                        <a:pt x="30" y="4"/>
                      </a:lnTo>
                      <a:lnTo>
                        <a:pt x="30" y="4"/>
                      </a:lnTo>
                      <a:lnTo>
                        <a:pt x="30" y="4"/>
                      </a:lnTo>
                      <a:lnTo>
                        <a:pt x="30" y="4"/>
                      </a:lnTo>
                      <a:lnTo>
                        <a:pt x="30" y="4"/>
                      </a:lnTo>
                      <a:lnTo>
                        <a:pt x="30" y="4"/>
                      </a:lnTo>
                      <a:lnTo>
                        <a:pt x="30" y="4"/>
                      </a:lnTo>
                      <a:lnTo>
                        <a:pt x="30" y="4"/>
                      </a:lnTo>
                      <a:lnTo>
                        <a:pt x="30" y="0"/>
                      </a:lnTo>
                      <a:lnTo>
                        <a:pt x="30" y="0"/>
                      </a:lnTo>
                      <a:lnTo>
                        <a:pt x="30" y="0"/>
                      </a:lnTo>
                      <a:lnTo>
                        <a:pt x="34" y="0"/>
                      </a:lnTo>
                      <a:lnTo>
                        <a:pt x="34" y="0"/>
                      </a:lnTo>
                      <a:lnTo>
                        <a:pt x="38" y="0"/>
                      </a:lnTo>
                      <a:lnTo>
                        <a:pt x="38" y="0"/>
                      </a:lnTo>
                      <a:lnTo>
                        <a:pt x="38" y="0"/>
                      </a:lnTo>
                      <a:lnTo>
                        <a:pt x="38" y="0"/>
                      </a:lnTo>
                      <a:lnTo>
                        <a:pt x="38" y="0"/>
                      </a:lnTo>
                      <a:lnTo>
                        <a:pt x="38" y="0"/>
                      </a:lnTo>
                      <a:lnTo>
                        <a:pt x="42" y="0"/>
                      </a:lnTo>
                      <a:lnTo>
                        <a:pt x="42" y="4"/>
                      </a:lnTo>
                      <a:lnTo>
                        <a:pt x="42" y="4"/>
                      </a:lnTo>
                      <a:lnTo>
                        <a:pt x="42" y="4"/>
                      </a:lnTo>
                      <a:lnTo>
                        <a:pt x="42" y="4"/>
                      </a:lnTo>
                      <a:lnTo>
                        <a:pt x="42" y="4"/>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246" name="Freeform 188">
                  <a:extLst>
                    <a:ext uri="{FF2B5EF4-FFF2-40B4-BE49-F238E27FC236}">
                      <a16:creationId xmlns:a16="http://schemas.microsoft.com/office/drawing/2014/main" id="{84A86590-6E7D-4A5F-877A-1981095F66E7}"/>
                    </a:ext>
                  </a:extLst>
                </p:cNvPr>
                <p:cNvSpPr>
                  <a:spLocks/>
                </p:cNvSpPr>
                <p:nvPr/>
              </p:nvSpPr>
              <p:spPr bwMode="gray">
                <a:xfrm>
                  <a:off x="3359834" y="5438033"/>
                  <a:ext cx="135663" cy="156533"/>
                </a:xfrm>
                <a:custGeom>
                  <a:avLst/>
                  <a:gdLst>
                    <a:gd name="T0" fmla="*/ 4 w 78"/>
                    <a:gd name="T1" fmla="*/ 60 h 90"/>
                    <a:gd name="T2" fmla="*/ 4 w 78"/>
                    <a:gd name="T3" fmla="*/ 56 h 90"/>
                    <a:gd name="T4" fmla="*/ 4 w 78"/>
                    <a:gd name="T5" fmla="*/ 56 h 90"/>
                    <a:gd name="T6" fmla="*/ 8 w 78"/>
                    <a:gd name="T7" fmla="*/ 48 h 90"/>
                    <a:gd name="T8" fmla="*/ 4 w 78"/>
                    <a:gd name="T9" fmla="*/ 48 h 90"/>
                    <a:gd name="T10" fmla="*/ 4 w 78"/>
                    <a:gd name="T11" fmla="*/ 40 h 90"/>
                    <a:gd name="T12" fmla="*/ 4 w 78"/>
                    <a:gd name="T13" fmla="*/ 40 h 90"/>
                    <a:gd name="T14" fmla="*/ 4 w 78"/>
                    <a:gd name="T15" fmla="*/ 36 h 90"/>
                    <a:gd name="T16" fmla="*/ 4 w 78"/>
                    <a:gd name="T17" fmla="*/ 34 h 90"/>
                    <a:gd name="T18" fmla="*/ 4 w 78"/>
                    <a:gd name="T19" fmla="*/ 30 h 90"/>
                    <a:gd name="T20" fmla="*/ 8 w 78"/>
                    <a:gd name="T21" fmla="*/ 26 h 90"/>
                    <a:gd name="T22" fmla="*/ 8 w 78"/>
                    <a:gd name="T23" fmla="*/ 22 h 90"/>
                    <a:gd name="T24" fmla="*/ 8 w 78"/>
                    <a:gd name="T25" fmla="*/ 14 h 90"/>
                    <a:gd name="T26" fmla="*/ 12 w 78"/>
                    <a:gd name="T27" fmla="*/ 10 h 90"/>
                    <a:gd name="T28" fmla="*/ 8 w 78"/>
                    <a:gd name="T29" fmla="*/ 6 h 90"/>
                    <a:gd name="T30" fmla="*/ 12 w 78"/>
                    <a:gd name="T31" fmla="*/ 2 h 90"/>
                    <a:gd name="T32" fmla="*/ 16 w 78"/>
                    <a:gd name="T33" fmla="*/ 0 h 90"/>
                    <a:gd name="T34" fmla="*/ 16 w 78"/>
                    <a:gd name="T35" fmla="*/ 2 h 90"/>
                    <a:gd name="T36" fmla="*/ 18 w 78"/>
                    <a:gd name="T37" fmla="*/ 2 h 90"/>
                    <a:gd name="T38" fmla="*/ 18 w 78"/>
                    <a:gd name="T39" fmla="*/ 0 h 90"/>
                    <a:gd name="T40" fmla="*/ 22 w 78"/>
                    <a:gd name="T41" fmla="*/ 0 h 90"/>
                    <a:gd name="T42" fmla="*/ 26 w 78"/>
                    <a:gd name="T43" fmla="*/ 2 h 90"/>
                    <a:gd name="T44" fmla="*/ 34 w 78"/>
                    <a:gd name="T45" fmla="*/ 6 h 90"/>
                    <a:gd name="T46" fmla="*/ 38 w 78"/>
                    <a:gd name="T47" fmla="*/ 14 h 90"/>
                    <a:gd name="T48" fmla="*/ 38 w 78"/>
                    <a:gd name="T49" fmla="*/ 14 h 90"/>
                    <a:gd name="T50" fmla="*/ 42 w 78"/>
                    <a:gd name="T51" fmla="*/ 14 h 90"/>
                    <a:gd name="T52" fmla="*/ 46 w 78"/>
                    <a:gd name="T53" fmla="*/ 14 h 90"/>
                    <a:gd name="T54" fmla="*/ 48 w 78"/>
                    <a:gd name="T55" fmla="*/ 22 h 90"/>
                    <a:gd name="T56" fmla="*/ 52 w 78"/>
                    <a:gd name="T57" fmla="*/ 22 h 90"/>
                    <a:gd name="T58" fmla="*/ 52 w 78"/>
                    <a:gd name="T59" fmla="*/ 22 h 90"/>
                    <a:gd name="T60" fmla="*/ 60 w 78"/>
                    <a:gd name="T61" fmla="*/ 30 h 90"/>
                    <a:gd name="T62" fmla="*/ 64 w 78"/>
                    <a:gd name="T63" fmla="*/ 30 h 90"/>
                    <a:gd name="T64" fmla="*/ 68 w 78"/>
                    <a:gd name="T65" fmla="*/ 36 h 90"/>
                    <a:gd name="T66" fmla="*/ 72 w 78"/>
                    <a:gd name="T67" fmla="*/ 40 h 90"/>
                    <a:gd name="T68" fmla="*/ 76 w 78"/>
                    <a:gd name="T69" fmla="*/ 44 h 90"/>
                    <a:gd name="T70" fmla="*/ 76 w 78"/>
                    <a:gd name="T71" fmla="*/ 48 h 90"/>
                    <a:gd name="T72" fmla="*/ 72 w 78"/>
                    <a:gd name="T73" fmla="*/ 52 h 90"/>
                    <a:gd name="T74" fmla="*/ 72 w 78"/>
                    <a:gd name="T75" fmla="*/ 56 h 90"/>
                    <a:gd name="T76" fmla="*/ 72 w 78"/>
                    <a:gd name="T77" fmla="*/ 60 h 90"/>
                    <a:gd name="T78" fmla="*/ 72 w 78"/>
                    <a:gd name="T79" fmla="*/ 64 h 90"/>
                    <a:gd name="T80" fmla="*/ 72 w 78"/>
                    <a:gd name="T81" fmla="*/ 66 h 90"/>
                    <a:gd name="T82" fmla="*/ 72 w 78"/>
                    <a:gd name="T83" fmla="*/ 66 h 90"/>
                    <a:gd name="T84" fmla="*/ 72 w 78"/>
                    <a:gd name="T85" fmla="*/ 70 h 90"/>
                    <a:gd name="T86" fmla="*/ 68 w 78"/>
                    <a:gd name="T87" fmla="*/ 78 h 90"/>
                    <a:gd name="T88" fmla="*/ 64 w 78"/>
                    <a:gd name="T89" fmla="*/ 82 h 90"/>
                    <a:gd name="T90" fmla="*/ 60 w 78"/>
                    <a:gd name="T91" fmla="*/ 82 h 90"/>
                    <a:gd name="T92" fmla="*/ 60 w 78"/>
                    <a:gd name="T93" fmla="*/ 82 h 90"/>
                    <a:gd name="T94" fmla="*/ 52 w 78"/>
                    <a:gd name="T95" fmla="*/ 86 h 90"/>
                    <a:gd name="T96" fmla="*/ 48 w 78"/>
                    <a:gd name="T97" fmla="*/ 86 h 90"/>
                    <a:gd name="T98" fmla="*/ 46 w 78"/>
                    <a:gd name="T99" fmla="*/ 90 h 90"/>
                    <a:gd name="T100" fmla="*/ 46 w 78"/>
                    <a:gd name="T101" fmla="*/ 86 h 90"/>
                    <a:gd name="T102" fmla="*/ 38 w 78"/>
                    <a:gd name="T103" fmla="*/ 86 h 90"/>
                    <a:gd name="T104" fmla="*/ 34 w 78"/>
                    <a:gd name="T105" fmla="*/ 86 h 90"/>
                    <a:gd name="T106" fmla="*/ 30 w 78"/>
                    <a:gd name="T107" fmla="*/ 86 h 90"/>
                    <a:gd name="T108" fmla="*/ 22 w 78"/>
                    <a:gd name="T109" fmla="*/ 82 h 90"/>
                    <a:gd name="T110" fmla="*/ 16 w 78"/>
                    <a:gd name="T111" fmla="*/ 78 h 90"/>
                    <a:gd name="T112" fmla="*/ 8 w 78"/>
                    <a:gd name="T113" fmla="*/ 78 h 90"/>
                    <a:gd name="T114" fmla="*/ 4 w 78"/>
                    <a:gd name="T115" fmla="*/ 74 h 90"/>
                    <a:gd name="T116" fmla="*/ 4 w 78"/>
                    <a:gd name="T117" fmla="*/ 70 h 90"/>
                    <a:gd name="T118" fmla="*/ 0 w 78"/>
                    <a:gd name="T119" fmla="*/ 64 h 90"/>
                    <a:gd name="T120" fmla="*/ 0 w 78"/>
                    <a:gd name="T121" fmla="*/ 6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8" h="90">
                      <a:moveTo>
                        <a:pt x="0" y="60"/>
                      </a:moveTo>
                      <a:lnTo>
                        <a:pt x="0" y="60"/>
                      </a:lnTo>
                      <a:lnTo>
                        <a:pt x="0" y="60"/>
                      </a:lnTo>
                      <a:lnTo>
                        <a:pt x="0" y="60"/>
                      </a:lnTo>
                      <a:lnTo>
                        <a:pt x="4" y="60"/>
                      </a:lnTo>
                      <a:lnTo>
                        <a:pt x="4" y="56"/>
                      </a:lnTo>
                      <a:lnTo>
                        <a:pt x="4" y="56"/>
                      </a:lnTo>
                      <a:lnTo>
                        <a:pt x="4" y="56"/>
                      </a:lnTo>
                      <a:lnTo>
                        <a:pt x="4" y="56"/>
                      </a:lnTo>
                      <a:lnTo>
                        <a:pt x="4" y="56"/>
                      </a:lnTo>
                      <a:lnTo>
                        <a:pt x="4" y="56"/>
                      </a:lnTo>
                      <a:lnTo>
                        <a:pt x="4" y="56"/>
                      </a:lnTo>
                      <a:lnTo>
                        <a:pt x="4" y="56"/>
                      </a:lnTo>
                      <a:lnTo>
                        <a:pt x="4" y="56"/>
                      </a:lnTo>
                      <a:lnTo>
                        <a:pt x="4" y="56"/>
                      </a:lnTo>
                      <a:lnTo>
                        <a:pt x="4" y="56"/>
                      </a:lnTo>
                      <a:lnTo>
                        <a:pt x="4" y="52"/>
                      </a:lnTo>
                      <a:lnTo>
                        <a:pt x="8" y="52"/>
                      </a:lnTo>
                      <a:lnTo>
                        <a:pt x="8" y="52"/>
                      </a:lnTo>
                      <a:lnTo>
                        <a:pt x="8" y="48"/>
                      </a:lnTo>
                      <a:lnTo>
                        <a:pt x="8" y="48"/>
                      </a:lnTo>
                      <a:lnTo>
                        <a:pt x="8" y="48"/>
                      </a:lnTo>
                      <a:lnTo>
                        <a:pt x="4" y="48"/>
                      </a:lnTo>
                      <a:lnTo>
                        <a:pt x="4" y="48"/>
                      </a:lnTo>
                      <a:lnTo>
                        <a:pt x="4" y="48"/>
                      </a:lnTo>
                      <a:lnTo>
                        <a:pt x="4" y="48"/>
                      </a:lnTo>
                      <a:lnTo>
                        <a:pt x="4" y="48"/>
                      </a:lnTo>
                      <a:lnTo>
                        <a:pt x="4" y="44"/>
                      </a:lnTo>
                      <a:lnTo>
                        <a:pt x="4" y="44"/>
                      </a:lnTo>
                      <a:lnTo>
                        <a:pt x="4" y="40"/>
                      </a:lnTo>
                      <a:lnTo>
                        <a:pt x="4" y="40"/>
                      </a:lnTo>
                      <a:lnTo>
                        <a:pt x="4" y="40"/>
                      </a:lnTo>
                      <a:lnTo>
                        <a:pt x="4" y="40"/>
                      </a:lnTo>
                      <a:lnTo>
                        <a:pt x="4" y="40"/>
                      </a:lnTo>
                      <a:lnTo>
                        <a:pt x="4" y="40"/>
                      </a:lnTo>
                      <a:lnTo>
                        <a:pt x="8" y="40"/>
                      </a:lnTo>
                      <a:lnTo>
                        <a:pt x="8" y="36"/>
                      </a:lnTo>
                      <a:lnTo>
                        <a:pt x="8" y="36"/>
                      </a:lnTo>
                      <a:lnTo>
                        <a:pt x="4" y="36"/>
                      </a:lnTo>
                      <a:lnTo>
                        <a:pt x="4" y="36"/>
                      </a:lnTo>
                      <a:lnTo>
                        <a:pt x="4" y="36"/>
                      </a:lnTo>
                      <a:lnTo>
                        <a:pt x="4" y="36"/>
                      </a:lnTo>
                      <a:lnTo>
                        <a:pt x="4" y="36"/>
                      </a:lnTo>
                      <a:lnTo>
                        <a:pt x="4" y="34"/>
                      </a:lnTo>
                      <a:lnTo>
                        <a:pt x="4" y="34"/>
                      </a:lnTo>
                      <a:lnTo>
                        <a:pt x="4" y="34"/>
                      </a:lnTo>
                      <a:lnTo>
                        <a:pt x="4" y="30"/>
                      </a:lnTo>
                      <a:lnTo>
                        <a:pt x="4" y="30"/>
                      </a:lnTo>
                      <a:lnTo>
                        <a:pt x="4" y="30"/>
                      </a:lnTo>
                      <a:lnTo>
                        <a:pt x="4" y="30"/>
                      </a:lnTo>
                      <a:lnTo>
                        <a:pt x="8" y="30"/>
                      </a:lnTo>
                      <a:lnTo>
                        <a:pt x="8" y="30"/>
                      </a:lnTo>
                      <a:lnTo>
                        <a:pt x="8" y="30"/>
                      </a:lnTo>
                      <a:lnTo>
                        <a:pt x="8" y="26"/>
                      </a:lnTo>
                      <a:lnTo>
                        <a:pt x="8" y="26"/>
                      </a:lnTo>
                      <a:lnTo>
                        <a:pt x="8" y="26"/>
                      </a:lnTo>
                      <a:lnTo>
                        <a:pt x="8" y="26"/>
                      </a:lnTo>
                      <a:lnTo>
                        <a:pt x="8" y="26"/>
                      </a:lnTo>
                      <a:lnTo>
                        <a:pt x="8" y="26"/>
                      </a:lnTo>
                      <a:lnTo>
                        <a:pt x="8" y="22"/>
                      </a:lnTo>
                      <a:lnTo>
                        <a:pt x="8" y="22"/>
                      </a:lnTo>
                      <a:lnTo>
                        <a:pt x="8" y="22"/>
                      </a:lnTo>
                      <a:lnTo>
                        <a:pt x="8" y="22"/>
                      </a:lnTo>
                      <a:lnTo>
                        <a:pt x="8" y="18"/>
                      </a:lnTo>
                      <a:lnTo>
                        <a:pt x="8" y="14"/>
                      </a:lnTo>
                      <a:lnTo>
                        <a:pt x="12" y="10"/>
                      </a:lnTo>
                      <a:lnTo>
                        <a:pt x="12" y="10"/>
                      </a:lnTo>
                      <a:lnTo>
                        <a:pt x="12" y="10"/>
                      </a:lnTo>
                      <a:lnTo>
                        <a:pt x="12" y="10"/>
                      </a:lnTo>
                      <a:lnTo>
                        <a:pt x="12" y="10"/>
                      </a:lnTo>
                      <a:lnTo>
                        <a:pt x="12" y="10"/>
                      </a:lnTo>
                      <a:lnTo>
                        <a:pt x="8" y="6"/>
                      </a:lnTo>
                      <a:lnTo>
                        <a:pt x="8" y="6"/>
                      </a:lnTo>
                      <a:lnTo>
                        <a:pt x="8" y="6"/>
                      </a:lnTo>
                      <a:lnTo>
                        <a:pt x="8" y="6"/>
                      </a:lnTo>
                      <a:lnTo>
                        <a:pt x="8" y="6"/>
                      </a:lnTo>
                      <a:lnTo>
                        <a:pt x="8" y="6"/>
                      </a:lnTo>
                      <a:lnTo>
                        <a:pt x="12" y="2"/>
                      </a:lnTo>
                      <a:lnTo>
                        <a:pt x="12" y="2"/>
                      </a:lnTo>
                      <a:lnTo>
                        <a:pt x="12" y="2"/>
                      </a:lnTo>
                      <a:lnTo>
                        <a:pt x="12" y="2"/>
                      </a:lnTo>
                      <a:lnTo>
                        <a:pt x="12" y="2"/>
                      </a:lnTo>
                      <a:lnTo>
                        <a:pt x="12" y="0"/>
                      </a:lnTo>
                      <a:lnTo>
                        <a:pt x="12" y="0"/>
                      </a:lnTo>
                      <a:lnTo>
                        <a:pt x="16" y="0"/>
                      </a:lnTo>
                      <a:lnTo>
                        <a:pt x="16" y="0"/>
                      </a:lnTo>
                      <a:lnTo>
                        <a:pt x="16" y="0"/>
                      </a:lnTo>
                      <a:lnTo>
                        <a:pt x="16" y="0"/>
                      </a:lnTo>
                      <a:lnTo>
                        <a:pt x="16" y="2"/>
                      </a:lnTo>
                      <a:lnTo>
                        <a:pt x="16" y="2"/>
                      </a:lnTo>
                      <a:lnTo>
                        <a:pt x="16" y="0"/>
                      </a:lnTo>
                      <a:lnTo>
                        <a:pt x="16" y="0"/>
                      </a:lnTo>
                      <a:lnTo>
                        <a:pt x="18" y="2"/>
                      </a:lnTo>
                      <a:lnTo>
                        <a:pt x="18" y="2"/>
                      </a:lnTo>
                      <a:lnTo>
                        <a:pt x="18" y="2"/>
                      </a:lnTo>
                      <a:lnTo>
                        <a:pt x="18" y="2"/>
                      </a:lnTo>
                      <a:lnTo>
                        <a:pt x="18" y="2"/>
                      </a:lnTo>
                      <a:lnTo>
                        <a:pt x="18" y="0"/>
                      </a:lnTo>
                      <a:lnTo>
                        <a:pt x="18" y="0"/>
                      </a:lnTo>
                      <a:lnTo>
                        <a:pt x="18" y="0"/>
                      </a:lnTo>
                      <a:lnTo>
                        <a:pt x="18" y="0"/>
                      </a:lnTo>
                      <a:lnTo>
                        <a:pt x="18" y="0"/>
                      </a:lnTo>
                      <a:lnTo>
                        <a:pt x="22" y="0"/>
                      </a:lnTo>
                      <a:lnTo>
                        <a:pt x="22" y="0"/>
                      </a:lnTo>
                      <a:lnTo>
                        <a:pt x="22" y="0"/>
                      </a:lnTo>
                      <a:lnTo>
                        <a:pt x="22" y="0"/>
                      </a:lnTo>
                      <a:lnTo>
                        <a:pt x="26" y="0"/>
                      </a:lnTo>
                      <a:lnTo>
                        <a:pt x="26" y="2"/>
                      </a:lnTo>
                      <a:lnTo>
                        <a:pt x="26" y="2"/>
                      </a:lnTo>
                      <a:lnTo>
                        <a:pt x="26" y="2"/>
                      </a:lnTo>
                      <a:lnTo>
                        <a:pt x="30" y="2"/>
                      </a:lnTo>
                      <a:lnTo>
                        <a:pt x="30" y="2"/>
                      </a:lnTo>
                      <a:lnTo>
                        <a:pt x="30" y="6"/>
                      </a:lnTo>
                      <a:lnTo>
                        <a:pt x="30" y="6"/>
                      </a:lnTo>
                      <a:lnTo>
                        <a:pt x="34" y="6"/>
                      </a:lnTo>
                      <a:lnTo>
                        <a:pt x="34" y="6"/>
                      </a:lnTo>
                      <a:lnTo>
                        <a:pt x="34" y="10"/>
                      </a:lnTo>
                      <a:lnTo>
                        <a:pt x="38" y="10"/>
                      </a:lnTo>
                      <a:lnTo>
                        <a:pt x="38" y="10"/>
                      </a:lnTo>
                      <a:lnTo>
                        <a:pt x="38" y="14"/>
                      </a:lnTo>
                      <a:lnTo>
                        <a:pt x="34" y="14"/>
                      </a:lnTo>
                      <a:lnTo>
                        <a:pt x="34" y="14"/>
                      </a:lnTo>
                      <a:lnTo>
                        <a:pt x="34" y="14"/>
                      </a:lnTo>
                      <a:lnTo>
                        <a:pt x="34" y="14"/>
                      </a:lnTo>
                      <a:lnTo>
                        <a:pt x="38" y="14"/>
                      </a:lnTo>
                      <a:lnTo>
                        <a:pt x="38" y="14"/>
                      </a:lnTo>
                      <a:lnTo>
                        <a:pt x="38" y="14"/>
                      </a:lnTo>
                      <a:lnTo>
                        <a:pt x="38" y="14"/>
                      </a:lnTo>
                      <a:lnTo>
                        <a:pt x="38" y="14"/>
                      </a:lnTo>
                      <a:lnTo>
                        <a:pt x="42" y="14"/>
                      </a:lnTo>
                      <a:lnTo>
                        <a:pt x="42" y="10"/>
                      </a:lnTo>
                      <a:lnTo>
                        <a:pt x="42" y="10"/>
                      </a:lnTo>
                      <a:lnTo>
                        <a:pt x="42" y="10"/>
                      </a:lnTo>
                      <a:lnTo>
                        <a:pt x="42" y="14"/>
                      </a:lnTo>
                      <a:lnTo>
                        <a:pt x="46" y="14"/>
                      </a:lnTo>
                      <a:lnTo>
                        <a:pt x="46" y="14"/>
                      </a:lnTo>
                      <a:lnTo>
                        <a:pt x="46" y="14"/>
                      </a:lnTo>
                      <a:lnTo>
                        <a:pt x="46" y="18"/>
                      </a:lnTo>
                      <a:lnTo>
                        <a:pt x="46" y="18"/>
                      </a:lnTo>
                      <a:lnTo>
                        <a:pt x="48" y="22"/>
                      </a:lnTo>
                      <a:lnTo>
                        <a:pt x="48" y="22"/>
                      </a:lnTo>
                      <a:lnTo>
                        <a:pt x="48" y="22"/>
                      </a:lnTo>
                      <a:lnTo>
                        <a:pt x="52" y="22"/>
                      </a:lnTo>
                      <a:lnTo>
                        <a:pt x="52" y="22"/>
                      </a:lnTo>
                      <a:lnTo>
                        <a:pt x="52" y="22"/>
                      </a:lnTo>
                      <a:lnTo>
                        <a:pt x="52" y="22"/>
                      </a:lnTo>
                      <a:lnTo>
                        <a:pt x="52" y="22"/>
                      </a:lnTo>
                      <a:lnTo>
                        <a:pt x="52" y="22"/>
                      </a:lnTo>
                      <a:lnTo>
                        <a:pt x="52" y="22"/>
                      </a:lnTo>
                      <a:lnTo>
                        <a:pt x="52" y="22"/>
                      </a:lnTo>
                      <a:lnTo>
                        <a:pt x="56" y="22"/>
                      </a:lnTo>
                      <a:lnTo>
                        <a:pt x="56" y="26"/>
                      </a:lnTo>
                      <a:lnTo>
                        <a:pt x="56" y="26"/>
                      </a:lnTo>
                      <a:lnTo>
                        <a:pt x="56" y="26"/>
                      </a:lnTo>
                      <a:lnTo>
                        <a:pt x="60" y="30"/>
                      </a:lnTo>
                      <a:lnTo>
                        <a:pt x="60" y="30"/>
                      </a:lnTo>
                      <a:lnTo>
                        <a:pt x="60" y="30"/>
                      </a:lnTo>
                      <a:lnTo>
                        <a:pt x="60" y="30"/>
                      </a:lnTo>
                      <a:lnTo>
                        <a:pt x="60" y="30"/>
                      </a:lnTo>
                      <a:lnTo>
                        <a:pt x="64" y="30"/>
                      </a:lnTo>
                      <a:lnTo>
                        <a:pt x="64" y="30"/>
                      </a:lnTo>
                      <a:lnTo>
                        <a:pt x="64" y="34"/>
                      </a:lnTo>
                      <a:lnTo>
                        <a:pt x="68" y="34"/>
                      </a:lnTo>
                      <a:lnTo>
                        <a:pt x="68" y="34"/>
                      </a:lnTo>
                      <a:lnTo>
                        <a:pt x="68" y="36"/>
                      </a:lnTo>
                      <a:lnTo>
                        <a:pt x="68" y="36"/>
                      </a:lnTo>
                      <a:lnTo>
                        <a:pt x="68" y="40"/>
                      </a:lnTo>
                      <a:lnTo>
                        <a:pt x="68" y="40"/>
                      </a:lnTo>
                      <a:lnTo>
                        <a:pt x="72" y="40"/>
                      </a:lnTo>
                      <a:lnTo>
                        <a:pt x="72" y="40"/>
                      </a:lnTo>
                      <a:lnTo>
                        <a:pt x="72" y="40"/>
                      </a:lnTo>
                      <a:lnTo>
                        <a:pt x="72" y="40"/>
                      </a:lnTo>
                      <a:lnTo>
                        <a:pt x="72" y="44"/>
                      </a:lnTo>
                      <a:lnTo>
                        <a:pt x="72" y="44"/>
                      </a:lnTo>
                      <a:lnTo>
                        <a:pt x="76" y="44"/>
                      </a:lnTo>
                      <a:lnTo>
                        <a:pt x="76" y="44"/>
                      </a:lnTo>
                      <a:lnTo>
                        <a:pt x="76" y="44"/>
                      </a:lnTo>
                      <a:lnTo>
                        <a:pt x="76" y="44"/>
                      </a:lnTo>
                      <a:lnTo>
                        <a:pt x="78" y="48"/>
                      </a:lnTo>
                      <a:lnTo>
                        <a:pt x="76" y="48"/>
                      </a:lnTo>
                      <a:lnTo>
                        <a:pt x="76" y="48"/>
                      </a:lnTo>
                      <a:lnTo>
                        <a:pt x="76" y="52"/>
                      </a:lnTo>
                      <a:lnTo>
                        <a:pt x="72" y="52"/>
                      </a:lnTo>
                      <a:lnTo>
                        <a:pt x="72" y="52"/>
                      </a:lnTo>
                      <a:lnTo>
                        <a:pt x="72" y="52"/>
                      </a:lnTo>
                      <a:lnTo>
                        <a:pt x="72" y="52"/>
                      </a:lnTo>
                      <a:lnTo>
                        <a:pt x="72" y="56"/>
                      </a:lnTo>
                      <a:lnTo>
                        <a:pt x="72" y="56"/>
                      </a:lnTo>
                      <a:lnTo>
                        <a:pt x="72" y="56"/>
                      </a:lnTo>
                      <a:lnTo>
                        <a:pt x="72" y="56"/>
                      </a:lnTo>
                      <a:lnTo>
                        <a:pt x="72" y="56"/>
                      </a:lnTo>
                      <a:lnTo>
                        <a:pt x="72" y="56"/>
                      </a:lnTo>
                      <a:lnTo>
                        <a:pt x="72" y="56"/>
                      </a:lnTo>
                      <a:lnTo>
                        <a:pt x="72" y="60"/>
                      </a:lnTo>
                      <a:lnTo>
                        <a:pt x="72" y="60"/>
                      </a:lnTo>
                      <a:lnTo>
                        <a:pt x="72" y="60"/>
                      </a:lnTo>
                      <a:lnTo>
                        <a:pt x="72" y="60"/>
                      </a:lnTo>
                      <a:lnTo>
                        <a:pt x="72" y="60"/>
                      </a:lnTo>
                      <a:lnTo>
                        <a:pt x="72" y="64"/>
                      </a:lnTo>
                      <a:lnTo>
                        <a:pt x="72" y="64"/>
                      </a:lnTo>
                      <a:lnTo>
                        <a:pt x="72" y="64"/>
                      </a:lnTo>
                      <a:lnTo>
                        <a:pt x="72" y="64"/>
                      </a:lnTo>
                      <a:lnTo>
                        <a:pt x="72" y="64"/>
                      </a:lnTo>
                      <a:lnTo>
                        <a:pt x="72" y="66"/>
                      </a:lnTo>
                      <a:lnTo>
                        <a:pt x="72" y="66"/>
                      </a:lnTo>
                      <a:lnTo>
                        <a:pt x="72" y="66"/>
                      </a:lnTo>
                      <a:lnTo>
                        <a:pt x="72" y="66"/>
                      </a:lnTo>
                      <a:lnTo>
                        <a:pt x="72" y="66"/>
                      </a:lnTo>
                      <a:lnTo>
                        <a:pt x="72" y="66"/>
                      </a:lnTo>
                      <a:lnTo>
                        <a:pt x="72" y="66"/>
                      </a:lnTo>
                      <a:lnTo>
                        <a:pt x="72" y="66"/>
                      </a:lnTo>
                      <a:lnTo>
                        <a:pt x="72" y="70"/>
                      </a:lnTo>
                      <a:lnTo>
                        <a:pt x="72" y="70"/>
                      </a:lnTo>
                      <a:lnTo>
                        <a:pt x="72" y="70"/>
                      </a:lnTo>
                      <a:lnTo>
                        <a:pt x="72" y="70"/>
                      </a:lnTo>
                      <a:lnTo>
                        <a:pt x="72" y="74"/>
                      </a:lnTo>
                      <a:lnTo>
                        <a:pt x="68" y="74"/>
                      </a:lnTo>
                      <a:lnTo>
                        <a:pt x="68" y="74"/>
                      </a:lnTo>
                      <a:lnTo>
                        <a:pt x="68" y="74"/>
                      </a:lnTo>
                      <a:lnTo>
                        <a:pt x="68" y="78"/>
                      </a:lnTo>
                      <a:lnTo>
                        <a:pt x="68" y="78"/>
                      </a:lnTo>
                      <a:lnTo>
                        <a:pt x="64" y="78"/>
                      </a:lnTo>
                      <a:lnTo>
                        <a:pt x="64" y="78"/>
                      </a:lnTo>
                      <a:lnTo>
                        <a:pt x="64" y="82"/>
                      </a:lnTo>
                      <a:lnTo>
                        <a:pt x="64" y="82"/>
                      </a:lnTo>
                      <a:lnTo>
                        <a:pt x="64" y="82"/>
                      </a:lnTo>
                      <a:lnTo>
                        <a:pt x="64" y="82"/>
                      </a:lnTo>
                      <a:lnTo>
                        <a:pt x="60" y="82"/>
                      </a:lnTo>
                      <a:lnTo>
                        <a:pt x="60" y="82"/>
                      </a:lnTo>
                      <a:lnTo>
                        <a:pt x="60" y="82"/>
                      </a:lnTo>
                      <a:lnTo>
                        <a:pt x="60" y="82"/>
                      </a:lnTo>
                      <a:lnTo>
                        <a:pt x="60" y="82"/>
                      </a:lnTo>
                      <a:lnTo>
                        <a:pt x="60" y="82"/>
                      </a:lnTo>
                      <a:lnTo>
                        <a:pt x="60" y="82"/>
                      </a:lnTo>
                      <a:lnTo>
                        <a:pt x="60" y="82"/>
                      </a:lnTo>
                      <a:lnTo>
                        <a:pt x="60" y="86"/>
                      </a:lnTo>
                      <a:lnTo>
                        <a:pt x="56" y="86"/>
                      </a:lnTo>
                      <a:lnTo>
                        <a:pt x="56" y="86"/>
                      </a:lnTo>
                      <a:lnTo>
                        <a:pt x="56" y="86"/>
                      </a:lnTo>
                      <a:lnTo>
                        <a:pt x="52" y="86"/>
                      </a:lnTo>
                      <a:lnTo>
                        <a:pt x="52" y="86"/>
                      </a:lnTo>
                      <a:lnTo>
                        <a:pt x="52" y="90"/>
                      </a:lnTo>
                      <a:lnTo>
                        <a:pt x="52" y="90"/>
                      </a:lnTo>
                      <a:lnTo>
                        <a:pt x="48" y="90"/>
                      </a:lnTo>
                      <a:lnTo>
                        <a:pt x="48" y="86"/>
                      </a:lnTo>
                      <a:lnTo>
                        <a:pt x="48" y="86"/>
                      </a:lnTo>
                      <a:lnTo>
                        <a:pt x="48" y="86"/>
                      </a:lnTo>
                      <a:lnTo>
                        <a:pt x="48" y="86"/>
                      </a:lnTo>
                      <a:lnTo>
                        <a:pt x="46" y="90"/>
                      </a:lnTo>
                      <a:lnTo>
                        <a:pt x="46" y="90"/>
                      </a:lnTo>
                      <a:lnTo>
                        <a:pt x="46" y="86"/>
                      </a:lnTo>
                      <a:lnTo>
                        <a:pt x="46" y="86"/>
                      </a:lnTo>
                      <a:lnTo>
                        <a:pt x="46" y="86"/>
                      </a:lnTo>
                      <a:lnTo>
                        <a:pt x="46" y="86"/>
                      </a:lnTo>
                      <a:lnTo>
                        <a:pt x="46" y="86"/>
                      </a:lnTo>
                      <a:lnTo>
                        <a:pt x="46" y="86"/>
                      </a:lnTo>
                      <a:lnTo>
                        <a:pt x="42" y="86"/>
                      </a:lnTo>
                      <a:lnTo>
                        <a:pt x="42" y="86"/>
                      </a:lnTo>
                      <a:lnTo>
                        <a:pt x="38" y="86"/>
                      </a:lnTo>
                      <a:lnTo>
                        <a:pt x="38" y="86"/>
                      </a:lnTo>
                      <a:lnTo>
                        <a:pt x="38" y="86"/>
                      </a:lnTo>
                      <a:lnTo>
                        <a:pt x="38" y="86"/>
                      </a:lnTo>
                      <a:lnTo>
                        <a:pt x="38" y="86"/>
                      </a:lnTo>
                      <a:lnTo>
                        <a:pt x="34" y="86"/>
                      </a:lnTo>
                      <a:lnTo>
                        <a:pt x="34" y="86"/>
                      </a:lnTo>
                      <a:lnTo>
                        <a:pt x="34" y="86"/>
                      </a:lnTo>
                      <a:lnTo>
                        <a:pt x="34" y="90"/>
                      </a:lnTo>
                      <a:lnTo>
                        <a:pt x="30" y="90"/>
                      </a:lnTo>
                      <a:lnTo>
                        <a:pt x="30" y="86"/>
                      </a:lnTo>
                      <a:lnTo>
                        <a:pt x="30" y="86"/>
                      </a:lnTo>
                      <a:lnTo>
                        <a:pt x="30" y="86"/>
                      </a:lnTo>
                      <a:lnTo>
                        <a:pt x="30" y="86"/>
                      </a:lnTo>
                      <a:lnTo>
                        <a:pt x="26" y="86"/>
                      </a:lnTo>
                      <a:lnTo>
                        <a:pt x="22" y="82"/>
                      </a:lnTo>
                      <a:lnTo>
                        <a:pt x="22" y="82"/>
                      </a:lnTo>
                      <a:lnTo>
                        <a:pt x="18" y="78"/>
                      </a:lnTo>
                      <a:lnTo>
                        <a:pt x="18" y="78"/>
                      </a:lnTo>
                      <a:lnTo>
                        <a:pt x="18" y="78"/>
                      </a:lnTo>
                      <a:lnTo>
                        <a:pt x="16" y="78"/>
                      </a:lnTo>
                      <a:lnTo>
                        <a:pt x="16" y="78"/>
                      </a:lnTo>
                      <a:lnTo>
                        <a:pt x="12" y="78"/>
                      </a:lnTo>
                      <a:lnTo>
                        <a:pt x="12" y="78"/>
                      </a:lnTo>
                      <a:lnTo>
                        <a:pt x="8" y="78"/>
                      </a:lnTo>
                      <a:lnTo>
                        <a:pt x="8" y="78"/>
                      </a:lnTo>
                      <a:lnTo>
                        <a:pt x="8" y="78"/>
                      </a:lnTo>
                      <a:lnTo>
                        <a:pt x="8" y="78"/>
                      </a:lnTo>
                      <a:lnTo>
                        <a:pt x="8" y="74"/>
                      </a:lnTo>
                      <a:lnTo>
                        <a:pt x="8" y="74"/>
                      </a:lnTo>
                      <a:lnTo>
                        <a:pt x="4" y="74"/>
                      </a:lnTo>
                      <a:lnTo>
                        <a:pt x="4" y="74"/>
                      </a:lnTo>
                      <a:lnTo>
                        <a:pt x="4" y="70"/>
                      </a:lnTo>
                      <a:lnTo>
                        <a:pt x="4" y="70"/>
                      </a:lnTo>
                      <a:lnTo>
                        <a:pt x="4" y="70"/>
                      </a:lnTo>
                      <a:lnTo>
                        <a:pt x="4" y="70"/>
                      </a:lnTo>
                      <a:lnTo>
                        <a:pt x="4" y="70"/>
                      </a:lnTo>
                      <a:lnTo>
                        <a:pt x="0" y="70"/>
                      </a:lnTo>
                      <a:lnTo>
                        <a:pt x="0" y="66"/>
                      </a:lnTo>
                      <a:lnTo>
                        <a:pt x="0" y="66"/>
                      </a:lnTo>
                      <a:lnTo>
                        <a:pt x="0" y="66"/>
                      </a:lnTo>
                      <a:lnTo>
                        <a:pt x="0" y="64"/>
                      </a:lnTo>
                      <a:lnTo>
                        <a:pt x="0" y="64"/>
                      </a:lnTo>
                      <a:lnTo>
                        <a:pt x="0" y="64"/>
                      </a:lnTo>
                      <a:lnTo>
                        <a:pt x="0" y="64"/>
                      </a:lnTo>
                      <a:lnTo>
                        <a:pt x="0" y="60"/>
                      </a:lnTo>
                      <a:lnTo>
                        <a:pt x="0" y="60"/>
                      </a:lnTo>
                      <a:lnTo>
                        <a:pt x="0" y="60"/>
                      </a:lnTo>
                      <a:lnTo>
                        <a:pt x="0" y="60"/>
                      </a:lnTo>
                      <a:lnTo>
                        <a:pt x="0" y="60"/>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247" name="Freeform 189">
                  <a:extLst>
                    <a:ext uri="{FF2B5EF4-FFF2-40B4-BE49-F238E27FC236}">
                      <a16:creationId xmlns:a16="http://schemas.microsoft.com/office/drawing/2014/main" id="{D76D7F61-CCB3-7CD2-1A90-FAF6A09CD60A}"/>
                    </a:ext>
                  </a:extLst>
                </p:cNvPr>
                <p:cNvSpPr>
                  <a:spLocks noEditPoints="1"/>
                </p:cNvSpPr>
                <p:nvPr/>
              </p:nvSpPr>
              <p:spPr bwMode="gray">
                <a:xfrm>
                  <a:off x="2998067" y="4150980"/>
                  <a:ext cx="330460" cy="354809"/>
                </a:xfrm>
                <a:custGeom>
                  <a:avLst/>
                  <a:gdLst>
                    <a:gd name="T0" fmla="*/ 108 w 190"/>
                    <a:gd name="T1" fmla="*/ 38 h 204"/>
                    <a:gd name="T2" fmla="*/ 126 w 190"/>
                    <a:gd name="T3" fmla="*/ 30 h 204"/>
                    <a:gd name="T4" fmla="*/ 126 w 190"/>
                    <a:gd name="T5" fmla="*/ 30 h 204"/>
                    <a:gd name="T6" fmla="*/ 148 w 190"/>
                    <a:gd name="T7" fmla="*/ 28 h 204"/>
                    <a:gd name="T8" fmla="*/ 152 w 190"/>
                    <a:gd name="T9" fmla="*/ 30 h 204"/>
                    <a:gd name="T10" fmla="*/ 148 w 190"/>
                    <a:gd name="T11" fmla="*/ 34 h 204"/>
                    <a:gd name="T12" fmla="*/ 152 w 190"/>
                    <a:gd name="T13" fmla="*/ 42 h 204"/>
                    <a:gd name="T14" fmla="*/ 156 w 190"/>
                    <a:gd name="T15" fmla="*/ 42 h 204"/>
                    <a:gd name="T16" fmla="*/ 160 w 190"/>
                    <a:gd name="T17" fmla="*/ 42 h 204"/>
                    <a:gd name="T18" fmla="*/ 172 w 190"/>
                    <a:gd name="T19" fmla="*/ 46 h 204"/>
                    <a:gd name="T20" fmla="*/ 172 w 190"/>
                    <a:gd name="T21" fmla="*/ 58 h 204"/>
                    <a:gd name="T22" fmla="*/ 168 w 190"/>
                    <a:gd name="T23" fmla="*/ 68 h 204"/>
                    <a:gd name="T24" fmla="*/ 190 w 190"/>
                    <a:gd name="T25" fmla="*/ 68 h 204"/>
                    <a:gd name="T26" fmla="*/ 178 w 190"/>
                    <a:gd name="T27" fmla="*/ 84 h 204"/>
                    <a:gd name="T28" fmla="*/ 178 w 190"/>
                    <a:gd name="T29" fmla="*/ 94 h 204"/>
                    <a:gd name="T30" fmla="*/ 172 w 190"/>
                    <a:gd name="T31" fmla="*/ 106 h 204"/>
                    <a:gd name="T32" fmla="*/ 178 w 190"/>
                    <a:gd name="T33" fmla="*/ 128 h 204"/>
                    <a:gd name="T34" fmla="*/ 168 w 190"/>
                    <a:gd name="T35" fmla="*/ 140 h 204"/>
                    <a:gd name="T36" fmla="*/ 152 w 190"/>
                    <a:gd name="T37" fmla="*/ 144 h 204"/>
                    <a:gd name="T38" fmla="*/ 142 w 190"/>
                    <a:gd name="T39" fmla="*/ 144 h 204"/>
                    <a:gd name="T40" fmla="*/ 130 w 190"/>
                    <a:gd name="T41" fmla="*/ 148 h 204"/>
                    <a:gd name="T42" fmla="*/ 118 w 190"/>
                    <a:gd name="T43" fmla="*/ 140 h 204"/>
                    <a:gd name="T44" fmla="*/ 126 w 190"/>
                    <a:gd name="T45" fmla="*/ 154 h 204"/>
                    <a:gd name="T46" fmla="*/ 134 w 190"/>
                    <a:gd name="T47" fmla="*/ 170 h 204"/>
                    <a:gd name="T48" fmla="*/ 134 w 190"/>
                    <a:gd name="T49" fmla="*/ 178 h 204"/>
                    <a:gd name="T50" fmla="*/ 118 w 190"/>
                    <a:gd name="T51" fmla="*/ 192 h 204"/>
                    <a:gd name="T52" fmla="*/ 108 w 190"/>
                    <a:gd name="T53" fmla="*/ 204 h 204"/>
                    <a:gd name="T54" fmla="*/ 98 w 190"/>
                    <a:gd name="T55" fmla="*/ 200 h 204"/>
                    <a:gd name="T56" fmla="*/ 86 w 190"/>
                    <a:gd name="T57" fmla="*/ 174 h 204"/>
                    <a:gd name="T58" fmla="*/ 82 w 190"/>
                    <a:gd name="T59" fmla="*/ 154 h 204"/>
                    <a:gd name="T60" fmla="*/ 78 w 190"/>
                    <a:gd name="T61" fmla="*/ 144 h 204"/>
                    <a:gd name="T62" fmla="*/ 78 w 190"/>
                    <a:gd name="T63" fmla="*/ 120 h 204"/>
                    <a:gd name="T64" fmla="*/ 74 w 190"/>
                    <a:gd name="T65" fmla="*/ 106 h 204"/>
                    <a:gd name="T66" fmla="*/ 56 w 190"/>
                    <a:gd name="T67" fmla="*/ 106 h 204"/>
                    <a:gd name="T68" fmla="*/ 42 w 190"/>
                    <a:gd name="T69" fmla="*/ 90 h 204"/>
                    <a:gd name="T70" fmla="*/ 26 w 190"/>
                    <a:gd name="T71" fmla="*/ 90 h 204"/>
                    <a:gd name="T72" fmla="*/ 12 w 190"/>
                    <a:gd name="T73" fmla="*/ 84 h 204"/>
                    <a:gd name="T74" fmla="*/ 12 w 190"/>
                    <a:gd name="T75" fmla="*/ 68 h 204"/>
                    <a:gd name="T76" fmla="*/ 0 w 190"/>
                    <a:gd name="T77" fmla="*/ 54 h 204"/>
                    <a:gd name="T78" fmla="*/ 4 w 190"/>
                    <a:gd name="T79" fmla="*/ 34 h 204"/>
                    <a:gd name="T80" fmla="*/ 14 w 190"/>
                    <a:gd name="T81" fmla="*/ 20 h 204"/>
                    <a:gd name="T82" fmla="*/ 26 w 190"/>
                    <a:gd name="T83" fmla="*/ 12 h 204"/>
                    <a:gd name="T84" fmla="*/ 22 w 190"/>
                    <a:gd name="T85" fmla="*/ 24 h 204"/>
                    <a:gd name="T86" fmla="*/ 14 w 190"/>
                    <a:gd name="T87" fmla="*/ 42 h 204"/>
                    <a:gd name="T88" fmla="*/ 22 w 190"/>
                    <a:gd name="T89" fmla="*/ 58 h 204"/>
                    <a:gd name="T90" fmla="*/ 30 w 190"/>
                    <a:gd name="T91" fmla="*/ 38 h 204"/>
                    <a:gd name="T92" fmla="*/ 26 w 190"/>
                    <a:gd name="T93" fmla="*/ 24 h 204"/>
                    <a:gd name="T94" fmla="*/ 42 w 190"/>
                    <a:gd name="T95" fmla="*/ 16 h 204"/>
                    <a:gd name="T96" fmla="*/ 44 w 190"/>
                    <a:gd name="T97" fmla="*/ 12 h 204"/>
                    <a:gd name="T98" fmla="*/ 48 w 190"/>
                    <a:gd name="T99" fmla="*/ 8 h 204"/>
                    <a:gd name="T100" fmla="*/ 64 w 190"/>
                    <a:gd name="T101" fmla="*/ 16 h 204"/>
                    <a:gd name="T102" fmla="*/ 78 w 190"/>
                    <a:gd name="T103" fmla="*/ 30 h 204"/>
                    <a:gd name="T104" fmla="*/ 98 w 190"/>
                    <a:gd name="T105" fmla="*/ 30 h 204"/>
                    <a:gd name="T106" fmla="*/ 174 w 190"/>
                    <a:gd name="T107" fmla="*/ 58 h 204"/>
                    <a:gd name="T108" fmla="*/ 174 w 190"/>
                    <a:gd name="T109" fmla="*/ 60 h 204"/>
                    <a:gd name="T110" fmla="*/ 172 w 190"/>
                    <a:gd name="T111" fmla="*/ 64 h 204"/>
                    <a:gd name="T112" fmla="*/ 172 w 190"/>
                    <a:gd name="T113" fmla="*/ 64 h 204"/>
                    <a:gd name="T114" fmla="*/ 172 w 190"/>
                    <a:gd name="T115" fmla="*/ 64 h 204"/>
                    <a:gd name="T116" fmla="*/ 168 w 190"/>
                    <a:gd name="T117" fmla="*/ 68 h 204"/>
                    <a:gd name="T118" fmla="*/ 172 w 190"/>
                    <a:gd name="T119" fmla="*/ 64 h 204"/>
                    <a:gd name="T120" fmla="*/ 126 w 190"/>
                    <a:gd name="T121" fmla="*/ 24 h 204"/>
                    <a:gd name="T122" fmla="*/ 130 w 190"/>
                    <a:gd name="T123" fmla="*/ 28 h 204"/>
                    <a:gd name="T124" fmla="*/ 112 w 190"/>
                    <a:gd name="T125" fmla="*/ 28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90" h="204">
                      <a:moveTo>
                        <a:pt x="98" y="30"/>
                      </a:moveTo>
                      <a:lnTo>
                        <a:pt x="100" y="30"/>
                      </a:lnTo>
                      <a:lnTo>
                        <a:pt x="100" y="34"/>
                      </a:lnTo>
                      <a:lnTo>
                        <a:pt x="104" y="34"/>
                      </a:lnTo>
                      <a:lnTo>
                        <a:pt x="104" y="38"/>
                      </a:lnTo>
                      <a:lnTo>
                        <a:pt x="108" y="38"/>
                      </a:lnTo>
                      <a:lnTo>
                        <a:pt x="112" y="38"/>
                      </a:lnTo>
                      <a:lnTo>
                        <a:pt x="116" y="38"/>
                      </a:lnTo>
                      <a:lnTo>
                        <a:pt x="118" y="38"/>
                      </a:lnTo>
                      <a:lnTo>
                        <a:pt x="122" y="34"/>
                      </a:lnTo>
                      <a:lnTo>
                        <a:pt x="126" y="34"/>
                      </a:lnTo>
                      <a:lnTo>
                        <a:pt x="126" y="30"/>
                      </a:lnTo>
                      <a:lnTo>
                        <a:pt x="130" y="30"/>
                      </a:lnTo>
                      <a:lnTo>
                        <a:pt x="130" y="34"/>
                      </a:lnTo>
                      <a:lnTo>
                        <a:pt x="134" y="34"/>
                      </a:lnTo>
                      <a:lnTo>
                        <a:pt x="134" y="30"/>
                      </a:lnTo>
                      <a:lnTo>
                        <a:pt x="130" y="30"/>
                      </a:lnTo>
                      <a:lnTo>
                        <a:pt x="126" y="30"/>
                      </a:lnTo>
                      <a:lnTo>
                        <a:pt x="130" y="30"/>
                      </a:lnTo>
                      <a:lnTo>
                        <a:pt x="134" y="30"/>
                      </a:lnTo>
                      <a:lnTo>
                        <a:pt x="138" y="30"/>
                      </a:lnTo>
                      <a:lnTo>
                        <a:pt x="142" y="28"/>
                      </a:lnTo>
                      <a:lnTo>
                        <a:pt x="144" y="28"/>
                      </a:lnTo>
                      <a:lnTo>
                        <a:pt x="148" y="28"/>
                      </a:lnTo>
                      <a:lnTo>
                        <a:pt x="152" y="28"/>
                      </a:lnTo>
                      <a:lnTo>
                        <a:pt x="156" y="28"/>
                      </a:lnTo>
                      <a:lnTo>
                        <a:pt x="160" y="28"/>
                      </a:lnTo>
                      <a:lnTo>
                        <a:pt x="160" y="30"/>
                      </a:lnTo>
                      <a:lnTo>
                        <a:pt x="156" y="30"/>
                      </a:lnTo>
                      <a:lnTo>
                        <a:pt x="152" y="30"/>
                      </a:lnTo>
                      <a:lnTo>
                        <a:pt x="148" y="30"/>
                      </a:lnTo>
                      <a:lnTo>
                        <a:pt x="144" y="30"/>
                      </a:lnTo>
                      <a:lnTo>
                        <a:pt x="148" y="30"/>
                      </a:lnTo>
                      <a:lnTo>
                        <a:pt x="148" y="34"/>
                      </a:lnTo>
                      <a:lnTo>
                        <a:pt x="144" y="34"/>
                      </a:lnTo>
                      <a:lnTo>
                        <a:pt x="148" y="34"/>
                      </a:lnTo>
                      <a:lnTo>
                        <a:pt x="148" y="38"/>
                      </a:lnTo>
                      <a:lnTo>
                        <a:pt x="144" y="38"/>
                      </a:lnTo>
                      <a:lnTo>
                        <a:pt x="148" y="42"/>
                      </a:lnTo>
                      <a:lnTo>
                        <a:pt x="148" y="38"/>
                      </a:lnTo>
                      <a:lnTo>
                        <a:pt x="152" y="38"/>
                      </a:lnTo>
                      <a:lnTo>
                        <a:pt x="152" y="42"/>
                      </a:lnTo>
                      <a:lnTo>
                        <a:pt x="156" y="46"/>
                      </a:lnTo>
                      <a:lnTo>
                        <a:pt x="152" y="46"/>
                      </a:lnTo>
                      <a:lnTo>
                        <a:pt x="156" y="46"/>
                      </a:lnTo>
                      <a:lnTo>
                        <a:pt x="156" y="42"/>
                      </a:lnTo>
                      <a:lnTo>
                        <a:pt x="156" y="46"/>
                      </a:lnTo>
                      <a:lnTo>
                        <a:pt x="156" y="42"/>
                      </a:lnTo>
                      <a:lnTo>
                        <a:pt x="160" y="42"/>
                      </a:lnTo>
                      <a:lnTo>
                        <a:pt x="156" y="42"/>
                      </a:lnTo>
                      <a:lnTo>
                        <a:pt x="160" y="42"/>
                      </a:lnTo>
                      <a:lnTo>
                        <a:pt x="160" y="46"/>
                      </a:lnTo>
                      <a:lnTo>
                        <a:pt x="164" y="46"/>
                      </a:lnTo>
                      <a:lnTo>
                        <a:pt x="160" y="42"/>
                      </a:lnTo>
                      <a:lnTo>
                        <a:pt x="164" y="42"/>
                      </a:lnTo>
                      <a:lnTo>
                        <a:pt x="164" y="46"/>
                      </a:lnTo>
                      <a:lnTo>
                        <a:pt x="164" y="42"/>
                      </a:lnTo>
                      <a:lnTo>
                        <a:pt x="168" y="42"/>
                      </a:lnTo>
                      <a:lnTo>
                        <a:pt x="168" y="46"/>
                      </a:lnTo>
                      <a:lnTo>
                        <a:pt x="172" y="46"/>
                      </a:lnTo>
                      <a:lnTo>
                        <a:pt x="172" y="50"/>
                      </a:lnTo>
                      <a:lnTo>
                        <a:pt x="174" y="50"/>
                      </a:lnTo>
                      <a:lnTo>
                        <a:pt x="174" y="54"/>
                      </a:lnTo>
                      <a:lnTo>
                        <a:pt x="172" y="58"/>
                      </a:lnTo>
                      <a:lnTo>
                        <a:pt x="174" y="54"/>
                      </a:lnTo>
                      <a:lnTo>
                        <a:pt x="172" y="58"/>
                      </a:lnTo>
                      <a:lnTo>
                        <a:pt x="172" y="60"/>
                      </a:lnTo>
                      <a:lnTo>
                        <a:pt x="172" y="64"/>
                      </a:lnTo>
                      <a:lnTo>
                        <a:pt x="168" y="64"/>
                      </a:lnTo>
                      <a:lnTo>
                        <a:pt x="164" y="64"/>
                      </a:lnTo>
                      <a:lnTo>
                        <a:pt x="168" y="64"/>
                      </a:lnTo>
                      <a:lnTo>
                        <a:pt x="168" y="68"/>
                      </a:lnTo>
                      <a:lnTo>
                        <a:pt x="172" y="68"/>
                      </a:lnTo>
                      <a:lnTo>
                        <a:pt x="174" y="64"/>
                      </a:lnTo>
                      <a:lnTo>
                        <a:pt x="178" y="64"/>
                      </a:lnTo>
                      <a:lnTo>
                        <a:pt x="182" y="64"/>
                      </a:lnTo>
                      <a:lnTo>
                        <a:pt x="186" y="64"/>
                      </a:lnTo>
                      <a:lnTo>
                        <a:pt x="190" y="68"/>
                      </a:lnTo>
                      <a:lnTo>
                        <a:pt x="190" y="72"/>
                      </a:lnTo>
                      <a:lnTo>
                        <a:pt x="186" y="72"/>
                      </a:lnTo>
                      <a:lnTo>
                        <a:pt x="186" y="76"/>
                      </a:lnTo>
                      <a:lnTo>
                        <a:pt x="182" y="76"/>
                      </a:lnTo>
                      <a:lnTo>
                        <a:pt x="178" y="80"/>
                      </a:lnTo>
                      <a:lnTo>
                        <a:pt x="178" y="84"/>
                      </a:lnTo>
                      <a:lnTo>
                        <a:pt x="178" y="88"/>
                      </a:lnTo>
                      <a:lnTo>
                        <a:pt x="178" y="90"/>
                      </a:lnTo>
                      <a:lnTo>
                        <a:pt x="182" y="88"/>
                      </a:lnTo>
                      <a:lnTo>
                        <a:pt x="182" y="90"/>
                      </a:lnTo>
                      <a:lnTo>
                        <a:pt x="182" y="94"/>
                      </a:lnTo>
                      <a:lnTo>
                        <a:pt x="178" y="94"/>
                      </a:lnTo>
                      <a:lnTo>
                        <a:pt x="178" y="98"/>
                      </a:lnTo>
                      <a:lnTo>
                        <a:pt x="174" y="94"/>
                      </a:lnTo>
                      <a:lnTo>
                        <a:pt x="174" y="98"/>
                      </a:lnTo>
                      <a:lnTo>
                        <a:pt x="172" y="98"/>
                      </a:lnTo>
                      <a:lnTo>
                        <a:pt x="172" y="102"/>
                      </a:lnTo>
                      <a:lnTo>
                        <a:pt x="172" y="106"/>
                      </a:lnTo>
                      <a:lnTo>
                        <a:pt x="168" y="110"/>
                      </a:lnTo>
                      <a:lnTo>
                        <a:pt x="172" y="118"/>
                      </a:lnTo>
                      <a:lnTo>
                        <a:pt x="174" y="120"/>
                      </a:lnTo>
                      <a:lnTo>
                        <a:pt x="174" y="124"/>
                      </a:lnTo>
                      <a:lnTo>
                        <a:pt x="178" y="124"/>
                      </a:lnTo>
                      <a:lnTo>
                        <a:pt x="178" y="128"/>
                      </a:lnTo>
                      <a:lnTo>
                        <a:pt x="178" y="132"/>
                      </a:lnTo>
                      <a:lnTo>
                        <a:pt x="174" y="132"/>
                      </a:lnTo>
                      <a:lnTo>
                        <a:pt x="174" y="136"/>
                      </a:lnTo>
                      <a:lnTo>
                        <a:pt x="172" y="136"/>
                      </a:lnTo>
                      <a:lnTo>
                        <a:pt x="168" y="136"/>
                      </a:lnTo>
                      <a:lnTo>
                        <a:pt x="168" y="140"/>
                      </a:lnTo>
                      <a:lnTo>
                        <a:pt x="164" y="140"/>
                      </a:lnTo>
                      <a:lnTo>
                        <a:pt x="160" y="140"/>
                      </a:lnTo>
                      <a:lnTo>
                        <a:pt x="156" y="144"/>
                      </a:lnTo>
                      <a:lnTo>
                        <a:pt x="156" y="140"/>
                      </a:lnTo>
                      <a:lnTo>
                        <a:pt x="152" y="140"/>
                      </a:lnTo>
                      <a:lnTo>
                        <a:pt x="152" y="144"/>
                      </a:lnTo>
                      <a:lnTo>
                        <a:pt x="148" y="144"/>
                      </a:lnTo>
                      <a:lnTo>
                        <a:pt x="148" y="148"/>
                      </a:lnTo>
                      <a:lnTo>
                        <a:pt x="148" y="152"/>
                      </a:lnTo>
                      <a:lnTo>
                        <a:pt x="144" y="152"/>
                      </a:lnTo>
                      <a:lnTo>
                        <a:pt x="142" y="148"/>
                      </a:lnTo>
                      <a:lnTo>
                        <a:pt x="142" y="144"/>
                      </a:lnTo>
                      <a:lnTo>
                        <a:pt x="138" y="144"/>
                      </a:lnTo>
                      <a:lnTo>
                        <a:pt x="138" y="148"/>
                      </a:lnTo>
                      <a:lnTo>
                        <a:pt x="138" y="144"/>
                      </a:lnTo>
                      <a:lnTo>
                        <a:pt x="134" y="144"/>
                      </a:lnTo>
                      <a:lnTo>
                        <a:pt x="130" y="144"/>
                      </a:lnTo>
                      <a:lnTo>
                        <a:pt x="130" y="148"/>
                      </a:lnTo>
                      <a:lnTo>
                        <a:pt x="130" y="144"/>
                      </a:lnTo>
                      <a:lnTo>
                        <a:pt x="126" y="144"/>
                      </a:lnTo>
                      <a:lnTo>
                        <a:pt x="126" y="140"/>
                      </a:lnTo>
                      <a:lnTo>
                        <a:pt x="122" y="144"/>
                      </a:lnTo>
                      <a:lnTo>
                        <a:pt x="122" y="140"/>
                      </a:lnTo>
                      <a:lnTo>
                        <a:pt x="118" y="140"/>
                      </a:lnTo>
                      <a:lnTo>
                        <a:pt x="118" y="144"/>
                      </a:lnTo>
                      <a:lnTo>
                        <a:pt x="122" y="144"/>
                      </a:lnTo>
                      <a:lnTo>
                        <a:pt x="122" y="148"/>
                      </a:lnTo>
                      <a:lnTo>
                        <a:pt x="126" y="148"/>
                      </a:lnTo>
                      <a:lnTo>
                        <a:pt x="126" y="152"/>
                      </a:lnTo>
                      <a:lnTo>
                        <a:pt x="126" y="154"/>
                      </a:lnTo>
                      <a:lnTo>
                        <a:pt x="126" y="158"/>
                      </a:lnTo>
                      <a:lnTo>
                        <a:pt x="130" y="158"/>
                      </a:lnTo>
                      <a:lnTo>
                        <a:pt x="130" y="162"/>
                      </a:lnTo>
                      <a:lnTo>
                        <a:pt x="130" y="166"/>
                      </a:lnTo>
                      <a:lnTo>
                        <a:pt x="130" y="170"/>
                      </a:lnTo>
                      <a:lnTo>
                        <a:pt x="134" y="170"/>
                      </a:lnTo>
                      <a:lnTo>
                        <a:pt x="138" y="170"/>
                      </a:lnTo>
                      <a:lnTo>
                        <a:pt x="142" y="170"/>
                      </a:lnTo>
                      <a:lnTo>
                        <a:pt x="142" y="174"/>
                      </a:lnTo>
                      <a:lnTo>
                        <a:pt x="138" y="174"/>
                      </a:lnTo>
                      <a:lnTo>
                        <a:pt x="138" y="178"/>
                      </a:lnTo>
                      <a:lnTo>
                        <a:pt x="134" y="178"/>
                      </a:lnTo>
                      <a:lnTo>
                        <a:pt x="130" y="178"/>
                      </a:lnTo>
                      <a:lnTo>
                        <a:pt x="130" y="182"/>
                      </a:lnTo>
                      <a:lnTo>
                        <a:pt x="130" y="184"/>
                      </a:lnTo>
                      <a:lnTo>
                        <a:pt x="126" y="188"/>
                      </a:lnTo>
                      <a:lnTo>
                        <a:pt x="122" y="188"/>
                      </a:lnTo>
                      <a:lnTo>
                        <a:pt x="118" y="192"/>
                      </a:lnTo>
                      <a:lnTo>
                        <a:pt x="116" y="192"/>
                      </a:lnTo>
                      <a:lnTo>
                        <a:pt x="116" y="196"/>
                      </a:lnTo>
                      <a:lnTo>
                        <a:pt x="112" y="196"/>
                      </a:lnTo>
                      <a:lnTo>
                        <a:pt x="112" y="200"/>
                      </a:lnTo>
                      <a:lnTo>
                        <a:pt x="108" y="200"/>
                      </a:lnTo>
                      <a:lnTo>
                        <a:pt x="108" y="204"/>
                      </a:lnTo>
                      <a:lnTo>
                        <a:pt x="108" y="200"/>
                      </a:lnTo>
                      <a:lnTo>
                        <a:pt x="108" y="196"/>
                      </a:lnTo>
                      <a:lnTo>
                        <a:pt x="104" y="196"/>
                      </a:lnTo>
                      <a:lnTo>
                        <a:pt x="104" y="200"/>
                      </a:lnTo>
                      <a:lnTo>
                        <a:pt x="100" y="200"/>
                      </a:lnTo>
                      <a:lnTo>
                        <a:pt x="98" y="200"/>
                      </a:lnTo>
                      <a:lnTo>
                        <a:pt x="94" y="192"/>
                      </a:lnTo>
                      <a:lnTo>
                        <a:pt x="90" y="192"/>
                      </a:lnTo>
                      <a:lnTo>
                        <a:pt x="90" y="188"/>
                      </a:lnTo>
                      <a:lnTo>
                        <a:pt x="90" y="184"/>
                      </a:lnTo>
                      <a:lnTo>
                        <a:pt x="86" y="178"/>
                      </a:lnTo>
                      <a:lnTo>
                        <a:pt x="86" y="174"/>
                      </a:lnTo>
                      <a:lnTo>
                        <a:pt x="86" y="170"/>
                      </a:lnTo>
                      <a:lnTo>
                        <a:pt x="82" y="166"/>
                      </a:lnTo>
                      <a:lnTo>
                        <a:pt x="78" y="166"/>
                      </a:lnTo>
                      <a:lnTo>
                        <a:pt x="78" y="162"/>
                      </a:lnTo>
                      <a:lnTo>
                        <a:pt x="82" y="158"/>
                      </a:lnTo>
                      <a:lnTo>
                        <a:pt x="82" y="154"/>
                      </a:lnTo>
                      <a:lnTo>
                        <a:pt x="86" y="154"/>
                      </a:lnTo>
                      <a:lnTo>
                        <a:pt x="82" y="154"/>
                      </a:lnTo>
                      <a:lnTo>
                        <a:pt x="82" y="152"/>
                      </a:lnTo>
                      <a:lnTo>
                        <a:pt x="82" y="148"/>
                      </a:lnTo>
                      <a:lnTo>
                        <a:pt x="78" y="148"/>
                      </a:lnTo>
                      <a:lnTo>
                        <a:pt x="78" y="144"/>
                      </a:lnTo>
                      <a:lnTo>
                        <a:pt x="78" y="140"/>
                      </a:lnTo>
                      <a:lnTo>
                        <a:pt x="74" y="136"/>
                      </a:lnTo>
                      <a:lnTo>
                        <a:pt x="78" y="132"/>
                      </a:lnTo>
                      <a:lnTo>
                        <a:pt x="78" y="128"/>
                      </a:lnTo>
                      <a:lnTo>
                        <a:pt x="78" y="124"/>
                      </a:lnTo>
                      <a:lnTo>
                        <a:pt x="78" y="120"/>
                      </a:lnTo>
                      <a:lnTo>
                        <a:pt x="78" y="118"/>
                      </a:lnTo>
                      <a:lnTo>
                        <a:pt x="78" y="114"/>
                      </a:lnTo>
                      <a:lnTo>
                        <a:pt x="82" y="110"/>
                      </a:lnTo>
                      <a:lnTo>
                        <a:pt x="82" y="106"/>
                      </a:lnTo>
                      <a:lnTo>
                        <a:pt x="78" y="106"/>
                      </a:lnTo>
                      <a:lnTo>
                        <a:pt x="74" y="106"/>
                      </a:lnTo>
                      <a:lnTo>
                        <a:pt x="72" y="106"/>
                      </a:lnTo>
                      <a:lnTo>
                        <a:pt x="68" y="106"/>
                      </a:lnTo>
                      <a:lnTo>
                        <a:pt x="64" y="106"/>
                      </a:lnTo>
                      <a:lnTo>
                        <a:pt x="60" y="106"/>
                      </a:lnTo>
                      <a:lnTo>
                        <a:pt x="56" y="110"/>
                      </a:lnTo>
                      <a:lnTo>
                        <a:pt x="56" y="106"/>
                      </a:lnTo>
                      <a:lnTo>
                        <a:pt x="48" y="102"/>
                      </a:lnTo>
                      <a:lnTo>
                        <a:pt x="44" y="94"/>
                      </a:lnTo>
                      <a:lnTo>
                        <a:pt x="44" y="90"/>
                      </a:lnTo>
                      <a:lnTo>
                        <a:pt x="44" y="94"/>
                      </a:lnTo>
                      <a:lnTo>
                        <a:pt x="42" y="94"/>
                      </a:lnTo>
                      <a:lnTo>
                        <a:pt x="42" y="90"/>
                      </a:lnTo>
                      <a:lnTo>
                        <a:pt x="38" y="90"/>
                      </a:lnTo>
                      <a:lnTo>
                        <a:pt x="34" y="90"/>
                      </a:lnTo>
                      <a:lnTo>
                        <a:pt x="30" y="90"/>
                      </a:lnTo>
                      <a:lnTo>
                        <a:pt x="30" y="94"/>
                      </a:lnTo>
                      <a:lnTo>
                        <a:pt x="30" y="90"/>
                      </a:lnTo>
                      <a:lnTo>
                        <a:pt x="26" y="90"/>
                      </a:lnTo>
                      <a:lnTo>
                        <a:pt x="22" y="90"/>
                      </a:lnTo>
                      <a:lnTo>
                        <a:pt x="18" y="90"/>
                      </a:lnTo>
                      <a:lnTo>
                        <a:pt x="14" y="90"/>
                      </a:lnTo>
                      <a:lnTo>
                        <a:pt x="14" y="88"/>
                      </a:lnTo>
                      <a:lnTo>
                        <a:pt x="12" y="88"/>
                      </a:lnTo>
                      <a:lnTo>
                        <a:pt x="12" y="84"/>
                      </a:lnTo>
                      <a:lnTo>
                        <a:pt x="12" y="80"/>
                      </a:lnTo>
                      <a:lnTo>
                        <a:pt x="12" y="76"/>
                      </a:lnTo>
                      <a:lnTo>
                        <a:pt x="14" y="76"/>
                      </a:lnTo>
                      <a:lnTo>
                        <a:pt x="14" y="72"/>
                      </a:lnTo>
                      <a:lnTo>
                        <a:pt x="12" y="72"/>
                      </a:lnTo>
                      <a:lnTo>
                        <a:pt x="12" y="68"/>
                      </a:lnTo>
                      <a:lnTo>
                        <a:pt x="8" y="64"/>
                      </a:lnTo>
                      <a:lnTo>
                        <a:pt x="8" y="60"/>
                      </a:lnTo>
                      <a:lnTo>
                        <a:pt x="8" y="58"/>
                      </a:lnTo>
                      <a:lnTo>
                        <a:pt x="4" y="58"/>
                      </a:lnTo>
                      <a:lnTo>
                        <a:pt x="4" y="54"/>
                      </a:lnTo>
                      <a:lnTo>
                        <a:pt x="0" y="54"/>
                      </a:lnTo>
                      <a:lnTo>
                        <a:pt x="0" y="50"/>
                      </a:lnTo>
                      <a:lnTo>
                        <a:pt x="4" y="50"/>
                      </a:lnTo>
                      <a:lnTo>
                        <a:pt x="4" y="46"/>
                      </a:lnTo>
                      <a:lnTo>
                        <a:pt x="4" y="42"/>
                      </a:lnTo>
                      <a:lnTo>
                        <a:pt x="4" y="38"/>
                      </a:lnTo>
                      <a:lnTo>
                        <a:pt x="4" y="34"/>
                      </a:lnTo>
                      <a:lnTo>
                        <a:pt x="8" y="30"/>
                      </a:lnTo>
                      <a:lnTo>
                        <a:pt x="8" y="28"/>
                      </a:lnTo>
                      <a:lnTo>
                        <a:pt x="8" y="24"/>
                      </a:lnTo>
                      <a:lnTo>
                        <a:pt x="12" y="24"/>
                      </a:lnTo>
                      <a:lnTo>
                        <a:pt x="12" y="20"/>
                      </a:lnTo>
                      <a:lnTo>
                        <a:pt x="14" y="20"/>
                      </a:lnTo>
                      <a:lnTo>
                        <a:pt x="14" y="16"/>
                      </a:lnTo>
                      <a:lnTo>
                        <a:pt x="18" y="12"/>
                      </a:lnTo>
                      <a:lnTo>
                        <a:pt x="22" y="12"/>
                      </a:lnTo>
                      <a:lnTo>
                        <a:pt x="22" y="8"/>
                      </a:lnTo>
                      <a:lnTo>
                        <a:pt x="26" y="8"/>
                      </a:lnTo>
                      <a:lnTo>
                        <a:pt x="26" y="12"/>
                      </a:lnTo>
                      <a:lnTo>
                        <a:pt x="22" y="12"/>
                      </a:lnTo>
                      <a:lnTo>
                        <a:pt x="18" y="12"/>
                      </a:lnTo>
                      <a:lnTo>
                        <a:pt x="18" y="16"/>
                      </a:lnTo>
                      <a:lnTo>
                        <a:pt x="18" y="20"/>
                      </a:lnTo>
                      <a:lnTo>
                        <a:pt x="22" y="20"/>
                      </a:lnTo>
                      <a:lnTo>
                        <a:pt x="22" y="24"/>
                      </a:lnTo>
                      <a:lnTo>
                        <a:pt x="22" y="28"/>
                      </a:lnTo>
                      <a:lnTo>
                        <a:pt x="22" y="30"/>
                      </a:lnTo>
                      <a:lnTo>
                        <a:pt x="22" y="34"/>
                      </a:lnTo>
                      <a:lnTo>
                        <a:pt x="18" y="34"/>
                      </a:lnTo>
                      <a:lnTo>
                        <a:pt x="18" y="38"/>
                      </a:lnTo>
                      <a:lnTo>
                        <a:pt x="14" y="42"/>
                      </a:lnTo>
                      <a:lnTo>
                        <a:pt x="14" y="46"/>
                      </a:lnTo>
                      <a:lnTo>
                        <a:pt x="18" y="46"/>
                      </a:lnTo>
                      <a:lnTo>
                        <a:pt x="18" y="50"/>
                      </a:lnTo>
                      <a:lnTo>
                        <a:pt x="22" y="50"/>
                      </a:lnTo>
                      <a:lnTo>
                        <a:pt x="22" y="54"/>
                      </a:lnTo>
                      <a:lnTo>
                        <a:pt x="22" y="58"/>
                      </a:lnTo>
                      <a:lnTo>
                        <a:pt x="26" y="58"/>
                      </a:lnTo>
                      <a:lnTo>
                        <a:pt x="30" y="54"/>
                      </a:lnTo>
                      <a:lnTo>
                        <a:pt x="30" y="50"/>
                      </a:lnTo>
                      <a:lnTo>
                        <a:pt x="30" y="46"/>
                      </a:lnTo>
                      <a:lnTo>
                        <a:pt x="30" y="42"/>
                      </a:lnTo>
                      <a:lnTo>
                        <a:pt x="30" y="38"/>
                      </a:lnTo>
                      <a:lnTo>
                        <a:pt x="26" y="38"/>
                      </a:lnTo>
                      <a:lnTo>
                        <a:pt x="26" y="34"/>
                      </a:lnTo>
                      <a:lnTo>
                        <a:pt x="26" y="30"/>
                      </a:lnTo>
                      <a:lnTo>
                        <a:pt x="22" y="30"/>
                      </a:lnTo>
                      <a:lnTo>
                        <a:pt x="26" y="28"/>
                      </a:lnTo>
                      <a:lnTo>
                        <a:pt x="26" y="24"/>
                      </a:lnTo>
                      <a:lnTo>
                        <a:pt x="30" y="24"/>
                      </a:lnTo>
                      <a:lnTo>
                        <a:pt x="30" y="20"/>
                      </a:lnTo>
                      <a:lnTo>
                        <a:pt x="34" y="20"/>
                      </a:lnTo>
                      <a:lnTo>
                        <a:pt x="38" y="20"/>
                      </a:lnTo>
                      <a:lnTo>
                        <a:pt x="42" y="20"/>
                      </a:lnTo>
                      <a:lnTo>
                        <a:pt x="42" y="16"/>
                      </a:lnTo>
                      <a:lnTo>
                        <a:pt x="44" y="16"/>
                      </a:lnTo>
                      <a:lnTo>
                        <a:pt x="48" y="16"/>
                      </a:lnTo>
                      <a:lnTo>
                        <a:pt x="48" y="12"/>
                      </a:lnTo>
                      <a:lnTo>
                        <a:pt x="44" y="12"/>
                      </a:lnTo>
                      <a:lnTo>
                        <a:pt x="42" y="12"/>
                      </a:lnTo>
                      <a:lnTo>
                        <a:pt x="44" y="12"/>
                      </a:lnTo>
                      <a:lnTo>
                        <a:pt x="42" y="8"/>
                      </a:lnTo>
                      <a:lnTo>
                        <a:pt x="42" y="4"/>
                      </a:lnTo>
                      <a:lnTo>
                        <a:pt x="44" y="4"/>
                      </a:lnTo>
                      <a:lnTo>
                        <a:pt x="44" y="0"/>
                      </a:lnTo>
                      <a:lnTo>
                        <a:pt x="48" y="4"/>
                      </a:lnTo>
                      <a:lnTo>
                        <a:pt x="48" y="8"/>
                      </a:lnTo>
                      <a:lnTo>
                        <a:pt x="48" y="12"/>
                      </a:lnTo>
                      <a:lnTo>
                        <a:pt x="52" y="16"/>
                      </a:lnTo>
                      <a:lnTo>
                        <a:pt x="56" y="16"/>
                      </a:lnTo>
                      <a:lnTo>
                        <a:pt x="56" y="12"/>
                      </a:lnTo>
                      <a:lnTo>
                        <a:pt x="60" y="16"/>
                      </a:lnTo>
                      <a:lnTo>
                        <a:pt x="64" y="16"/>
                      </a:lnTo>
                      <a:lnTo>
                        <a:pt x="68" y="20"/>
                      </a:lnTo>
                      <a:lnTo>
                        <a:pt x="72" y="24"/>
                      </a:lnTo>
                      <a:lnTo>
                        <a:pt x="72" y="28"/>
                      </a:lnTo>
                      <a:lnTo>
                        <a:pt x="72" y="30"/>
                      </a:lnTo>
                      <a:lnTo>
                        <a:pt x="74" y="30"/>
                      </a:lnTo>
                      <a:lnTo>
                        <a:pt x="78" y="30"/>
                      </a:lnTo>
                      <a:lnTo>
                        <a:pt x="82" y="30"/>
                      </a:lnTo>
                      <a:lnTo>
                        <a:pt x="86" y="30"/>
                      </a:lnTo>
                      <a:lnTo>
                        <a:pt x="90" y="30"/>
                      </a:lnTo>
                      <a:lnTo>
                        <a:pt x="98" y="30"/>
                      </a:lnTo>
                      <a:lnTo>
                        <a:pt x="98" y="30"/>
                      </a:lnTo>
                      <a:lnTo>
                        <a:pt x="98" y="30"/>
                      </a:lnTo>
                      <a:close/>
                      <a:moveTo>
                        <a:pt x="174" y="58"/>
                      </a:moveTo>
                      <a:lnTo>
                        <a:pt x="172" y="60"/>
                      </a:lnTo>
                      <a:lnTo>
                        <a:pt x="172" y="58"/>
                      </a:lnTo>
                      <a:lnTo>
                        <a:pt x="174" y="58"/>
                      </a:lnTo>
                      <a:lnTo>
                        <a:pt x="174" y="58"/>
                      </a:lnTo>
                      <a:lnTo>
                        <a:pt x="174" y="58"/>
                      </a:lnTo>
                      <a:close/>
                      <a:moveTo>
                        <a:pt x="174" y="60"/>
                      </a:moveTo>
                      <a:lnTo>
                        <a:pt x="172" y="60"/>
                      </a:lnTo>
                      <a:lnTo>
                        <a:pt x="174" y="58"/>
                      </a:lnTo>
                      <a:lnTo>
                        <a:pt x="174" y="60"/>
                      </a:lnTo>
                      <a:lnTo>
                        <a:pt x="174" y="60"/>
                      </a:lnTo>
                      <a:lnTo>
                        <a:pt x="174" y="60"/>
                      </a:lnTo>
                      <a:close/>
                      <a:moveTo>
                        <a:pt x="172" y="64"/>
                      </a:moveTo>
                      <a:lnTo>
                        <a:pt x="172" y="60"/>
                      </a:lnTo>
                      <a:lnTo>
                        <a:pt x="174" y="60"/>
                      </a:lnTo>
                      <a:lnTo>
                        <a:pt x="172" y="64"/>
                      </a:lnTo>
                      <a:lnTo>
                        <a:pt x="172" y="64"/>
                      </a:lnTo>
                      <a:lnTo>
                        <a:pt x="172" y="64"/>
                      </a:lnTo>
                      <a:close/>
                      <a:moveTo>
                        <a:pt x="174" y="64"/>
                      </a:moveTo>
                      <a:lnTo>
                        <a:pt x="174" y="60"/>
                      </a:lnTo>
                      <a:lnTo>
                        <a:pt x="174" y="64"/>
                      </a:lnTo>
                      <a:lnTo>
                        <a:pt x="174" y="64"/>
                      </a:lnTo>
                      <a:lnTo>
                        <a:pt x="174" y="64"/>
                      </a:lnTo>
                      <a:close/>
                      <a:moveTo>
                        <a:pt x="172" y="64"/>
                      </a:moveTo>
                      <a:lnTo>
                        <a:pt x="174" y="60"/>
                      </a:lnTo>
                      <a:lnTo>
                        <a:pt x="174" y="64"/>
                      </a:lnTo>
                      <a:lnTo>
                        <a:pt x="172" y="64"/>
                      </a:lnTo>
                      <a:lnTo>
                        <a:pt x="172" y="64"/>
                      </a:lnTo>
                      <a:lnTo>
                        <a:pt x="172" y="64"/>
                      </a:lnTo>
                      <a:close/>
                      <a:moveTo>
                        <a:pt x="172" y="64"/>
                      </a:moveTo>
                      <a:lnTo>
                        <a:pt x="174" y="64"/>
                      </a:lnTo>
                      <a:lnTo>
                        <a:pt x="172" y="64"/>
                      </a:lnTo>
                      <a:lnTo>
                        <a:pt x="172" y="64"/>
                      </a:lnTo>
                      <a:lnTo>
                        <a:pt x="172" y="64"/>
                      </a:lnTo>
                      <a:close/>
                      <a:moveTo>
                        <a:pt x="172" y="68"/>
                      </a:moveTo>
                      <a:lnTo>
                        <a:pt x="168" y="68"/>
                      </a:lnTo>
                      <a:lnTo>
                        <a:pt x="168" y="64"/>
                      </a:lnTo>
                      <a:lnTo>
                        <a:pt x="164" y="64"/>
                      </a:lnTo>
                      <a:lnTo>
                        <a:pt x="168" y="64"/>
                      </a:lnTo>
                      <a:lnTo>
                        <a:pt x="172" y="64"/>
                      </a:lnTo>
                      <a:lnTo>
                        <a:pt x="168" y="64"/>
                      </a:lnTo>
                      <a:lnTo>
                        <a:pt x="172" y="64"/>
                      </a:lnTo>
                      <a:lnTo>
                        <a:pt x="172" y="68"/>
                      </a:lnTo>
                      <a:lnTo>
                        <a:pt x="172" y="68"/>
                      </a:lnTo>
                      <a:lnTo>
                        <a:pt x="172" y="68"/>
                      </a:lnTo>
                      <a:close/>
                      <a:moveTo>
                        <a:pt x="130" y="28"/>
                      </a:moveTo>
                      <a:lnTo>
                        <a:pt x="130" y="24"/>
                      </a:lnTo>
                      <a:lnTo>
                        <a:pt x="126" y="24"/>
                      </a:lnTo>
                      <a:lnTo>
                        <a:pt x="130" y="24"/>
                      </a:lnTo>
                      <a:lnTo>
                        <a:pt x="130" y="20"/>
                      </a:lnTo>
                      <a:lnTo>
                        <a:pt x="134" y="20"/>
                      </a:lnTo>
                      <a:lnTo>
                        <a:pt x="134" y="24"/>
                      </a:lnTo>
                      <a:lnTo>
                        <a:pt x="130" y="24"/>
                      </a:lnTo>
                      <a:lnTo>
                        <a:pt x="130" y="28"/>
                      </a:lnTo>
                      <a:lnTo>
                        <a:pt x="130" y="28"/>
                      </a:lnTo>
                      <a:lnTo>
                        <a:pt x="130" y="28"/>
                      </a:lnTo>
                      <a:close/>
                      <a:moveTo>
                        <a:pt x="112" y="28"/>
                      </a:moveTo>
                      <a:lnTo>
                        <a:pt x="112" y="24"/>
                      </a:lnTo>
                      <a:lnTo>
                        <a:pt x="116" y="24"/>
                      </a:lnTo>
                      <a:lnTo>
                        <a:pt x="112" y="28"/>
                      </a:lnTo>
                      <a:lnTo>
                        <a:pt x="112" y="28"/>
                      </a:lnTo>
                      <a:lnTo>
                        <a:pt x="112" y="28"/>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248" name="Freeform 191">
                  <a:extLst>
                    <a:ext uri="{FF2B5EF4-FFF2-40B4-BE49-F238E27FC236}">
                      <a16:creationId xmlns:a16="http://schemas.microsoft.com/office/drawing/2014/main" id="{46603D60-9EAD-D93D-AF19-CADADBC2F2C6}"/>
                    </a:ext>
                  </a:extLst>
                </p:cNvPr>
                <p:cNvSpPr>
                  <a:spLocks noEditPoints="1"/>
                </p:cNvSpPr>
                <p:nvPr/>
              </p:nvSpPr>
              <p:spPr bwMode="gray">
                <a:xfrm>
                  <a:off x="2111043" y="5041482"/>
                  <a:ext cx="1057472" cy="1283573"/>
                </a:xfrm>
                <a:custGeom>
                  <a:avLst/>
                  <a:gdLst>
                    <a:gd name="T0" fmla="*/ 514 w 608"/>
                    <a:gd name="T1" fmla="*/ 444 h 738"/>
                    <a:gd name="T2" fmla="*/ 504 w 608"/>
                    <a:gd name="T3" fmla="*/ 366 h 738"/>
                    <a:gd name="T4" fmla="*/ 532 w 608"/>
                    <a:gd name="T5" fmla="*/ 280 h 738"/>
                    <a:gd name="T6" fmla="*/ 544 w 608"/>
                    <a:gd name="T7" fmla="*/ 180 h 738"/>
                    <a:gd name="T8" fmla="*/ 552 w 608"/>
                    <a:gd name="T9" fmla="*/ 94 h 738"/>
                    <a:gd name="T10" fmla="*/ 570 w 608"/>
                    <a:gd name="T11" fmla="*/ 16 h 738"/>
                    <a:gd name="T12" fmla="*/ 600 w 608"/>
                    <a:gd name="T13" fmla="*/ 98 h 738"/>
                    <a:gd name="T14" fmla="*/ 566 w 608"/>
                    <a:gd name="T15" fmla="*/ 190 h 738"/>
                    <a:gd name="T16" fmla="*/ 556 w 608"/>
                    <a:gd name="T17" fmla="*/ 284 h 738"/>
                    <a:gd name="T18" fmla="*/ 540 w 608"/>
                    <a:gd name="T19" fmla="*/ 374 h 738"/>
                    <a:gd name="T20" fmla="*/ 526 w 608"/>
                    <a:gd name="T21" fmla="*/ 460 h 738"/>
                    <a:gd name="T22" fmla="*/ 536 w 608"/>
                    <a:gd name="T23" fmla="*/ 516 h 738"/>
                    <a:gd name="T24" fmla="*/ 514 w 608"/>
                    <a:gd name="T25" fmla="*/ 596 h 738"/>
                    <a:gd name="T26" fmla="*/ 560 w 608"/>
                    <a:gd name="T27" fmla="*/ 656 h 738"/>
                    <a:gd name="T28" fmla="*/ 526 w 608"/>
                    <a:gd name="T29" fmla="*/ 686 h 738"/>
                    <a:gd name="T30" fmla="*/ 518 w 608"/>
                    <a:gd name="T31" fmla="*/ 682 h 738"/>
                    <a:gd name="T32" fmla="*/ 510 w 608"/>
                    <a:gd name="T33" fmla="*/ 668 h 738"/>
                    <a:gd name="T34" fmla="*/ 518 w 608"/>
                    <a:gd name="T35" fmla="*/ 656 h 738"/>
                    <a:gd name="T36" fmla="*/ 506 w 608"/>
                    <a:gd name="T37" fmla="*/ 652 h 738"/>
                    <a:gd name="T38" fmla="*/ 492 w 608"/>
                    <a:gd name="T39" fmla="*/ 620 h 738"/>
                    <a:gd name="T40" fmla="*/ 500 w 608"/>
                    <a:gd name="T41" fmla="*/ 600 h 738"/>
                    <a:gd name="T42" fmla="*/ 506 w 608"/>
                    <a:gd name="T43" fmla="*/ 570 h 738"/>
                    <a:gd name="T44" fmla="*/ 488 w 608"/>
                    <a:gd name="T45" fmla="*/ 542 h 738"/>
                    <a:gd name="T46" fmla="*/ 496 w 608"/>
                    <a:gd name="T47" fmla="*/ 538 h 738"/>
                    <a:gd name="T48" fmla="*/ 510 w 608"/>
                    <a:gd name="T49" fmla="*/ 516 h 738"/>
                    <a:gd name="T50" fmla="*/ 476 w 608"/>
                    <a:gd name="T51" fmla="*/ 590 h 738"/>
                    <a:gd name="T52" fmla="*/ 484 w 608"/>
                    <a:gd name="T53" fmla="*/ 534 h 738"/>
                    <a:gd name="T54" fmla="*/ 500 w 608"/>
                    <a:gd name="T55" fmla="*/ 642 h 738"/>
                    <a:gd name="T56" fmla="*/ 506 w 608"/>
                    <a:gd name="T57" fmla="*/ 470 h 738"/>
                    <a:gd name="T58" fmla="*/ 506 w 608"/>
                    <a:gd name="T59" fmla="*/ 470 h 738"/>
                    <a:gd name="T60" fmla="*/ 504 w 608"/>
                    <a:gd name="T61" fmla="*/ 494 h 738"/>
                    <a:gd name="T62" fmla="*/ 514 w 608"/>
                    <a:gd name="T63" fmla="*/ 508 h 738"/>
                    <a:gd name="T64" fmla="*/ 500 w 608"/>
                    <a:gd name="T65" fmla="*/ 504 h 738"/>
                    <a:gd name="T66" fmla="*/ 496 w 608"/>
                    <a:gd name="T67" fmla="*/ 512 h 738"/>
                    <a:gd name="T68" fmla="*/ 504 w 608"/>
                    <a:gd name="T69" fmla="*/ 520 h 738"/>
                    <a:gd name="T70" fmla="*/ 500 w 608"/>
                    <a:gd name="T71" fmla="*/ 526 h 738"/>
                    <a:gd name="T72" fmla="*/ 492 w 608"/>
                    <a:gd name="T73" fmla="*/ 556 h 738"/>
                    <a:gd name="T74" fmla="*/ 488 w 608"/>
                    <a:gd name="T75" fmla="*/ 574 h 738"/>
                    <a:gd name="T76" fmla="*/ 496 w 608"/>
                    <a:gd name="T77" fmla="*/ 574 h 738"/>
                    <a:gd name="T78" fmla="*/ 500 w 608"/>
                    <a:gd name="T79" fmla="*/ 578 h 738"/>
                    <a:gd name="T80" fmla="*/ 488 w 608"/>
                    <a:gd name="T81" fmla="*/ 604 h 738"/>
                    <a:gd name="T82" fmla="*/ 484 w 608"/>
                    <a:gd name="T83" fmla="*/ 590 h 738"/>
                    <a:gd name="T84" fmla="*/ 480 w 608"/>
                    <a:gd name="T85" fmla="*/ 608 h 738"/>
                    <a:gd name="T86" fmla="*/ 488 w 608"/>
                    <a:gd name="T87" fmla="*/ 624 h 738"/>
                    <a:gd name="T88" fmla="*/ 492 w 608"/>
                    <a:gd name="T89" fmla="*/ 630 h 738"/>
                    <a:gd name="T90" fmla="*/ 492 w 608"/>
                    <a:gd name="T91" fmla="*/ 642 h 738"/>
                    <a:gd name="T92" fmla="*/ 484 w 608"/>
                    <a:gd name="T93" fmla="*/ 656 h 738"/>
                    <a:gd name="T94" fmla="*/ 500 w 608"/>
                    <a:gd name="T95" fmla="*/ 650 h 738"/>
                    <a:gd name="T96" fmla="*/ 496 w 608"/>
                    <a:gd name="T97" fmla="*/ 664 h 738"/>
                    <a:gd name="T98" fmla="*/ 552 w 608"/>
                    <a:gd name="T99" fmla="*/ 712 h 738"/>
                    <a:gd name="T100" fmla="*/ 540 w 608"/>
                    <a:gd name="T101" fmla="*/ 706 h 738"/>
                    <a:gd name="T102" fmla="*/ 562 w 608"/>
                    <a:gd name="T103" fmla="*/ 702 h 738"/>
                    <a:gd name="T104" fmla="*/ 578 w 608"/>
                    <a:gd name="T105" fmla="*/ 686 h 738"/>
                    <a:gd name="T106" fmla="*/ 504 w 608"/>
                    <a:gd name="T107" fmla="*/ 676 h 738"/>
                    <a:gd name="T108" fmla="*/ 522 w 608"/>
                    <a:gd name="T109" fmla="*/ 690 h 738"/>
                    <a:gd name="T110" fmla="*/ 548 w 608"/>
                    <a:gd name="T111" fmla="*/ 690 h 738"/>
                    <a:gd name="T112" fmla="*/ 544 w 608"/>
                    <a:gd name="T113" fmla="*/ 706 h 738"/>
                    <a:gd name="T114" fmla="*/ 522 w 608"/>
                    <a:gd name="T115" fmla="*/ 706 h 738"/>
                    <a:gd name="T116" fmla="*/ 548 w 608"/>
                    <a:gd name="T117" fmla="*/ 724 h 738"/>
                    <a:gd name="T118" fmla="*/ 556 w 608"/>
                    <a:gd name="T119" fmla="*/ 720 h 738"/>
                    <a:gd name="T120" fmla="*/ 578 w 608"/>
                    <a:gd name="T121" fmla="*/ 716 h 738"/>
                    <a:gd name="T122" fmla="*/ 596 w 608"/>
                    <a:gd name="T123" fmla="*/ 724 h 7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08" h="738">
                      <a:moveTo>
                        <a:pt x="514" y="486"/>
                      </a:moveTo>
                      <a:lnTo>
                        <a:pt x="514" y="482"/>
                      </a:lnTo>
                      <a:lnTo>
                        <a:pt x="514" y="478"/>
                      </a:lnTo>
                      <a:lnTo>
                        <a:pt x="514" y="474"/>
                      </a:lnTo>
                      <a:lnTo>
                        <a:pt x="514" y="470"/>
                      </a:lnTo>
                      <a:lnTo>
                        <a:pt x="518" y="470"/>
                      </a:lnTo>
                      <a:lnTo>
                        <a:pt x="518" y="474"/>
                      </a:lnTo>
                      <a:lnTo>
                        <a:pt x="518" y="470"/>
                      </a:lnTo>
                      <a:lnTo>
                        <a:pt x="518" y="466"/>
                      </a:lnTo>
                      <a:lnTo>
                        <a:pt x="518" y="464"/>
                      </a:lnTo>
                      <a:lnTo>
                        <a:pt x="522" y="464"/>
                      </a:lnTo>
                      <a:lnTo>
                        <a:pt x="518" y="464"/>
                      </a:lnTo>
                      <a:lnTo>
                        <a:pt x="518" y="460"/>
                      </a:lnTo>
                      <a:lnTo>
                        <a:pt x="518" y="456"/>
                      </a:lnTo>
                      <a:lnTo>
                        <a:pt x="522" y="456"/>
                      </a:lnTo>
                      <a:lnTo>
                        <a:pt x="522" y="460"/>
                      </a:lnTo>
                      <a:lnTo>
                        <a:pt x="522" y="456"/>
                      </a:lnTo>
                      <a:lnTo>
                        <a:pt x="522" y="452"/>
                      </a:lnTo>
                      <a:lnTo>
                        <a:pt x="518" y="452"/>
                      </a:lnTo>
                      <a:lnTo>
                        <a:pt x="514" y="452"/>
                      </a:lnTo>
                      <a:lnTo>
                        <a:pt x="518" y="452"/>
                      </a:lnTo>
                      <a:lnTo>
                        <a:pt x="518" y="448"/>
                      </a:lnTo>
                      <a:lnTo>
                        <a:pt x="522" y="448"/>
                      </a:lnTo>
                      <a:lnTo>
                        <a:pt x="522" y="444"/>
                      </a:lnTo>
                      <a:lnTo>
                        <a:pt x="526" y="444"/>
                      </a:lnTo>
                      <a:lnTo>
                        <a:pt x="526" y="440"/>
                      </a:lnTo>
                      <a:lnTo>
                        <a:pt x="522" y="440"/>
                      </a:lnTo>
                      <a:lnTo>
                        <a:pt x="522" y="444"/>
                      </a:lnTo>
                      <a:lnTo>
                        <a:pt x="518" y="444"/>
                      </a:lnTo>
                      <a:lnTo>
                        <a:pt x="518" y="440"/>
                      </a:lnTo>
                      <a:lnTo>
                        <a:pt x="514" y="440"/>
                      </a:lnTo>
                      <a:lnTo>
                        <a:pt x="514" y="444"/>
                      </a:lnTo>
                      <a:lnTo>
                        <a:pt x="510" y="448"/>
                      </a:lnTo>
                      <a:lnTo>
                        <a:pt x="506" y="448"/>
                      </a:lnTo>
                      <a:lnTo>
                        <a:pt x="504" y="448"/>
                      </a:lnTo>
                      <a:lnTo>
                        <a:pt x="504" y="444"/>
                      </a:lnTo>
                      <a:lnTo>
                        <a:pt x="506" y="444"/>
                      </a:lnTo>
                      <a:lnTo>
                        <a:pt x="506" y="440"/>
                      </a:lnTo>
                      <a:lnTo>
                        <a:pt x="506" y="444"/>
                      </a:lnTo>
                      <a:lnTo>
                        <a:pt x="504" y="444"/>
                      </a:lnTo>
                      <a:lnTo>
                        <a:pt x="504" y="440"/>
                      </a:lnTo>
                      <a:lnTo>
                        <a:pt x="504" y="438"/>
                      </a:lnTo>
                      <a:lnTo>
                        <a:pt x="500" y="438"/>
                      </a:lnTo>
                      <a:lnTo>
                        <a:pt x="500" y="434"/>
                      </a:lnTo>
                      <a:lnTo>
                        <a:pt x="500" y="430"/>
                      </a:lnTo>
                      <a:lnTo>
                        <a:pt x="504" y="426"/>
                      </a:lnTo>
                      <a:lnTo>
                        <a:pt x="504" y="422"/>
                      </a:lnTo>
                      <a:lnTo>
                        <a:pt x="504" y="414"/>
                      </a:lnTo>
                      <a:lnTo>
                        <a:pt x="504" y="410"/>
                      </a:lnTo>
                      <a:lnTo>
                        <a:pt x="506" y="410"/>
                      </a:lnTo>
                      <a:lnTo>
                        <a:pt x="510" y="410"/>
                      </a:lnTo>
                      <a:lnTo>
                        <a:pt x="510" y="408"/>
                      </a:lnTo>
                      <a:lnTo>
                        <a:pt x="510" y="404"/>
                      </a:lnTo>
                      <a:lnTo>
                        <a:pt x="510" y="400"/>
                      </a:lnTo>
                      <a:lnTo>
                        <a:pt x="510" y="396"/>
                      </a:lnTo>
                      <a:lnTo>
                        <a:pt x="510" y="392"/>
                      </a:lnTo>
                      <a:lnTo>
                        <a:pt x="506" y="388"/>
                      </a:lnTo>
                      <a:lnTo>
                        <a:pt x="506" y="384"/>
                      </a:lnTo>
                      <a:lnTo>
                        <a:pt x="506" y="380"/>
                      </a:lnTo>
                      <a:lnTo>
                        <a:pt x="506" y="378"/>
                      </a:lnTo>
                      <a:lnTo>
                        <a:pt x="506" y="374"/>
                      </a:lnTo>
                      <a:lnTo>
                        <a:pt x="506" y="370"/>
                      </a:lnTo>
                      <a:lnTo>
                        <a:pt x="504" y="370"/>
                      </a:lnTo>
                      <a:lnTo>
                        <a:pt x="504" y="366"/>
                      </a:lnTo>
                      <a:lnTo>
                        <a:pt x="506" y="366"/>
                      </a:lnTo>
                      <a:lnTo>
                        <a:pt x="506" y="362"/>
                      </a:lnTo>
                      <a:lnTo>
                        <a:pt x="504" y="362"/>
                      </a:lnTo>
                      <a:lnTo>
                        <a:pt x="506" y="358"/>
                      </a:lnTo>
                      <a:lnTo>
                        <a:pt x="510" y="358"/>
                      </a:lnTo>
                      <a:lnTo>
                        <a:pt x="510" y="354"/>
                      </a:lnTo>
                      <a:lnTo>
                        <a:pt x="510" y="352"/>
                      </a:lnTo>
                      <a:lnTo>
                        <a:pt x="514" y="352"/>
                      </a:lnTo>
                      <a:lnTo>
                        <a:pt x="514" y="348"/>
                      </a:lnTo>
                      <a:lnTo>
                        <a:pt x="514" y="344"/>
                      </a:lnTo>
                      <a:lnTo>
                        <a:pt x="518" y="344"/>
                      </a:lnTo>
                      <a:lnTo>
                        <a:pt x="518" y="340"/>
                      </a:lnTo>
                      <a:lnTo>
                        <a:pt x="518" y="336"/>
                      </a:lnTo>
                      <a:lnTo>
                        <a:pt x="518" y="332"/>
                      </a:lnTo>
                      <a:lnTo>
                        <a:pt x="522" y="332"/>
                      </a:lnTo>
                      <a:lnTo>
                        <a:pt x="518" y="328"/>
                      </a:lnTo>
                      <a:lnTo>
                        <a:pt x="522" y="328"/>
                      </a:lnTo>
                      <a:lnTo>
                        <a:pt x="522" y="324"/>
                      </a:lnTo>
                      <a:lnTo>
                        <a:pt x="522" y="322"/>
                      </a:lnTo>
                      <a:lnTo>
                        <a:pt x="526" y="322"/>
                      </a:lnTo>
                      <a:lnTo>
                        <a:pt x="526" y="318"/>
                      </a:lnTo>
                      <a:lnTo>
                        <a:pt x="526" y="314"/>
                      </a:lnTo>
                      <a:lnTo>
                        <a:pt x="530" y="310"/>
                      </a:lnTo>
                      <a:lnTo>
                        <a:pt x="530" y="306"/>
                      </a:lnTo>
                      <a:lnTo>
                        <a:pt x="530" y="302"/>
                      </a:lnTo>
                      <a:lnTo>
                        <a:pt x="530" y="298"/>
                      </a:lnTo>
                      <a:lnTo>
                        <a:pt x="530" y="296"/>
                      </a:lnTo>
                      <a:lnTo>
                        <a:pt x="532" y="296"/>
                      </a:lnTo>
                      <a:lnTo>
                        <a:pt x="532" y="292"/>
                      </a:lnTo>
                      <a:lnTo>
                        <a:pt x="532" y="288"/>
                      </a:lnTo>
                      <a:lnTo>
                        <a:pt x="532" y="284"/>
                      </a:lnTo>
                      <a:lnTo>
                        <a:pt x="532" y="280"/>
                      </a:lnTo>
                      <a:lnTo>
                        <a:pt x="536" y="276"/>
                      </a:lnTo>
                      <a:lnTo>
                        <a:pt x="536" y="272"/>
                      </a:lnTo>
                      <a:lnTo>
                        <a:pt x="536" y="268"/>
                      </a:lnTo>
                      <a:lnTo>
                        <a:pt x="536" y="266"/>
                      </a:lnTo>
                      <a:lnTo>
                        <a:pt x="536" y="262"/>
                      </a:lnTo>
                      <a:lnTo>
                        <a:pt x="536" y="258"/>
                      </a:lnTo>
                      <a:lnTo>
                        <a:pt x="532" y="254"/>
                      </a:lnTo>
                      <a:lnTo>
                        <a:pt x="532" y="250"/>
                      </a:lnTo>
                      <a:lnTo>
                        <a:pt x="532" y="246"/>
                      </a:lnTo>
                      <a:lnTo>
                        <a:pt x="532" y="242"/>
                      </a:lnTo>
                      <a:lnTo>
                        <a:pt x="532" y="238"/>
                      </a:lnTo>
                      <a:lnTo>
                        <a:pt x="532" y="236"/>
                      </a:lnTo>
                      <a:lnTo>
                        <a:pt x="532" y="232"/>
                      </a:lnTo>
                      <a:lnTo>
                        <a:pt x="532" y="228"/>
                      </a:lnTo>
                      <a:lnTo>
                        <a:pt x="532" y="232"/>
                      </a:lnTo>
                      <a:lnTo>
                        <a:pt x="536" y="232"/>
                      </a:lnTo>
                      <a:lnTo>
                        <a:pt x="536" y="228"/>
                      </a:lnTo>
                      <a:lnTo>
                        <a:pt x="536" y="224"/>
                      </a:lnTo>
                      <a:lnTo>
                        <a:pt x="536" y="220"/>
                      </a:lnTo>
                      <a:lnTo>
                        <a:pt x="536" y="216"/>
                      </a:lnTo>
                      <a:lnTo>
                        <a:pt x="536" y="212"/>
                      </a:lnTo>
                      <a:lnTo>
                        <a:pt x="536" y="210"/>
                      </a:lnTo>
                      <a:lnTo>
                        <a:pt x="536" y="206"/>
                      </a:lnTo>
                      <a:lnTo>
                        <a:pt x="536" y="202"/>
                      </a:lnTo>
                      <a:lnTo>
                        <a:pt x="536" y="198"/>
                      </a:lnTo>
                      <a:lnTo>
                        <a:pt x="540" y="198"/>
                      </a:lnTo>
                      <a:lnTo>
                        <a:pt x="540" y="194"/>
                      </a:lnTo>
                      <a:lnTo>
                        <a:pt x="540" y="190"/>
                      </a:lnTo>
                      <a:lnTo>
                        <a:pt x="540" y="186"/>
                      </a:lnTo>
                      <a:lnTo>
                        <a:pt x="540" y="182"/>
                      </a:lnTo>
                      <a:lnTo>
                        <a:pt x="544" y="182"/>
                      </a:lnTo>
                      <a:lnTo>
                        <a:pt x="544" y="180"/>
                      </a:lnTo>
                      <a:lnTo>
                        <a:pt x="544" y="176"/>
                      </a:lnTo>
                      <a:lnTo>
                        <a:pt x="544" y="172"/>
                      </a:lnTo>
                      <a:lnTo>
                        <a:pt x="544" y="168"/>
                      </a:lnTo>
                      <a:lnTo>
                        <a:pt x="544" y="164"/>
                      </a:lnTo>
                      <a:lnTo>
                        <a:pt x="548" y="164"/>
                      </a:lnTo>
                      <a:lnTo>
                        <a:pt x="548" y="160"/>
                      </a:lnTo>
                      <a:lnTo>
                        <a:pt x="548" y="158"/>
                      </a:lnTo>
                      <a:lnTo>
                        <a:pt x="548" y="154"/>
                      </a:lnTo>
                      <a:lnTo>
                        <a:pt x="548" y="150"/>
                      </a:lnTo>
                      <a:lnTo>
                        <a:pt x="548" y="146"/>
                      </a:lnTo>
                      <a:lnTo>
                        <a:pt x="548" y="142"/>
                      </a:lnTo>
                      <a:lnTo>
                        <a:pt x="552" y="142"/>
                      </a:lnTo>
                      <a:lnTo>
                        <a:pt x="552" y="138"/>
                      </a:lnTo>
                      <a:lnTo>
                        <a:pt x="548" y="136"/>
                      </a:lnTo>
                      <a:lnTo>
                        <a:pt x="548" y="132"/>
                      </a:lnTo>
                      <a:lnTo>
                        <a:pt x="548" y="128"/>
                      </a:lnTo>
                      <a:lnTo>
                        <a:pt x="548" y="124"/>
                      </a:lnTo>
                      <a:lnTo>
                        <a:pt x="548" y="120"/>
                      </a:lnTo>
                      <a:lnTo>
                        <a:pt x="548" y="116"/>
                      </a:lnTo>
                      <a:lnTo>
                        <a:pt x="548" y="112"/>
                      </a:lnTo>
                      <a:lnTo>
                        <a:pt x="552" y="112"/>
                      </a:lnTo>
                      <a:lnTo>
                        <a:pt x="552" y="110"/>
                      </a:lnTo>
                      <a:lnTo>
                        <a:pt x="552" y="106"/>
                      </a:lnTo>
                      <a:lnTo>
                        <a:pt x="548" y="106"/>
                      </a:lnTo>
                      <a:lnTo>
                        <a:pt x="548" y="110"/>
                      </a:lnTo>
                      <a:lnTo>
                        <a:pt x="548" y="106"/>
                      </a:lnTo>
                      <a:lnTo>
                        <a:pt x="548" y="102"/>
                      </a:lnTo>
                      <a:lnTo>
                        <a:pt x="548" y="98"/>
                      </a:lnTo>
                      <a:lnTo>
                        <a:pt x="548" y="102"/>
                      </a:lnTo>
                      <a:lnTo>
                        <a:pt x="552" y="102"/>
                      </a:lnTo>
                      <a:lnTo>
                        <a:pt x="552" y="98"/>
                      </a:lnTo>
                      <a:lnTo>
                        <a:pt x="552" y="94"/>
                      </a:lnTo>
                      <a:lnTo>
                        <a:pt x="552" y="90"/>
                      </a:lnTo>
                      <a:lnTo>
                        <a:pt x="552" y="86"/>
                      </a:lnTo>
                      <a:lnTo>
                        <a:pt x="556" y="82"/>
                      </a:lnTo>
                      <a:lnTo>
                        <a:pt x="556" y="76"/>
                      </a:lnTo>
                      <a:lnTo>
                        <a:pt x="556" y="72"/>
                      </a:lnTo>
                      <a:lnTo>
                        <a:pt x="556" y="68"/>
                      </a:lnTo>
                      <a:lnTo>
                        <a:pt x="556" y="64"/>
                      </a:lnTo>
                      <a:lnTo>
                        <a:pt x="556" y="60"/>
                      </a:lnTo>
                      <a:lnTo>
                        <a:pt x="556" y="52"/>
                      </a:lnTo>
                      <a:lnTo>
                        <a:pt x="556" y="50"/>
                      </a:lnTo>
                      <a:lnTo>
                        <a:pt x="556" y="46"/>
                      </a:lnTo>
                      <a:lnTo>
                        <a:pt x="556" y="42"/>
                      </a:lnTo>
                      <a:lnTo>
                        <a:pt x="556" y="38"/>
                      </a:lnTo>
                      <a:lnTo>
                        <a:pt x="552" y="34"/>
                      </a:lnTo>
                      <a:lnTo>
                        <a:pt x="552" y="30"/>
                      </a:lnTo>
                      <a:lnTo>
                        <a:pt x="552" y="26"/>
                      </a:lnTo>
                      <a:lnTo>
                        <a:pt x="552" y="24"/>
                      </a:lnTo>
                      <a:lnTo>
                        <a:pt x="552" y="20"/>
                      </a:lnTo>
                      <a:lnTo>
                        <a:pt x="552" y="16"/>
                      </a:lnTo>
                      <a:lnTo>
                        <a:pt x="556" y="16"/>
                      </a:lnTo>
                      <a:lnTo>
                        <a:pt x="560" y="16"/>
                      </a:lnTo>
                      <a:lnTo>
                        <a:pt x="560" y="12"/>
                      </a:lnTo>
                      <a:lnTo>
                        <a:pt x="560" y="8"/>
                      </a:lnTo>
                      <a:lnTo>
                        <a:pt x="560" y="4"/>
                      </a:lnTo>
                      <a:lnTo>
                        <a:pt x="562" y="4"/>
                      </a:lnTo>
                      <a:lnTo>
                        <a:pt x="562" y="0"/>
                      </a:lnTo>
                      <a:lnTo>
                        <a:pt x="562" y="4"/>
                      </a:lnTo>
                      <a:lnTo>
                        <a:pt x="566" y="4"/>
                      </a:lnTo>
                      <a:lnTo>
                        <a:pt x="566" y="8"/>
                      </a:lnTo>
                      <a:lnTo>
                        <a:pt x="566" y="12"/>
                      </a:lnTo>
                      <a:lnTo>
                        <a:pt x="570" y="12"/>
                      </a:lnTo>
                      <a:lnTo>
                        <a:pt x="570" y="16"/>
                      </a:lnTo>
                      <a:lnTo>
                        <a:pt x="570" y="20"/>
                      </a:lnTo>
                      <a:lnTo>
                        <a:pt x="570" y="24"/>
                      </a:lnTo>
                      <a:lnTo>
                        <a:pt x="570" y="26"/>
                      </a:lnTo>
                      <a:lnTo>
                        <a:pt x="574" y="30"/>
                      </a:lnTo>
                      <a:lnTo>
                        <a:pt x="574" y="34"/>
                      </a:lnTo>
                      <a:lnTo>
                        <a:pt x="578" y="34"/>
                      </a:lnTo>
                      <a:lnTo>
                        <a:pt x="578" y="38"/>
                      </a:lnTo>
                      <a:lnTo>
                        <a:pt x="574" y="42"/>
                      </a:lnTo>
                      <a:lnTo>
                        <a:pt x="578" y="42"/>
                      </a:lnTo>
                      <a:lnTo>
                        <a:pt x="578" y="46"/>
                      </a:lnTo>
                      <a:lnTo>
                        <a:pt x="574" y="46"/>
                      </a:lnTo>
                      <a:lnTo>
                        <a:pt x="574" y="50"/>
                      </a:lnTo>
                      <a:lnTo>
                        <a:pt x="574" y="52"/>
                      </a:lnTo>
                      <a:lnTo>
                        <a:pt x="574" y="56"/>
                      </a:lnTo>
                      <a:lnTo>
                        <a:pt x="578" y="56"/>
                      </a:lnTo>
                      <a:lnTo>
                        <a:pt x="578" y="60"/>
                      </a:lnTo>
                      <a:lnTo>
                        <a:pt x="578" y="64"/>
                      </a:lnTo>
                      <a:lnTo>
                        <a:pt x="578" y="60"/>
                      </a:lnTo>
                      <a:lnTo>
                        <a:pt x="582" y="68"/>
                      </a:lnTo>
                      <a:lnTo>
                        <a:pt x="582" y="76"/>
                      </a:lnTo>
                      <a:lnTo>
                        <a:pt x="586" y="76"/>
                      </a:lnTo>
                      <a:lnTo>
                        <a:pt x="586" y="80"/>
                      </a:lnTo>
                      <a:lnTo>
                        <a:pt x="586" y="82"/>
                      </a:lnTo>
                      <a:lnTo>
                        <a:pt x="586" y="86"/>
                      </a:lnTo>
                      <a:lnTo>
                        <a:pt x="586" y="90"/>
                      </a:lnTo>
                      <a:lnTo>
                        <a:pt x="590" y="90"/>
                      </a:lnTo>
                      <a:lnTo>
                        <a:pt x="586" y="94"/>
                      </a:lnTo>
                      <a:lnTo>
                        <a:pt x="590" y="98"/>
                      </a:lnTo>
                      <a:lnTo>
                        <a:pt x="592" y="98"/>
                      </a:lnTo>
                      <a:lnTo>
                        <a:pt x="596" y="94"/>
                      </a:lnTo>
                      <a:lnTo>
                        <a:pt x="596" y="98"/>
                      </a:lnTo>
                      <a:lnTo>
                        <a:pt x="600" y="98"/>
                      </a:lnTo>
                      <a:lnTo>
                        <a:pt x="600" y="102"/>
                      </a:lnTo>
                      <a:lnTo>
                        <a:pt x="596" y="102"/>
                      </a:lnTo>
                      <a:lnTo>
                        <a:pt x="596" y="106"/>
                      </a:lnTo>
                      <a:lnTo>
                        <a:pt x="596" y="110"/>
                      </a:lnTo>
                      <a:lnTo>
                        <a:pt x="596" y="112"/>
                      </a:lnTo>
                      <a:lnTo>
                        <a:pt x="592" y="116"/>
                      </a:lnTo>
                      <a:lnTo>
                        <a:pt x="592" y="120"/>
                      </a:lnTo>
                      <a:lnTo>
                        <a:pt x="590" y="120"/>
                      </a:lnTo>
                      <a:lnTo>
                        <a:pt x="586" y="120"/>
                      </a:lnTo>
                      <a:lnTo>
                        <a:pt x="582" y="124"/>
                      </a:lnTo>
                      <a:lnTo>
                        <a:pt x="578" y="124"/>
                      </a:lnTo>
                      <a:lnTo>
                        <a:pt x="578" y="128"/>
                      </a:lnTo>
                      <a:lnTo>
                        <a:pt x="578" y="132"/>
                      </a:lnTo>
                      <a:lnTo>
                        <a:pt x="582" y="136"/>
                      </a:lnTo>
                      <a:lnTo>
                        <a:pt x="578" y="138"/>
                      </a:lnTo>
                      <a:lnTo>
                        <a:pt x="578" y="142"/>
                      </a:lnTo>
                      <a:lnTo>
                        <a:pt x="578" y="146"/>
                      </a:lnTo>
                      <a:lnTo>
                        <a:pt x="578" y="150"/>
                      </a:lnTo>
                      <a:lnTo>
                        <a:pt x="578" y="154"/>
                      </a:lnTo>
                      <a:lnTo>
                        <a:pt x="578" y="158"/>
                      </a:lnTo>
                      <a:lnTo>
                        <a:pt x="578" y="160"/>
                      </a:lnTo>
                      <a:lnTo>
                        <a:pt x="578" y="164"/>
                      </a:lnTo>
                      <a:lnTo>
                        <a:pt x="582" y="168"/>
                      </a:lnTo>
                      <a:lnTo>
                        <a:pt x="582" y="172"/>
                      </a:lnTo>
                      <a:lnTo>
                        <a:pt x="578" y="172"/>
                      </a:lnTo>
                      <a:lnTo>
                        <a:pt x="574" y="172"/>
                      </a:lnTo>
                      <a:lnTo>
                        <a:pt x="574" y="176"/>
                      </a:lnTo>
                      <a:lnTo>
                        <a:pt x="570" y="180"/>
                      </a:lnTo>
                      <a:lnTo>
                        <a:pt x="570" y="182"/>
                      </a:lnTo>
                      <a:lnTo>
                        <a:pt x="570" y="186"/>
                      </a:lnTo>
                      <a:lnTo>
                        <a:pt x="566" y="186"/>
                      </a:lnTo>
                      <a:lnTo>
                        <a:pt x="566" y="190"/>
                      </a:lnTo>
                      <a:lnTo>
                        <a:pt x="562" y="194"/>
                      </a:lnTo>
                      <a:lnTo>
                        <a:pt x="562" y="198"/>
                      </a:lnTo>
                      <a:lnTo>
                        <a:pt x="560" y="198"/>
                      </a:lnTo>
                      <a:lnTo>
                        <a:pt x="560" y="202"/>
                      </a:lnTo>
                      <a:lnTo>
                        <a:pt x="560" y="206"/>
                      </a:lnTo>
                      <a:lnTo>
                        <a:pt x="560" y="210"/>
                      </a:lnTo>
                      <a:lnTo>
                        <a:pt x="556" y="212"/>
                      </a:lnTo>
                      <a:lnTo>
                        <a:pt x="556" y="216"/>
                      </a:lnTo>
                      <a:lnTo>
                        <a:pt x="560" y="216"/>
                      </a:lnTo>
                      <a:lnTo>
                        <a:pt x="556" y="216"/>
                      </a:lnTo>
                      <a:lnTo>
                        <a:pt x="560" y="220"/>
                      </a:lnTo>
                      <a:lnTo>
                        <a:pt x="560" y="224"/>
                      </a:lnTo>
                      <a:lnTo>
                        <a:pt x="560" y="228"/>
                      </a:lnTo>
                      <a:lnTo>
                        <a:pt x="560" y="232"/>
                      </a:lnTo>
                      <a:lnTo>
                        <a:pt x="556" y="232"/>
                      </a:lnTo>
                      <a:lnTo>
                        <a:pt x="556" y="236"/>
                      </a:lnTo>
                      <a:lnTo>
                        <a:pt x="552" y="236"/>
                      </a:lnTo>
                      <a:lnTo>
                        <a:pt x="552" y="238"/>
                      </a:lnTo>
                      <a:lnTo>
                        <a:pt x="552" y="242"/>
                      </a:lnTo>
                      <a:lnTo>
                        <a:pt x="552" y="246"/>
                      </a:lnTo>
                      <a:lnTo>
                        <a:pt x="548" y="246"/>
                      </a:lnTo>
                      <a:lnTo>
                        <a:pt x="548" y="250"/>
                      </a:lnTo>
                      <a:lnTo>
                        <a:pt x="548" y="254"/>
                      </a:lnTo>
                      <a:lnTo>
                        <a:pt x="552" y="258"/>
                      </a:lnTo>
                      <a:lnTo>
                        <a:pt x="552" y="262"/>
                      </a:lnTo>
                      <a:lnTo>
                        <a:pt x="552" y="266"/>
                      </a:lnTo>
                      <a:lnTo>
                        <a:pt x="552" y="268"/>
                      </a:lnTo>
                      <a:lnTo>
                        <a:pt x="556" y="268"/>
                      </a:lnTo>
                      <a:lnTo>
                        <a:pt x="556" y="272"/>
                      </a:lnTo>
                      <a:lnTo>
                        <a:pt x="556" y="276"/>
                      </a:lnTo>
                      <a:lnTo>
                        <a:pt x="556" y="280"/>
                      </a:lnTo>
                      <a:lnTo>
                        <a:pt x="556" y="284"/>
                      </a:lnTo>
                      <a:lnTo>
                        <a:pt x="560" y="284"/>
                      </a:lnTo>
                      <a:lnTo>
                        <a:pt x="560" y="288"/>
                      </a:lnTo>
                      <a:lnTo>
                        <a:pt x="560" y="292"/>
                      </a:lnTo>
                      <a:lnTo>
                        <a:pt x="560" y="296"/>
                      </a:lnTo>
                      <a:lnTo>
                        <a:pt x="560" y="298"/>
                      </a:lnTo>
                      <a:lnTo>
                        <a:pt x="560" y="302"/>
                      </a:lnTo>
                      <a:lnTo>
                        <a:pt x="556" y="302"/>
                      </a:lnTo>
                      <a:lnTo>
                        <a:pt x="556" y="306"/>
                      </a:lnTo>
                      <a:lnTo>
                        <a:pt x="556" y="310"/>
                      </a:lnTo>
                      <a:lnTo>
                        <a:pt x="552" y="310"/>
                      </a:lnTo>
                      <a:lnTo>
                        <a:pt x="552" y="314"/>
                      </a:lnTo>
                      <a:lnTo>
                        <a:pt x="552" y="318"/>
                      </a:lnTo>
                      <a:lnTo>
                        <a:pt x="552" y="322"/>
                      </a:lnTo>
                      <a:lnTo>
                        <a:pt x="548" y="322"/>
                      </a:lnTo>
                      <a:lnTo>
                        <a:pt x="548" y="324"/>
                      </a:lnTo>
                      <a:lnTo>
                        <a:pt x="552" y="324"/>
                      </a:lnTo>
                      <a:lnTo>
                        <a:pt x="552" y="328"/>
                      </a:lnTo>
                      <a:lnTo>
                        <a:pt x="552" y="332"/>
                      </a:lnTo>
                      <a:lnTo>
                        <a:pt x="552" y="336"/>
                      </a:lnTo>
                      <a:lnTo>
                        <a:pt x="552" y="340"/>
                      </a:lnTo>
                      <a:lnTo>
                        <a:pt x="548" y="340"/>
                      </a:lnTo>
                      <a:lnTo>
                        <a:pt x="548" y="344"/>
                      </a:lnTo>
                      <a:lnTo>
                        <a:pt x="544" y="348"/>
                      </a:lnTo>
                      <a:lnTo>
                        <a:pt x="544" y="344"/>
                      </a:lnTo>
                      <a:lnTo>
                        <a:pt x="540" y="348"/>
                      </a:lnTo>
                      <a:lnTo>
                        <a:pt x="540" y="352"/>
                      </a:lnTo>
                      <a:lnTo>
                        <a:pt x="540" y="354"/>
                      </a:lnTo>
                      <a:lnTo>
                        <a:pt x="540" y="358"/>
                      </a:lnTo>
                      <a:lnTo>
                        <a:pt x="540" y="362"/>
                      </a:lnTo>
                      <a:lnTo>
                        <a:pt x="540" y="366"/>
                      </a:lnTo>
                      <a:lnTo>
                        <a:pt x="540" y="370"/>
                      </a:lnTo>
                      <a:lnTo>
                        <a:pt x="540" y="374"/>
                      </a:lnTo>
                      <a:lnTo>
                        <a:pt x="544" y="378"/>
                      </a:lnTo>
                      <a:lnTo>
                        <a:pt x="544" y="380"/>
                      </a:lnTo>
                      <a:lnTo>
                        <a:pt x="544" y="384"/>
                      </a:lnTo>
                      <a:lnTo>
                        <a:pt x="544" y="388"/>
                      </a:lnTo>
                      <a:lnTo>
                        <a:pt x="540" y="388"/>
                      </a:lnTo>
                      <a:lnTo>
                        <a:pt x="540" y="392"/>
                      </a:lnTo>
                      <a:lnTo>
                        <a:pt x="536" y="392"/>
                      </a:lnTo>
                      <a:lnTo>
                        <a:pt x="536" y="396"/>
                      </a:lnTo>
                      <a:lnTo>
                        <a:pt x="536" y="400"/>
                      </a:lnTo>
                      <a:lnTo>
                        <a:pt x="536" y="404"/>
                      </a:lnTo>
                      <a:lnTo>
                        <a:pt x="536" y="408"/>
                      </a:lnTo>
                      <a:lnTo>
                        <a:pt x="532" y="408"/>
                      </a:lnTo>
                      <a:lnTo>
                        <a:pt x="532" y="404"/>
                      </a:lnTo>
                      <a:lnTo>
                        <a:pt x="532" y="408"/>
                      </a:lnTo>
                      <a:lnTo>
                        <a:pt x="532" y="410"/>
                      </a:lnTo>
                      <a:lnTo>
                        <a:pt x="532" y="414"/>
                      </a:lnTo>
                      <a:lnTo>
                        <a:pt x="530" y="418"/>
                      </a:lnTo>
                      <a:lnTo>
                        <a:pt x="532" y="418"/>
                      </a:lnTo>
                      <a:lnTo>
                        <a:pt x="532" y="422"/>
                      </a:lnTo>
                      <a:lnTo>
                        <a:pt x="530" y="422"/>
                      </a:lnTo>
                      <a:lnTo>
                        <a:pt x="530" y="426"/>
                      </a:lnTo>
                      <a:lnTo>
                        <a:pt x="530" y="430"/>
                      </a:lnTo>
                      <a:lnTo>
                        <a:pt x="530" y="434"/>
                      </a:lnTo>
                      <a:lnTo>
                        <a:pt x="530" y="438"/>
                      </a:lnTo>
                      <a:lnTo>
                        <a:pt x="530" y="440"/>
                      </a:lnTo>
                      <a:lnTo>
                        <a:pt x="530" y="444"/>
                      </a:lnTo>
                      <a:lnTo>
                        <a:pt x="530" y="448"/>
                      </a:lnTo>
                      <a:lnTo>
                        <a:pt x="532" y="448"/>
                      </a:lnTo>
                      <a:lnTo>
                        <a:pt x="532" y="452"/>
                      </a:lnTo>
                      <a:lnTo>
                        <a:pt x="532" y="456"/>
                      </a:lnTo>
                      <a:lnTo>
                        <a:pt x="530" y="456"/>
                      </a:lnTo>
                      <a:lnTo>
                        <a:pt x="526" y="460"/>
                      </a:lnTo>
                      <a:lnTo>
                        <a:pt x="530" y="460"/>
                      </a:lnTo>
                      <a:lnTo>
                        <a:pt x="526" y="464"/>
                      </a:lnTo>
                      <a:lnTo>
                        <a:pt x="526" y="466"/>
                      </a:lnTo>
                      <a:lnTo>
                        <a:pt x="526" y="470"/>
                      </a:lnTo>
                      <a:lnTo>
                        <a:pt x="526" y="474"/>
                      </a:lnTo>
                      <a:lnTo>
                        <a:pt x="530" y="474"/>
                      </a:lnTo>
                      <a:lnTo>
                        <a:pt x="532" y="474"/>
                      </a:lnTo>
                      <a:lnTo>
                        <a:pt x="532" y="478"/>
                      </a:lnTo>
                      <a:lnTo>
                        <a:pt x="530" y="478"/>
                      </a:lnTo>
                      <a:lnTo>
                        <a:pt x="530" y="482"/>
                      </a:lnTo>
                      <a:lnTo>
                        <a:pt x="532" y="482"/>
                      </a:lnTo>
                      <a:lnTo>
                        <a:pt x="532" y="486"/>
                      </a:lnTo>
                      <a:lnTo>
                        <a:pt x="532" y="490"/>
                      </a:lnTo>
                      <a:lnTo>
                        <a:pt x="532" y="494"/>
                      </a:lnTo>
                      <a:lnTo>
                        <a:pt x="530" y="494"/>
                      </a:lnTo>
                      <a:lnTo>
                        <a:pt x="532" y="496"/>
                      </a:lnTo>
                      <a:lnTo>
                        <a:pt x="530" y="496"/>
                      </a:lnTo>
                      <a:lnTo>
                        <a:pt x="530" y="500"/>
                      </a:lnTo>
                      <a:lnTo>
                        <a:pt x="532" y="500"/>
                      </a:lnTo>
                      <a:lnTo>
                        <a:pt x="536" y="500"/>
                      </a:lnTo>
                      <a:lnTo>
                        <a:pt x="540" y="500"/>
                      </a:lnTo>
                      <a:lnTo>
                        <a:pt x="540" y="504"/>
                      </a:lnTo>
                      <a:lnTo>
                        <a:pt x="540" y="508"/>
                      </a:lnTo>
                      <a:lnTo>
                        <a:pt x="536" y="508"/>
                      </a:lnTo>
                      <a:lnTo>
                        <a:pt x="532" y="508"/>
                      </a:lnTo>
                      <a:lnTo>
                        <a:pt x="530" y="508"/>
                      </a:lnTo>
                      <a:lnTo>
                        <a:pt x="526" y="508"/>
                      </a:lnTo>
                      <a:lnTo>
                        <a:pt x="530" y="508"/>
                      </a:lnTo>
                      <a:lnTo>
                        <a:pt x="530" y="512"/>
                      </a:lnTo>
                      <a:lnTo>
                        <a:pt x="532" y="512"/>
                      </a:lnTo>
                      <a:lnTo>
                        <a:pt x="536" y="512"/>
                      </a:lnTo>
                      <a:lnTo>
                        <a:pt x="536" y="516"/>
                      </a:lnTo>
                      <a:lnTo>
                        <a:pt x="536" y="520"/>
                      </a:lnTo>
                      <a:lnTo>
                        <a:pt x="532" y="524"/>
                      </a:lnTo>
                      <a:lnTo>
                        <a:pt x="532" y="526"/>
                      </a:lnTo>
                      <a:lnTo>
                        <a:pt x="532" y="530"/>
                      </a:lnTo>
                      <a:lnTo>
                        <a:pt x="532" y="534"/>
                      </a:lnTo>
                      <a:lnTo>
                        <a:pt x="530" y="534"/>
                      </a:lnTo>
                      <a:lnTo>
                        <a:pt x="532" y="534"/>
                      </a:lnTo>
                      <a:lnTo>
                        <a:pt x="532" y="538"/>
                      </a:lnTo>
                      <a:lnTo>
                        <a:pt x="532" y="542"/>
                      </a:lnTo>
                      <a:lnTo>
                        <a:pt x="532" y="546"/>
                      </a:lnTo>
                      <a:lnTo>
                        <a:pt x="530" y="550"/>
                      </a:lnTo>
                      <a:lnTo>
                        <a:pt x="530" y="552"/>
                      </a:lnTo>
                      <a:lnTo>
                        <a:pt x="530" y="556"/>
                      </a:lnTo>
                      <a:lnTo>
                        <a:pt x="526" y="560"/>
                      </a:lnTo>
                      <a:lnTo>
                        <a:pt x="522" y="560"/>
                      </a:lnTo>
                      <a:lnTo>
                        <a:pt x="526" y="564"/>
                      </a:lnTo>
                      <a:lnTo>
                        <a:pt x="522" y="564"/>
                      </a:lnTo>
                      <a:lnTo>
                        <a:pt x="522" y="566"/>
                      </a:lnTo>
                      <a:lnTo>
                        <a:pt x="522" y="570"/>
                      </a:lnTo>
                      <a:lnTo>
                        <a:pt x="526" y="574"/>
                      </a:lnTo>
                      <a:lnTo>
                        <a:pt x="526" y="578"/>
                      </a:lnTo>
                      <a:lnTo>
                        <a:pt x="522" y="578"/>
                      </a:lnTo>
                      <a:lnTo>
                        <a:pt x="522" y="582"/>
                      </a:lnTo>
                      <a:lnTo>
                        <a:pt x="518" y="582"/>
                      </a:lnTo>
                      <a:lnTo>
                        <a:pt x="522" y="582"/>
                      </a:lnTo>
                      <a:lnTo>
                        <a:pt x="522" y="586"/>
                      </a:lnTo>
                      <a:lnTo>
                        <a:pt x="522" y="590"/>
                      </a:lnTo>
                      <a:lnTo>
                        <a:pt x="518" y="590"/>
                      </a:lnTo>
                      <a:lnTo>
                        <a:pt x="514" y="590"/>
                      </a:lnTo>
                      <a:lnTo>
                        <a:pt x="514" y="594"/>
                      </a:lnTo>
                      <a:lnTo>
                        <a:pt x="510" y="596"/>
                      </a:lnTo>
                      <a:lnTo>
                        <a:pt x="514" y="596"/>
                      </a:lnTo>
                      <a:lnTo>
                        <a:pt x="510" y="596"/>
                      </a:lnTo>
                      <a:lnTo>
                        <a:pt x="506" y="596"/>
                      </a:lnTo>
                      <a:lnTo>
                        <a:pt x="506" y="600"/>
                      </a:lnTo>
                      <a:lnTo>
                        <a:pt x="506" y="604"/>
                      </a:lnTo>
                      <a:lnTo>
                        <a:pt x="506" y="608"/>
                      </a:lnTo>
                      <a:lnTo>
                        <a:pt x="506" y="612"/>
                      </a:lnTo>
                      <a:lnTo>
                        <a:pt x="506" y="616"/>
                      </a:lnTo>
                      <a:lnTo>
                        <a:pt x="510" y="620"/>
                      </a:lnTo>
                      <a:lnTo>
                        <a:pt x="510" y="624"/>
                      </a:lnTo>
                      <a:lnTo>
                        <a:pt x="510" y="626"/>
                      </a:lnTo>
                      <a:lnTo>
                        <a:pt x="510" y="630"/>
                      </a:lnTo>
                      <a:lnTo>
                        <a:pt x="514" y="630"/>
                      </a:lnTo>
                      <a:lnTo>
                        <a:pt x="514" y="626"/>
                      </a:lnTo>
                      <a:lnTo>
                        <a:pt x="518" y="626"/>
                      </a:lnTo>
                      <a:lnTo>
                        <a:pt x="522" y="626"/>
                      </a:lnTo>
                      <a:lnTo>
                        <a:pt x="526" y="626"/>
                      </a:lnTo>
                      <a:lnTo>
                        <a:pt x="522" y="626"/>
                      </a:lnTo>
                      <a:lnTo>
                        <a:pt x="526" y="630"/>
                      </a:lnTo>
                      <a:lnTo>
                        <a:pt x="526" y="634"/>
                      </a:lnTo>
                      <a:lnTo>
                        <a:pt x="522" y="634"/>
                      </a:lnTo>
                      <a:lnTo>
                        <a:pt x="522" y="638"/>
                      </a:lnTo>
                      <a:lnTo>
                        <a:pt x="526" y="638"/>
                      </a:lnTo>
                      <a:lnTo>
                        <a:pt x="526" y="642"/>
                      </a:lnTo>
                      <a:lnTo>
                        <a:pt x="522" y="646"/>
                      </a:lnTo>
                      <a:lnTo>
                        <a:pt x="526" y="650"/>
                      </a:lnTo>
                      <a:lnTo>
                        <a:pt x="530" y="652"/>
                      </a:lnTo>
                      <a:lnTo>
                        <a:pt x="532" y="656"/>
                      </a:lnTo>
                      <a:lnTo>
                        <a:pt x="540" y="656"/>
                      </a:lnTo>
                      <a:lnTo>
                        <a:pt x="548" y="656"/>
                      </a:lnTo>
                      <a:lnTo>
                        <a:pt x="552" y="656"/>
                      </a:lnTo>
                      <a:lnTo>
                        <a:pt x="556" y="656"/>
                      </a:lnTo>
                      <a:lnTo>
                        <a:pt x="560" y="656"/>
                      </a:lnTo>
                      <a:lnTo>
                        <a:pt x="562" y="656"/>
                      </a:lnTo>
                      <a:lnTo>
                        <a:pt x="566" y="656"/>
                      </a:lnTo>
                      <a:lnTo>
                        <a:pt x="570" y="660"/>
                      </a:lnTo>
                      <a:lnTo>
                        <a:pt x="574" y="660"/>
                      </a:lnTo>
                      <a:lnTo>
                        <a:pt x="578" y="660"/>
                      </a:lnTo>
                      <a:lnTo>
                        <a:pt x="578" y="664"/>
                      </a:lnTo>
                      <a:lnTo>
                        <a:pt x="578" y="660"/>
                      </a:lnTo>
                      <a:lnTo>
                        <a:pt x="574" y="660"/>
                      </a:lnTo>
                      <a:lnTo>
                        <a:pt x="570" y="660"/>
                      </a:lnTo>
                      <a:lnTo>
                        <a:pt x="566" y="660"/>
                      </a:lnTo>
                      <a:lnTo>
                        <a:pt x="562" y="660"/>
                      </a:lnTo>
                      <a:lnTo>
                        <a:pt x="562" y="664"/>
                      </a:lnTo>
                      <a:lnTo>
                        <a:pt x="562" y="668"/>
                      </a:lnTo>
                      <a:lnTo>
                        <a:pt x="560" y="664"/>
                      </a:lnTo>
                      <a:lnTo>
                        <a:pt x="556" y="668"/>
                      </a:lnTo>
                      <a:lnTo>
                        <a:pt x="548" y="672"/>
                      </a:lnTo>
                      <a:lnTo>
                        <a:pt x="544" y="672"/>
                      </a:lnTo>
                      <a:lnTo>
                        <a:pt x="544" y="676"/>
                      </a:lnTo>
                      <a:lnTo>
                        <a:pt x="544" y="680"/>
                      </a:lnTo>
                      <a:lnTo>
                        <a:pt x="544" y="682"/>
                      </a:lnTo>
                      <a:lnTo>
                        <a:pt x="544" y="686"/>
                      </a:lnTo>
                      <a:lnTo>
                        <a:pt x="544" y="690"/>
                      </a:lnTo>
                      <a:lnTo>
                        <a:pt x="544" y="694"/>
                      </a:lnTo>
                      <a:lnTo>
                        <a:pt x="540" y="694"/>
                      </a:lnTo>
                      <a:lnTo>
                        <a:pt x="536" y="694"/>
                      </a:lnTo>
                      <a:lnTo>
                        <a:pt x="532" y="694"/>
                      </a:lnTo>
                      <a:lnTo>
                        <a:pt x="530" y="690"/>
                      </a:lnTo>
                      <a:lnTo>
                        <a:pt x="526" y="690"/>
                      </a:lnTo>
                      <a:lnTo>
                        <a:pt x="522" y="686"/>
                      </a:lnTo>
                      <a:lnTo>
                        <a:pt x="522" y="682"/>
                      </a:lnTo>
                      <a:lnTo>
                        <a:pt x="526" y="682"/>
                      </a:lnTo>
                      <a:lnTo>
                        <a:pt x="526" y="686"/>
                      </a:lnTo>
                      <a:lnTo>
                        <a:pt x="530" y="686"/>
                      </a:lnTo>
                      <a:lnTo>
                        <a:pt x="530" y="682"/>
                      </a:lnTo>
                      <a:lnTo>
                        <a:pt x="530" y="680"/>
                      </a:lnTo>
                      <a:lnTo>
                        <a:pt x="530" y="682"/>
                      </a:lnTo>
                      <a:lnTo>
                        <a:pt x="532" y="686"/>
                      </a:lnTo>
                      <a:lnTo>
                        <a:pt x="530" y="686"/>
                      </a:lnTo>
                      <a:lnTo>
                        <a:pt x="532" y="686"/>
                      </a:lnTo>
                      <a:lnTo>
                        <a:pt x="532" y="682"/>
                      </a:lnTo>
                      <a:lnTo>
                        <a:pt x="532" y="680"/>
                      </a:lnTo>
                      <a:lnTo>
                        <a:pt x="536" y="680"/>
                      </a:lnTo>
                      <a:lnTo>
                        <a:pt x="540" y="676"/>
                      </a:lnTo>
                      <a:lnTo>
                        <a:pt x="540" y="672"/>
                      </a:lnTo>
                      <a:lnTo>
                        <a:pt x="536" y="672"/>
                      </a:lnTo>
                      <a:lnTo>
                        <a:pt x="532" y="676"/>
                      </a:lnTo>
                      <a:lnTo>
                        <a:pt x="530" y="676"/>
                      </a:lnTo>
                      <a:lnTo>
                        <a:pt x="530" y="680"/>
                      </a:lnTo>
                      <a:lnTo>
                        <a:pt x="526" y="680"/>
                      </a:lnTo>
                      <a:lnTo>
                        <a:pt x="526" y="676"/>
                      </a:lnTo>
                      <a:lnTo>
                        <a:pt x="522" y="680"/>
                      </a:lnTo>
                      <a:lnTo>
                        <a:pt x="526" y="680"/>
                      </a:lnTo>
                      <a:lnTo>
                        <a:pt x="522" y="682"/>
                      </a:lnTo>
                      <a:lnTo>
                        <a:pt x="522" y="680"/>
                      </a:lnTo>
                      <a:lnTo>
                        <a:pt x="522" y="682"/>
                      </a:lnTo>
                      <a:lnTo>
                        <a:pt x="518" y="682"/>
                      </a:lnTo>
                      <a:lnTo>
                        <a:pt x="522" y="686"/>
                      </a:lnTo>
                      <a:lnTo>
                        <a:pt x="518" y="686"/>
                      </a:lnTo>
                      <a:lnTo>
                        <a:pt x="514" y="682"/>
                      </a:lnTo>
                      <a:lnTo>
                        <a:pt x="510" y="682"/>
                      </a:lnTo>
                      <a:lnTo>
                        <a:pt x="510" y="680"/>
                      </a:lnTo>
                      <a:lnTo>
                        <a:pt x="514" y="680"/>
                      </a:lnTo>
                      <a:lnTo>
                        <a:pt x="518" y="680"/>
                      </a:lnTo>
                      <a:lnTo>
                        <a:pt x="518" y="682"/>
                      </a:lnTo>
                      <a:lnTo>
                        <a:pt x="518" y="680"/>
                      </a:lnTo>
                      <a:lnTo>
                        <a:pt x="514" y="680"/>
                      </a:lnTo>
                      <a:lnTo>
                        <a:pt x="514" y="676"/>
                      </a:lnTo>
                      <a:lnTo>
                        <a:pt x="514" y="672"/>
                      </a:lnTo>
                      <a:lnTo>
                        <a:pt x="518" y="672"/>
                      </a:lnTo>
                      <a:lnTo>
                        <a:pt x="522" y="672"/>
                      </a:lnTo>
                      <a:lnTo>
                        <a:pt x="526" y="672"/>
                      </a:lnTo>
                      <a:lnTo>
                        <a:pt x="526" y="668"/>
                      </a:lnTo>
                      <a:lnTo>
                        <a:pt x="530" y="668"/>
                      </a:lnTo>
                      <a:lnTo>
                        <a:pt x="532" y="668"/>
                      </a:lnTo>
                      <a:lnTo>
                        <a:pt x="536" y="668"/>
                      </a:lnTo>
                      <a:lnTo>
                        <a:pt x="532" y="668"/>
                      </a:lnTo>
                      <a:lnTo>
                        <a:pt x="530" y="668"/>
                      </a:lnTo>
                      <a:lnTo>
                        <a:pt x="526" y="664"/>
                      </a:lnTo>
                      <a:lnTo>
                        <a:pt x="522" y="668"/>
                      </a:lnTo>
                      <a:lnTo>
                        <a:pt x="522" y="664"/>
                      </a:lnTo>
                      <a:lnTo>
                        <a:pt x="522" y="668"/>
                      </a:lnTo>
                      <a:lnTo>
                        <a:pt x="518" y="668"/>
                      </a:lnTo>
                      <a:lnTo>
                        <a:pt x="514" y="668"/>
                      </a:lnTo>
                      <a:lnTo>
                        <a:pt x="518" y="668"/>
                      </a:lnTo>
                      <a:lnTo>
                        <a:pt x="518" y="672"/>
                      </a:lnTo>
                      <a:lnTo>
                        <a:pt x="514" y="672"/>
                      </a:lnTo>
                      <a:lnTo>
                        <a:pt x="514" y="676"/>
                      </a:lnTo>
                      <a:lnTo>
                        <a:pt x="514" y="680"/>
                      </a:lnTo>
                      <a:lnTo>
                        <a:pt x="510" y="680"/>
                      </a:lnTo>
                      <a:lnTo>
                        <a:pt x="506" y="676"/>
                      </a:lnTo>
                      <a:lnTo>
                        <a:pt x="510" y="676"/>
                      </a:lnTo>
                      <a:lnTo>
                        <a:pt x="506" y="672"/>
                      </a:lnTo>
                      <a:lnTo>
                        <a:pt x="510" y="672"/>
                      </a:lnTo>
                      <a:lnTo>
                        <a:pt x="514" y="664"/>
                      </a:lnTo>
                      <a:lnTo>
                        <a:pt x="510" y="664"/>
                      </a:lnTo>
                      <a:lnTo>
                        <a:pt x="510" y="668"/>
                      </a:lnTo>
                      <a:lnTo>
                        <a:pt x="506" y="668"/>
                      </a:lnTo>
                      <a:lnTo>
                        <a:pt x="506" y="672"/>
                      </a:lnTo>
                      <a:lnTo>
                        <a:pt x="504" y="672"/>
                      </a:lnTo>
                      <a:lnTo>
                        <a:pt x="504" y="668"/>
                      </a:lnTo>
                      <a:lnTo>
                        <a:pt x="506" y="668"/>
                      </a:lnTo>
                      <a:lnTo>
                        <a:pt x="506" y="664"/>
                      </a:lnTo>
                      <a:lnTo>
                        <a:pt x="504" y="664"/>
                      </a:lnTo>
                      <a:lnTo>
                        <a:pt x="506" y="664"/>
                      </a:lnTo>
                      <a:lnTo>
                        <a:pt x="506" y="660"/>
                      </a:lnTo>
                      <a:lnTo>
                        <a:pt x="506" y="656"/>
                      </a:lnTo>
                      <a:lnTo>
                        <a:pt x="504" y="656"/>
                      </a:lnTo>
                      <a:lnTo>
                        <a:pt x="506" y="660"/>
                      </a:lnTo>
                      <a:lnTo>
                        <a:pt x="510" y="660"/>
                      </a:lnTo>
                      <a:lnTo>
                        <a:pt x="510" y="656"/>
                      </a:lnTo>
                      <a:lnTo>
                        <a:pt x="514" y="656"/>
                      </a:lnTo>
                      <a:lnTo>
                        <a:pt x="514" y="660"/>
                      </a:lnTo>
                      <a:lnTo>
                        <a:pt x="518" y="660"/>
                      </a:lnTo>
                      <a:lnTo>
                        <a:pt x="518" y="656"/>
                      </a:lnTo>
                      <a:lnTo>
                        <a:pt x="514" y="660"/>
                      </a:lnTo>
                      <a:lnTo>
                        <a:pt x="514" y="656"/>
                      </a:lnTo>
                      <a:lnTo>
                        <a:pt x="518" y="652"/>
                      </a:lnTo>
                      <a:lnTo>
                        <a:pt x="518" y="656"/>
                      </a:lnTo>
                      <a:lnTo>
                        <a:pt x="522" y="656"/>
                      </a:lnTo>
                      <a:lnTo>
                        <a:pt x="522" y="660"/>
                      </a:lnTo>
                      <a:lnTo>
                        <a:pt x="518" y="660"/>
                      </a:lnTo>
                      <a:lnTo>
                        <a:pt x="518" y="664"/>
                      </a:lnTo>
                      <a:lnTo>
                        <a:pt x="514" y="664"/>
                      </a:lnTo>
                      <a:lnTo>
                        <a:pt x="518" y="664"/>
                      </a:lnTo>
                      <a:lnTo>
                        <a:pt x="522" y="664"/>
                      </a:lnTo>
                      <a:lnTo>
                        <a:pt x="522" y="660"/>
                      </a:lnTo>
                      <a:lnTo>
                        <a:pt x="522" y="656"/>
                      </a:lnTo>
                      <a:lnTo>
                        <a:pt x="518" y="656"/>
                      </a:lnTo>
                      <a:lnTo>
                        <a:pt x="518" y="652"/>
                      </a:lnTo>
                      <a:lnTo>
                        <a:pt x="522" y="652"/>
                      </a:lnTo>
                      <a:lnTo>
                        <a:pt x="522" y="650"/>
                      </a:lnTo>
                      <a:lnTo>
                        <a:pt x="518" y="646"/>
                      </a:lnTo>
                      <a:lnTo>
                        <a:pt x="514" y="646"/>
                      </a:lnTo>
                      <a:lnTo>
                        <a:pt x="514" y="642"/>
                      </a:lnTo>
                      <a:lnTo>
                        <a:pt x="510" y="642"/>
                      </a:lnTo>
                      <a:lnTo>
                        <a:pt x="510" y="646"/>
                      </a:lnTo>
                      <a:lnTo>
                        <a:pt x="514" y="646"/>
                      </a:lnTo>
                      <a:lnTo>
                        <a:pt x="518" y="646"/>
                      </a:lnTo>
                      <a:lnTo>
                        <a:pt x="518" y="650"/>
                      </a:lnTo>
                      <a:lnTo>
                        <a:pt x="522" y="650"/>
                      </a:lnTo>
                      <a:lnTo>
                        <a:pt x="518" y="652"/>
                      </a:lnTo>
                      <a:lnTo>
                        <a:pt x="518" y="650"/>
                      </a:lnTo>
                      <a:lnTo>
                        <a:pt x="514" y="650"/>
                      </a:lnTo>
                      <a:lnTo>
                        <a:pt x="510" y="646"/>
                      </a:lnTo>
                      <a:lnTo>
                        <a:pt x="510" y="650"/>
                      </a:lnTo>
                      <a:lnTo>
                        <a:pt x="514" y="650"/>
                      </a:lnTo>
                      <a:lnTo>
                        <a:pt x="514" y="652"/>
                      </a:lnTo>
                      <a:lnTo>
                        <a:pt x="510" y="652"/>
                      </a:lnTo>
                      <a:lnTo>
                        <a:pt x="514" y="652"/>
                      </a:lnTo>
                      <a:lnTo>
                        <a:pt x="510" y="652"/>
                      </a:lnTo>
                      <a:lnTo>
                        <a:pt x="510" y="656"/>
                      </a:lnTo>
                      <a:lnTo>
                        <a:pt x="510" y="652"/>
                      </a:lnTo>
                      <a:lnTo>
                        <a:pt x="510" y="650"/>
                      </a:lnTo>
                      <a:lnTo>
                        <a:pt x="510" y="656"/>
                      </a:lnTo>
                      <a:lnTo>
                        <a:pt x="506" y="656"/>
                      </a:lnTo>
                      <a:lnTo>
                        <a:pt x="506" y="652"/>
                      </a:lnTo>
                      <a:lnTo>
                        <a:pt x="506" y="650"/>
                      </a:lnTo>
                      <a:lnTo>
                        <a:pt x="506" y="652"/>
                      </a:lnTo>
                      <a:lnTo>
                        <a:pt x="506" y="656"/>
                      </a:lnTo>
                      <a:lnTo>
                        <a:pt x="506" y="652"/>
                      </a:lnTo>
                      <a:lnTo>
                        <a:pt x="506" y="650"/>
                      </a:lnTo>
                      <a:lnTo>
                        <a:pt x="504" y="650"/>
                      </a:lnTo>
                      <a:lnTo>
                        <a:pt x="504" y="646"/>
                      </a:lnTo>
                      <a:lnTo>
                        <a:pt x="500" y="642"/>
                      </a:lnTo>
                      <a:lnTo>
                        <a:pt x="504" y="642"/>
                      </a:lnTo>
                      <a:lnTo>
                        <a:pt x="504" y="646"/>
                      </a:lnTo>
                      <a:lnTo>
                        <a:pt x="506" y="646"/>
                      </a:lnTo>
                      <a:lnTo>
                        <a:pt x="504" y="642"/>
                      </a:lnTo>
                      <a:lnTo>
                        <a:pt x="504" y="638"/>
                      </a:lnTo>
                      <a:lnTo>
                        <a:pt x="500" y="638"/>
                      </a:lnTo>
                      <a:lnTo>
                        <a:pt x="500" y="634"/>
                      </a:lnTo>
                      <a:lnTo>
                        <a:pt x="496" y="634"/>
                      </a:lnTo>
                      <a:lnTo>
                        <a:pt x="496" y="630"/>
                      </a:lnTo>
                      <a:lnTo>
                        <a:pt x="500" y="630"/>
                      </a:lnTo>
                      <a:lnTo>
                        <a:pt x="504" y="630"/>
                      </a:lnTo>
                      <a:lnTo>
                        <a:pt x="504" y="626"/>
                      </a:lnTo>
                      <a:lnTo>
                        <a:pt x="506" y="626"/>
                      </a:lnTo>
                      <a:lnTo>
                        <a:pt x="504" y="626"/>
                      </a:lnTo>
                      <a:lnTo>
                        <a:pt x="504" y="624"/>
                      </a:lnTo>
                      <a:lnTo>
                        <a:pt x="506" y="624"/>
                      </a:lnTo>
                      <a:lnTo>
                        <a:pt x="504" y="624"/>
                      </a:lnTo>
                      <a:lnTo>
                        <a:pt x="504" y="626"/>
                      </a:lnTo>
                      <a:lnTo>
                        <a:pt x="504" y="630"/>
                      </a:lnTo>
                      <a:lnTo>
                        <a:pt x="500" y="630"/>
                      </a:lnTo>
                      <a:lnTo>
                        <a:pt x="500" y="626"/>
                      </a:lnTo>
                      <a:lnTo>
                        <a:pt x="496" y="626"/>
                      </a:lnTo>
                      <a:lnTo>
                        <a:pt x="496" y="624"/>
                      </a:lnTo>
                      <a:lnTo>
                        <a:pt x="500" y="624"/>
                      </a:lnTo>
                      <a:lnTo>
                        <a:pt x="504" y="624"/>
                      </a:lnTo>
                      <a:lnTo>
                        <a:pt x="500" y="624"/>
                      </a:lnTo>
                      <a:lnTo>
                        <a:pt x="496" y="624"/>
                      </a:lnTo>
                      <a:lnTo>
                        <a:pt x="492" y="620"/>
                      </a:lnTo>
                      <a:lnTo>
                        <a:pt x="492" y="616"/>
                      </a:lnTo>
                      <a:lnTo>
                        <a:pt x="496" y="616"/>
                      </a:lnTo>
                      <a:lnTo>
                        <a:pt x="500" y="620"/>
                      </a:lnTo>
                      <a:lnTo>
                        <a:pt x="504" y="620"/>
                      </a:lnTo>
                      <a:lnTo>
                        <a:pt x="500" y="616"/>
                      </a:lnTo>
                      <a:lnTo>
                        <a:pt x="496" y="616"/>
                      </a:lnTo>
                      <a:lnTo>
                        <a:pt x="496" y="612"/>
                      </a:lnTo>
                      <a:lnTo>
                        <a:pt x="500" y="612"/>
                      </a:lnTo>
                      <a:lnTo>
                        <a:pt x="504" y="616"/>
                      </a:lnTo>
                      <a:lnTo>
                        <a:pt x="504" y="612"/>
                      </a:lnTo>
                      <a:lnTo>
                        <a:pt x="500" y="612"/>
                      </a:lnTo>
                      <a:lnTo>
                        <a:pt x="496" y="612"/>
                      </a:lnTo>
                      <a:lnTo>
                        <a:pt x="496" y="608"/>
                      </a:lnTo>
                      <a:lnTo>
                        <a:pt x="500" y="608"/>
                      </a:lnTo>
                      <a:lnTo>
                        <a:pt x="496" y="608"/>
                      </a:lnTo>
                      <a:lnTo>
                        <a:pt x="496" y="604"/>
                      </a:lnTo>
                      <a:lnTo>
                        <a:pt x="500" y="604"/>
                      </a:lnTo>
                      <a:lnTo>
                        <a:pt x="504" y="604"/>
                      </a:lnTo>
                      <a:lnTo>
                        <a:pt x="504" y="608"/>
                      </a:lnTo>
                      <a:lnTo>
                        <a:pt x="504" y="604"/>
                      </a:lnTo>
                      <a:lnTo>
                        <a:pt x="500" y="604"/>
                      </a:lnTo>
                      <a:lnTo>
                        <a:pt x="500" y="600"/>
                      </a:lnTo>
                      <a:lnTo>
                        <a:pt x="500" y="596"/>
                      </a:lnTo>
                      <a:lnTo>
                        <a:pt x="500" y="600"/>
                      </a:lnTo>
                      <a:lnTo>
                        <a:pt x="504" y="600"/>
                      </a:lnTo>
                      <a:lnTo>
                        <a:pt x="500" y="600"/>
                      </a:lnTo>
                      <a:lnTo>
                        <a:pt x="500" y="596"/>
                      </a:lnTo>
                      <a:lnTo>
                        <a:pt x="500" y="594"/>
                      </a:lnTo>
                      <a:lnTo>
                        <a:pt x="504" y="594"/>
                      </a:lnTo>
                      <a:lnTo>
                        <a:pt x="500" y="594"/>
                      </a:lnTo>
                      <a:lnTo>
                        <a:pt x="500" y="596"/>
                      </a:lnTo>
                      <a:lnTo>
                        <a:pt x="500" y="600"/>
                      </a:lnTo>
                      <a:lnTo>
                        <a:pt x="496" y="604"/>
                      </a:lnTo>
                      <a:lnTo>
                        <a:pt x="496" y="600"/>
                      </a:lnTo>
                      <a:lnTo>
                        <a:pt x="496" y="596"/>
                      </a:lnTo>
                      <a:lnTo>
                        <a:pt x="496" y="594"/>
                      </a:lnTo>
                      <a:lnTo>
                        <a:pt x="496" y="590"/>
                      </a:lnTo>
                      <a:lnTo>
                        <a:pt x="492" y="590"/>
                      </a:lnTo>
                      <a:lnTo>
                        <a:pt x="496" y="590"/>
                      </a:lnTo>
                      <a:lnTo>
                        <a:pt x="496" y="586"/>
                      </a:lnTo>
                      <a:lnTo>
                        <a:pt x="500" y="586"/>
                      </a:lnTo>
                      <a:lnTo>
                        <a:pt x="496" y="586"/>
                      </a:lnTo>
                      <a:lnTo>
                        <a:pt x="496" y="582"/>
                      </a:lnTo>
                      <a:lnTo>
                        <a:pt x="500" y="582"/>
                      </a:lnTo>
                      <a:lnTo>
                        <a:pt x="500" y="578"/>
                      </a:lnTo>
                      <a:lnTo>
                        <a:pt x="496" y="578"/>
                      </a:lnTo>
                      <a:lnTo>
                        <a:pt x="500" y="578"/>
                      </a:lnTo>
                      <a:lnTo>
                        <a:pt x="496" y="578"/>
                      </a:lnTo>
                      <a:lnTo>
                        <a:pt x="496" y="574"/>
                      </a:lnTo>
                      <a:lnTo>
                        <a:pt x="492" y="574"/>
                      </a:lnTo>
                      <a:lnTo>
                        <a:pt x="492" y="570"/>
                      </a:lnTo>
                      <a:lnTo>
                        <a:pt x="496" y="570"/>
                      </a:lnTo>
                      <a:lnTo>
                        <a:pt x="496" y="574"/>
                      </a:lnTo>
                      <a:lnTo>
                        <a:pt x="496" y="570"/>
                      </a:lnTo>
                      <a:lnTo>
                        <a:pt x="500" y="570"/>
                      </a:lnTo>
                      <a:lnTo>
                        <a:pt x="504" y="570"/>
                      </a:lnTo>
                      <a:lnTo>
                        <a:pt x="506" y="574"/>
                      </a:lnTo>
                      <a:lnTo>
                        <a:pt x="506" y="578"/>
                      </a:lnTo>
                      <a:lnTo>
                        <a:pt x="506" y="574"/>
                      </a:lnTo>
                      <a:lnTo>
                        <a:pt x="510" y="574"/>
                      </a:lnTo>
                      <a:lnTo>
                        <a:pt x="506" y="574"/>
                      </a:lnTo>
                      <a:lnTo>
                        <a:pt x="506" y="570"/>
                      </a:lnTo>
                      <a:lnTo>
                        <a:pt x="504" y="570"/>
                      </a:lnTo>
                      <a:lnTo>
                        <a:pt x="506" y="570"/>
                      </a:lnTo>
                      <a:lnTo>
                        <a:pt x="510" y="570"/>
                      </a:lnTo>
                      <a:lnTo>
                        <a:pt x="506" y="570"/>
                      </a:lnTo>
                      <a:lnTo>
                        <a:pt x="504" y="566"/>
                      </a:lnTo>
                      <a:lnTo>
                        <a:pt x="504" y="564"/>
                      </a:lnTo>
                      <a:lnTo>
                        <a:pt x="504" y="566"/>
                      </a:lnTo>
                      <a:lnTo>
                        <a:pt x="500" y="566"/>
                      </a:lnTo>
                      <a:lnTo>
                        <a:pt x="496" y="566"/>
                      </a:lnTo>
                      <a:lnTo>
                        <a:pt x="492" y="566"/>
                      </a:lnTo>
                      <a:lnTo>
                        <a:pt x="488" y="566"/>
                      </a:lnTo>
                      <a:lnTo>
                        <a:pt x="492" y="564"/>
                      </a:lnTo>
                      <a:lnTo>
                        <a:pt x="496" y="564"/>
                      </a:lnTo>
                      <a:lnTo>
                        <a:pt x="496" y="566"/>
                      </a:lnTo>
                      <a:lnTo>
                        <a:pt x="500" y="566"/>
                      </a:lnTo>
                      <a:lnTo>
                        <a:pt x="496" y="566"/>
                      </a:lnTo>
                      <a:lnTo>
                        <a:pt x="496" y="564"/>
                      </a:lnTo>
                      <a:lnTo>
                        <a:pt x="500" y="564"/>
                      </a:lnTo>
                      <a:lnTo>
                        <a:pt x="496" y="564"/>
                      </a:lnTo>
                      <a:lnTo>
                        <a:pt x="492" y="560"/>
                      </a:lnTo>
                      <a:lnTo>
                        <a:pt x="496" y="556"/>
                      </a:lnTo>
                      <a:lnTo>
                        <a:pt x="500" y="556"/>
                      </a:lnTo>
                      <a:lnTo>
                        <a:pt x="500" y="560"/>
                      </a:lnTo>
                      <a:lnTo>
                        <a:pt x="500" y="556"/>
                      </a:lnTo>
                      <a:lnTo>
                        <a:pt x="500" y="552"/>
                      </a:lnTo>
                      <a:lnTo>
                        <a:pt x="496" y="550"/>
                      </a:lnTo>
                      <a:lnTo>
                        <a:pt x="496" y="546"/>
                      </a:lnTo>
                      <a:lnTo>
                        <a:pt x="492" y="550"/>
                      </a:lnTo>
                      <a:lnTo>
                        <a:pt x="496" y="550"/>
                      </a:lnTo>
                      <a:lnTo>
                        <a:pt x="492" y="550"/>
                      </a:lnTo>
                      <a:lnTo>
                        <a:pt x="488" y="550"/>
                      </a:lnTo>
                      <a:lnTo>
                        <a:pt x="484" y="546"/>
                      </a:lnTo>
                      <a:lnTo>
                        <a:pt x="484" y="542"/>
                      </a:lnTo>
                      <a:lnTo>
                        <a:pt x="488" y="542"/>
                      </a:lnTo>
                      <a:lnTo>
                        <a:pt x="484" y="542"/>
                      </a:lnTo>
                      <a:lnTo>
                        <a:pt x="484" y="546"/>
                      </a:lnTo>
                      <a:lnTo>
                        <a:pt x="480" y="546"/>
                      </a:lnTo>
                      <a:lnTo>
                        <a:pt x="476" y="546"/>
                      </a:lnTo>
                      <a:lnTo>
                        <a:pt x="476" y="550"/>
                      </a:lnTo>
                      <a:lnTo>
                        <a:pt x="476" y="546"/>
                      </a:lnTo>
                      <a:lnTo>
                        <a:pt x="480" y="546"/>
                      </a:lnTo>
                      <a:lnTo>
                        <a:pt x="480" y="550"/>
                      </a:lnTo>
                      <a:lnTo>
                        <a:pt x="480" y="552"/>
                      </a:lnTo>
                      <a:lnTo>
                        <a:pt x="476" y="552"/>
                      </a:lnTo>
                      <a:lnTo>
                        <a:pt x="476" y="550"/>
                      </a:lnTo>
                      <a:lnTo>
                        <a:pt x="476" y="546"/>
                      </a:lnTo>
                      <a:lnTo>
                        <a:pt x="476" y="542"/>
                      </a:lnTo>
                      <a:lnTo>
                        <a:pt x="480" y="542"/>
                      </a:lnTo>
                      <a:lnTo>
                        <a:pt x="480" y="538"/>
                      </a:lnTo>
                      <a:lnTo>
                        <a:pt x="484" y="538"/>
                      </a:lnTo>
                      <a:lnTo>
                        <a:pt x="484" y="542"/>
                      </a:lnTo>
                      <a:lnTo>
                        <a:pt x="484" y="538"/>
                      </a:lnTo>
                      <a:lnTo>
                        <a:pt x="484" y="534"/>
                      </a:lnTo>
                      <a:lnTo>
                        <a:pt x="488" y="534"/>
                      </a:lnTo>
                      <a:lnTo>
                        <a:pt x="488" y="530"/>
                      </a:lnTo>
                      <a:lnTo>
                        <a:pt x="492" y="526"/>
                      </a:lnTo>
                      <a:lnTo>
                        <a:pt x="496" y="526"/>
                      </a:lnTo>
                      <a:lnTo>
                        <a:pt x="500" y="526"/>
                      </a:lnTo>
                      <a:lnTo>
                        <a:pt x="500" y="530"/>
                      </a:lnTo>
                      <a:lnTo>
                        <a:pt x="500" y="534"/>
                      </a:lnTo>
                      <a:lnTo>
                        <a:pt x="500" y="530"/>
                      </a:lnTo>
                      <a:lnTo>
                        <a:pt x="500" y="534"/>
                      </a:lnTo>
                      <a:lnTo>
                        <a:pt x="496" y="538"/>
                      </a:lnTo>
                      <a:lnTo>
                        <a:pt x="496" y="534"/>
                      </a:lnTo>
                      <a:lnTo>
                        <a:pt x="492" y="534"/>
                      </a:lnTo>
                      <a:lnTo>
                        <a:pt x="496" y="538"/>
                      </a:lnTo>
                      <a:lnTo>
                        <a:pt x="500" y="538"/>
                      </a:lnTo>
                      <a:lnTo>
                        <a:pt x="500" y="534"/>
                      </a:lnTo>
                      <a:lnTo>
                        <a:pt x="500" y="538"/>
                      </a:lnTo>
                      <a:lnTo>
                        <a:pt x="504" y="538"/>
                      </a:lnTo>
                      <a:lnTo>
                        <a:pt x="500" y="538"/>
                      </a:lnTo>
                      <a:lnTo>
                        <a:pt x="500" y="534"/>
                      </a:lnTo>
                      <a:lnTo>
                        <a:pt x="504" y="534"/>
                      </a:lnTo>
                      <a:lnTo>
                        <a:pt x="504" y="538"/>
                      </a:lnTo>
                      <a:lnTo>
                        <a:pt x="504" y="542"/>
                      </a:lnTo>
                      <a:lnTo>
                        <a:pt x="500" y="542"/>
                      </a:lnTo>
                      <a:lnTo>
                        <a:pt x="504" y="546"/>
                      </a:lnTo>
                      <a:lnTo>
                        <a:pt x="504" y="542"/>
                      </a:lnTo>
                      <a:lnTo>
                        <a:pt x="504" y="538"/>
                      </a:lnTo>
                      <a:lnTo>
                        <a:pt x="506" y="538"/>
                      </a:lnTo>
                      <a:lnTo>
                        <a:pt x="506" y="534"/>
                      </a:lnTo>
                      <a:lnTo>
                        <a:pt x="506" y="538"/>
                      </a:lnTo>
                      <a:lnTo>
                        <a:pt x="504" y="538"/>
                      </a:lnTo>
                      <a:lnTo>
                        <a:pt x="506" y="534"/>
                      </a:lnTo>
                      <a:lnTo>
                        <a:pt x="506" y="530"/>
                      </a:lnTo>
                      <a:lnTo>
                        <a:pt x="504" y="530"/>
                      </a:lnTo>
                      <a:lnTo>
                        <a:pt x="506" y="526"/>
                      </a:lnTo>
                      <a:lnTo>
                        <a:pt x="510" y="526"/>
                      </a:lnTo>
                      <a:lnTo>
                        <a:pt x="510" y="524"/>
                      </a:lnTo>
                      <a:lnTo>
                        <a:pt x="506" y="524"/>
                      </a:lnTo>
                      <a:lnTo>
                        <a:pt x="506" y="526"/>
                      </a:lnTo>
                      <a:lnTo>
                        <a:pt x="506" y="520"/>
                      </a:lnTo>
                      <a:lnTo>
                        <a:pt x="510" y="520"/>
                      </a:lnTo>
                      <a:lnTo>
                        <a:pt x="514" y="520"/>
                      </a:lnTo>
                      <a:lnTo>
                        <a:pt x="518" y="520"/>
                      </a:lnTo>
                      <a:lnTo>
                        <a:pt x="514" y="520"/>
                      </a:lnTo>
                      <a:lnTo>
                        <a:pt x="510" y="520"/>
                      </a:lnTo>
                      <a:lnTo>
                        <a:pt x="510" y="516"/>
                      </a:lnTo>
                      <a:lnTo>
                        <a:pt x="510" y="520"/>
                      </a:lnTo>
                      <a:lnTo>
                        <a:pt x="506" y="516"/>
                      </a:lnTo>
                      <a:lnTo>
                        <a:pt x="510" y="516"/>
                      </a:lnTo>
                      <a:lnTo>
                        <a:pt x="510" y="512"/>
                      </a:lnTo>
                      <a:lnTo>
                        <a:pt x="506" y="512"/>
                      </a:lnTo>
                      <a:lnTo>
                        <a:pt x="510" y="512"/>
                      </a:lnTo>
                      <a:lnTo>
                        <a:pt x="514" y="508"/>
                      </a:lnTo>
                      <a:lnTo>
                        <a:pt x="518" y="508"/>
                      </a:lnTo>
                      <a:lnTo>
                        <a:pt x="518" y="504"/>
                      </a:lnTo>
                      <a:lnTo>
                        <a:pt x="518" y="500"/>
                      </a:lnTo>
                      <a:lnTo>
                        <a:pt x="514" y="496"/>
                      </a:lnTo>
                      <a:lnTo>
                        <a:pt x="510" y="496"/>
                      </a:lnTo>
                      <a:lnTo>
                        <a:pt x="510" y="494"/>
                      </a:lnTo>
                      <a:lnTo>
                        <a:pt x="514" y="490"/>
                      </a:lnTo>
                      <a:lnTo>
                        <a:pt x="518" y="486"/>
                      </a:lnTo>
                      <a:lnTo>
                        <a:pt x="514" y="486"/>
                      </a:lnTo>
                      <a:lnTo>
                        <a:pt x="514" y="486"/>
                      </a:lnTo>
                      <a:lnTo>
                        <a:pt x="514" y="486"/>
                      </a:lnTo>
                      <a:close/>
                      <a:moveTo>
                        <a:pt x="504" y="512"/>
                      </a:moveTo>
                      <a:lnTo>
                        <a:pt x="504" y="508"/>
                      </a:lnTo>
                      <a:lnTo>
                        <a:pt x="500" y="508"/>
                      </a:lnTo>
                      <a:lnTo>
                        <a:pt x="504" y="508"/>
                      </a:lnTo>
                      <a:lnTo>
                        <a:pt x="504" y="512"/>
                      </a:lnTo>
                      <a:lnTo>
                        <a:pt x="504" y="512"/>
                      </a:lnTo>
                      <a:lnTo>
                        <a:pt x="504" y="512"/>
                      </a:lnTo>
                      <a:close/>
                      <a:moveTo>
                        <a:pt x="476" y="590"/>
                      </a:moveTo>
                      <a:lnTo>
                        <a:pt x="476" y="586"/>
                      </a:lnTo>
                      <a:lnTo>
                        <a:pt x="480" y="586"/>
                      </a:lnTo>
                      <a:lnTo>
                        <a:pt x="480" y="590"/>
                      </a:lnTo>
                      <a:lnTo>
                        <a:pt x="476" y="590"/>
                      </a:lnTo>
                      <a:lnTo>
                        <a:pt x="476" y="590"/>
                      </a:lnTo>
                      <a:lnTo>
                        <a:pt x="476" y="590"/>
                      </a:lnTo>
                      <a:close/>
                      <a:moveTo>
                        <a:pt x="484" y="590"/>
                      </a:moveTo>
                      <a:lnTo>
                        <a:pt x="480" y="590"/>
                      </a:lnTo>
                      <a:lnTo>
                        <a:pt x="480" y="586"/>
                      </a:lnTo>
                      <a:lnTo>
                        <a:pt x="484" y="586"/>
                      </a:lnTo>
                      <a:lnTo>
                        <a:pt x="484" y="590"/>
                      </a:lnTo>
                      <a:lnTo>
                        <a:pt x="484" y="590"/>
                      </a:lnTo>
                      <a:lnTo>
                        <a:pt x="484" y="590"/>
                      </a:lnTo>
                      <a:close/>
                      <a:moveTo>
                        <a:pt x="500" y="672"/>
                      </a:moveTo>
                      <a:lnTo>
                        <a:pt x="500" y="668"/>
                      </a:lnTo>
                      <a:lnTo>
                        <a:pt x="500" y="664"/>
                      </a:lnTo>
                      <a:lnTo>
                        <a:pt x="504" y="664"/>
                      </a:lnTo>
                      <a:lnTo>
                        <a:pt x="504" y="668"/>
                      </a:lnTo>
                      <a:lnTo>
                        <a:pt x="504" y="672"/>
                      </a:lnTo>
                      <a:lnTo>
                        <a:pt x="500" y="672"/>
                      </a:lnTo>
                      <a:lnTo>
                        <a:pt x="500" y="672"/>
                      </a:lnTo>
                      <a:lnTo>
                        <a:pt x="500" y="672"/>
                      </a:lnTo>
                      <a:close/>
                      <a:moveTo>
                        <a:pt x="504" y="496"/>
                      </a:moveTo>
                      <a:lnTo>
                        <a:pt x="500" y="496"/>
                      </a:lnTo>
                      <a:lnTo>
                        <a:pt x="504" y="496"/>
                      </a:lnTo>
                      <a:lnTo>
                        <a:pt x="504" y="496"/>
                      </a:lnTo>
                      <a:lnTo>
                        <a:pt x="504" y="496"/>
                      </a:lnTo>
                      <a:close/>
                      <a:moveTo>
                        <a:pt x="484" y="534"/>
                      </a:moveTo>
                      <a:lnTo>
                        <a:pt x="484" y="530"/>
                      </a:lnTo>
                      <a:lnTo>
                        <a:pt x="488" y="530"/>
                      </a:lnTo>
                      <a:lnTo>
                        <a:pt x="484" y="530"/>
                      </a:lnTo>
                      <a:lnTo>
                        <a:pt x="488" y="530"/>
                      </a:lnTo>
                      <a:lnTo>
                        <a:pt x="488" y="526"/>
                      </a:lnTo>
                      <a:lnTo>
                        <a:pt x="488" y="530"/>
                      </a:lnTo>
                      <a:lnTo>
                        <a:pt x="488" y="534"/>
                      </a:lnTo>
                      <a:lnTo>
                        <a:pt x="484" y="534"/>
                      </a:lnTo>
                      <a:lnTo>
                        <a:pt x="484" y="534"/>
                      </a:lnTo>
                      <a:lnTo>
                        <a:pt x="484" y="534"/>
                      </a:lnTo>
                      <a:close/>
                      <a:moveTo>
                        <a:pt x="500" y="556"/>
                      </a:moveTo>
                      <a:lnTo>
                        <a:pt x="496" y="556"/>
                      </a:lnTo>
                      <a:lnTo>
                        <a:pt x="496" y="552"/>
                      </a:lnTo>
                      <a:lnTo>
                        <a:pt x="500" y="552"/>
                      </a:lnTo>
                      <a:lnTo>
                        <a:pt x="500" y="556"/>
                      </a:lnTo>
                      <a:lnTo>
                        <a:pt x="500" y="556"/>
                      </a:lnTo>
                      <a:lnTo>
                        <a:pt x="500" y="556"/>
                      </a:lnTo>
                      <a:close/>
                      <a:moveTo>
                        <a:pt x="496" y="582"/>
                      </a:moveTo>
                      <a:lnTo>
                        <a:pt x="492" y="582"/>
                      </a:lnTo>
                      <a:lnTo>
                        <a:pt x="492" y="578"/>
                      </a:lnTo>
                      <a:lnTo>
                        <a:pt x="496" y="582"/>
                      </a:lnTo>
                      <a:lnTo>
                        <a:pt x="496" y="582"/>
                      </a:lnTo>
                      <a:lnTo>
                        <a:pt x="496" y="582"/>
                      </a:lnTo>
                      <a:close/>
                      <a:moveTo>
                        <a:pt x="484" y="586"/>
                      </a:moveTo>
                      <a:lnTo>
                        <a:pt x="488" y="586"/>
                      </a:lnTo>
                      <a:lnTo>
                        <a:pt x="484" y="586"/>
                      </a:lnTo>
                      <a:lnTo>
                        <a:pt x="484" y="586"/>
                      </a:lnTo>
                      <a:lnTo>
                        <a:pt x="484" y="586"/>
                      </a:lnTo>
                      <a:close/>
                      <a:moveTo>
                        <a:pt x="476" y="596"/>
                      </a:moveTo>
                      <a:lnTo>
                        <a:pt x="476" y="594"/>
                      </a:lnTo>
                      <a:lnTo>
                        <a:pt x="480" y="594"/>
                      </a:lnTo>
                      <a:lnTo>
                        <a:pt x="480" y="596"/>
                      </a:lnTo>
                      <a:lnTo>
                        <a:pt x="476" y="596"/>
                      </a:lnTo>
                      <a:lnTo>
                        <a:pt x="476" y="596"/>
                      </a:lnTo>
                      <a:lnTo>
                        <a:pt x="476" y="596"/>
                      </a:lnTo>
                      <a:close/>
                      <a:moveTo>
                        <a:pt x="500" y="642"/>
                      </a:moveTo>
                      <a:lnTo>
                        <a:pt x="496" y="642"/>
                      </a:lnTo>
                      <a:lnTo>
                        <a:pt x="496" y="638"/>
                      </a:lnTo>
                      <a:lnTo>
                        <a:pt x="500" y="638"/>
                      </a:lnTo>
                      <a:lnTo>
                        <a:pt x="500" y="642"/>
                      </a:lnTo>
                      <a:lnTo>
                        <a:pt x="500" y="642"/>
                      </a:lnTo>
                      <a:lnTo>
                        <a:pt x="500" y="642"/>
                      </a:lnTo>
                      <a:close/>
                      <a:moveTo>
                        <a:pt x="488" y="660"/>
                      </a:moveTo>
                      <a:lnTo>
                        <a:pt x="488" y="656"/>
                      </a:lnTo>
                      <a:lnTo>
                        <a:pt x="492" y="656"/>
                      </a:lnTo>
                      <a:lnTo>
                        <a:pt x="488" y="660"/>
                      </a:lnTo>
                      <a:lnTo>
                        <a:pt x="488" y="660"/>
                      </a:lnTo>
                      <a:lnTo>
                        <a:pt x="488" y="660"/>
                      </a:lnTo>
                      <a:close/>
                      <a:moveTo>
                        <a:pt x="506" y="682"/>
                      </a:moveTo>
                      <a:lnTo>
                        <a:pt x="506" y="686"/>
                      </a:lnTo>
                      <a:lnTo>
                        <a:pt x="506" y="690"/>
                      </a:lnTo>
                      <a:lnTo>
                        <a:pt x="506" y="686"/>
                      </a:lnTo>
                      <a:lnTo>
                        <a:pt x="504" y="686"/>
                      </a:lnTo>
                      <a:lnTo>
                        <a:pt x="506" y="686"/>
                      </a:lnTo>
                      <a:lnTo>
                        <a:pt x="506" y="682"/>
                      </a:lnTo>
                      <a:lnTo>
                        <a:pt x="506" y="682"/>
                      </a:lnTo>
                      <a:lnTo>
                        <a:pt x="506" y="682"/>
                      </a:lnTo>
                      <a:close/>
                      <a:moveTo>
                        <a:pt x="552" y="706"/>
                      </a:moveTo>
                      <a:lnTo>
                        <a:pt x="552" y="702"/>
                      </a:lnTo>
                      <a:lnTo>
                        <a:pt x="548" y="702"/>
                      </a:lnTo>
                      <a:lnTo>
                        <a:pt x="552" y="702"/>
                      </a:lnTo>
                      <a:lnTo>
                        <a:pt x="556" y="702"/>
                      </a:lnTo>
                      <a:lnTo>
                        <a:pt x="552" y="702"/>
                      </a:lnTo>
                      <a:lnTo>
                        <a:pt x="552" y="706"/>
                      </a:lnTo>
                      <a:lnTo>
                        <a:pt x="552" y="706"/>
                      </a:lnTo>
                      <a:lnTo>
                        <a:pt x="552" y="706"/>
                      </a:lnTo>
                      <a:close/>
                      <a:moveTo>
                        <a:pt x="0" y="176"/>
                      </a:moveTo>
                      <a:lnTo>
                        <a:pt x="0" y="172"/>
                      </a:lnTo>
                      <a:lnTo>
                        <a:pt x="2" y="172"/>
                      </a:lnTo>
                      <a:lnTo>
                        <a:pt x="0" y="172"/>
                      </a:lnTo>
                      <a:lnTo>
                        <a:pt x="0" y="176"/>
                      </a:lnTo>
                      <a:lnTo>
                        <a:pt x="0" y="176"/>
                      </a:lnTo>
                      <a:lnTo>
                        <a:pt x="0" y="176"/>
                      </a:lnTo>
                      <a:close/>
                      <a:moveTo>
                        <a:pt x="506" y="470"/>
                      </a:moveTo>
                      <a:lnTo>
                        <a:pt x="506" y="474"/>
                      </a:lnTo>
                      <a:lnTo>
                        <a:pt x="504" y="474"/>
                      </a:lnTo>
                      <a:lnTo>
                        <a:pt x="504" y="478"/>
                      </a:lnTo>
                      <a:lnTo>
                        <a:pt x="500" y="478"/>
                      </a:lnTo>
                      <a:lnTo>
                        <a:pt x="496" y="478"/>
                      </a:lnTo>
                      <a:lnTo>
                        <a:pt x="496" y="474"/>
                      </a:lnTo>
                      <a:lnTo>
                        <a:pt x="496" y="470"/>
                      </a:lnTo>
                      <a:lnTo>
                        <a:pt x="500" y="470"/>
                      </a:lnTo>
                      <a:lnTo>
                        <a:pt x="500" y="464"/>
                      </a:lnTo>
                      <a:lnTo>
                        <a:pt x="496" y="464"/>
                      </a:lnTo>
                      <a:lnTo>
                        <a:pt x="496" y="460"/>
                      </a:lnTo>
                      <a:lnTo>
                        <a:pt x="500" y="456"/>
                      </a:lnTo>
                      <a:lnTo>
                        <a:pt x="500" y="452"/>
                      </a:lnTo>
                      <a:lnTo>
                        <a:pt x="500" y="448"/>
                      </a:lnTo>
                      <a:lnTo>
                        <a:pt x="504" y="448"/>
                      </a:lnTo>
                      <a:lnTo>
                        <a:pt x="500" y="448"/>
                      </a:lnTo>
                      <a:lnTo>
                        <a:pt x="504" y="448"/>
                      </a:lnTo>
                      <a:lnTo>
                        <a:pt x="506" y="448"/>
                      </a:lnTo>
                      <a:lnTo>
                        <a:pt x="506" y="452"/>
                      </a:lnTo>
                      <a:lnTo>
                        <a:pt x="506" y="456"/>
                      </a:lnTo>
                      <a:lnTo>
                        <a:pt x="510" y="456"/>
                      </a:lnTo>
                      <a:lnTo>
                        <a:pt x="506" y="460"/>
                      </a:lnTo>
                      <a:lnTo>
                        <a:pt x="504" y="460"/>
                      </a:lnTo>
                      <a:lnTo>
                        <a:pt x="504" y="464"/>
                      </a:lnTo>
                      <a:lnTo>
                        <a:pt x="506" y="464"/>
                      </a:lnTo>
                      <a:lnTo>
                        <a:pt x="504" y="464"/>
                      </a:lnTo>
                      <a:lnTo>
                        <a:pt x="504" y="460"/>
                      </a:lnTo>
                      <a:lnTo>
                        <a:pt x="504" y="464"/>
                      </a:lnTo>
                      <a:lnTo>
                        <a:pt x="506" y="466"/>
                      </a:lnTo>
                      <a:lnTo>
                        <a:pt x="506" y="470"/>
                      </a:lnTo>
                      <a:lnTo>
                        <a:pt x="506" y="470"/>
                      </a:lnTo>
                      <a:lnTo>
                        <a:pt x="506" y="470"/>
                      </a:lnTo>
                      <a:close/>
                      <a:moveTo>
                        <a:pt x="506" y="464"/>
                      </a:moveTo>
                      <a:lnTo>
                        <a:pt x="506" y="460"/>
                      </a:lnTo>
                      <a:lnTo>
                        <a:pt x="504" y="460"/>
                      </a:lnTo>
                      <a:lnTo>
                        <a:pt x="506" y="460"/>
                      </a:lnTo>
                      <a:lnTo>
                        <a:pt x="506" y="464"/>
                      </a:lnTo>
                      <a:lnTo>
                        <a:pt x="506" y="464"/>
                      </a:lnTo>
                      <a:lnTo>
                        <a:pt x="506" y="464"/>
                      </a:lnTo>
                      <a:close/>
                      <a:moveTo>
                        <a:pt x="488" y="486"/>
                      </a:moveTo>
                      <a:lnTo>
                        <a:pt x="488" y="482"/>
                      </a:lnTo>
                      <a:lnTo>
                        <a:pt x="492" y="482"/>
                      </a:lnTo>
                      <a:lnTo>
                        <a:pt x="492" y="486"/>
                      </a:lnTo>
                      <a:lnTo>
                        <a:pt x="488" y="486"/>
                      </a:lnTo>
                      <a:lnTo>
                        <a:pt x="488" y="486"/>
                      </a:lnTo>
                      <a:lnTo>
                        <a:pt x="488" y="486"/>
                      </a:lnTo>
                      <a:close/>
                      <a:moveTo>
                        <a:pt x="500" y="490"/>
                      </a:moveTo>
                      <a:lnTo>
                        <a:pt x="504" y="490"/>
                      </a:lnTo>
                      <a:lnTo>
                        <a:pt x="504" y="486"/>
                      </a:lnTo>
                      <a:lnTo>
                        <a:pt x="504" y="490"/>
                      </a:lnTo>
                      <a:lnTo>
                        <a:pt x="500" y="490"/>
                      </a:lnTo>
                      <a:lnTo>
                        <a:pt x="500" y="490"/>
                      </a:lnTo>
                      <a:lnTo>
                        <a:pt x="500" y="490"/>
                      </a:lnTo>
                      <a:close/>
                      <a:moveTo>
                        <a:pt x="510" y="494"/>
                      </a:moveTo>
                      <a:lnTo>
                        <a:pt x="510" y="490"/>
                      </a:lnTo>
                      <a:lnTo>
                        <a:pt x="510" y="494"/>
                      </a:lnTo>
                      <a:lnTo>
                        <a:pt x="510" y="494"/>
                      </a:lnTo>
                      <a:lnTo>
                        <a:pt x="510" y="494"/>
                      </a:lnTo>
                      <a:close/>
                      <a:moveTo>
                        <a:pt x="504" y="494"/>
                      </a:moveTo>
                      <a:lnTo>
                        <a:pt x="504" y="490"/>
                      </a:lnTo>
                      <a:lnTo>
                        <a:pt x="506" y="494"/>
                      </a:lnTo>
                      <a:lnTo>
                        <a:pt x="504" y="494"/>
                      </a:lnTo>
                      <a:lnTo>
                        <a:pt x="504" y="494"/>
                      </a:lnTo>
                      <a:lnTo>
                        <a:pt x="504" y="494"/>
                      </a:lnTo>
                      <a:close/>
                      <a:moveTo>
                        <a:pt x="504" y="496"/>
                      </a:moveTo>
                      <a:lnTo>
                        <a:pt x="500" y="496"/>
                      </a:lnTo>
                      <a:lnTo>
                        <a:pt x="500" y="494"/>
                      </a:lnTo>
                      <a:lnTo>
                        <a:pt x="504" y="494"/>
                      </a:lnTo>
                      <a:lnTo>
                        <a:pt x="504" y="496"/>
                      </a:lnTo>
                      <a:lnTo>
                        <a:pt x="504" y="496"/>
                      </a:lnTo>
                      <a:lnTo>
                        <a:pt x="504" y="496"/>
                      </a:lnTo>
                      <a:close/>
                      <a:moveTo>
                        <a:pt x="500" y="496"/>
                      </a:moveTo>
                      <a:lnTo>
                        <a:pt x="500" y="494"/>
                      </a:lnTo>
                      <a:lnTo>
                        <a:pt x="500" y="496"/>
                      </a:lnTo>
                      <a:lnTo>
                        <a:pt x="500" y="496"/>
                      </a:lnTo>
                      <a:lnTo>
                        <a:pt x="500" y="496"/>
                      </a:lnTo>
                      <a:close/>
                      <a:moveTo>
                        <a:pt x="500" y="500"/>
                      </a:moveTo>
                      <a:lnTo>
                        <a:pt x="500" y="496"/>
                      </a:lnTo>
                      <a:lnTo>
                        <a:pt x="500" y="500"/>
                      </a:lnTo>
                      <a:lnTo>
                        <a:pt x="500" y="500"/>
                      </a:lnTo>
                      <a:lnTo>
                        <a:pt x="500" y="500"/>
                      </a:lnTo>
                      <a:close/>
                      <a:moveTo>
                        <a:pt x="514" y="508"/>
                      </a:moveTo>
                      <a:lnTo>
                        <a:pt x="510" y="508"/>
                      </a:lnTo>
                      <a:lnTo>
                        <a:pt x="510" y="512"/>
                      </a:lnTo>
                      <a:lnTo>
                        <a:pt x="506" y="508"/>
                      </a:lnTo>
                      <a:lnTo>
                        <a:pt x="510" y="508"/>
                      </a:lnTo>
                      <a:lnTo>
                        <a:pt x="506" y="508"/>
                      </a:lnTo>
                      <a:lnTo>
                        <a:pt x="506" y="504"/>
                      </a:lnTo>
                      <a:lnTo>
                        <a:pt x="510" y="504"/>
                      </a:lnTo>
                      <a:lnTo>
                        <a:pt x="510" y="500"/>
                      </a:lnTo>
                      <a:lnTo>
                        <a:pt x="514" y="500"/>
                      </a:lnTo>
                      <a:lnTo>
                        <a:pt x="518" y="500"/>
                      </a:lnTo>
                      <a:lnTo>
                        <a:pt x="518" y="504"/>
                      </a:lnTo>
                      <a:lnTo>
                        <a:pt x="514" y="504"/>
                      </a:lnTo>
                      <a:lnTo>
                        <a:pt x="518" y="504"/>
                      </a:lnTo>
                      <a:lnTo>
                        <a:pt x="514" y="508"/>
                      </a:lnTo>
                      <a:lnTo>
                        <a:pt x="514" y="508"/>
                      </a:lnTo>
                      <a:lnTo>
                        <a:pt x="514" y="508"/>
                      </a:lnTo>
                      <a:close/>
                      <a:moveTo>
                        <a:pt x="496" y="504"/>
                      </a:moveTo>
                      <a:lnTo>
                        <a:pt x="492" y="500"/>
                      </a:lnTo>
                      <a:lnTo>
                        <a:pt x="496" y="500"/>
                      </a:lnTo>
                      <a:lnTo>
                        <a:pt x="496" y="504"/>
                      </a:lnTo>
                      <a:lnTo>
                        <a:pt x="496" y="504"/>
                      </a:lnTo>
                      <a:lnTo>
                        <a:pt x="496" y="504"/>
                      </a:lnTo>
                      <a:close/>
                      <a:moveTo>
                        <a:pt x="500" y="504"/>
                      </a:moveTo>
                      <a:lnTo>
                        <a:pt x="500" y="500"/>
                      </a:lnTo>
                      <a:lnTo>
                        <a:pt x="500" y="504"/>
                      </a:lnTo>
                      <a:lnTo>
                        <a:pt x="500" y="504"/>
                      </a:lnTo>
                      <a:lnTo>
                        <a:pt x="500" y="504"/>
                      </a:lnTo>
                      <a:close/>
                      <a:moveTo>
                        <a:pt x="496" y="504"/>
                      </a:moveTo>
                      <a:lnTo>
                        <a:pt x="496" y="500"/>
                      </a:lnTo>
                      <a:lnTo>
                        <a:pt x="500" y="504"/>
                      </a:lnTo>
                      <a:lnTo>
                        <a:pt x="496" y="504"/>
                      </a:lnTo>
                      <a:lnTo>
                        <a:pt x="496" y="504"/>
                      </a:lnTo>
                      <a:lnTo>
                        <a:pt x="496" y="504"/>
                      </a:lnTo>
                      <a:close/>
                      <a:moveTo>
                        <a:pt x="504" y="508"/>
                      </a:moveTo>
                      <a:lnTo>
                        <a:pt x="504" y="504"/>
                      </a:lnTo>
                      <a:lnTo>
                        <a:pt x="504" y="500"/>
                      </a:lnTo>
                      <a:lnTo>
                        <a:pt x="504" y="504"/>
                      </a:lnTo>
                      <a:lnTo>
                        <a:pt x="506" y="504"/>
                      </a:lnTo>
                      <a:lnTo>
                        <a:pt x="504" y="508"/>
                      </a:lnTo>
                      <a:lnTo>
                        <a:pt x="504" y="508"/>
                      </a:lnTo>
                      <a:lnTo>
                        <a:pt x="504" y="508"/>
                      </a:lnTo>
                      <a:close/>
                      <a:moveTo>
                        <a:pt x="496" y="508"/>
                      </a:moveTo>
                      <a:lnTo>
                        <a:pt x="496" y="504"/>
                      </a:lnTo>
                      <a:lnTo>
                        <a:pt x="500" y="504"/>
                      </a:lnTo>
                      <a:lnTo>
                        <a:pt x="504" y="504"/>
                      </a:lnTo>
                      <a:lnTo>
                        <a:pt x="500" y="504"/>
                      </a:lnTo>
                      <a:lnTo>
                        <a:pt x="496" y="508"/>
                      </a:lnTo>
                      <a:lnTo>
                        <a:pt x="496" y="508"/>
                      </a:lnTo>
                      <a:lnTo>
                        <a:pt x="496" y="508"/>
                      </a:lnTo>
                      <a:close/>
                      <a:moveTo>
                        <a:pt x="496" y="508"/>
                      </a:moveTo>
                      <a:lnTo>
                        <a:pt x="492" y="508"/>
                      </a:lnTo>
                      <a:lnTo>
                        <a:pt x="492" y="504"/>
                      </a:lnTo>
                      <a:lnTo>
                        <a:pt x="496" y="504"/>
                      </a:lnTo>
                      <a:lnTo>
                        <a:pt x="496" y="508"/>
                      </a:lnTo>
                      <a:lnTo>
                        <a:pt x="496" y="508"/>
                      </a:lnTo>
                      <a:lnTo>
                        <a:pt x="496" y="508"/>
                      </a:lnTo>
                      <a:close/>
                      <a:moveTo>
                        <a:pt x="504" y="508"/>
                      </a:moveTo>
                      <a:lnTo>
                        <a:pt x="506" y="508"/>
                      </a:lnTo>
                      <a:lnTo>
                        <a:pt x="504" y="508"/>
                      </a:lnTo>
                      <a:lnTo>
                        <a:pt x="504" y="508"/>
                      </a:lnTo>
                      <a:lnTo>
                        <a:pt x="504" y="508"/>
                      </a:lnTo>
                      <a:close/>
                      <a:moveTo>
                        <a:pt x="500" y="508"/>
                      </a:moveTo>
                      <a:lnTo>
                        <a:pt x="496" y="508"/>
                      </a:lnTo>
                      <a:lnTo>
                        <a:pt x="500" y="508"/>
                      </a:lnTo>
                      <a:lnTo>
                        <a:pt x="500" y="508"/>
                      </a:lnTo>
                      <a:lnTo>
                        <a:pt x="500" y="508"/>
                      </a:lnTo>
                      <a:close/>
                      <a:moveTo>
                        <a:pt x="484" y="512"/>
                      </a:moveTo>
                      <a:lnTo>
                        <a:pt x="484" y="508"/>
                      </a:lnTo>
                      <a:lnTo>
                        <a:pt x="484" y="512"/>
                      </a:lnTo>
                      <a:lnTo>
                        <a:pt x="484" y="512"/>
                      </a:lnTo>
                      <a:lnTo>
                        <a:pt x="484" y="512"/>
                      </a:lnTo>
                      <a:close/>
                      <a:moveTo>
                        <a:pt x="496" y="512"/>
                      </a:moveTo>
                      <a:lnTo>
                        <a:pt x="496" y="508"/>
                      </a:lnTo>
                      <a:lnTo>
                        <a:pt x="500" y="508"/>
                      </a:lnTo>
                      <a:lnTo>
                        <a:pt x="500" y="512"/>
                      </a:lnTo>
                      <a:lnTo>
                        <a:pt x="504" y="512"/>
                      </a:lnTo>
                      <a:lnTo>
                        <a:pt x="500" y="512"/>
                      </a:lnTo>
                      <a:lnTo>
                        <a:pt x="496" y="512"/>
                      </a:lnTo>
                      <a:lnTo>
                        <a:pt x="496" y="512"/>
                      </a:lnTo>
                      <a:lnTo>
                        <a:pt x="496" y="512"/>
                      </a:lnTo>
                      <a:close/>
                      <a:moveTo>
                        <a:pt x="504" y="516"/>
                      </a:moveTo>
                      <a:lnTo>
                        <a:pt x="500" y="516"/>
                      </a:lnTo>
                      <a:lnTo>
                        <a:pt x="496" y="516"/>
                      </a:lnTo>
                      <a:lnTo>
                        <a:pt x="496" y="512"/>
                      </a:lnTo>
                      <a:lnTo>
                        <a:pt x="500" y="512"/>
                      </a:lnTo>
                      <a:lnTo>
                        <a:pt x="504" y="512"/>
                      </a:lnTo>
                      <a:lnTo>
                        <a:pt x="504" y="516"/>
                      </a:lnTo>
                      <a:lnTo>
                        <a:pt x="504" y="516"/>
                      </a:lnTo>
                      <a:lnTo>
                        <a:pt x="504" y="516"/>
                      </a:lnTo>
                      <a:close/>
                      <a:moveTo>
                        <a:pt x="496" y="520"/>
                      </a:moveTo>
                      <a:lnTo>
                        <a:pt x="496" y="516"/>
                      </a:lnTo>
                      <a:lnTo>
                        <a:pt x="496" y="520"/>
                      </a:lnTo>
                      <a:lnTo>
                        <a:pt x="496" y="520"/>
                      </a:lnTo>
                      <a:lnTo>
                        <a:pt x="496" y="520"/>
                      </a:lnTo>
                      <a:close/>
                      <a:moveTo>
                        <a:pt x="500" y="520"/>
                      </a:moveTo>
                      <a:lnTo>
                        <a:pt x="500" y="516"/>
                      </a:lnTo>
                      <a:lnTo>
                        <a:pt x="504" y="516"/>
                      </a:lnTo>
                      <a:lnTo>
                        <a:pt x="504" y="520"/>
                      </a:lnTo>
                      <a:lnTo>
                        <a:pt x="500" y="520"/>
                      </a:lnTo>
                      <a:lnTo>
                        <a:pt x="500" y="520"/>
                      </a:lnTo>
                      <a:lnTo>
                        <a:pt x="500" y="520"/>
                      </a:lnTo>
                      <a:close/>
                      <a:moveTo>
                        <a:pt x="496" y="520"/>
                      </a:moveTo>
                      <a:lnTo>
                        <a:pt x="492" y="520"/>
                      </a:lnTo>
                      <a:lnTo>
                        <a:pt x="492" y="516"/>
                      </a:lnTo>
                      <a:lnTo>
                        <a:pt x="496" y="516"/>
                      </a:lnTo>
                      <a:lnTo>
                        <a:pt x="496" y="520"/>
                      </a:lnTo>
                      <a:lnTo>
                        <a:pt x="496" y="520"/>
                      </a:lnTo>
                      <a:lnTo>
                        <a:pt x="496" y="520"/>
                      </a:lnTo>
                      <a:close/>
                      <a:moveTo>
                        <a:pt x="500" y="520"/>
                      </a:moveTo>
                      <a:lnTo>
                        <a:pt x="504" y="520"/>
                      </a:lnTo>
                      <a:lnTo>
                        <a:pt x="500" y="520"/>
                      </a:lnTo>
                      <a:lnTo>
                        <a:pt x="500" y="520"/>
                      </a:lnTo>
                      <a:lnTo>
                        <a:pt x="500" y="520"/>
                      </a:lnTo>
                      <a:close/>
                      <a:moveTo>
                        <a:pt x="500" y="524"/>
                      </a:moveTo>
                      <a:lnTo>
                        <a:pt x="500" y="520"/>
                      </a:lnTo>
                      <a:lnTo>
                        <a:pt x="504" y="520"/>
                      </a:lnTo>
                      <a:lnTo>
                        <a:pt x="504" y="524"/>
                      </a:lnTo>
                      <a:lnTo>
                        <a:pt x="500" y="524"/>
                      </a:lnTo>
                      <a:lnTo>
                        <a:pt x="500" y="524"/>
                      </a:lnTo>
                      <a:lnTo>
                        <a:pt x="500" y="524"/>
                      </a:lnTo>
                      <a:close/>
                      <a:moveTo>
                        <a:pt x="506" y="526"/>
                      </a:moveTo>
                      <a:lnTo>
                        <a:pt x="504" y="526"/>
                      </a:lnTo>
                      <a:lnTo>
                        <a:pt x="504" y="524"/>
                      </a:lnTo>
                      <a:lnTo>
                        <a:pt x="504" y="520"/>
                      </a:lnTo>
                      <a:lnTo>
                        <a:pt x="506" y="520"/>
                      </a:lnTo>
                      <a:lnTo>
                        <a:pt x="506" y="524"/>
                      </a:lnTo>
                      <a:lnTo>
                        <a:pt x="506" y="526"/>
                      </a:lnTo>
                      <a:lnTo>
                        <a:pt x="506" y="526"/>
                      </a:lnTo>
                      <a:lnTo>
                        <a:pt x="506" y="526"/>
                      </a:lnTo>
                      <a:close/>
                      <a:moveTo>
                        <a:pt x="492" y="526"/>
                      </a:moveTo>
                      <a:lnTo>
                        <a:pt x="492" y="524"/>
                      </a:lnTo>
                      <a:lnTo>
                        <a:pt x="496" y="520"/>
                      </a:lnTo>
                      <a:lnTo>
                        <a:pt x="496" y="524"/>
                      </a:lnTo>
                      <a:lnTo>
                        <a:pt x="496" y="526"/>
                      </a:lnTo>
                      <a:lnTo>
                        <a:pt x="492" y="526"/>
                      </a:lnTo>
                      <a:lnTo>
                        <a:pt x="492" y="526"/>
                      </a:lnTo>
                      <a:lnTo>
                        <a:pt x="492" y="526"/>
                      </a:lnTo>
                      <a:close/>
                      <a:moveTo>
                        <a:pt x="500" y="526"/>
                      </a:moveTo>
                      <a:lnTo>
                        <a:pt x="500" y="524"/>
                      </a:lnTo>
                      <a:lnTo>
                        <a:pt x="504" y="524"/>
                      </a:lnTo>
                      <a:lnTo>
                        <a:pt x="504" y="526"/>
                      </a:lnTo>
                      <a:lnTo>
                        <a:pt x="500" y="526"/>
                      </a:lnTo>
                      <a:lnTo>
                        <a:pt x="500" y="526"/>
                      </a:lnTo>
                      <a:lnTo>
                        <a:pt x="500" y="526"/>
                      </a:lnTo>
                      <a:close/>
                      <a:moveTo>
                        <a:pt x="492" y="526"/>
                      </a:moveTo>
                      <a:lnTo>
                        <a:pt x="492" y="524"/>
                      </a:lnTo>
                      <a:lnTo>
                        <a:pt x="492" y="526"/>
                      </a:lnTo>
                      <a:lnTo>
                        <a:pt x="492" y="526"/>
                      </a:lnTo>
                      <a:lnTo>
                        <a:pt x="492" y="526"/>
                      </a:lnTo>
                      <a:close/>
                      <a:moveTo>
                        <a:pt x="500" y="530"/>
                      </a:moveTo>
                      <a:lnTo>
                        <a:pt x="500" y="526"/>
                      </a:lnTo>
                      <a:lnTo>
                        <a:pt x="500" y="530"/>
                      </a:lnTo>
                      <a:lnTo>
                        <a:pt x="500" y="530"/>
                      </a:lnTo>
                      <a:lnTo>
                        <a:pt x="500" y="530"/>
                      </a:lnTo>
                      <a:close/>
                      <a:moveTo>
                        <a:pt x="504" y="530"/>
                      </a:moveTo>
                      <a:lnTo>
                        <a:pt x="500" y="530"/>
                      </a:lnTo>
                      <a:lnTo>
                        <a:pt x="504" y="530"/>
                      </a:lnTo>
                      <a:lnTo>
                        <a:pt x="504" y="526"/>
                      </a:lnTo>
                      <a:lnTo>
                        <a:pt x="504" y="530"/>
                      </a:lnTo>
                      <a:lnTo>
                        <a:pt x="504" y="530"/>
                      </a:lnTo>
                      <a:lnTo>
                        <a:pt x="504" y="530"/>
                      </a:lnTo>
                      <a:close/>
                      <a:moveTo>
                        <a:pt x="504" y="534"/>
                      </a:moveTo>
                      <a:lnTo>
                        <a:pt x="500" y="534"/>
                      </a:lnTo>
                      <a:lnTo>
                        <a:pt x="500" y="530"/>
                      </a:lnTo>
                      <a:lnTo>
                        <a:pt x="504" y="530"/>
                      </a:lnTo>
                      <a:lnTo>
                        <a:pt x="504" y="534"/>
                      </a:lnTo>
                      <a:lnTo>
                        <a:pt x="504" y="534"/>
                      </a:lnTo>
                      <a:lnTo>
                        <a:pt x="504" y="534"/>
                      </a:lnTo>
                      <a:close/>
                      <a:moveTo>
                        <a:pt x="492" y="556"/>
                      </a:moveTo>
                      <a:lnTo>
                        <a:pt x="492" y="552"/>
                      </a:lnTo>
                      <a:lnTo>
                        <a:pt x="496" y="552"/>
                      </a:lnTo>
                      <a:lnTo>
                        <a:pt x="496" y="556"/>
                      </a:lnTo>
                      <a:lnTo>
                        <a:pt x="492" y="556"/>
                      </a:lnTo>
                      <a:lnTo>
                        <a:pt x="492" y="556"/>
                      </a:lnTo>
                      <a:lnTo>
                        <a:pt x="492" y="556"/>
                      </a:lnTo>
                      <a:close/>
                      <a:moveTo>
                        <a:pt x="484" y="566"/>
                      </a:moveTo>
                      <a:lnTo>
                        <a:pt x="488" y="566"/>
                      </a:lnTo>
                      <a:lnTo>
                        <a:pt x="484" y="566"/>
                      </a:lnTo>
                      <a:lnTo>
                        <a:pt x="484" y="566"/>
                      </a:lnTo>
                      <a:lnTo>
                        <a:pt x="484" y="566"/>
                      </a:lnTo>
                      <a:close/>
                      <a:moveTo>
                        <a:pt x="484" y="566"/>
                      </a:moveTo>
                      <a:lnTo>
                        <a:pt x="480" y="566"/>
                      </a:lnTo>
                      <a:lnTo>
                        <a:pt x="484" y="566"/>
                      </a:lnTo>
                      <a:lnTo>
                        <a:pt x="484" y="566"/>
                      </a:lnTo>
                      <a:lnTo>
                        <a:pt x="484" y="566"/>
                      </a:lnTo>
                      <a:close/>
                      <a:moveTo>
                        <a:pt x="496" y="570"/>
                      </a:moveTo>
                      <a:lnTo>
                        <a:pt x="492" y="570"/>
                      </a:lnTo>
                      <a:lnTo>
                        <a:pt x="496" y="566"/>
                      </a:lnTo>
                      <a:lnTo>
                        <a:pt x="500" y="566"/>
                      </a:lnTo>
                      <a:lnTo>
                        <a:pt x="500" y="570"/>
                      </a:lnTo>
                      <a:lnTo>
                        <a:pt x="504" y="570"/>
                      </a:lnTo>
                      <a:lnTo>
                        <a:pt x="504" y="566"/>
                      </a:lnTo>
                      <a:lnTo>
                        <a:pt x="504" y="570"/>
                      </a:lnTo>
                      <a:lnTo>
                        <a:pt x="500" y="570"/>
                      </a:lnTo>
                      <a:lnTo>
                        <a:pt x="496" y="570"/>
                      </a:lnTo>
                      <a:lnTo>
                        <a:pt x="496" y="570"/>
                      </a:lnTo>
                      <a:lnTo>
                        <a:pt x="496" y="570"/>
                      </a:lnTo>
                      <a:close/>
                      <a:moveTo>
                        <a:pt x="488" y="574"/>
                      </a:moveTo>
                      <a:lnTo>
                        <a:pt x="484" y="570"/>
                      </a:lnTo>
                      <a:lnTo>
                        <a:pt x="480" y="570"/>
                      </a:lnTo>
                      <a:lnTo>
                        <a:pt x="484" y="570"/>
                      </a:lnTo>
                      <a:lnTo>
                        <a:pt x="488" y="570"/>
                      </a:lnTo>
                      <a:lnTo>
                        <a:pt x="488" y="566"/>
                      </a:lnTo>
                      <a:lnTo>
                        <a:pt x="488" y="570"/>
                      </a:lnTo>
                      <a:lnTo>
                        <a:pt x="488" y="574"/>
                      </a:lnTo>
                      <a:lnTo>
                        <a:pt x="488" y="574"/>
                      </a:lnTo>
                      <a:lnTo>
                        <a:pt x="488" y="574"/>
                      </a:lnTo>
                      <a:close/>
                      <a:moveTo>
                        <a:pt x="484" y="586"/>
                      </a:moveTo>
                      <a:lnTo>
                        <a:pt x="480" y="586"/>
                      </a:lnTo>
                      <a:lnTo>
                        <a:pt x="480" y="582"/>
                      </a:lnTo>
                      <a:lnTo>
                        <a:pt x="480" y="578"/>
                      </a:lnTo>
                      <a:lnTo>
                        <a:pt x="480" y="582"/>
                      </a:lnTo>
                      <a:lnTo>
                        <a:pt x="476" y="582"/>
                      </a:lnTo>
                      <a:lnTo>
                        <a:pt x="476" y="578"/>
                      </a:lnTo>
                      <a:lnTo>
                        <a:pt x="480" y="578"/>
                      </a:lnTo>
                      <a:lnTo>
                        <a:pt x="476" y="578"/>
                      </a:lnTo>
                      <a:lnTo>
                        <a:pt x="476" y="574"/>
                      </a:lnTo>
                      <a:lnTo>
                        <a:pt x="476" y="570"/>
                      </a:lnTo>
                      <a:lnTo>
                        <a:pt x="480" y="570"/>
                      </a:lnTo>
                      <a:lnTo>
                        <a:pt x="480" y="574"/>
                      </a:lnTo>
                      <a:lnTo>
                        <a:pt x="480" y="578"/>
                      </a:lnTo>
                      <a:lnTo>
                        <a:pt x="484" y="578"/>
                      </a:lnTo>
                      <a:lnTo>
                        <a:pt x="484" y="582"/>
                      </a:lnTo>
                      <a:lnTo>
                        <a:pt x="484" y="586"/>
                      </a:lnTo>
                      <a:lnTo>
                        <a:pt x="484" y="586"/>
                      </a:lnTo>
                      <a:lnTo>
                        <a:pt x="484" y="586"/>
                      </a:lnTo>
                      <a:close/>
                      <a:moveTo>
                        <a:pt x="484" y="582"/>
                      </a:moveTo>
                      <a:lnTo>
                        <a:pt x="484" y="574"/>
                      </a:lnTo>
                      <a:lnTo>
                        <a:pt x="480" y="574"/>
                      </a:lnTo>
                      <a:lnTo>
                        <a:pt x="484" y="574"/>
                      </a:lnTo>
                      <a:lnTo>
                        <a:pt x="488" y="574"/>
                      </a:lnTo>
                      <a:lnTo>
                        <a:pt x="488" y="578"/>
                      </a:lnTo>
                      <a:lnTo>
                        <a:pt x="484" y="582"/>
                      </a:lnTo>
                      <a:lnTo>
                        <a:pt x="484" y="582"/>
                      </a:lnTo>
                      <a:lnTo>
                        <a:pt x="484" y="582"/>
                      </a:lnTo>
                      <a:close/>
                      <a:moveTo>
                        <a:pt x="492" y="578"/>
                      </a:moveTo>
                      <a:lnTo>
                        <a:pt x="492" y="574"/>
                      </a:lnTo>
                      <a:lnTo>
                        <a:pt x="496" y="574"/>
                      </a:lnTo>
                      <a:lnTo>
                        <a:pt x="496" y="578"/>
                      </a:lnTo>
                      <a:lnTo>
                        <a:pt x="492" y="578"/>
                      </a:lnTo>
                      <a:lnTo>
                        <a:pt x="492" y="578"/>
                      </a:lnTo>
                      <a:lnTo>
                        <a:pt x="492" y="578"/>
                      </a:lnTo>
                      <a:close/>
                      <a:moveTo>
                        <a:pt x="492" y="586"/>
                      </a:moveTo>
                      <a:lnTo>
                        <a:pt x="488" y="586"/>
                      </a:lnTo>
                      <a:lnTo>
                        <a:pt x="484" y="586"/>
                      </a:lnTo>
                      <a:lnTo>
                        <a:pt x="484" y="582"/>
                      </a:lnTo>
                      <a:lnTo>
                        <a:pt x="488" y="582"/>
                      </a:lnTo>
                      <a:lnTo>
                        <a:pt x="488" y="578"/>
                      </a:lnTo>
                      <a:lnTo>
                        <a:pt x="488" y="582"/>
                      </a:lnTo>
                      <a:lnTo>
                        <a:pt x="488" y="578"/>
                      </a:lnTo>
                      <a:lnTo>
                        <a:pt x="488" y="574"/>
                      </a:lnTo>
                      <a:lnTo>
                        <a:pt x="492" y="574"/>
                      </a:lnTo>
                      <a:lnTo>
                        <a:pt x="492" y="578"/>
                      </a:lnTo>
                      <a:lnTo>
                        <a:pt x="492" y="582"/>
                      </a:lnTo>
                      <a:lnTo>
                        <a:pt x="492" y="586"/>
                      </a:lnTo>
                      <a:lnTo>
                        <a:pt x="492" y="582"/>
                      </a:lnTo>
                      <a:lnTo>
                        <a:pt x="492" y="586"/>
                      </a:lnTo>
                      <a:lnTo>
                        <a:pt x="492" y="586"/>
                      </a:lnTo>
                      <a:lnTo>
                        <a:pt x="492" y="586"/>
                      </a:lnTo>
                      <a:close/>
                      <a:moveTo>
                        <a:pt x="496" y="582"/>
                      </a:moveTo>
                      <a:lnTo>
                        <a:pt x="496" y="578"/>
                      </a:lnTo>
                      <a:lnTo>
                        <a:pt x="492" y="578"/>
                      </a:lnTo>
                      <a:lnTo>
                        <a:pt x="496" y="578"/>
                      </a:lnTo>
                      <a:lnTo>
                        <a:pt x="496" y="582"/>
                      </a:lnTo>
                      <a:lnTo>
                        <a:pt x="496" y="582"/>
                      </a:lnTo>
                      <a:lnTo>
                        <a:pt x="496" y="582"/>
                      </a:lnTo>
                      <a:close/>
                      <a:moveTo>
                        <a:pt x="500" y="582"/>
                      </a:moveTo>
                      <a:lnTo>
                        <a:pt x="496" y="582"/>
                      </a:lnTo>
                      <a:lnTo>
                        <a:pt x="496" y="578"/>
                      </a:lnTo>
                      <a:lnTo>
                        <a:pt x="500" y="578"/>
                      </a:lnTo>
                      <a:lnTo>
                        <a:pt x="500" y="582"/>
                      </a:lnTo>
                      <a:lnTo>
                        <a:pt x="500" y="582"/>
                      </a:lnTo>
                      <a:lnTo>
                        <a:pt x="500" y="582"/>
                      </a:lnTo>
                      <a:close/>
                      <a:moveTo>
                        <a:pt x="476" y="586"/>
                      </a:moveTo>
                      <a:lnTo>
                        <a:pt x="480" y="586"/>
                      </a:lnTo>
                      <a:lnTo>
                        <a:pt x="476" y="586"/>
                      </a:lnTo>
                      <a:lnTo>
                        <a:pt x="476" y="582"/>
                      </a:lnTo>
                      <a:lnTo>
                        <a:pt x="480" y="582"/>
                      </a:lnTo>
                      <a:lnTo>
                        <a:pt x="480" y="586"/>
                      </a:lnTo>
                      <a:lnTo>
                        <a:pt x="476" y="586"/>
                      </a:lnTo>
                      <a:lnTo>
                        <a:pt x="476" y="586"/>
                      </a:lnTo>
                      <a:lnTo>
                        <a:pt x="476" y="586"/>
                      </a:lnTo>
                      <a:close/>
                      <a:moveTo>
                        <a:pt x="492" y="604"/>
                      </a:moveTo>
                      <a:lnTo>
                        <a:pt x="492" y="608"/>
                      </a:lnTo>
                      <a:lnTo>
                        <a:pt x="492" y="604"/>
                      </a:lnTo>
                      <a:lnTo>
                        <a:pt x="496" y="604"/>
                      </a:lnTo>
                      <a:lnTo>
                        <a:pt x="496" y="608"/>
                      </a:lnTo>
                      <a:lnTo>
                        <a:pt x="492" y="612"/>
                      </a:lnTo>
                      <a:lnTo>
                        <a:pt x="492" y="616"/>
                      </a:lnTo>
                      <a:lnTo>
                        <a:pt x="488" y="616"/>
                      </a:lnTo>
                      <a:lnTo>
                        <a:pt x="488" y="612"/>
                      </a:lnTo>
                      <a:lnTo>
                        <a:pt x="492" y="612"/>
                      </a:lnTo>
                      <a:lnTo>
                        <a:pt x="488" y="612"/>
                      </a:lnTo>
                      <a:lnTo>
                        <a:pt x="488" y="608"/>
                      </a:lnTo>
                      <a:lnTo>
                        <a:pt x="488" y="604"/>
                      </a:lnTo>
                      <a:lnTo>
                        <a:pt x="488" y="600"/>
                      </a:lnTo>
                      <a:lnTo>
                        <a:pt x="492" y="600"/>
                      </a:lnTo>
                      <a:lnTo>
                        <a:pt x="488" y="600"/>
                      </a:lnTo>
                      <a:lnTo>
                        <a:pt x="488" y="604"/>
                      </a:lnTo>
                      <a:lnTo>
                        <a:pt x="488" y="600"/>
                      </a:lnTo>
                      <a:lnTo>
                        <a:pt x="484" y="604"/>
                      </a:lnTo>
                      <a:lnTo>
                        <a:pt x="488" y="604"/>
                      </a:lnTo>
                      <a:lnTo>
                        <a:pt x="484" y="608"/>
                      </a:lnTo>
                      <a:lnTo>
                        <a:pt x="484" y="612"/>
                      </a:lnTo>
                      <a:lnTo>
                        <a:pt x="484" y="608"/>
                      </a:lnTo>
                      <a:lnTo>
                        <a:pt x="480" y="604"/>
                      </a:lnTo>
                      <a:lnTo>
                        <a:pt x="480" y="600"/>
                      </a:lnTo>
                      <a:lnTo>
                        <a:pt x="480" y="596"/>
                      </a:lnTo>
                      <a:lnTo>
                        <a:pt x="480" y="600"/>
                      </a:lnTo>
                      <a:lnTo>
                        <a:pt x="484" y="600"/>
                      </a:lnTo>
                      <a:lnTo>
                        <a:pt x="484" y="604"/>
                      </a:lnTo>
                      <a:lnTo>
                        <a:pt x="484" y="600"/>
                      </a:lnTo>
                      <a:lnTo>
                        <a:pt x="480" y="600"/>
                      </a:lnTo>
                      <a:lnTo>
                        <a:pt x="480" y="596"/>
                      </a:lnTo>
                      <a:lnTo>
                        <a:pt x="484" y="600"/>
                      </a:lnTo>
                      <a:lnTo>
                        <a:pt x="484" y="596"/>
                      </a:lnTo>
                      <a:lnTo>
                        <a:pt x="488" y="600"/>
                      </a:lnTo>
                      <a:lnTo>
                        <a:pt x="488" y="596"/>
                      </a:lnTo>
                      <a:lnTo>
                        <a:pt x="488" y="594"/>
                      </a:lnTo>
                      <a:lnTo>
                        <a:pt x="484" y="590"/>
                      </a:lnTo>
                      <a:lnTo>
                        <a:pt x="484" y="586"/>
                      </a:lnTo>
                      <a:lnTo>
                        <a:pt x="488" y="586"/>
                      </a:lnTo>
                      <a:lnTo>
                        <a:pt x="492" y="586"/>
                      </a:lnTo>
                      <a:lnTo>
                        <a:pt x="492" y="590"/>
                      </a:lnTo>
                      <a:lnTo>
                        <a:pt x="492" y="594"/>
                      </a:lnTo>
                      <a:lnTo>
                        <a:pt x="492" y="596"/>
                      </a:lnTo>
                      <a:lnTo>
                        <a:pt x="496" y="596"/>
                      </a:lnTo>
                      <a:lnTo>
                        <a:pt x="492" y="600"/>
                      </a:lnTo>
                      <a:lnTo>
                        <a:pt x="492" y="604"/>
                      </a:lnTo>
                      <a:lnTo>
                        <a:pt x="492" y="604"/>
                      </a:lnTo>
                      <a:lnTo>
                        <a:pt x="492" y="604"/>
                      </a:lnTo>
                      <a:close/>
                      <a:moveTo>
                        <a:pt x="484" y="594"/>
                      </a:moveTo>
                      <a:lnTo>
                        <a:pt x="480" y="590"/>
                      </a:lnTo>
                      <a:lnTo>
                        <a:pt x="484" y="590"/>
                      </a:lnTo>
                      <a:lnTo>
                        <a:pt x="484" y="594"/>
                      </a:lnTo>
                      <a:lnTo>
                        <a:pt x="484" y="594"/>
                      </a:lnTo>
                      <a:lnTo>
                        <a:pt x="484" y="594"/>
                      </a:lnTo>
                      <a:close/>
                      <a:moveTo>
                        <a:pt x="480" y="594"/>
                      </a:moveTo>
                      <a:lnTo>
                        <a:pt x="480" y="590"/>
                      </a:lnTo>
                      <a:lnTo>
                        <a:pt x="480" y="594"/>
                      </a:lnTo>
                      <a:lnTo>
                        <a:pt x="476" y="594"/>
                      </a:lnTo>
                      <a:lnTo>
                        <a:pt x="476" y="590"/>
                      </a:lnTo>
                      <a:lnTo>
                        <a:pt x="480" y="590"/>
                      </a:lnTo>
                      <a:lnTo>
                        <a:pt x="484" y="594"/>
                      </a:lnTo>
                      <a:lnTo>
                        <a:pt x="480" y="594"/>
                      </a:lnTo>
                      <a:lnTo>
                        <a:pt x="480" y="594"/>
                      </a:lnTo>
                      <a:lnTo>
                        <a:pt x="480" y="594"/>
                      </a:lnTo>
                      <a:close/>
                      <a:moveTo>
                        <a:pt x="488" y="596"/>
                      </a:moveTo>
                      <a:lnTo>
                        <a:pt x="484" y="596"/>
                      </a:lnTo>
                      <a:lnTo>
                        <a:pt x="480" y="596"/>
                      </a:lnTo>
                      <a:lnTo>
                        <a:pt x="480" y="594"/>
                      </a:lnTo>
                      <a:lnTo>
                        <a:pt x="484" y="594"/>
                      </a:lnTo>
                      <a:lnTo>
                        <a:pt x="488" y="594"/>
                      </a:lnTo>
                      <a:lnTo>
                        <a:pt x="488" y="596"/>
                      </a:lnTo>
                      <a:lnTo>
                        <a:pt x="488" y="596"/>
                      </a:lnTo>
                      <a:lnTo>
                        <a:pt x="488" y="596"/>
                      </a:lnTo>
                      <a:close/>
                      <a:moveTo>
                        <a:pt x="496" y="604"/>
                      </a:moveTo>
                      <a:lnTo>
                        <a:pt x="492" y="600"/>
                      </a:lnTo>
                      <a:lnTo>
                        <a:pt x="496" y="600"/>
                      </a:lnTo>
                      <a:lnTo>
                        <a:pt x="496" y="604"/>
                      </a:lnTo>
                      <a:lnTo>
                        <a:pt x="496" y="604"/>
                      </a:lnTo>
                      <a:lnTo>
                        <a:pt x="496" y="604"/>
                      </a:lnTo>
                      <a:close/>
                      <a:moveTo>
                        <a:pt x="484" y="612"/>
                      </a:moveTo>
                      <a:lnTo>
                        <a:pt x="480" y="608"/>
                      </a:lnTo>
                      <a:lnTo>
                        <a:pt x="480" y="612"/>
                      </a:lnTo>
                      <a:lnTo>
                        <a:pt x="480" y="608"/>
                      </a:lnTo>
                      <a:lnTo>
                        <a:pt x="476" y="608"/>
                      </a:lnTo>
                      <a:lnTo>
                        <a:pt x="476" y="604"/>
                      </a:lnTo>
                      <a:lnTo>
                        <a:pt x="480" y="604"/>
                      </a:lnTo>
                      <a:lnTo>
                        <a:pt x="484" y="608"/>
                      </a:lnTo>
                      <a:lnTo>
                        <a:pt x="484" y="612"/>
                      </a:lnTo>
                      <a:lnTo>
                        <a:pt x="484" y="612"/>
                      </a:lnTo>
                      <a:lnTo>
                        <a:pt x="484" y="612"/>
                      </a:lnTo>
                      <a:close/>
                      <a:moveTo>
                        <a:pt x="484" y="620"/>
                      </a:moveTo>
                      <a:lnTo>
                        <a:pt x="484" y="624"/>
                      </a:lnTo>
                      <a:lnTo>
                        <a:pt x="480" y="624"/>
                      </a:lnTo>
                      <a:lnTo>
                        <a:pt x="480" y="620"/>
                      </a:lnTo>
                      <a:lnTo>
                        <a:pt x="484" y="620"/>
                      </a:lnTo>
                      <a:lnTo>
                        <a:pt x="480" y="620"/>
                      </a:lnTo>
                      <a:lnTo>
                        <a:pt x="480" y="616"/>
                      </a:lnTo>
                      <a:lnTo>
                        <a:pt x="480" y="620"/>
                      </a:lnTo>
                      <a:lnTo>
                        <a:pt x="484" y="620"/>
                      </a:lnTo>
                      <a:lnTo>
                        <a:pt x="484" y="616"/>
                      </a:lnTo>
                      <a:lnTo>
                        <a:pt x="480" y="616"/>
                      </a:lnTo>
                      <a:lnTo>
                        <a:pt x="480" y="612"/>
                      </a:lnTo>
                      <a:lnTo>
                        <a:pt x="484" y="612"/>
                      </a:lnTo>
                      <a:lnTo>
                        <a:pt x="484" y="616"/>
                      </a:lnTo>
                      <a:lnTo>
                        <a:pt x="488" y="616"/>
                      </a:lnTo>
                      <a:lnTo>
                        <a:pt x="484" y="620"/>
                      </a:lnTo>
                      <a:lnTo>
                        <a:pt x="484" y="620"/>
                      </a:lnTo>
                      <a:lnTo>
                        <a:pt x="484" y="620"/>
                      </a:lnTo>
                      <a:close/>
                      <a:moveTo>
                        <a:pt x="488" y="624"/>
                      </a:moveTo>
                      <a:lnTo>
                        <a:pt x="488" y="620"/>
                      </a:lnTo>
                      <a:lnTo>
                        <a:pt x="492" y="620"/>
                      </a:lnTo>
                      <a:lnTo>
                        <a:pt x="492" y="624"/>
                      </a:lnTo>
                      <a:lnTo>
                        <a:pt x="488" y="624"/>
                      </a:lnTo>
                      <a:lnTo>
                        <a:pt x="488" y="624"/>
                      </a:lnTo>
                      <a:lnTo>
                        <a:pt x="488" y="624"/>
                      </a:lnTo>
                      <a:close/>
                      <a:moveTo>
                        <a:pt x="496" y="630"/>
                      </a:moveTo>
                      <a:lnTo>
                        <a:pt x="492" y="626"/>
                      </a:lnTo>
                      <a:lnTo>
                        <a:pt x="492" y="624"/>
                      </a:lnTo>
                      <a:lnTo>
                        <a:pt x="496" y="624"/>
                      </a:lnTo>
                      <a:lnTo>
                        <a:pt x="492" y="624"/>
                      </a:lnTo>
                      <a:lnTo>
                        <a:pt x="496" y="624"/>
                      </a:lnTo>
                      <a:lnTo>
                        <a:pt x="496" y="626"/>
                      </a:lnTo>
                      <a:lnTo>
                        <a:pt x="496" y="630"/>
                      </a:lnTo>
                      <a:lnTo>
                        <a:pt x="500" y="630"/>
                      </a:lnTo>
                      <a:lnTo>
                        <a:pt x="496" y="630"/>
                      </a:lnTo>
                      <a:lnTo>
                        <a:pt x="496" y="630"/>
                      </a:lnTo>
                      <a:lnTo>
                        <a:pt x="496" y="630"/>
                      </a:lnTo>
                      <a:close/>
                      <a:moveTo>
                        <a:pt x="480" y="630"/>
                      </a:moveTo>
                      <a:lnTo>
                        <a:pt x="476" y="626"/>
                      </a:lnTo>
                      <a:lnTo>
                        <a:pt x="480" y="626"/>
                      </a:lnTo>
                      <a:lnTo>
                        <a:pt x="480" y="624"/>
                      </a:lnTo>
                      <a:lnTo>
                        <a:pt x="484" y="624"/>
                      </a:lnTo>
                      <a:lnTo>
                        <a:pt x="484" y="626"/>
                      </a:lnTo>
                      <a:lnTo>
                        <a:pt x="480" y="626"/>
                      </a:lnTo>
                      <a:lnTo>
                        <a:pt x="480" y="630"/>
                      </a:lnTo>
                      <a:lnTo>
                        <a:pt x="480" y="630"/>
                      </a:lnTo>
                      <a:lnTo>
                        <a:pt x="480" y="630"/>
                      </a:lnTo>
                      <a:close/>
                      <a:moveTo>
                        <a:pt x="484" y="630"/>
                      </a:moveTo>
                      <a:lnTo>
                        <a:pt x="484" y="626"/>
                      </a:lnTo>
                      <a:lnTo>
                        <a:pt x="484" y="630"/>
                      </a:lnTo>
                      <a:lnTo>
                        <a:pt x="484" y="630"/>
                      </a:lnTo>
                      <a:lnTo>
                        <a:pt x="484" y="630"/>
                      </a:lnTo>
                      <a:close/>
                      <a:moveTo>
                        <a:pt x="492" y="630"/>
                      </a:moveTo>
                      <a:lnTo>
                        <a:pt x="488" y="630"/>
                      </a:lnTo>
                      <a:lnTo>
                        <a:pt x="488" y="626"/>
                      </a:lnTo>
                      <a:lnTo>
                        <a:pt x="492" y="630"/>
                      </a:lnTo>
                      <a:lnTo>
                        <a:pt x="492" y="630"/>
                      </a:lnTo>
                      <a:lnTo>
                        <a:pt x="492" y="630"/>
                      </a:lnTo>
                      <a:close/>
                      <a:moveTo>
                        <a:pt x="488" y="638"/>
                      </a:moveTo>
                      <a:lnTo>
                        <a:pt x="488" y="634"/>
                      </a:lnTo>
                      <a:lnTo>
                        <a:pt x="488" y="630"/>
                      </a:lnTo>
                      <a:lnTo>
                        <a:pt x="492" y="630"/>
                      </a:lnTo>
                      <a:lnTo>
                        <a:pt x="492" y="626"/>
                      </a:lnTo>
                      <a:lnTo>
                        <a:pt x="492" y="630"/>
                      </a:lnTo>
                      <a:lnTo>
                        <a:pt x="496" y="630"/>
                      </a:lnTo>
                      <a:lnTo>
                        <a:pt x="496" y="634"/>
                      </a:lnTo>
                      <a:lnTo>
                        <a:pt x="492" y="634"/>
                      </a:lnTo>
                      <a:lnTo>
                        <a:pt x="488" y="638"/>
                      </a:lnTo>
                      <a:lnTo>
                        <a:pt x="488" y="638"/>
                      </a:lnTo>
                      <a:lnTo>
                        <a:pt x="488" y="638"/>
                      </a:lnTo>
                      <a:close/>
                      <a:moveTo>
                        <a:pt x="496" y="638"/>
                      </a:moveTo>
                      <a:lnTo>
                        <a:pt x="496" y="634"/>
                      </a:lnTo>
                      <a:lnTo>
                        <a:pt x="496" y="630"/>
                      </a:lnTo>
                      <a:lnTo>
                        <a:pt x="496" y="634"/>
                      </a:lnTo>
                      <a:lnTo>
                        <a:pt x="496" y="638"/>
                      </a:lnTo>
                      <a:lnTo>
                        <a:pt x="496" y="638"/>
                      </a:lnTo>
                      <a:lnTo>
                        <a:pt x="496" y="638"/>
                      </a:lnTo>
                      <a:close/>
                      <a:moveTo>
                        <a:pt x="496" y="638"/>
                      </a:moveTo>
                      <a:lnTo>
                        <a:pt x="492" y="638"/>
                      </a:lnTo>
                      <a:lnTo>
                        <a:pt x="492" y="634"/>
                      </a:lnTo>
                      <a:lnTo>
                        <a:pt x="496" y="638"/>
                      </a:lnTo>
                      <a:lnTo>
                        <a:pt x="496" y="638"/>
                      </a:lnTo>
                      <a:lnTo>
                        <a:pt x="496" y="638"/>
                      </a:lnTo>
                      <a:close/>
                      <a:moveTo>
                        <a:pt x="484" y="646"/>
                      </a:moveTo>
                      <a:lnTo>
                        <a:pt x="484" y="642"/>
                      </a:lnTo>
                      <a:lnTo>
                        <a:pt x="488" y="642"/>
                      </a:lnTo>
                      <a:lnTo>
                        <a:pt x="488" y="638"/>
                      </a:lnTo>
                      <a:lnTo>
                        <a:pt x="492" y="638"/>
                      </a:lnTo>
                      <a:lnTo>
                        <a:pt x="492" y="642"/>
                      </a:lnTo>
                      <a:lnTo>
                        <a:pt x="488" y="642"/>
                      </a:lnTo>
                      <a:lnTo>
                        <a:pt x="484" y="646"/>
                      </a:lnTo>
                      <a:lnTo>
                        <a:pt x="484" y="646"/>
                      </a:lnTo>
                      <a:lnTo>
                        <a:pt x="484" y="646"/>
                      </a:lnTo>
                      <a:close/>
                      <a:moveTo>
                        <a:pt x="500" y="642"/>
                      </a:moveTo>
                      <a:lnTo>
                        <a:pt x="500" y="638"/>
                      </a:lnTo>
                      <a:lnTo>
                        <a:pt x="500" y="642"/>
                      </a:lnTo>
                      <a:lnTo>
                        <a:pt x="500" y="642"/>
                      </a:lnTo>
                      <a:lnTo>
                        <a:pt x="500" y="642"/>
                      </a:lnTo>
                      <a:close/>
                      <a:moveTo>
                        <a:pt x="504" y="642"/>
                      </a:moveTo>
                      <a:lnTo>
                        <a:pt x="504" y="638"/>
                      </a:lnTo>
                      <a:lnTo>
                        <a:pt x="504" y="642"/>
                      </a:lnTo>
                      <a:lnTo>
                        <a:pt x="504" y="642"/>
                      </a:lnTo>
                      <a:lnTo>
                        <a:pt x="504" y="642"/>
                      </a:lnTo>
                      <a:close/>
                      <a:moveTo>
                        <a:pt x="480" y="646"/>
                      </a:moveTo>
                      <a:lnTo>
                        <a:pt x="484" y="646"/>
                      </a:lnTo>
                      <a:lnTo>
                        <a:pt x="484" y="642"/>
                      </a:lnTo>
                      <a:lnTo>
                        <a:pt x="484" y="638"/>
                      </a:lnTo>
                      <a:lnTo>
                        <a:pt x="484" y="642"/>
                      </a:lnTo>
                      <a:lnTo>
                        <a:pt x="484" y="646"/>
                      </a:lnTo>
                      <a:lnTo>
                        <a:pt x="480" y="646"/>
                      </a:lnTo>
                      <a:lnTo>
                        <a:pt x="480" y="646"/>
                      </a:lnTo>
                      <a:lnTo>
                        <a:pt x="480" y="646"/>
                      </a:lnTo>
                      <a:close/>
                      <a:moveTo>
                        <a:pt x="500" y="650"/>
                      </a:moveTo>
                      <a:lnTo>
                        <a:pt x="496" y="650"/>
                      </a:lnTo>
                      <a:lnTo>
                        <a:pt x="500" y="650"/>
                      </a:lnTo>
                      <a:lnTo>
                        <a:pt x="500" y="646"/>
                      </a:lnTo>
                      <a:lnTo>
                        <a:pt x="500" y="650"/>
                      </a:lnTo>
                      <a:lnTo>
                        <a:pt x="500" y="650"/>
                      </a:lnTo>
                      <a:lnTo>
                        <a:pt x="500" y="650"/>
                      </a:lnTo>
                      <a:close/>
                      <a:moveTo>
                        <a:pt x="488" y="656"/>
                      </a:moveTo>
                      <a:lnTo>
                        <a:pt x="484" y="656"/>
                      </a:lnTo>
                      <a:lnTo>
                        <a:pt x="484" y="652"/>
                      </a:lnTo>
                      <a:lnTo>
                        <a:pt x="488" y="650"/>
                      </a:lnTo>
                      <a:lnTo>
                        <a:pt x="488" y="652"/>
                      </a:lnTo>
                      <a:lnTo>
                        <a:pt x="488" y="650"/>
                      </a:lnTo>
                      <a:lnTo>
                        <a:pt x="488" y="646"/>
                      </a:lnTo>
                      <a:lnTo>
                        <a:pt x="488" y="650"/>
                      </a:lnTo>
                      <a:lnTo>
                        <a:pt x="488" y="652"/>
                      </a:lnTo>
                      <a:lnTo>
                        <a:pt x="488" y="656"/>
                      </a:lnTo>
                      <a:lnTo>
                        <a:pt x="488" y="656"/>
                      </a:lnTo>
                      <a:lnTo>
                        <a:pt x="488" y="656"/>
                      </a:lnTo>
                      <a:close/>
                      <a:moveTo>
                        <a:pt x="504" y="650"/>
                      </a:moveTo>
                      <a:lnTo>
                        <a:pt x="500" y="650"/>
                      </a:lnTo>
                      <a:lnTo>
                        <a:pt x="504" y="650"/>
                      </a:lnTo>
                      <a:lnTo>
                        <a:pt x="504" y="650"/>
                      </a:lnTo>
                      <a:lnTo>
                        <a:pt x="504" y="650"/>
                      </a:lnTo>
                      <a:close/>
                      <a:moveTo>
                        <a:pt x="500" y="652"/>
                      </a:moveTo>
                      <a:lnTo>
                        <a:pt x="496" y="652"/>
                      </a:lnTo>
                      <a:lnTo>
                        <a:pt x="492" y="650"/>
                      </a:lnTo>
                      <a:lnTo>
                        <a:pt x="496" y="650"/>
                      </a:lnTo>
                      <a:lnTo>
                        <a:pt x="500" y="652"/>
                      </a:lnTo>
                      <a:lnTo>
                        <a:pt x="500" y="652"/>
                      </a:lnTo>
                      <a:lnTo>
                        <a:pt x="500" y="652"/>
                      </a:lnTo>
                      <a:close/>
                      <a:moveTo>
                        <a:pt x="484" y="652"/>
                      </a:moveTo>
                      <a:lnTo>
                        <a:pt x="484" y="650"/>
                      </a:lnTo>
                      <a:lnTo>
                        <a:pt x="488" y="650"/>
                      </a:lnTo>
                      <a:lnTo>
                        <a:pt x="484" y="650"/>
                      </a:lnTo>
                      <a:lnTo>
                        <a:pt x="484" y="652"/>
                      </a:lnTo>
                      <a:lnTo>
                        <a:pt x="484" y="652"/>
                      </a:lnTo>
                      <a:lnTo>
                        <a:pt x="484" y="652"/>
                      </a:lnTo>
                      <a:close/>
                      <a:moveTo>
                        <a:pt x="504" y="652"/>
                      </a:moveTo>
                      <a:lnTo>
                        <a:pt x="500" y="652"/>
                      </a:lnTo>
                      <a:lnTo>
                        <a:pt x="500" y="650"/>
                      </a:lnTo>
                      <a:lnTo>
                        <a:pt x="504" y="650"/>
                      </a:lnTo>
                      <a:lnTo>
                        <a:pt x="504" y="652"/>
                      </a:lnTo>
                      <a:lnTo>
                        <a:pt x="504" y="652"/>
                      </a:lnTo>
                      <a:lnTo>
                        <a:pt x="504" y="652"/>
                      </a:lnTo>
                      <a:close/>
                      <a:moveTo>
                        <a:pt x="488" y="656"/>
                      </a:moveTo>
                      <a:lnTo>
                        <a:pt x="488" y="652"/>
                      </a:lnTo>
                      <a:lnTo>
                        <a:pt x="492" y="652"/>
                      </a:lnTo>
                      <a:lnTo>
                        <a:pt x="488" y="656"/>
                      </a:lnTo>
                      <a:lnTo>
                        <a:pt x="488" y="656"/>
                      </a:lnTo>
                      <a:lnTo>
                        <a:pt x="488" y="656"/>
                      </a:lnTo>
                      <a:close/>
                      <a:moveTo>
                        <a:pt x="514" y="656"/>
                      </a:moveTo>
                      <a:lnTo>
                        <a:pt x="514" y="652"/>
                      </a:lnTo>
                      <a:lnTo>
                        <a:pt x="514" y="656"/>
                      </a:lnTo>
                      <a:lnTo>
                        <a:pt x="514" y="656"/>
                      </a:lnTo>
                      <a:lnTo>
                        <a:pt x="514" y="656"/>
                      </a:lnTo>
                      <a:close/>
                      <a:moveTo>
                        <a:pt x="504" y="660"/>
                      </a:moveTo>
                      <a:lnTo>
                        <a:pt x="504" y="656"/>
                      </a:lnTo>
                      <a:lnTo>
                        <a:pt x="500" y="656"/>
                      </a:lnTo>
                      <a:lnTo>
                        <a:pt x="500" y="652"/>
                      </a:lnTo>
                      <a:lnTo>
                        <a:pt x="504" y="656"/>
                      </a:lnTo>
                      <a:lnTo>
                        <a:pt x="504" y="660"/>
                      </a:lnTo>
                      <a:lnTo>
                        <a:pt x="504" y="660"/>
                      </a:lnTo>
                      <a:lnTo>
                        <a:pt x="504" y="660"/>
                      </a:lnTo>
                      <a:close/>
                      <a:moveTo>
                        <a:pt x="488" y="656"/>
                      </a:moveTo>
                      <a:lnTo>
                        <a:pt x="492" y="656"/>
                      </a:lnTo>
                      <a:lnTo>
                        <a:pt x="492" y="652"/>
                      </a:lnTo>
                      <a:lnTo>
                        <a:pt x="492" y="656"/>
                      </a:lnTo>
                      <a:lnTo>
                        <a:pt x="488" y="656"/>
                      </a:lnTo>
                      <a:lnTo>
                        <a:pt x="488" y="656"/>
                      </a:lnTo>
                      <a:lnTo>
                        <a:pt x="488" y="656"/>
                      </a:lnTo>
                      <a:close/>
                      <a:moveTo>
                        <a:pt x="500" y="664"/>
                      </a:moveTo>
                      <a:lnTo>
                        <a:pt x="496" y="664"/>
                      </a:lnTo>
                      <a:lnTo>
                        <a:pt x="496" y="660"/>
                      </a:lnTo>
                      <a:lnTo>
                        <a:pt x="500" y="660"/>
                      </a:lnTo>
                      <a:lnTo>
                        <a:pt x="496" y="660"/>
                      </a:lnTo>
                      <a:lnTo>
                        <a:pt x="496" y="656"/>
                      </a:lnTo>
                      <a:lnTo>
                        <a:pt x="500" y="660"/>
                      </a:lnTo>
                      <a:lnTo>
                        <a:pt x="500" y="664"/>
                      </a:lnTo>
                      <a:lnTo>
                        <a:pt x="500" y="664"/>
                      </a:lnTo>
                      <a:lnTo>
                        <a:pt x="500" y="664"/>
                      </a:lnTo>
                      <a:close/>
                      <a:moveTo>
                        <a:pt x="504" y="664"/>
                      </a:moveTo>
                      <a:lnTo>
                        <a:pt x="504" y="660"/>
                      </a:lnTo>
                      <a:lnTo>
                        <a:pt x="500" y="660"/>
                      </a:lnTo>
                      <a:lnTo>
                        <a:pt x="500" y="656"/>
                      </a:lnTo>
                      <a:lnTo>
                        <a:pt x="500" y="660"/>
                      </a:lnTo>
                      <a:lnTo>
                        <a:pt x="504" y="660"/>
                      </a:lnTo>
                      <a:lnTo>
                        <a:pt x="504" y="664"/>
                      </a:lnTo>
                      <a:lnTo>
                        <a:pt x="504" y="664"/>
                      </a:lnTo>
                      <a:lnTo>
                        <a:pt x="504" y="664"/>
                      </a:lnTo>
                      <a:close/>
                      <a:moveTo>
                        <a:pt x="488" y="660"/>
                      </a:moveTo>
                      <a:lnTo>
                        <a:pt x="492" y="660"/>
                      </a:lnTo>
                      <a:lnTo>
                        <a:pt x="488" y="660"/>
                      </a:lnTo>
                      <a:lnTo>
                        <a:pt x="488" y="660"/>
                      </a:lnTo>
                      <a:lnTo>
                        <a:pt x="488" y="660"/>
                      </a:lnTo>
                      <a:close/>
                      <a:moveTo>
                        <a:pt x="578" y="716"/>
                      </a:moveTo>
                      <a:lnTo>
                        <a:pt x="574" y="716"/>
                      </a:lnTo>
                      <a:lnTo>
                        <a:pt x="570" y="716"/>
                      </a:lnTo>
                      <a:lnTo>
                        <a:pt x="562" y="716"/>
                      </a:lnTo>
                      <a:lnTo>
                        <a:pt x="562" y="712"/>
                      </a:lnTo>
                      <a:lnTo>
                        <a:pt x="560" y="712"/>
                      </a:lnTo>
                      <a:lnTo>
                        <a:pt x="560" y="716"/>
                      </a:lnTo>
                      <a:lnTo>
                        <a:pt x="556" y="716"/>
                      </a:lnTo>
                      <a:lnTo>
                        <a:pt x="552" y="716"/>
                      </a:lnTo>
                      <a:lnTo>
                        <a:pt x="552" y="712"/>
                      </a:lnTo>
                      <a:lnTo>
                        <a:pt x="552" y="716"/>
                      </a:lnTo>
                      <a:lnTo>
                        <a:pt x="548" y="716"/>
                      </a:lnTo>
                      <a:lnTo>
                        <a:pt x="544" y="716"/>
                      </a:lnTo>
                      <a:lnTo>
                        <a:pt x="544" y="712"/>
                      </a:lnTo>
                      <a:lnTo>
                        <a:pt x="548" y="712"/>
                      </a:lnTo>
                      <a:lnTo>
                        <a:pt x="552" y="712"/>
                      </a:lnTo>
                      <a:lnTo>
                        <a:pt x="548" y="712"/>
                      </a:lnTo>
                      <a:lnTo>
                        <a:pt x="544" y="712"/>
                      </a:lnTo>
                      <a:lnTo>
                        <a:pt x="540" y="712"/>
                      </a:lnTo>
                      <a:lnTo>
                        <a:pt x="544" y="712"/>
                      </a:lnTo>
                      <a:lnTo>
                        <a:pt x="540" y="712"/>
                      </a:lnTo>
                      <a:lnTo>
                        <a:pt x="536" y="712"/>
                      </a:lnTo>
                      <a:lnTo>
                        <a:pt x="540" y="712"/>
                      </a:lnTo>
                      <a:lnTo>
                        <a:pt x="540" y="708"/>
                      </a:lnTo>
                      <a:lnTo>
                        <a:pt x="536" y="708"/>
                      </a:lnTo>
                      <a:lnTo>
                        <a:pt x="536" y="712"/>
                      </a:lnTo>
                      <a:lnTo>
                        <a:pt x="532" y="712"/>
                      </a:lnTo>
                      <a:lnTo>
                        <a:pt x="532" y="708"/>
                      </a:lnTo>
                      <a:lnTo>
                        <a:pt x="532" y="712"/>
                      </a:lnTo>
                      <a:lnTo>
                        <a:pt x="530" y="712"/>
                      </a:lnTo>
                      <a:lnTo>
                        <a:pt x="530" y="708"/>
                      </a:lnTo>
                      <a:lnTo>
                        <a:pt x="532" y="708"/>
                      </a:lnTo>
                      <a:lnTo>
                        <a:pt x="530" y="708"/>
                      </a:lnTo>
                      <a:lnTo>
                        <a:pt x="530" y="706"/>
                      </a:lnTo>
                      <a:lnTo>
                        <a:pt x="532" y="706"/>
                      </a:lnTo>
                      <a:lnTo>
                        <a:pt x="532" y="708"/>
                      </a:lnTo>
                      <a:lnTo>
                        <a:pt x="536" y="708"/>
                      </a:lnTo>
                      <a:lnTo>
                        <a:pt x="532" y="708"/>
                      </a:lnTo>
                      <a:lnTo>
                        <a:pt x="532" y="706"/>
                      </a:lnTo>
                      <a:lnTo>
                        <a:pt x="536" y="708"/>
                      </a:lnTo>
                      <a:lnTo>
                        <a:pt x="536" y="706"/>
                      </a:lnTo>
                      <a:lnTo>
                        <a:pt x="540" y="706"/>
                      </a:lnTo>
                      <a:lnTo>
                        <a:pt x="544" y="708"/>
                      </a:lnTo>
                      <a:lnTo>
                        <a:pt x="544" y="706"/>
                      </a:lnTo>
                      <a:lnTo>
                        <a:pt x="548" y="706"/>
                      </a:lnTo>
                      <a:lnTo>
                        <a:pt x="548" y="708"/>
                      </a:lnTo>
                      <a:lnTo>
                        <a:pt x="548" y="706"/>
                      </a:lnTo>
                      <a:lnTo>
                        <a:pt x="552" y="708"/>
                      </a:lnTo>
                      <a:lnTo>
                        <a:pt x="556" y="708"/>
                      </a:lnTo>
                      <a:lnTo>
                        <a:pt x="552" y="708"/>
                      </a:lnTo>
                      <a:lnTo>
                        <a:pt x="552" y="706"/>
                      </a:lnTo>
                      <a:lnTo>
                        <a:pt x="548" y="706"/>
                      </a:lnTo>
                      <a:lnTo>
                        <a:pt x="544" y="706"/>
                      </a:lnTo>
                      <a:lnTo>
                        <a:pt x="544" y="702"/>
                      </a:lnTo>
                      <a:lnTo>
                        <a:pt x="548" y="702"/>
                      </a:lnTo>
                      <a:lnTo>
                        <a:pt x="552" y="706"/>
                      </a:lnTo>
                      <a:lnTo>
                        <a:pt x="556" y="706"/>
                      </a:lnTo>
                      <a:lnTo>
                        <a:pt x="556" y="702"/>
                      </a:lnTo>
                      <a:lnTo>
                        <a:pt x="556" y="706"/>
                      </a:lnTo>
                      <a:lnTo>
                        <a:pt x="560" y="706"/>
                      </a:lnTo>
                      <a:lnTo>
                        <a:pt x="560" y="708"/>
                      </a:lnTo>
                      <a:lnTo>
                        <a:pt x="560" y="706"/>
                      </a:lnTo>
                      <a:lnTo>
                        <a:pt x="562" y="706"/>
                      </a:lnTo>
                      <a:lnTo>
                        <a:pt x="566" y="706"/>
                      </a:lnTo>
                      <a:lnTo>
                        <a:pt x="566" y="708"/>
                      </a:lnTo>
                      <a:lnTo>
                        <a:pt x="566" y="712"/>
                      </a:lnTo>
                      <a:lnTo>
                        <a:pt x="566" y="708"/>
                      </a:lnTo>
                      <a:lnTo>
                        <a:pt x="570" y="708"/>
                      </a:lnTo>
                      <a:lnTo>
                        <a:pt x="566" y="708"/>
                      </a:lnTo>
                      <a:lnTo>
                        <a:pt x="570" y="708"/>
                      </a:lnTo>
                      <a:lnTo>
                        <a:pt x="570" y="706"/>
                      </a:lnTo>
                      <a:lnTo>
                        <a:pt x="566" y="706"/>
                      </a:lnTo>
                      <a:lnTo>
                        <a:pt x="562" y="706"/>
                      </a:lnTo>
                      <a:lnTo>
                        <a:pt x="562" y="702"/>
                      </a:lnTo>
                      <a:lnTo>
                        <a:pt x="560" y="702"/>
                      </a:lnTo>
                      <a:lnTo>
                        <a:pt x="556" y="702"/>
                      </a:lnTo>
                      <a:lnTo>
                        <a:pt x="556" y="698"/>
                      </a:lnTo>
                      <a:lnTo>
                        <a:pt x="556" y="694"/>
                      </a:lnTo>
                      <a:lnTo>
                        <a:pt x="556" y="690"/>
                      </a:lnTo>
                      <a:lnTo>
                        <a:pt x="560" y="690"/>
                      </a:lnTo>
                      <a:lnTo>
                        <a:pt x="566" y="686"/>
                      </a:lnTo>
                      <a:lnTo>
                        <a:pt x="566" y="682"/>
                      </a:lnTo>
                      <a:lnTo>
                        <a:pt x="562" y="682"/>
                      </a:lnTo>
                      <a:lnTo>
                        <a:pt x="560" y="682"/>
                      </a:lnTo>
                      <a:lnTo>
                        <a:pt x="556" y="682"/>
                      </a:lnTo>
                      <a:lnTo>
                        <a:pt x="556" y="686"/>
                      </a:lnTo>
                      <a:lnTo>
                        <a:pt x="552" y="686"/>
                      </a:lnTo>
                      <a:lnTo>
                        <a:pt x="552" y="682"/>
                      </a:lnTo>
                      <a:lnTo>
                        <a:pt x="552" y="680"/>
                      </a:lnTo>
                      <a:lnTo>
                        <a:pt x="552" y="676"/>
                      </a:lnTo>
                      <a:lnTo>
                        <a:pt x="556" y="676"/>
                      </a:lnTo>
                      <a:lnTo>
                        <a:pt x="556" y="672"/>
                      </a:lnTo>
                      <a:lnTo>
                        <a:pt x="552" y="672"/>
                      </a:lnTo>
                      <a:lnTo>
                        <a:pt x="556" y="672"/>
                      </a:lnTo>
                      <a:lnTo>
                        <a:pt x="560" y="672"/>
                      </a:lnTo>
                      <a:lnTo>
                        <a:pt x="562" y="668"/>
                      </a:lnTo>
                      <a:lnTo>
                        <a:pt x="562" y="664"/>
                      </a:lnTo>
                      <a:lnTo>
                        <a:pt x="566" y="664"/>
                      </a:lnTo>
                      <a:lnTo>
                        <a:pt x="566" y="668"/>
                      </a:lnTo>
                      <a:lnTo>
                        <a:pt x="570" y="668"/>
                      </a:lnTo>
                      <a:lnTo>
                        <a:pt x="574" y="668"/>
                      </a:lnTo>
                      <a:lnTo>
                        <a:pt x="578" y="668"/>
                      </a:lnTo>
                      <a:lnTo>
                        <a:pt x="578" y="672"/>
                      </a:lnTo>
                      <a:lnTo>
                        <a:pt x="578" y="680"/>
                      </a:lnTo>
                      <a:lnTo>
                        <a:pt x="578" y="682"/>
                      </a:lnTo>
                      <a:lnTo>
                        <a:pt x="578" y="686"/>
                      </a:lnTo>
                      <a:lnTo>
                        <a:pt x="578" y="694"/>
                      </a:lnTo>
                      <a:lnTo>
                        <a:pt x="578" y="698"/>
                      </a:lnTo>
                      <a:lnTo>
                        <a:pt x="578" y="706"/>
                      </a:lnTo>
                      <a:lnTo>
                        <a:pt x="578" y="708"/>
                      </a:lnTo>
                      <a:lnTo>
                        <a:pt x="578" y="716"/>
                      </a:lnTo>
                      <a:lnTo>
                        <a:pt x="578" y="716"/>
                      </a:lnTo>
                      <a:lnTo>
                        <a:pt x="578" y="716"/>
                      </a:lnTo>
                      <a:close/>
                      <a:moveTo>
                        <a:pt x="510" y="682"/>
                      </a:moveTo>
                      <a:lnTo>
                        <a:pt x="514" y="682"/>
                      </a:lnTo>
                      <a:lnTo>
                        <a:pt x="510" y="682"/>
                      </a:lnTo>
                      <a:lnTo>
                        <a:pt x="506" y="682"/>
                      </a:lnTo>
                      <a:lnTo>
                        <a:pt x="504" y="680"/>
                      </a:lnTo>
                      <a:lnTo>
                        <a:pt x="500" y="680"/>
                      </a:lnTo>
                      <a:lnTo>
                        <a:pt x="496" y="680"/>
                      </a:lnTo>
                      <a:lnTo>
                        <a:pt x="496" y="676"/>
                      </a:lnTo>
                      <a:lnTo>
                        <a:pt x="492" y="676"/>
                      </a:lnTo>
                      <a:lnTo>
                        <a:pt x="492" y="672"/>
                      </a:lnTo>
                      <a:lnTo>
                        <a:pt x="488" y="672"/>
                      </a:lnTo>
                      <a:lnTo>
                        <a:pt x="492" y="672"/>
                      </a:lnTo>
                      <a:lnTo>
                        <a:pt x="496" y="672"/>
                      </a:lnTo>
                      <a:lnTo>
                        <a:pt x="496" y="676"/>
                      </a:lnTo>
                      <a:lnTo>
                        <a:pt x="500" y="676"/>
                      </a:lnTo>
                      <a:lnTo>
                        <a:pt x="504" y="676"/>
                      </a:lnTo>
                      <a:lnTo>
                        <a:pt x="504" y="680"/>
                      </a:lnTo>
                      <a:lnTo>
                        <a:pt x="506" y="680"/>
                      </a:lnTo>
                      <a:lnTo>
                        <a:pt x="506" y="682"/>
                      </a:lnTo>
                      <a:lnTo>
                        <a:pt x="506" y="680"/>
                      </a:lnTo>
                      <a:lnTo>
                        <a:pt x="510" y="682"/>
                      </a:lnTo>
                      <a:lnTo>
                        <a:pt x="510" y="682"/>
                      </a:lnTo>
                      <a:lnTo>
                        <a:pt x="510" y="682"/>
                      </a:lnTo>
                      <a:close/>
                      <a:moveTo>
                        <a:pt x="506" y="676"/>
                      </a:moveTo>
                      <a:lnTo>
                        <a:pt x="504" y="676"/>
                      </a:lnTo>
                      <a:lnTo>
                        <a:pt x="504" y="672"/>
                      </a:lnTo>
                      <a:lnTo>
                        <a:pt x="506" y="672"/>
                      </a:lnTo>
                      <a:lnTo>
                        <a:pt x="506" y="676"/>
                      </a:lnTo>
                      <a:lnTo>
                        <a:pt x="510" y="676"/>
                      </a:lnTo>
                      <a:lnTo>
                        <a:pt x="506" y="676"/>
                      </a:lnTo>
                      <a:lnTo>
                        <a:pt x="506" y="676"/>
                      </a:lnTo>
                      <a:lnTo>
                        <a:pt x="506" y="676"/>
                      </a:lnTo>
                      <a:close/>
                      <a:moveTo>
                        <a:pt x="500" y="682"/>
                      </a:moveTo>
                      <a:lnTo>
                        <a:pt x="496" y="682"/>
                      </a:lnTo>
                      <a:lnTo>
                        <a:pt x="500" y="682"/>
                      </a:lnTo>
                      <a:lnTo>
                        <a:pt x="500" y="682"/>
                      </a:lnTo>
                      <a:lnTo>
                        <a:pt x="500" y="682"/>
                      </a:lnTo>
                      <a:close/>
                      <a:moveTo>
                        <a:pt x="510" y="694"/>
                      </a:moveTo>
                      <a:lnTo>
                        <a:pt x="510" y="690"/>
                      </a:lnTo>
                      <a:lnTo>
                        <a:pt x="506" y="690"/>
                      </a:lnTo>
                      <a:lnTo>
                        <a:pt x="506" y="694"/>
                      </a:lnTo>
                      <a:lnTo>
                        <a:pt x="506" y="690"/>
                      </a:lnTo>
                      <a:lnTo>
                        <a:pt x="506" y="686"/>
                      </a:lnTo>
                      <a:lnTo>
                        <a:pt x="510" y="690"/>
                      </a:lnTo>
                      <a:lnTo>
                        <a:pt x="514" y="690"/>
                      </a:lnTo>
                      <a:lnTo>
                        <a:pt x="510" y="690"/>
                      </a:lnTo>
                      <a:lnTo>
                        <a:pt x="506" y="686"/>
                      </a:lnTo>
                      <a:lnTo>
                        <a:pt x="510" y="686"/>
                      </a:lnTo>
                      <a:lnTo>
                        <a:pt x="514" y="686"/>
                      </a:lnTo>
                      <a:lnTo>
                        <a:pt x="510" y="686"/>
                      </a:lnTo>
                      <a:lnTo>
                        <a:pt x="514" y="686"/>
                      </a:lnTo>
                      <a:lnTo>
                        <a:pt x="514" y="690"/>
                      </a:lnTo>
                      <a:lnTo>
                        <a:pt x="518" y="690"/>
                      </a:lnTo>
                      <a:lnTo>
                        <a:pt x="518" y="686"/>
                      </a:lnTo>
                      <a:lnTo>
                        <a:pt x="518" y="690"/>
                      </a:lnTo>
                      <a:lnTo>
                        <a:pt x="522" y="686"/>
                      </a:lnTo>
                      <a:lnTo>
                        <a:pt x="522" y="690"/>
                      </a:lnTo>
                      <a:lnTo>
                        <a:pt x="522" y="694"/>
                      </a:lnTo>
                      <a:lnTo>
                        <a:pt x="522" y="690"/>
                      </a:lnTo>
                      <a:lnTo>
                        <a:pt x="526" y="690"/>
                      </a:lnTo>
                      <a:lnTo>
                        <a:pt x="526" y="694"/>
                      </a:lnTo>
                      <a:lnTo>
                        <a:pt x="522" y="694"/>
                      </a:lnTo>
                      <a:lnTo>
                        <a:pt x="522" y="698"/>
                      </a:lnTo>
                      <a:lnTo>
                        <a:pt x="526" y="698"/>
                      </a:lnTo>
                      <a:lnTo>
                        <a:pt x="522" y="698"/>
                      </a:lnTo>
                      <a:lnTo>
                        <a:pt x="522" y="702"/>
                      </a:lnTo>
                      <a:lnTo>
                        <a:pt x="518" y="698"/>
                      </a:lnTo>
                      <a:lnTo>
                        <a:pt x="518" y="702"/>
                      </a:lnTo>
                      <a:lnTo>
                        <a:pt x="514" y="702"/>
                      </a:lnTo>
                      <a:lnTo>
                        <a:pt x="514" y="698"/>
                      </a:lnTo>
                      <a:lnTo>
                        <a:pt x="518" y="698"/>
                      </a:lnTo>
                      <a:lnTo>
                        <a:pt x="518" y="694"/>
                      </a:lnTo>
                      <a:lnTo>
                        <a:pt x="514" y="694"/>
                      </a:lnTo>
                      <a:lnTo>
                        <a:pt x="514" y="698"/>
                      </a:lnTo>
                      <a:lnTo>
                        <a:pt x="510" y="698"/>
                      </a:lnTo>
                      <a:lnTo>
                        <a:pt x="510" y="694"/>
                      </a:lnTo>
                      <a:lnTo>
                        <a:pt x="510" y="694"/>
                      </a:lnTo>
                      <a:lnTo>
                        <a:pt x="510" y="694"/>
                      </a:lnTo>
                      <a:close/>
                      <a:moveTo>
                        <a:pt x="504" y="690"/>
                      </a:moveTo>
                      <a:lnTo>
                        <a:pt x="504" y="686"/>
                      </a:lnTo>
                      <a:lnTo>
                        <a:pt x="504" y="690"/>
                      </a:lnTo>
                      <a:lnTo>
                        <a:pt x="504" y="690"/>
                      </a:lnTo>
                      <a:lnTo>
                        <a:pt x="504" y="690"/>
                      </a:lnTo>
                      <a:close/>
                      <a:moveTo>
                        <a:pt x="548" y="702"/>
                      </a:moveTo>
                      <a:lnTo>
                        <a:pt x="544" y="702"/>
                      </a:lnTo>
                      <a:lnTo>
                        <a:pt x="544" y="698"/>
                      </a:lnTo>
                      <a:lnTo>
                        <a:pt x="544" y="694"/>
                      </a:lnTo>
                      <a:lnTo>
                        <a:pt x="548" y="694"/>
                      </a:lnTo>
                      <a:lnTo>
                        <a:pt x="548" y="690"/>
                      </a:lnTo>
                      <a:lnTo>
                        <a:pt x="548" y="686"/>
                      </a:lnTo>
                      <a:lnTo>
                        <a:pt x="552" y="686"/>
                      </a:lnTo>
                      <a:lnTo>
                        <a:pt x="552" y="690"/>
                      </a:lnTo>
                      <a:lnTo>
                        <a:pt x="548" y="690"/>
                      </a:lnTo>
                      <a:lnTo>
                        <a:pt x="552" y="694"/>
                      </a:lnTo>
                      <a:lnTo>
                        <a:pt x="552" y="698"/>
                      </a:lnTo>
                      <a:lnTo>
                        <a:pt x="548" y="698"/>
                      </a:lnTo>
                      <a:lnTo>
                        <a:pt x="548" y="694"/>
                      </a:lnTo>
                      <a:lnTo>
                        <a:pt x="548" y="698"/>
                      </a:lnTo>
                      <a:lnTo>
                        <a:pt x="548" y="702"/>
                      </a:lnTo>
                      <a:lnTo>
                        <a:pt x="548" y="702"/>
                      </a:lnTo>
                      <a:lnTo>
                        <a:pt x="548" y="702"/>
                      </a:lnTo>
                      <a:close/>
                      <a:moveTo>
                        <a:pt x="532" y="698"/>
                      </a:moveTo>
                      <a:lnTo>
                        <a:pt x="532" y="702"/>
                      </a:lnTo>
                      <a:lnTo>
                        <a:pt x="530" y="702"/>
                      </a:lnTo>
                      <a:lnTo>
                        <a:pt x="530" y="698"/>
                      </a:lnTo>
                      <a:lnTo>
                        <a:pt x="530" y="702"/>
                      </a:lnTo>
                      <a:lnTo>
                        <a:pt x="532" y="702"/>
                      </a:lnTo>
                      <a:lnTo>
                        <a:pt x="530" y="706"/>
                      </a:lnTo>
                      <a:lnTo>
                        <a:pt x="530" y="702"/>
                      </a:lnTo>
                      <a:lnTo>
                        <a:pt x="526" y="702"/>
                      </a:lnTo>
                      <a:lnTo>
                        <a:pt x="526" y="698"/>
                      </a:lnTo>
                      <a:lnTo>
                        <a:pt x="530" y="698"/>
                      </a:lnTo>
                      <a:lnTo>
                        <a:pt x="530" y="694"/>
                      </a:lnTo>
                      <a:lnTo>
                        <a:pt x="532" y="694"/>
                      </a:lnTo>
                      <a:lnTo>
                        <a:pt x="532" y="698"/>
                      </a:lnTo>
                      <a:lnTo>
                        <a:pt x="532" y="698"/>
                      </a:lnTo>
                      <a:lnTo>
                        <a:pt x="532" y="698"/>
                      </a:lnTo>
                      <a:close/>
                      <a:moveTo>
                        <a:pt x="536" y="698"/>
                      </a:moveTo>
                      <a:lnTo>
                        <a:pt x="540" y="698"/>
                      </a:lnTo>
                      <a:lnTo>
                        <a:pt x="544" y="702"/>
                      </a:lnTo>
                      <a:lnTo>
                        <a:pt x="544" y="706"/>
                      </a:lnTo>
                      <a:lnTo>
                        <a:pt x="540" y="706"/>
                      </a:lnTo>
                      <a:lnTo>
                        <a:pt x="536" y="706"/>
                      </a:lnTo>
                      <a:lnTo>
                        <a:pt x="536" y="702"/>
                      </a:lnTo>
                      <a:lnTo>
                        <a:pt x="532" y="702"/>
                      </a:lnTo>
                      <a:lnTo>
                        <a:pt x="532" y="698"/>
                      </a:lnTo>
                      <a:lnTo>
                        <a:pt x="536" y="698"/>
                      </a:lnTo>
                      <a:lnTo>
                        <a:pt x="536" y="698"/>
                      </a:lnTo>
                      <a:lnTo>
                        <a:pt x="536" y="698"/>
                      </a:lnTo>
                      <a:close/>
                      <a:moveTo>
                        <a:pt x="510" y="702"/>
                      </a:moveTo>
                      <a:lnTo>
                        <a:pt x="506" y="698"/>
                      </a:lnTo>
                      <a:lnTo>
                        <a:pt x="510" y="698"/>
                      </a:lnTo>
                      <a:lnTo>
                        <a:pt x="510" y="702"/>
                      </a:lnTo>
                      <a:lnTo>
                        <a:pt x="510" y="702"/>
                      </a:lnTo>
                      <a:lnTo>
                        <a:pt x="510" y="702"/>
                      </a:lnTo>
                      <a:close/>
                      <a:moveTo>
                        <a:pt x="552" y="702"/>
                      </a:moveTo>
                      <a:lnTo>
                        <a:pt x="548" y="698"/>
                      </a:lnTo>
                      <a:lnTo>
                        <a:pt x="552" y="698"/>
                      </a:lnTo>
                      <a:lnTo>
                        <a:pt x="552" y="702"/>
                      </a:lnTo>
                      <a:lnTo>
                        <a:pt x="552" y="702"/>
                      </a:lnTo>
                      <a:lnTo>
                        <a:pt x="552" y="702"/>
                      </a:lnTo>
                      <a:close/>
                      <a:moveTo>
                        <a:pt x="526" y="698"/>
                      </a:moveTo>
                      <a:lnTo>
                        <a:pt x="526" y="702"/>
                      </a:lnTo>
                      <a:lnTo>
                        <a:pt x="522" y="702"/>
                      </a:lnTo>
                      <a:lnTo>
                        <a:pt x="522" y="698"/>
                      </a:lnTo>
                      <a:lnTo>
                        <a:pt x="526" y="698"/>
                      </a:lnTo>
                      <a:lnTo>
                        <a:pt x="526" y="698"/>
                      </a:lnTo>
                      <a:lnTo>
                        <a:pt x="526" y="698"/>
                      </a:lnTo>
                      <a:close/>
                      <a:moveTo>
                        <a:pt x="522" y="706"/>
                      </a:moveTo>
                      <a:lnTo>
                        <a:pt x="526" y="706"/>
                      </a:lnTo>
                      <a:lnTo>
                        <a:pt x="522" y="706"/>
                      </a:lnTo>
                      <a:lnTo>
                        <a:pt x="522" y="706"/>
                      </a:lnTo>
                      <a:lnTo>
                        <a:pt x="522" y="706"/>
                      </a:lnTo>
                      <a:close/>
                      <a:moveTo>
                        <a:pt x="540" y="716"/>
                      </a:moveTo>
                      <a:lnTo>
                        <a:pt x="536" y="716"/>
                      </a:lnTo>
                      <a:lnTo>
                        <a:pt x="540" y="716"/>
                      </a:lnTo>
                      <a:lnTo>
                        <a:pt x="544" y="716"/>
                      </a:lnTo>
                      <a:lnTo>
                        <a:pt x="540" y="716"/>
                      </a:lnTo>
                      <a:lnTo>
                        <a:pt x="540" y="716"/>
                      </a:lnTo>
                      <a:lnTo>
                        <a:pt x="540" y="716"/>
                      </a:lnTo>
                      <a:close/>
                      <a:moveTo>
                        <a:pt x="552" y="716"/>
                      </a:moveTo>
                      <a:lnTo>
                        <a:pt x="548" y="716"/>
                      </a:lnTo>
                      <a:lnTo>
                        <a:pt x="552" y="716"/>
                      </a:lnTo>
                      <a:lnTo>
                        <a:pt x="552" y="716"/>
                      </a:lnTo>
                      <a:lnTo>
                        <a:pt x="552" y="716"/>
                      </a:lnTo>
                      <a:close/>
                      <a:moveTo>
                        <a:pt x="560" y="720"/>
                      </a:moveTo>
                      <a:lnTo>
                        <a:pt x="560" y="716"/>
                      </a:lnTo>
                      <a:lnTo>
                        <a:pt x="562" y="716"/>
                      </a:lnTo>
                      <a:lnTo>
                        <a:pt x="566" y="716"/>
                      </a:lnTo>
                      <a:lnTo>
                        <a:pt x="570" y="720"/>
                      </a:lnTo>
                      <a:lnTo>
                        <a:pt x="566" y="720"/>
                      </a:lnTo>
                      <a:lnTo>
                        <a:pt x="562" y="720"/>
                      </a:lnTo>
                      <a:lnTo>
                        <a:pt x="560" y="720"/>
                      </a:lnTo>
                      <a:lnTo>
                        <a:pt x="560" y="720"/>
                      </a:lnTo>
                      <a:lnTo>
                        <a:pt x="560" y="720"/>
                      </a:lnTo>
                      <a:close/>
                      <a:moveTo>
                        <a:pt x="552" y="716"/>
                      </a:moveTo>
                      <a:lnTo>
                        <a:pt x="548" y="716"/>
                      </a:lnTo>
                      <a:lnTo>
                        <a:pt x="548" y="720"/>
                      </a:lnTo>
                      <a:lnTo>
                        <a:pt x="552" y="720"/>
                      </a:lnTo>
                      <a:lnTo>
                        <a:pt x="552" y="724"/>
                      </a:lnTo>
                      <a:lnTo>
                        <a:pt x="552" y="720"/>
                      </a:lnTo>
                      <a:lnTo>
                        <a:pt x="552" y="724"/>
                      </a:lnTo>
                      <a:lnTo>
                        <a:pt x="548" y="724"/>
                      </a:lnTo>
                      <a:lnTo>
                        <a:pt x="548" y="720"/>
                      </a:lnTo>
                      <a:lnTo>
                        <a:pt x="548" y="724"/>
                      </a:lnTo>
                      <a:lnTo>
                        <a:pt x="548" y="720"/>
                      </a:lnTo>
                      <a:lnTo>
                        <a:pt x="544" y="720"/>
                      </a:lnTo>
                      <a:lnTo>
                        <a:pt x="544" y="716"/>
                      </a:lnTo>
                      <a:lnTo>
                        <a:pt x="548" y="720"/>
                      </a:lnTo>
                      <a:lnTo>
                        <a:pt x="548" y="716"/>
                      </a:lnTo>
                      <a:lnTo>
                        <a:pt x="552" y="716"/>
                      </a:lnTo>
                      <a:lnTo>
                        <a:pt x="552" y="716"/>
                      </a:lnTo>
                      <a:lnTo>
                        <a:pt x="552" y="716"/>
                      </a:lnTo>
                      <a:close/>
                      <a:moveTo>
                        <a:pt x="586" y="716"/>
                      </a:moveTo>
                      <a:lnTo>
                        <a:pt x="590" y="716"/>
                      </a:lnTo>
                      <a:lnTo>
                        <a:pt x="592" y="716"/>
                      </a:lnTo>
                      <a:lnTo>
                        <a:pt x="596" y="716"/>
                      </a:lnTo>
                      <a:lnTo>
                        <a:pt x="596" y="720"/>
                      </a:lnTo>
                      <a:lnTo>
                        <a:pt x="600" y="720"/>
                      </a:lnTo>
                      <a:lnTo>
                        <a:pt x="600" y="724"/>
                      </a:lnTo>
                      <a:lnTo>
                        <a:pt x="596" y="724"/>
                      </a:lnTo>
                      <a:lnTo>
                        <a:pt x="596" y="728"/>
                      </a:lnTo>
                      <a:lnTo>
                        <a:pt x="592" y="724"/>
                      </a:lnTo>
                      <a:lnTo>
                        <a:pt x="590" y="724"/>
                      </a:lnTo>
                      <a:lnTo>
                        <a:pt x="586" y="724"/>
                      </a:lnTo>
                      <a:lnTo>
                        <a:pt x="590" y="724"/>
                      </a:lnTo>
                      <a:lnTo>
                        <a:pt x="586" y="724"/>
                      </a:lnTo>
                      <a:lnTo>
                        <a:pt x="582" y="724"/>
                      </a:lnTo>
                      <a:lnTo>
                        <a:pt x="582" y="720"/>
                      </a:lnTo>
                      <a:lnTo>
                        <a:pt x="582" y="716"/>
                      </a:lnTo>
                      <a:lnTo>
                        <a:pt x="586" y="716"/>
                      </a:lnTo>
                      <a:lnTo>
                        <a:pt x="586" y="716"/>
                      </a:lnTo>
                      <a:lnTo>
                        <a:pt x="586" y="716"/>
                      </a:lnTo>
                      <a:close/>
                      <a:moveTo>
                        <a:pt x="556" y="720"/>
                      </a:moveTo>
                      <a:lnTo>
                        <a:pt x="556" y="716"/>
                      </a:lnTo>
                      <a:lnTo>
                        <a:pt x="556" y="720"/>
                      </a:lnTo>
                      <a:lnTo>
                        <a:pt x="556" y="720"/>
                      </a:lnTo>
                      <a:lnTo>
                        <a:pt x="556" y="720"/>
                      </a:lnTo>
                      <a:close/>
                      <a:moveTo>
                        <a:pt x="586" y="736"/>
                      </a:moveTo>
                      <a:lnTo>
                        <a:pt x="582" y="736"/>
                      </a:lnTo>
                      <a:lnTo>
                        <a:pt x="582" y="732"/>
                      </a:lnTo>
                      <a:lnTo>
                        <a:pt x="578" y="732"/>
                      </a:lnTo>
                      <a:lnTo>
                        <a:pt x="578" y="728"/>
                      </a:lnTo>
                      <a:lnTo>
                        <a:pt x="574" y="728"/>
                      </a:lnTo>
                      <a:lnTo>
                        <a:pt x="574" y="732"/>
                      </a:lnTo>
                      <a:lnTo>
                        <a:pt x="570" y="728"/>
                      </a:lnTo>
                      <a:lnTo>
                        <a:pt x="574" y="728"/>
                      </a:lnTo>
                      <a:lnTo>
                        <a:pt x="570" y="728"/>
                      </a:lnTo>
                      <a:lnTo>
                        <a:pt x="574" y="724"/>
                      </a:lnTo>
                      <a:lnTo>
                        <a:pt x="570" y="724"/>
                      </a:lnTo>
                      <a:lnTo>
                        <a:pt x="566" y="724"/>
                      </a:lnTo>
                      <a:lnTo>
                        <a:pt x="566" y="728"/>
                      </a:lnTo>
                      <a:lnTo>
                        <a:pt x="570" y="728"/>
                      </a:lnTo>
                      <a:lnTo>
                        <a:pt x="570" y="732"/>
                      </a:lnTo>
                      <a:lnTo>
                        <a:pt x="566" y="732"/>
                      </a:lnTo>
                      <a:lnTo>
                        <a:pt x="562" y="728"/>
                      </a:lnTo>
                      <a:lnTo>
                        <a:pt x="566" y="728"/>
                      </a:lnTo>
                      <a:lnTo>
                        <a:pt x="562" y="728"/>
                      </a:lnTo>
                      <a:lnTo>
                        <a:pt x="560" y="728"/>
                      </a:lnTo>
                      <a:lnTo>
                        <a:pt x="562" y="724"/>
                      </a:lnTo>
                      <a:lnTo>
                        <a:pt x="560" y="724"/>
                      </a:lnTo>
                      <a:lnTo>
                        <a:pt x="556" y="724"/>
                      </a:lnTo>
                      <a:lnTo>
                        <a:pt x="560" y="720"/>
                      </a:lnTo>
                      <a:lnTo>
                        <a:pt x="562" y="720"/>
                      </a:lnTo>
                      <a:lnTo>
                        <a:pt x="566" y="720"/>
                      </a:lnTo>
                      <a:lnTo>
                        <a:pt x="570" y="720"/>
                      </a:lnTo>
                      <a:lnTo>
                        <a:pt x="574" y="720"/>
                      </a:lnTo>
                      <a:lnTo>
                        <a:pt x="574" y="716"/>
                      </a:lnTo>
                      <a:lnTo>
                        <a:pt x="578" y="716"/>
                      </a:lnTo>
                      <a:lnTo>
                        <a:pt x="582" y="720"/>
                      </a:lnTo>
                      <a:lnTo>
                        <a:pt x="578" y="724"/>
                      </a:lnTo>
                      <a:lnTo>
                        <a:pt x="574" y="724"/>
                      </a:lnTo>
                      <a:lnTo>
                        <a:pt x="574" y="720"/>
                      </a:lnTo>
                      <a:lnTo>
                        <a:pt x="570" y="720"/>
                      </a:lnTo>
                      <a:lnTo>
                        <a:pt x="574" y="724"/>
                      </a:lnTo>
                      <a:lnTo>
                        <a:pt x="578" y="724"/>
                      </a:lnTo>
                      <a:lnTo>
                        <a:pt x="582" y="724"/>
                      </a:lnTo>
                      <a:lnTo>
                        <a:pt x="578" y="728"/>
                      </a:lnTo>
                      <a:lnTo>
                        <a:pt x="578" y="724"/>
                      </a:lnTo>
                      <a:lnTo>
                        <a:pt x="574" y="724"/>
                      </a:lnTo>
                      <a:lnTo>
                        <a:pt x="578" y="728"/>
                      </a:lnTo>
                      <a:lnTo>
                        <a:pt x="582" y="728"/>
                      </a:lnTo>
                      <a:lnTo>
                        <a:pt x="582" y="732"/>
                      </a:lnTo>
                      <a:lnTo>
                        <a:pt x="586" y="728"/>
                      </a:lnTo>
                      <a:lnTo>
                        <a:pt x="586" y="732"/>
                      </a:lnTo>
                      <a:lnTo>
                        <a:pt x="586" y="736"/>
                      </a:lnTo>
                      <a:lnTo>
                        <a:pt x="586" y="736"/>
                      </a:lnTo>
                      <a:lnTo>
                        <a:pt x="586" y="736"/>
                      </a:lnTo>
                      <a:close/>
                      <a:moveTo>
                        <a:pt x="600" y="720"/>
                      </a:moveTo>
                      <a:lnTo>
                        <a:pt x="596" y="720"/>
                      </a:lnTo>
                      <a:lnTo>
                        <a:pt x="600" y="720"/>
                      </a:lnTo>
                      <a:lnTo>
                        <a:pt x="600" y="720"/>
                      </a:lnTo>
                      <a:lnTo>
                        <a:pt x="600" y="720"/>
                      </a:lnTo>
                      <a:close/>
                      <a:moveTo>
                        <a:pt x="604" y="724"/>
                      </a:moveTo>
                      <a:lnTo>
                        <a:pt x="608" y="724"/>
                      </a:lnTo>
                      <a:lnTo>
                        <a:pt x="604" y="724"/>
                      </a:lnTo>
                      <a:lnTo>
                        <a:pt x="604" y="724"/>
                      </a:lnTo>
                      <a:lnTo>
                        <a:pt x="604" y="724"/>
                      </a:lnTo>
                      <a:close/>
                      <a:moveTo>
                        <a:pt x="600" y="724"/>
                      </a:moveTo>
                      <a:lnTo>
                        <a:pt x="600" y="728"/>
                      </a:lnTo>
                      <a:lnTo>
                        <a:pt x="596" y="724"/>
                      </a:lnTo>
                      <a:lnTo>
                        <a:pt x="600" y="724"/>
                      </a:lnTo>
                      <a:lnTo>
                        <a:pt x="600" y="724"/>
                      </a:lnTo>
                      <a:lnTo>
                        <a:pt x="600" y="724"/>
                      </a:lnTo>
                      <a:close/>
                      <a:moveTo>
                        <a:pt x="590" y="732"/>
                      </a:moveTo>
                      <a:lnTo>
                        <a:pt x="592" y="732"/>
                      </a:lnTo>
                      <a:lnTo>
                        <a:pt x="590" y="732"/>
                      </a:lnTo>
                      <a:lnTo>
                        <a:pt x="590" y="732"/>
                      </a:lnTo>
                      <a:lnTo>
                        <a:pt x="590" y="732"/>
                      </a:lnTo>
                      <a:close/>
                      <a:moveTo>
                        <a:pt x="592" y="736"/>
                      </a:moveTo>
                      <a:lnTo>
                        <a:pt x="592" y="732"/>
                      </a:lnTo>
                      <a:lnTo>
                        <a:pt x="596" y="736"/>
                      </a:lnTo>
                      <a:lnTo>
                        <a:pt x="592" y="736"/>
                      </a:lnTo>
                      <a:lnTo>
                        <a:pt x="592" y="736"/>
                      </a:lnTo>
                      <a:lnTo>
                        <a:pt x="592" y="736"/>
                      </a:lnTo>
                      <a:close/>
                      <a:moveTo>
                        <a:pt x="590" y="738"/>
                      </a:moveTo>
                      <a:lnTo>
                        <a:pt x="592" y="738"/>
                      </a:lnTo>
                      <a:lnTo>
                        <a:pt x="592" y="736"/>
                      </a:lnTo>
                      <a:lnTo>
                        <a:pt x="592" y="738"/>
                      </a:lnTo>
                      <a:lnTo>
                        <a:pt x="590" y="738"/>
                      </a:lnTo>
                      <a:lnTo>
                        <a:pt x="590" y="738"/>
                      </a:lnTo>
                      <a:lnTo>
                        <a:pt x="590" y="738"/>
                      </a:lnTo>
                      <a:close/>
                      <a:moveTo>
                        <a:pt x="596" y="738"/>
                      </a:moveTo>
                      <a:lnTo>
                        <a:pt x="592" y="738"/>
                      </a:lnTo>
                      <a:lnTo>
                        <a:pt x="596" y="738"/>
                      </a:lnTo>
                      <a:lnTo>
                        <a:pt x="596" y="738"/>
                      </a:lnTo>
                      <a:lnTo>
                        <a:pt x="596" y="738"/>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249" name="Freeform 197">
                  <a:extLst>
                    <a:ext uri="{FF2B5EF4-FFF2-40B4-BE49-F238E27FC236}">
                      <a16:creationId xmlns:a16="http://schemas.microsoft.com/office/drawing/2014/main" id="{A2886323-F93F-580D-5C83-AE7CC498A0C9}"/>
                    </a:ext>
                  </a:extLst>
                </p:cNvPr>
                <p:cNvSpPr>
                  <a:spLocks/>
                </p:cNvSpPr>
                <p:nvPr/>
              </p:nvSpPr>
              <p:spPr bwMode="gray">
                <a:xfrm>
                  <a:off x="3043288" y="2269101"/>
                  <a:ext cx="59135" cy="45221"/>
                </a:xfrm>
                <a:custGeom>
                  <a:avLst/>
                  <a:gdLst>
                    <a:gd name="T0" fmla="*/ 0 w 34"/>
                    <a:gd name="T1" fmla="*/ 6 h 26"/>
                    <a:gd name="T2" fmla="*/ 4 w 34"/>
                    <a:gd name="T3" fmla="*/ 2 h 26"/>
                    <a:gd name="T4" fmla="*/ 4 w 34"/>
                    <a:gd name="T5" fmla="*/ 0 h 26"/>
                    <a:gd name="T6" fmla="*/ 4 w 34"/>
                    <a:gd name="T7" fmla="*/ 0 h 26"/>
                    <a:gd name="T8" fmla="*/ 4 w 34"/>
                    <a:gd name="T9" fmla="*/ 0 h 26"/>
                    <a:gd name="T10" fmla="*/ 8 w 34"/>
                    <a:gd name="T11" fmla="*/ 0 h 26"/>
                    <a:gd name="T12" fmla="*/ 8 w 34"/>
                    <a:gd name="T13" fmla="*/ 0 h 26"/>
                    <a:gd name="T14" fmla="*/ 8 w 34"/>
                    <a:gd name="T15" fmla="*/ 0 h 26"/>
                    <a:gd name="T16" fmla="*/ 8 w 34"/>
                    <a:gd name="T17" fmla="*/ 0 h 26"/>
                    <a:gd name="T18" fmla="*/ 12 w 34"/>
                    <a:gd name="T19" fmla="*/ 2 h 26"/>
                    <a:gd name="T20" fmla="*/ 12 w 34"/>
                    <a:gd name="T21" fmla="*/ 2 h 26"/>
                    <a:gd name="T22" fmla="*/ 20 w 34"/>
                    <a:gd name="T23" fmla="*/ 6 h 26"/>
                    <a:gd name="T24" fmla="*/ 26 w 34"/>
                    <a:gd name="T25" fmla="*/ 10 h 26"/>
                    <a:gd name="T26" fmla="*/ 26 w 34"/>
                    <a:gd name="T27" fmla="*/ 10 h 26"/>
                    <a:gd name="T28" fmla="*/ 26 w 34"/>
                    <a:gd name="T29" fmla="*/ 10 h 26"/>
                    <a:gd name="T30" fmla="*/ 26 w 34"/>
                    <a:gd name="T31" fmla="*/ 10 h 26"/>
                    <a:gd name="T32" fmla="*/ 30 w 34"/>
                    <a:gd name="T33" fmla="*/ 10 h 26"/>
                    <a:gd name="T34" fmla="*/ 30 w 34"/>
                    <a:gd name="T35" fmla="*/ 10 h 26"/>
                    <a:gd name="T36" fmla="*/ 30 w 34"/>
                    <a:gd name="T37" fmla="*/ 10 h 26"/>
                    <a:gd name="T38" fmla="*/ 26 w 34"/>
                    <a:gd name="T39" fmla="*/ 10 h 26"/>
                    <a:gd name="T40" fmla="*/ 24 w 34"/>
                    <a:gd name="T41" fmla="*/ 14 h 26"/>
                    <a:gd name="T42" fmla="*/ 26 w 34"/>
                    <a:gd name="T43" fmla="*/ 14 h 26"/>
                    <a:gd name="T44" fmla="*/ 30 w 34"/>
                    <a:gd name="T45" fmla="*/ 14 h 26"/>
                    <a:gd name="T46" fmla="*/ 30 w 34"/>
                    <a:gd name="T47" fmla="*/ 14 h 26"/>
                    <a:gd name="T48" fmla="*/ 34 w 34"/>
                    <a:gd name="T49" fmla="*/ 14 h 26"/>
                    <a:gd name="T50" fmla="*/ 34 w 34"/>
                    <a:gd name="T51" fmla="*/ 14 h 26"/>
                    <a:gd name="T52" fmla="*/ 30 w 34"/>
                    <a:gd name="T53" fmla="*/ 14 h 26"/>
                    <a:gd name="T54" fmla="*/ 26 w 34"/>
                    <a:gd name="T55" fmla="*/ 18 h 26"/>
                    <a:gd name="T56" fmla="*/ 26 w 34"/>
                    <a:gd name="T57" fmla="*/ 18 h 26"/>
                    <a:gd name="T58" fmla="*/ 26 w 34"/>
                    <a:gd name="T59" fmla="*/ 18 h 26"/>
                    <a:gd name="T60" fmla="*/ 24 w 34"/>
                    <a:gd name="T61" fmla="*/ 18 h 26"/>
                    <a:gd name="T62" fmla="*/ 24 w 34"/>
                    <a:gd name="T63" fmla="*/ 18 h 26"/>
                    <a:gd name="T64" fmla="*/ 20 w 34"/>
                    <a:gd name="T65" fmla="*/ 18 h 26"/>
                    <a:gd name="T66" fmla="*/ 16 w 34"/>
                    <a:gd name="T67" fmla="*/ 18 h 26"/>
                    <a:gd name="T68" fmla="*/ 16 w 34"/>
                    <a:gd name="T69" fmla="*/ 18 h 26"/>
                    <a:gd name="T70" fmla="*/ 16 w 34"/>
                    <a:gd name="T71" fmla="*/ 18 h 26"/>
                    <a:gd name="T72" fmla="*/ 12 w 34"/>
                    <a:gd name="T73" fmla="*/ 14 h 26"/>
                    <a:gd name="T74" fmla="*/ 12 w 34"/>
                    <a:gd name="T75" fmla="*/ 18 h 26"/>
                    <a:gd name="T76" fmla="*/ 8 w 34"/>
                    <a:gd name="T77" fmla="*/ 22 h 26"/>
                    <a:gd name="T78" fmla="*/ 4 w 34"/>
                    <a:gd name="T79" fmla="*/ 26 h 26"/>
                    <a:gd name="T80" fmla="*/ 0 w 34"/>
                    <a:gd name="T81" fmla="*/ 26 h 26"/>
                    <a:gd name="T82" fmla="*/ 4 w 34"/>
                    <a:gd name="T83" fmla="*/ 22 h 26"/>
                    <a:gd name="T84" fmla="*/ 4 w 34"/>
                    <a:gd name="T85" fmla="*/ 22 h 26"/>
                    <a:gd name="T86" fmla="*/ 4 w 34"/>
                    <a:gd name="T87" fmla="*/ 22 h 26"/>
                    <a:gd name="T88" fmla="*/ 4 w 34"/>
                    <a:gd name="T89" fmla="*/ 22 h 26"/>
                    <a:gd name="T90" fmla="*/ 0 w 34"/>
                    <a:gd name="T91" fmla="*/ 22 h 26"/>
                    <a:gd name="T92" fmla="*/ 4 w 34"/>
                    <a:gd name="T93" fmla="*/ 22 h 26"/>
                    <a:gd name="T94" fmla="*/ 4 w 34"/>
                    <a:gd name="T95" fmla="*/ 18 h 26"/>
                    <a:gd name="T96" fmla="*/ 4 w 34"/>
                    <a:gd name="T97" fmla="*/ 14 h 26"/>
                    <a:gd name="T98" fmla="*/ 0 w 34"/>
                    <a:gd name="T99" fmla="*/ 10 h 26"/>
                    <a:gd name="T100" fmla="*/ 0 w 34"/>
                    <a:gd name="T101" fmla="*/ 1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4" h="26">
                      <a:moveTo>
                        <a:pt x="0" y="10"/>
                      </a:moveTo>
                      <a:lnTo>
                        <a:pt x="0" y="10"/>
                      </a:lnTo>
                      <a:lnTo>
                        <a:pt x="0" y="6"/>
                      </a:lnTo>
                      <a:lnTo>
                        <a:pt x="0" y="6"/>
                      </a:lnTo>
                      <a:lnTo>
                        <a:pt x="0" y="6"/>
                      </a:lnTo>
                      <a:lnTo>
                        <a:pt x="0" y="6"/>
                      </a:lnTo>
                      <a:lnTo>
                        <a:pt x="0" y="6"/>
                      </a:lnTo>
                      <a:lnTo>
                        <a:pt x="4" y="2"/>
                      </a:lnTo>
                      <a:lnTo>
                        <a:pt x="4" y="2"/>
                      </a:lnTo>
                      <a:lnTo>
                        <a:pt x="4" y="0"/>
                      </a:lnTo>
                      <a:lnTo>
                        <a:pt x="4" y="0"/>
                      </a:lnTo>
                      <a:lnTo>
                        <a:pt x="4" y="0"/>
                      </a:lnTo>
                      <a:lnTo>
                        <a:pt x="4" y="0"/>
                      </a:lnTo>
                      <a:lnTo>
                        <a:pt x="4" y="0"/>
                      </a:lnTo>
                      <a:lnTo>
                        <a:pt x="4" y="0"/>
                      </a:lnTo>
                      <a:lnTo>
                        <a:pt x="4" y="0"/>
                      </a:lnTo>
                      <a:lnTo>
                        <a:pt x="4" y="0"/>
                      </a:lnTo>
                      <a:lnTo>
                        <a:pt x="4" y="0"/>
                      </a:lnTo>
                      <a:lnTo>
                        <a:pt x="4" y="0"/>
                      </a:lnTo>
                      <a:lnTo>
                        <a:pt x="4" y="0"/>
                      </a:lnTo>
                      <a:lnTo>
                        <a:pt x="8" y="0"/>
                      </a:lnTo>
                      <a:lnTo>
                        <a:pt x="8" y="0"/>
                      </a:lnTo>
                      <a:lnTo>
                        <a:pt x="8" y="0"/>
                      </a:lnTo>
                      <a:lnTo>
                        <a:pt x="8" y="0"/>
                      </a:lnTo>
                      <a:lnTo>
                        <a:pt x="12" y="0"/>
                      </a:lnTo>
                      <a:lnTo>
                        <a:pt x="12" y="0"/>
                      </a:lnTo>
                      <a:lnTo>
                        <a:pt x="12" y="0"/>
                      </a:lnTo>
                      <a:lnTo>
                        <a:pt x="8" y="0"/>
                      </a:lnTo>
                      <a:lnTo>
                        <a:pt x="8" y="0"/>
                      </a:lnTo>
                      <a:lnTo>
                        <a:pt x="8" y="0"/>
                      </a:lnTo>
                      <a:lnTo>
                        <a:pt x="8" y="0"/>
                      </a:lnTo>
                      <a:lnTo>
                        <a:pt x="8" y="0"/>
                      </a:lnTo>
                      <a:lnTo>
                        <a:pt x="8" y="0"/>
                      </a:lnTo>
                      <a:lnTo>
                        <a:pt x="8" y="0"/>
                      </a:lnTo>
                      <a:lnTo>
                        <a:pt x="8" y="0"/>
                      </a:lnTo>
                      <a:lnTo>
                        <a:pt x="8" y="0"/>
                      </a:lnTo>
                      <a:lnTo>
                        <a:pt x="12" y="2"/>
                      </a:lnTo>
                      <a:lnTo>
                        <a:pt x="12" y="2"/>
                      </a:lnTo>
                      <a:lnTo>
                        <a:pt x="12" y="2"/>
                      </a:lnTo>
                      <a:lnTo>
                        <a:pt x="12" y="2"/>
                      </a:lnTo>
                      <a:lnTo>
                        <a:pt x="12" y="2"/>
                      </a:lnTo>
                      <a:lnTo>
                        <a:pt x="12" y="2"/>
                      </a:lnTo>
                      <a:lnTo>
                        <a:pt x="12" y="2"/>
                      </a:lnTo>
                      <a:lnTo>
                        <a:pt x="12" y="2"/>
                      </a:lnTo>
                      <a:lnTo>
                        <a:pt x="12" y="6"/>
                      </a:lnTo>
                      <a:lnTo>
                        <a:pt x="12" y="6"/>
                      </a:lnTo>
                      <a:lnTo>
                        <a:pt x="16" y="6"/>
                      </a:lnTo>
                      <a:lnTo>
                        <a:pt x="20" y="6"/>
                      </a:lnTo>
                      <a:lnTo>
                        <a:pt x="20" y="6"/>
                      </a:lnTo>
                      <a:lnTo>
                        <a:pt x="20" y="6"/>
                      </a:lnTo>
                      <a:lnTo>
                        <a:pt x="24" y="6"/>
                      </a:lnTo>
                      <a:lnTo>
                        <a:pt x="26" y="10"/>
                      </a:lnTo>
                      <a:lnTo>
                        <a:pt x="26" y="10"/>
                      </a:lnTo>
                      <a:lnTo>
                        <a:pt x="26" y="10"/>
                      </a:lnTo>
                      <a:lnTo>
                        <a:pt x="26" y="10"/>
                      </a:lnTo>
                      <a:lnTo>
                        <a:pt x="26" y="10"/>
                      </a:lnTo>
                      <a:lnTo>
                        <a:pt x="26" y="10"/>
                      </a:lnTo>
                      <a:lnTo>
                        <a:pt x="26" y="10"/>
                      </a:lnTo>
                      <a:lnTo>
                        <a:pt x="26" y="10"/>
                      </a:lnTo>
                      <a:lnTo>
                        <a:pt x="26" y="10"/>
                      </a:lnTo>
                      <a:lnTo>
                        <a:pt x="26" y="10"/>
                      </a:lnTo>
                      <a:lnTo>
                        <a:pt x="26" y="10"/>
                      </a:lnTo>
                      <a:lnTo>
                        <a:pt x="26" y="10"/>
                      </a:lnTo>
                      <a:lnTo>
                        <a:pt x="26" y="10"/>
                      </a:lnTo>
                      <a:lnTo>
                        <a:pt x="26" y="10"/>
                      </a:lnTo>
                      <a:lnTo>
                        <a:pt x="30" y="10"/>
                      </a:lnTo>
                      <a:lnTo>
                        <a:pt x="30" y="10"/>
                      </a:lnTo>
                      <a:lnTo>
                        <a:pt x="30" y="10"/>
                      </a:lnTo>
                      <a:lnTo>
                        <a:pt x="30" y="10"/>
                      </a:lnTo>
                      <a:lnTo>
                        <a:pt x="30" y="10"/>
                      </a:lnTo>
                      <a:lnTo>
                        <a:pt x="30" y="10"/>
                      </a:lnTo>
                      <a:lnTo>
                        <a:pt x="30" y="10"/>
                      </a:lnTo>
                      <a:lnTo>
                        <a:pt x="30" y="10"/>
                      </a:lnTo>
                      <a:lnTo>
                        <a:pt x="30" y="10"/>
                      </a:lnTo>
                      <a:lnTo>
                        <a:pt x="30" y="10"/>
                      </a:lnTo>
                      <a:lnTo>
                        <a:pt x="30" y="10"/>
                      </a:lnTo>
                      <a:lnTo>
                        <a:pt x="30" y="10"/>
                      </a:lnTo>
                      <a:lnTo>
                        <a:pt x="30" y="10"/>
                      </a:lnTo>
                      <a:lnTo>
                        <a:pt x="26" y="10"/>
                      </a:lnTo>
                      <a:lnTo>
                        <a:pt x="26" y="10"/>
                      </a:lnTo>
                      <a:lnTo>
                        <a:pt x="26" y="10"/>
                      </a:lnTo>
                      <a:lnTo>
                        <a:pt x="26" y="10"/>
                      </a:lnTo>
                      <a:lnTo>
                        <a:pt x="26" y="14"/>
                      </a:lnTo>
                      <a:lnTo>
                        <a:pt x="24" y="14"/>
                      </a:lnTo>
                      <a:lnTo>
                        <a:pt x="24" y="14"/>
                      </a:lnTo>
                      <a:lnTo>
                        <a:pt x="26" y="14"/>
                      </a:lnTo>
                      <a:lnTo>
                        <a:pt x="26" y="14"/>
                      </a:lnTo>
                      <a:lnTo>
                        <a:pt x="26" y="14"/>
                      </a:lnTo>
                      <a:lnTo>
                        <a:pt x="26" y="14"/>
                      </a:lnTo>
                      <a:lnTo>
                        <a:pt x="30" y="14"/>
                      </a:lnTo>
                      <a:lnTo>
                        <a:pt x="30" y="14"/>
                      </a:lnTo>
                      <a:lnTo>
                        <a:pt x="30" y="14"/>
                      </a:lnTo>
                      <a:lnTo>
                        <a:pt x="30" y="14"/>
                      </a:lnTo>
                      <a:lnTo>
                        <a:pt x="30" y="14"/>
                      </a:lnTo>
                      <a:lnTo>
                        <a:pt x="30" y="14"/>
                      </a:lnTo>
                      <a:lnTo>
                        <a:pt x="30" y="14"/>
                      </a:lnTo>
                      <a:lnTo>
                        <a:pt x="30" y="14"/>
                      </a:lnTo>
                      <a:lnTo>
                        <a:pt x="30" y="14"/>
                      </a:lnTo>
                      <a:lnTo>
                        <a:pt x="30" y="14"/>
                      </a:lnTo>
                      <a:lnTo>
                        <a:pt x="34" y="14"/>
                      </a:lnTo>
                      <a:lnTo>
                        <a:pt x="34" y="14"/>
                      </a:lnTo>
                      <a:lnTo>
                        <a:pt x="34" y="14"/>
                      </a:lnTo>
                      <a:lnTo>
                        <a:pt x="34" y="14"/>
                      </a:lnTo>
                      <a:lnTo>
                        <a:pt x="34" y="14"/>
                      </a:lnTo>
                      <a:lnTo>
                        <a:pt x="34" y="14"/>
                      </a:lnTo>
                      <a:lnTo>
                        <a:pt x="34" y="14"/>
                      </a:lnTo>
                      <a:lnTo>
                        <a:pt x="30" y="14"/>
                      </a:lnTo>
                      <a:lnTo>
                        <a:pt x="30" y="14"/>
                      </a:lnTo>
                      <a:lnTo>
                        <a:pt x="30" y="14"/>
                      </a:lnTo>
                      <a:lnTo>
                        <a:pt x="30" y="14"/>
                      </a:lnTo>
                      <a:lnTo>
                        <a:pt x="26" y="18"/>
                      </a:lnTo>
                      <a:lnTo>
                        <a:pt x="26" y="18"/>
                      </a:lnTo>
                      <a:lnTo>
                        <a:pt x="26" y="18"/>
                      </a:lnTo>
                      <a:lnTo>
                        <a:pt x="26" y="18"/>
                      </a:lnTo>
                      <a:lnTo>
                        <a:pt x="26" y="18"/>
                      </a:lnTo>
                      <a:lnTo>
                        <a:pt x="26" y="18"/>
                      </a:lnTo>
                      <a:lnTo>
                        <a:pt x="26" y="18"/>
                      </a:lnTo>
                      <a:lnTo>
                        <a:pt x="26" y="18"/>
                      </a:lnTo>
                      <a:lnTo>
                        <a:pt x="26" y="18"/>
                      </a:lnTo>
                      <a:lnTo>
                        <a:pt x="26" y="18"/>
                      </a:lnTo>
                      <a:lnTo>
                        <a:pt x="26" y="18"/>
                      </a:lnTo>
                      <a:lnTo>
                        <a:pt x="26" y="18"/>
                      </a:lnTo>
                      <a:lnTo>
                        <a:pt x="24" y="18"/>
                      </a:lnTo>
                      <a:lnTo>
                        <a:pt x="24" y="18"/>
                      </a:lnTo>
                      <a:lnTo>
                        <a:pt x="24" y="18"/>
                      </a:lnTo>
                      <a:lnTo>
                        <a:pt x="24" y="18"/>
                      </a:lnTo>
                      <a:lnTo>
                        <a:pt x="24" y="18"/>
                      </a:lnTo>
                      <a:lnTo>
                        <a:pt x="24" y="18"/>
                      </a:lnTo>
                      <a:lnTo>
                        <a:pt x="24" y="18"/>
                      </a:lnTo>
                      <a:lnTo>
                        <a:pt x="20" y="18"/>
                      </a:lnTo>
                      <a:lnTo>
                        <a:pt x="20" y="18"/>
                      </a:lnTo>
                      <a:lnTo>
                        <a:pt x="20" y="18"/>
                      </a:lnTo>
                      <a:lnTo>
                        <a:pt x="20" y="18"/>
                      </a:lnTo>
                      <a:lnTo>
                        <a:pt x="16" y="18"/>
                      </a:lnTo>
                      <a:lnTo>
                        <a:pt x="16" y="18"/>
                      </a:lnTo>
                      <a:lnTo>
                        <a:pt x="16" y="18"/>
                      </a:lnTo>
                      <a:lnTo>
                        <a:pt x="16" y="22"/>
                      </a:lnTo>
                      <a:lnTo>
                        <a:pt x="16" y="22"/>
                      </a:lnTo>
                      <a:lnTo>
                        <a:pt x="16" y="18"/>
                      </a:lnTo>
                      <a:lnTo>
                        <a:pt x="16" y="18"/>
                      </a:lnTo>
                      <a:lnTo>
                        <a:pt x="16" y="18"/>
                      </a:lnTo>
                      <a:lnTo>
                        <a:pt x="16" y="18"/>
                      </a:lnTo>
                      <a:lnTo>
                        <a:pt x="16" y="18"/>
                      </a:lnTo>
                      <a:lnTo>
                        <a:pt x="16" y="18"/>
                      </a:lnTo>
                      <a:lnTo>
                        <a:pt x="12" y="14"/>
                      </a:lnTo>
                      <a:lnTo>
                        <a:pt x="12" y="14"/>
                      </a:lnTo>
                      <a:lnTo>
                        <a:pt x="12" y="14"/>
                      </a:lnTo>
                      <a:lnTo>
                        <a:pt x="12" y="14"/>
                      </a:lnTo>
                      <a:lnTo>
                        <a:pt x="12" y="18"/>
                      </a:lnTo>
                      <a:lnTo>
                        <a:pt x="12" y="18"/>
                      </a:lnTo>
                      <a:lnTo>
                        <a:pt x="12" y="18"/>
                      </a:lnTo>
                      <a:lnTo>
                        <a:pt x="12" y="18"/>
                      </a:lnTo>
                      <a:lnTo>
                        <a:pt x="12" y="18"/>
                      </a:lnTo>
                      <a:lnTo>
                        <a:pt x="12" y="18"/>
                      </a:lnTo>
                      <a:lnTo>
                        <a:pt x="12" y="18"/>
                      </a:lnTo>
                      <a:lnTo>
                        <a:pt x="8" y="22"/>
                      </a:lnTo>
                      <a:lnTo>
                        <a:pt x="8" y="22"/>
                      </a:lnTo>
                      <a:lnTo>
                        <a:pt x="4" y="26"/>
                      </a:lnTo>
                      <a:lnTo>
                        <a:pt x="4" y="26"/>
                      </a:lnTo>
                      <a:lnTo>
                        <a:pt x="4" y="26"/>
                      </a:lnTo>
                      <a:lnTo>
                        <a:pt x="4" y="26"/>
                      </a:lnTo>
                      <a:lnTo>
                        <a:pt x="4" y="26"/>
                      </a:lnTo>
                      <a:lnTo>
                        <a:pt x="0" y="26"/>
                      </a:lnTo>
                      <a:lnTo>
                        <a:pt x="0" y="26"/>
                      </a:lnTo>
                      <a:lnTo>
                        <a:pt x="0" y="26"/>
                      </a:lnTo>
                      <a:lnTo>
                        <a:pt x="0" y="26"/>
                      </a:lnTo>
                      <a:lnTo>
                        <a:pt x="4" y="22"/>
                      </a:lnTo>
                      <a:lnTo>
                        <a:pt x="4" y="22"/>
                      </a:lnTo>
                      <a:lnTo>
                        <a:pt x="4" y="22"/>
                      </a:lnTo>
                      <a:lnTo>
                        <a:pt x="4" y="22"/>
                      </a:lnTo>
                      <a:lnTo>
                        <a:pt x="4" y="22"/>
                      </a:lnTo>
                      <a:lnTo>
                        <a:pt x="4" y="22"/>
                      </a:lnTo>
                      <a:lnTo>
                        <a:pt x="4" y="22"/>
                      </a:lnTo>
                      <a:lnTo>
                        <a:pt x="4" y="22"/>
                      </a:lnTo>
                      <a:lnTo>
                        <a:pt x="4" y="22"/>
                      </a:lnTo>
                      <a:lnTo>
                        <a:pt x="4" y="22"/>
                      </a:lnTo>
                      <a:lnTo>
                        <a:pt x="4" y="22"/>
                      </a:lnTo>
                      <a:lnTo>
                        <a:pt x="4" y="22"/>
                      </a:lnTo>
                      <a:lnTo>
                        <a:pt x="4" y="22"/>
                      </a:lnTo>
                      <a:lnTo>
                        <a:pt x="4" y="22"/>
                      </a:lnTo>
                      <a:lnTo>
                        <a:pt x="4" y="22"/>
                      </a:lnTo>
                      <a:lnTo>
                        <a:pt x="4" y="22"/>
                      </a:lnTo>
                      <a:lnTo>
                        <a:pt x="4" y="22"/>
                      </a:lnTo>
                      <a:lnTo>
                        <a:pt x="0" y="22"/>
                      </a:lnTo>
                      <a:lnTo>
                        <a:pt x="0" y="22"/>
                      </a:lnTo>
                      <a:lnTo>
                        <a:pt x="4" y="22"/>
                      </a:lnTo>
                      <a:lnTo>
                        <a:pt x="4" y="22"/>
                      </a:lnTo>
                      <a:lnTo>
                        <a:pt x="4" y="22"/>
                      </a:lnTo>
                      <a:lnTo>
                        <a:pt x="4" y="22"/>
                      </a:lnTo>
                      <a:lnTo>
                        <a:pt x="4" y="22"/>
                      </a:lnTo>
                      <a:lnTo>
                        <a:pt x="4" y="18"/>
                      </a:lnTo>
                      <a:lnTo>
                        <a:pt x="4" y="18"/>
                      </a:lnTo>
                      <a:lnTo>
                        <a:pt x="4" y="14"/>
                      </a:lnTo>
                      <a:lnTo>
                        <a:pt x="4" y="14"/>
                      </a:lnTo>
                      <a:lnTo>
                        <a:pt x="4" y="14"/>
                      </a:lnTo>
                      <a:lnTo>
                        <a:pt x="4" y="14"/>
                      </a:lnTo>
                      <a:lnTo>
                        <a:pt x="4" y="14"/>
                      </a:lnTo>
                      <a:lnTo>
                        <a:pt x="0" y="10"/>
                      </a:lnTo>
                      <a:lnTo>
                        <a:pt x="0" y="10"/>
                      </a:lnTo>
                      <a:lnTo>
                        <a:pt x="0" y="10"/>
                      </a:lnTo>
                      <a:lnTo>
                        <a:pt x="0" y="10"/>
                      </a:lnTo>
                      <a:lnTo>
                        <a:pt x="0" y="10"/>
                      </a:lnTo>
                      <a:lnTo>
                        <a:pt x="0" y="10"/>
                      </a:lnTo>
                      <a:lnTo>
                        <a:pt x="0" y="10"/>
                      </a:lnTo>
                      <a:lnTo>
                        <a:pt x="0" y="10"/>
                      </a:lnTo>
                      <a:lnTo>
                        <a:pt x="0" y="10"/>
                      </a:lnTo>
                      <a:lnTo>
                        <a:pt x="0" y="10"/>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250" name="Freeform 198">
                  <a:extLst>
                    <a:ext uri="{FF2B5EF4-FFF2-40B4-BE49-F238E27FC236}">
                      <a16:creationId xmlns:a16="http://schemas.microsoft.com/office/drawing/2014/main" id="{17704F84-2FD3-97E1-F0DB-6D0E9B5FFB68}"/>
                    </a:ext>
                  </a:extLst>
                </p:cNvPr>
                <p:cNvSpPr>
                  <a:spLocks/>
                </p:cNvSpPr>
                <p:nvPr/>
              </p:nvSpPr>
              <p:spPr bwMode="gray">
                <a:xfrm>
                  <a:off x="2688479" y="4157938"/>
                  <a:ext cx="24350" cy="34785"/>
                </a:xfrm>
                <a:custGeom>
                  <a:avLst/>
                  <a:gdLst>
                    <a:gd name="T0" fmla="*/ 14 w 14"/>
                    <a:gd name="T1" fmla="*/ 16 h 20"/>
                    <a:gd name="T2" fmla="*/ 14 w 14"/>
                    <a:gd name="T3" fmla="*/ 20 h 20"/>
                    <a:gd name="T4" fmla="*/ 14 w 14"/>
                    <a:gd name="T5" fmla="*/ 20 h 20"/>
                    <a:gd name="T6" fmla="*/ 14 w 14"/>
                    <a:gd name="T7" fmla="*/ 20 h 20"/>
                    <a:gd name="T8" fmla="*/ 14 w 14"/>
                    <a:gd name="T9" fmla="*/ 20 h 20"/>
                    <a:gd name="T10" fmla="*/ 14 w 14"/>
                    <a:gd name="T11" fmla="*/ 20 h 20"/>
                    <a:gd name="T12" fmla="*/ 10 w 14"/>
                    <a:gd name="T13" fmla="*/ 20 h 20"/>
                    <a:gd name="T14" fmla="*/ 6 w 14"/>
                    <a:gd name="T15" fmla="*/ 16 h 20"/>
                    <a:gd name="T16" fmla="*/ 2 w 14"/>
                    <a:gd name="T17" fmla="*/ 16 h 20"/>
                    <a:gd name="T18" fmla="*/ 2 w 14"/>
                    <a:gd name="T19" fmla="*/ 12 h 20"/>
                    <a:gd name="T20" fmla="*/ 2 w 14"/>
                    <a:gd name="T21" fmla="*/ 12 h 20"/>
                    <a:gd name="T22" fmla="*/ 0 w 14"/>
                    <a:gd name="T23" fmla="*/ 12 h 20"/>
                    <a:gd name="T24" fmla="*/ 0 w 14"/>
                    <a:gd name="T25" fmla="*/ 12 h 20"/>
                    <a:gd name="T26" fmla="*/ 0 w 14"/>
                    <a:gd name="T27" fmla="*/ 12 h 20"/>
                    <a:gd name="T28" fmla="*/ 0 w 14"/>
                    <a:gd name="T29" fmla="*/ 8 h 20"/>
                    <a:gd name="T30" fmla="*/ 0 w 14"/>
                    <a:gd name="T31" fmla="*/ 8 h 20"/>
                    <a:gd name="T32" fmla="*/ 0 w 14"/>
                    <a:gd name="T33" fmla="*/ 4 h 20"/>
                    <a:gd name="T34" fmla="*/ 0 w 14"/>
                    <a:gd name="T35" fmla="*/ 4 h 20"/>
                    <a:gd name="T36" fmla="*/ 0 w 14"/>
                    <a:gd name="T37" fmla="*/ 4 h 20"/>
                    <a:gd name="T38" fmla="*/ 0 w 14"/>
                    <a:gd name="T39" fmla="*/ 4 h 20"/>
                    <a:gd name="T40" fmla="*/ 0 w 14"/>
                    <a:gd name="T41" fmla="*/ 4 h 20"/>
                    <a:gd name="T42" fmla="*/ 0 w 14"/>
                    <a:gd name="T43" fmla="*/ 0 h 20"/>
                    <a:gd name="T44" fmla="*/ 0 w 14"/>
                    <a:gd name="T45" fmla="*/ 0 h 20"/>
                    <a:gd name="T46" fmla="*/ 0 w 14"/>
                    <a:gd name="T47" fmla="*/ 0 h 20"/>
                    <a:gd name="T48" fmla="*/ 0 w 14"/>
                    <a:gd name="T49" fmla="*/ 0 h 20"/>
                    <a:gd name="T50" fmla="*/ 0 w 14"/>
                    <a:gd name="T51" fmla="*/ 0 h 20"/>
                    <a:gd name="T52" fmla="*/ 2 w 14"/>
                    <a:gd name="T53" fmla="*/ 0 h 20"/>
                    <a:gd name="T54" fmla="*/ 2 w 14"/>
                    <a:gd name="T55" fmla="*/ 0 h 20"/>
                    <a:gd name="T56" fmla="*/ 2 w 14"/>
                    <a:gd name="T57" fmla="*/ 0 h 20"/>
                    <a:gd name="T58" fmla="*/ 6 w 14"/>
                    <a:gd name="T59" fmla="*/ 4 h 20"/>
                    <a:gd name="T60" fmla="*/ 6 w 14"/>
                    <a:gd name="T61" fmla="*/ 4 h 20"/>
                    <a:gd name="T62" fmla="*/ 6 w 14"/>
                    <a:gd name="T63" fmla="*/ 4 h 20"/>
                    <a:gd name="T64" fmla="*/ 10 w 14"/>
                    <a:gd name="T65" fmla="*/ 8 h 20"/>
                    <a:gd name="T66" fmla="*/ 10 w 14"/>
                    <a:gd name="T67" fmla="*/ 8 h 20"/>
                    <a:gd name="T68" fmla="*/ 10 w 14"/>
                    <a:gd name="T69" fmla="*/ 8 h 20"/>
                    <a:gd name="T70" fmla="*/ 14 w 14"/>
                    <a:gd name="T71" fmla="*/ 12 h 20"/>
                    <a:gd name="T72" fmla="*/ 14 w 14"/>
                    <a:gd name="T73" fmla="*/ 16 h 20"/>
                    <a:gd name="T74" fmla="*/ 14 w 14"/>
                    <a:gd name="T75" fmla="*/ 16 h 20"/>
                    <a:gd name="T76" fmla="*/ 14 w 14"/>
                    <a:gd name="T77" fmla="*/ 16 h 20"/>
                    <a:gd name="T78" fmla="*/ 14 w 14"/>
                    <a:gd name="T79" fmla="*/ 16 h 20"/>
                    <a:gd name="T80" fmla="*/ 14 w 14"/>
                    <a:gd name="T81" fmla="*/ 16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4" h="20">
                      <a:moveTo>
                        <a:pt x="14" y="16"/>
                      </a:moveTo>
                      <a:lnTo>
                        <a:pt x="14" y="16"/>
                      </a:lnTo>
                      <a:lnTo>
                        <a:pt x="14" y="20"/>
                      </a:lnTo>
                      <a:lnTo>
                        <a:pt x="14" y="20"/>
                      </a:lnTo>
                      <a:lnTo>
                        <a:pt x="14" y="20"/>
                      </a:lnTo>
                      <a:lnTo>
                        <a:pt x="14" y="20"/>
                      </a:lnTo>
                      <a:lnTo>
                        <a:pt x="14" y="20"/>
                      </a:lnTo>
                      <a:lnTo>
                        <a:pt x="14" y="20"/>
                      </a:lnTo>
                      <a:lnTo>
                        <a:pt x="14" y="20"/>
                      </a:lnTo>
                      <a:lnTo>
                        <a:pt x="14" y="20"/>
                      </a:lnTo>
                      <a:lnTo>
                        <a:pt x="14" y="20"/>
                      </a:lnTo>
                      <a:lnTo>
                        <a:pt x="14" y="20"/>
                      </a:lnTo>
                      <a:lnTo>
                        <a:pt x="14" y="20"/>
                      </a:lnTo>
                      <a:lnTo>
                        <a:pt x="10" y="20"/>
                      </a:lnTo>
                      <a:lnTo>
                        <a:pt x="10" y="16"/>
                      </a:lnTo>
                      <a:lnTo>
                        <a:pt x="6" y="16"/>
                      </a:lnTo>
                      <a:lnTo>
                        <a:pt x="6" y="16"/>
                      </a:lnTo>
                      <a:lnTo>
                        <a:pt x="2" y="16"/>
                      </a:lnTo>
                      <a:lnTo>
                        <a:pt x="2" y="16"/>
                      </a:lnTo>
                      <a:lnTo>
                        <a:pt x="2" y="12"/>
                      </a:lnTo>
                      <a:lnTo>
                        <a:pt x="2" y="12"/>
                      </a:lnTo>
                      <a:lnTo>
                        <a:pt x="2" y="12"/>
                      </a:lnTo>
                      <a:lnTo>
                        <a:pt x="0" y="12"/>
                      </a:lnTo>
                      <a:lnTo>
                        <a:pt x="0" y="12"/>
                      </a:lnTo>
                      <a:lnTo>
                        <a:pt x="0" y="12"/>
                      </a:lnTo>
                      <a:lnTo>
                        <a:pt x="0" y="12"/>
                      </a:lnTo>
                      <a:lnTo>
                        <a:pt x="0" y="12"/>
                      </a:lnTo>
                      <a:lnTo>
                        <a:pt x="0" y="12"/>
                      </a:lnTo>
                      <a:lnTo>
                        <a:pt x="0" y="8"/>
                      </a:lnTo>
                      <a:lnTo>
                        <a:pt x="0" y="8"/>
                      </a:lnTo>
                      <a:lnTo>
                        <a:pt x="0" y="8"/>
                      </a:lnTo>
                      <a:lnTo>
                        <a:pt x="0" y="8"/>
                      </a:lnTo>
                      <a:lnTo>
                        <a:pt x="0" y="8"/>
                      </a:lnTo>
                      <a:lnTo>
                        <a:pt x="0" y="4"/>
                      </a:lnTo>
                      <a:lnTo>
                        <a:pt x="0" y="4"/>
                      </a:lnTo>
                      <a:lnTo>
                        <a:pt x="0" y="4"/>
                      </a:lnTo>
                      <a:lnTo>
                        <a:pt x="0" y="4"/>
                      </a:lnTo>
                      <a:lnTo>
                        <a:pt x="0" y="4"/>
                      </a:lnTo>
                      <a:lnTo>
                        <a:pt x="0" y="4"/>
                      </a:lnTo>
                      <a:lnTo>
                        <a:pt x="0" y="4"/>
                      </a:lnTo>
                      <a:lnTo>
                        <a:pt x="0" y="4"/>
                      </a:lnTo>
                      <a:lnTo>
                        <a:pt x="0" y="4"/>
                      </a:lnTo>
                      <a:lnTo>
                        <a:pt x="0" y="0"/>
                      </a:lnTo>
                      <a:lnTo>
                        <a:pt x="0" y="0"/>
                      </a:lnTo>
                      <a:lnTo>
                        <a:pt x="0" y="0"/>
                      </a:lnTo>
                      <a:lnTo>
                        <a:pt x="0" y="0"/>
                      </a:lnTo>
                      <a:lnTo>
                        <a:pt x="0" y="0"/>
                      </a:lnTo>
                      <a:lnTo>
                        <a:pt x="0" y="0"/>
                      </a:lnTo>
                      <a:lnTo>
                        <a:pt x="0" y="0"/>
                      </a:lnTo>
                      <a:lnTo>
                        <a:pt x="0" y="0"/>
                      </a:lnTo>
                      <a:lnTo>
                        <a:pt x="0" y="0"/>
                      </a:lnTo>
                      <a:lnTo>
                        <a:pt x="0" y="0"/>
                      </a:lnTo>
                      <a:lnTo>
                        <a:pt x="2" y="0"/>
                      </a:lnTo>
                      <a:lnTo>
                        <a:pt x="2" y="0"/>
                      </a:lnTo>
                      <a:lnTo>
                        <a:pt x="2" y="0"/>
                      </a:lnTo>
                      <a:lnTo>
                        <a:pt x="2" y="0"/>
                      </a:lnTo>
                      <a:lnTo>
                        <a:pt x="2" y="0"/>
                      </a:lnTo>
                      <a:lnTo>
                        <a:pt x="2" y="0"/>
                      </a:lnTo>
                      <a:lnTo>
                        <a:pt x="2" y="0"/>
                      </a:lnTo>
                      <a:lnTo>
                        <a:pt x="6" y="4"/>
                      </a:lnTo>
                      <a:lnTo>
                        <a:pt x="6" y="4"/>
                      </a:lnTo>
                      <a:lnTo>
                        <a:pt x="6" y="4"/>
                      </a:lnTo>
                      <a:lnTo>
                        <a:pt x="6" y="4"/>
                      </a:lnTo>
                      <a:lnTo>
                        <a:pt x="6" y="4"/>
                      </a:lnTo>
                      <a:lnTo>
                        <a:pt x="10" y="8"/>
                      </a:lnTo>
                      <a:lnTo>
                        <a:pt x="10" y="8"/>
                      </a:lnTo>
                      <a:lnTo>
                        <a:pt x="10" y="8"/>
                      </a:lnTo>
                      <a:lnTo>
                        <a:pt x="10" y="8"/>
                      </a:lnTo>
                      <a:lnTo>
                        <a:pt x="10" y="8"/>
                      </a:lnTo>
                      <a:lnTo>
                        <a:pt x="10" y="8"/>
                      </a:lnTo>
                      <a:lnTo>
                        <a:pt x="10" y="12"/>
                      </a:lnTo>
                      <a:lnTo>
                        <a:pt x="14" y="12"/>
                      </a:lnTo>
                      <a:lnTo>
                        <a:pt x="14" y="12"/>
                      </a:lnTo>
                      <a:lnTo>
                        <a:pt x="14" y="16"/>
                      </a:lnTo>
                      <a:lnTo>
                        <a:pt x="14" y="16"/>
                      </a:lnTo>
                      <a:lnTo>
                        <a:pt x="14" y="16"/>
                      </a:lnTo>
                      <a:lnTo>
                        <a:pt x="14" y="16"/>
                      </a:lnTo>
                      <a:lnTo>
                        <a:pt x="14" y="16"/>
                      </a:lnTo>
                      <a:lnTo>
                        <a:pt x="14" y="16"/>
                      </a:lnTo>
                      <a:lnTo>
                        <a:pt x="14" y="16"/>
                      </a:lnTo>
                      <a:lnTo>
                        <a:pt x="14" y="16"/>
                      </a:lnTo>
                      <a:lnTo>
                        <a:pt x="14" y="16"/>
                      </a:lnTo>
                      <a:lnTo>
                        <a:pt x="14" y="16"/>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251" name="Freeform 199">
                  <a:extLst>
                    <a:ext uri="{FF2B5EF4-FFF2-40B4-BE49-F238E27FC236}">
                      <a16:creationId xmlns:a16="http://schemas.microsoft.com/office/drawing/2014/main" id="{06FE343D-274C-DE95-8029-165700C1CABD}"/>
                    </a:ext>
                  </a:extLst>
                </p:cNvPr>
                <p:cNvSpPr>
                  <a:spLocks/>
                </p:cNvSpPr>
                <p:nvPr/>
              </p:nvSpPr>
              <p:spPr bwMode="gray">
                <a:xfrm>
                  <a:off x="2758049" y="3187430"/>
                  <a:ext cx="13914" cy="10436"/>
                </a:xfrm>
                <a:custGeom>
                  <a:avLst/>
                  <a:gdLst>
                    <a:gd name="T0" fmla="*/ 4 w 8"/>
                    <a:gd name="T1" fmla="*/ 4 h 6"/>
                    <a:gd name="T2" fmla="*/ 4 w 8"/>
                    <a:gd name="T3" fmla="*/ 4 h 6"/>
                    <a:gd name="T4" fmla="*/ 8 w 8"/>
                    <a:gd name="T5" fmla="*/ 4 h 6"/>
                    <a:gd name="T6" fmla="*/ 8 w 8"/>
                    <a:gd name="T7" fmla="*/ 4 h 6"/>
                    <a:gd name="T8" fmla="*/ 8 w 8"/>
                    <a:gd name="T9" fmla="*/ 4 h 6"/>
                    <a:gd name="T10" fmla="*/ 8 w 8"/>
                    <a:gd name="T11" fmla="*/ 4 h 6"/>
                    <a:gd name="T12" fmla="*/ 8 w 8"/>
                    <a:gd name="T13" fmla="*/ 4 h 6"/>
                    <a:gd name="T14" fmla="*/ 8 w 8"/>
                    <a:gd name="T15" fmla="*/ 4 h 6"/>
                    <a:gd name="T16" fmla="*/ 8 w 8"/>
                    <a:gd name="T17" fmla="*/ 6 h 6"/>
                    <a:gd name="T18" fmla="*/ 8 w 8"/>
                    <a:gd name="T19" fmla="*/ 6 h 6"/>
                    <a:gd name="T20" fmla="*/ 8 w 8"/>
                    <a:gd name="T21" fmla="*/ 6 h 6"/>
                    <a:gd name="T22" fmla="*/ 8 w 8"/>
                    <a:gd name="T23" fmla="*/ 6 h 6"/>
                    <a:gd name="T24" fmla="*/ 8 w 8"/>
                    <a:gd name="T25" fmla="*/ 6 h 6"/>
                    <a:gd name="T26" fmla="*/ 8 w 8"/>
                    <a:gd name="T27" fmla="*/ 6 h 6"/>
                    <a:gd name="T28" fmla="*/ 4 w 8"/>
                    <a:gd name="T29" fmla="*/ 6 h 6"/>
                    <a:gd name="T30" fmla="*/ 4 w 8"/>
                    <a:gd name="T31" fmla="*/ 6 h 6"/>
                    <a:gd name="T32" fmla="*/ 4 w 8"/>
                    <a:gd name="T33" fmla="*/ 6 h 6"/>
                    <a:gd name="T34" fmla="*/ 4 w 8"/>
                    <a:gd name="T35" fmla="*/ 6 h 6"/>
                    <a:gd name="T36" fmla="*/ 0 w 8"/>
                    <a:gd name="T37" fmla="*/ 6 h 6"/>
                    <a:gd name="T38" fmla="*/ 0 w 8"/>
                    <a:gd name="T39" fmla="*/ 6 h 6"/>
                    <a:gd name="T40" fmla="*/ 0 w 8"/>
                    <a:gd name="T41" fmla="*/ 6 h 6"/>
                    <a:gd name="T42" fmla="*/ 0 w 8"/>
                    <a:gd name="T43" fmla="*/ 6 h 6"/>
                    <a:gd name="T44" fmla="*/ 0 w 8"/>
                    <a:gd name="T45" fmla="*/ 6 h 6"/>
                    <a:gd name="T46" fmla="*/ 0 w 8"/>
                    <a:gd name="T47" fmla="*/ 6 h 6"/>
                    <a:gd name="T48" fmla="*/ 0 w 8"/>
                    <a:gd name="T49" fmla="*/ 6 h 6"/>
                    <a:gd name="T50" fmla="*/ 0 w 8"/>
                    <a:gd name="T51" fmla="*/ 6 h 6"/>
                    <a:gd name="T52" fmla="*/ 0 w 8"/>
                    <a:gd name="T53" fmla="*/ 6 h 6"/>
                    <a:gd name="T54" fmla="*/ 0 w 8"/>
                    <a:gd name="T55" fmla="*/ 6 h 6"/>
                    <a:gd name="T56" fmla="*/ 0 w 8"/>
                    <a:gd name="T57" fmla="*/ 6 h 6"/>
                    <a:gd name="T58" fmla="*/ 0 w 8"/>
                    <a:gd name="T59" fmla="*/ 6 h 6"/>
                    <a:gd name="T60" fmla="*/ 4 w 8"/>
                    <a:gd name="T61" fmla="*/ 6 h 6"/>
                    <a:gd name="T62" fmla="*/ 4 w 8"/>
                    <a:gd name="T63" fmla="*/ 6 h 6"/>
                    <a:gd name="T64" fmla="*/ 4 w 8"/>
                    <a:gd name="T65" fmla="*/ 6 h 6"/>
                    <a:gd name="T66" fmla="*/ 0 w 8"/>
                    <a:gd name="T67" fmla="*/ 4 h 6"/>
                    <a:gd name="T68" fmla="*/ 0 w 8"/>
                    <a:gd name="T69" fmla="*/ 4 h 6"/>
                    <a:gd name="T70" fmla="*/ 0 w 8"/>
                    <a:gd name="T71" fmla="*/ 4 h 6"/>
                    <a:gd name="T72" fmla="*/ 4 w 8"/>
                    <a:gd name="T73" fmla="*/ 4 h 6"/>
                    <a:gd name="T74" fmla="*/ 4 w 8"/>
                    <a:gd name="T75" fmla="*/ 4 h 6"/>
                    <a:gd name="T76" fmla="*/ 4 w 8"/>
                    <a:gd name="T77" fmla="*/ 4 h 6"/>
                    <a:gd name="T78" fmla="*/ 4 w 8"/>
                    <a:gd name="T79" fmla="*/ 0 h 6"/>
                    <a:gd name="T80" fmla="*/ 4 w 8"/>
                    <a:gd name="T81" fmla="*/ 0 h 6"/>
                    <a:gd name="T82" fmla="*/ 4 w 8"/>
                    <a:gd name="T83" fmla="*/ 0 h 6"/>
                    <a:gd name="T84" fmla="*/ 4 w 8"/>
                    <a:gd name="T85" fmla="*/ 0 h 6"/>
                    <a:gd name="T86" fmla="*/ 4 w 8"/>
                    <a:gd name="T87" fmla="*/ 0 h 6"/>
                    <a:gd name="T88" fmla="*/ 4 w 8"/>
                    <a:gd name="T89" fmla="*/ 4 h 6"/>
                    <a:gd name="T90" fmla="*/ 4 w 8"/>
                    <a:gd name="T91" fmla="*/ 4 h 6"/>
                    <a:gd name="T92" fmla="*/ 4 w 8"/>
                    <a:gd name="T93" fmla="*/ 4 h 6"/>
                    <a:gd name="T94" fmla="*/ 4 w 8"/>
                    <a:gd name="T95" fmla="*/ 4 h 6"/>
                    <a:gd name="T96" fmla="*/ 4 w 8"/>
                    <a:gd name="T97" fmla="*/ 4 h 6"/>
                    <a:gd name="T98" fmla="*/ 4 w 8"/>
                    <a:gd name="T99" fmla="*/ 4 h 6"/>
                    <a:gd name="T100" fmla="*/ 4 w 8"/>
                    <a:gd name="T101" fmla="*/ 4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 h="6">
                      <a:moveTo>
                        <a:pt x="4" y="4"/>
                      </a:moveTo>
                      <a:lnTo>
                        <a:pt x="4" y="4"/>
                      </a:lnTo>
                      <a:lnTo>
                        <a:pt x="8" y="4"/>
                      </a:lnTo>
                      <a:lnTo>
                        <a:pt x="8" y="4"/>
                      </a:lnTo>
                      <a:lnTo>
                        <a:pt x="8" y="4"/>
                      </a:lnTo>
                      <a:lnTo>
                        <a:pt x="8" y="4"/>
                      </a:lnTo>
                      <a:lnTo>
                        <a:pt x="8" y="4"/>
                      </a:lnTo>
                      <a:lnTo>
                        <a:pt x="8" y="4"/>
                      </a:lnTo>
                      <a:lnTo>
                        <a:pt x="8" y="6"/>
                      </a:lnTo>
                      <a:lnTo>
                        <a:pt x="8" y="6"/>
                      </a:lnTo>
                      <a:lnTo>
                        <a:pt x="8" y="6"/>
                      </a:lnTo>
                      <a:lnTo>
                        <a:pt x="8" y="6"/>
                      </a:lnTo>
                      <a:lnTo>
                        <a:pt x="8" y="6"/>
                      </a:lnTo>
                      <a:lnTo>
                        <a:pt x="8" y="6"/>
                      </a:lnTo>
                      <a:lnTo>
                        <a:pt x="4" y="6"/>
                      </a:lnTo>
                      <a:lnTo>
                        <a:pt x="4" y="6"/>
                      </a:lnTo>
                      <a:lnTo>
                        <a:pt x="4" y="6"/>
                      </a:lnTo>
                      <a:lnTo>
                        <a:pt x="4" y="6"/>
                      </a:lnTo>
                      <a:lnTo>
                        <a:pt x="0" y="6"/>
                      </a:lnTo>
                      <a:lnTo>
                        <a:pt x="0" y="6"/>
                      </a:lnTo>
                      <a:lnTo>
                        <a:pt x="0" y="6"/>
                      </a:lnTo>
                      <a:lnTo>
                        <a:pt x="0" y="6"/>
                      </a:lnTo>
                      <a:lnTo>
                        <a:pt x="0" y="6"/>
                      </a:lnTo>
                      <a:lnTo>
                        <a:pt x="0" y="6"/>
                      </a:lnTo>
                      <a:lnTo>
                        <a:pt x="0" y="6"/>
                      </a:lnTo>
                      <a:lnTo>
                        <a:pt x="0" y="6"/>
                      </a:lnTo>
                      <a:lnTo>
                        <a:pt x="0" y="6"/>
                      </a:lnTo>
                      <a:lnTo>
                        <a:pt x="0" y="6"/>
                      </a:lnTo>
                      <a:lnTo>
                        <a:pt x="0" y="6"/>
                      </a:lnTo>
                      <a:lnTo>
                        <a:pt x="0" y="6"/>
                      </a:lnTo>
                      <a:lnTo>
                        <a:pt x="4" y="6"/>
                      </a:lnTo>
                      <a:lnTo>
                        <a:pt x="4" y="6"/>
                      </a:lnTo>
                      <a:lnTo>
                        <a:pt x="4" y="6"/>
                      </a:lnTo>
                      <a:lnTo>
                        <a:pt x="0" y="4"/>
                      </a:lnTo>
                      <a:lnTo>
                        <a:pt x="0" y="4"/>
                      </a:lnTo>
                      <a:lnTo>
                        <a:pt x="0" y="4"/>
                      </a:lnTo>
                      <a:lnTo>
                        <a:pt x="4" y="4"/>
                      </a:lnTo>
                      <a:lnTo>
                        <a:pt x="4" y="4"/>
                      </a:lnTo>
                      <a:lnTo>
                        <a:pt x="4" y="4"/>
                      </a:lnTo>
                      <a:lnTo>
                        <a:pt x="4" y="0"/>
                      </a:lnTo>
                      <a:lnTo>
                        <a:pt x="4" y="0"/>
                      </a:lnTo>
                      <a:lnTo>
                        <a:pt x="4" y="0"/>
                      </a:lnTo>
                      <a:lnTo>
                        <a:pt x="4" y="0"/>
                      </a:lnTo>
                      <a:lnTo>
                        <a:pt x="4" y="0"/>
                      </a:lnTo>
                      <a:lnTo>
                        <a:pt x="4" y="4"/>
                      </a:lnTo>
                      <a:lnTo>
                        <a:pt x="4" y="4"/>
                      </a:lnTo>
                      <a:lnTo>
                        <a:pt x="4" y="4"/>
                      </a:lnTo>
                      <a:lnTo>
                        <a:pt x="4" y="4"/>
                      </a:lnTo>
                      <a:lnTo>
                        <a:pt x="4" y="4"/>
                      </a:lnTo>
                      <a:lnTo>
                        <a:pt x="4" y="4"/>
                      </a:lnTo>
                      <a:lnTo>
                        <a:pt x="4" y="4"/>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252" name="Freeform 208">
                  <a:extLst>
                    <a:ext uri="{FF2B5EF4-FFF2-40B4-BE49-F238E27FC236}">
                      <a16:creationId xmlns:a16="http://schemas.microsoft.com/office/drawing/2014/main" id="{A76E02E7-9E52-937D-4CE6-DF0B97042431}"/>
                    </a:ext>
                  </a:extLst>
                </p:cNvPr>
                <p:cNvSpPr>
                  <a:spLocks/>
                </p:cNvSpPr>
                <p:nvPr/>
              </p:nvSpPr>
              <p:spPr bwMode="gray">
                <a:xfrm>
                  <a:off x="472656" y="3681380"/>
                  <a:ext cx="3479" cy="3479"/>
                </a:xfrm>
                <a:custGeom>
                  <a:avLst/>
                  <a:gdLst>
                    <a:gd name="T0" fmla="*/ 0 w 2"/>
                    <a:gd name="T1" fmla="*/ 0 h 2"/>
                    <a:gd name="T2" fmla="*/ 2 w 2"/>
                    <a:gd name="T3" fmla="*/ 0 h 2"/>
                    <a:gd name="T4" fmla="*/ 2 w 2"/>
                    <a:gd name="T5" fmla="*/ 2 h 2"/>
                    <a:gd name="T6" fmla="*/ 0 w 2"/>
                    <a:gd name="T7" fmla="*/ 2 h 2"/>
                    <a:gd name="T8" fmla="*/ 0 w 2"/>
                    <a:gd name="T9" fmla="*/ 0 h 2"/>
                    <a:gd name="T10" fmla="*/ 0 w 2"/>
                    <a:gd name="T11" fmla="*/ 0 h 2"/>
                  </a:gdLst>
                  <a:ahLst/>
                  <a:cxnLst>
                    <a:cxn ang="0">
                      <a:pos x="T0" y="T1"/>
                    </a:cxn>
                    <a:cxn ang="0">
                      <a:pos x="T2" y="T3"/>
                    </a:cxn>
                    <a:cxn ang="0">
                      <a:pos x="T4" y="T5"/>
                    </a:cxn>
                    <a:cxn ang="0">
                      <a:pos x="T6" y="T7"/>
                    </a:cxn>
                    <a:cxn ang="0">
                      <a:pos x="T8" y="T9"/>
                    </a:cxn>
                    <a:cxn ang="0">
                      <a:pos x="T10" y="T11"/>
                    </a:cxn>
                  </a:cxnLst>
                  <a:rect l="0" t="0" r="r" b="b"/>
                  <a:pathLst>
                    <a:path w="2" h="2">
                      <a:moveTo>
                        <a:pt x="0" y="0"/>
                      </a:moveTo>
                      <a:lnTo>
                        <a:pt x="2" y="0"/>
                      </a:lnTo>
                      <a:lnTo>
                        <a:pt x="2" y="2"/>
                      </a:lnTo>
                      <a:lnTo>
                        <a:pt x="0" y="2"/>
                      </a:lnTo>
                      <a:lnTo>
                        <a:pt x="0" y="0"/>
                      </a:lnTo>
                      <a:lnTo>
                        <a:pt x="0" y="0"/>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253" name="Freeform 215">
                  <a:extLst>
                    <a:ext uri="{FF2B5EF4-FFF2-40B4-BE49-F238E27FC236}">
                      <a16:creationId xmlns:a16="http://schemas.microsoft.com/office/drawing/2014/main" id="{2D333C8C-2AA9-AF74-7B65-931E1FB2171F}"/>
                    </a:ext>
                  </a:extLst>
                </p:cNvPr>
                <p:cNvSpPr>
                  <a:spLocks noEditPoints="1"/>
                </p:cNvSpPr>
                <p:nvPr/>
              </p:nvSpPr>
              <p:spPr bwMode="gray">
                <a:xfrm>
                  <a:off x="3279829" y="6168523"/>
                  <a:ext cx="83485" cy="41742"/>
                </a:xfrm>
                <a:custGeom>
                  <a:avLst/>
                  <a:gdLst>
                    <a:gd name="T0" fmla="*/ 30 w 48"/>
                    <a:gd name="T1" fmla="*/ 12 h 24"/>
                    <a:gd name="T2" fmla="*/ 26 w 48"/>
                    <a:gd name="T3" fmla="*/ 6 h 24"/>
                    <a:gd name="T4" fmla="*/ 30 w 48"/>
                    <a:gd name="T5" fmla="*/ 0 h 24"/>
                    <a:gd name="T6" fmla="*/ 38 w 48"/>
                    <a:gd name="T7" fmla="*/ 0 h 24"/>
                    <a:gd name="T8" fmla="*/ 38 w 48"/>
                    <a:gd name="T9" fmla="*/ 2 h 24"/>
                    <a:gd name="T10" fmla="*/ 36 w 48"/>
                    <a:gd name="T11" fmla="*/ 2 h 24"/>
                    <a:gd name="T12" fmla="*/ 40 w 48"/>
                    <a:gd name="T13" fmla="*/ 8 h 24"/>
                    <a:gd name="T14" fmla="*/ 40 w 48"/>
                    <a:gd name="T15" fmla="*/ 2 h 24"/>
                    <a:gd name="T16" fmla="*/ 44 w 48"/>
                    <a:gd name="T17" fmla="*/ 2 h 24"/>
                    <a:gd name="T18" fmla="*/ 46 w 48"/>
                    <a:gd name="T19" fmla="*/ 6 h 24"/>
                    <a:gd name="T20" fmla="*/ 42 w 48"/>
                    <a:gd name="T21" fmla="*/ 6 h 24"/>
                    <a:gd name="T22" fmla="*/ 48 w 48"/>
                    <a:gd name="T23" fmla="*/ 8 h 24"/>
                    <a:gd name="T24" fmla="*/ 38 w 48"/>
                    <a:gd name="T25" fmla="*/ 14 h 24"/>
                    <a:gd name="T26" fmla="*/ 30 w 48"/>
                    <a:gd name="T27" fmla="*/ 12 h 24"/>
                    <a:gd name="T28" fmla="*/ 34 w 48"/>
                    <a:gd name="T29" fmla="*/ 18 h 24"/>
                    <a:gd name="T30" fmla="*/ 26 w 48"/>
                    <a:gd name="T31" fmla="*/ 16 h 24"/>
                    <a:gd name="T32" fmla="*/ 28 w 48"/>
                    <a:gd name="T33" fmla="*/ 20 h 24"/>
                    <a:gd name="T34" fmla="*/ 24 w 48"/>
                    <a:gd name="T35" fmla="*/ 20 h 24"/>
                    <a:gd name="T36" fmla="*/ 24 w 48"/>
                    <a:gd name="T37" fmla="*/ 24 h 24"/>
                    <a:gd name="T38" fmla="*/ 20 w 48"/>
                    <a:gd name="T39" fmla="*/ 18 h 24"/>
                    <a:gd name="T40" fmla="*/ 26 w 48"/>
                    <a:gd name="T41" fmla="*/ 8 h 24"/>
                    <a:gd name="T42" fmla="*/ 30 w 48"/>
                    <a:gd name="T43" fmla="*/ 12 h 24"/>
                    <a:gd name="T44" fmla="*/ 30 w 48"/>
                    <a:gd name="T45" fmla="*/ 12 h 24"/>
                    <a:gd name="T46" fmla="*/ 30 w 48"/>
                    <a:gd name="T47" fmla="*/ 12 h 24"/>
                    <a:gd name="T48" fmla="*/ 10 w 48"/>
                    <a:gd name="T49" fmla="*/ 12 h 24"/>
                    <a:gd name="T50" fmla="*/ 14 w 48"/>
                    <a:gd name="T51" fmla="*/ 8 h 24"/>
                    <a:gd name="T52" fmla="*/ 6 w 48"/>
                    <a:gd name="T53" fmla="*/ 8 h 24"/>
                    <a:gd name="T54" fmla="*/ 14 w 48"/>
                    <a:gd name="T55" fmla="*/ 8 h 24"/>
                    <a:gd name="T56" fmla="*/ 6 w 48"/>
                    <a:gd name="T57" fmla="*/ 2 h 24"/>
                    <a:gd name="T58" fmla="*/ 14 w 48"/>
                    <a:gd name="T59" fmla="*/ 4 h 24"/>
                    <a:gd name="T60" fmla="*/ 14 w 48"/>
                    <a:gd name="T61" fmla="*/ 2 h 24"/>
                    <a:gd name="T62" fmla="*/ 26 w 48"/>
                    <a:gd name="T63" fmla="*/ 2 h 24"/>
                    <a:gd name="T64" fmla="*/ 10 w 48"/>
                    <a:gd name="T65" fmla="*/ 20 h 24"/>
                    <a:gd name="T66" fmla="*/ 6 w 48"/>
                    <a:gd name="T67" fmla="*/ 22 h 24"/>
                    <a:gd name="T68" fmla="*/ 2 w 48"/>
                    <a:gd name="T69" fmla="*/ 18 h 24"/>
                    <a:gd name="T70" fmla="*/ 8 w 48"/>
                    <a:gd name="T71" fmla="*/ 14 h 24"/>
                    <a:gd name="T72" fmla="*/ 8 w 48"/>
                    <a:gd name="T73" fmla="*/ 10 h 24"/>
                    <a:gd name="T74" fmla="*/ 10 w 48"/>
                    <a:gd name="T75" fmla="*/ 12 h 24"/>
                    <a:gd name="T76" fmla="*/ 10 w 48"/>
                    <a:gd name="T77" fmla="*/ 12 h 24"/>
                    <a:gd name="T78" fmla="*/ 10 w 48"/>
                    <a:gd name="T79" fmla="*/ 12 h 24"/>
                    <a:gd name="T80" fmla="*/ 2 w 48"/>
                    <a:gd name="T81" fmla="*/ 14 h 24"/>
                    <a:gd name="T82" fmla="*/ 0 w 48"/>
                    <a:gd name="T83" fmla="*/ 12 h 24"/>
                    <a:gd name="T84" fmla="*/ 4 w 48"/>
                    <a:gd name="T85" fmla="*/ 12 h 24"/>
                    <a:gd name="T86" fmla="*/ 2 w 48"/>
                    <a:gd name="T87" fmla="*/ 14 h 24"/>
                    <a:gd name="T88" fmla="*/ 2 w 48"/>
                    <a:gd name="T89" fmla="*/ 14 h 24"/>
                    <a:gd name="T90" fmla="*/ 2 w 48"/>
                    <a:gd name="T91" fmla="*/ 1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8" h="24">
                      <a:moveTo>
                        <a:pt x="30" y="12"/>
                      </a:moveTo>
                      <a:lnTo>
                        <a:pt x="26" y="6"/>
                      </a:lnTo>
                      <a:lnTo>
                        <a:pt x="30" y="0"/>
                      </a:lnTo>
                      <a:lnTo>
                        <a:pt x="38" y="0"/>
                      </a:lnTo>
                      <a:lnTo>
                        <a:pt x="38" y="2"/>
                      </a:lnTo>
                      <a:lnTo>
                        <a:pt x="36" y="2"/>
                      </a:lnTo>
                      <a:lnTo>
                        <a:pt x="40" y="8"/>
                      </a:lnTo>
                      <a:lnTo>
                        <a:pt x="40" y="2"/>
                      </a:lnTo>
                      <a:lnTo>
                        <a:pt x="44" y="2"/>
                      </a:lnTo>
                      <a:lnTo>
                        <a:pt x="46" y="6"/>
                      </a:lnTo>
                      <a:lnTo>
                        <a:pt x="42" y="6"/>
                      </a:lnTo>
                      <a:lnTo>
                        <a:pt x="48" y="8"/>
                      </a:lnTo>
                      <a:lnTo>
                        <a:pt x="38" y="14"/>
                      </a:lnTo>
                      <a:lnTo>
                        <a:pt x="30" y="12"/>
                      </a:lnTo>
                      <a:lnTo>
                        <a:pt x="34" y="18"/>
                      </a:lnTo>
                      <a:lnTo>
                        <a:pt x="26" y="16"/>
                      </a:lnTo>
                      <a:lnTo>
                        <a:pt x="28" y="20"/>
                      </a:lnTo>
                      <a:lnTo>
                        <a:pt x="24" y="20"/>
                      </a:lnTo>
                      <a:lnTo>
                        <a:pt x="24" y="24"/>
                      </a:lnTo>
                      <a:lnTo>
                        <a:pt x="20" y="18"/>
                      </a:lnTo>
                      <a:lnTo>
                        <a:pt x="26" y="8"/>
                      </a:lnTo>
                      <a:lnTo>
                        <a:pt x="30" y="12"/>
                      </a:lnTo>
                      <a:lnTo>
                        <a:pt x="30" y="12"/>
                      </a:lnTo>
                      <a:lnTo>
                        <a:pt x="30" y="12"/>
                      </a:lnTo>
                      <a:close/>
                      <a:moveTo>
                        <a:pt x="10" y="12"/>
                      </a:moveTo>
                      <a:lnTo>
                        <a:pt x="14" y="8"/>
                      </a:lnTo>
                      <a:lnTo>
                        <a:pt x="6" y="8"/>
                      </a:lnTo>
                      <a:lnTo>
                        <a:pt x="14" y="8"/>
                      </a:lnTo>
                      <a:lnTo>
                        <a:pt x="6" y="2"/>
                      </a:lnTo>
                      <a:lnTo>
                        <a:pt x="14" y="4"/>
                      </a:lnTo>
                      <a:lnTo>
                        <a:pt x="14" y="2"/>
                      </a:lnTo>
                      <a:lnTo>
                        <a:pt x="26" y="2"/>
                      </a:lnTo>
                      <a:lnTo>
                        <a:pt x="10" y="20"/>
                      </a:lnTo>
                      <a:lnTo>
                        <a:pt x="6" y="22"/>
                      </a:lnTo>
                      <a:lnTo>
                        <a:pt x="2" y="18"/>
                      </a:lnTo>
                      <a:lnTo>
                        <a:pt x="8" y="14"/>
                      </a:lnTo>
                      <a:lnTo>
                        <a:pt x="8" y="10"/>
                      </a:lnTo>
                      <a:lnTo>
                        <a:pt x="10" y="12"/>
                      </a:lnTo>
                      <a:lnTo>
                        <a:pt x="10" y="12"/>
                      </a:lnTo>
                      <a:lnTo>
                        <a:pt x="10" y="12"/>
                      </a:lnTo>
                      <a:close/>
                      <a:moveTo>
                        <a:pt x="2" y="14"/>
                      </a:moveTo>
                      <a:lnTo>
                        <a:pt x="0" y="12"/>
                      </a:lnTo>
                      <a:lnTo>
                        <a:pt x="4" y="12"/>
                      </a:lnTo>
                      <a:lnTo>
                        <a:pt x="2" y="14"/>
                      </a:lnTo>
                      <a:lnTo>
                        <a:pt x="2" y="14"/>
                      </a:lnTo>
                      <a:lnTo>
                        <a:pt x="2" y="14"/>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254" name="Freeform 216">
                  <a:extLst>
                    <a:ext uri="{FF2B5EF4-FFF2-40B4-BE49-F238E27FC236}">
                      <a16:creationId xmlns:a16="http://schemas.microsoft.com/office/drawing/2014/main" id="{23D01140-2BF0-A365-33C3-639297197F6D}"/>
                    </a:ext>
                  </a:extLst>
                </p:cNvPr>
                <p:cNvSpPr>
                  <a:spLocks/>
                </p:cNvSpPr>
                <p:nvPr/>
              </p:nvSpPr>
              <p:spPr bwMode="gray">
                <a:xfrm>
                  <a:off x="3224173" y="3514411"/>
                  <a:ext cx="3479" cy="6957"/>
                </a:xfrm>
                <a:custGeom>
                  <a:avLst/>
                  <a:gdLst>
                    <a:gd name="T0" fmla="*/ 2 w 2"/>
                    <a:gd name="T1" fmla="*/ 0 h 4"/>
                    <a:gd name="T2" fmla="*/ 2 w 2"/>
                    <a:gd name="T3" fmla="*/ 2 h 4"/>
                    <a:gd name="T4" fmla="*/ 0 w 2"/>
                    <a:gd name="T5" fmla="*/ 4 h 4"/>
                    <a:gd name="T6" fmla="*/ 2 w 2"/>
                    <a:gd name="T7" fmla="*/ 0 h 4"/>
                    <a:gd name="T8" fmla="*/ 2 w 2"/>
                    <a:gd name="T9" fmla="*/ 0 h 4"/>
                    <a:gd name="T10" fmla="*/ 2 w 2"/>
                    <a:gd name="T11" fmla="*/ 0 h 4"/>
                    <a:gd name="T12" fmla="*/ 2 w 2"/>
                    <a:gd name="T13" fmla="*/ 0 h 4"/>
                  </a:gdLst>
                  <a:ahLst/>
                  <a:cxnLst>
                    <a:cxn ang="0">
                      <a:pos x="T0" y="T1"/>
                    </a:cxn>
                    <a:cxn ang="0">
                      <a:pos x="T2" y="T3"/>
                    </a:cxn>
                    <a:cxn ang="0">
                      <a:pos x="T4" y="T5"/>
                    </a:cxn>
                    <a:cxn ang="0">
                      <a:pos x="T6" y="T7"/>
                    </a:cxn>
                    <a:cxn ang="0">
                      <a:pos x="T8" y="T9"/>
                    </a:cxn>
                    <a:cxn ang="0">
                      <a:pos x="T10" y="T11"/>
                    </a:cxn>
                    <a:cxn ang="0">
                      <a:pos x="T12" y="T13"/>
                    </a:cxn>
                  </a:cxnLst>
                  <a:rect l="0" t="0" r="r" b="b"/>
                  <a:pathLst>
                    <a:path w="2" h="4">
                      <a:moveTo>
                        <a:pt x="2" y="0"/>
                      </a:moveTo>
                      <a:lnTo>
                        <a:pt x="2" y="2"/>
                      </a:lnTo>
                      <a:lnTo>
                        <a:pt x="0" y="4"/>
                      </a:lnTo>
                      <a:lnTo>
                        <a:pt x="2" y="0"/>
                      </a:lnTo>
                      <a:lnTo>
                        <a:pt x="2" y="0"/>
                      </a:lnTo>
                      <a:lnTo>
                        <a:pt x="2" y="0"/>
                      </a:lnTo>
                      <a:lnTo>
                        <a:pt x="2" y="0"/>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255" name="Freeform 222">
                  <a:extLst>
                    <a:ext uri="{FF2B5EF4-FFF2-40B4-BE49-F238E27FC236}">
                      <a16:creationId xmlns:a16="http://schemas.microsoft.com/office/drawing/2014/main" id="{118ED724-8321-BFCE-609D-2CD84D9513B5}"/>
                    </a:ext>
                  </a:extLst>
                </p:cNvPr>
                <p:cNvSpPr>
                  <a:spLocks noEditPoints="1"/>
                </p:cNvSpPr>
                <p:nvPr/>
              </p:nvSpPr>
              <p:spPr bwMode="gray">
                <a:xfrm>
                  <a:off x="2531946" y="2968284"/>
                  <a:ext cx="194798" cy="90442"/>
                </a:xfrm>
                <a:custGeom>
                  <a:avLst/>
                  <a:gdLst>
                    <a:gd name="T0" fmla="*/ 100 w 112"/>
                    <a:gd name="T1" fmla="*/ 52 h 52"/>
                    <a:gd name="T2" fmla="*/ 96 w 112"/>
                    <a:gd name="T3" fmla="*/ 48 h 52"/>
                    <a:gd name="T4" fmla="*/ 86 w 112"/>
                    <a:gd name="T5" fmla="*/ 48 h 52"/>
                    <a:gd name="T6" fmla="*/ 74 w 112"/>
                    <a:gd name="T7" fmla="*/ 52 h 52"/>
                    <a:gd name="T8" fmla="*/ 66 w 112"/>
                    <a:gd name="T9" fmla="*/ 48 h 52"/>
                    <a:gd name="T10" fmla="*/ 58 w 112"/>
                    <a:gd name="T11" fmla="*/ 44 h 52"/>
                    <a:gd name="T12" fmla="*/ 56 w 112"/>
                    <a:gd name="T13" fmla="*/ 40 h 52"/>
                    <a:gd name="T14" fmla="*/ 52 w 112"/>
                    <a:gd name="T15" fmla="*/ 48 h 52"/>
                    <a:gd name="T16" fmla="*/ 52 w 112"/>
                    <a:gd name="T17" fmla="*/ 38 h 52"/>
                    <a:gd name="T18" fmla="*/ 44 w 112"/>
                    <a:gd name="T19" fmla="*/ 40 h 52"/>
                    <a:gd name="T20" fmla="*/ 34 w 112"/>
                    <a:gd name="T21" fmla="*/ 44 h 52"/>
                    <a:gd name="T22" fmla="*/ 26 w 112"/>
                    <a:gd name="T23" fmla="*/ 52 h 52"/>
                    <a:gd name="T24" fmla="*/ 18 w 112"/>
                    <a:gd name="T25" fmla="*/ 44 h 52"/>
                    <a:gd name="T26" fmla="*/ 18 w 112"/>
                    <a:gd name="T27" fmla="*/ 40 h 52"/>
                    <a:gd name="T28" fmla="*/ 12 w 112"/>
                    <a:gd name="T29" fmla="*/ 44 h 52"/>
                    <a:gd name="T30" fmla="*/ 4 w 112"/>
                    <a:gd name="T31" fmla="*/ 48 h 52"/>
                    <a:gd name="T32" fmla="*/ 4 w 112"/>
                    <a:gd name="T33" fmla="*/ 44 h 52"/>
                    <a:gd name="T34" fmla="*/ 12 w 112"/>
                    <a:gd name="T35" fmla="*/ 38 h 52"/>
                    <a:gd name="T36" fmla="*/ 18 w 112"/>
                    <a:gd name="T37" fmla="*/ 30 h 52"/>
                    <a:gd name="T38" fmla="*/ 30 w 112"/>
                    <a:gd name="T39" fmla="*/ 26 h 52"/>
                    <a:gd name="T40" fmla="*/ 42 w 112"/>
                    <a:gd name="T41" fmla="*/ 18 h 52"/>
                    <a:gd name="T42" fmla="*/ 44 w 112"/>
                    <a:gd name="T43" fmla="*/ 10 h 52"/>
                    <a:gd name="T44" fmla="*/ 44 w 112"/>
                    <a:gd name="T45" fmla="*/ 14 h 52"/>
                    <a:gd name="T46" fmla="*/ 52 w 112"/>
                    <a:gd name="T47" fmla="*/ 10 h 52"/>
                    <a:gd name="T48" fmla="*/ 56 w 112"/>
                    <a:gd name="T49" fmla="*/ 4 h 52"/>
                    <a:gd name="T50" fmla="*/ 52 w 112"/>
                    <a:gd name="T51" fmla="*/ 10 h 52"/>
                    <a:gd name="T52" fmla="*/ 56 w 112"/>
                    <a:gd name="T53" fmla="*/ 6 h 52"/>
                    <a:gd name="T54" fmla="*/ 56 w 112"/>
                    <a:gd name="T55" fmla="*/ 4 h 52"/>
                    <a:gd name="T56" fmla="*/ 58 w 112"/>
                    <a:gd name="T57" fmla="*/ 4 h 52"/>
                    <a:gd name="T58" fmla="*/ 70 w 112"/>
                    <a:gd name="T59" fmla="*/ 6 h 52"/>
                    <a:gd name="T60" fmla="*/ 78 w 112"/>
                    <a:gd name="T61" fmla="*/ 6 h 52"/>
                    <a:gd name="T62" fmla="*/ 86 w 112"/>
                    <a:gd name="T63" fmla="*/ 10 h 52"/>
                    <a:gd name="T64" fmla="*/ 88 w 112"/>
                    <a:gd name="T65" fmla="*/ 18 h 52"/>
                    <a:gd name="T66" fmla="*/ 96 w 112"/>
                    <a:gd name="T67" fmla="*/ 22 h 52"/>
                    <a:gd name="T68" fmla="*/ 104 w 112"/>
                    <a:gd name="T69" fmla="*/ 26 h 52"/>
                    <a:gd name="T70" fmla="*/ 104 w 112"/>
                    <a:gd name="T71" fmla="*/ 34 h 52"/>
                    <a:gd name="T72" fmla="*/ 104 w 112"/>
                    <a:gd name="T73" fmla="*/ 38 h 52"/>
                    <a:gd name="T74" fmla="*/ 112 w 112"/>
                    <a:gd name="T75" fmla="*/ 44 h 52"/>
                    <a:gd name="T76" fmla="*/ 112 w 112"/>
                    <a:gd name="T77" fmla="*/ 48 h 52"/>
                    <a:gd name="T78" fmla="*/ 108 w 112"/>
                    <a:gd name="T79" fmla="*/ 52 h 52"/>
                    <a:gd name="T80" fmla="*/ 48 w 112"/>
                    <a:gd name="T81" fmla="*/ 18 h 52"/>
                    <a:gd name="T82" fmla="*/ 42 w 112"/>
                    <a:gd name="T83" fmla="*/ 26 h 52"/>
                    <a:gd name="T84" fmla="*/ 48 w 112"/>
                    <a:gd name="T85" fmla="*/ 22 h 52"/>
                    <a:gd name="T86" fmla="*/ 52 w 112"/>
                    <a:gd name="T87" fmla="*/ 18 h 52"/>
                    <a:gd name="T88" fmla="*/ 52 w 112"/>
                    <a:gd name="T89" fmla="*/ 40 h 52"/>
                    <a:gd name="T90" fmla="*/ 52 w 112"/>
                    <a:gd name="T91" fmla="*/ 40 h 52"/>
                    <a:gd name="T92" fmla="*/ 58 w 112"/>
                    <a:gd name="T93" fmla="*/ 38 h 52"/>
                    <a:gd name="T94" fmla="*/ 58 w 112"/>
                    <a:gd name="T95" fmla="*/ 34 h 52"/>
                    <a:gd name="T96" fmla="*/ 52 w 112"/>
                    <a:gd name="T97" fmla="*/ 38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12" h="52">
                      <a:moveTo>
                        <a:pt x="108" y="52"/>
                      </a:moveTo>
                      <a:lnTo>
                        <a:pt x="104" y="52"/>
                      </a:lnTo>
                      <a:lnTo>
                        <a:pt x="100" y="52"/>
                      </a:lnTo>
                      <a:lnTo>
                        <a:pt x="100" y="48"/>
                      </a:lnTo>
                      <a:lnTo>
                        <a:pt x="100" y="44"/>
                      </a:lnTo>
                      <a:lnTo>
                        <a:pt x="96" y="48"/>
                      </a:lnTo>
                      <a:lnTo>
                        <a:pt x="92" y="48"/>
                      </a:lnTo>
                      <a:lnTo>
                        <a:pt x="88" y="48"/>
                      </a:lnTo>
                      <a:lnTo>
                        <a:pt x="86" y="48"/>
                      </a:lnTo>
                      <a:lnTo>
                        <a:pt x="82" y="52"/>
                      </a:lnTo>
                      <a:lnTo>
                        <a:pt x="78" y="52"/>
                      </a:lnTo>
                      <a:lnTo>
                        <a:pt x="74" y="52"/>
                      </a:lnTo>
                      <a:lnTo>
                        <a:pt x="70" y="52"/>
                      </a:lnTo>
                      <a:lnTo>
                        <a:pt x="66" y="52"/>
                      </a:lnTo>
                      <a:lnTo>
                        <a:pt x="66" y="48"/>
                      </a:lnTo>
                      <a:lnTo>
                        <a:pt x="66" y="44"/>
                      </a:lnTo>
                      <a:lnTo>
                        <a:pt x="62" y="44"/>
                      </a:lnTo>
                      <a:lnTo>
                        <a:pt x="58" y="44"/>
                      </a:lnTo>
                      <a:lnTo>
                        <a:pt x="56" y="44"/>
                      </a:lnTo>
                      <a:lnTo>
                        <a:pt x="58" y="40"/>
                      </a:lnTo>
                      <a:lnTo>
                        <a:pt x="56" y="40"/>
                      </a:lnTo>
                      <a:lnTo>
                        <a:pt x="56" y="44"/>
                      </a:lnTo>
                      <a:lnTo>
                        <a:pt x="52" y="44"/>
                      </a:lnTo>
                      <a:lnTo>
                        <a:pt x="52" y="48"/>
                      </a:lnTo>
                      <a:lnTo>
                        <a:pt x="52" y="44"/>
                      </a:lnTo>
                      <a:lnTo>
                        <a:pt x="52" y="40"/>
                      </a:lnTo>
                      <a:lnTo>
                        <a:pt x="52" y="38"/>
                      </a:lnTo>
                      <a:lnTo>
                        <a:pt x="48" y="38"/>
                      </a:lnTo>
                      <a:lnTo>
                        <a:pt x="48" y="40"/>
                      </a:lnTo>
                      <a:lnTo>
                        <a:pt x="44" y="40"/>
                      </a:lnTo>
                      <a:lnTo>
                        <a:pt x="42" y="44"/>
                      </a:lnTo>
                      <a:lnTo>
                        <a:pt x="38" y="44"/>
                      </a:lnTo>
                      <a:lnTo>
                        <a:pt x="34" y="44"/>
                      </a:lnTo>
                      <a:lnTo>
                        <a:pt x="34" y="48"/>
                      </a:lnTo>
                      <a:lnTo>
                        <a:pt x="30" y="48"/>
                      </a:lnTo>
                      <a:lnTo>
                        <a:pt x="26" y="52"/>
                      </a:lnTo>
                      <a:lnTo>
                        <a:pt x="22" y="48"/>
                      </a:lnTo>
                      <a:lnTo>
                        <a:pt x="18" y="48"/>
                      </a:lnTo>
                      <a:lnTo>
                        <a:pt x="18" y="44"/>
                      </a:lnTo>
                      <a:lnTo>
                        <a:pt x="22" y="44"/>
                      </a:lnTo>
                      <a:lnTo>
                        <a:pt x="18" y="44"/>
                      </a:lnTo>
                      <a:lnTo>
                        <a:pt x="18" y="40"/>
                      </a:lnTo>
                      <a:lnTo>
                        <a:pt x="18" y="44"/>
                      </a:lnTo>
                      <a:lnTo>
                        <a:pt x="14" y="44"/>
                      </a:lnTo>
                      <a:lnTo>
                        <a:pt x="12" y="44"/>
                      </a:lnTo>
                      <a:lnTo>
                        <a:pt x="12" y="48"/>
                      </a:lnTo>
                      <a:lnTo>
                        <a:pt x="8" y="48"/>
                      </a:lnTo>
                      <a:lnTo>
                        <a:pt x="4" y="48"/>
                      </a:lnTo>
                      <a:lnTo>
                        <a:pt x="0" y="48"/>
                      </a:lnTo>
                      <a:lnTo>
                        <a:pt x="0" y="44"/>
                      </a:lnTo>
                      <a:lnTo>
                        <a:pt x="4" y="44"/>
                      </a:lnTo>
                      <a:lnTo>
                        <a:pt x="8" y="44"/>
                      </a:lnTo>
                      <a:lnTo>
                        <a:pt x="8" y="40"/>
                      </a:lnTo>
                      <a:lnTo>
                        <a:pt x="12" y="38"/>
                      </a:lnTo>
                      <a:lnTo>
                        <a:pt x="14" y="38"/>
                      </a:lnTo>
                      <a:lnTo>
                        <a:pt x="14" y="34"/>
                      </a:lnTo>
                      <a:lnTo>
                        <a:pt x="18" y="30"/>
                      </a:lnTo>
                      <a:lnTo>
                        <a:pt x="22" y="30"/>
                      </a:lnTo>
                      <a:lnTo>
                        <a:pt x="26" y="26"/>
                      </a:lnTo>
                      <a:lnTo>
                        <a:pt x="30" y="26"/>
                      </a:lnTo>
                      <a:lnTo>
                        <a:pt x="34" y="22"/>
                      </a:lnTo>
                      <a:lnTo>
                        <a:pt x="38" y="22"/>
                      </a:lnTo>
                      <a:lnTo>
                        <a:pt x="42" y="18"/>
                      </a:lnTo>
                      <a:lnTo>
                        <a:pt x="42" y="14"/>
                      </a:lnTo>
                      <a:lnTo>
                        <a:pt x="42" y="10"/>
                      </a:lnTo>
                      <a:lnTo>
                        <a:pt x="44" y="10"/>
                      </a:lnTo>
                      <a:lnTo>
                        <a:pt x="48" y="10"/>
                      </a:lnTo>
                      <a:lnTo>
                        <a:pt x="48" y="14"/>
                      </a:lnTo>
                      <a:lnTo>
                        <a:pt x="44" y="14"/>
                      </a:lnTo>
                      <a:lnTo>
                        <a:pt x="48" y="14"/>
                      </a:lnTo>
                      <a:lnTo>
                        <a:pt x="48" y="10"/>
                      </a:lnTo>
                      <a:lnTo>
                        <a:pt x="52" y="10"/>
                      </a:lnTo>
                      <a:lnTo>
                        <a:pt x="52" y="6"/>
                      </a:lnTo>
                      <a:lnTo>
                        <a:pt x="52" y="4"/>
                      </a:lnTo>
                      <a:lnTo>
                        <a:pt x="56" y="4"/>
                      </a:lnTo>
                      <a:lnTo>
                        <a:pt x="56" y="6"/>
                      </a:lnTo>
                      <a:lnTo>
                        <a:pt x="52" y="6"/>
                      </a:lnTo>
                      <a:lnTo>
                        <a:pt x="52" y="10"/>
                      </a:lnTo>
                      <a:lnTo>
                        <a:pt x="56" y="6"/>
                      </a:lnTo>
                      <a:lnTo>
                        <a:pt x="56" y="10"/>
                      </a:lnTo>
                      <a:lnTo>
                        <a:pt x="56" y="6"/>
                      </a:lnTo>
                      <a:lnTo>
                        <a:pt x="58" y="6"/>
                      </a:lnTo>
                      <a:lnTo>
                        <a:pt x="58" y="4"/>
                      </a:lnTo>
                      <a:lnTo>
                        <a:pt x="56" y="4"/>
                      </a:lnTo>
                      <a:lnTo>
                        <a:pt x="56" y="0"/>
                      </a:lnTo>
                      <a:lnTo>
                        <a:pt x="58" y="0"/>
                      </a:lnTo>
                      <a:lnTo>
                        <a:pt x="58" y="4"/>
                      </a:lnTo>
                      <a:lnTo>
                        <a:pt x="62" y="4"/>
                      </a:lnTo>
                      <a:lnTo>
                        <a:pt x="66" y="4"/>
                      </a:lnTo>
                      <a:lnTo>
                        <a:pt x="70" y="6"/>
                      </a:lnTo>
                      <a:lnTo>
                        <a:pt x="74" y="4"/>
                      </a:lnTo>
                      <a:lnTo>
                        <a:pt x="74" y="6"/>
                      </a:lnTo>
                      <a:lnTo>
                        <a:pt x="78" y="6"/>
                      </a:lnTo>
                      <a:lnTo>
                        <a:pt x="78" y="4"/>
                      </a:lnTo>
                      <a:lnTo>
                        <a:pt x="82" y="6"/>
                      </a:lnTo>
                      <a:lnTo>
                        <a:pt x="86" y="10"/>
                      </a:lnTo>
                      <a:lnTo>
                        <a:pt x="86" y="14"/>
                      </a:lnTo>
                      <a:lnTo>
                        <a:pt x="86" y="18"/>
                      </a:lnTo>
                      <a:lnTo>
                        <a:pt x="88" y="18"/>
                      </a:lnTo>
                      <a:lnTo>
                        <a:pt x="88" y="22"/>
                      </a:lnTo>
                      <a:lnTo>
                        <a:pt x="92" y="22"/>
                      </a:lnTo>
                      <a:lnTo>
                        <a:pt x="96" y="22"/>
                      </a:lnTo>
                      <a:lnTo>
                        <a:pt x="100" y="22"/>
                      </a:lnTo>
                      <a:lnTo>
                        <a:pt x="104" y="22"/>
                      </a:lnTo>
                      <a:lnTo>
                        <a:pt x="104" y="26"/>
                      </a:lnTo>
                      <a:lnTo>
                        <a:pt x="100" y="30"/>
                      </a:lnTo>
                      <a:lnTo>
                        <a:pt x="104" y="30"/>
                      </a:lnTo>
                      <a:lnTo>
                        <a:pt x="104" y="34"/>
                      </a:lnTo>
                      <a:lnTo>
                        <a:pt x="108" y="34"/>
                      </a:lnTo>
                      <a:lnTo>
                        <a:pt x="108" y="38"/>
                      </a:lnTo>
                      <a:lnTo>
                        <a:pt x="104" y="38"/>
                      </a:lnTo>
                      <a:lnTo>
                        <a:pt x="104" y="40"/>
                      </a:lnTo>
                      <a:lnTo>
                        <a:pt x="108" y="44"/>
                      </a:lnTo>
                      <a:lnTo>
                        <a:pt x="112" y="44"/>
                      </a:lnTo>
                      <a:lnTo>
                        <a:pt x="108" y="44"/>
                      </a:lnTo>
                      <a:lnTo>
                        <a:pt x="108" y="48"/>
                      </a:lnTo>
                      <a:lnTo>
                        <a:pt x="112" y="48"/>
                      </a:lnTo>
                      <a:lnTo>
                        <a:pt x="108" y="48"/>
                      </a:lnTo>
                      <a:lnTo>
                        <a:pt x="108" y="52"/>
                      </a:lnTo>
                      <a:lnTo>
                        <a:pt x="108" y="52"/>
                      </a:lnTo>
                      <a:lnTo>
                        <a:pt x="108" y="52"/>
                      </a:lnTo>
                      <a:close/>
                      <a:moveTo>
                        <a:pt x="52" y="18"/>
                      </a:moveTo>
                      <a:lnTo>
                        <a:pt x="48" y="18"/>
                      </a:lnTo>
                      <a:lnTo>
                        <a:pt x="44" y="22"/>
                      </a:lnTo>
                      <a:lnTo>
                        <a:pt x="42" y="22"/>
                      </a:lnTo>
                      <a:lnTo>
                        <a:pt x="42" y="26"/>
                      </a:lnTo>
                      <a:lnTo>
                        <a:pt x="44" y="26"/>
                      </a:lnTo>
                      <a:lnTo>
                        <a:pt x="44" y="22"/>
                      </a:lnTo>
                      <a:lnTo>
                        <a:pt x="48" y="22"/>
                      </a:lnTo>
                      <a:lnTo>
                        <a:pt x="52" y="22"/>
                      </a:lnTo>
                      <a:lnTo>
                        <a:pt x="52" y="18"/>
                      </a:lnTo>
                      <a:lnTo>
                        <a:pt x="52" y="18"/>
                      </a:lnTo>
                      <a:lnTo>
                        <a:pt x="52" y="18"/>
                      </a:lnTo>
                      <a:close/>
                      <a:moveTo>
                        <a:pt x="52" y="38"/>
                      </a:moveTo>
                      <a:lnTo>
                        <a:pt x="52" y="40"/>
                      </a:lnTo>
                      <a:lnTo>
                        <a:pt x="52" y="38"/>
                      </a:lnTo>
                      <a:lnTo>
                        <a:pt x="56" y="38"/>
                      </a:lnTo>
                      <a:lnTo>
                        <a:pt x="52" y="40"/>
                      </a:lnTo>
                      <a:lnTo>
                        <a:pt x="56" y="40"/>
                      </a:lnTo>
                      <a:lnTo>
                        <a:pt x="56" y="38"/>
                      </a:lnTo>
                      <a:lnTo>
                        <a:pt x="58" y="38"/>
                      </a:lnTo>
                      <a:lnTo>
                        <a:pt x="58" y="34"/>
                      </a:lnTo>
                      <a:lnTo>
                        <a:pt x="62" y="34"/>
                      </a:lnTo>
                      <a:lnTo>
                        <a:pt x="58" y="34"/>
                      </a:lnTo>
                      <a:lnTo>
                        <a:pt x="56" y="34"/>
                      </a:lnTo>
                      <a:lnTo>
                        <a:pt x="52" y="34"/>
                      </a:lnTo>
                      <a:lnTo>
                        <a:pt x="52" y="38"/>
                      </a:lnTo>
                      <a:lnTo>
                        <a:pt x="52" y="38"/>
                      </a:lnTo>
                      <a:lnTo>
                        <a:pt x="52" y="38"/>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256" name="Freeform 223">
                  <a:extLst>
                    <a:ext uri="{FF2B5EF4-FFF2-40B4-BE49-F238E27FC236}">
                      <a16:creationId xmlns:a16="http://schemas.microsoft.com/office/drawing/2014/main" id="{F1E41963-46DE-448C-3AE3-5CEB37CE8D7D}"/>
                    </a:ext>
                  </a:extLst>
                </p:cNvPr>
                <p:cNvSpPr>
                  <a:spLocks noEditPoints="1"/>
                </p:cNvSpPr>
                <p:nvPr/>
              </p:nvSpPr>
              <p:spPr bwMode="gray">
                <a:xfrm>
                  <a:off x="2632823" y="3069161"/>
                  <a:ext cx="80006" cy="156533"/>
                </a:xfrm>
                <a:custGeom>
                  <a:avLst/>
                  <a:gdLst>
                    <a:gd name="T0" fmla="*/ 46 w 46"/>
                    <a:gd name="T1" fmla="*/ 8 h 90"/>
                    <a:gd name="T2" fmla="*/ 46 w 46"/>
                    <a:gd name="T3" fmla="*/ 8 h 90"/>
                    <a:gd name="T4" fmla="*/ 42 w 46"/>
                    <a:gd name="T5" fmla="*/ 12 h 90"/>
                    <a:gd name="T6" fmla="*/ 42 w 46"/>
                    <a:gd name="T7" fmla="*/ 16 h 90"/>
                    <a:gd name="T8" fmla="*/ 46 w 46"/>
                    <a:gd name="T9" fmla="*/ 16 h 90"/>
                    <a:gd name="T10" fmla="*/ 42 w 46"/>
                    <a:gd name="T11" fmla="*/ 16 h 90"/>
                    <a:gd name="T12" fmla="*/ 38 w 46"/>
                    <a:gd name="T13" fmla="*/ 20 h 90"/>
                    <a:gd name="T14" fmla="*/ 34 w 46"/>
                    <a:gd name="T15" fmla="*/ 28 h 90"/>
                    <a:gd name="T16" fmla="*/ 34 w 46"/>
                    <a:gd name="T17" fmla="*/ 28 h 90"/>
                    <a:gd name="T18" fmla="*/ 38 w 46"/>
                    <a:gd name="T19" fmla="*/ 24 h 90"/>
                    <a:gd name="T20" fmla="*/ 34 w 46"/>
                    <a:gd name="T21" fmla="*/ 28 h 90"/>
                    <a:gd name="T22" fmla="*/ 34 w 46"/>
                    <a:gd name="T23" fmla="*/ 24 h 90"/>
                    <a:gd name="T24" fmla="*/ 34 w 46"/>
                    <a:gd name="T25" fmla="*/ 20 h 90"/>
                    <a:gd name="T26" fmla="*/ 34 w 46"/>
                    <a:gd name="T27" fmla="*/ 24 h 90"/>
                    <a:gd name="T28" fmla="*/ 30 w 46"/>
                    <a:gd name="T29" fmla="*/ 24 h 90"/>
                    <a:gd name="T30" fmla="*/ 26 w 46"/>
                    <a:gd name="T31" fmla="*/ 28 h 90"/>
                    <a:gd name="T32" fmla="*/ 26 w 46"/>
                    <a:gd name="T33" fmla="*/ 30 h 90"/>
                    <a:gd name="T34" fmla="*/ 24 w 46"/>
                    <a:gd name="T35" fmla="*/ 42 h 90"/>
                    <a:gd name="T36" fmla="*/ 24 w 46"/>
                    <a:gd name="T37" fmla="*/ 50 h 90"/>
                    <a:gd name="T38" fmla="*/ 24 w 46"/>
                    <a:gd name="T39" fmla="*/ 50 h 90"/>
                    <a:gd name="T40" fmla="*/ 26 w 46"/>
                    <a:gd name="T41" fmla="*/ 64 h 90"/>
                    <a:gd name="T42" fmla="*/ 26 w 46"/>
                    <a:gd name="T43" fmla="*/ 76 h 90"/>
                    <a:gd name="T44" fmla="*/ 20 w 46"/>
                    <a:gd name="T45" fmla="*/ 82 h 90"/>
                    <a:gd name="T46" fmla="*/ 12 w 46"/>
                    <a:gd name="T47" fmla="*/ 90 h 90"/>
                    <a:gd name="T48" fmla="*/ 8 w 46"/>
                    <a:gd name="T49" fmla="*/ 90 h 90"/>
                    <a:gd name="T50" fmla="*/ 4 w 46"/>
                    <a:gd name="T51" fmla="*/ 82 h 90"/>
                    <a:gd name="T52" fmla="*/ 4 w 46"/>
                    <a:gd name="T53" fmla="*/ 76 h 90"/>
                    <a:gd name="T54" fmla="*/ 4 w 46"/>
                    <a:gd name="T55" fmla="*/ 68 h 90"/>
                    <a:gd name="T56" fmla="*/ 4 w 46"/>
                    <a:gd name="T57" fmla="*/ 62 h 90"/>
                    <a:gd name="T58" fmla="*/ 4 w 46"/>
                    <a:gd name="T59" fmla="*/ 58 h 90"/>
                    <a:gd name="T60" fmla="*/ 4 w 46"/>
                    <a:gd name="T61" fmla="*/ 54 h 90"/>
                    <a:gd name="T62" fmla="*/ 4 w 46"/>
                    <a:gd name="T63" fmla="*/ 46 h 90"/>
                    <a:gd name="T64" fmla="*/ 8 w 46"/>
                    <a:gd name="T65" fmla="*/ 42 h 90"/>
                    <a:gd name="T66" fmla="*/ 8 w 46"/>
                    <a:gd name="T67" fmla="*/ 38 h 90"/>
                    <a:gd name="T68" fmla="*/ 8 w 46"/>
                    <a:gd name="T69" fmla="*/ 34 h 90"/>
                    <a:gd name="T70" fmla="*/ 8 w 46"/>
                    <a:gd name="T71" fmla="*/ 30 h 90"/>
                    <a:gd name="T72" fmla="*/ 4 w 46"/>
                    <a:gd name="T73" fmla="*/ 28 h 90"/>
                    <a:gd name="T74" fmla="*/ 0 w 46"/>
                    <a:gd name="T75" fmla="*/ 34 h 90"/>
                    <a:gd name="T76" fmla="*/ 4 w 46"/>
                    <a:gd name="T77" fmla="*/ 24 h 90"/>
                    <a:gd name="T78" fmla="*/ 4 w 46"/>
                    <a:gd name="T79" fmla="*/ 24 h 90"/>
                    <a:gd name="T80" fmla="*/ 12 w 46"/>
                    <a:gd name="T81" fmla="*/ 16 h 90"/>
                    <a:gd name="T82" fmla="*/ 16 w 46"/>
                    <a:gd name="T83" fmla="*/ 4 h 90"/>
                    <a:gd name="T84" fmla="*/ 16 w 46"/>
                    <a:gd name="T85" fmla="*/ 8 h 90"/>
                    <a:gd name="T86" fmla="*/ 24 w 46"/>
                    <a:gd name="T87" fmla="*/ 4 h 90"/>
                    <a:gd name="T88" fmla="*/ 20 w 46"/>
                    <a:gd name="T89" fmla="*/ 8 h 90"/>
                    <a:gd name="T90" fmla="*/ 20 w 46"/>
                    <a:gd name="T91" fmla="*/ 12 h 90"/>
                    <a:gd name="T92" fmla="*/ 20 w 46"/>
                    <a:gd name="T93" fmla="*/ 8 h 90"/>
                    <a:gd name="T94" fmla="*/ 24 w 46"/>
                    <a:gd name="T95" fmla="*/ 4 h 90"/>
                    <a:gd name="T96" fmla="*/ 34 w 46"/>
                    <a:gd name="T97" fmla="*/ 4 h 90"/>
                    <a:gd name="T98" fmla="*/ 34 w 46"/>
                    <a:gd name="T99" fmla="*/ 0 h 90"/>
                    <a:gd name="T100" fmla="*/ 42 w 46"/>
                    <a:gd name="T101" fmla="*/ 4 h 90"/>
                    <a:gd name="T102" fmla="*/ 46 w 46"/>
                    <a:gd name="T103" fmla="*/ 8 h 90"/>
                    <a:gd name="T104" fmla="*/ 12 w 46"/>
                    <a:gd name="T105" fmla="*/ 20 h 90"/>
                    <a:gd name="T106" fmla="*/ 8 w 46"/>
                    <a:gd name="T107" fmla="*/ 24 h 90"/>
                    <a:gd name="T108" fmla="*/ 12 w 46"/>
                    <a:gd name="T109" fmla="*/ 28 h 90"/>
                    <a:gd name="T110" fmla="*/ 12 w 46"/>
                    <a:gd name="T111" fmla="*/ 24 h 90"/>
                    <a:gd name="T112" fmla="*/ 16 w 46"/>
                    <a:gd name="T113" fmla="*/ 2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46" h="90">
                      <a:moveTo>
                        <a:pt x="46" y="8"/>
                      </a:moveTo>
                      <a:lnTo>
                        <a:pt x="46" y="8"/>
                      </a:lnTo>
                      <a:lnTo>
                        <a:pt x="46" y="8"/>
                      </a:lnTo>
                      <a:lnTo>
                        <a:pt x="46" y="8"/>
                      </a:lnTo>
                      <a:lnTo>
                        <a:pt x="46" y="8"/>
                      </a:lnTo>
                      <a:lnTo>
                        <a:pt x="46" y="8"/>
                      </a:lnTo>
                      <a:lnTo>
                        <a:pt x="46" y="8"/>
                      </a:lnTo>
                      <a:lnTo>
                        <a:pt x="46" y="8"/>
                      </a:lnTo>
                      <a:lnTo>
                        <a:pt x="42" y="8"/>
                      </a:lnTo>
                      <a:lnTo>
                        <a:pt x="42" y="8"/>
                      </a:lnTo>
                      <a:lnTo>
                        <a:pt x="46" y="8"/>
                      </a:lnTo>
                      <a:lnTo>
                        <a:pt x="46" y="8"/>
                      </a:lnTo>
                      <a:lnTo>
                        <a:pt x="46" y="8"/>
                      </a:lnTo>
                      <a:lnTo>
                        <a:pt x="46" y="8"/>
                      </a:lnTo>
                      <a:lnTo>
                        <a:pt x="46" y="8"/>
                      </a:lnTo>
                      <a:lnTo>
                        <a:pt x="46" y="8"/>
                      </a:lnTo>
                      <a:lnTo>
                        <a:pt x="46" y="8"/>
                      </a:lnTo>
                      <a:lnTo>
                        <a:pt x="42" y="8"/>
                      </a:lnTo>
                      <a:lnTo>
                        <a:pt x="42" y="8"/>
                      </a:lnTo>
                      <a:lnTo>
                        <a:pt x="42" y="12"/>
                      </a:lnTo>
                      <a:lnTo>
                        <a:pt x="42" y="12"/>
                      </a:lnTo>
                      <a:lnTo>
                        <a:pt x="42" y="12"/>
                      </a:lnTo>
                      <a:lnTo>
                        <a:pt x="42" y="12"/>
                      </a:lnTo>
                      <a:lnTo>
                        <a:pt x="42" y="12"/>
                      </a:lnTo>
                      <a:lnTo>
                        <a:pt x="42" y="12"/>
                      </a:lnTo>
                      <a:lnTo>
                        <a:pt x="42" y="12"/>
                      </a:lnTo>
                      <a:lnTo>
                        <a:pt x="42" y="12"/>
                      </a:lnTo>
                      <a:lnTo>
                        <a:pt x="42" y="12"/>
                      </a:lnTo>
                      <a:lnTo>
                        <a:pt x="42" y="16"/>
                      </a:lnTo>
                      <a:lnTo>
                        <a:pt x="42" y="16"/>
                      </a:lnTo>
                      <a:lnTo>
                        <a:pt x="42" y="16"/>
                      </a:lnTo>
                      <a:lnTo>
                        <a:pt x="42" y="16"/>
                      </a:lnTo>
                      <a:lnTo>
                        <a:pt x="42" y="16"/>
                      </a:lnTo>
                      <a:lnTo>
                        <a:pt x="46" y="16"/>
                      </a:lnTo>
                      <a:lnTo>
                        <a:pt x="46" y="16"/>
                      </a:lnTo>
                      <a:lnTo>
                        <a:pt x="46" y="16"/>
                      </a:lnTo>
                      <a:lnTo>
                        <a:pt x="46" y="16"/>
                      </a:lnTo>
                      <a:lnTo>
                        <a:pt x="46" y="16"/>
                      </a:lnTo>
                      <a:lnTo>
                        <a:pt x="46" y="16"/>
                      </a:lnTo>
                      <a:lnTo>
                        <a:pt x="46" y="16"/>
                      </a:lnTo>
                      <a:lnTo>
                        <a:pt x="42" y="16"/>
                      </a:lnTo>
                      <a:lnTo>
                        <a:pt x="42" y="16"/>
                      </a:lnTo>
                      <a:lnTo>
                        <a:pt x="42" y="16"/>
                      </a:lnTo>
                      <a:lnTo>
                        <a:pt x="42" y="16"/>
                      </a:lnTo>
                      <a:lnTo>
                        <a:pt x="42" y="16"/>
                      </a:lnTo>
                      <a:lnTo>
                        <a:pt x="42" y="16"/>
                      </a:lnTo>
                      <a:lnTo>
                        <a:pt x="42" y="16"/>
                      </a:lnTo>
                      <a:lnTo>
                        <a:pt x="42" y="16"/>
                      </a:lnTo>
                      <a:lnTo>
                        <a:pt x="38" y="16"/>
                      </a:lnTo>
                      <a:lnTo>
                        <a:pt x="38" y="16"/>
                      </a:lnTo>
                      <a:lnTo>
                        <a:pt x="38" y="20"/>
                      </a:lnTo>
                      <a:lnTo>
                        <a:pt x="38" y="20"/>
                      </a:lnTo>
                      <a:lnTo>
                        <a:pt x="38" y="20"/>
                      </a:lnTo>
                      <a:lnTo>
                        <a:pt x="38" y="20"/>
                      </a:lnTo>
                      <a:lnTo>
                        <a:pt x="38" y="20"/>
                      </a:lnTo>
                      <a:lnTo>
                        <a:pt x="38" y="20"/>
                      </a:lnTo>
                      <a:lnTo>
                        <a:pt x="38" y="20"/>
                      </a:lnTo>
                      <a:lnTo>
                        <a:pt x="38" y="24"/>
                      </a:lnTo>
                      <a:lnTo>
                        <a:pt x="38" y="24"/>
                      </a:lnTo>
                      <a:lnTo>
                        <a:pt x="38" y="24"/>
                      </a:lnTo>
                      <a:lnTo>
                        <a:pt x="38" y="24"/>
                      </a:lnTo>
                      <a:lnTo>
                        <a:pt x="38" y="24"/>
                      </a:lnTo>
                      <a:lnTo>
                        <a:pt x="38" y="24"/>
                      </a:lnTo>
                      <a:lnTo>
                        <a:pt x="34" y="28"/>
                      </a:lnTo>
                      <a:lnTo>
                        <a:pt x="34" y="28"/>
                      </a:lnTo>
                      <a:lnTo>
                        <a:pt x="34" y="28"/>
                      </a:lnTo>
                      <a:lnTo>
                        <a:pt x="34" y="28"/>
                      </a:lnTo>
                      <a:lnTo>
                        <a:pt x="34" y="28"/>
                      </a:lnTo>
                      <a:lnTo>
                        <a:pt x="34" y="28"/>
                      </a:lnTo>
                      <a:lnTo>
                        <a:pt x="34" y="28"/>
                      </a:lnTo>
                      <a:lnTo>
                        <a:pt x="34" y="28"/>
                      </a:lnTo>
                      <a:lnTo>
                        <a:pt x="34" y="28"/>
                      </a:lnTo>
                      <a:lnTo>
                        <a:pt x="34" y="28"/>
                      </a:lnTo>
                      <a:lnTo>
                        <a:pt x="38" y="28"/>
                      </a:lnTo>
                      <a:lnTo>
                        <a:pt x="38" y="24"/>
                      </a:lnTo>
                      <a:lnTo>
                        <a:pt x="38" y="24"/>
                      </a:lnTo>
                      <a:lnTo>
                        <a:pt x="38" y="24"/>
                      </a:lnTo>
                      <a:lnTo>
                        <a:pt x="38" y="24"/>
                      </a:lnTo>
                      <a:lnTo>
                        <a:pt x="38" y="24"/>
                      </a:lnTo>
                      <a:lnTo>
                        <a:pt x="38" y="24"/>
                      </a:lnTo>
                      <a:lnTo>
                        <a:pt x="34" y="24"/>
                      </a:lnTo>
                      <a:lnTo>
                        <a:pt x="34" y="24"/>
                      </a:lnTo>
                      <a:lnTo>
                        <a:pt x="34" y="28"/>
                      </a:lnTo>
                      <a:lnTo>
                        <a:pt x="34" y="28"/>
                      </a:lnTo>
                      <a:lnTo>
                        <a:pt x="34" y="28"/>
                      </a:lnTo>
                      <a:lnTo>
                        <a:pt x="34" y="28"/>
                      </a:lnTo>
                      <a:lnTo>
                        <a:pt x="34" y="28"/>
                      </a:lnTo>
                      <a:lnTo>
                        <a:pt x="34" y="28"/>
                      </a:lnTo>
                      <a:lnTo>
                        <a:pt x="34" y="28"/>
                      </a:lnTo>
                      <a:lnTo>
                        <a:pt x="34" y="28"/>
                      </a:lnTo>
                      <a:lnTo>
                        <a:pt x="34" y="28"/>
                      </a:lnTo>
                      <a:lnTo>
                        <a:pt x="34" y="28"/>
                      </a:lnTo>
                      <a:lnTo>
                        <a:pt x="34" y="28"/>
                      </a:lnTo>
                      <a:lnTo>
                        <a:pt x="34" y="28"/>
                      </a:lnTo>
                      <a:lnTo>
                        <a:pt x="34" y="24"/>
                      </a:lnTo>
                      <a:lnTo>
                        <a:pt x="34" y="24"/>
                      </a:lnTo>
                      <a:lnTo>
                        <a:pt x="34" y="24"/>
                      </a:lnTo>
                      <a:lnTo>
                        <a:pt x="34" y="24"/>
                      </a:lnTo>
                      <a:lnTo>
                        <a:pt x="34" y="24"/>
                      </a:lnTo>
                      <a:lnTo>
                        <a:pt x="34" y="20"/>
                      </a:lnTo>
                      <a:lnTo>
                        <a:pt x="34" y="20"/>
                      </a:lnTo>
                      <a:lnTo>
                        <a:pt x="34" y="20"/>
                      </a:lnTo>
                      <a:lnTo>
                        <a:pt x="34" y="20"/>
                      </a:lnTo>
                      <a:lnTo>
                        <a:pt x="34" y="20"/>
                      </a:lnTo>
                      <a:lnTo>
                        <a:pt x="34" y="20"/>
                      </a:lnTo>
                      <a:lnTo>
                        <a:pt x="34" y="20"/>
                      </a:lnTo>
                      <a:lnTo>
                        <a:pt x="34" y="20"/>
                      </a:lnTo>
                      <a:lnTo>
                        <a:pt x="34" y="20"/>
                      </a:lnTo>
                      <a:lnTo>
                        <a:pt x="34" y="20"/>
                      </a:lnTo>
                      <a:lnTo>
                        <a:pt x="34" y="24"/>
                      </a:lnTo>
                      <a:lnTo>
                        <a:pt x="34" y="24"/>
                      </a:lnTo>
                      <a:lnTo>
                        <a:pt x="34" y="24"/>
                      </a:lnTo>
                      <a:lnTo>
                        <a:pt x="30" y="24"/>
                      </a:lnTo>
                      <a:lnTo>
                        <a:pt x="30" y="24"/>
                      </a:lnTo>
                      <a:lnTo>
                        <a:pt x="30" y="24"/>
                      </a:lnTo>
                      <a:lnTo>
                        <a:pt x="30" y="24"/>
                      </a:lnTo>
                      <a:lnTo>
                        <a:pt x="30" y="24"/>
                      </a:lnTo>
                      <a:lnTo>
                        <a:pt x="30" y="24"/>
                      </a:lnTo>
                      <a:lnTo>
                        <a:pt x="30" y="24"/>
                      </a:lnTo>
                      <a:lnTo>
                        <a:pt x="30" y="24"/>
                      </a:lnTo>
                      <a:lnTo>
                        <a:pt x="30" y="24"/>
                      </a:lnTo>
                      <a:lnTo>
                        <a:pt x="26" y="24"/>
                      </a:lnTo>
                      <a:lnTo>
                        <a:pt x="26" y="28"/>
                      </a:lnTo>
                      <a:lnTo>
                        <a:pt x="26" y="28"/>
                      </a:lnTo>
                      <a:lnTo>
                        <a:pt x="26" y="28"/>
                      </a:lnTo>
                      <a:lnTo>
                        <a:pt x="26" y="28"/>
                      </a:lnTo>
                      <a:lnTo>
                        <a:pt x="26" y="28"/>
                      </a:lnTo>
                      <a:lnTo>
                        <a:pt x="26" y="28"/>
                      </a:lnTo>
                      <a:lnTo>
                        <a:pt x="26" y="28"/>
                      </a:lnTo>
                      <a:lnTo>
                        <a:pt x="26" y="28"/>
                      </a:lnTo>
                      <a:lnTo>
                        <a:pt x="26" y="28"/>
                      </a:lnTo>
                      <a:lnTo>
                        <a:pt x="26" y="30"/>
                      </a:lnTo>
                      <a:lnTo>
                        <a:pt x="26" y="30"/>
                      </a:lnTo>
                      <a:lnTo>
                        <a:pt x="26" y="30"/>
                      </a:lnTo>
                      <a:lnTo>
                        <a:pt x="26" y="30"/>
                      </a:lnTo>
                      <a:lnTo>
                        <a:pt x="26" y="30"/>
                      </a:lnTo>
                      <a:lnTo>
                        <a:pt x="26" y="30"/>
                      </a:lnTo>
                      <a:lnTo>
                        <a:pt x="26" y="34"/>
                      </a:lnTo>
                      <a:lnTo>
                        <a:pt x="26" y="34"/>
                      </a:lnTo>
                      <a:lnTo>
                        <a:pt x="26" y="34"/>
                      </a:lnTo>
                      <a:lnTo>
                        <a:pt x="26" y="38"/>
                      </a:lnTo>
                      <a:lnTo>
                        <a:pt x="24" y="38"/>
                      </a:lnTo>
                      <a:lnTo>
                        <a:pt x="24" y="42"/>
                      </a:lnTo>
                      <a:lnTo>
                        <a:pt x="24" y="42"/>
                      </a:lnTo>
                      <a:lnTo>
                        <a:pt x="24" y="42"/>
                      </a:lnTo>
                      <a:lnTo>
                        <a:pt x="24" y="42"/>
                      </a:lnTo>
                      <a:lnTo>
                        <a:pt x="24" y="42"/>
                      </a:lnTo>
                      <a:lnTo>
                        <a:pt x="24" y="42"/>
                      </a:lnTo>
                      <a:lnTo>
                        <a:pt x="24" y="42"/>
                      </a:lnTo>
                      <a:lnTo>
                        <a:pt x="24" y="46"/>
                      </a:lnTo>
                      <a:lnTo>
                        <a:pt x="24" y="46"/>
                      </a:lnTo>
                      <a:lnTo>
                        <a:pt x="24" y="50"/>
                      </a:lnTo>
                      <a:lnTo>
                        <a:pt x="24" y="50"/>
                      </a:lnTo>
                      <a:lnTo>
                        <a:pt x="24" y="50"/>
                      </a:lnTo>
                      <a:lnTo>
                        <a:pt x="24" y="50"/>
                      </a:lnTo>
                      <a:lnTo>
                        <a:pt x="24" y="50"/>
                      </a:lnTo>
                      <a:lnTo>
                        <a:pt x="24" y="50"/>
                      </a:lnTo>
                      <a:lnTo>
                        <a:pt x="24" y="50"/>
                      </a:lnTo>
                      <a:lnTo>
                        <a:pt x="24" y="50"/>
                      </a:lnTo>
                      <a:lnTo>
                        <a:pt x="24" y="50"/>
                      </a:lnTo>
                      <a:lnTo>
                        <a:pt x="24" y="50"/>
                      </a:lnTo>
                      <a:lnTo>
                        <a:pt x="24" y="54"/>
                      </a:lnTo>
                      <a:lnTo>
                        <a:pt x="24" y="58"/>
                      </a:lnTo>
                      <a:lnTo>
                        <a:pt x="24" y="58"/>
                      </a:lnTo>
                      <a:lnTo>
                        <a:pt x="24" y="58"/>
                      </a:lnTo>
                      <a:lnTo>
                        <a:pt x="24" y="62"/>
                      </a:lnTo>
                      <a:lnTo>
                        <a:pt x="26" y="64"/>
                      </a:lnTo>
                      <a:lnTo>
                        <a:pt x="26" y="64"/>
                      </a:lnTo>
                      <a:lnTo>
                        <a:pt x="26" y="68"/>
                      </a:lnTo>
                      <a:lnTo>
                        <a:pt x="26" y="68"/>
                      </a:lnTo>
                      <a:lnTo>
                        <a:pt x="26" y="68"/>
                      </a:lnTo>
                      <a:lnTo>
                        <a:pt x="26" y="72"/>
                      </a:lnTo>
                      <a:lnTo>
                        <a:pt x="26" y="72"/>
                      </a:lnTo>
                      <a:lnTo>
                        <a:pt x="26" y="72"/>
                      </a:lnTo>
                      <a:lnTo>
                        <a:pt x="26" y="76"/>
                      </a:lnTo>
                      <a:lnTo>
                        <a:pt x="26" y="76"/>
                      </a:lnTo>
                      <a:lnTo>
                        <a:pt x="24" y="76"/>
                      </a:lnTo>
                      <a:lnTo>
                        <a:pt x="24" y="76"/>
                      </a:lnTo>
                      <a:lnTo>
                        <a:pt x="24" y="78"/>
                      </a:lnTo>
                      <a:lnTo>
                        <a:pt x="24" y="78"/>
                      </a:lnTo>
                      <a:lnTo>
                        <a:pt x="24" y="82"/>
                      </a:lnTo>
                      <a:lnTo>
                        <a:pt x="24" y="82"/>
                      </a:lnTo>
                      <a:lnTo>
                        <a:pt x="20" y="82"/>
                      </a:lnTo>
                      <a:lnTo>
                        <a:pt x="20" y="82"/>
                      </a:lnTo>
                      <a:lnTo>
                        <a:pt x="20" y="82"/>
                      </a:lnTo>
                      <a:lnTo>
                        <a:pt x="20" y="86"/>
                      </a:lnTo>
                      <a:lnTo>
                        <a:pt x="20" y="86"/>
                      </a:lnTo>
                      <a:lnTo>
                        <a:pt x="20" y="86"/>
                      </a:lnTo>
                      <a:lnTo>
                        <a:pt x="20" y="86"/>
                      </a:lnTo>
                      <a:lnTo>
                        <a:pt x="16" y="90"/>
                      </a:lnTo>
                      <a:lnTo>
                        <a:pt x="16" y="90"/>
                      </a:lnTo>
                      <a:lnTo>
                        <a:pt x="12" y="90"/>
                      </a:lnTo>
                      <a:lnTo>
                        <a:pt x="12" y="90"/>
                      </a:lnTo>
                      <a:lnTo>
                        <a:pt x="12" y="90"/>
                      </a:lnTo>
                      <a:lnTo>
                        <a:pt x="12" y="90"/>
                      </a:lnTo>
                      <a:lnTo>
                        <a:pt x="12" y="90"/>
                      </a:lnTo>
                      <a:lnTo>
                        <a:pt x="8" y="90"/>
                      </a:lnTo>
                      <a:lnTo>
                        <a:pt x="8" y="90"/>
                      </a:lnTo>
                      <a:lnTo>
                        <a:pt x="8" y="90"/>
                      </a:lnTo>
                      <a:lnTo>
                        <a:pt x="8" y="90"/>
                      </a:lnTo>
                      <a:lnTo>
                        <a:pt x="8" y="86"/>
                      </a:lnTo>
                      <a:lnTo>
                        <a:pt x="8" y="86"/>
                      </a:lnTo>
                      <a:lnTo>
                        <a:pt x="8" y="86"/>
                      </a:lnTo>
                      <a:lnTo>
                        <a:pt x="4" y="82"/>
                      </a:lnTo>
                      <a:lnTo>
                        <a:pt x="4" y="82"/>
                      </a:lnTo>
                      <a:lnTo>
                        <a:pt x="4" y="82"/>
                      </a:lnTo>
                      <a:lnTo>
                        <a:pt x="4" y="82"/>
                      </a:lnTo>
                      <a:lnTo>
                        <a:pt x="4" y="82"/>
                      </a:lnTo>
                      <a:lnTo>
                        <a:pt x="4" y="82"/>
                      </a:lnTo>
                      <a:lnTo>
                        <a:pt x="4" y="78"/>
                      </a:lnTo>
                      <a:lnTo>
                        <a:pt x="4" y="78"/>
                      </a:lnTo>
                      <a:lnTo>
                        <a:pt x="4" y="78"/>
                      </a:lnTo>
                      <a:lnTo>
                        <a:pt x="4" y="76"/>
                      </a:lnTo>
                      <a:lnTo>
                        <a:pt x="4" y="76"/>
                      </a:lnTo>
                      <a:lnTo>
                        <a:pt x="4" y="76"/>
                      </a:lnTo>
                      <a:lnTo>
                        <a:pt x="4" y="76"/>
                      </a:lnTo>
                      <a:lnTo>
                        <a:pt x="4" y="76"/>
                      </a:lnTo>
                      <a:lnTo>
                        <a:pt x="4" y="76"/>
                      </a:lnTo>
                      <a:lnTo>
                        <a:pt x="4" y="72"/>
                      </a:lnTo>
                      <a:lnTo>
                        <a:pt x="4" y="72"/>
                      </a:lnTo>
                      <a:lnTo>
                        <a:pt x="4" y="72"/>
                      </a:lnTo>
                      <a:lnTo>
                        <a:pt x="4" y="72"/>
                      </a:lnTo>
                      <a:lnTo>
                        <a:pt x="4" y="72"/>
                      </a:lnTo>
                      <a:lnTo>
                        <a:pt x="4" y="68"/>
                      </a:lnTo>
                      <a:lnTo>
                        <a:pt x="4" y="68"/>
                      </a:lnTo>
                      <a:lnTo>
                        <a:pt x="4" y="68"/>
                      </a:lnTo>
                      <a:lnTo>
                        <a:pt x="4" y="68"/>
                      </a:lnTo>
                      <a:lnTo>
                        <a:pt x="4" y="68"/>
                      </a:lnTo>
                      <a:lnTo>
                        <a:pt x="4" y="68"/>
                      </a:lnTo>
                      <a:lnTo>
                        <a:pt x="4" y="64"/>
                      </a:lnTo>
                      <a:lnTo>
                        <a:pt x="4" y="62"/>
                      </a:lnTo>
                      <a:lnTo>
                        <a:pt x="4" y="62"/>
                      </a:lnTo>
                      <a:lnTo>
                        <a:pt x="4" y="62"/>
                      </a:lnTo>
                      <a:lnTo>
                        <a:pt x="0" y="62"/>
                      </a:lnTo>
                      <a:lnTo>
                        <a:pt x="0" y="62"/>
                      </a:lnTo>
                      <a:lnTo>
                        <a:pt x="0" y="62"/>
                      </a:lnTo>
                      <a:lnTo>
                        <a:pt x="0" y="58"/>
                      </a:lnTo>
                      <a:lnTo>
                        <a:pt x="0" y="58"/>
                      </a:lnTo>
                      <a:lnTo>
                        <a:pt x="4" y="58"/>
                      </a:lnTo>
                      <a:lnTo>
                        <a:pt x="4" y="58"/>
                      </a:lnTo>
                      <a:lnTo>
                        <a:pt x="4" y="58"/>
                      </a:lnTo>
                      <a:lnTo>
                        <a:pt x="4" y="58"/>
                      </a:lnTo>
                      <a:lnTo>
                        <a:pt x="4" y="54"/>
                      </a:lnTo>
                      <a:lnTo>
                        <a:pt x="4" y="54"/>
                      </a:lnTo>
                      <a:lnTo>
                        <a:pt x="4" y="54"/>
                      </a:lnTo>
                      <a:lnTo>
                        <a:pt x="4" y="54"/>
                      </a:lnTo>
                      <a:lnTo>
                        <a:pt x="4" y="54"/>
                      </a:lnTo>
                      <a:lnTo>
                        <a:pt x="4" y="54"/>
                      </a:lnTo>
                      <a:lnTo>
                        <a:pt x="4" y="54"/>
                      </a:lnTo>
                      <a:lnTo>
                        <a:pt x="4" y="54"/>
                      </a:lnTo>
                      <a:lnTo>
                        <a:pt x="4" y="50"/>
                      </a:lnTo>
                      <a:lnTo>
                        <a:pt x="4" y="50"/>
                      </a:lnTo>
                      <a:lnTo>
                        <a:pt x="4" y="50"/>
                      </a:lnTo>
                      <a:lnTo>
                        <a:pt x="4" y="50"/>
                      </a:lnTo>
                      <a:lnTo>
                        <a:pt x="4" y="46"/>
                      </a:lnTo>
                      <a:lnTo>
                        <a:pt x="4" y="46"/>
                      </a:lnTo>
                      <a:lnTo>
                        <a:pt x="4" y="46"/>
                      </a:lnTo>
                      <a:lnTo>
                        <a:pt x="4" y="46"/>
                      </a:lnTo>
                      <a:lnTo>
                        <a:pt x="4" y="42"/>
                      </a:lnTo>
                      <a:lnTo>
                        <a:pt x="4" y="42"/>
                      </a:lnTo>
                      <a:lnTo>
                        <a:pt x="4" y="42"/>
                      </a:lnTo>
                      <a:lnTo>
                        <a:pt x="4" y="42"/>
                      </a:lnTo>
                      <a:lnTo>
                        <a:pt x="8" y="42"/>
                      </a:lnTo>
                      <a:lnTo>
                        <a:pt x="8" y="42"/>
                      </a:lnTo>
                      <a:lnTo>
                        <a:pt x="8" y="42"/>
                      </a:lnTo>
                      <a:lnTo>
                        <a:pt x="8" y="42"/>
                      </a:lnTo>
                      <a:lnTo>
                        <a:pt x="8" y="38"/>
                      </a:lnTo>
                      <a:lnTo>
                        <a:pt x="8" y="38"/>
                      </a:lnTo>
                      <a:lnTo>
                        <a:pt x="8" y="38"/>
                      </a:lnTo>
                      <a:lnTo>
                        <a:pt x="8" y="38"/>
                      </a:lnTo>
                      <a:lnTo>
                        <a:pt x="8" y="38"/>
                      </a:lnTo>
                      <a:lnTo>
                        <a:pt x="8" y="38"/>
                      </a:lnTo>
                      <a:lnTo>
                        <a:pt x="8" y="38"/>
                      </a:lnTo>
                      <a:lnTo>
                        <a:pt x="8" y="38"/>
                      </a:lnTo>
                      <a:lnTo>
                        <a:pt x="8" y="38"/>
                      </a:lnTo>
                      <a:lnTo>
                        <a:pt x="8" y="38"/>
                      </a:lnTo>
                      <a:lnTo>
                        <a:pt x="8" y="38"/>
                      </a:lnTo>
                      <a:lnTo>
                        <a:pt x="8" y="34"/>
                      </a:lnTo>
                      <a:lnTo>
                        <a:pt x="8" y="34"/>
                      </a:lnTo>
                      <a:lnTo>
                        <a:pt x="8" y="34"/>
                      </a:lnTo>
                      <a:lnTo>
                        <a:pt x="8" y="34"/>
                      </a:lnTo>
                      <a:lnTo>
                        <a:pt x="8" y="34"/>
                      </a:lnTo>
                      <a:lnTo>
                        <a:pt x="8" y="30"/>
                      </a:lnTo>
                      <a:lnTo>
                        <a:pt x="8" y="30"/>
                      </a:lnTo>
                      <a:lnTo>
                        <a:pt x="8" y="30"/>
                      </a:lnTo>
                      <a:lnTo>
                        <a:pt x="8" y="30"/>
                      </a:lnTo>
                      <a:lnTo>
                        <a:pt x="8" y="30"/>
                      </a:lnTo>
                      <a:lnTo>
                        <a:pt x="8" y="30"/>
                      </a:lnTo>
                      <a:lnTo>
                        <a:pt x="12" y="28"/>
                      </a:lnTo>
                      <a:lnTo>
                        <a:pt x="12" y="28"/>
                      </a:lnTo>
                      <a:lnTo>
                        <a:pt x="12" y="28"/>
                      </a:lnTo>
                      <a:lnTo>
                        <a:pt x="8" y="28"/>
                      </a:lnTo>
                      <a:lnTo>
                        <a:pt x="8" y="28"/>
                      </a:lnTo>
                      <a:lnTo>
                        <a:pt x="8" y="28"/>
                      </a:lnTo>
                      <a:lnTo>
                        <a:pt x="4" y="28"/>
                      </a:lnTo>
                      <a:lnTo>
                        <a:pt x="4" y="28"/>
                      </a:lnTo>
                      <a:lnTo>
                        <a:pt x="4" y="28"/>
                      </a:lnTo>
                      <a:lnTo>
                        <a:pt x="4" y="28"/>
                      </a:lnTo>
                      <a:lnTo>
                        <a:pt x="4" y="30"/>
                      </a:lnTo>
                      <a:lnTo>
                        <a:pt x="4" y="30"/>
                      </a:lnTo>
                      <a:lnTo>
                        <a:pt x="4" y="30"/>
                      </a:lnTo>
                      <a:lnTo>
                        <a:pt x="0" y="34"/>
                      </a:lnTo>
                      <a:lnTo>
                        <a:pt x="0" y="34"/>
                      </a:lnTo>
                      <a:lnTo>
                        <a:pt x="0" y="34"/>
                      </a:lnTo>
                      <a:lnTo>
                        <a:pt x="0" y="34"/>
                      </a:lnTo>
                      <a:lnTo>
                        <a:pt x="0" y="34"/>
                      </a:lnTo>
                      <a:lnTo>
                        <a:pt x="0" y="30"/>
                      </a:lnTo>
                      <a:lnTo>
                        <a:pt x="0" y="30"/>
                      </a:lnTo>
                      <a:lnTo>
                        <a:pt x="0" y="30"/>
                      </a:lnTo>
                      <a:lnTo>
                        <a:pt x="0" y="28"/>
                      </a:lnTo>
                      <a:lnTo>
                        <a:pt x="4" y="28"/>
                      </a:lnTo>
                      <a:lnTo>
                        <a:pt x="4" y="24"/>
                      </a:lnTo>
                      <a:lnTo>
                        <a:pt x="4" y="24"/>
                      </a:lnTo>
                      <a:lnTo>
                        <a:pt x="4" y="24"/>
                      </a:lnTo>
                      <a:lnTo>
                        <a:pt x="4" y="24"/>
                      </a:lnTo>
                      <a:lnTo>
                        <a:pt x="4" y="24"/>
                      </a:lnTo>
                      <a:lnTo>
                        <a:pt x="4" y="24"/>
                      </a:lnTo>
                      <a:lnTo>
                        <a:pt x="4" y="24"/>
                      </a:lnTo>
                      <a:lnTo>
                        <a:pt x="4" y="24"/>
                      </a:lnTo>
                      <a:lnTo>
                        <a:pt x="4" y="24"/>
                      </a:lnTo>
                      <a:lnTo>
                        <a:pt x="8" y="20"/>
                      </a:lnTo>
                      <a:lnTo>
                        <a:pt x="8" y="20"/>
                      </a:lnTo>
                      <a:lnTo>
                        <a:pt x="8" y="20"/>
                      </a:lnTo>
                      <a:lnTo>
                        <a:pt x="8" y="20"/>
                      </a:lnTo>
                      <a:lnTo>
                        <a:pt x="8" y="20"/>
                      </a:lnTo>
                      <a:lnTo>
                        <a:pt x="8" y="20"/>
                      </a:lnTo>
                      <a:lnTo>
                        <a:pt x="8" y="16"/>
                      </a:lnTo>
                      <a:lnTo>
                        <a:pt x="12" y="16"/>
                      </a:lnTo>
                      <a:lnTo>
                        <a:pt x="12" y="16"/>
                      </a:lnTo>
                      <a:lnTo>
                        <a:pt x="12" y="8"/>
                      </a:lnTo>
                      <a:lnTo>
                        <a:pt x="16" y="4"/>
                      </a:lnTo>
                      <a:lnTo>
                        <a:pt x="16" y="4"/>
                      </a:lnTo>
                      <a:lnTo>
                        <a:pt x="16" y="4"/>
                      </a:lnTo>
                      <a:lnTo>
                        <a:pt x="16" y="4"/>
                      </a:lnTo>
                      <a:lnTo>
                        <a:pt x="16" y="4"/>
                      </a:lnTo>
                      <a:lnTo>
                        <a:pt x="16" y="4"/>
                      </a:lnTo>
                      <a:lnTo>
                        <a:pt x="16" y="4"/>
                      </a:lnTo>
                      <a:lnTo>
                        <a:pt x="16" y="4"/>
                      </a:lnTo>
                      <a:lnTo>
                        <a:pt x="16" y="4"/>
                      </a:lnTo>
                      <a:lnTo>
                        <a:pt x="16" y="8"/>
                      </a:lnTo>
                      <a:lnTo>
                        <a:pt x="16" y="8"/>
                      </a:lnTo>
                      <a:lnTo>
                        <a:pt x="16" y="8"/>
                      </a:lnTo>
                      <a:lnTo>
                        <a:pt x="16" y="8"/>
                      </a:lnTo>
                      <a:lnTo>
                        <a:pt x="16" y="8"/>
                      </a:lnTo>
                      <a:lnTo>
                        <a:pt x="16" y="8"/>
                      </a:lnTo>
                      <a:lnTo>
                        <a:pt x="16" y="8"/>
                      </a:lnTo>
                      <a:lnTo>
                        <a:pt x="16" y="8"/>
                      </a:lnTo>
                      <a:lnTo>
                        <a:pt x="20" y="8"/>
                      </a:lnTo>
                      <a:lnTo>
                        <a:pt x="20" y="4"/>
                      </a:lnTo>
                      <a:lnTo>
                        <a:pt x="20" y="4"/>
                      </a:lnTo>
                      <a:lnTo>
                        <a:pt x="20" y="4"/>
                      </a:lnTo>
                      <a:lnTo>
                        <a:pt x="24" y="4"/>
                      </a:lnTo>
                      <a:lnTo>
                        <a:pt x="24" y="4"/>
                      </a:lnTo>
                      <a:lnTo>
                        <a:pt x="24" y="4"/>
                      </a:lnTo>
                      <a:lnTo>
                        <a:pt x="24" y="8"/>
                      </a:lnTo>
                      <a:lnTo>
                        <a:pt x="24" y="8"/>
                      </a:lnTo>
                      <a:lnTo>
                        <a:pt x="20" y="8"/>
                      </a:lnTo>
                      <a:lnTo>
                        <a:pt x="20" y="8"/>
                      </a:lnTo>
                      <a:lnTo>
                        <a:pt x="20" y="8"/>
                      </a:lnTo>
                      <a:lnTo>
                        <a:pt x="20" y="8"/>
                      </a:lnTo>
                      <a:lnTo>
                        <a:pt x="20" y="8"/>
                      </a:lnTo>
                      <a:lnTo>
                        <a:pt x="20" y="12"/>
                      </a:lnTo>
                      <a:lnTo>
                        <a:pt x="20" y="12"/>
                      </a:lnTo>
                      <a:lnTo>
                        <a:pt x="20" y="12"/>
                      </a:lnTo>
                      <a:lnTo>
                        <a:pt x="20" y="12"/>
                      </a:lnTo>
                      <a:lnTo>
                        <a:pt x="20" y="12"/>
                      </a:lnTo>
                      <a:lnTo>
                        <a:pt x="20" y="12"/>
                      </a:lnTo>
                      <a:lnTo>
                        <a:pt x="20" y="12"/>
                      </a:lnTo>
                      <a:lnTo>
                        <a:pt x="20" y="12"/>
                      </a:lnTo>
                      <a:lnTo>
                        <a:pt x="20" y="12"/>
                      </a:lnTo>
                      <a:lnTo>
                        <a:pt x="20" y="12"/>
                      </a:lnTo>
                      <a:lnTo>
                        <a:pt x="20" y="12"/>
                      </a:lnTo>
                      <a:lnTo>
                        <a:pt x="20" y="12"/>
                      </a:lnTo>
                      <a:lnTo>
                        <a:pt x="20" y="8"/>
                      </a:lnTo>
                      <a:lnTo>
                        <a:pt x="20" y="8"/>
                      </a:lnTo>
                      <a:lnTo>
                        <a:pt x="20" y="8"/>
                      </a:lnTo>
                      <a:lnTo>
                        <a:pt x="24" y="8"/>
                      </a:lnTo>
                      <a:lnTo>
                        <a:pt x="24" y="8"/>
                      </a:lnTo>
                      <a:lnTo>
                        <a:pt x="24" y="8"/>
                      </a:lnTo>
                      <a:lnTo>
                        <a:pt x="24" y="8"/>
                      </a:lnTo>
                      <a:lnTo>
                        <a:pt x="24" y="8"/>
                      </a:lnTo>
                      <a:lnTo>
                        <a:pt x="24" y="4"/>
                      </a:lnTo>
                      <a:lnTo>
                        <a:pt x="24" y="4"/>
                      </a:lnTo>
                      <a:lnTo>
                        <a:pt x="24" y="4"/>
                      </a:lnTo>
                      <a:lnTo>
                        <a:pt x="26" y="4"/>
                      </a:lnTo>
                      <a:lnTo>
                        <a:pt x="26" y="4"/>
                      </a:lnTo>
                      <a:lnTo>
                        <a:pt x="26" y="4"/>
                      </a:lnTo>
                      <a:lnTo>
                        <a:pt x="26" y="4"/>
                      </a:lnTo>
                      <a:lnTo>
                        <a:pt x="26" y="4"/>
                      </a:lnTo>
                      <a:lnTo>
                        <a:pt x="30" y="4"/>
                      </a:lnTo>
                      <a:lnTo>
                        <a:pt x="34" y="4"/>
                      </a:lnTo>
                      <a:lnTo>
                        <a:pt x="34" y="4"/>
                      </a:lnTo>
                      <a:lnTo>
                        <a:pt x="34" y="4"/>
                      </a:lnTo>
                      <a:lnTo>
                        <a:pt x="34" y="4"/>
                      </a:lnTo>
                      <a:lnTo>
                        <a:pt x="34" y="4"/>
                      </a:lnTo>
                      <a:lnTo>
                        <a:pt x="34" y="4"/>
                      </a:lnTo>
                      <a:lnTo>
                        <a:pt x="34" y="4"/>
                      </a:lnTo>
                      <a:lnTo>
                        <a:pt x="34" y="4"/>
                      </a:lnTo>
                      <a:lnTo>
                        <a:pt x="34" y="0"/>
                      </a:lnTo>
                      <a:lnTo>
                        <a:pt x="34" y="0"/>
                      </a:lnTo>
                      <a:lnTo>
                        <a:pt x="34" y="0"/>
                      </a:lnTo>
                      <a:lnTo>
                        <a:pt x="34" y="0"/>
                      </a:lnTo>
                      <a:lnTo>
                        <a:pt x="38" y="0"/>
                      </a:lnTo>
                      <a:lnTo>
                        <a:pt x="38" y="0"/>
                      </a:lnTo>
                      <a:lnTo>
                        <a:pt x="42" y="0"/>
                      </a:lnTo>
                      <a:lnTo>
                        <a:pt x="42" y="0"/>
                      </a:lnTo>
                      <a:lnTo>
                        <a:pt x="42" y="4"/>
                      </a:lnTo>
                      <a:lnTo>
                        <a:pt x="42" y="4"/>
                      </a:lnTo>
                      <a:lnTo>
                        <a:pt x="46" y="4"/>
                      </a:lnTo>
                      <a:lnTo>
                        <a:pt x="46" y="4"/>
                      </a:lnTo>
                      <a:lnTo>
                        <a:pt x="46" y="4"/>
                      </a:lnTo>
                      <a:lnTo>
                        <a:pt x="46" y="4"/>
                      </a:lnTo>
                      <a:lnTo>
                        <a:pt x="46" y="4"/>
                      </a:lnTo>
                      <a:lnTo>
                        <a:pt x="46" y="8"/>
                      </a:lnTo>
                      <a:lnTo>
                        <a:pt x="46" y="8"/>
                      </a:lnTo>
                      <a:lnTo>
                        <a:pt x="46" y="8"/>
                      </a:lnTo>
                      <a:close/>
                      <a:moveTo>
                        <a:pt x="16" y="20"/>
                      </a:moveTo>
                      <a:lnTo>
                        <a:pt x="16" y="20"/>
                      </a:lnTo>
                      <a:lnTo>
                        <a:pt x="16" y="20"/>
                      </a:lnTo>
                      <a:lnTo>
                        <a:pt x="16" y="16"/>
                      </a:lnTo>
                      <a:lnTo>
                        <a:pt x="16" y="16"/>
                      </a:lnTo>
                      <a:lnTo>
                        <a:pt x="16" y="16"/>
                      </a:lnTo>
                      <a:lnTo>
                        <a:pt x="12" y="20"/>
                      </a:lnTo>
                      <a:lnTo>
                        <a:pt x="12" y="20"/>
                      </a:lnTo>
                      <a:lnTo>
                        <a:pt x="12" y="20"/>
                      </a:lnTo>
                      <a:lnTo>
                        <a:pt x="12" y="20"/>
                      </a:lnTo>
                      <a:lnTo>
                        <a:pt x="12" y="20"/>
                      </a:lnTo>
                      <a:lnTo>
                        <a:pt x="12" y="20"/>
                      </a:lnTo>
                      <a:lnTo>
                        <a:pt x="12" y="20"/>
                      </a:lnTo>
                      <a:lnTo>
                        <a:pt x="12" y="20"/>
                      </a:lnTo>
                      <a:lnTo>
                        <a:pt x="12" y="20"/>
                      </a:lnTo>
                      <a:lnTo>
                        <a:pt x="8" y="24"/>
                      </a:lnTo>
                      <a:lnTo>
                        <a:pt x="8" y="24"/>
                      </a:lnTo>
                      <a:lnTo>
                        <a:pt x="8" y="28"/>
                      </a:lnTo>
                      <a:lnTo>
                        <a:pt x="8" y="28"/>
                      </a:lnTo>
                      <a:lnTo>
                        <a:pt x="8" y="28"/>
                      </a:lnTo>
                      <a:lnTo>
                        <a:pt x="8" y="28"/>
                      </a:lnTo>
                      <a:lnTo>
                        <a:pt x="8" y="28"/>
                      </a:lnTo>
                      <a:lnTo>
                        <a:pt x="12" y="28"/>
                      </a:lnTo>
                      <a:lnTo>
                        <a:pt x="12" y="28"/>
                      </a:lnTo>
                      <a:lnTo>
                        <a:pt x="12" y="28"/>
                      </a:lnTo>
                      <a:lnTo>
                        <a:pt x="12" y="28"/>
                      </a:lnTo>
                      <a:lnTo>
                        <a:pt x="12" y="28"/>
                      </a:lnTo>
                      <a:lnTo>
                        <a:pt x="12" y="28"/>
                      </a:lnTo>
                      <a:lnTo>
                        <a:pt x="12" y="24"/>
                      </a:lnTo>
                      <a:lnTo>
                        <a:pt x="12" y="24"/>
                      </a:lnTo>
                      <a:lnTo>
                        <a:pt x="12" y="24"/>
                      </a:lnTo>
                      <a:lnTo>
                        <a:pt x="12" y="24"/>
                      </a:lnTo>
                      <a:lnTo>
                        <a:pt x="12" y="24"/>
                      </a:lnTo>
                      <a:lnTo>
                        <a:pt x="12" y="24"/>
                      </a:lnTo>
                      <a:lnTo>
                        <a:pt x="12" y="24"/>
                      </a:lnTo>
                      <a:lnTo>
                        <a:pt x="12" y="24"/>
                      </a:lnTo>
                      <a:lnTo>
                        <a:pt x="16" y="20"/>
                      </a:lnTo>
                      <a:lnTo>
                        <a:pt x="16" y="20"/>
                      </a:lnTo>
                      <a:lnTo>
                        <a:pt x="16" y="20"/>
                      </a:lnTo>
                      <a:lnTo>
                        <a:pt x="16" y="20"/>
                      </a:lnTo>
                      <a:lnTo>
                        <a:pt x="16" y="20"/>
                      </a:lnTo>
                      <a:lnTo>
                        <a:pt x="16" y="20"/>
                      </a:lnTo>
                      <a:lnTo>
                        <a:pt x="16" y="20"/>
                      </a:lnTo>
                      <a:lnTo>
                        <a:pt x="16" y="20"/>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257" name="Freeform 224">
                  <a:extLst>
                    <a:ext uri="{FF2B5EF4-FFF2-40B4-BE49-F238E27FC236}">
                      <a16:creationId xmlns:a16="http://schemas.microsoft.com/office/drawing/2014/main" id="{64CF145A-5797-2946-5AE2-1A796D486B87}"/>
                    </a:ext>
                  </a:extLst>
                </p:cNvPr>
                <p:cNvSpPr>
                  <a:spLocks/>
                </p:cNvSpPr>
                <p:nvPr/>
              </p:nvSpPr>
              <p:spPr bwMode="gray">
                <a:xfrm>
                  <a:off x="2834579" y="3128296"/>
                  <a:ext cx="97399" cy="48699"/>
                </a:xfrm>
                <a:custGeom>
                  <a:avLst/>
                  <a:gdLst>
                    <a:gd name="T0" fmla="*/ 8 w 56"/>
                    <a:gd name="T1" fmla="*/ 28 h 28"/>
                    <a:gd name="T2" fmla="*/ 4 w 56"/>
                    <a:gd name="T3" fmla="*/ 24 h 28"/>
                    <a:gd name="T4" fmla="*/ 0 w 56"/>
                    <a:gd name="T5" fmla="*/ 24 h 28"/>
                    <a:gd name="T6" fmla="*/ 4 w 56"/>
                    <a:gd name="T7" fmla="*/ 20 h 28"/>
                    <a:gd name="T8" fmla="*/ 4 w 56"/>
                    <a:gd name="T9" fmla="*/ 20 h 28"/>
                    <a:gd name="T10" fmla="*/ 8 w 56"/>
                    <a:gd name="T11" fmla="*/ 16 h 28"/>
                    <a:gd name="T12" fmla="*/ 12 w 56"/>
                    <a:gd name="T13" fmla="*/ 12 h 28"/>
                    <a:gd name="T14" fmla="*/ 24 w 56"/>
                    <a:gd name="T15" fmla="*/ 12 h 28"/>
                    <a:gd name="T16" fmla="*/ 30 w 56"/>
                    <a:gd name="T17" fmla="*/ 8 h 28"/>
                    <a:gd name="T18" fmla="*/ 34 w 56"/>
                    <a:gd name="T19" fmla="*/ 8 h 28"/>
                    <a:gd name="T20" fmla="*/ 34 w 56"/>
                    <a:gd name="T21" fmla="*/ 12 h 28"/>
                    <a:gd name="T22" fmla="*/ 38 w 56"/>
                    <a:gd name="T23" fmla="*/ 12 h 28"/>
                    <a:gd name="T24" fmla="*/ 38 w 56"/>
                    <a:gd name="T25" fmla="*/ 12 h 28"/>
                    <a:gd name="T26" fmla="*/ 42 w 56"/>
                    <a:gd name="T27" fmla="*/ 12 h 28"/>
                    <a:gd name="T28" fmla="*/ 42 w 56"/>
                    <a:gd name="T29" fmla="*/ 12 h 28"/>
                    <a:gd name="T30" fmla="*/ 42 w 56"/>
                    <a:gd name="T31" fmla="*/ 12 h 28"/>
                    <a:gd name="T32" fmla="*/ 42 w 56"/>
                    <a:gd name="T33" fmla="*/ 12 h 28"/>
                    <a:gd name="T34" fmla="*/ 42 w 56"/>
                    <a:gd name="T35" fmla="*/ 8 h 28"/>
                    <a:gd name="T36" fmla="*/ 42 w 56"/>
                    <a:gd name="T37" fmla="*/ 8 h 28"/>
                    <a:gd name="T38" fmla="*/ 42 w 56"/>
                    <a:gd name="T39" fmla="*/ 8 h 28"/>
                    <a:gd name="T40" fmla="*/ 42 w 56"/>
                    <a:gd name="T41" fmla="*/ 8 h 28"/>
                    <a:gd name="T42" fmla="*/ 42 w 56"/>
                    <a:gd name="T43" fmla="*/ 4 h 28"/>
                    <a:gd name="T44" fmla="*/ 34 w 56"/>
                    <a:gd name="T45" fmla="*/ 8 h 28"/>
                    <a:gd name="T46" fmla="*/ 38 w 56"/>
                    <a:gd name="T47" fmla="*/ 4 h 28"/>
                    <a:gd name="T48" fmla="*/ 42 w 56"/>
                    <a:gd name="T49" fmla="*/ 4 h 28"/>
                    <a:gd name="T50" fmla="*/ 42 w 56"/>
                    <a:gd name="T51" fmla="*/ 8 h 28"/>
                    <a:gd name="T52" fmla="*/ 42 w 56"/>
                    <a:gd name="T53" fmla="*/ 8 h 28"/>
                    <a:gd name="T54" fmla="*/ 42 w 56"/>
                    <a:gd name="T55" fmla="*/ 8 h 28"/>
                    <a:gd name="T56" fmla="*/ 46 w 56"/>
                    <a:gd name="T57" fmla="*/ 4 h 28"/>
                    <a:gd name="T58" fmla="*/ 46 w 56"/>
                    <a:gd name="T59" fmla="*/ 4 h 28"/>
                    <a:gd name="T60" fmla="*/ 52 w 56"/>
                    <a:gd name="T61" fmla="*/ 4 h 28"/>
                    <a:gd name="T62" fmla="*/ 56 w 56"/>
                    <a:gd name="T63" fmla="*/ 0 h 28"/>
                    <a:gd name="T64" fmla="*/ 56 w 56"/>
                    <a:gd name="T65" fmla="*/ 0 h 28"/>
                    <a:gd name="T66" fmla="*/ 56 w 56"/>
                    <a:gd name="T67" fmla="*/ 0 h 28"/>
                    <a:gd name="T68" fmla="*/ 52 w 56"/>
                    <a:gd name="T69" fmla="*/ 4 h 28"/>
                    <a:gd name="T70" fmla="*/ 48 w 56"/>
                    <a:gd name="T71" fmla="*/ 8 h 28"/>
                    <a:gd name="T72" fmla="*/ 48 w 56"/>
                    <a:gd name="T73" fmla="*/ 8 h 28"/>
                    <a:gd name="T74" fmla="*/ 52 w 56"/>
                    <a:gd name="T75" fmla="*/ 8 h 28"/>
                    <a:gd name="T76" fmla="*/ 52 w 56"/>
                    <a:gd name="T77" fmla="*/ 8 h 28"/>
                    <a:gd name="T78" fmla="*/ 52 w 56"/>
                    <a:gd name="T79" fmla="*/ 8 h 28"/>
                    <a:gd name="T80" fmla="*/ 52 w 56"/>
                    <a:gd name="T81" fmla="*/ 12 h 28"/>
                    <a:gd name="T82" fmla="*/ 52 w 56"/>
                    <a:gd name="T83" fmla="*/ 20 h 28"/>
                    <a:gd name="T84" fmla="*/ 48 w 56"/>
                    <a:gd name="T85" fmla="*/ 20 h 28"/>
                    <a:gd name="T86" fmla="*/ 48 w 56"/>
                    <a:gd name="T87" fmla="*/ 20 h 28"/>
                    <a:gd name="T88" fmla="*/ 46 w 56"/>
                    <a:gd name="T89" fmla="*/ 24 h 28"/>
                    <a:gd name="T90" fmla="*/ 38 w 56"/>
                    <a:gd name="T91" fmla="*/ 24 h 28"/>
                    <a:gd name="T92" fmla="*/ 34 w 56"/>
                    <a:gd name="T93" fmla="*/ 24 h 28"/>
                    <a:gd name="T94" fmla="*/ 30 w 56"/>
                    <a:gd name="T95" fmla="*/ 24 h 28"/>
                    <a:gd name="T96" fmla="*/ 26 w 56"/>
                    <a:gd name="T97" fmla="*/ 24 h 28"/>
                    <a:gd name="T98" fmla="*/ 20 w 56"/>
                    <a:gd name="T99" fmla="*/ 24 h 28"/>
                    <a:gd name="T100" fmla="*/ 12 w 56"/>
                    <a:gd name="T101" fmla="*/ 24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56" h="28">
                      <a:moveTo>
                        <a:pt x="12" y="24"/>
                      </a:moveTo>
                      <a:lnTo>
                        <a:pt x="12" y="24"/>
                      </a:lnTo>
                      <a:lnTo>
                        <a:pt x="12" y="24"/>
                      </a:lnTo>
                      <a:lnTo>
                        <a:pt x="12" y="24"/>
                      </a:lnTo>
                      <a:lnTo>
                        <a:pt x="8" y="28"/>
                      </a:lnTo>
                      <a:lnTo>
                        <a:pt x="8" y="28"/>
                      </a:lnTo>
                      <a:lnTo>
                        <a:pt x="8" y="28"/>
                      </a:lnTo>
                      <a:lnTo>
                        <a:pt x="4" y="28"/>
                      </a:lnTo>
                      <a:lnTo>
                        <a:pt x="4" y="28"/>
                      </a:lnTo>
                      <a:lnTo>
                        <a:pt x="4" y="24"/>
                      </a:lnTo>
                      <a:lnTo>
                        <a:pt x="0" y="24"/>
                      </a:lnTo>
                      <a:lnTo>
                        <a:pt x="0" y="24"/>
                      </a:lnTo>
                      <a:lnTo>
                        <a:pt x="0" y="24"/>
                      </a:lnTo>
                      <a:lnTo>
                        <a:pt x="0" y="24"/>
                      </a:lnTo>
                      <a:lnTo>
                        <a:pt x="0" y="24"/>
                      </a:lnTo>
                      <a:lnTo>
                        <a:pt x="0" y="24"/>
                      </a:lnTo>
                      <a:lnTo>
                        <a:pt x="0" y="24"/>
                      </a:lnTo>
                      <a:lnTo>
                        <a:pt x="0" y="24"/>
                      </a:lnTo>
                      <a:lnTo>
                        <a:pt x="4" y="20"/>
                      </a:lnTo>
                      <a:lnTo>
                        <a:pt x="4" y="20"/>
                      </a:lnTo>
                      <a:lnTo>
                        <a:pt x="4" y="20"/>
                      </a:lnTo>
                      <a:lnTo>
                        <a:pt x="4" y="20"/>
                      </a:lnTo>
                      <a:lnTo>
                        <a:pt x="4" y="20"/>
                      </a:lnTo>
                      <a:lnTo>
                        <a:pt x="4" y="20"/>
                      </a:lnTo>
                      <a:lnTo>
                        <a:pt x="4" y="20"/>
                      </a:lnTo>
                      <a:lnTo>
                        <a:pt x="4" y="20"/>
                      </a:lnTo>
                      <a:lnTo>
                        <a:pt x="4" y="16"/>
                      </a:lnTo>
                      <a:lnTo>
                        <a:pt x="4" y="16"/>
                      </a:lnTo>
                      <a:lnTo>
                        <a:pt x="8" y="16"/>
                      </a:lnTo>
                      <a:lnTo>
                        <a:pt x="8" y="16"/>
                      </a:lnTo>
                      <a:lnTo>
                        <a:pt x="8" y="16"/>
                      </a:lnTo>
                      <a:lnTo>
                        <a:pt x="8" y="16"/>
                      </a:lnTo>
                      <a:lnTo>
                        <a:pt x="8" y="16"/>
                      </a:lnTo>
                      <a:lnTo>
                        <a:pt x="12" y="16"/>
                      </a:lnTo>
                      <a:lnTo>
                        <a:pt x="12" y="12"/>
                      </a:lnTo>
                      <a:lnTo>
                        <a:pt x="12" y="12"/>
                      </a:lnTo>
                      <a:lnTo>
                        <a:pt x="16" y="12"/>
                      </a:lnTo>
                      <a:lnTo>
                        <a:pt x="20" y="12"/>
                      </a:lnTo>
                      <a:lnTo>
                        <a:pt x="24" y="12"/>
                      </a:lnTo>
                      <a:lnTo>
                        <a:pt x="24" y="12"/>
                      </a:lnTo>
                      <a:lnTo>
                        <a:pt x="24" y="12"/>
                      </a:lnTo>
                      <a:lnTo>
                        <a:pt x="26" y="12"/>
                      </a:lnTo>
                      <a:lnTo>
                        <a:pt x="26" y="12"/>
                      </a:lnTo>
                      <a:lnTo>
                        <a:pt x="30" y="8"/>
                      </a:lnTo>
                      <a:lnTo>
                        <a:pt x="30" y="8"/>
                      </a:lnTo>
                      <a:lnTo>
                        <a:pt x="34" y="8"/>
                      </a:lnTo>
                      <a:lnTo>
                        <a:pt x="34" y="8"/>
                      </a:lnTo>
                      <a:lnTo>
                        <a:pt x="34" y="8"/>
                      </a:lnTo>
                      <a:lnTo>
                        <a:pt x="34" y="8"/>
                      </a:lnTo>
                      <a:lnTo>
                        <a:pt x="34" y="8"/>
                      </a:lnTo>
                      <a:lnTo>
                        <a:pt x="34" y="8"/>
                      </a:lnTo>
                      <a:lnTo>
                        <a:pt x="34" y="8"/>
                      </a:lnTo>
                      <a:lnTo>
                        <a:pt x="34" y="8"/>
                      </a:lnTo>
                      <a:lnTo>
                        <a:pt x="34" y="12"/>
                      </a:lnTo>
                      <a:lnTo>
                        <a:pt x="34" y="12"/>
                      </a:lnTo>
                      <a:lnTo>
                        <a:pt x="34" y="12"/>
                      </a:lnTo>
                      <a:lnTo>
                        <a:pt x="34" y="12"/>
                      </a:lnTo>
                      <a:lnTo>
                        <a:pt x="34" y="12"/>
                      </a:lnTo>
                      <a:lnTo>
                        <a:pt x="34" y="12"/>
                      </a:lnTo>
                      <a:lnTo>
                        <a:pt x="38" y="12"/>
                      </a:lnTo>
                      <a:lnTo>
                        <a:pt x="38" y="12"/>
                      </a:lnTo>
                      <a:lnTo>
                        <a:pt x="38" y="12"/>
                      </a:lnTo>
                      <a:lnTo>
                        <a:pt x="38" y="12"/>
                      </a:lnTo>
                      <a:lnTo>
                        <a:pt x="38" y="12"/>
                      </a:lnTo>
                      <a:lnTo>
                        <a:pt x="38" y="12"/>
                      </a:lnTo>
                      <a:lnTo>
                        <a:pt x="38" y="12"/>
                      </a:lnTo>
                      <a:lnTo>
                        <a:pt x="38" y="12"/>
                      </a:lnTo>
                      <a:lnTo>
                        <a:pt x="38" y="12"/>
                      </a:lnTo>
                      <a:lnTo>
                        <a:pt x="38" y="12"/>
                      </a:lnTo>
                      <a:lnTo>
                        <a:pt x="42" y="12"/>
                      </a:lnTo>
                      <a:lnTo>
                        <a:pt x="42" y="12"/>
                      </a:lnTo>
                      <a:lnTo>
                        <a:pt x="42" y="12"/>
                      </a:lnTo>
                      <a:lnTo>
                        <a:pt x="42" y="12"/>
                      </a:lnTo>
                      <a:lnTo>
                        <a:pt x="42" y="12"/>
                      </a:lnTo>
                      <a:lnTo>
                        <a:pt x="42" y="12"/>
                      </a:lnTo>
                      <a:lnTo>
                        <a:pt x="42" y="12"/>
                      </a:lnTo>
                      <a:lnTo>
                        <a:pt x="42" y="12"/>
                      </a:lnTo>
                      <a:lnTo>
                        <a:pt x="42" y="12"/>
                      </a:lnTo>
                      <a:lnTo>
                        <a:pt x="42" y="12"/>
                      </a:lnTo>
                      <a:lnTo>
                        <a:pt x="42" y="12"/>
                      </a:lnTo>
                      <a:lnTo>
                        <a:pt x="42" y="12"/>
                      </a:lnTo>
                      <a:lnTo>
                        <a:pt x="42" y="12"/>
                      </a:lnTo>
                      <a:lnTo>
                        <a:pt x="42" y="12"/>
                      </a:lnTo>
                      <a:lnTo>
                        <a:pt x="42" y="12"/>
                      </a:lnTo>
                      <a:lnTo>
                        <a:pt x="42" y="12"/>
                      </a:lnTo>
                      <a:lnTo>
                        <a:pt x="42" y="12"/>
                      </a:lnTo>
                      <a:lnTo>
                        <a:pt x="42" y="12"/>
                      </a:lnTo>
                      <a:lnTo>
                        <a:pt x="42" y="8"/>
                      </a:lnTo>
                      <a:lnTo>
                        <a:pt x="42" y="8"/>
                      </a:lnTo>
                      <a:lnTo>
                        <a:pt x="42" y="8"/>
                      </a:lnTo>
                      <a:lnTo>
                        <a:pt x="42" y="8"/>
                      </a:lnTo>
                      <a:lnTo>
                        <a:pt x="42" y="8"/>
                      </a:lnTo>
                      <a:lnTo>
                        <a:pt x="42" y="8"/>
                      </a:lnTo>
                      <a:lnTo>
                        <a:pt x="42" y="8"/>
                      </a:lnTo>
                      <a:lnTo>
                        <a:pt x="42" y="8"/>
                      </a:lnTo>
                      <a:lnTo>
                        <a:pt x="42" y="8"/>
                      </a:lnTo>
                      <a:lnTo>
                        <a:pt x="42" y="8"/>
                      </a:lnTo>
                      <a:lnTo>
                        <a:pt x="42" y="8"/>
                      </a:lnTo>
                      <a:lnTo>
                        <a:pt x="42" y="8"/>
                      </a:lnTo>
                      <a:lnTo>
                        <a:pt x="42" y="8"/>
                      </a:lnTo>
                      <a:lnTo>
                        <a:pt x="42" y="8"/>
                      </a:lnTo>
                      <a:lnTo>
                        <a:pt x="42" y="8"/>
                      </a:lnTo>
                      <a:lnTo>
                        <a:pt x="42" y="8"/>
                      </a:lnTo>
                      <a:lnTo>
                        <a:pt x="42" y="8"/>
                      </a:lnTo>
                      <a:lnTo>
                        <a:pt x="42" y="8"/>
                      </a:lnTo>
                      <a:lnTo>
                        <a:pt x="38" y="8"/>
                      </a:lnTo>
                      <a:lnTo>
                        <a:pt x="38" y="8"/>
                      </a:lnTo>
                      <a:lnTo>
                        <a:pt x="42" y="8"/>
                      </a:lnTo>
                      <a:lnTo>
                        <a:pt x="42" y="4"/>
                      </a:lnTo>
                      <a:lnTo>
                        <a:pt x="42" y="4"/>
                      </a:lnTo>
                      <a:lnTo>
                        <a:pt x="42" y="4"/>
                      </a:lnTo>
                      <a:lnTo>
                        <a:pt x="38" y="8"/>
                      </a:lnTo>
                      <a:lnTo>
                        <a:pt x="38" y="8"/>
                      </a:lnTo>
                      <a:lnTo>
                        <a:pt x="38" y="8"/>
                      </a:lnTo>
                      <a:lnTo>
                        <a:pt x="34" y="8"/>
                      </a:lnTo>
                      <a:lnTo>
                        <a:pt x="34" y="8"/>
                      </a:lnTo>
                      <a:lnTo>
                        <a:pt x="34" y="8"/>
                      </a:lnTo>
                      <a:lnTo>
                        <a:pt x="34" y="8"/>
                      </a:lnTo>
                      <a:lnTo>
                        <a:pt x="34" y="8"/>
                      </a:lnTo>
                      <a:lnTo>
                        <a:pt x="38" y="4"/>
                      </a:lnTo>
                      <a:lnTo>
                        <a:pt x="38" y="4"/>
                      </a:lnTo>
                      <a:lnTo>
                        <a:pt x="42" y="4"/>
                      </a:lnTo>
                      <a:lnTo>
                        <a:pt x="42" y="4"/>
                      </a:lnTo>
                      <a:lnTo>
                        <a:pt x="42" y="4"/>
                      </a:lnTo>
                      <a:lnTo>
                        <a:pt x="42" y="4"/>
                      </a:lnTo>
                      <a:lnTo>
                        <a:pt x="42" y="4"/>
                      </a:lnTo>
                      <a:lnTo>
                        <a:pt x="42" y="4"/>
                      </a:lnTo>
                      <a:lnTo>
                        <a:pt x="42" y="8"/>
                      </a:lnTo>
                      <a:lnTo>
                        <a:pt x="42" y="8"/>
                      </a:lnTo>
                      <a:lnTo>
                        <a:pt x="42" y="8"/>
                      </a:lnTo>
                      <a:lnTo>
                        <a:pt x="42" y="8"/>
                      </a:lnTo>
                      <a:lnTo>
                        <a:pt x="42" y="8"/>
                      </a:lnTo>
                      <a:lnTo>
                        <a:pt x="42" y="8"/>
                      </a:lnTo>
                      <a:lnTo>
                        <a:pt x="42" y="8"/>
                      </a:lnTo>
                      <a:lnTo>
                        <a:pt x="42" y="8"/>
                      </a:lnTo>
                      <a:lnTo>
                        <a:pt x="42" y="8"/>
                      </a:lnTo>
                      <a:lnTo>
                        <a:pt x="42" y="8"/>
                      </a:lnTo>
                      <a:lnTo>
                        <a:pt x="42" y="8"/>
                      </a:lnTo>
                      <a:lnTo>
                        <a:pt x="42" y="8"/>
                      </a:lnTo>
                      <a:lnTo>
                        <a:pt x="42" y="8"/>
                      </a:lnTo>
                      <a:lnTo>
                        <a:pt x="42" y="8"/>
                      </a:lnTo>
                      <a:lnTo>
                        <a:pt x="42" y="8"/>
                      </a:lnTo>
                      <a:lnTo>
                        <a:pt x="42" y="8"/>
                      </a:lnTo>
                      <a:lnTo>
                        <a:pt x="42" y="8"/>
                      </a:lnTo>
                      <a:lnTo>
                        <a:pt x="46" y="4"/>
                      </a:lnTo>
                      <a:lnTo>
                        <a:pt x="46" y="4"/>
                      </a:lnTo>
                      <a:lnTo>
                        <a:pt x="46" y="4"/>
                      </a:lnTo>
                      <a:lnTo>
                        <a:pt x="46" y="4"/>
                      </a:lnTo>
                      <a:lnTo>
                        <a:pt x="46" y="4"/>
                      </a:lnTo>
                      <a:lnTo>
                        <a:pt x="46" y="4"/>
                      </a:lnTo>
                      <a:lnTo>
                        <a:pt x="48" y="4"/>
                      </a:lnTo>
                      <a:lnTo>
                        <a:pt x="48" y="4"/>
                      </a:lnTo>
                      <a:lnTo>
                        <a:pt x="48" y="4"/>
                      </a:lnTo>
                      <a:lnTo>
                        <a:pt x="48" y="4"/>
                      </a:lnTo>
                      <a:lnTo>
                        <a:pt x="52" y="4"/>
                      </a:lnTo>
                      <a:lnTo>
                        <a:pt x="52" y="0"/>
                      </a:lnTo>
                      <a:lnTo>
                        <a:pt x="56" y="0"/>
                      </a:lnTo>
                      <a:lnTo>
                        <a:pt x="56" y="0"/>
                      </a:lnTo>
                      <a:lnTo>
                        <a:pt x="56" y="0"/>
                      </a:lnTo>
                      <a:lnTo>
                        <a:pt x="56" y="0"/>
                      </a:lnTo>
                      <a:lnTo>
                        <a:pt x="56" y="0"/>
                      </a:lnTo>
                      <a:lnTo>
                        <a:pt x="56" y="0"/>
                      </a:lnTo>
                      <a:lnTo>
                        <a:pt x="56" y="0"/>
                      </a:lnTo>
                      <a:lnTo>
                        <a:pt x="56" y="0"/>
                      </a:lnTo>
                      <a:lnTo>
                        <a:pt x="56" y="0"/>
                      </a:lnTo>
                      <a:lnTo>
                        <a:pt x="56" y="0"/>
                      </a:lnTo>
                      <a:lnTo>
                        <a:pt x="56" y="0"/>
                      </a:lnTo>
                      <a:lnTo>
                        <a:pt x="56" y="0"/>
                      </a:lnTo>
                      <a:lnTo>
                        <a:pt x="56" y="0"/>
                      </a:lnTo>
                      <a:lnTo>
                        <a:pt x="56" y="0"/>
                      </a:lnTo>
                      <a:lnTo>
                        <a:pt x="56" y="0"/>
                      </a:lnTo>
                      <a:lnTo>
                        <a:pt x="56" y="0"/>
                      </a:lnTo>
                      <a:lnTo>
                        <a:pt x="56" y="4"/>
                      </a:lnTo>
                      <a:lnTo>
                        <a:pt x="52" y="4"/>
                      </a:lnTo>
                      <a:lnTo>
                        <a:pt x="52" y="4"/>
                      </a:lnTo>
                      <a:lnTo>
                        <a:pt x="52" y="4"/>
                      </a:lnTo>
                      <a:lnTo>
                        <a:pt x="52" y="4"/>
                      </a:lnTo>
                      <a:lnTo>
                        <a:pt x="52" y="4"/>
                      </a:lnTo>
                      <a:lnTo>
                        <a:pt x="48" y="8"/>
                      </a:lnTo>
                      <a:lnTo>
                        <a:pt x="48" y="8"/>
                      </a:lnTo>
                      <a:lnTo>
                        <a:pt x="48" y="8"/>
                      </a:lnTo>
                      <a:lnTo>
                        <a:pt x="48" y="8"/>
                      </a:lnTo>
                      <a:lnTo>
                        <a:pt x="48" y="8"/>
                      </a:lnTo>
                      <a:lnTo>
                        <a:pt x="48" y="8"/>
                      </a:lnTo>
                      <a:lnTo>
                        <a:pt x="48" y="8"/>
                      </a:lnTo>
                      <a:lnTo>
                        <a:pt x="52" y="8"/>
                      </a:lnTo>
                      <a:lnTo>
                        <a:pt x="52" y="8"/>
                      </a:lnTo>
                      <a:lnTo>
                        <a:pt x="52" y="8"/>
                      </a:lnTo>
                      <a:lnTo>
                        <a:pt x="52" y="8"/>
                      </a:lnTo>
                      <a:lnTo>
                        <a:pt x="52" y="8"/>
                      </a:lnTo>
                      <a:lnTo>
                        <a:pt x="52" y="8"/>
                      </a:lnTo>
                      <a:lnTo>
                        <a:pt x="52" y="8"/>
                      </a:lnTo>
                      <a:lnTo>
                        <a:pt x="52" y="8"/>
                      </a:lnTo>
                      <a:lnTo>
                        <a:pt x="52" y="8"/>
                      </a:lnTo>
                      <a:lnTo>
                        <a:pt x="52" y="8"/>
                      </a:lnTo>
                      <a:lnTo>
                        <a:pt x="52" y="12"/>
                      </a:lnTo>
                      <a:lnTo>
                        <a:pt x="52" y="12"/>
                      </a:lnTo>
                      <a:lnTo>
                        <a:pt x="52" y="12"/>
                      </a:lnTo>
                      <a:lnTo>
                        <a:pt x="52" y="12"/>
                      </a:lnTo>
                      <a:lnTo>
                        <a:pt x="52" y="8"/>
                      </a:lnTo>
                      <a:lnTo>
                        <a:pt x="52" y="8"/>
                      </a:lnTo>
                      <a:lnTo>
                        <a:pt x="52" y="12"/>
                      </a:lnTo>
                      <a:lnTo>
                        <a:pt x="52" y="12"/>
                      </a:lnTo>
                      <a:lnTo>
                        <a:pt x="52" y="12"/>
                      </a:lnTo>
                      <a:lnTo>
                        <a:pt x="52" y="12"/>
                      </a:lnTo>
                      <a:lnTo>
                        <a:pt x="52" y="12"/>
                      </a:lnTo>
                      <a:lnTo>
                        <a:pt x="52" y="12"/>
                      </a:lnTo>
                      <a:lnTo>
                        <a:pt x="52" y="12"/>
                      </a:lnTo>
                      <a:lnTo>
                        <a:pt x="52" y="16"/>
                      </a:lnTo>
                      <a:lnTo>
                        <a:pt x="52" y="20"/>
                      </a:lnTo>
                      <a:lnTo>
                        <a:pt x="52" y="20"/>
                      </a:lnTo>
                      <a:lnTo>
                        <a:pt x="52" y="20"/>
                      </a:lnTo>
                      <a:lnTo>
                        <a:pt x="52" y="20"/>
                      </a:lnTo>
                      <a:lnTo>
                        <a:pt x="48" y="20"/>
                      </a:lnTo>
                      <a:lnTo>
                        <a:pt x="48" y="20"/>
                      </a:lnTo>
                      <a:lnTo>
                        <a:pt x="48" y="20"/>
                      </a:lnTo>
                      <a:lnTo>
                        <a:pt x="48" y="20"/>
                      </a:lnTo>
                      <a:lnTo>
                        <a:pt x="48" y="20"/>
                      </a:lnTo>
                      <a:lnTo>
                        <a:pt x="48" y="20"/>
                      </a:lnTo>
                      <a:lnTo>
                        <a:pt x="48" y="20"/>
                      </a:lnTo>
                      <a:lnTo>
                        <a:pt x="48" y="20"/>
                      </a:lnTo>
                      <a:lnTo>
                        <a:pt x="46" y="20"/>
                      </a:lnTo>
                      <a:lnTo>
                        <a:pt x="46" y="20"/>
                      </a:lnTo>
                      <a:lnTo>
                        <a:pt x="46" y="24"/>
                      </a:lnTo>
                      <a:lnTo>
                        <a:pt x="46" y="24"/>
                      </a:lnTo>
                      <a:lnTo>
                        <a:pt x="46" y="24"/>
                      </a:lnTo>
                      <a:lnTo>
                        <a:pt x="42" y="24"/>
                      </a:lnTo>
                      <a:lnTo>
                        <a:pt x="42" y="24"/>
                      </a:lnTo>
                      <a:lnTo>
                        <a:pt x="38" y="24"/>
                      </a:lnTo>
                      <a:lnTo>
                        <a:pt x="38" y="24"/>
                      </a:lnTo>
                      <a:lnTo>
                        <a:pt x="38" y="24"/>
                      </a:lnTo>
                      <a:lnTo>
                        <a:pt x="34" y="24"/>
                      </a:lnTo>
                      <a:lnTo>
                        <a:pt x="34" y="24"/>
                      </a:lnTo>
                      <a:lnTo>
                        <a:pt x="34" y="24"/>
                      </a:lnTo>
                      <a:lnTo>
                        <a:pt x="34" y="24"/>
                      </a:lnTo>
                      <a:lnTo>
                        <a:pt x="34" y="24"/>
                      </a:lnTo>
                      <a:lnTo>
                        <a:pt x="34" y="24"/>
                      </a:lnTo>
                      <a:lnTo>
                        <a:pt x="30" y="24"/>
                      </a:lnTo>
                      <a:lnTo>
                        <a:pt x="30" y="24"/>
                      </a:lnTo>
                      <a:lnTo>
                        <a:pt x="30" y="24"/>
                      </a:lnTo>
                      <a:lnTo>
                        <a:pt x="30" y="24"/>
                      </a:lnTo>
                      <a:lnTo>
                        <a:pt x="30" y="24"/>
                      </a:lnTo>
                      <a:lnTo>
                        <a:pt x="30" y="24"/>
                      </a:lnTo>
                      <a:lnTo>
                        <a:pt x="30" y="24"/>
                      </a:lnTo>
                      <a:lnTo>
                        <a:pt x="26" y="24"/>
                      </a:lnTo>
                      <a:lnTo>
                        <a:pt x="26" y="24"/>
                      </a:lnTo>
                      <a:lnTo>
                        <a:pt x="24" y="24"/>
                      </a:lnTo>
                      <a:lnTo>
                        <a:pt x="20" y="24"/>
                      </a:lnTo>
                      <a:lnTo>
                        <a:pt x="20" y="24"/>
                      </a:lnTo>
                      <a:lnTo>
                        <a:pt x="20" y="24"/>
                      </a:lnTo>
                      <a:lnTo>
                        <a:pt x="16" y="24"/>
                      </a:lnTo>
                      <a:lnTo>
                        <a:pt x="16" y="24"/>
                      </a:lnTo>
                      <a:lnTo>
                        <a:pt x="12" y="24"/>
                      </a:lnTo>
                      <a:lnTo>
                        <a:pt x="12" y="24"/>
                      </a:lnTo>
                      <a:lnTo>
                        <a:pt x="12" y="24"/>
                      </a:lnTo>
                      <a:lnTo>
                        <a:pt x="12" y="24"/>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258" name="Freeform 225">
                  <a:extLst>
                    <a:ext uri="{FF2B5EF4-FFF2-40B4-BE49-F238E27FC236}">
                      <a16:creationId xmlns:a16="http://schemas.microsoft.com/office/drawing/2014/main" id="{57033DE4-22D4-AD36-123F-27CD949578D6}"/>
                    </a:ext>
                  </a:extLst>
                </p:cNvPr>
                <p:cNvSpPr>
                  <a:spLocks noEditPoints="1"/>
                </p:cNvSpPr>
                <p:nvPr/>
              </p:nvSpPr>
              <p:spPr bwMode="gray">
                <a:xfrm>
                  <a:off x="2712829" y="3058726"/>
                  <a:ext cx="128706" cy="125227"/>
                </a:xfrm>
                <a:custGeom>
                  <a:avLst/>
                  <a:gdLst>
                    <a:gd name="T0" fmla="*/ 34 w 74"/>
                    <a:gd name="T1" fmla="*/ 64 h 72"/>
                    <a:gd name="T2" fmla="*/ 30 w 74"/>
                    <a:gd name="T3" fmla="*/ 56 h 72"/>
                    <a:gd name="T4" fmla="*/ 26 w 74"/>
                    <a:gd name="T5" fmla="*/ 48 h 72"/>
                    <a:gd name="T6" fmla="*/ 18 w 74"/>
                    <a:gd name="T7" fmla="*/ 56 h 72"/>
                    <a:gd name="T8" fmla="*/ 10 w 74"/>
                    <a:gd name="T9" fmla="*/ 56 h 72"/>
                    <a:gd name="T10" fmla="*/ 14 w 74"/>
                    <a:gd name="T11" fmla="*/ 48 h 72"/>
                    <a:gd name="T12" fmla="*/ 22 w 74"/>
                    <a:gd name="T13" fmla="*/ 46 h 72"/>
                    <a:gd name="T14" fmla="*/ 22 w 74"/>
                    <a:gd name="T15" fmla="*/ 34 h 72"/>
                    <a:gd name="T16" fmla="*/ 22 w 74"/>
                    <a:gd name="T17" fmla="*/ 26 h 72"/>
                    <a:gd name="T18" fmla="*/ 18 w 74"/>
                    <a:gd name="T19" fmla="*/ 22 h 72"/>
                    <a:gd name="T20" fmla="*/ 10 w 74"/>
                    <a:gd name="T21" fmla="*/ 18 h 72"/>
                    <a:gd name="T22" fmla="*/ 8 w 74"/>
                    <a:gd name="T23" fmla="*/ 18 h 72"/>
                    <a:gd name="T24" fmla="*/ 0 w 74"/>
                    <a:gd name="T25" fmla="*/ 16 h 72"/>
                    <a:gd name="T26" fmla="*/ 4 w 74"/>
                    <a:gd name="T27" fmla="*/ 12 h 72"/>
                    <a:gd name="T28" fmla="*/ 14 w 74"/>
                    <a:gd name="T29" fmla="*/ 12 h 72"/>
                    <a:gd name="T30" fmla="*/ 10 w 74"/>
                    <a:gd name="T31" fmla="*/ 8 h 72"/>
                    <a:gd name="T32" fmla="*/ 8 w 74"/>
                    <a:gd name="T33" fmla="*/ 0 h 72"/>
                    <a:gd name="T34" fmla="*/ 10 w 74"/>
                    <a:gd name="T35" fmla="*/ 0 h 72"/>
                    <a:gd name="T36" fmla="*/ 18 w 74"/>
                    <a:gd name="T37" fmla="*/ 4 h 72"/>
                    <a:gd name="T38" fmla="*/ 30 w 74"/>
                    <a:gd name="T39" fmla="*/ 8 h 72"/>
                    <a:gd name="T40" fmla="*/ 34 w 74"/>
                    <a:gd name="T41" fmla="*/ 8 h 72"/>
                    <a:gd name="T42" fmla="*/ 44 w 74"/>
                    <a:gd name="T43" fmla="*/ 8 h 72"/>
                    <a:gd name="T44" fmla="*/ 44 w 74"/>
                    <a:gd name="T45" fmla="*/ 12 h 72"/>
                    <a:gd name="T46" fmla="*/ 56 w 74"/>
                    <a:gd name="T47" fmla="*/ 12 h 72"/>
                    <a:gd name="T48" fmla="*/ 60 w 74"/>
                    <a:gd name="T49" fmla="*/ 18 h 72"/>
                    <a:gd name="T50" fmla="*/ 68 w 74"/>
                    <a:gd name="T51" fmla="*/ 22 h 72"/>
                    <a:gd name="T52" fmla="*/ 70 w 74"/>
                    <a:gd name="T53" fmla="*/ 30 h 72"/>
                    <a:gd name="T54" fmla="*/ 70 w 74"/>
                    <a:gd name="T55" fmla="*/ 34 h 72"/>
                    <a:gd name="T56" fmla="*/ 68 w 74"/>
                    <a:gd name="T57" fmla="*/ 42 h 72"/>
                    <a:gd name="T58" fmla="*/ 60 w 74"/>
                    <a:gd name="T59" fmla="*/ 38 h 72"/>
                    <a:gd name="T60" fmla="*/ 56 w 74"/>
                    <a:gd name="T61" fmla="*/ 30 h 72"/>
                    <a:gd name="T62" fmla="*/ 44 w 74"/>
                    <a:gd name="T63" fmla="*/ 26 h 72"/>
                    <a:gd name="T64" fmla="*/ 52 w 74"/>
                    <a:gd name="T65" fmla="*/ 38 h 72"/>
                    <a:gd name="T66" fmla="*/ 44 w 74"/>
                    <a:gd name="T67" fmla="*/ 48 h 72"/>
                    <a:gd name="T68" fmla="*/ 44 w 74"/>
                    <a:gd name="T69" fmla="*/ 60 h 72"/>
                    <a:gd name="T70" fmla="*/ 40 w 74"/>
                    <a:gd name="T71" fmla="*/ 68 h 72"/>
                    <a:gd name="T72" fmla="*/ 34 w 74"/>
                    <a:gd name="T73" fmla="*/ 72 h 72"/>
                    <a:gd name="T74" fmla="*/ 22 w 74"/>
                    <a:gd name="T75" fmla="*/ 12 h 72"/>
                    <a:gd name="T76" fmla="*/ 30 w 74"/>
                    <a:gd name="T77" fmla="*/ 16 h 72"/>
                    <a:gd name="T78" fmla="*/ 38 w 74"/>
                    <a:gd name="T79" fmla="*/ 18 h 72"/>
                    <a:gd name="T80" fmla="*/ 44 w 74"/>
                    <a:gd name="T81" fmla="*/ 16 h 72"/>
                    <a:gd name="T82" fmla="*/ 44 w 74"/>
                    <a:gd name="T83" fmla="*/ 16 h 72"/>
                    <a:gd name="T84" fmla="*/ 38 w 74"/>
                    <a:gd name="T85" fmla="*/ 12 h 72"/>
                    <a:gd name="T86" fmla="*/ 30 w 74"/>
                    <a:gd name="T87" fmla="*/ 12 h 72"/>
                    <a:gd name="T88" fmla="*/ 26 w 74"/>
                    <a:gd name="T89" fmla="*/ 1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74" h="72">
                      <a:moveTo>
                        <a:pt x="34" y="72"/>
                      </a:moveTo>
                      <a:lnTo>
                        <a:pt x="34" y="68"/>
                      </a:lnTo>
                      <a:lnTo>
                        <a:pt x="34" y="64"/>
                      </a:lnTo>
                      <a:lnTo>
                        <a:pt x="34" y="60"/>
                      </a:lnTo>
                      <a:lnTo>
                        <a:pt x="34" y="56"/>
                      </a:lnTo>
                      <a:lnTo>
                        <a:pt x="30" y="56"/>
                      </a:lnTo>
                      <a:lnTo>
                        <a:pt x="30" y="52"/>
                      </a:lnTo>
                      <a:lnTo>
                        <a:pt x="30" y="48"/>
                      </a:lnTo>
                      <a:lnTo>
                        <a:pt x="26" y="48"/>
                      </a:lnTo>
                      <a:lnTo>
                        <a:pt x="22" y="48"/>
                      </a:lnTo>
                      <a:lnTo>
                        <a:pt x="22" y="52"/>
                      </a:lnTo>
                      <a:lnTo>
                        <a:pt x="18" y="56"/>
                      </a:lnTo>
                      <a:lnTo>
                        <a:pt x="14" y="60"/>
                      </a:lnTo>
                      <a:lnTo>
                        <a:pt x="14" y="56"/>
                      </a:lnTo>
                      <a:lnTo>
                        <a:pt x="10" y="56"/>
                      </a:lnTo>
                      <a:lnTo>
                        <a:pt x="10" y="52"/>
                      </a:lnTo>
                      <a:lnTo>
                        <a:pt x="14" y="52"/>
                      </a:lnTo>
                      <a:lnTo>
                        <a:pt x="14" y="48"/>
                      </a:lnTo>
                      <a:lnTo>
                        <a:pt x="18" y="48"/>
                      </a:lnTo>
                      <a:lnTo>
                        <a:pt x="18" y="46"/>
                      </a:lnTo>
                      <a:lnTo>
                        <a:pt x="22" y="46"/>
                      </a:lnTo>
                      <a:lnTo>
                        <a:pt x="22" y="42"/>
                      </a:lnTo>
                      <a:lnTo>
                        <a:pt x="22" y="38"/>
                      </a:lnTo>
                      <a:lnTo>
                        <a:pt x="22" y="34"/>
                      </a:lnTo>
                      <a:lnTo>
                        <a:pt x="18" y="30"/>
                      </a:lnTo>
                      <a:lnTo>
                        <a:pt x="22" y="30"/>
                      </a:lnTo>
                      <a:lnTo>
                        <a:pt x="22" y="26"/>
                      </a:lnTo>
                      <a:lnTo>
                        <a:pt x="18" y="26"/>
                      </a:lnTo>
                      <a:lnTo>
                        <a:pt x="22" y="26"/>
                      </a:lnTo>
                      <a:lnTo>
                        <a:pt x="18" y="22"/>
                      </a:lnTo>
                      <a:lnTo>
                        <a:pt x="14" y="22"/>
                      </a:lnTo>
                      <a:lnTo>
                        <a:pt x="14" y="18"/>
                      </a:lnTo>
                      <a:lnTo>
                        <a:pt x="10" y="18"/>
                      </a:lnTo>
                      <a:lnTo>
                        <a:pt x="8" y="18"/>
                      </a:lnTo>
                      <a:lnTo>
                        <a:pt x="8" y="16"/>
                      </a:lnTo>
                      <a:lnTo>
                        <a:pt x="8" y="18"/>
                      </a:lnTo>
                      <a:lnTo>
                        <a:pt x="4" y="18"/>
                      </a:lnTo>
                      <a:lnTo>
                        <a:pt x="4" y="16"/>
                      </a:lnTo>
                      <a:lnTo>
                        <a:pt x="0" y="16"/>
                      </a:lnTo>
                      <a:lnTo>
                        <a:pt x="0" y="12"/>
                      </a:lnTo>
                      <a:lnTo>
                        <a:pt x="4" y="8"/>
                      </a:lnTo>
                      <a:lnTo>
                        <a:pt x="4" y="12"/>
                      </a:lnTo>
                      <a:lnTo>
                        <a:pt x="8" y="12"/>
                      </a:lnTo>
                      <a:lnTo>
                        <a:pt x="10" y="12"/>
                      </a:lnTo>
                      <a:lnTo>
                        <a:pt x="14" y="12"/>
                      </a:lnTo>
                      <a:lnTo>
                        <a:pt x="10" y="8"/>
                      </a:lnTo>
                      <a:lnTo>
                        <a:pt x="10" y="12"/>
                      </a:lnTo>
                      <a:lnTo>
                        <a:pt x="10" y="8"/>
                      </a:lnTo>
                      <a:lnTo>
                        <a:pt x="10" y="4"/>
                      </a:lnTo>
                      <a:lnTo>
                        <a:pt x="8" y="4"/>
                      </a:lnTo>
                      <a:lnTo>
                        <a:pt x="8" y="0"/>
                      </a:lnTo>
                      <a:lnTo>
                        <a:pt x="4" y="0"/>
                      </a:lnTo>
                      <a:lnTo>
                        <a:pt x="8" y="0"/>
                      </a:lnTo>
                      <a:lnTo>
                        <a:pt x="10" y="0"/>
                      </a:lnTo>
                      <a:lnTo>
                        <a:pt x="10" y="4"/>
                      </a:lnTo>
                      <a:lnTo>
                        <a:pt x="14" y="4"/>
                      </a:lnTo>
                      <a:lnTo>
                        <a:pt x="18" y="4"/>
                      </a:lnTo>
                      <a:lnTo>
                        <a:pt x="22" y="8"/>
                      </a:lnTo>
                      <a:lnTo>
                        <a:pt x="26" y="8"/>
                      </a:lnTo>
                      <a:lnTo>
                        <a:pt x="30" y="8"/>
                      </a:lnTo>
                      <a:lnTo>
                        <a:pt x="34" y="8"/>
                      </a:lnTo>
                      <a:lnTo>
                        <a:pt x="38" y="8"/>
                      </a:lnTo>
                      <a:lnTo>
                        <a:pt x="34" y="8"/>
                      </a:lnTo>
                      <a:lnTo>
                        <a:pt x="38" y="8"/>
                      </a:lnTo>
                      <a:lnTo>
                        <a:pt x="40" y="8"/>
                      </a:lnTo>
                      <a:lnTo>
                        <a:pt x="44" y="8"/>
                      </a:lnTo>
                      <a:lnTo>
                        <a:pt x="48" y="8"/>
                      </a:lnTo>
                      <a:lnTo>
                        <a:pt x="48" y="12"/>
                      </a:lnTo>
                      <a:lnTo>
                        <a:pt x="44" y="12"/>
                      </a:lnTo>
                      <a:lnTo>
                        <a:pt x="48" y="12"/>
                      </a:lnTo>
                      <a:lnTo>
                        <a:pt x="52" y="12"/>
                      </a:lnTo>
                      <a:lnTo>
                        <a:pt x="56" y="12"/>
                      </a:lnTo>
                      <a:lnTo>
                        <a:pt x="60" y="12"/>
                      </a:lnTo>
                      <a:lnTo>
                        <a:pt x="60" y="16"/>
                      </a:lnTo>
                      <a:lnTo>
                        <a:pt x="60" y="18"/>
                      </a:lnTo>
                      <a:lnTo>
                        <a:pt x="64" y="18"/>
                      </a:lnTo>
                      <a:lnTo>
                        <a:pt x="64" y="22"/>
                      </a:lnTo>
                      <a:lnTo>
                        <a:pt x="68" y="22"/>
                      </a:lnTo>
                      <a:lnTo>
                        <a:pt x="68" y="26"/>
                      </a:lnTo>
                      <a:lnTo>
                        <a:pt x="68" y="30"/>
                      </a:lnTo>
                      <a:lnTo>
                        <a:pt x="70" y="30"/>
                      </a:lnTo>
                      <a:lnTo>
                        <a:pt x="70" y="34"/>
                      </a:lnTo>
                      <a:lnTo>
                        <a:pt x="74" y="34"/>
                      </a:lnTo>
                      <a:lnTo>
                        <a:pt x="70" y="34"/>
                      </a:lnTo>
                      <a:lnTo>
                        <a:pt x="68" y="34"/>
                      </a:lnTo>
                      <a:lnTo>
                        <a:pt x="68" y="38"/>
                      </a:lnTo>
                      <a:lnTo>
                        <a:pt x="68" y="42"/>
                      </a:lnTo>
                      <a:lnTo>
                        <a:pt x="64" y="42"/>
                      </a:lnTo>
                      <a:lnTo>
                        <a:pt x="64" y="38"/>
                      </a:lnTo>
                      <a:lnTo>
                        <a:pt x="60" y="38"/>
                      </a:lnTo>
                      <a:lnTo>
                        <a:pt x="56" y="38"/>
                      </a:lnTo>
                      <a:lnTo>
                        <a:pt x="56" y="34"/>
                      </a:lnTo>
                      <a:lnTo>
                        <a:pt x="56" y="30"/>
                      </a:lnTo>
                      <a:lnTo>
                        <a:pt x="52" y="30"/>
                      </a:lnTo>
                      <a:lnTo>
                        <a:pt x="48" y="26"/>
                      </a:lnTo>
                      <a:lnTo>
                        <a:pt x="44" y="26"/>
                      </a:lnTo>
                      <a:lnTo>
                        <a:pt x="48" y="30"/>
                      </a:lnTo>
                      <a:lnTo>
                        <a:pt x="52" y="34"/>
                      </a:lnTo>
                      <a:lnTo>
                        <a:pt x="52" y="38"/>
                      </a:lnTo>
                      <a:lnTo>
                        <a:pt x="48" y="42"/>
                      </a:lnTo>
                      <a:lnTo>
                        <a:pt x="44" y="46"/>
                      </a:lnTo>
                      <a:lnTo>
                        <a:pt x="44" y="48"/>
                      </a:lnTo>
                      <a:lnTo>
                        <a:pt x="44" y="52"/>
                      </a:lnTo>
                      <a:lnTo>
                        <a:pt x="44" y="56"/>
                      </a:lnTo>
                      <a:lnTo>
                        <a:pt x="44" y="60"/>
                      </a:lnTo>
                      <a:lnTo>
                        <a:pt x="44" y="64"/>
                      </a:lnTo>
                      <a:lnTo>
                        <a:pt x="40" y="64"/>
                      </a:lnTo>
                      <a:lnTo>
                        <a:pt x="40" y="68"/>
                      </a:lnTo>
                      <a:lnTo>
                        <a:pt x="38" y="68"/>
                      </a:lnTo>
                      <a:lnTo>
                        <a:pt x="34" y="72"/>
                      </a:lnTo>
                      <a:lnTo>
                        <a:pt x="34" y="72"/>
                      </a:lnTo>
                      <a:lnTo>
                        <a:pt x="34" y="72"/>
                      </a:lnTo>
                      <a:close/>
                      <a:moveTo>
                        <a:pt x="26" y="12"/>
                      </a:moveTo>
                      <a:lnTo>
                        <a:pt x="22" y="12"/>
                      </a:lnTo>
                      <a:lnTo>
                        <a:pt x="26" y="12"/>
                      </a:lnTo>
                      <a:lnTo>
                        <a:pt x="26" y="16"/>
                      </a:lnTo>
                      <a:lnTo>
                        <a:pt x="30" y="16"/>
                      </a:lnTo>
                      <a:lnTo>
                        <a:pt x="34" y="16"/>
                      </a:lnTo>
                      <a:lnTo>
                        <a:pt x="38" y="16"/>
                      </a:lnTo>
                      <a:lnTo>
                        <a:pt x="38" y="18"/>
                      </a:lnTo>
                      <a:lnTo>
                        <a:pt x="40" y="18"/>
                      </a:lnTo>
                      <a:lnTo>
                        <a:pt x="40" y="16"/>
                      </a:lnTo>
                      <a:lnTo>
                        <a:pt x="44" y="16"/>
                      </a:lnTo>
                      <a:lnTo>
                        <a:pt x="40" y="18"/>
                      </a:lnTo>
                      <a:lnTo>
                        <a:pt x="44" y="18"/>
                      </a:lnTo>
                      <a:lnTo>
                        <a:pt x="44" y="16"/>
                      </a:lnTo>
                      <a:lnTo>
                        <a:pt x="44" y="12"/>
                      </a:lnTo>
                      <a:lnTo>
                        <a:pt x="40" y="12"/>
                      </a:lnTo>
                      <a:lnTo>
                        <a:pt x="38" y="12"/>
                      </a:lnTo>
                      <a:lnTo>
                        <a:pt x="34" y="12"/>
                      </a:lnTo>
                      <a:lnTo>
                        <a:pt x="30" y="16"/>
                      </a:lnTo>
                      <a:lnTo>
                        <a:pt x="30" y="12"/>
                      </a:lnTo>
                      <a:lnTo>
                        <a:pt x="26" y="12"/>
                      </a:lnTo>
                      <a:lnTo>
                        <a:pt x="26" y="12"/>
                      </a:lnTo>
                      <a:lnTo>
                        <a:pt x="26" y="12"/>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259" name="Freeform 226">
                  <a:extLst>
                    <a:ext uri="{FF2B5EF4-FFF2-40B4-BE49-F238E27FC236}">
                      <a16:creationId xmlns:a16="http://schemas.microsoft.com/office/drawing/2014/main" id="{307E7E24-6DF5-1BE0-8AA0-57D57D5D2B37}"/>
                    </a:ext>
                  </a:extLst>
                </p:cNvPr>
                <p:cNvSpPr>
                  <a:spLocks/>
                </p:cNvSpPr>
                <p:nvPr/>
              </p:nvSpPr>
              <p:spPr bwMode="gray">
                <a:xfrm>
                  <a:off x="2744136" y="3183952"/>
                  <a:ext cx="118270" cy="48699"/>
                </a:xfrm>
                <a:custGeom>
                  <a:avLst/>
                  <a:gdLst>
                    <a:gd name="T0" fmla="*/ 68 w 68"/>
                    <a:gd name="T1" fmla="*/ 0 h 28"/>
                    <a:gd name="T2" fmla="*/ 68 w 68"/>
                    <a:gd name="T3" fmla="*/ 2 h 28"/>
                    <a:gd name="T4" fmla="*/ 68 w 68"/>
                    <a:gd name="T5" fmla="*/ 2 h 28"/>
                    <a:gd name="T6" fmla="*/ 56 w 68"/>
                    <a:gd name="T7" fmla="*/ 10 h 28"/>
                    <a:gd name="T8" fmla="*/ 54 w 68"/>
                    <a:gd name="T9" fmla="*/ 14 h 28"/>
                    <a:gd name="T10" fmla="*/ 46 w 68"/>
                    <a:gd name="T11" fmla="*/ 16 h 28"/>
                    <a:gd name="T12" fmla="*/ 42 w 68"/>
                    <a:gd name="T13" fmla="*/ 16 h 28"/>
                    <a:gd name="T14" fmla="*/ 34 w 68"/>
                    <a:gd name="T15" fmla="*/ 20 h 28"/>
                    <a:gd name="T16" fmla="*/ 30 w 68"/>
                    <a:gd name="T17" fmla="*/ 24 h 28"/>
                    <a:gd name="T18" fmla="*/ 28 w 68"/>
                    <a:gd name="T19" fmla="*/ 28 h 28"/>
                    <a:gd name="T20" fmla="*/ 24 w 68"/>
                    <a:gd name="T21" fmla="*/ 28 h 28"/>
                    <a:gd name="T22" fmla="*/ 24 w 68"/>
                    <a:gd name="T23" fmla="*/ 28 h 28"/>
                    <a:gd name="T24" fmla="*/ 20 w 68"/>
                    <a:gd name="T25" fmla="*/ 28 h 28"/>
                    <a:gd name="T26" fmla="*/ 16 w 68"/>
                    <a:gd name="T27" fmla="*/ 28 h 28"/>
                    <a:gd name="T28" fmla="*/ 12 w 68"/>
                    <a:gd name="T29" fmla="*/ 28 h 28"/>
                    <a:gd name="T30" fmla="*/ 8 w 68"/>
                    <a:gd name="T31" fmla="*/ 28 h 28"/>
                    <a:gd name="T32" fmla="*/ 8 w 68"/>
                    <a:gd name="T33" fmla="*/ 28 h 28"/>
                    <a:gd name="T34" fmla="*/ 12 w 68"/>
                    <a:gd name="T35" fmla="*/ 28 h 28"/>
                    <a:gd name="T36" fmla="*/ 12 w 68"/>
                    <a:gd name="T37" fmla="*/ 28 h 28"/>
                    <a:gd name="T38" fmla="*/ 12 w 68"/>
                    <a:gd name="T39" fmla="*/ 24 h 28"/>
                    <a:gd name="T40" fmla="*/ 12 w 68"/>
                    <a:gd name="T41" fmla="*/ 24 h 28"/>
                    <a:gd name="T42" fmla="*/ 8 w 68"/>
                    <a:gd name="T43" fmla="*/ 24 h 28"/>
                    <a:gd name="T44" fmla="*/ 8 w 68"/>
                    <a:gd name="T45" fmla="*/ 24 h 28"/>
                    <a:gd name="T46" fmla="*/ 4 w 68"/>
                    <a:gd name="T47" fmla="*/ 24 h 28"/>
                    <a:gd name="T48" fmla="*/ 0 w 68"/>
                    <a:gd name="T49" fmla="*/ 20 h 28"/>
                    <a:gd name="T50" fmla="*/ 0 w 68"/>
                    <a:gd name="T51" fmla="*/ 20 h 28"/>
                    <a:gd name="T52" fmla="*/ 4 w 68"/>
                    <a:gd name="T53" fmla="*/ 16 h 28"/>
                    <a:gd name="T54" fmla="*/ 4 w 68"/>
                    <a:gd name="T55" fmla="*/ 14 h 28"/>
                    <a:gd name="T56" fmla="*/ 8 w 68"/>
                    <a:gd name="T57" fmla="*/ 10 h 28"/>
                    <a:gd name="T58" fmla="*/ 8 w 68"/>
                    <a:gd name="T59" fmla="*/ 10 h 28"/>
                    <a:gd name="T60" fmla="*/ 8 w 68"/>
                    <a:gd name="T61" fmla="*/ 16 h 28"/>
                    <a:gd name="T62" fmla="*/ 8 w 68"/>
                    <a:gd name="T63" fmla="*/ 16 h 28"/>
                    <a:gd name="T64" fmla="*/ 12 w 68"/>
                    <a:gd name="T65" fmla="*/ 16 h 28"/>
                    <a:gd name="T66" fmla="*/ 12 w 68"/>
                    <a:gd name="T67" fmla="*/ 16 h 28"/>
                    <a:gd name="T68" fmla="*/ 16 w 68"/>
                    <a:gd name="T69" fmla="*/ 16 h 28"/>
                    <a:gd name="T70" fmla="*/ 16 w 68"/>
                    <a:gd name="T71" fmla="*/ 16 h 28"/>
                    <a:gd name="T72" fmla="*/ 20 w 68"/>
                    <a:gd name="T73" fmla="*/ 14 h 28"/>
                    <a:gd name="T74" fmla="*/ 28 w 68"/>
                    <a:gd name="T75" fmla="*/ 10 h 28"/>
                    <a:gd name="T76" fmla="*/ 30 w 68"/>
                    <a:gd name="T77" fmla="*/ 6 h 28"/>
                    <a:gd name="T78" fmla="*/ 34 w 68"/>
                    <a:gd name="T79" fmla="*/ 2 h 28"/>
                    <a:gd name="T80" fmla="*/ 42 w 68"/>
                    <a:gd name="T81" fmla="*/ 6 h 28"/>
                    <a:gd name="T82" fmla="*/ 42 w 68"/>
                    <a:gd name="T83" fmla="*/ 6 h 28"/>
                    <a:gd name="T84" fmla="*/ 50 w 68"/>
                    <a:gd name="T85" fmla="*/ 6 h 28"/>
                    <a:gd name="T86" fmla="*/ 50 w 68"/>
                    <a:gd name="T87" fmla="*/ 6 h 28"/>
                    <a:gd name="T88" fmla="*/ 50 w 68"/>
                    <a:gd name="T89" fmla="*/ 6 h 28"/>
                    <a:gd name="T90" fmla="*/ 46 w 68"/>
                    <a:gd name="T91" fmla="*/ 6 h 28"/>
                    <a:gd name="T92" fmla="*/ 46 w 68"/>
                    <a:gd name="T93" fmla="*/ 6 h 28"/>
                    <a:gd name="T94" fmla="*/ 50 w 68"/>
                    <a:gd name="T95" fmla="*/ 2 h 28"/>
                    <a:gd name="T96" fmla="*/ 54 w 68"/>
                    <a:gd name="T97" fmla="*/ 2 h 28"/>
                    <a:gd name="T98" fmla="*/ 56 w 68"/>
                    <a:gd name="T99" fmla="*/ 0 h 28"/>
                    <a:gd name="T100" fmla="*/ 64 w 68"/>
                    <a:gd name="T101" fmla="*/ 0 h 28"/>
                    <a:gd name="T102" fmla="*/ 64 w 68"/>
                    <a:gd name="T103" fmla="*/ 2 h 28"/>
                    <a:gd name="T104" fmla="*/ 68 w 68"/>
                    <a:gd name="T105" fmla="*/ 0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68" h="28">
                      <a:moveTo>
                        <a:pt x="68" y="0"/>
                      </a:moveTo>
                      <a:lnTo>
                        <a:pt x="68" y="0"/>
                      </a:lnTo>
                      <a:lnTo>
                        <a:pt x="68" y="0"/>
                      </a:lnTo>
                      <a:lnTo>
                        <a:pt x="68" y="0"/>
                      </a:lnTo>
                      <a:lnTo>
                        <a:pt x="68" y="2"/>
                      </a:lnTo>
                      <a:lnTo>
                        <a:pt x="68" y="2"/>
                      </a:lnTo>
                      <a:lnTo>
                        <a:pt x="68" y="2"/>
                      </a:lnTo>
                      <a:lnTo>
                        <a:pt x="68" y="2"/>
                      </a:lnTo>
                      <a:lnTo>
                        <a:pt x="68" y="2"/>
                      </a:lnTo>
                      <a:lnTo>
                        <a:pt x="68" y="2"/>
                      </a:lnTo>
                      <a:lnTo>
                        <a:pt x="68" y="2"/>
                      </a:lnTo>
                      <a:lnTo>
                        <a:pt x="68" y="2"/>
                      </a:lnTo>
                      <a:lnTo>
                        <a:pt x="64" y="2"/>
                      </a:lnTo>
                      <a:lnTo>
                        <a:pt x="64" y="6"/>
                      </a:lnTo>
                      <a:lnTo>
                        <a:pt x="60" y="6"/>
                      </a:lnTo>
                      <a:lnTo>
                        <a:pt x="56" y="10"/>
                      </a:lnTo>
                      <a:lnTo>
                        <a:pt x="56" y="10"/>
                      </a:lnTo>
                      <a:lnTo>
                        <a:pt x="54" y="14"/>
                      </a:lnTo>
                      <a:lnTo>
                        <a:pt x="54" y="14"/>
                      </a:lnTo>
                      <a:lnTo>
                        <a:pt x="54" y="14"/>
                      </a:lnTo>
                      <a:lnTo>
                        <a:pt x="54" y="14"/>
                      </a:lnTo>
                      <a:lnTo>
                        <a:pt x="50" y="14"/>
                      </a:lnTo>
                      <a:lnTo>
                        <a:pt x="46" y="16"/>
                      </a:lnTo>
                      <a:lnTo>
                        <a:pt x="46" y="16"/>
                      </a:lnTo>
                      <a:lnTo>
                        <a:pt x="42" y="16"/>
                      </a:lnTo>
                      <a:lnTo>
                        <a:pt x="42" y="16"/>
                      </a:lnTo>
                      <a:lnTo>
                        <a:pt x="42" y="16"/>
                      </a:lnTo>
                      <a:lnTo>
                        <a:pt x="42" y="16"/>
                      </a:lnTo>
                      <a:lnTo>
                        <a:pt x="38" y="16"/>
                      </a:lnTo>
                      <a:lnTo>
                        <a:pt x="34" y="20"/>
                      </a:lnTo>
                      <a:lnTo>
                        <a:pt x="34" y="20"/>
                      </a:lnTo>
                      <a:lnTo>
                        <a:pt x="34" y="20"/>
                      </a:lnTo>
                      <a:lnTo>
                        <a:pt x="30" y="20"/>
                      </a:lnTo>
                      <a:lnTo>
                        <a:pt x="30" y="24"/>
                      </a:lnTo>
                      <a:lnTo>
                        <a:pt x="30" y="24"/>
                      </a:lnTo>
                      <a:lnTo>
                        <a:pt x="30" y="24"/>
                      </a:lnTo>
                      <a:lnTo>
                        <a:pt x="30" y="24"/>
                      </a:lnTo>
                      <a:lnTo>
                        <a:pt x="28" y="24"/>
                      </a:lnTo>
                      <a:lnTo>
                        <a:pt x="28" y="24"/>
                      </a:lnTo>
                      <a:lnTo>
                        <a:pt x="28" y="28"/>
                      </a:lnTo>
                      <a:lnTo>
                        <a:pt x="28" y="28"/>
                      </a:lnTo>
                      <a:lnTo>
                        <a:pt x="28" y="28"/>
                      </a:lnTo>
                      <a:lnTo>
                        <a:pt x="24" y="28"/>
                      </a:lnTo>
                      <a:lnTo>
                        <a:pt x="24" y="28"/>
                      </a:lnTo>
                      <a:lnTo>
                        <a:pt x="24" y="28"/>
                      </a:lnTo>
                      <a:lnTo>
                        <a:pt x="24" y="28"/>
                      </a:lnTo>
                      <a:lnTo>
                        <a:pt x="24" y="28"/>
                      </a:lnTo>
                      <a:lnTo>
                        <a:pt x="24" y="28"/>
                      </a:lnTo>
                      <a:lnTo>
                        <a:pt x="24" y="28"/>
                      </a:lnTo>
                      <a:lnTo>
                        <a:pt x="20" y="28"/>
                      </a:lnTo>
                      <a:lnTo>
                        <a:pt x="20" y="28"/>
                      </a:lnTo>
                      <a:lnTo>
                        <a:pt x="20" y="28"/>
                      </a:lnTo>
                      <a:lnTo>
                        <a:pt x="20" y="28"/>
                      </a:lnTo>
                      <a:lnTo>
                        <a:pt x="20" y="28"/>
                      </a:lnTo>
                      <a:lnTo>
                        <a:pt x="16" y="28"/>
                      </a:lnTo>
                      <a:lnTo>
                        <a:pt x="16" y="28"/>
                      </a:lnTo>
                      <a:lnTo>
                        <a:pt x="16" y="28"/>
                      </a:lnTo>
                      <a:lnTo>
                        <a:pt x="16" y="28"/>
                      </a:lnTo>
                      <a:lnTo>
                        <a:pt x="12" y="28"/>
                      </a:lnTo>
                      <a:lnTo>
                        <a:pt x="12" y="28"/>
                      </a:lnTo>
                      <a:lnTo>
                        <a:pt x="12" y="28"/>
                      </a:lnTo>
                      <a:lnTo>
                        <a:pt x="12" y="28"/>
                      </a:lnTo>
                      <a:lnTo>
                        <a:pt x="12" y="28"/>
                      </a:lnTo>
                      <a:lnTo>
                        <a:pt x="8" y="28"/>
                      </a:lnTo>
                      <a:lnTo>
                        <a:pt x="8" y="28"/>
                      </a:lnTo>
                      <a:lnTo>
                        <a:pt x="8" y="28"/>
                      </a:lnTo>
                      <a:lnTo>
                        <a:pt x="8" y="28"/>
                      </a:lnTo>
                      <a:lnTo>
                        <a:pt x="8" y="28"/>
                      </a:lnTo>
                      <a:lnTo>
                        <a:pt x="8" y="28"/>
                      </a:lnTo>
                      <a:lnTo>
                        <a:pt x="8" y="28"/>
                      </a:lnTo>
                      <a:lnTo>
                        <a:pt x="8" y="28"/>
                      </a:lnTo>
                      <a:lnTo>
                        <a:pt x="12" y="28"/>
                      </a:lnTo>
                      <a:lnTo>
                        <a:pt x="12" y="28"/>
                      </a:lnTo>
                      <a:lnTo>
                        <a:pt x="12" y="28"/>
                      </a:lnTo>
                      <a:lnTo>
                        <a:pt x="12" y="28"/>
                      </a:lnTo>
                      <a:lnTo>
                        <a:pt x="12" y="28"/>
                      </a:lnTo>
                      <a:lnTo>
                        <a:pt x="12" y="28"/>
                      </a:lnTo>
                      <a:lnTo>
                        <a:pt x="12" y="28"/>
                      </a:lnTo>
                      <a:lnTo>
                        <a:pt x="12" y="24"/>
                      </a:lnTo>
                      <a:lnTo>
                        <a:pt x="12" y="24"/>
                      </a:lnTo>
                      <a:lnTo>
                        <a:pt x="12" y="24"/>
                      </a:lnTo>
                      <a:lnTo>
                        <a:pt x="12" y="24"/>
                      </a:lnTo>
                      <a:lnTo>
                        <a:pt x="12" y="24"/>
                      </a:lnTo>
                      <a:lnTo>
                        <a:pt x="12" y="24"/>
                      </a:lnTo>
                      <a:lnTo>
                        <a:pt x="12" y="24"/>
                      </a:lnTo>
                      <a:lnTo>
                        <a:pt x="8" y="24"/>
                      </a:lnTo>
                      <a:lnTo>
                        <a:pt x="8" y="24"/>
                      </a:lnTo>
                      <a:lnTo>
                        <a:pt x="8" y="24"/>
                      </a:lnTo>
                      <a:lnTo>
                        <a:pt x="8" y="24"/>
                      </a:lnTo>
                      <a:lnTo>
                        <a:pt x="8" y="24"/>
                      </a:lnTo>
                      <a:lnTo>
                        <a:pt x="8" y="24"/>
                      </a:lnTo>
                      <a:lnTo>
                        <a:pt x="8" y="24"/>
                      </a:lnTo>
                      <a:lnTo>
                        <a:pt x="8" y="24"/>
                      </a:lnTo>
                      <a:lnTo>
                        <a:pt x="4" y="24"/>
                      </a:lnTo>
                      <a:lnTo>
                        <a:pt x="4" y="24"/>
                      </a:lnTo>
                      <a:lnTo>
                        <a:pt x="4" y="24"/>
                      </a:lnTo>
                      <a:lnTo>
                        <a:pt x="0" y="24"/>
                      </a:lnTo>
                      <a:lnTo>
                        <a:pt x="0" y="20"/>
                      </a:lnTo>
                      <a:lnTo>
                        <a:pt x="0" y="20"/>
                      </a:lnTo>
                      <a:lnTo>
                        <a:pt x="0" y="20"/>
                      </a:lnTo>
                      <a:lnTo>
                        <a:pt x="0" y="20"/>
                      </a:lnTo>
                      <a:lnTo>
                        <a:pt x="0" y="20"/>
                      </a:lnTo>
                      <a:lnTo>
                        <a:pt x="0" y="20"/>
                      </a:lnTo>
                      <a:lnTo>
                        <a:pt x="0" y="20"/>
                      </a:lnTo>
                      <a:lnTo>
                        <a:pt x="4" y="20"/>
                      </a:lnTo>
                      <a:lnTo>
                        <a:pt x="4" y="16"/>
                      </a:lnTo>
                      <a:lnTo>
                        <a:pt x="4" y="16"/>
                      </a:lnTo>
                      <a:lnTo>
                        <a:pt x="4" y="16"/>
                      </a:lnTo>
                      <a:lnTo>
                        <a:pt x="4" y="16"/>
                      </a:lnTo>
                      <a:lnTo>
                        <a:pt x="4" y="16"/>
                      </a:lnTo>
                      <a:lnTo>
                        <a:pt x="4" y="16"/>
                      </a:lnTo>
                      <a:lnTo>
                        <a:pt x="4" y="14"/>
                      </a:lnTo>
                      <a:lnTo>
                        <a:pt x="8" y="14"/>
                      </a:lnTo>
                      <a:lnTo>
                        <a:pt x="8" y="14"/>
                      </a:lnTo>
                      <a:lnTo>
                        <a:pt x="8" y="10"/>
                      </a:lnTo>
                      <a:lnTo>
                        <a:pt x="8" y="10"/>
                      </a:lnTo>
                      <a:lnTo>
                        <a:pt x="8" y="10"/>
                      </a:lnTo>
                      <a:lnTo>
                        <a:pt x="8" y="10"/>
                      </a:lnTo>
                      <a:lnTo>
                        <a:pt x="8" y="10"/>
                      </a:lnTo>
                      <a:lnTo>
                        <a:pt x="8" y="10"/>
                      </a:lnTo>
                      <a:lnTo>
                        <a:pt x="8" y="14"/>
                      </a:lnTo>
                      <a:lnTo>
                        <a:pt x="8" y="14"/>
                      </a:lnTo>
                      <a:lnTo>
                        <a:pt x="8" y="14"/>
                      </a:lnTo>
                      <a:lnTo>
                        <a:pt x="8" y="16"/>
                      </a:lnTo>
                      <a:lnTo>
                        <a:pt x="8" y="16"/>
                      </a:lnTo>
                      <a:lnTo>
                        <a:pt x="8" y="16"/>
                      </a:lnTo>
                      <a:lnTo>
                        <a:pt x="8" y="16"/>
                      </a:lnTo>
                      <a:lnTo>
                        <a:pt x="8" y="16"/>
                      </a:lnTo>
                      <a:lnTo>
                        <a:pt x="8" y="16"/>
                      </a:lnTo>
                      <a:lnTo>
                        <a:pt x="8" y="16"/>
                      </a:lnTo>
                      <a:lnTo>
                        <a:pt x="8" y="16"/>
                      </a:lnTo>
                      <a:lnTo>
                        <a:pt x="12" y="16"/>
                      </a:lnTo>
                      <a:lnTo>
                        <a:pt x="12" y="16"/>
                      </a:lnTo>
                      <a:lnTo>
                        <a:pt x="12" y="16"/>
                      </a:lnTo>
                      <a:lnTo>
                        <a:pt x="12" y="16"/>
                      </a:lnTo>
                      <a:lnTo>
                        <a:pt x="12" y="16"/>
                      </a:lnTo>
                      <a:lnTo>
                        <a:pt x="12" y="16"/>
                      </a:lnTo>
                      <a:lnTo>
                        <a:pt x="12" y="16"/>
                      </a:lnTo>
                      <a:lnTo>
                        <a:pt x="12" y="16"/>
                      </a:lnTo>
                      <a:lnTo>
                        <a:pt x="16" y="16"/>
                      </a:lnTo>
                      <a:lnTo>
                        <a:pt x="16" y="16"/>
                      </a:lnTo>
                      <a:lnTo>
                        <a:pt x="16" y="16"/>
                      </a:lnTo>
                      <a:lnTo>
                        <a:pt x="16" y="16"/>
                      </a:lnTo>
                      <a:lnTo>
                        <a:pt x="16" y="16"/>
                      </a:lnTo>
                      <a:lnTo>
                        <a:pt x="16" y="14"/>
                      </a:lnTo>
                      <a:lnTo>
                        <a:pt x="16" y="14"/>
                      </a:lnTo>
                      <a:lnTo>
                        <a:pt x="16" y="14"/>
                      </a:lnTo>
                      <a:lnTo>
                        <a:pt x="20" y="14"/>
                      </a:lnTo>
                      <a:lnTo>
                        <a:pt x="24" y="10"/>
                      </a:lnTo>
                      <a:lnTo>
                        <a:pt x="24" y="10"/>
                      </a:lnTo>
                      <a:lnTo>
                        <a:pt x="28" y="10"/>
                      </a:lnTo>
                      <a:lnTo>
                        <a:pt x="28" y="10"/>
                      </a:lnTo>
                      <a:lnTo>
                        <a:pt x="28" y="6"/>
                      </a:lnTo>
                      <a:lnTo>
                        <a:pt x="30" y="6"/>
                      </a:lnTo>
                      <a:lnTo>
                        <a:pt x="30" y="6"/>
                      </a:lnTo>
                      <a:lnTo>
                        <a:pt x="30" y="6"/>
                      </a:lnTo>
                      <a:lnTo>
                        <a:pt x="30" y="6"/>
                      </a:lnTo>
                      <a:lnTo>
                        <a:pt x="34" y="6"/>
                      </a:lnTo>
                      <a:lnTo>
                        <a:pt x="34" y="2"/>
                      </a:lnTo>
                      <a:lnTo>
                        <a:pt x="34" y="2"/>
                      </a:lnTo>
                      <a:lnTo>
                        <a:pt x="38" y="2"/>
                      </a:lnTo>
                      <a:lnTo>
                        <a:pt x="38" y="6"/>
                      </a:lnTo>
                      <a:lnTo>
                        <a:pt x="38" y="6"/>
                      </a:lnTo>
                      <a:lnTo>
                        <a:pt x="42" y="6"/>
                      </a:lnTo>
                      <a:lnTo>
                        <a:pt x="42" y="6"/>
                      </a:lnTo>
                      <a:lnTo>
                        <a:pt x="42" y="6"/>
                      </a:lnTo>
                      <a:lnTo>
                        <a:pt x="42" y="6"/>
                      </a:lnTo>
                      <a:lnTo>
                        <a:pt x="42" y="6"/>
                      </a:lnTo>
                      <a:lnTo>
                        <a:pt x="46" y="6"/>
                      </a:lnTo>
                      <a:lnTo>
                        <a:pt x="46" y="6"/>
                      </a:lnTo>
                      <a:lnTo>
                        <a:pt x="46" y="6"/>
                      </a:lnTo>
                      <a:lnTo>
                        <a:pt x="50" y="6"/>
                      </a:lnTo>
                      <a:lnTo>
                        <a:pt x="50" y="6"/>
                      </a:lnTo>
                      <a:lnTo>
                        <a:pt x="50" y="6"/>
                      </a:lnTo>
                      <a:lnTo>
                        <a:pt x="50" y="6"/>
                      </a:lnTo>
                      <a:lnTo>
                        <a:pt x="50" y="6"/>
                      </a:lnTo>
                      <a:lnTo>
                        <a:pt x="50" y="6"/>
                      </a:lnTo>
                      <a:lnTo>
                        <a:pt x="50" y="6"/>
                      </a:lnTo>
                      <a:lnTo>
                        <a:pt x="50" y="6"/>
                      </a:lnTo>
                      <a:lnTo>
                        <a:pt x="50" y="6"/>
                      </a:lnTo>
                      <a:lnTo>
                        <a:pt x="50" y="6"/>
                      </a:lnTo>
                      <a:lnTo>
                        <a:pt x="46" y="6"/>
                      </a:lnTo>
                      <a:lnTo>
                        <a:pt x="46" y="6"/>
                      </a:lnTo>
                      <a:lnTo>
                        <a:pt x="46" y="6"/>
                      </a:lnTo>
                      <a:lnTo>
                        <a:pt x="46" y="6"/>
                      </a:lnTo>
                      <a:lnTo>
                        <a:pt x="46" y="6"/>
                      </a:lnTo>
                      <a:lnTo>
                        <a:pt x="46" y="6"/>
                      </a:lnTo>
                      <a:lnTo>
                        <a:pt x="46" y="6"/>
                      </a:lnTo>
                      <a:lnTo>
                        <a:pt x="46" y="2"/>
                      </a:lnTo>
                      <a:lnTo>
                        <a:pt x="50" y="2"/>
                      </a:lnTo>
                      <a:lnTo>
                        <a:pt x="50" y="2"/>
                      </a:lnTo>
                      <a:lnTo>
                        <a:pt x="50" y="2"/>
                      </a:lnTo>
                      <a:lnTo>
                        <a:pt x="50" y="2"/>
                      </a:lnTo>
                      <a:lnTo>
                        <a:pt x="50" y="2"/>
                      </a:lnTo>
                      <a:lnTo>
                        <a:pt x="50" y="2"/>
                      </a:lnTo>
                      <a:lnTo>
                        <a:pt x="54" y="2"/>
                      </a:lnTo>
                      <a:lnTo>
                        <a:pt x="54" y="2"/>
                      </a:lnTo>
                      <a:lnTo>
                        <a:pt x="56" y="0"/>
                      </a:lnTo>
                      <a:lnTo>
                        <a:pt x="56" y="0"/>
                      </a:lnTo>
                      <a:lnTo>
                        <a:pt x="56" y="0"/>
                      </a:lnTo>
                      <a:lnTo>
                        <a:pt x="56" y="0"/>
                      </a:lnTo>
                      <a:lnTo>
                        <a:pt x="60" y="0"/>
                      </a:lnTo>
                      <a:lnTo>
                        <a:pt x="60" y="0"/>
                      </a:lnTo>
                      <a:lnTo>
                        <a:pt x="64" y="0"/>
                      </a:lnTo>
                      <a:lnTo>
                        <a:pt x="64" y="0"/>
                      </a:lnTo>
                      <a:lnTo>
                        <a:pt x="64" y="0"/>
                      </a:lnTo>
                      <a:lnTo>
                        <a:pt x="64" y="0"/>
                      </a:lnTo>
                      <a:lnTo>
                        <a:pt x="64" y="2"/>
                      </a:lnTo>
                      <a:lnTo>
                        <a:pt x="64" y="2"/>
                      </a:lnTo>
                      <a:lnTo>
                        <a:pt x="64" y="0"/>
                      </a:lnTo>
                      <a:lnTo>
                        <a:pt x="64" y="0"/>
                      </a:lnTo>
                      <a:lnTo>
                        <a:pt x="68" y="0"/>
                      </a:lnTo>
                      <a:lnTo>
                        <a:pt x="68" y="0"/>
                      </a:lnTo>
                      <a:lnTo>
                        <a:pt x="68" y="0"/>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grpSp>
          <p:grpSp>
            <p:nvGrpSpPr>
              <p:cNvPr id="45" name="グループ化 44">
                <a:extLst>
                  <a:ext uri="{FF2B5EF4-FFF2-40B4-BE49-F238E27FC236}">
                    <a16:creationId xmlns:a16="http://schemas.microsoft.com/office/drawing/2014/main" id="{B216DCAF-9295-BDBE-613F-6EE01332589C}"/>
                  </a:ext>
                </a:extLst>
              </p:cNvPr>
              <p:cNvGrpSpPr/>
              <p:nvPr/>
            </p:nvGrpSpPr>
            <p:grpSpPr bwMode="gray">
              <a:xfrm>
                <a:off x="360000" y="1569008"/>
                <a:ext cx="5408309" cy="4664223"/>
                <a:chOff x="4027720" y="1569912"/>
                <a:chExt cx="5461294" cy="4709905"/>
              </a:xfrm>
              <a:grpFill/>
            </p:grpSpPr>
            <p:sp>
              <p:nvSpPr>
                <p:cNvPr id="46" name="Freeform 5">
                  <a:extLst>
                    <a:ext uri="{FF2B5EF4-FFF2-40B4-BE49-F238E27FC236}">
                      <a16:creationId xmlns:a16="http://schemas.microsoft.com/office/drawing/2014/main" id="{7C4FBF36-CB46-287F-2891-0E1FBE4171D9}"/>
                    </a:ext>
                  </a:extLst>
                </p:cNvPr>
                <p:cNvSpPr>
                  <a:spLocks noEditPoints="1"/>
                </p:cNvSpPr>
                <p:nvPr/>
              </p:nvSpPr>
              <p:spPr bwMode="gray">
                <a:xfrm>
                  <a:off x="9043231" y="2827617"/>
                  <a:ext cx="174706" cy="60325"/>
                </a:xfrm>
                <a:custGeom>
                  <a:avLst/>
                  <a:gdLst>
                    <a:gd name="T0" fmla="*/ 104 w 110"/>
                    <a:gd name="T1" fmla="*/ 38 h 38"/>
                    <a:gd name="T2" fmla="*/ 100 w 110"/>
                    <a:gd name="T3" fmla="*/ 32 h 38"/>
                    <a:gd name="T4" fmla="*/ 94 w 110"/>
                    <a:gd name="T5" fmla="*/ 32 h 38"/>
                    <a:gd name="T6" fmla="*/ 94 w 110"/>
                    <a:gd name="T7" fmla="*/ 28 h 38"/>
                    <a:gd name="T8" fmla="*/ 94 w 110"/>
                    <a:gd name="T9" fmla="*/ 32 h 38"/>
                    <a:gd name="T10" fmla="*/ 100 w 110"/>
                    <a:gd name="T11" fmla="*/ 32 h 38"/>
                    <a:gd name="T12" fmla="*/ 104 w 110"/>
                    <a:gd name="T13" fmla="*/ 32 h 38"/>
                    <a:gd name="T14" fmla="*/ 104 w 110"/>
                    <a:gd name="T15" fmla="*/ 38 h 38"/>
                    <a:gd name="T16" fmla="*/ 108 w 110"/>
                    <a:gd name="T17" fmla="*/ 38 h 38"/>
                    <a:gd name="T18" fmla="*/ 104 w 110"/>
                    <a:gd name="T19" fmla="*/ 38 h 38"/>
                    <a:gd name="T20" fmla="*/ 90 w 110"/>
                    <a:gd name="T21" fmla="*/ 24 h 38"/>
                    <a:gd name="T22" fmla="*/ 94 w 110"/>
                    <a:gd name="T23" fmla="*/ 24 h 38"/>
                    <a:gd name="T24" fmla="*/ 90 w 110"/>
                    <a:gd name="T25" fmla="*/ 24 h 38"/>
                    <a:gd name="T26" fmla="*/ 110 w 110"/>
                    <a:gd name="T27" fmla="*/ 24 h 38"/>
                    <a:gd name="T28" fmla="*/ 108 w 110"/>
                    <a:gd name="T29" fmla="*/ 24 h 38"/>
                    <a:gd name="T30" fmla="*/ 110 w 110"/>
                    <a:gd name="T31" fmla="*/ 20 h 38"/>
                    <a:gd name="T32" fmla="*/ 110 w 110"/>
                    <a:gd name="T33" fmla="*/ 24 h 38"/>
                    <a:gd name="T34" fmla="*/ 76 w 110"/>
                    <a:gd name="T35" fmla="*/ 24 h 38"/>
                    <a:gd name="T36" fmla="*/ 78 w 110"/>
                    <a:gd name="T37" fmla="*/ 20 h 38"/>
                    <a:gd name="T38" fmla="*/ 78 w 110"/>
                    <a:gd name="T39" fmla="*/ 24 h 38"/>
                    <a:gd name="T40" fmla="*/ 76 w 110"/>
                    <a:gd name="T41" fmla="*/ 24 h 38"/>
                    <a:gd name="T42" fmla="*/ 16 w 110"/>
                    <a:gd name="T43" fmla="*/ 10 h 38"/>
                    <a:gd name="T44" fmla="*/ 14 w 110"/>
                    <a:gd name="T45" fmla="*/ 10 h 38"/>
                    <a:gd name="T46" fmla="*/ 16 w 110"/>
                    <a:gd name="T47" fmla="*/ 10 h 38"/>
                    <a:gd name="T48" fmla="*/ 4 w 110"/>
                    <a:gd name="T49" fmla="*/ 4 h 38"/>
                    <a:gd name="T50" fmla="*/ 4 w 110"/>
                    <a:gd name="T51" fmla="*/ 0 h 38"/>
                    <a:gd name="T52" fmla="*/ 0 w 110"/>
                    <a:gd name="T53" fmla="*/ 4 h 38"/>
                    <a:gd name="T54" fmla="*/ 0 w 110"/>
                    <a:gd name="T55" fmla="*/ 0 h 38"/>
                    <a:gd name="T56" fmla="*/ 4 w 110"/>
                    <a:gd name="T57" fmla="*/ 0 h 38"/>
                    <a:gd name="T58" fmla="*/ 10 w 110"/>
                    <a:gd name="T59" fmla="*/ 0 h 38"/>
                    <a:gd name="T60" fmla="*/ 14 w 110"/>
                    <a:gd name="T61" fmla="*/ 0 h 38"/>
                    <a:gd name="T62" fmla="*/ 14 w 110"/>
                    <a:gd name="T63" fmla="*/ 4 h 38"/>
                    <a:gd name="T64" fmla="*/ 10 w 110"/>
                    <a:gd name="T65" fmla="*/ 4 h 38"/>
                    <a:gd name="T66" fmla="*/ 4 w 110"/>
                    <a:gd name="T67" fmla="*/ 4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0" h="38">
                      <a:moveTo>
                        <a:pt x="104" y="38"/>
                      </a:moveTo>
                      <a:lnTo>
                        <a:pt x="100" y="32"/>
                      </a:lnTo>
                      <a:lnTo>
                        <a:pt x="94" y="32"/>
                      </a:lnTo>
                      <a:lnTo>
                        <a:pt x="94" y="28"/>
                      </a:lnTo>
                      <a:lnTo>
                        <a:pt x="94" y="32"/>
                      </a:lnTo>
                      <a:lnTo>
                        <a:pt x="100" y="32"/>
                      </a:lnTo>
                      <a:lnTo>
                        <a:pt x="104" y="32"/>
                      </a:lnTo>
                      <a:lnTo>
                        <a:pt x="104" y="38"/>
                      </a:lnTo>
                      <a:lnTo>
                        <a:pt x="108" y="38"/>
                      </a:lnTo>
                      <a:lnTo>
                        <a:pt x="104" y="38"/>
                      </a:lnTo>
                      <a:close/>
                      <a:moveTo>
                        <a:pt x="90" y="24"/>
                      </a:moveTo>
                      <a:lnTo>
                        <a:pt x="94" y="24"/>
                      </a:lnTo>
                      <a:lnTo>
                        <a:pt x="90" y="24"/>
                      </a:lnTo>
                      <a:close/>
                      <a:moveTo>
                        <a:pt x="110" y="24"/>
                      </a:moveTo>
                      <a:lnTo>
                        <a:pt x="108" y="24"/>
                      </a:lnTo>
                      <a:lnTo>
                        <a:pt x="110" y="20"/>
                      </a:lnTo>
                      <a:lnTo>
                        <a:pt x="110" y="24"/>
                      </a:lnTo>
                      <a:close/>
                      <a:moveTo>
                        <a:pt x="76" y="24"/>
                      </a:moveTo>
                      <a:lnTo>
                        <a:pt x="78" y="20"/>
                      </a:lnTo>
                      <a:lnTo>
                        <a:pt x="78" y="24"/>
                      </a:lnTo>
                      <a:lnTo>
                        <a:pt x="76" y="24"/>
                      </a:lnTo>
                      <a:close/>
                      <a:moveTo>
                        <a:pt x="16" y="10"/>
                      </a:moveTo>
                      <a:lnTo>
                        <a:pt x="14" y="10"/>
                      </a:lnTo>
                      <a:lnTo>
                        <a:pt x="16" y="10"/>
                      </a:lnTo>
                      <a:close/>
                      <a:moveTo>
                        <a:pt x="4" y="4"/>
                      </a:moveTo>
                      <a:lnTo>
                        <a:pt x="4" y="0"/>
                      </a:lnTo>
                      <a:lnTo>
                        <a:pt x="0" y="4"/>
                      </a:lnTo>
                      <a:lnTo>
                        <a:pt x="0" y="0"/>
                      </a:lnTo>
                      <a:lnTo>
                        <a:pt x="4" y="0"/>
                      </a:lnTo>
                      <a:lnTo>
                        <a:pt x="10" y="0"/>
                      </a:lnTo>
                      <a:lnTo>
                        <a:pt x="14" y="0"/>
                      </a:lnTo>
                      <a:lnTo>
                        <a:pt x="14" y="4"/>
                      </a:lnTo>
                      <a:lnTo>
                        <a:pt x="10" y="4"/>
                      </a:lnTo>
                      <a:lnTo>
                        <a:pt x="4" y="4"/>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47" name="Freeform 13">
                  <a:extLst>
                    <a:ext uri="{FF2B5EF4-FFF2-40B4-BE49-F238E27FC236}">
                      <a16:creationId xmlns:a16="http://schemas.microsoft.com/office/drawing/2014/main" id="{1CDFA58E-AB2F-EADF-681D-3E83D5D3E7C1}"/>
                    </a:ext>
                  </a:extLst>
                </p:cNvPr>
                <p:cNvSpPr>
                  <a:spLocks noEditPoints="1"/>
                </p:cNvSpPr>
                <p:nvPr/>
              </p:nvSpPr>
              <p:spPr bwMode="gray">
                <a:xfrm>
                  <a:off x="5283469" y="1569912"/>
                  <a:ext cx="4205545" cy="1666208"/>
                </a:xfrm>
                <a:custGeom>
                  <a:avLst/>
                  <a:gdLst>
                    <a:gd name="T0" fmla="*/ 946 w 2418"/>
                    <a:gd name="T1" fmla="*/ 206 h 958"/>
                    <a:gd name="T2" fmla="*/ 1986 w 2418"/>
                    <a:gd name="T3" fmla="*/ 336 h 958"/>
                    <a:gd name="T4" fmla="*/ 1570 w 2418"/>
                    <a:gd name="T5" fmla="*/ 302 h 958"/>
                    <a:gd name="T6" fmla="*/ 1320 w 2418"/>
                    <a:gd name="T7" fmla="*/ 174 h 958"/>
                    <a:gd name="T8" fmla="*/ 860 w 2418"/>
                    <a:gd name="T9" fmla="*/ 248 h 958"/>
                    <a:gd name="T10" fmla="*/ 822 w 2418"/>
                    <a:gd name="T11" fmla="*/ 350 h 958"/>
                    <a:gd name="T12" fmla="*/ 692 w 2418"/>
                    <a:gd name="T13" fmla="*/ 356 h 958"/>
                    <a:gd name="T14" fmla="*/ 344 w 2418"/>
                    <a:gd name="T15" fmla="*/ 422 h 958"/>
                    <a:gd name="T16" fmla="*/ 204 w 2418"/>
                    <a:gd name="T17" fmla="*/ 342 h 958"/>
                    <a:gd name="T18" fmla="*/ 114 w 2418"/>
                    <a:gd name="T19" fmla="*/ 632 h 958"/>
                    <a:gd name="T20" fmla="*/ 302 w 2418"/>
                    <a:gd name="T21" fmla="*/ 920 h 958"/>
                    <a:gd name="T22" fmla="*/ 536 w 2418"/>
                    <a:gd name="T23" fmla="*/ 764 h 958"/>
                    <a:gd name="T24" fmla="*/ 886 w 2418"/>
                    <a:gd name="T25" fmla="*/ 770 h 958"/>
                    <a:gd name="T26" fmla="*/ 1412 w 2418"/>
                    <a:gd name="T27" fmla="*/ 764 h 958"/>
                    <a:gd name="T28" fmla="*/ 1672 w 2418"/>
                    <a:gd name="T29" fmla="*/ 856 h 958"/>
                    <a:gd name="T30" fmla="*/ 1814 w 2418"/>
                    <a:gd name="T31" fmla="*/ 584 h 958"/>
                    <a:gd name="T32" fmla="*/ 1982 w 2418"/>
                    <a:gd name="T33" fmla="*/ 584 h 958"/>
                    <a:gd name="T34" fmla="*/ 2052 w 2418"/>
                    <a:gd name="T35" fmla="*/ 574 h 958"/>
                    <a:gd name="T36" fmla="*/ 2326 w 2418"/>
                    <a:gd name="T37" fmla="*/ 456 h 958"/>
                    <a:gd name="T38" fmla="*/ 2284 w 2418"/>
                    <a:gd name="T39" fmla="*/ 296 h 958"/>
                    <a:gd name="T40" fmla="*/ 1466 w 2418"/>
                    <a:gd name="T41" fmla="*/ 248 h 958"/>
                    <a:gd name="T42" fmla="*/ 1530 w 2418"/>
                    <a:gd name="T43" fmla="*/ 260 h 958"/>
                    <a:gd name="T44" fmla="*/ 4 w 2418"/>
                    <a:gd name="T45" fmla="*/ 682 h 958"/>
                    <a:gd name="T46" fmla="*/ 536 w 2418"/>
                    <a:gd name="T47" fmla="*/ 16 h 958"/>
                    <a:gd name="T48" fmla="*/ 536 w 2418"/>
                    <a:gd name="T49" fmla="*/ 26 h 958"/>
                    <a:gd name="T50" fmla="*/ 524 w 2418"/>
                    <a:gd name="T51" fmla="*/ 32 h 958"/>
                    <a:gd name="T52" fmla="*/ 512 w 2418"/>
                    <a:gd name="T53" fmla="*/ 42 h 958"/>
                    <a:gd name="T54" fmla="*/ 442 w 2418"/>
                    <a:gd name="T55" fmla="*/ 54 h 958"/>
                    <a:gd name="T56" fmla="*/ 1710 w 2418"/>
                    <a:gd name="T57" fmla="*/ 174 h 958"/>
                    <a:gd name="T58" fmla="*/ 800 w 2418"/>
                    <a:gd name="T59" fmla="*/ 242 h 958"/>
                    <a:gd name="T60" fmla="*/ 1516 w 2418"/>
                    <a:gd name="T61" fmla="*/ 270 h 958"/>
                    <a:gd name="T62" fmla="*/ 710 w 2418"/>
                    <a:gd name="T63" fmla="*/ 406 h 958"/>
                    <a:gd name="T64" fmla="*/ 546 w 2418"/>
                    <a:gd name="T65" fmla="*/ 12 h 958"/>
                    <a:gd name="T66" fmla="*/ 1034 w 2418"/>
                    <a:gd name="T67" fmla="*/ 38 h 958"/>
                    <a:gd name="T68" fmla="*/ 604 w 2418"/>
                    <a:gd name="T69" fmla="*/ 26 h 958"/>
                    <a:gd name="T70" fmla="*/ 454 w 2418"/>
                    <a:gd name="T71" fmla="*/ 32 h 958"/>
                    <a:gd name="T72" fmla="*/ 362 w 2418"/>
                    <a:gd name="T73" fmla="*/ 38 h 958"/>
                    <a:gd name="T74" fmla="*/ 512 w 2418"/>
                    <a:gd name="T75" fmla="*/ 48 h 958"/>
                    <a:gd name="T76" fmla="*/ 1104 w 2418"/>
                    <a:gd name="T77" fmla="*/ 86 h 958"/>
                    <a:gd name="T78" fmla="*/ 806 w 2418"/>
                    <a:gd name="T79" fmla="*/ 70 h 958"/>
                    <a:gd name="T80" fmla="*/ 1174 w 2418"/>
                    <a:gd name="T81" fmla="*/ 86 h 958"/>
                    <a:gd name="T82" fmla="*/ 1240 w 2418"/>
                    <a:gd name="T83" fmla="*/ 128 h 958"/>
                    <a:gd name="T84" fmla="*/ 664 w 2418"/>
                    <a:gd name="T85" fmla="*/ 140 h 958"/>
                    <a:gd name="T86" fmla="*/ 546 w 2418"/>
                    <a:gd name="T87" fmla="*/ 216 h 958"/>
                    <a:gd name="T88" fmla="*/ 508 w 2418"/>
                    <a:gd name="T89" fmla="*/ 216 h 958"/>
                    <a:gd name="T90" fmla="*/ 1104 w 2418"/>
                    <a:gd name="T91" fmla="*/ 146 h 958"/>
                    <a:gd name="T92" fmla="*/ 1078 w 2418"/>
                    <a:gd name="T93" fmla="*/ 162 h 958"/>
                    <a:gd name="T94" fmla="*/ 1672 w 2418"/>
                    <a:gd name="T95" fmla="*/ 168 h 958"/>
                    <a:gd name="T96" fmla="*/ 1748 w 2418"/>
                    <a:gd name="T97" fmla="*/ 194 h 958"/>
                    <a:gd name="T98" fmla="*/ 1808 w 2418"/>
                    <a:gd name="T99" fmla="*/ 180 h 958"/>
                    <a:gd name="T100" fmla="*/ 952 w 2418"/>
                    <a:gd name="T101" fmla="*/ 194 h 958"/>
                    <a:gd name="T102" fmla="*/ 1716 w 2418"/>
                    <a:gd name="T103" fmla="*/ 216 h 958"/>
                    <a:gd name="T104" fmla="*/ 1728 w 2418"/>
                    <a:gd name="T105" fmla="*/ 238 h 958"/>
                    <a:gd name="T106" fmla="*/ 464 w 2418"/>
                    <a:gd name="T107" fmla="*/ 288 h 958"/>
                    <a:gd name="T108" fmla="*/ 502 w 2418"/>
                    <a:gd name="T109" fmla="*/ 276 h 958"/>
                    <a:gd name="T110" fmla="*/ 838 w 2418"/>
                    <a:gd name="T111" fmla="*/ 248 h 958"/>
                    <a:gd name="T112" fmla="*/ 2008 w 2418"/>
                    <a:gd name="T113" fmla="*/ 308 h 958"/>
                    <a:gd name="T114" fmla="*/ 2004 w 2418"/>
                    <a:gd name="T115" fmla="*/ 342 h 958"/>
                    <a:gd name="T116" fmla="*/ 324 w 2418"/>
                    <a:gd name="T117" fmla="*/ 406 h 958"/>
                    <a:gd name="T118" fmla="*/ 1662 w 2418"/>
                    <a:gd name="T119" fmla="*/ 682 h 958"/>
                    <a:gd name="T120" fmla="*/ 1736 w 2418"/>
                    <a:gd name="T121" fmla="*/ 704 h 958"/>
                    <a:gd name="T122" fmla="*/ 1754 w 2418"/>
                    <a:gd name="T123" fmla="*/ 850 h 958"/>
                    <a:gd name="T124" fmla="*/ 1842 w 2418"/>
                    <a:gd name="T125" fmla="*/ 866 h 9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418" h="958">
                      <a:moveTo>
                        <a:pt x="758" y="710"/>
                      </a:moveTo>
                      <a:lnTo>
                        <a:pt x="764" y="710"/>
                      </a:lnTo>
                      <a:lnTo>
                        <a:pt x="766" y="704"/>
                      </a:lnTo>
                      <a:lnTo>
                        <a:pt x="758" y="704"/>
                      </a:lnTo>
                      <a:lnTo>
                        <a:pt x="758" y="710"/>
                      </a:lnTo>
                      <a:lnTo>
                        <a:pt x="758" y="710"/>
                      </a:lnTo>
                      <a:lnTo>
                        <a:pt x="758" y="710"/>
                      </a:lnTo>
                      <a:close/>
                      <a:moveTo>
                        <a:pt x="1682" y="698"/>
                      </a:moveTo>
                      <a:lnTo>
                        <a:pt x="1678" y="704"/>
                      </a:lnTo>
                      <a:lnTo>
                        <a:pt x="1682" y="704"/>
                      </a:lnTo>
                      <a:lnTo>
                        <a:pt x="1682" y="698"/>
                      </a:lnTo>
                      <a:lnTo>
                        <a:pt x="1682" y="698"/>
                      </a:lnTo>
                      <a:lnTo>
                        <a:pt x="1682" y="698"/>
                      </a:lnTo>
                      <a:close/>
                      <a:moveTo>
                        <a:pt x="242" y="878"/>
                      </a:moveTo>
                      <a:lnTo>
                        <a:pt x="242" y="884"/>
                      </a:lnTo>
                      <a:lnTo>
                        <a:pt x="248" y="884"/>
                      </a:lnTo>
                      <a:lnTo>
                        <a:pt x="248" y="878"/>
                      </a:lnTo>
                      <a:lnTo>
                        <a:pt x="242" y="878"/>
                      </a:lnTo>
                      <a:lnTo>
                        <a:pt x="242" y="878"/>
                      </a:lnTo>
                      <a:lnTo>
                        <a:pt x="242" y="878"/>
                      </a:lnTo>
                      <a:close/>
                      <a:moveTo>
                        <a:pt x="122" y="548"/>
                      </a:moveTo>
                      <a:lnTo>
                        <a:pt x="118" y="548"/>
                      </a:lnTo>
                      <a:lnTo>
                        <a:pt x="118" y="552"/>
                      </a:lnTo>
                      <a:lnTo>
                        <a:pt x="122" y="552"/>
                      </a:lnTo>
                      <a:lnTo>
                        <a:pt x="122" y="548"/>
                      </a:lnTo>
                      <a:lnTo>
                        <a:pt x="122" y="548"/>
                      </a:lnTo>
                      <a:lnTo>
                        <a:pt x="122" y="548"/>
                      </a:lnTo>
                      <a:close/>
                      <a:moveTo>
                        <a:pt x="492" y="774"/>
                      </a:moveTo>
                      <a:lnTo>
                        <a:pt x="496" y="770"/>
                      </a:lnTo>
                      <a:lnTo>
                        <a:pt x="492" y="770"/>
                      </a:lnTo>
                      <a:lnTo>
                        <a:pt x="492" y="774"/>
                      </a:lnTo>
                      <a:lnTo>
                        <a:pt x="492" y="774"/>
                      </a:lnTo>
                      <a:lnTo>
                        <a:pt x="492" y="774"/>
                      </a:lnTo>
                      <a:close/>
                      <a:moveTo>
                        <a:pt x="1554" y="276"/>
                      </a:moveTo>
                      <a:lnTo>
                        <a:pt x="1548" y="276"/>
                      </a:lnTo>
                      <a:lnTo>
                        <a:pt x="1548" y="282"/>
                      </a:lnTo>
                      <a:lnTo>
                        <a:pt x="1554" y="282"/>
                      </a:lnTo>
                      <a:lnTo>
                        <a:pt x="1554" y="276"/>
                      </a:lnTo>
                      <a:lnTo>
                        <a:pt x="1554" y="276"/>
                      </a:lnTo>
                      <a:lnTo>
                        <a:pt x="1554" y="276"/>
                      </a:lnTo>
                      <a:close/>
                      <a:moveTo>
                        <a:pt x="176" y="324"/>
                      </a:moveTo>
                      <a:lnTo>
                        <a:pt x="172" y="324"/>
                      </a:lnTo>
                      <a:lnTo>
                        <a:pt x="172" y="330"/>
                      </a:lnTo>
                      <a:lnTo>
                        <a:pt x="176" y="330"/>
                      </a:lnTo>
                      <a:lnTo>
                        <a:pt x="176" y="324"/>
                      </a:lnTo>
                      <a:lnTo>
                        <a:pt x="176" y="324"/>
                      </a:lnTo>
                      <a:lnTo>
                        <a:pt x="176" y="324"/>
                      </a:lnTo>
                      <a:close/>
                      <a:moveTo>
                        <a:pt x="1982" y="542"/>
                      </a:moveTo>
                      <a:lnTo>
                        <a:pt x="1982" y="548"/>
                      </a:lnTo>
                      <a:lnTo>
                        <a:pt x="1986" y="548"/>
                      </a:lnTo>
                      <a:lnTo>
                        <a:pt x="1986" y="542"/>
                      </a:lnTo>
                      <a:lnTo>
                        <a:pt x="1982" y="542"/>
                      </a:lnTo>
                      <a:lnTo>
                        <a:pt x="1982" y="542"/>
                      </a:lnTo>
                      <a:lnTo>
                        <a:pt x="1982" y="542"/>
                      </a:lnTo>
                      <a:close/>
                      <a:moveTo>
                        <a:pt x="1672" y="698"/>
                      </a:moveTo>
                      <a:lnTo>
                        <a:pt x="1662" y="698"/>
                      </a:lnTo>
                      <a:lnTo>
                        <a:pt x="1662" y="704"/>
                      </a:lnTo>
                      <a:lnTo>
                        <a:pt x="1672" y="704"/>
                      </a:lnTo>
                      <a:lnTo>
                        <a:pt x="1672" y="698"/>
                      </a:lnTo>
                      <a:lnTo>
                        <a:pt x="1672" y="698"/>
                      </a:lnTo>
                      <a:lnTo>
                        <a:pt x="1672" y="698"/>
                      </a:lnTo>
                      <a:close/>
                      <a:moveTo>
                        <a:pt x="596" y="710"/>
                      </a:moveTo>
                      <a:lnTo>
                        <a:pt x="596" y="704"/>
                      </a:lnTo>
                      <a:lnTo>
                        <a:pt x="590" y="704"/>
                      </a:lnTo>
                      <a:lnTo>
                        <a:pt x="590" y="710"/>
                      </a:lnTo>
                      <a:lnTo>
                        <a:pt x="596" y="710"/>
                      </a:lnTo>
                      <a:lnTo>
                        <a:pt x="596" y="710"/>
                      </a:lnTo>
                      <a:lnTo>
                        <a:pt x="596" y="710"/>
                      </a:lnTo>
                      <a:close/>
                      <a:moveTo>
                        <a:pt x="936" y="216"/>
                      </a:moveTo>
                      <a:lnTo>
                        <a:pt x="940" y="216"/>
                      </a:lnTo>
                      <a:lnTo>
                        <a:pt x="940" y="210"/>
                      </a:lnTo>
                      <a:lnTo>
                        <a:pt x="936" y="210"/>
                      </a:lnTo>
                      <a:lnTo>
                        <a:pt x="936" y="216"/>
                      </a:lnTo>
                      <a:lnTo>
                        <a:pt x="936" y="216"/>
                      </a:lnTo>
                      <a:lnTo>
                        <a:pt x="936" y="216"/>
                      </a:lnTo>
                      <a:close/>
                      <a:moveTo>
                        <a:pt x="336" y="356"/>
                      </a:moveTo>
                      <a:lnTo>
                        <a:pt x="336" y="362"/>
                      </a:lnTo>
                      <a:lnTo>
                        <a:pt x="340" y="362"/>
                      </a:lnTo>
                      <a:lnTo>
                        <a:pt x="340" y="356"/>
                      </a:lnTo>
                      <a:lnTo>
                        <a:pt x="336" y="356"/>
                      </a:lnTo>
                      <a:lnTo>
                        <a:pt x="336" y="356"/>
                      </a:lnTo>
                      <a:lnTo>
                        <a:pt x="336" y="356"/>
                      </a:lnTo>
                      <a:close/>
                      <a:moveTo>
                        <a:pt x="940" y="200"/>
                      </a:moveTo>
                      <a:lnTo>
                        <a:pt x="940" y="206"/>
                      </a:lnTo>
                      <a:lnTo>
                        <a:pt x="946" y="206"/>
                      </a:lnTo>
                      <a:lnTo>
                        <a:pt x="946" y="200"/>
                      </a:lnTo>
                      <a:lnTo>
                        <a:pt x="940" y="200"/>
                      </a:lnTo>
                      <a:lnTo>
                        <a:pt x="940" y="200"/>
                      </a:lnTo>
                      <a:lnTo>
                        <a:pt x="940" y="200"/>
                      </a:lnTo>
                      <a:close/>
                      <a:moveTo>
                        <a:pt x="2338" y="390"/>
                      </a:moveTo>
                      <a:lnTo>
                        <a:pt x="2338" y="396"/>
                      </a:lnTo>
                      <a:lnTo>
                        <a:pt x="2344" y="396"/>
                      </a:lnTo>
                      <a:lnTo>
                        <a:pt x="2338" y="390"/>
                      </a:lnTo>
                      <a:lnTo>
                        <a:pt x="2338" y="390"/>
                      </a:lnTo>
                      <a:lnTo>
                        <a:pt x="2338" y="390"/>
                      </a:lnTo>
                      <a:close/>
                      <a:moveTo>
                        <a:pt x="2398" y="410"/>
                      </a:moveTo>
                      <a:lnTo>
                        <a:pt x="2392" y="410"/>
                      </a:lnTo>
                      <a:lnTo>
                        <a:pt x="2392" y="406"/>
                      </a:lnTo>
                      <a:lnTo>
                        <a:pt x="2380" y="406"/>
                      </a:lnTo>
                      <a:lnTo>
                        <a:pt x="2380" y="402"/>
                      </a:lnTo>
                      <a:lnTo>
                        <a:pt x="2378" y="402"/>
                      </a:lnTo>
                      <a:lnTo>
                        <a:pt x="2372" y="406"/>
                      </a:lnTo>
                      <a:lnTo>
                        <a:pt x="2360" y="406"/>
                      </a:lnTo>
                      <a:lnTo>
                        <a:pt x="2360" y="396"/>
                      </a:lnTo>
                      <a:lnTo>
                        <a:pt x="2344" y="396"/>
                      </a:lnTo>
                      <a:lnTo>
                        <a:pt x="2344" y="402"/>
                      </a:lnTo>
                      <a:lnTo>
                        <a:pt x="2350" y="402"/>
                      </a:lnTo>
                      <a:lnTo>
                        <a:pt x="2354" y="406"/>
                      </a:lnTo>
                      <a:lnTo>
                        <a:pt x="2350" y="406"/>
                      </a:lnTo>
                      <a:lnTo>
                        <a:pt x="2350" y="416"/>
                      </a:lnTo>
                      <a:lnTo>
                        <a:pt x="2344" y="416"/>
                      </a:lnTo>
                      <a:lnTo>
                        <a:pt x="2344" y="410"/>
                      </a:lnTo>
                      <a:lnTo>
                        <a:pt x="2338" y="410"/>
                      </a:lnTo>
                      <a:lnTo>
                        <a:pt x="2338" y="406"/>
                      </a:lnTo>
                      <a:lnTo>
                        <a:pt x="2344" y="406"/>
                      </a:lnTo>
                      <a:lnTo>
                        <a:pt x="2344" y="402"/>
                      </a:lnTo>
                      <a:lnTo>
                        <a:pt x="2338" y="402"/>
                      </a:lnTo>
                      <a:lnTo>
                        <a:pt x="2338" y="396"/>
                      </a:lnTo>
                      <a:lnTo>
                        <a:pt x="2332" y="396"/>
                      </a:lnTo>
                      <a:lnTo>
                        <a:pt x="2332" y="384"/>
                      </a:lnTo>
                      <a:lnTo>
                        <a:pt x="2324" y="378"/>
                      </a:lnTo>
                      <a:lnTo>
                        <a:pt x="2318" y="378"/>
                      </a:lnTo>
                      <a:lnTo>
                        <a:pt x="2318" y="374"/>
                      </a:lnTo>
                      <a:lnTo>
                        <a:pt x="2306" y="374"/>
                      </a:lnTo>
                      <a:lnTo>
                        <a:pt x="2306" y="368"/>
                      </a:lnTo>
                      <a:lnTo>
                        <a:pt x="2296" y="368"/>
                      </a:lnTo>
                      <a:lnTo>
                        <a:pt x="2296" y="362"/>
                      </a:lnTo>
                      <a:lnTo>
                        <a:pt x="2284" y="362"/>
                      </a:lnTo>
                      <a:lnTo>
                        <a:pt x="2284" y="356"/>
                      </a:lnTo>
                      <a:lnTo>
                        <a:pt x="2272" y="356"/>
                      </a:lnTo>
                      <a:lnTo>
                        <a:pt x="2272" y="350"/>
                      </a:lnTo>
                      <a:lnTo>
                        <a:pt x="2268" y="350"/>
                      </a:lnTo>
                      <a:lnTo>
                        <a:pt x="2264" y="348"/>
                      </a:lnTo>
                      <a:lnTo>
                        <a:pt x="2258" y="348"/>
                      </a:lnTo>
                      <a:lnTo>
                        <a:pt x="2252" y="342"/>
                      </a:lnTo>
                      <a:lnTo>
                        <a:pt x="2252" y="348"/>
                      </a:lnTo>
                      <a:lnTo>
                        <a:pt x="2246" y="348"/>
                      </a:lnTo>
                      <a:lnTo>
                        <a:pt x="2246" y="342"/>
                      </a:lnTo>
                      <a:lnTo>
                        <a:pt x="2240" y="342"/>
                      </a:lnTo>
                      <a:lnTo>
                        <a:pt x="2236" y="336"/>
                      </a:lnTo>
                      <a:lnTo>
                        <a:pt x="2214" y="336"/>
                      </a:lnTo>
                      <a:lnTo>
                        <a:pt x="2214" y="330"/>
                      </a:lnTo>
                      <a:lnTo>
                        <a:pt x="2176" y="330"/>
                      </a:lnTo>
                      <a:lnTo>
                        <a:pt x="2176" y="324"/>
                      </a:lnTo>
                      <a:lnTo>
                        <a:pt x="2170" y="324"/>
                      </a:lnTo>
                      <a:lnTo>
                        <a:pt x="2170" y="330"/>
                      </a:lnTo>
                      <a:lnTo>
                        <a:pt x="2164" y="330"/>
                      </a:lnTo>
                      <a:lnTo>
                        <a:pt x="2164" y="324"/>
                      </a:lnTo>
                      <a:lnTo>
                        <a:pt x="2144" y="324"/>
                      </a:lnTo>
                      <a:lnTo>
                        <a:pt x="2144" y="320"/>
                      </a:lnTo>
                      <a:lnTo>
                        <a:pt x="2132" y="320"/>
                      </a:lnTo>
                      <a:lnTo>
                        <a:pt x="2132" y="336"/>
                      </a:lnTo>
                      <a:lnTo>
                        <a:pt x="2138" y="336"/>
                      </a:lnTo>
                      <a:lnTo>
                        <a:pt x="2138" y="350"/>
                      </a:lnTo>
                      <a:lnTo>
                        <a:pt x="2132" y="350"/>
                      </a:lnTo>
                      <a:lnTo>
                        <a:pt x="2132" y="356"/>
                      </a:lnTo>
                      <a:lnTo>
                        <a:pt x="2116" y="356"/>
                      </a:lnTo>
                      <a:lnTo>
                        <a:pt x="2116" y="348"/>
                      </a:lnTo>
                      <a:lnTo>
                        <a:pt x="2100" y="348"/>
                      </a:lnTo>
                      <a:lnTo>
                        <a:pt x="2100" y="336"/>
                      </a:lnTo>
                      <a:lnTo>
                        <a:pt x="2008" y="336"/>
                      </a:lnTo>
                      <a:lnTo>
                        <a:pt x="2008" y="356"/>
                      </a:lnTo>
                      <a:lnTo>
                        <a:pt x="2004" y="356"/>
                      </a:lnTo>
                      <a:lnTo>
                        <a:pt x="2004" y="362"/>
                      </a:lnTo>
                      <a:lnTo>
                        <a:pt x="1998" y="362"/>
                      </a:lnTo>
                      <a:lnTo>
                        <a:pt x="2004" y="356"/>
                      </a:lnTo>
                      <a:lnTo>
                        <a:pt x="2004" y="348"/>
                      </a:lnTo>
                      <a:lnTo>
                        <a:pt x="1998" y="348"/>
                      </a:lnTo>
                      <a:lnTo>
                        <a:pt x="1998" y="336"/>
                      </a:lnTo>
                      <a:lnTo>
                        <a:pt x="1986" y="336"/>
                      </a:lnTo>
                      <a:lnTo>
                        <a:pt x="1982" y="330"/>
                      </a:lnTo>
                      <a:lnTo>
                        <a:pt x="1982" y="324"/>
                      </a:lnTo>
                      <a:lnTo>
                        <a:pt x="1986" y="320"/>
                      </a:lnTo>
                      <a:lnTo>
                        <a:pt x="1986" y="308"/>
                      </a:lnTo>
                      <a:lnTo>
                        <a:pt x="1976" y="308"/>
                      </a:lnTo>
                      <a:lnTo>
                        <a:pt x="1970" y="302"/>
                      </a:lnTo>
                      <a:lnTo>
                        <a:pt x="1964" y="302"/>
                      </a:lnTo>
                      <a:lnTo>
                        <a:pt x="1958" y="296"/>
                      </a:lnTo>
                      <a:lnTo>
                        <a:pt x="1898" y="296"/>
                      </a:lnTo>
                      <a:lnTo>
                        <a:pt x="1898" y="302"/>
                      </a:lnTo>
                      <a:lnTo>
                        <a:pt x="1872" y="302"/>
                      </a:lnTo>
                      <a:lnTo>
                        <a:pt x="1872" y="296"/>
                      </a:lnTo>
                      <a:lnTo>
                        <a:pt x="1868" y="296"/>
                      </a:lnTo>
                      <a:lnTo>
                        <a:pt x="1868" y="292"/>
                      </a:lnTo>
                      <a:lnTo>
                        <a:pt x="1862" y="292"/>
                      </a:lnTo>
                      <a:lnTo>
                        <a:pt x="1856" y="288"/>
                      </a:lnTo>
                      <a:lnTo>
                        <a:pt x="1850" y="292"/>
                      </a:lnTo>
                      <a:lnTo>
                        <a:pt x="1850" y="288"/>
                      </a:lnTo>
                      <a:lnTo>
                        <a:pt x="1836" y="288"/>
                      </a:lnTo>
                      <a:lnTo>
                        <a:pt x="1836" y="282"/>
                      </a:lnTo>
                      <a:lnTo>
                        <a:pt x="1830" y="282"/>
                      </a:lnTo>
                      <a:lnTo>
                        <a:pt x="1830" y="276"/>
                      </a:lnTo>
                      <a:lnTo>
                        <a:pt x="1836" y="276"/>
                      </a:lnTo>
                      <a:lnTo>
                        <a:pt x="1842" y="282"/>
                      </a:lnTo>
                      <a:lnTo>
                        <a:pt x="1842" y="270"/>
                      </a:lnTo>
                      <a:lnTo>
                        <a:pt x="1830" y="270"/>
                      </a:lnTo>
                      <a:lnTo>
                        <a:pt x="1830" y="266"/>
                      </a:lnTo>
                      <a:lnTo>
                        <a:pt x="1802" y="266"/>
                      </a:lnTo>
                      <a:lnTo>
                        <a:pt x="1796" y="270"/>
                      </a:lnTo>
                      <a:lnTo>
                        <a:pt x="1786" y="282"/>
                      </a:lnTo>
                      <a:lnTo>
                        <a:pt x="1782" y="282"/>
                      </a:lnTo>
                      <a:lnTo>
                        <a:pt x="1776" y="288"/>
                      </a:lnTo>
                      <a:lnTo>
                        <a:pt x="1776" y="282"/>
                      </a:lnTo>
                      <a:lnTo>
                        <a:pt x="1770" y="282"/>
                      </a:lnTo>
                      <a:lnTo>
                        <a:pt x="1776" y="276"/>
                      </a:lnTo>
                      <a:lnTo>
                        <a:pt x="1782" y="276"/>
                      </a:lnTo>
                      <a:lnTo>
                        <a:pt x="1782" y="270"/>
                      </a:lnTo>
                      <a:lnTo>
                        <a:pt x="1796" y="270"/>
                      </a:lnTo>
                      <a:lnTo>
                        <a:pt x="1796" y="266"/>
                      </a:lnTo>
                      <a:lnTo>
                        <a:pt x="1790" y="260"/>
                      </a:lnTo>
                      <a:lnTo>
                        <a:pt x="1776" y="260"/>
                      </a:lnTo>
                      <a:lnTo>
                        <a:pt x="1776" y="266"/>
                      </a:lnTo>
                      <a:lnTo>
                        <a:pt x="1770" y="266"/>
                      </a:lnTo>
                      <a:lnTo>
                        <a:pt x="1770" y="270"/>
                      </a:lnTo>
                      <a:lnTo>
                        <a:pt x="1764" y="270"/>
                      </a:lnTo>
                      <a:lnTo>
                        <a:pt x="1758" y="270"/>
                      </a:lnTo>
                      <a:lnTo>
                        <a:pt x="1758" y="266"/>
                      </a:lnTo>
                      <a:lnTo>
                        <a:pt x="1764" y="266"/>
                      </a:lnTo>
                      <a:lnTo>
                        <a:pt x="1764" y="270"/>
                      </a:lnTo>
                      <a:lnTo>
                        <a:pt x="1770" y="266"/>
                      </a:lnTo>
                      <a:lnTo>
                        <a:pt x="1770" y="260"/>
                      </a:lnTo>
                      <a:lnTo>
                        <a:pt x="1758" y="260"/>
                      </a:lnTo>
                      <a:lnTo>
                        <a:pt x="1754" y="254"/>
                      </a:lnTo>
                      <a:lnTo>
                        <a:pt x="1722" y="254"/>
                      </a:lnTo>
                      <a:lnTo>
                        <a:pt x="1722" y="248"/>
                      </a:lnTo>
                      <a:lnTo>
                        <a:pt x="1710" y="248"/>
                      </a:lnTo>
                      <a:lnTo>
                        <a:pt x="1710" y="254"/>
                      </a:lnTo>
                      <a:lnTo>
                        <a:pt x="1716" y="254"/>
                      </a:lnTo>
                      <a:lnTo>
                        <a:pt x="1716" y="260"/>
                      </a:lnTo>
                      <a:lnTo>
                        <a:pt x="1694" y="260"/>
                      </a:lnTo>
                      <a:lnTo>
                        <a:pt x="1688" y="266"/>
                      </a:lnTo>
                      <a:lnTo>
                        <a:pt x="1688" y="270"/>
                      </a:lnTo>
                      <a:lnTo>
                        <a:pt x="1694" y="270"/>
                      </a:lnTo>
                      <a:lnTo>
                        <a:pt x="1700" y="266"/>
                      </a:lnTo>
                      <a:lnTo>
                        <a:pt x="1704" y="270"/>
                      </a:lnTo>
                      <a:lnTo>
                        <a:pt x="1700" y="270"/>
                      </a:lnTo>
                      <a:lnTo>
                        <a:pt x="1700" y="288"/>
                      </a:lnTo>
                      <a:lnTo>
                        <a:pt x="1672" y="288"/>
                      </a:lnTo>
                      <a:lnTo>
                        <a:pt x="1672" y="296"/>
                      </a:lnTo>
                      <a:lnTo>
                        <a:pt x="1668" y="292"/>
                      </a:lnTo>
                      <a:lnTo>
                        <a:pt x="1662" y="288"/>
                      </a:lnTo>
                      <a:lnTo>
                        <a:pt x="1624" y="288"/>
                      </a:lnTo>
                      <a:lnTo>
                        <a:pt x="1624" y="292"/>
                      </a:lnTo>
                      <a:lnTo>
                        <a:pt x="1618" y="288"/>
                      </a:lnTo>
                      <a:lnTo>
                        <a:pt x="1602" y="288"/>
                      </a:lnTo>
                      <a:lnTo>
                        <a:pt x="1602" y="276"/>
                      </a:lnTo>
                      <a:lnTo>
                        <a:pt x="1596" y="276"/>
                      </a:lnTo>
                      <a:lnTo>
                        <a:pt x="1590" y="282"/>
                      </a:lnTo>
                      <a:lnTo>
                        <a:pt x="1590" y="296"/>
                      </a:lnTo>
                      <a:lnTo>
                        <a:pt x="1586" y="296"/>
                      </a:lnTo>
                      <a:lnTo>
                        <a:pt x="1580" y="302"/>
                      </a:lnTo>
                      <a:lnTo>
                        <a:pt x="1574" y="308"/>
                      </a:lnTo>
                      <a:lnTo>
                        <a:pt x="1574" y="302"/>
                      </a:lnTo>
                      <a:lnTo>
                        <a:pt x="1570" y="296"/>
                      </a:lnTo>
                      <a:lnTo>
                        <a:pt x="1570" y="302"/>
                      </a:lnTo>
                      <a:lnTo>
                        <a:pt x="1564" y="302"/>
                      </a:lnTo>
                      <a:lnTo>
                        <a:pt x="1564" y="296"/>
                      </a:lnTo>
                      <a:lnTo>
                        <a:pt x="1554" y="296"/>
                      </a:lnTo>
                      <a:lnTo>
                        <a:pt x="1554" y="288"/>
                      </a:lnTo>
                      <a:lnTo>
                        <a:pt x="1542" y="288"/>
                      </a:lnTo>
                      <a:lnTo>
                        <a:pt x="1542" y="276"/>
                      </a:lnTo>
                      <a:lnTo>
                        <a:pt x="1536" y="276"/>
                      </a:lnTo>
                      <a:lnTo>
                        <a:pt x="1536" y="270"/>
                      </a:lnTo>
                      <a:lnTo>
                        <a:pt x="1530" y="270"/>
                      </a:lnTo>
                      <a:lnTo>
                        <a:pt x="1530" y="266"/>
                      </a:lnTo>
                      <a:lnTo>
                        <a:pt x="1520" y="266"/>
                      </a:lnTo>
                      <a:lnTo>
                        <a:pt x="1520" y="260"/>
                      </a:lnTo>
                      <a:lnTo>
                        <a:pt x="1516" y="260"/>
                      </a:lnTo>
                      <a:lnTo>
                        <a:pt x="1516" y="270"/>
                      </a:lnTo>
                      <a:lnTo>
                        <a:pt x="1510" y="266"/>
                      </a:lnTo>
                      <a:lnTo>
                        <a:pt x="1494" y="266"/>
                      </a:lnTo>
                      <a:lnTo>
                        <a:pt x="1494" y="260"/>
                      </a:lnTo>
                      <a:lnTo>
                        <a:pt x="1482" y="260"/>
                      </a:lnTo>
                      <a:lnTo>
                        <a:pt x="1476" y="254"/>
                      </a:lnTo>
                      <a:lnTo>
                        <a:pt x="1456" y="254"/>
                      </a:lnTo>
                      <a:lnTo>
                        <a:pt x="1456" y="248"/>
                      </a:lnTo>
                      <a:lnTo>
                        <a:pt x="1412" y="248"/>
                      </a:lnTo>
                      <a:lnTo>
                        <a:pt x="1408" y="242"/>
                      </a:lnTo>
                      <a:lnTo>
                        <a:pt x="1402" y="242"/>
                      </a:lnTo>
                      <a:lnTo>
                        <a:pt x="1396" y="238"/>
                      </a:lnTo>
                      <a:lnTo>
                        <a:pt x="1408" y="238"/>
                      </a:lnTo>
                      <a:lnTo>
                        <a:pt x="1402" y="234"/>
                      </a:lnTo>
                      <a:lnTo>
                        <a:pt x="1374" y="234"/>
                      </a:lnTo>
                      <a:lnTo>
                        <a:pt x="1374" y="228"/>
                      </a:lnTo>
                      <a:lnTo>
                        <a:pt x="1348" y="228"/>
                      </a:lnTo>
                      <a:lnTo>
                        <a:pt x="1348" y="234"/>
                      </a:lnTo>
                      <a:lnTo>
                        <a:pt x="1326" y="234"/>
                      </a:lnTo>
                      <a:lnTo>
                        <a:pt x="1326" y="238"/>
                      </a:lnTo>
                      <a:lnTo>
                        <a:pt x="1320" y="238"/>
                      </a:lnTo>
                      <a:lnTo>
                        <a:pt x="1326" y="234"/>
                      </a:lnTo>
                      <a:lnTo>
                        <a:pt x="1326" y="228"/>
                      </a:lnTo>
                      <a:lnTo>
                        <a:pt x="1294" y="228"/>
                      </a:lnTo>
                      <a:lnTo>
                        <a:pt x="1288" y="222"/>
                      </a:lnTo>
                      <a:lnTo>
                        <a:pt x="1276" y="222"/>
                      </a:lnTo>
                      <a:lnTo>
                        <a:pt x="1276" y="228"/>
                      </a:lnTo>
                      <a:lnTo>
                        <a:pt x="1282" y="228"/>
                      </a:lnTo>
                      <a:lnTo>
                        <a:pt x="1282" y="234"/>
                      </a:lnTo>
                      <a:lnTo>
                        <a:pt x="1276" y="234"/>
                      </a:lnTo>
                      <a:lnTo>
                        <a:pt x="1276" y="238"/>
                      </a:lnTo>
                      <a:lnTo>
                        <a:pt x="1250" y="238"/>
                      </a:lnTo>
                      <a:lnTo>
                        <a:pt x="1250" y="242"/>
                      </a:lnTo>
                      <a:lnTo>
                        <a:pt x="1222" y="242"/>
                      </a:lnTo>
                      <a:lnTo>
                        <a:pt x="1222" y="248"/>
                      </a:lnTo>
                      <a:lnTo>
                        <a:pt x="1218" y="248"/>
                      </a:lnTo>
                      <a:lnTo>
                        <a:pt x="1212" y="254"/>
                      </a:lnTo>
                      <a:lnTo>
                        <a:pt x="1206" y="254"/>
                      </a:lnTo>
                      <a:lnTo>
                        <a:pt x="1212" y="248"/>
                      </a:lnTo>
                      <a:lnTo>
                        <a:pt x="1218" y="248"/>
                      </a:lnTo>
                      <a:lnTo>
                        <a:pt x="1218" y="238"/>
                      </a:lnTo>
                      <a:lnTo>
                        <a:pt x="1234" y="238"/>
                      </a:lnTo>
                      <a:lnTo>
                        <a:pt x="1240" y="234"/>
                      </a:lnTo>
                      <a:lnTo>
                        <a:pt x="1246" y="234"/>
                      </a:lnTo>
                      <a:lnTo>
                        <a:pt x="1250" y="228"/>
                      </a:lnTo>
                      <a:lnTo>
                        <a:pt x="1260" y="228"/>
                      </a:lnTo>
                      <a:lnTo>
                        <a:pt x="1260" y="222"/>
                      </a:lnTo>
                      <a:lnTo>
                        <a:pt x="1266" y="222"/>
                      </a:lnTo>
                      <a:lnTo>
                        <a:pt x="1266" y="216"/>
                      </a:lnTo>
                      <a:lnTo>
                        <a:pt x="1276" y="216"/>
                      </a:lnTo>
                      <a:lnTo>
                        <a:pt x="1276" y="210"/>
                      </a:lnTo>
                      <a:lnTo>
                        <a:pt x="1288" y="210"/>
                      </a:lnTo>
                      <a:lnTo>
                        <a:pt x="1288" y="206"/>
                      </a:lnTo>
                      <a:lnTo>
                        <a:pt x="1294" y="206"/>
                      </a:lnTo>
                      <a:lnTo>
                        <a:pt x="1294" y="200"/>
                      </a:lnTo>
                      <a:lnTo>
                        <a:pt x="1308" y="200"/>
                      </a:lnTo>
                      <a:lnTo>
                        <a:pt x="1308" y="194"/>
                      </a:lnTo>
                      <a:lnTo>
                        <a:pt x="1314" y="194"/>
                      </a:lnTo>
                      <a:lnTo>
                        <a:pt x="1320" y="188"/>
                      </a:lnTo>
                      <a:lnTo>
                        <a:pt x="1326" y="188"/>
                      </a:lnTo>
                      <a:lnTo>
                        <a:pt x="1326" y="182"/>
                      </a:lnTo>
                      <a:lnTo>
                        <a:pt x="1332" y="182"/>
                      </a:lnTo>
                      <a:lnTo>
                        <a:pt x="1326" y="180"/>
                      </a:lnTo>
                      <a:lnTo>
                        <a:pt x="1332" y="180"/>
                      </a:lnTo>
                      <a:lnTo>
                        <a:pt x="1332" y="168"/>
                      </a:lnTo>
                      <a:lnTo>
                        <a:pt x="1326" y="168"/>
                      </a:lnTo>
                      <a:lnTo>
                        <a:pt x="1326" y="156"/>
                      </a:lnTo>
                      <a:lnTo>
                        <a:pt x="1320" y="162"/>
                      </a:lnTo>
                      <a:lnTo>
                        <a:pt x="1320" y="168"/>
                      </a:lnTo>
                      <a:lnTo>
                        <a:pt x="1314" y="168"/>
                      </a:lnTo>
                      <a:lnTo>
                        <a:pt x="1314" y="174"/>
                      </a:lnTo>
                      <a:lnTo>
                        <a:pt x="1320" y="174"/>
                      </a:lnTo>
                      <a:lnTo>
                        <a:pt x="1320" y="180"/>
                      </a:lnTo>
                      <a:lnTo>
                        <a:pt x="1314" y="180"/>
                      </a:lnTo>
                      <a:lnTo>
                        <a:pt x="1314" y="174"/>
                      </a:lnTo>
                      <a:lnTo>
                        <a:pt x="1308" y="174"/>
                      </a:lnTo>
                      <a:lnTo>
                        <a:pt x="1308" y="168"/>
                      </a:lnTo>
                      <a:lnTo>
                        <a:pt x="1314" y="168"/>
                      </a:lnTo>
                      <a:lnTo>
                        <a:pt x="1314" y="156"/>
                      </a:lnTo>
                      <a:lnTo>
                        <a:pt x="1308" y="152"/>
                      </a:lnTo>
                      <a:lnTo>
                        <a:pt x="1300" y="152"/>
                      </a:lnTo>
                      <a:lnTo>
                        <a:pt x="1300" y="146"/>
                      </a:lnTo>
                      <a:lnTo>
                        <a:pt x="1250" y="146"/>
                      </a:lnTo>
                      <a:lnTo>
                        <a:pt x="1250" y="152"/>
                      </a:lnTo>
                      <a:lnTo>
                        <a:pt x="1234" y="152"/>
                      </a:lnTo>
                      <a:lnTo>
                        <a:pt x="1234" y="140"/>
                      </a:lnTo>
                      <a:lnTo>
                        <a:pt x="1218" y="140"/>
                      </a:lnTo>
                      <a:lnTo>
                        <a:pt x="1218" y="134"/>
                      </a:lnTo>
                      <a:lnTo>
                        <a:pt x="1206" y="134"/>
                      </a:lnTo>
                      <a:lnTo>
                        <a:pt x="1206" y="128"/>
                      </a:lnTo>
                      <a:lnTo>
                        <a:pt x="1218" y="128"/>
                      </a:lnTo>
                      <a:lnTo>
                        <a:pt x="1218" y="124"/>
                      </a:lnTo>
                      <a:lnTo>
                        <a:pt x="1206" y="124"/>
                      </a:lnTo>
                      <a:lnTo>
                        <a:pt x="1206" y="120"/>
                      </a:lnTo>
                      <a:lnTo>
                        <a:pt x="1180" y="120"/>
                      </a:lnTo>
                      <a:lnTo>
                        <a:pt x="1180" y="124"/>
                      </a:lnTo>
                      <a:lnTo>
                        <a:pt x="1168" y="124"/>
                      </a:lnTo>
                      <a:lnTo>
                        <a:pt x="1168" y="128"/>
                      </a:lnTo>
                      <a:lnTo>
                        <a:pt x="1162" y="128"/>
                      </a:lnTo>
                      <a:lnTo>
                        <a:pt x="1158" y="134"/>
                      </a:lnTo>
                      <a:lnTo>
                        <a:pt x="1152" y="134"/>
                      </a:lnTo>
                      <a:lnTo>
                        <a:pt x="1152" y="140"/>
                      </a:lnTo>
                      <a:lnTo>
                        <a:pt x="1146" y="140"/>
                      </a:lnTo>
                      <a:lnTo>
                        <a:pt x="1146" y="146"/>
                      </a:lnTo>
                      <a:lnTo>
                        <a:pt x="1152" y="146"/>
                      </a:lnTo>
                      <a:lnTo>
                        <a:pt x="1152" y="152"/>
                      </a:lnTo>
                      <a:lnTo>
                        <a:pt x="1120" y="152"/>
                      </a:lnTo>
                      <a:lnTo>
                        <a:pt x="1120" y="156"/>
                      </a:lnTo>
                      <a:lnTo>
                        <a:pt x="1132" y="156"/>
                      </a:lnTo>
                      <a:lnTo>
                        <a:pt x="1132" y="162"/>
                      </a:lnTo>
                      <a:lnTo>
                        <a:pt x="1136" y="162"/>
                      </a:lnTo>
                      <a:lnTo>
                        <a:pt x="1136" y="168"/>
                      </a:lnTo>
                      <a:lnTo>
                        <a:pt x="1132" y="174"/>
                      </a:lnTo>
                      <a:lnTo>
                        <a:pt x="1132" y="162"/>
                      </a:lnTo>
                      <a:lnTo>
                        <a:pt x="1120" y="162"/>
                      </a:lnTo>
                      <a:lnTo>
                        <a:pt x="1120" y="156"/>
                      </a:lnTo>
                      <a:lnTo>
                        <a:pt x="1114" y="162"/>
                      </a:lnTo>
                      <a:lnTo>
                        <a:pt x="1108" y="162"/>
                      </a:lnTo>
                      <a:lnTo>
                        <a:pt x="1108" y="168"/>
                      </a:lnTo>
                      <a:lnTo>
                        <a:pt x="1082" y="168"/>
                      </a:lnTo>
                      <a:lnTo>
                        <a:pt x="1078" y="162"/>
                      </a:lnTo>
                      <a:lnTo>
                        <a:pt x="1060" y="162"/>
                      </a:lnTo>
                      <a:lnTo>
                        <a:pt x="1066" y="168"/>
                      </a:lnTo>
                      <a:lnTo>
                        <a:pt x="1054" y="168"/>
                      </a:lnTo>
                      <a:lnTo>
                        <a:pt x="1050" y="162"/>
                      </a:lnTo>
                      <a:lnTo>
                        <a:pt x="1044" y="162"/>
                      </a:lnTo>
                      <a:lnTo>
                        <a:pt x="1044" y="174"/>
                      </a:lnTo>
                      <a:lnTo>
                        <a:pt x="1018" y="174"/>
                      </a:lnTo>
                      <a:lnTo>
                        <a:pt x="1018" y="180"/>
                      </a:lnTo>
                      <a:lnTo>
                        <a:pt x="990" y="180"/>
                      </a:lnTo>
                      <a:lnTo>
                        <a:pt x="984" y="182"/>
                      </a:lnTo>
                      <a:lnTo>
                        <a:pt x="984" y="180"/>
                      </a:lnTo>
                      <a:lnTo>
                        <a:pt x="980" y="180"/>
                      </a:lnTo>
                      <a:lnTo>
                        <a:pt x="980" y="182"/>
                      </a:lnTo>
                      <a:lnTo>
                        <a:pt x="974" y="182"/>
                      </a:lnTo>
                      <a:lnTo>
                        <a:pt x="968" y="188"/>
                      </a:lnTo>
                      <a:lnTo>
                        <a:pt x="964" y="188"/>
                      </a:lnTo>
                      <a:lnTo>
                        <a:pt x="964" y="194"/>
                      </a:lnTo>
                      <a:lnTo>
                        <a:pt x="958" y="194"/>
                      </a:lnTo>
                      <a:lnTo>
                        <a:pt x="958" y="200"/>
                      </a:lnTo>
                      <a:lnTo>
                        <a:pt x="952" y="200"/>
                      </a:lnTo>
                      <a:lnTo>
                        <a:pt x="952" y="206"/>
                      </a:lnTo>
                      <a:lnTo>
                        <a:pt x="946" y="206"/>
                      </a:lnTo>
                      <a:lnTo>
                        <a:pt x="946" y="210"/>
                      </a:lnTo>
                      <a:lnTo>
                        <a:pt x="940" y="210"/>
                      </a:lnTo>
                      <a:lnTo>
                        <a:pt x="946" y="216"/>
                      </a:lnTo>
                      <a:lnTo>
                        <a:pt x="952" y="210"/>
                      </a:lnTo>
                      <a:lnTo>
                        <a:pt x="958" y="210"/>
                      </a:lnTo>
                      <a:lnTo>
                        <a:pt x="952" y="216"/>
                      </a:lnTo>
                      <a:lnTo>
                        <a:pt x="958" y="216"/>
                      </a:lnTo>
                      <a:lnTo>
                        <a:pt x="958" y="234"/>
                      </a:lnTo>
                      <a:lnTo>
                        <a:pt x="946" y="234"/>
                      </a:lnTo>
                      <a:lnTo>
                        <a:pt x="946" y="228"/>
                      </a:lnTo>
                      <a:lnTo>
                        <a:pt x="876" y="228"/>
                      </a:lnTo>
                      <a:lnTo>
                        <a:pt x="872" y="234"/>
                      </a:lnTo>
                      <a:lnTo>
                        <a:pt x="860" y="234"/>
                      </a:lnTo>
                      <a:lnTo>
                        <a:pt x="860" y="248"/>
                      </a:lnTo>
                      <a:lnTo>
                        <a:pt x="866" y="248"/>
                      </a:lnTo>
                      <a:lnTo>
                        <a:pt x="860" y="254"/>
                      </a:lnTo>
                      <a:lnTo>
                        <a:pt x="860" y="260"/>
                      </a:lnTo>
                      <a:lnTo>
                        <a:pt x="872" y="260"/>
                      </a:lnTo>
                      <a:lnTo>
                        <a:pt x="872" y="266"/>
                      </a:lnTo>
                      <a:lnTo>
                        <a:pt x="880" y="266"/>
                      </a:lnTo>
                      <a:lnTo>
                        <a:pt x="880" y="276"/>
                      </a:lnTo>
                      <a:lnTo>
                        <a:pt x="904" y="276"/>
                      </a:lnTo>
                      <a:lnTo>
                        <a:pt x="904" y="288"/>
                      </a:lnTo>
                      <a:lnTo>
                        <a:pt x="898" y="288"/>
                      </a:lnTo>
                      <a:lnTo>
                        <a:pt x="898" y="296"/>
                      </a:lnTo>
                      <a:lnTo>
                        <a:pt x="904" y="302"/>
                      </a:lnTo>
                      <a:lnTo>
                        <a:pt x="904" y="308"/>
                      </a:lnTo>
                      <a:lnTo>
                        <a:pt x="908" y="308"/>
                      </a:lnTo>
                      <a:lnTo>
                        <a:pt x="908" y="314"/>
                      </a:lnTo>
                      <a:lnTo>
                        <a:pt x="904" y="314"/>
                      </a:lnTo>
                      <a:lnTo>
                        <a:pt x="904" y="320"/>
                      </a:lnTo>
                      <a:lnTo>
                        <a:pt x="892" y="320"/>
                      </a:lnTo>
                      <a:lnTo>
                        <a:pt x="898" y="314"/>
                      </a:lnTo>
                      <a:lnTo>
                        <a:pt x="898" y="296"/>
                      </a:lnTo>
                      <a:lnTo>
                        <a:pt x="892" y="296"/>
                      </a:lnTo>
                      <a:lnTo>
                        <a:pt x="886" y="302"/>
                      </a:lnTo>
                      <a:lnTo>
                        <a:pt x="886" y="308"/>
                      </a:lnTo>
                      <a:lnTo>
                        <a:pt x="880" y="302"/>
                      </a:lnTo>
                      <a:lnTo>
                        <a:pt x="880" y="292"/>
                      </a:lnTo>
                      <a:lnTo>
                        <a:pt x="892" y="292"/>
                      </a:lnTo>
                      <a:lnTo>
                        <a:pt x="892" y="288"/>
                      </a:lnTo>
                      <a:lnTo>
                        <a:pt x="898" y="288"/>
                      </a:lnTo>
                      <a:lnTo>
                        <a:pt x="898" y="282"/>
                      </a:lnTo>
                      <a:lnTo>
                        <a:pt x="872" y="282"/>
                      </a:lnTo>
                      <a:lnTo>
                        <a:pt x="872" y="276"/>
                      </a:lnTo>
                      <a:lnTo>
                        <a:pt x="866" y="276"/>
                      </a:lnTo>
                      <a:lnTo>
                        <a:pt x="866" y="270"/>
                      </a:lnTo>
                      <a:lnTo>
                        <a:pt x="854" y="270"/>
                      </a:lnTo>
                      <a:lnTo>
                        <a:pt x="850" y="266"/>
                      </a:lnTo>
                      <a:lnTo>
                        <a:pt x="844" y="260"/>
                      </a:lnTo>
                      <a:lnTo>
                        <a:pt x="826" y="260"/>
                      </a:lnTo>
                      <a:lnTo>
                        <a:pt x="826" y="266"/>
                      </a:lnTo>
                      <a:lnTo>
                        <a:pt x="822" y="266"/>
                      </a:lnTo>
                      <a:lnTo>
                        <a:pt x="822" y="270"/>
                      </a:lnTo>
                      <a:lnTo>
                        <a:pt x="818" y="270"/>
                      </a:lnTo>
                      <a:lnTo>
                        <a:pt x="818" y="276"/>
                      </a:lnTo>
                      <a:lnTo>
                        <a:pt x="800" y="276"/>
                      </a:lnTo>
                      <a:lnTo>
                        <a:pt x="800" y="288"/>
                      </a:lnTo>
                      <a:lnTo>
                        <a:pt x="812" y="288"/>
                      </a:lnTo>
                      <a:lnTo>
                        <a:pt x="812" y="292"/>
                      </a:lnTo>
                      <a:lnTo>
                        <a:pt x="826" y="292"/>
                      </a:lnTo>
                      <a:lnTo>
                        <a:pt x="826" y="296"/>
                      </a:lnTo>
                      <a:lnTo>
                        <a:pt x="832" y="296"/>
                      </a:lnTo>
                      <a:lnTo>
                        <a:pt x="838" y="302"/>
                      </a:lnTo>
                      <a:lnTo>
                        <a:pt x="826" y="302"/>
                      </a:lnTo>
                      <a:lnTo>
                        <a:pt x="822" y="296"/>
                      </a:lnTo>
                      <a:lnTo>
                        <a:pt x="800" y="296"/>
                      </a:lnTo>
                      <a:lnTo>
                        <a:pt x="794" y="292"/>
                      </a:lnTo>
                      <a:lnTo>
                        <a:pt x="790" y="292"/>
                      </a:lnTo>
                      <a:lnTo>
                        <a:pt x="790" y="282"/>
                      </a:lnTo>
                      <a:lnTo>
                        <a:pt x="784" y="282"/>
                      </a:lnTo>
                      <a:lnTo>
                        <a:pt x="784" y="276"/>
                      </a:lnTo>
                      <a:lnTo>
                        <a:pt x="790" y="276"/>
                      </a:lnTo>
                      <a:lnTo>
                        <a:pt x="790" y="248"/>
                      </a:lnTo>
                      <a:lnTo>
                        <a:pt x="778" y="248"/>
                      </a:lnTo>
                      <a:lnTo>
                        <a:pt x="778" y="254"/>
                      </a:lnTo>
                      <a:lnTo>
                        <a:pt x="784" y="254"/>
                      </a:lnTo>
                      <a:lnTo>
                        <a:pt x="784" y="270"/>
                      </a:lnTo>
                      <a:lnTo>
                        <a:pt x="778" y="270"/>
                      </a:lnTo>
                      <a:lnTo>
                        <a:pt x="778" y="276"/>
                      </a:lnTo>
                      <a:lnTo>
                        <a:pt x="764" y="276"/>
                      </a:lnTo>
                      <a:lnTo>
                        <a:pt x="764" y="288"/>
                      </a:lnTo>
                      <a:lnTo>
                        <a:pt x="758" y="288"/>
                      </a:lnTo>
                      <a:lnTo>
                        <a:pt x="758" y="292"/>
                      </a:lnTo>
                      <a:lnTo>
                        <a:pt x="764" y="292"/>
                      </a:lnTo>
                      <a:lnTo>
                        <a:pt x="764" y="296"/>
                      </a:lnTo>
                      <a:lnTo>
                        <a:pt x="766" y="296"/>
                      </a:lnTo>
                      <a:lnTo>
                        <a:pt x="766" y="308"/>
                      </a:lnTo>
                      <a:lnTo>
                        <a:pt x="772" y="308"/>
                      </a:lnTo>
                      <a:lnTo>
                        <a:pt x="772" y="314"/>
                      </a:lnTo>
                      <a:lnTo>
                        <a:pt x="766" y="314"/>
                      </a:lnTo>
                      <a:lnTo>
                        <a:pt x="766" y="320"/>
                      </a:lnTo>
                      <a:lnTo>
                        <a:pt x="764" y="330"/>
                      </a:lnTo>
                      <a:lnTo>
                        <a:pt x="764" y="336"/>
                      </a:lnTo>
                      <a:lnTo>
                        <a:pt x="766" y="336"/>
                      </a:lnTo>
                      <a:lnTo>
                        <a:pt x="766" y="348"/>
                      </a:lnTo>
                      <a:lnTo>
                        <a:pt x="812" y="348"/>
                      </a:lnTo>
                      <a:lnTo>
                        <a:pt x="812" y="350"/>
                      </a:lnTo>
                      <a:lnTo>
                        <a:pt x="822" y="350"/>
                      </a:lnTo>
                      <a:lnTo>
                        <a:pt x="822" y="368"/>
                      </a:lnTo>
                      <a:lnTo>
                        <a:pt x="818" y="368"/>
                      </a:lnTo>
                      <a:lnTo>
                        <a:pt x="818" y="384"/>
                      </a:lnTo>
                      <a:lnTo>
                        <a:pt x="812" y="384"/>
                      </a:lnTo>
                      <a:lnTo>
                        <a:pt x="812" y="356"/>
                      </a:lnTo>
                      <a:lnTo>
                        <a:pt x="806" y="356"/>
                      </a:lnTo>
                      <a:lnTo>
                        <a:pt x="806" y="350"/>
                      </a:lnTo>
                      <a:lnTo>
                        <a:pt x="790" y="350"/>
                      </a:lnTo>
                      <a:lnTo>
                        <a:pt x="784" y="356"/>
                      </a:lnTo>
                      <a:lnTo>
                        <a:pt x="772" y="356"/>
                      </a:lnTo>
                      <a:lnTo>
                        <a:pt x="772" y="368"/>
                      </a:lnTo>
                      <a:lnTo>
                        <a:pt x="778" y="368"/>
                      </a:lnTo>
                      <a:lnTo>
                        <a:pt x="778" y="384"/>
                      </a:lnTo>
                      <a:lnTo>
                        <a:pt x="772" y="384"/>
                      </a:lnTo>
                      <a:lnTo>
                        <a:pt x="772" y="390"/>
                      </a:lnTo>
                      <a:lnTo>
                        <a:pt x="766" y="390"/>
                      </a:lnTo>
                      <a:lnTo>
                        <a:pt x="766" y="402"/>
                      </a:lnTo>
                      <a:lnTo>
                        <a:pt x="764" y="406"/>
                      </a:lnTo>
                      <a:lnTo>
                        <a:pt x="752" y="406"/>
                      </a:lnTo>
                      <a:lnTo>
                        <a:pt x="752" y="410"/>
                      </a:lnTo>
                      <a:lnTo>
                        <a:pt x="746" y="410"/>
                      </a:lnTo>
                      <a:lnTo>
                        <a:pt x="746" y="416"/>
                      </a:lnTo>
                      <a:lnTo>
                        <a:pt x="710" y="416"/>
                      </a:lnTo>
                      <a:lnTo>
                        <a:pt x="710" y="410"/>
                      </a:lnTo>
                      <a:lnTo>
                        <a:pt x="698" y="410"/>
                      </a:lnTo>
                      <a:lnTo>
                        <a:pt x="698" y="406"/>
                      </a:lnTo>
                      <a:lnTo>
                        <a:pt x="718" y="406"/>
                      </a:lnTo>
                      <a:lnTo>
                        <a:pt x="718" y="410"/>
                      </a:lnTo>
                      <a:lnTo>
                        <a:pt x="730" y="410"/>
                      </a:lnTo>
                      <a:lnTo>
                        <a:pt x="730" y="402"/>
                      </a:lnTo>
                      <a:lnTo>
                        <a:pt x="736" y="406"/>
                      </a:lnTo>
                      <a:lnTo>
                        <a:pt x="736" y="402"/>
                      </a:lnTo>
                      <a:lnTo>
                        <a:pt x="740" y="402"/>
                      </a:lnTo>
                      <a:lnTo>
                        <a:pt x="740" y="396"/>
                      </a:lnTo>
                      <a:lnTo>
                        <a:pt x="746" y="396"/>
                      </a:lnTo>
                      <a:lnTo>
                        <a:pt x="746" y="384"/>
                      </a:lnTo>
                      <a:lnTo>
                        <a:pt x="758" y="384"/>
                      </a:lnTo>
                      <a:lnTo>
                        <a:pt x="758" y="368"/>
                      </a:lnTo>
                      <a:lnTo>
                        <a:pt x="764" y="368"/>
                      </a:lnTo>
                      <a:lnTo>
                        <a:pt x="764" y="356"/>
                      </a:lnTo>
                      <a:lnTo>
                        <a:pt x="752" y="356"/>
                      </a:lnTo>
                      <a:lnTo>
                        <a:pt x="752" y="350"/>
                      </a:lnTo>
                      <a:lnTo>
                        <a:pt x="746" y="350"/>
                      </a:lnTo>
                      <a:lnTo>
                        <a:pt x="746" y="348"/>
                      </a:lnTo>
                      <a:lnTo>
                        <a:pt x="752" y="342"/>
                      </a:lnTo>
                      <a:lnTo>
                        <a:pt x="752" y="330"/>
                      </a:lnTo>
                      <a:lnTo>
                        <a:pt x="746" y="324"/>
                      </a:lnTo>
                      <a:lnTo>
                        <a:pt x="746" y="314"/>
                      </a:lnTo>
                      <a:lnTo>
                        <a:pt x="752" y="314"/>
                      </a:lnTo>
                      <a:lnTo>
                        <a:pt x="752" y="296"/>
                      </a:lnTo>
                      <a:lnTo>
                        <a:pt x="746" y="296"/>
                      </a:lnTo>
                      <a:lnTo>
                        <a:pt x="740" y="292"/>
                      </a:lnTo>
                      <a:lnTo>
                        <a:pt x="740" y="288"/>
                      </a:lnTo>
                      <a:lnTo>
                        <a:pt x="746" y="282"/>
                      </a:lnTo>
                      <a:lnTo>
                        <a:pt x="740" y="282"/>
                      </a:lnTo>
                      <a:lnTo>
                        <a:pt x="740" y="276"/>
                      </a:lnTo>
                      <a:lnTo>
                        <a:pt x="746" y="276"/>
                      </a:lnTo>
                      <a:lnTo>
                        <a:pt x="752" y="270"/>
                      </a:lnTo>
                      <a:lnTo>
                        <a:pt x="752" y="254"/>
                      </a:lnTo>
                      <a:lnTo>
                        <a:pt x="746" y="254"/>
                      </a:lnTo>
                      <a:lnTo>
                        <a:pt x="740" y="248"/>
                      </a:lnTo>
                      <a:lnTo>
                        <a:pt x="704" y="248"/>
                      </a:lnTo>
                      <a:lnTo>
                        <a:pt x="704" y="254"/>
                      </a:lnTo>
                      <a:lnTo>
                        <a:pt x="698" y="254"/>
                      </a:lnTo>
                      <a:lnTo>
                        <a:pt x="698" y="260"/>
                      </a:lnTo>
                      <a:lnTo>
                        <a:pt x="692" y="266"/>
                      </a:lnTo>
                      <a:lnTo>
                        <a:pt x="692" y="276"/>
                      </a:lnTo>
                      <a:lnTo>
                        <a:pt x="686" y="282"/>
                      </a:lnTo>
                      <a:lnTo>
                        <a:pt x="686" y="288"/>
                      </a:lnTo>
                      <a:lnTo>
                        <a:pt x="676" y="288"/>
                      </a:lnTo>
                      <a:lnTo>
                        <a:pt x="676" y="292"/>
                      </a:lnTo>
                      <a:lnTo>
                        <a:pt x="670" y="292"/>
                      </a:lnTo>
                      <a:lnTo>
                        <a:pt x="670" y="296"/>
                      </a:lnTo>
                      <a:lnTo>
                        <a:pt x="664" y="296"/>
                      </a:lnTo>
                      <a:lnTo>
                        <a:pt x="664" y="308"/>
                      </a:lnTo>
                      <a:lnTo>
                        <a:pt x="670" y="302"/>
                      </a:lnTo>
                      <a:lnTo>
                        <a:pt x="670" y="324"/>
                      </a:lnTo>
                      <a:lnTo>
                        <a:pt x="664" y="336"/>
                      </a:lnTo>
                      <a:lnTo>
                        <a:pt x="680" y="336"/>
                      </a:lnTo>
                      <a:lnTo>
                        <a:pt x="680" y="348"/>
                      </a:lnTo>
                      <a:lnTo>
                        <a:pt x="692" y="348"/>
                      </a:lnTo>
                      <a:lnTo>
                        <a:pt x="692" y="350"/>
                      </a:lnTo>
                      <a:lnTo>
                        <a:pt x="698" y="350"/>
                      </a:lnTo>
                      <a:lnTo>
                        <a:pt x="698" y="356"/>
                      </a:lnTo>
                      <a:lnTo>
                        <a:pt x="692" y="356"/>
                      </a:lnTo>
                      <a:lnTo>
                        <a:pt x="692" y="368"/>
                      </a:lnTo>
                      <a:lnTo>
                        <a:pt x="680" y="368"/>
                      </a:lnTo>
                      <a:lnTo>
                        <a:pt x="680" y="362"/>
                      </a:lnTo>
                      <a:lnTo>
                        <a:pt x="676" y="356"/>
                      </a:lnTo>
                      <a:lnTo>
                        <a:pt x="670" y="356"/>
                      </a:lnTo>
                      <a:lnTo>
                        <a:pt x="670" y="350"/>
                      </a:lnTo>
                      <a:lnTo>
                        <a:pt x="658" y="350"/>
                      </a:lnTo>
                      <a:lnTo>
                        <a:pt x="658" y="348"/>
                      </a:lnTo>
                      <a:lnTo>
                        <a:pt x="644" y="348"/>
                      </a:lnTo>
                      <a:lnTo>
                        <a:pt x="638" y="342"/>
                      </a:lnTo>
                      <a:lnTo>
                        <a:pt x="632" y="342"/>
                      </a:lnTo>
                      <a:lnTo>
                        <a:pt x="632" y="336"/>
                      </a:lnTo>
                      <a:lnTo>
                        <a:pt x="596" y="336"/>
                      </a:lnTo>
                      <a:lnTo>
                        <a:pt x="596" y="330"/>
                      </a:lnTo>
                      <a:lnTo>
                        <a:pt x="578" y="330"/>
                      </a:lnTo>
                      <a:lnTo>
                        <a:pt x="578" y="336"/>
                      </a:lnTo>
                      <a:lnTo>
                        <a:pt x="572" y="336"/>
                      </a:lnTo>
                      <a:lnTo>
                        <a:pt x="572" y="342"/>
                      </a:lnTo>
                      <a:lnTo>
                        <a:pt x="578" y="348"/>
                      </a:lnTo>
                      <a:lnTo>
                        <a:pt x="584" y="348"/>
                      </a:lnTo>
                      <a:lnTo>
                        <a:pt x="584" y="356"/>
                      </a:lnTo>
                      <a:lnTo>
                        <a:pt x="568" y="356"/>
                      </a:lnTo>
                      <a:lnTo>
                        <a:pt x="568" y="362"/>
                      </a:lnTo>
                      <a:lnTo>
                        <a:pt x="572" y="362"/>
                      </a:lnTo>
                      <a:lnTo>
                        <a:pt x="568" y="368"/>
                      </a:lnTo>
                      <a:lnTo>
                        <a:pt x="556" y="368"/>
                      </a:lnTo>
                      <a:lnTo>
                        <a:pt x="556" y="356"/>
                      </a:lnTo>
                      <a:lnTo>
                        <a:pt x="562" y="356"/>
                      </a:lnTo>
                      <a:lnTo>
                        <a:pt x="556" y="350"/>
                      </a:lnTo>
                      <a:lnTo>
                        <a:pt x="546" y="350"/>
                      </a:lnTo>
                      <a:lnTo>
                        <a:pt x="546" y="356"/>
                      </a:lnTo>
                      <a:lnTo>
                        <a:pt x="536" y="356"/>
                      </a:lnTo>
                      <a:lnTo>
                        <a:pt x="536" y="362"/>
                      </a:lnTo>
                      <a:lnTo>
                        <a:pt x="524" y="362"/>
                      </a:lnTo>
                      <a:lnTo>
                        <a:pt x="524" y="356"/>
                      </a:lnTo>
                      <a:lnTo>
                        <a:pt x="512" y="356"/>
                      </a:lnTo>
                      <a:lnTo>
                        <a:pt x="508" y="362"/>
                      </a:lnTo>
                      <a:lnTo>
                        <a:pt x="502" y="362"/>
                      </a:lnTo>
                      <a:lnTo>
                        <a:pt x="502" y="368"/>
                      </a:lnTo>
                      <a:lnTo>
                        <a:pt x="486" y="368"/>
                      </a:lnTo>
                      <a:lnTo>
                        <a:pt x="486" y="362"/>
                      </a:lnTo>
                      <a:lnTo>
                        <a:pt x="482" y="362"/>
                      </a:lnTo>
                      <a:lnTo>
                        <a:pt x="482" y="356"/>
                      </a:lnTo>
                      <a:lnTo>
                        <a:pt x="458" y="356"/>
                      </a:lnTo>
                      <a:lnTo>
                        <a:pt x="464" y="362"/>
                      </a:lnTo>
                      <a:lnTo>
                        <a:pt x="464" y="368"/>
                      </a:lnTo>
                      <a:lnTo>
                        <a:pt x="458" y="368"/>
                      </a:lnTo>
                      <a:lnTo>
                        <a:pt x="464" y="362"/>
                      </a:lnTo>
                      <a:lnTo>
                        <a:pt x="454" y="362"/>
                      </a:lnTo>
                      <a:lnTo>
                        <a:pt x="454" y="368"/>
                      </a:lnTo>
                      <a:lnTo>
                        <a:pt x="432" y="368"/>
                      </a:lnTo>
                      <a:lnTo>
                        <a:pt x="432" y="374"/>
                      </a:lnTo>
                      <a:lnTo>
                        <a:pt x="426" y="374"/>
                      </a:lnTo>
                      <a:lnTo>
                        <a:pt x="422" y="378"/>
                      </a:lnTo>
                      <a:lnTo>
                        <a:pt x="410" y="378"/>
                      </a:lnTo>
                      <a:lnTo>
                        <a:pt x="410" y="384"/>
                      </a:lnTo>
                      <a:lnTo>
                        <a:pt x="394" y="384"/>
                      </a:lnTo>
                      <a:lnTo>
                        <a:pt x="398" y="390"/>
                      </a:lnTo>
                      <a:lnTo>
                        <a:pt x="398" y="396"/>
                      </a:lnTo>
                      <a:lnTo>
                        <a:pt x="394" y="396"/>
                      </a:lnTo>
                      <a:lnTo>
                        <a:pt x="394" y="406"/>
                      </a:lnTo>
                      <a:lnTo>
                        <a:pt x="372" y="406"/>
                      </a:lnTo>
                      <a:lnTo>
                        <a:pt x="368" y="402"/>
                      </a:lnTo>
                      <a:lnTo>
                        <a:pt x="368" y="396"/>
                      </a:lnTo>
                      <a:lnTo>
                        <a:pt x="356" y="396"/>
                      </a:lnTo>
                      <a:lnTo>
                        <a:pt x="356" y="390"/>
                      </a:lnTo>
                      <a:lnTo>
                        <a:pt x="362" y="390"/>
                      </a:lnTo>
                      <a:lnTo>
                        <a:pt x="362" y="384"/>
                      </a:lnTo>
                      <a:lnTo>
                        <a:pt x="384" y="384"/>
                      </a:lnTo>
                      <a:lnTo>
                        <a:pt x="384" y="374"/>
                      </a:lnTo>
                      <a:lnTo>
                        <a:pt x="378" y="368"/>
                      </a:lnTo>
                      <a:lnTo>
                        <a:pt x="372" y="368"/>
                      </a:lnTo>
                      <a:lnTo>
                        <a:pt x="372" y="362"/>
                      </a:lnTo>
                      <a:lnTo>
                        <a:pt x="340" y="362"/>
                      </a:lnTo>
                      <a:lnTo>
                        <a:pt x="340" y="368"/>
                      </a:lnTo>
                      <a:lnTo>
                        <a:pt x="344" y="368"/>
                      </a:lnTo>
                      <a:lnTo>
                        <a:pt x="344" y="384"/>
                      </a:lnTo>
                      <a:lnTo>
                        <a:pt x="340" y="390"/>
                      </a:lnTo>
                      <a:lnTo>
                        <a:pt x="340" y="396"/>
                      </a:lnTo>
                      <a:lnTo>
                        <a:pt x="344" y="396"/>
                      </a:lnTo>
                      <a:lnTo>
                        <a:pt x="344" y="402"/>
                      </a:lnTo>
                      <a:lnTo>
                        <a:pt x="350" y="402"/>
                      </a:lnTo>
                      <a:lnTo>
                        <a:pt x="350" y="406"/>
                      </a:lnTo>
                      <a:lnTo>
                        <a:pt x="344" y="410"/>
                      </a:lnTo>
                      <a:lnTo>
                        <a:pt x="344" y="422"/>
                      </a:lnTo>
                      <a:lnTo>
                        <a:pt x="340" y="416"/>
                      </a:lnTo>
                      <a:lnTo>
                        <a:pt x="336" y="422"/>
                      </a:lnTo>
                      <a:lnTo>
                        <a:pt x="336" y="416"/>
                      </a:lnTo>
                      <a:lnTo>
                        <a:pt x="324" y="416"/>
                      </a:lnTo>
                      <a:lnTo>
                        <a:pt x="324" y="410"/>
                      </a:lnTo>
                      <a:lnTo>
                        <a:pt x="318" y="410"/>
                      </a:lnTo>
                      <a:lnTo>
                        <a:pt x="318" y="416"/>
                      </a:lnTo>
                      <a:lnTo>
                        <a:pt x="312" y="416"/>
                      </a:lnTo>
                      <a:lnTo>
                        <a:pt x="308" y="422"/>
                      </a:lnTo>
                      <a:lnTo>
                        <a:pt x="302" y="422"/>
                      </a:lnTo>
                      <a:lnTo>
                        <a:pt x="302" y="428"/>
                      </a:lnTo>
                      <a:lnTo>
                        <a:pt x="296" y="428"/>
                      </a:lnTo>
                      <a:lnTo>
                        <a:pt x="296" y="434"/>
                      </a:lnTo>
                      <a:lnTo>
                        <a:pt x="284" y="434"/>
                      </a:lnTo>
                      <a:lnTo>
                        <a:pt x="284" y="450"/>
                      </a:lnTo>
                      <a:lnTo>
                        <a:pt x="290" y="450"/>
                      </a:lnTo>
                      <a:lnTo>
                        <a:pt x="290" y="456"/>
                      </a:lnTo>
                      <a:lnTo>
                        <a:pt x="296" y="456"/>
                      </a:lnTo>
                      <a:lnTo>
                        <a:pt x="296" y="460"/>
                      </a:lnTo>
                      <a:lnTo>
                        <a:pt x="276" y="460"/>
                      </a:lnTo>
                      <a:lnTo>
                        <a:pt x="276" y="456"/>
                      </a:lnTo>
                      <a:lnTo>
                        <a:pt x="258" y="456"/>
                      </a:lnTo>
                      <a:lnTo>
                        <a:pt x="254" y="450"/>
                      </a:lnTo>
                      <a:lnTo>
                        <a:pt x="254" y="444"/>
                      </a:lnTo>
                      <a:lnTo>
                        <a:pt x="242" y="444"/>
                      </a:lnTo>
                      <a:lnTo>
                        <a:pt x="242" y="450"/>
                      </a:lnTo>
                      <a:lnTo>
                        <a:pt x="236" y="456"/>
                      </a:lnTo>
                      <a:lnTo>
                        <a:pt x="242" y="460"/>
                      </a:lnTo>
                      <a:lnTo>
                        <a:pt x="248" y="464"/>
                      </a:lnTo>
                      <a:lnTo>
                        <a:pt x="258" y="464"/>
                      </a:lnTo>
                      <a:lnTo>
                        <a:pt x="258" y="476"/>
                      </a:lnTo>
                      <a:lnTo>
                        <a:pt x="236" y="476"/>
                      </a:lnTo>
                      <a:lnTo>
                        <a:pt x="236" y="470"/>
                      </a:lnTo>
                      <a:lnTo>
                        <a:pt x="230" y="464"/>
                      </a:lnTo>
                      <a:lnTo>
                        <a:pt x="216" y="464"/>
                      </a:lnTo>
                      <a:lnTo>
                        <a:pt x="216" y="444"/>
                      </a:lnTo>
                      <a:lnTo>
                        <a:pt x="204" y="444"/>
                      </a:lnTo>
                      <a:lnTo>
                        <a:pt x="210" y="438"/>
                      </a:lnTo>
                      <a:lnTo>
                        <a:pt x="216" y="438"/>
                      </a:lnTo>
                      <a:lnTo>
                        <a:pt x="216" y="428"/>
                      </a:lnTo>
                      <a:lnTo>
                        <a:pt x="210" y="422"/>
                      </a:lnTo>
                      <a:lnTo>
                        <a:pt x="204" y="422"/>
                      </a:lnTo>
                      <a:lnTo>
                        <a:pt x="204" y="416"/>
                      </a:lnTo>
                      <a:lnTo>
                        <a:pt x="200" y="416"/>
                      </a:lnTo>
                      <a:lnTo>
                        <a:pt x="200" y="410"/>
                      </a:lnTo>
                      <a:lnTo>
                        <a:pt x="194" y="410"/>
                      </a:lnTo>
                      <a:lnTo>
                        <a:pt x="194" y="416"/>
                      </a:lnTo>
                      <a:lnTo>
                        <a:pt x="188" y="410"/>
                      </a:lnTo>
                      <a:lnTo>
                        <a:pt x="188" y="406"/>
                      </a:lnTo>
                      <a:lnTo>
                        <a:pt x="176" y="406"/>
                      </a:lnTo>
                      <a:lnTo>
                        <a:pt x="176" y="396"/>
                      </a:lnTo>
                      <a:lnTo>
                        <a:pt x="182" y="396"/>
                      </a:lnTo>
                      <a:lnTo>
                        <a:pt x="182" y="402"/>
                      </a:lnTo>
                      <a:lnTo>
                        <a:pt x="188" y="402"/>
                      </a:lnTo>
                      <a:lnTo>
                        <a:pt x="188" y="406"/>
                      </a:lnTo>
                      <a:lnTo>
                        <a:pt x="204" y="406"/>
                      </a:lnTo>
                      <a:lnTo>
                        <a:pt x="204" y="410"/>
                      </a:lnTo>
                      <a:lnTo>
                        <a:pt x="216" y="410"/>
                      </a:lnTo>
                      <a:lnTo>
                        <a:pt x="222" y="416"/>
                      </a:lnTo>
                      <a:lnTo>
                        <a:pt x="254" y="416"/>
                      </a:lnTo>
                      <a:lnTo>
                        <a:pt x="254" y="422"/>
                      </a:lnTo>
                      <a:lnTo>
                        <a:pt x="276" y="422"/>
                      </a:lnTo>
                      <a:lnTo>
                        <a:pt x="282" y="416"/>
                      </a:lnTo>
                      <a:lnTo>
                        <a:pt x="296" y="416"/>
                      </a:lnTo>
                      <a:lnTo>
                        <a:pt x="302" y="410"/>
                      </a:lnTo>
                      <a:lnTo>
                        <a:pt x="302" y="406"/>
                      </a:lnTo>
                      <a:lnTo>
                        <a:pt x="308" y="406"/>
                      </a:lnTo>
                      <a:lnTo>
                        <a:pt x="308" y="396"/>
                      </a:lnTo>
                      <a:lnTo>
                        <a:pt x="302" y="396"/>
                      </a:lnTo>
                      <a:lnTo>
                        <a:pt x="302" y="384"/>
                      </a:lnTo>
                      <a:lnTo>
                        <a:pt x="290" y="384"/>
                      </a:lnTo>
                      <a:lnTo>
                        <a:pt x="290" y="378"/>
                      </a:lnTo>
                      <a:lnTo>
                        <a:pt x="284" y="378"/>
                      </a:lnTo>
                      <a:lnTo>
                        <a:pt x="284" y="374"/>
                      </a:lnTo>
                      <a:lnTo>
                        <a:pt x="282" y="374"/>
                      </a:lnTo>
                      <a:lnTo>
                        <a:pt x="276" y="368"/>
                      </a:lnTo>
                      <a:lnTo>
                        <a:pt x="264" y="368"/>
                      </a:lnTo>
                      <a:lnTo>
                        <a:pt x="258" y="362"/>
                      </a:lnTo>
                      <a:lnTo>
                        <a:pt x="258" y="356"/>
                      </a:lnTo>
                      <a:lnTo>
                        <a:pt x="248" y="356"/>
                      </a:lnTo>
                      <a:lnTo>
                        <a:pt x="242" y="350"/>
                      </a:lnTo>
                      <a:lnTo>
                        <a:pt x="236" y="350"/>
                      </a:lnTo>
                      <a:lnTo>
                        <a:pt x="236" y="348"/>
                      </a:lnTo>
                      <a:lnTo>
                        <a:pt x="204" y="348"/>
                      </a:lnTo>
                      <a:lnTo>
                        <a:pt x="204" y="342"/>
                      </a:lnTo>
                      <a:lnTo>
                        <a:pt x="200" y="342"/>
                      </a:lnTo>
                      <a:lnTo>
                        <a:pt x="200" y="348"/>
                      </a:lnTo>
                      <a:lnTo>
                        <a:pt x="194" y="348"/>
                      </a:lnTo>
                      <a:lnTo>
                        <a:pt x="194" y="342"/>
                      </a:lnTo>
                      <a:lnTo>
                        <a:pt x="188" y="342"/>
                      </a:lnTo>
                      <a:lnTo>
                        <a:pt x="188" y="348"/>
                      </a:lnTo>
                      <a:lnTo>
                        <a:pt x="182" y="348"/>
                      </a:lnTo>
                      <a:lnTo>
                        <a:pt x="188" y="342"/>
                      </a:lnTo>
                      <a:lnTo>
                        <a:pt x="188" y="330"/>
                      </a:lnTo>
                      <a:lnTo>
                        <a:pt x="176" y="330"/>
                      </a:lnTo>
                      <a:lnTo>
                        <a:pt x="176" y="336"/>
                      </a:lnTo>
                      <a:lnTo>
                        <a:pt x="172" y="330"/>
                      </a:lnTo>
                      <a:lnTo>
                        <a:pt x="168" y="330"/>
                      </a:lnTo>
                      <a:lnTo>
                        <a:pt x="168" y="336"/>
                      </a:lnTo>
                      <a:lnTo>
                        <a:pt x="156" y="330"/>
                      </a:lnTo>
                      <a:lnTo>
                        <a:pt x="156" y="336"/>
                      </a:lnTo>
                      <a:lnTo>
                        <a:pt x="144" y="336"/>
                      </a:lnTo>
                      <a:lnTo>
                        <a:pt x="144" y="342"/>
                      </a:lnTo>
                      <a:lnTo>
                        <a:pt x="140" y="342"/>
                      </a:lnTo>
                      <a:lnTo>
                        <a:pt x="134" y="348"/>
                      </a:lnTo>
                      <a:lnTo>
                        <a:pt x="128" y="348"/>
                      </a:lnTo>
                      <a:lnTo>
                        <a:pt x="128" y="350"/>
                      </a:lnTo>
                      <a:lnTo>
                        <a:pt x="122" y="350"/>
                      </a:lnTo>
                      <a:lnTo>
                        <a:pt x="122" y="356"/>
                      </a:lnTo>
                      <a:lnTo>
                        <a:pt x="128" y="356"/>
                      </a:lnTo>
                      <a:lnTo>
                        <a:pt x="122" y="362"/>
                      </a:lnTo>
                      <a:lnTo>
                        <a:pt x="122" y="368"/>
                      </a:lnTo>
                      <a:lnTo>
                        <a:pt x="128" y="368"/>
                      </a:lnTo>
                      <a:lnTo>
                        <a:pt x="134" y="374"/>
                      </a:lnTo>
                      <a:lnTo>
                        <a:pt x="140" y="374"/>
                      </a:lnTo>
                      <a:lnTo>
                        <a:pt x="140" y="378"/>
                      </a:lnTo>
                      <a:lnTo>
                        <a:pt x="144" y="384"/>
                      </a:lnTo>
                      <a:lnTo>
                        <a:pt x="144" y="390"/>
                      </a:lnTo>
                      <a:lnTo>
                        <a:pt x="140" y="396"/>
                      </a:lnTo>
                      <a:lnTo>
                        <a:pt x="134" y="402"/>
                      </a:lnTo>
                      <a:lnTo>
                        <a:pt x="128" y="402"/>
                      </a:lnTo>
                      <a:lnTo>
                        <a:pt x="128" y="406"/>
                      </a:lnTo>
                      <a:lnTo>
                        <a:pt x="134" y="406"/>
                      </a:lnTo>
                      <a:lnTo>
                        <a:pt x="140" y="410"/>
                      </a:lnTo>
                      <a:lnTo>
                        <a:pt x="140" y="416"/>
                      </a:lnTo>
                      <a:lnTo>
                        <a:pt x="144" y="416"/>
                      </a:lnTo>
                      <a:lnTo>
                        <a:pt x="144" y="450"/>
                      </a:lnTo>
                      <a:lnTo>
                        <a:pt x="140" y="450"/>
                      </a:lnTo>
                      <a:lnTo>
                        <a:pt x="140" y="456"/>
                      </a:lnTo>
                      <a:lnTo>
                        <a:pt x="150" y="456"/>
                      </a:lnTo>
                      <a:lnTo>
                        <a:pt x="144" y="460"/>
                      </a:lnTo>
                      <a:lnTo>
                        <a:pt x="144" y="464"/>
                      </a:lnTo>
                      <a:lnTo>
                        <a:pt x="156" y="464"/>
                      </a:lnTo>
                      <a:lnTo>
                        <a:pt x="156" y="476"/>
                      </a:lnTo>
                      <a:lnTo>
                        <a:pt x="144" y="476"/>
                      </a:lnTo>
                      <a:lnTo>
                        <a:pt x="156" y="488"/>
                      </a:lnTo>
                      <a:lnTo>
                        <a:pt x="156" y="492"/>
                      </a:lnTo>
                      <a:lnTo>
                        <a:pt x="168" y="492"/>
                      </a:lnTo>
                      <a:lnTo>
                        <a:pt x="168" y="510"/>
                      </a:lnTo>
                      <a:lnTo>
                        <a:pt x="162" y="514"/>
                      </a:lnTo>
                      <a:lnTo>
                        <a:pt x="156" y="514"/>
                      </a:lnTo>
                      <a:lnTo>
                        <a:pt x="150" y="520"/>
                      </a:lnTo>
                      <a:lnTo>
                        <a:pt x="150" y="524"/>
                      </a:lnTo>
                      <a:lnTo>
                        <a:pt x="144" y="524"/>
                      </a:lnTo>
                      <a:lnTo>
                        <a:pt x="144" y="530"/>
                      </a:lnTo>
                      <a:lnTo>
                        <a:pt x="140" y="536"/>
                      </a:lnTo>
                      <a:lnTo>
                        <a:pt x="128" y="536"/>
                      </a:lnTo>
                      <a:lnTo>
                        <a:pt x="128" y="558"/>
                      </a:lnTo>
                      <a:lnTo>
                        <a:pt x="144" y="558"/>
                      </a:lnTo>
                      <a:lnTo>
                        <a:pt x="144" y="564"/>
                      </a:lnTo>
                      <a:lnTo>
                        <a:pt x="150" y="568"/>
                      </a:lnTo>
                      <a:lnTo>
                        <a:pt x="140" y="568"/>
                      </a:lnTo>
                      <a:lnTo>
                        <a:pt x="134" y="564"/>
                      </a:lnTo>
                      <a:lnTo>
                        <a:pt x="128" y="568"/>
                      </a:lnTo>
                      <a:lnTo>
                        <a:pt x="128" y="574"/>
                      </a:lnTo>
                      <a:lnTo>
                        <a:pt x="122" y="568"/>
                      </a:lnTo>
                      <a:lnTo>
                        <a:pt x="122" y="574"/>
                      </a:lnTo>
                      <a:lnTo>
                        <a:pt x="118" y="574"/>
                      </a:lnTo>
                      <a:lnTo>
                        <a:pt x="118" y="584"/>
                      </a:lnTo>
                      <a:lnTo>
                        <a:pt x="114" y="584"/>
                      </a:lnTo>
                      <a:lnTo>
                        <a:pt x="114" y="590"/>
                      </a:lnTo>
                      <a:lnTo>
                        <a:pt x="108" y="590"/>
                      </a:lnTo>
                      <a:lnTo>
                        <a:pt x="108" y="606"/>
                      </a:lnTo>
                      <a:lnTo>
                        <a:pt x="114" y="606"/>
                      </a:lnTo>
                      <a:lnTo>
                        <a:pt x="114" y="618"/>
                      </a:lnTo>
                      <a:lnTo>
                        <a:pt x="108" y="618"/>
                      </a:lnTo>
                      <a:lnTo>
                        <a:pt x="108" y="622"/>
                      </a:lnTo>
                      <a:lnTo>
                        <a:pt x="114" y="622"/>
                      </a:lnTo>
                      <a:lnTo>
                        <a:pt x="118" y="628"/>
                      </a:lnTo>
                      <a:lnTo>
                        <a:pt x="114" y="632"/>
                      </a:lnTo>
                      <a:lnTo>
                        <a:pt x="118" y="632"/>
                      </a:lnTo>
                      <a:lnTo>
                        <a:pt x="118" y="656"/>
                      </a:lnTo>
                      <a:lnTo>
                        <a:pt x="140" y="656"/>
                      </a:lnTo>
                      <a:lnTo>
                        <a:pt x="134" y="660"/>
                      </a:lnTo>
                      <a:lnTo>
                        <a:pt x="144" y="660"/>
                      </a:lnTo>
                      <a:lnTo>
                        <a:pt x="144" y="656"/>
                      </a:lnTo>
                      <a:lnTo>
                        <a:pt x="150" y="656"/>
                      </a:lnTo>
                      <a:lnTo>
                        <a:pt x="156" y="660"/>
                      </a:lnTo>
                      <a:lnTo>
                        <a:pt x="156" y="672"/>
                      </a:lnTo>
                      <a:lnTo>
                        <a:pt x="162" y="672"/>
                      </a:lnTo>
                      <a:lnTo>
                        <a:pt x="162" y="676"/>
                      </a:lnTo>
                      <a:lnTo>
                        <a:pt x="156" y="676"/>
                      </a:lnTo>
                      <a:lnTo>
                        <a:pt x="156" y="682"/>
                      </a:lnTo>
                      <a:lnTo>
                        <a:pt x="162" y="682"/>
                      </a:lnTo>
                      <a:lnTo>
                        <a:pt x="162" y="688"/>
                      </a:lnTo>
                      <a:lnTo>
                        <a:pt x="168" y="688"/>
                      </a:lnTo>
                      <a:lnTo>
                        <a:pt x="168" y="692"/>
                      </a:lnTo>
                      <a:lnTo>
                        <a:pt x="172" y="692"/>
                      </a:lnTo>
                      <a:lnTo>
                        <a:pt x="172" y="704"/>
                      </a:lnTo>
                      <a:lnTo>
                        <a:pt x="176" y="704"/>
                      </a:lnTo>
                      <a:lnTo>
                        <a:pt x="176" y="710"/>
                      </a:lnTo>
                      <a:lnTo>
                        <a:pt x="182" y="710"/>
                      </a:lnTo>
                      <a:lnTo>
                        <a:pt x="182" y="716"/>
                      </a:lnTo>
                      <a:lnTo>
                        <a:pt x="168" y="716"/>
                      </a:lnTo>
                      <a:lnTo>
                        <a:pt x="168" y="736"/>
                      </a:lnTo>
                      <a:lnTo>
                        <a:pt x="172" y="736"/>
                      </a:lnTo>
                      <a:lnTo>
                        <a:pt x="172" y="742"/>
                      </a:lnTo>
                      <a:lnTo>
                        <a:pt x="176" y="742"/>
                      </a:lnTo>
                      <a:lnTo>
                        <a:pt x="176" y="736"/>
                      </a:lnTo>
                      <a:lnTo>
                        <a:pt x="188" y="736"/>
                      </a:lnTo>
                      <a:lnTo>
                        <a:pt x="188" y="730"/>
                      </a:lnTo>
                      <a:lnTo>
                        <a:pt x="194" y="730"/>
                      </a:lnTo>
                      <a:lnTo>
                        <a:pt x="194" y="736"/>
                      </a:lnTo>
                      <a:lnTo>
                        <a:pt x="200" y="736"/>
                      </a:lnTo>
                      <a:lnTo>
                        <a:pt x="200" y="730"/>
                      </a:lnTo>
                      <a:lnTo>
                        <a:pt x="204" y="736"/>
                      </a:lnTo>
                      <a:lnTo>
                        <a:pt x="204" y="742"/>
                      </a:lnTo>
                      <a:lnTo>
                        <a:pt x="210" y="746"/>
                      </a:lnTo>
                      <a:lnTo>
                        <a:pt x="204" y="746"/>
                      </a:lnTo>
                      <a:lnTo>
                        <a:pt x="204" y="758"/>
                      </a:lnTo>
                      <a:lnTo>
                        <a:pt x="216" y="758"/>
                      </a:lnTo>
                      <a:lnTo>
                        <a:pt x="216" y="764"/>
                      </a:lnTo>
                      <a:lnTo>
                        <a:pt x="228" y="764"/>
                      </a:lnTo>
                      <a:lnTo>
                        <a:pt x="228" y="770"/>
                      </a:lnTo>
                      <a:lnTo>
                        <a:pt x="222" y="770"/>
                      </a:lnTo>
                      <a:lnTo>
                        <a:pt x="222" y="774"/>
                      </a:lnTo>
                      <a:lnTo>
                        <a:pt x="254" y="774"/>
                      </a:lnTo>
                      <a:lnTo>
                        <a:pt x="254" y="780"/>
                      </a:lnTo>
                      <a:lnTo>
                        <a:pt x="258" y="780"/>
                      </a:lnTo>
                      <a:lnTo>
                        <a:pt x="258" y="784"/>
                      </a:lnTo>
                      <a:lnTo>
                        <a:pt x="276" y="784"/>
                      </a:lnTo>
                      <a:lnTo>
                        <a:pt x="276" y="790"/>
                      </a:lnTo>
                      <a:lnTo>
                        <a:pt x="284" y="790"/>
                      </a:lnTo>
                      <a:lnTo>
                        <a:pt x="284" y="830"/>
                      </a:lnTo>
                      <a:lnTo>
                        <a:pt x="270" y="830"/>
                      </a:lnTo>
                      <a:lnTo>
                        <a:pt x="270" y="834"/>
                      </a:lnTo>
                      <a:lnTo>
                        <a:pt x="264" y="834"/>
                      </a:lnTo>
                      <a:lnTo>
                        <a:pt x="264" y="844"/>
                      </a:lnTo>
                      <a:lnTo>
                        <a:pt x="270" y="844"/>
                      </a:lnTo>
                      <a:lnTo>
                        <a:pt x="270" y="838"/>
                      </a:lnTo>
                      <a:lnTo>
                        <a:pt x="276" y="838"/>
                      </a:lnTo>
                      <a:lnTo>
                        <a:pt x="276" y="850"/>
                      </a:lnTo>
                      <a:lnTo>
                        <a:pt x="254" y="850"/>
                      </a:lnTo>
                      <a:lnTo>
                        <a:pt x="258" y="856"/>
                      </a:lnTo>
                      <a:lnTo>
                        <a:pt x="258" y="866"/>
                      </a:lnTo>
                      <a:lnTo>
                        <a:pt x="264" y="860"/>
                      </a:lnTo>
                      <a:lnTo>
                        <a:pt x="264" y="866"/>
                      </a:lnTo>
                      <a:lnTo>
                        <a:pt x="258" y="866"/>
                      </a:lnTo>
                      <a:lnTo>
                        <a:pt x="258" y="872"/>
                      </a:lnTo>
                      <a:lnTo>
                        <a:pt x="254" y="872"/>
                      </a:lnTo>
                      <a:lnTo>
                        <a:pt x="254" y="878"/>
                      </a:lnTo>
                      <a:lnTo>
                        <a:pt x="248" y="878"/>
                      </a:lnTo>
                      <a:lnTo>
                        <a:pt x="254" y="884"/>
                      </a:lnTo>
                      <a:lnTo>
                        <a:pt x="248" y="884"/>
                      </a:lnTo>
                      <a:lnTo>
                        <a:pt x="254" y="888"/>
                      </a:lnTo>
                      <a:lnTo>
                        <a:pt x="254" y="892"/>
                      </a:lnTo>
                      <a:lnTo>
                        <a:pt x="258" y="892"/>
                      </a:lnTo>
                      <a:lnTo>
                        <a:pt x="264" y="898"/>
                      </a:lnTo>
                      <a:lnTo>
                        <a:pt x="270" y="898"/>
                      </a:lnTo>
                      <a:lnTo>
                        <a:pt x="276" y="904"/>
                      </a:lnTo>
                      <a:lnTo>
                        <a:pt x="276" y="910"/>
                      </a:lnTo>
                      <a:lnTo>
                        <a:pt x="282" y="910"/>
                      </a:lnTo>
                      <a:lnTo>
                        <a:pt x="284" y="914"/>
                      </a:lnTo>
                      <a:lnTo>
                        <a:pt x="302" y="914"/>
                      </a:lnTo>
                      <a:lnTo>
                        <a:pt x="302" y="920"/>
                      </a:lnTo>
                      <a:lnTo>
                        <a:pt x="330" y="920"/>
                      </a:lnTo>
                      <a:lnTo>
                        <a:pt x="336" y="926"/>
                      </a:lnTo>
                      <a:lnTo>
                        <a:pt x="336" y="932"/>
                      </a:lnTo>
                      <a:lnTo>
                        <a:pt x="372" y="932"/>
                      </a:lnTo>
                      <a:lnTo>
                        <a:pt x="372" y="938"/>
                      </a:lnTo>
                      <a:lnTo>
                        <a:pt x="368" y="938"/>
                      </a:lnTo>
                      <a:lnTo>
                        <a:pt x="368" y="942"/>
                      </a:lnTo>
                      <a:lnTo>
                        <a:pt x="378" y="942"/>
                      </a:lnTo>
                      <a:lnTo>
                        <a:pt x="378" y="946"/>
                      </a:lnTo>
                      <a:lnTo>
                        <a:pt x="384" y="946"/>
                      </a:lnTo>
                      <a:lnTo>
                        <a:pt x="384" y="952"/>
                      </a:lnTo>
                      <a:lnTo>
                        <a:pt x="390" y="952"/>
                      </a:lnTo>
                      <a:lnTo>
                        <a:pt x="390" y="958"/>
                      </a:lnTo>
                      <a:lnTo>
                        <a:pt x="398" y="958"/>
                      </a:lnTo>
                      <a:lnTo>
                        <a:pt x="398" y="952"/>
                      </a:lnTo>
                      <a:lnTo>
                        <a:pt x="410" y="952"/>
                      </a:lnTo>
                      <a:lnTo>
                        <a:pt x="410" y="942"/>
                      </a:lnTo>
                      <a:lnTo>
                        <a:pt x="416" y="942"/>
                      </a:lnTo>
                      <a:lnTo>
                        <a:pt x="422" y="938"/>
                      </a:lnTo>
                      <a:lnTo>
                        <a:pt x="426" y="932"/>
                      </a:lnTo>
                      <a:lnTo>
                        <a:pt x="422" y="926"/>
                      </a:lnTo>
                      <a:lnTo>
                        <a:pt x="422" y="914"/>
                      </a:lnTo>
                      <a:lnTo>
                        <a:pt x="416" y="910"/>
                      </a:lnTo>
                      <a:lnTo>
                        <a:pt x="416" y="898"/>
                      </a:lnTo>
                      <a:lnTo>
                        <a:pt x="410" y="892"/>
                      </a:lnTo>
                      <a:lnTo>
                        <a:pt x="410" y="884"/>
                      </a:lnTo>
                      <a:lnTo>
                        <a:pt x="416" y="884"/>
                      </a:lnTo>
                      <a:lnTo>
                        <a:pt x="422" y="878"/>
                      </a:lnTo>
                      <a:lnTo>
                        <a:pt x="422" y="872"/>
                      </a:lnTo>
                      <a:lnTo>
                        <a:pt x="432" y="872"/>
                      </a:lnTo>
                      <a:lnTo>
                        <a:pt x="432" y="866"/>
                      </a:lnTo>
                      <a:lnTo>
                        <a:pt x="426" y="866"/>
                      </a:lnTo>
                      <a:lnTo>
                        <a:pt x="416" y="856"/>
                      </a:lnTo>
                      <a:lnTo>
                        <a:pt x="410" y="856"/>
                      </a:lnTo>
                      <a:lnTo>
                        <a:pt x="410" y="850"/>
                      </a:lnTo>
                      <a:lnTo>
                        <a:pt x="416" y="850"/>
                      </a:lnTo>
                      <a:lnTo>
                        <a:pt x="410" y="844"/>
                      </a:lnTo>
                      <a:lnTo>
                        <a:pt x="410" y="838"/>
                      </a:lnTo>
                      <a:lnTo>
                        <a:pt x="404" y="834"/>
                      </a:lnTo>
                      <a:lnTo>
                        <a:pt x="404" y="830"/>
                      </a:lnTo>
                      <a:lnTo>
                        <a:pt x="390" y="830"/>
                      </a:lnTo>
                      <a:lnTo>
                        <a:pt x="390" y="818"/>
                      </a:lnTo>
                      <a:lnTo>
                        <a:pt x="384" y="818"/>
                      </a:lnTo>
                      <a:lnTo>
                        <a:pt x="378" y="812"/>
                      </a:lnTo>
                      <a:lnTo>
                        <a:pt x="384" y="812"/>
                      </a:lnTo>
                      <a:lnTo>
                        <a:pt x="384" y="784"/>
                      </a:lnTo>
                      <a:lnTo>
                        <a:pt x="394" y="784"/>
                      </a:lnTo>
                      <a:lnTo>
                        <a:pt x="394" y="780"/>
                      </a:lnTo>
                      <a:lnTo>
                        <a:pt x="390" y="780"/>
                      </a:lnTo>
                      <a:lnTo>
                        <a:pt x="394" y="774"/>
                      </a:lnTo>
                      <a:lnTo>
                        <a:pt x="398" y="774"/>
                      </a:lnTo>
                      <a:lnTo>
                        <a:pt x="398" y="780"/>
                      </a:lnTo>
                      <a:lnTo>
                        <a:pt x="404" y="780"/>
                      </a:lnTo>
                      <a:lnTo>
                        <a:pt x="404" y="784"/>
                      </a:lnTo>
                      <a:lnTo>
                        <a:pt x="410" y="790"/>
                      </a:lnTo>
                      <a:lnTo>
                        <a:pt x="410" y="784"/>
                      </a:lnTo>
                      <a:lnTo>
                        <a:pt x="416" y="784"/>
                      </a:lnTo>
                      <a:lnTo>
                        <a:pt x="416" y="780"/>
                      </a:lnTo>
                      <a:lnTo>
                        <a:pt x="410" y="780"/>
                      </a:lnTo>
                      <a:lnTo>
                        <a:pt x="410" y="770"/>
                      </a:lnTo>
                      <a:lnTo>
                        <a:pt x="416" y="770"/>
                      </a:lnTo>
                      <a:lnTo>
                        <a:pt x="416" y="764"/>
                      </a:lnTo>
                      <a:lnTo>
                        <a:pt x="422" y="764"/>
                      </a:lnTo>
                      <a:lnTo>
                        <a:pt x="426" y="758"/>
                      </a:lnTo>
                      <a:lnTo>
                        <a:pt x="432" y="758"/>
                      </a:lnTo>
                      <a:lnTo>
                        <a:pt x="432" y="752"/>
                      </a:lnTo>
                      <a:lnTo>
                        <a:pt x="442" y="752"/>
                      </a:lnTo>
                      <a:lnTo>
                        <a:pt x="442" y="746"/>
                      </a:lnTo>
                      <a:lnTo>
                        <a:pt x="448" y="746"/>
                      </a:lnTo>
                      <a:lnTo>
                        <a:pt x="448" y="752"/>
                      </a:lnTo>
                      <a:lnTo>
                        <a:pt x="454" y="752"/>
                      </a:lnTo>
                      <a:lnTo>
                        <a:pt x="454" y="746"/>
                      </a:lnTo>
                      <a:lnTo>
                        <a:pt x="464" y="746"/>
                      </a:lnTo>
                      <a:lnTo>
                        <a:pt x="464" y="752"/>
                      </a:lnTo>
                      <a:lnTo>
                        <a:pt x="476" y="752"/>
                      </a:lnTo>
                      <a:lnTo>
                        <a:pt x="482" y="758"/>
                      </a:lnTo>
                      <a:lnTo>
                        <a:pt x="486" y="758"/>
                      </a:lnTo>
                      <a:lnTo>
                        <a:pt x="486" y="764"/>
                      </a:lnTo>
                      <a:lnTo>
                        <a:pt x="502" y="764"/>
                      </a:lnTo>
                      <a:lnTo>
                        <a:pt x="502" y="770"/>
                      </a:lnTo>
                      <a:lnTo>
                        <a:pt x="508" y="770"/>
                      </a:lnTo>
                      <a:lnTo>
                        <a:pt x="508" y="774"/>
                      </a:lnTo>
                      <a:lnTo>
                        <a:pt x="512" y="770"/>
                      </a:lnTo>
                      <a:lnTo>
                        <a:pt x="512" y="764"/>
                      </a:lnTo>
                      <a:lnTo>
                        <a:pt x="536" y="764"/>
                      </a:lnTo>
                      <a:lnTo>
                        <a:pt x="536" y="758"/>
                      </a:lnTo>
                      <a:lnTo>
                        <a:pt x="540" y="764"/>
                      </a:lnTo>
                      <a:lnTo>
                        <a:pt x="546" y="764"/>
                      </a:lnTo>
                      <a:lnTo>
                        <a:pt x="546" y="758"/>
                      </a:lnTo>
                      <a:lnTo>
                        <a:pt x="550" y="758"/>
                      </a:lnTo>
                      <a:lnTo>
                        <a:pt x="550" y="764"/>
                      </a:lnTo>
                      <a:lnTo>
                        <a:pt x="556" y="770"/>
                      </a:lnTo>
                      <a:lnTo>
                        <a:pt x="562" y="770"/>
                      </a:lnTo>
                      <a:lnTo>
                        <a:pt x="562" y="774"/>
                      </a:lnTo>
                      <a:lnTo>
                        <a:pt x="568" y="774"/>
                      </a:lnTo>
                      <a:lnTo>
                        <a:pt x="568" y="764"/>
                      </a:lnTo>
                      <a:lnTo>
                        <a:pt x="572" y="764"/>
                      </a:lnTo>
                      <a:lnTo>
                        <a:pt x="572" y="770"/>
                      </a:lnTo>
                      <a:lnTo>
                        <a:pt x="584" y="770"/>
                      </a:lnTo>
                      <a:lnTo>
                        <a:pt x="590" y="764"/>
                      </a:lnTo>
                      <a:lnTo>
                        <a:pt x="596" y="758"/>
                      </a:lnTo>
                      <a:lnTo>
                        <a:pt x="596" y="752"/>
                      </a:lnTo>
                      <a:lnTo>
                        <a:pt x="578" y="752"/>
                      </a:lnTo>
                      <a:lnTo>
                        <a:pt x="572" y="746"/>
                      </a:lnTo>
                      <a:lnTo>
                        <a:pt x="572" y="742"/>
                      </a:lnTo>
                      <a:lnTo>
                        <a:pt x="578" y="742"/>
                      </a:lnTo>
                      <a:lnTo>
                        <a:pt x="584" y="736"/>
                      </a:lnTo>
                      <a:lnTo>
                        <a:pt x="584" y="720"/>
                      </a:lnTo>
                      <a:lnTo>
                        <a:pt x="600" y="720"/>
                      </a:lnTo>
                      <a:lnTo>
                        <a:pt x="600" y="716"/>
                      </a:lnTo>
                      <a:lnTo>
                        <a:pt x="584" y="716"/>
                      </a:lnTo>
                      <a:lnTo>
                        <a:pt x="584" y="698"/>
                      </a:lnTo>
                      <a:lnTo>
                        <a:pt x="610" y="698"/>
                      </a:lnTo>
                      <a:lnTo>
                        <a:pt x="610" y="692"/>
                      </a:lnTo>
                      <a:lnTo>
                        <a:pt x="644" y="692"/>
                      </a:lnTo>
                      <a:lnTo>
                        <a:pt x="644" y="682"/>
                      </a:lnTo>
                      <a:lnTo>
                        <a:pt x="650" y="682"/>
                      </a:lnTo>
                      <a:lnTo>
                        <a:pt x="650" y="688"/>
                      </a:lnTo>
                      <a:lnTo>
                        <a:pt x="654" y="688"/>
                      </a:lnTo>
                      <a:lnTo>
                        <a:pt x="654" y="682"/>
                      </a:lnTo>
                      <a:lnTo>
                        <a:pt x="680" y="682"/>
                      </a:lnTo>
                      <a:lnTo>
                        <a:pt x="686" y="676"/>
                      </a:lnTo>
                      <a:lnTo>
                        <a:pt x="686" y="672"/>
                      </a:lnTo>
                      <a:lnTo>
                        <a:pt x="692" y="672"/>
                      </a:lnTo>
                      <a:lnTo>
                        <a:pt x="692" y="666"/>
                      </a:lnTo>
                      <a:lnTo>
                        <a:pt x="698" y="672"/>
                      </a:lnTo>
                      <a:lnTo>
                        <a:pt x="698" y="666"/>
                      </a:lnTo>
                      <a:lnTo>
                        <a:pt x="710" y="666"/>
                      </a:lnTo>
                      <a:lnTo>
                        <a:pt x="710" y="672"/>
                      </a:lnTo>
                      <a:lnTo>
                        <a:pt x="718" y="672"/>
                      </a:lnTo>
                      <a:lnTo>
                        <a:pt x="718" y="666"/>
                      </a:lnTo>
                      <a:lnTo>
                        <a:pt x="724" y="666"/>
                      </a:lnTo>
                      <a:lnTo>
                        <a:pt x="724" y="682"/>
                      </a:lnTo>
                      <a:lnTo>
                        <a:pt x="730" y="682"/>
                      </a:lnTo>
                      <a:lnTo>
                        <a:pt x="730" y="692"/>
                      </a:lnTo>
                      <a:lnTo>
                        <a:pt x="758" y="692"/>
                      </a:lnTo>
                      <a:lnTo>
                        <a:pt x="758" y="698"/>
                      </a:lnTo>
                      <a:lnTo>
                        <a:pt x="766" y="698"/>
                      </a:lnTo>
                      <a:lnTo>
                        <a:pt x="766" y="704"/>
                      </a:lnTo>
                      <a:lnTo>
                        <a:pt x="772" y="704"/>
                      </a:lnTo>
                      <a:lnTo>
                        <a:pt x="772" y="710"/>
                      </a:lnTo>
                      <a:lnTo>
                        <a:pt x="778" y="704"/>
                      </a:lnTo>
                      <a:lnTo>
                        <a:pt x="784" y="704"/>
                      </a:lnTo>
                      <a:lnTo>
                        <a:pt x="790" y="698"/>
                      </a:lnTo>
                      <a:lnTo>
                        <a:pt x="790" y="692"/>
                      </a:lnTo>
                      <a:lnTo>
                        <a:pt x="800" y="692"/>
                      </a:lnTo>
                      <a:lnTo>
                        <a:pt x="800" y="698"/>
                      </a:lnTo>
                      <a:lnTo>
                        <a:pt x="806" y="704"/>
                      </a:lnTo>
                      <a:lnTo>
                        <a:pt x="812" y="704"/>
                      </a:lnTo>
                      <a:lnTo>
                        <a:pt x="818" y="710"/>
                      </a:lnTo>
                      <a:lnTo>
                        <a:pt x="822" y="716"/>
                      </a:lnTo>
                      <a:lnTo>
                        <a:pt x="826" y="726"/>
                      </a:lnTo>
                      <a:lnTo>
                        <a:pt x="832" y="726"/>
                      </a:lnTo>
                      <a:lnTo>
                        <a:pt x="832" y="730"/>
                      </a:lnTo>
                      <a:lnTo>
                        <a:pt x="838" y="730"/>
                      </a:lnTo>
                      <a:lnTo>
                        <a:pt x="838" y="736"/>
                      </a:lnTo>
                      <a:lnTo>
                        <a:pt x="844" y="746"/>
                      </a:lnTo>
                      <a:lnTo>
                        <a:pt x="850" y="752"/>
                      </a:lnTo>
                      <a:lnTo>
                        <a:pt x="850" y="764"/>
                      </a:lnTo>
                      <a:lnTo>
                        <a:pt x="860" y="764"/>
                      </a:lnTo>
                      <a:lnTo>
                        <a:pt x="860" y="752"/>
                      </a:lnTo>
                      <a:lnTo>
                        <a:pt x="866" y="758"/>
                      </a:lnTo>
                      <a:lnTo>
                        <a:pt x="872" y="758"/>
                      </a:lnTo>
                      <a:lnTo>
                        <a:pt x="872" y="770"/>
                      </a:lnTo>
                      <a:lnTo>
                        <a:pt x="876" y="770"/>
                      </a:lnTo>
                      <a:lnTo>
                        <a:pt x="876" y="764"/>
                      </a:lnTo>
                      <a:lnTo>
                        <a:pt x="880" y="764"/>
                      </a:lnTo>
                      <a:lnTo>
                        <a:pt x="880" y="770"/>
                      </a:lnTo>
                      <a:lnTo>
                        <a:pt x="886" y="764"/>
                      </a:lnTo>
                      <a:lnTo>
                        <a:pt x="886" y="770"/>
                      </a:lnTo>
                      <a:lnTo>
                        <a:pt x="892" y="764"/>
                      </a:lnTo>
                      <a:lnTo>
                        <a:pt x="908" y="764"/>
                      </a:lnTo>
                      <a:lnTo>
                        <a:pt x="908" y="770"/>
                      </a:lnTo>
                      <a:lnTo>
                        <a:pt x="914" y="774"/>
                      </a:lnTo>
                      <a:lnTo>
                        <a:pt x="914" y="780"/>
                      </a:lnTo>
                      <a:lnTo>
                        <a:pt x="926" y="780"/>
                      </a:lnTo>
                      <a:lnTo>
                        <a:pt x="926" y="790"/>
                      </a:lnTo>
                      <a:lnTo>
                        <a:pt x="936" y="790"/>
                      </a:lnTo>
                      <a:lnTo>
                        <a:pt x="940" y="796"/>
                      </a:lnTo>
                      <a:lnTo>
                        <a:pt x="940" y="790"/>
                      </a:lnTo>
                      <a:lnTo>
                        <a:pt x="952" y="790"/>
                      </a:lnTo>
                      <a:lnTo>
                        <a:pt x="952" y="802"/>
                      </a:lnTo>
                      <a:lnTo>
                        <a:pt x="968" y="802"/>
                      </a:lnTo>
                      <a:lnTo>
                        <a:pt x="968" y="796"/>
                      </a:lnTo>
                      <a:lnTo>
                        <a:pt x="980" y="796"/>
                      </a:lnTo>
                      <a:lnTo>
                        <a:pt x="980" y="790"/>
                      </a:lnTo>
                      <a:lnTo>
                        <a:pt x="990" y="790"/>
                      </a:lnTo>
                      <a:lnTo>
                        <a:pt x="990" y="784"/>
                      </a:lnTo>
                      <a:lnTo>
                        <a:pt x="994" y="784"/>
                      </a:lnTo>
                      <a:lnTo>
                        <a:pt x="994" y="780"/>
                      </a:lnTo>
                      <a:lnTo>
                        <a:pt x="1000" y="780"/>
                      </a:lnTo>
                      <a:lnTo>
                        <a:pt x="1000" y="774"/>
                      </a:lnTo>
                      <a:lnTo>
                        <a:pt x="1018" y="774"/>
                      </a:lnTo>
                      <a:lnTo>
                        <a:pt x="1018" y="770"/>
                      </a:lnTo>
                      <a:lnTo>
                        <a:pt x="1028" y="770"/>
                      </a:lnTo>
                      <a:lnTo>
                        <a:pt x="1028" y="764"/>
                      </a:lnTo>
                      <a:lnTo>
                        <a:pt x="1034" y="770"/>
                      </a:lnTo>
                      <a:lnTo>
                        <a:pt x="1034" y="764"/>
                      </a:lnTo>
                      <a:lnTo>
                        <a:pt x="1038" y="764"/>
                      </a:lnTo>
                      <a:lnTo>
                        <a:pt x="1038" y="770"/>
                      </a:lnTo>
                      <a:lnTo>
                        <a:pt x="1054" y="770"/>
                      </a:lnTo>
                      <a:lnTo>
                        <a:pt x="1054" y="780"/>
                      </a:lnTo>
                      <a:lnTo>
                        <a:pt x="1060" y="780"/>
                      </a:lnTo>
                      <a:lnTo>
                        <a:pt x="1060" y="784"/>
                      </a:lnTo>
                      <a:lnTo>
                        <a:pt x="1066" y="780"/>
                      </a:lnTo>
                      <a:lnTo>
                        <a:pt x="1066" y="784"/>
                      </a:lnTo>
                      <a:lnTo>
                        <a:pt x="1092" y="784"/>
                      </a:lnTo>
                      <a:lnTo>
                        <a:pt x="1098" y="790"/>
                      </a:lnTo>
                      <a:lnTo>
                        <a:pt x="1104" y="790"/>
                      </a:lnTo>
                      <a:lnTo>
                        <a:pt x="1104" y="784"/>
                      </a:lnTo>
                      <a:lnTo>
                        <a:pt x="1108" y="784"/>
                      </a:lnTo>
                      <a:lnTo>
                        <a:pt x="1108" y="764"/>
                      </a:lnTo>
                      <a:lnTo>
                        <a:pt x="1104" y="764"/>
                      </a:lnTo>
                      <a:lnTo>
                        <a:pt x="1108" y="758"/>
                      </a:lnTo>
                      <a:lnTo>
                        <a:pt x="1108" y="746"/>
                      </a:lnTo>
                      <a:lnTo>
                        <a:pt x="1120" y="746"/>
                      </a:lnTo>
                      <a:lnTo>
                        <a:pt x="1120" y="742"/>
                      </a:lnTo>
                      <a:lnTo>
                        <a:pt x="1136" y="742"/>
                      </a:lnTo>
                      <a:lnTo>
                        <a:pt x="1136" y="746"/>
                      </a:lnTo>
                      <a:lnTo>
                        <a:pt x="1146" y="746"/>
                      </a:lnTo>
                      <a:lnTo>
                        <a:pt x="1146" y="752"/>
                      </a:lnTo>
                      <a:lnTo>
                        <a:pt x="1168" y="752"/>
                      </a:lnTo>
                      <a:lnTo>
                        <a:pt x="1168" y="774"/>
                      </a:lnTo>
                      <a:lnTo>
                        <a:pt x="1186" y="774"/>
                      </a:lnTo>
                      <a:lnTo>
                        <a:pt x="1186" y="780"/>
                      </a:lnTo>
                      <a:lnTo>
                        <a:pt x="1196" y="780"/>
                      </a:lnTo>
                      <a:lnTo>
                        <a:pt x="1196" y="774"/>
                      </a:lnTo>
                      <a:lnTo>
                        <a:pt x="1234" y="774"/>
                      </a:lnTo>
                      <a:lnTo>
                        <a:pt x="1234" y="780"/>
                      </a:lnTo>
                      <a:lnTo>
                        <a:pt x="1240" y="784"/>
                      </a:lnTo>
                      <a:lnTo>
                        <a:pt x="1250" y="784"/>
                      </a:lnTo>
                      <a:lnTo>
                        <a:pt x="1250" y="790"/>
                      </a:lnTo>
                      <a:lnTo>
                        <a:pt x="1254" y="796"/>
                      </a:lnTo>
                      <a:lnTo>
                        <a:pt x="1266" y="796"/>
                      </a:lnTo>
                      <a:lnTo>
                        <a:pt x="1272" y="802"/>
                      </a:lnTo>
                      <a:lnTo>
                        <a:pt x="1294" y="802"/>
                      </a:lnTo>
                      <a:lnTo>
                        <a:pt x="1294" y="796"/>
                      </a:lnTo>
                      <a:lnTo>
                        <a:pt x="1308" y="796"/>
                      </a:lnTo>
                      <a:lnTo>
                        <a:pt x="1314" y="790"/>
                      </a:lnTo>
                      <a:lnTo>
                        <a:pt x="1326" y="790"/>
                      </a:lnTo>
                      <a:lnTo>
                        <a:pt x="1326" y="784"/>
                      </a:lnTo>
                      <a:lnTo>
                        <a:pt x="1332" y="780"/>
                      </a:lnTo>
                      <a:lnTo>
                        <a:pt x="1336" y="780"/>
                      </a:lnTo>
                      <a:lnTo>
                        <a:pt x="1336" y="774"/>
                      </a:lnTo>
                      <a:lnTo>
                        <a:pt x="1348" y="774"/>
                      </a:lnTo>
                      <a:lnTo>
                        <a:pt x="1348" y="780"/>
                      </a:lnTo>
                      <a:lnTo>
                        <a:pt x="1354" y="780"/>
                      </a:lnTo>
                      <a:lnTo>
                        <a:pt x="1354" y="784"/>
                      </a:lnTo>
                      <a:lnTo>
                        <a:pt x="1374" y="784"/>
                      </a:lnTo>
                      <a:lnTo>
                        <a:pt x="1374" y="790"/>
                      </a:lnTo>
                      <a:lnTo>
                        <a:pt x="1402" y="790"/>
                      </a:lnTo>
                      <a:lnTo>
                        <a:pt x="1402" y="784"/>
                      </a:lnTo>
                      <a:lnTo>
                        <a:pt x="1408" y="784"/>
                      </a:lnTo>
                      <a:lnTo>
                        <a:pt x="1412" y="780"/>
                      </a:lnTo>
                      <a:lnTo>
                        <a:pt x="1412" y="764"/>
                      </a:lnTo>
                      <a:lnTo>
                        <a:pt x="1418" y="758"/>
                      </a:lnTo>
                      <a:lnTo>
                        <a:pt x="1418" y="752"/>
                      </a:lnTo>
                      <a:lnTo>
                        <a:pt x="1422" y="752"/>
                      </a:lnTo>
                      <a:lnTo>
                        <a:pt x="1422" y="742"/>
                      </a:lnTo>
                      <a:lnTo>
                        <a:pt x="1428" y="742"/>
                      </a:lnTo>
                      <a:lnTo>
                        <a:pt x="1428" y="726"/>
                      </a:lnTo>
                      <a:lnTo>
                        <a:pt x="1422" y="726"/>
                      </a:lnTo>
                      <a:lnTo>
                        <a:pt x="1422" y="720"/>
                      </a:lnTo>
                      <a:lnTo>
                        <a:pt x="1428" y="716"/>
                      </a:lnTo>
                      <a:lnTo>
                        <a:pt x="1446" y="716"/>
                      </a:lnTo>
                      <a:lnTo>
                        <a:pt x="1446" y="710"/>
                      </a:lnTo>
                      <a:lnTo>
                        <a:pt x="1476" y="710"/>
                      </a:lnTo>
                      <a:lnTo>
                        <a:pt x="1476" y="716"/>
                      </a:lnTo>
                      <a:lnTo>
                        <a:pt x="1500" y="716"/>
                      </a:lnTo>
                      <a:lnTo>
                        <a:pt x="1500" y="720"/>
                      </a:lnTo>
                      <a:lnTo>
                        <a:pt x="1504" y="726"/>
                      </a:lnTo>
                      <a:lnTo>
                        <a:pt x="1504" y="736"/>
                      </a:lnTo>
                      <a:lnTo>
                        <a:pt x="1510" y="736"/>
                      </a:lnTo>
                      <a:lnTo>
                        <a:pt x="1510" y="746"/>
                      </a:lnTo>
                      <a:lnTo>
                        <a:pt x="1516" y="746"/>
                      </a:lnTo>
                      <a:lnTo>
                        <a:pt x="1516" y="764"/>
                      </a:lnTo>
                      <a:lnTo>
                        <a:pt x="1520" y="764"/>
                      </a:lnTo>
                      <a:lnTo>
                        <a:pt x="1520" y="774"/>
                      </a:lnTo>
                      <a:lnTo>
                        <a:pt x="1526" y="774"/>
                      </a:lnTo>
                      <a:lnTo>
                        <a:pt x="1526" y="790"/>
                      </a:lnTo>
                      <a:lnTo>
                        <a:pt x="1542" y="790"/>
                      </a:lnTo>
                      <a:lnTo>
                        <a:pt x="1542" y="796"/>
                      </a:lnTo>
                      <a:lnTo>
                        <a:pt x="1554" y="796"/>
                      </a:lnTo>
                      <a:lnTo>
                        <a:pt x="1554" y="802"/>
                      </a:lnTo>
                      <a:lnTo>
                        <a:pt x="1560" y="802"/>
                      </a:lnTo>
                      <a:lnTo>
                        <a:pt x="1564" y="806"/>
                      </a:lnTo>
                      <a:lnTo>
                        <a:pt x="1570" y="806"/>
                      </a:lnTo>
                      <a:lnTo>
                        <a:pt x="1570" y="824"/>
                      </a:lnTo>
                      <a:lnTo>
                        <a:pt x="1574" y="824"/>
                      </a:lnTo>
                      <a:lnTo>
                        <a:pt x="1574" y="830"/>
                      </a:lnTo>
                      <a:lnTo>
                        <a:pt x="1580" y="830"/>
                      </a:lnTo>
                      <a:lnTo>
                        <a:pt x="1580" y="834"/>
                      </a:lnTo>
                      <a:lnTo>
                        <a:pt x="1590" y="834"/>
                      </a:lnTo>
                      <a:lnTo>
                        <a:pt x="1590" y="830"/>
                      </a:lnTo>
                      <a:lnTo>
                        <a:pt x="1596" y="830"/>
                      </a:lnTo>
                      <a:lnTo>
                        <a:pt x="1596" y="824"/>
                      </a:lnTo>
                      <a:lnTo>
                        <a:pt x="1614" y="824"/>
                      </a:lnTo>
                      <a:lnTo>
                        <a:pt x="1614" y="818"/>
                      </a:lnTo>
                      <a:lnTo>
                        <a:pt x="1624" y="818"/>
                      </a:lnTo>
                      <a:lnTo>
                        <a:pt x="1624" y="838"/>
                      </a:lnTo>
                      <a:lnTo>
                        <a:pt x="1618" y="838"/>
                      </a:lnTo>
                      <a:lnTo>
                        <a:pt x="1618" y="850"/>
                      </a:lnTo>
                      <a:lnTo>
                        <a:pt x="1614" y="850"/>
                      </a:lnTo>
                      <a:lnTo>
                        <a:pt x="1614" y="872"/>
                      </a:lnTo>
                      <a:lnTo>
                        <a:pt x="1602" y="872"/>
                      </a:lnTo>
                      <a:lnTo>
                        <a:pt x="1602" y="884"/>
                      </a:lnTo>
                      <a:lnTo>
                        <a:pt x="1590" y="884"/>
                      </a:lnTo>
                      <a:lnTo>
                        <a:pt x="1590" y="878"/>
                      </a:lnTo>
                      <a:lnTo>
                        <a:pt x="1586" y="878"/>
                      </a:lnTo>
                      <a:lnTo>
                        <a:pt x="1586" y="884"/>
                      </a:lnTo>
                      <a:lnTo>
                        <a:pt x="1574" y="884"/>
                      </a:lnTo>
                      <a:lnTo>
                        <a:pt x="1574" y="926"/>
                      </a:lnTo>
                      <a:lnTo>
                        <a:pt x="1570" y="926"/>
                      </a:lnTo>
                      <a:lnTo>
                        <a:pt x="1570" y="938"/>
                      </a:lnTo>
                      <a:lnTo>
                        <a:pt x="1574" y="932"/>
                      </a:lnTo>
                      <a:lnTo>
                        <a:pt x="1580" y="926"/>
                      </a:lnTo>
                      <a:lnTo>
                        <a:pt x="1580" y="920"/>
                      </a:lnTo>
                      <a:lnTo>
                        <a:pt x="1590" y="920"/>
                      </a:lnTo>
                      <a:lnTo>
                        <a:pt x="1590" y="926"/>
                      </a:lnTo>
                      <a:lnTo>
                        <a:pt x="1596" y="926"/>
                      </a:lnTo>
                      <a:lnTo>
                        <a:pt x="1596" y="932"/>
                      </a:lnTo>
                      <a:lnTo>
                        <a:pt x="1602" y="926"/>
                      </a:lnTo>
                      <a:lnTo>
                        <a:pt x="1602" y="932"/>
                      </a:lnTo>
                      <a:lnTo>
                        <a:pt x="1614" y="932"/>
                      </a:lnTo>
                      <a:lnTo>
                        <a:pt x="1614" y="926"/>
                      </a:lnTo>
                      <a:lnTo>
                        <a:pt x="1618" y="926"/>
                      </a:lnTo>
                      <a:lnTo>
                        <a:pt x="1618" y="920"/>
                      </a:lnTo>
                      <a:lnTo>
                        <a:pt x="1628" y="920"/>
                      </a:lnTo>
                      <a:lnTo>
                        <a:pt x="1628" y="914"/>
                      </a:lnTo>
                      <a:lnTo>
                        <a:pt x="1634" y="914"/>
                      </a:lnTo>
                      <a:lnTo>
                        <a:pt x="1634" y="910"/>
                      </a:lnTo>
                      <a:lnTo>
                        <a:pt x="1640" y="910"/>
                      </a:lnTo>
                      <a:lnTo>
                        <a:pt x="1640" y="898"/>
                      </a:lnTo>
                      <a:lnTo>
                        <a:pt x="1650" y="898"/>
                      </a:lnTo>
                      <a:lnTo>
                        <a:pt x="1650" y="884"/>
                      </a:lnTo>
                      <a:lnTo>
                        <a:pt x="1656" y="884"/>
                      </a:lnTo>
                      <a:lnTo>
                        <a:pt x="1662" y="878"/>
                      </a:lnTo>
                      <a:lnTo>
                        <a:pt x="1662" y="872"/>
                      </a:lnTo>
                      <a:lnTo>
                        <a:pt x="1672" y="872"/>
                      </a:lnTo>
                      <a:lnTo>
                        <a:pt x="1672" y="856"/>
                      </a:lnTo>
                      <a:lnTo>
                        <a:pt x="1678" y="856"/>
                      </a:lnTo>
                      <a:lnTo>
                        <a:pt x="1678" y="850"/>
                      </a:lnTo>
                      <a:lnTo>
                        <a:pt x="1682" y="844"/>
                      </a:lnTo>
                      <a:lnTo>
                        <a:pt x="1682" y="838"/>
                      </a:lnTo>
                      <a:lnTo>
                        <a:pt x="1688" y="838"/>
                      </a:lnTo>
                      <a:lnTo>
                        <a:pt x="1688" y="830"/>
                      </a:lnTo>
                      <a:lnTo>
                        <a:pt x="1694" y="830"/>
                      </a:lnTo>
                      <a:lnTo>
                        <a:pt x="1694" y="824"/>
                      </a:lnTo>
                      <a:lnTo>
                        <a:pt x="1700" y="824"/>
                      </a:lnTo>
                      <a:lnTo>
                        <a:pt x="1700" y="818"/>
                      </a:lnTo>
                      <a:lnTo>
                        <a:pt x="1704" y="812"/>
                      </a:lnTo>
                      <a:lnTo>
                        <a:pt x="1704" y="806"/>
                      </a:lnTo>
                      <a:lnTo>
                        <a:pt x="1710" y="806"/>
                      </a:lnTo>
                      <a:lnTo>
                        <a:pt x="1710" y="752"/>
                      </a:lnTo>
                      <a:lnTo>
                        <a:pt x="1716" y="752"/>
                      </a:lnTo>
                      <a:lnTo>
                        <a:pt x="1716" y="746"/>
                      </a:lnTo>
                      <a:lnTo>
                        <a:pt x="1722" y="746"/>
                      </a:lnTo>
                      <a:lnTo>
                        <a:pt x="1722" y="726"/>
                      </a:lnTo>
                      <a:lnTo>
                        <a:pt x="1716" y="720"/>
                      </a:lnTo>
                      <a:lnTo>
                        <a:pt x="1710" y="716"/>
                      </a:lnTo>
                      <a:lnTo>
                        <a:pt x="1716" y="716"/>
                      </a:lnTo>
                      <a:lnTo>
                        <a:pt x="1722" y="720"/>
                      </a:lnTo>
                      <a:lnTo>
                        <a:pt x="1722" y="716"/>
                      </a:lnTo>
                      <a:lnTo>
                        <a:pt x="1716" y="710"/>
                      </a:lnTo>
                      <a:lnTo>
                        <a:pt x="1710" y="710"/>
                      </a:lnTo>
                      <a:lnTo>
                        <a:pt x="1710" y="704"/>
                      </a:lnTo>
                      <a:lnTo>
                        <a:pt x="1704" y="704"/>
                      </a:lnTo>
                      <a:lnTo>
                        <a:pt x="1704" y="692"/>
                      </a:lnTo>
                      <a:lnTo>
                        <a:pt x="1688" y="692"/>
                      </a:lnTo>
                      <a:lnTo>
                        <a:pt x="1688" y="698"/>
                      </a:lnTo>
                      <a:lnTo>
                        <a:pt x="1682" y="704"/>
                      </a:lnTo>
                      <a:lnTo>
                        <a:pt x="1682" y="710"/>
                      </a:lnTo>
                      <a:lnTo>
                        <a:pt x="1678" y="710"/>
                      </a:lnTo>
                      <a:lnTo>
                        <a:pt x="1678" y="704"/>
                      </a:lnTo>
                      <a:lnTo>
                        <a:pt x="1672" y="704"/>
                      </a:lnTo>
                      <a:lnTo>
                        <a:pt x="1672" y="710"/>
                      </a:lnTo>
                      <a:lnTo>
                        <a:pt x="1662" y="710"/>
                      </a:lnTo>
                      <a:lnTo>
                        <a:pt x="1662" y="704"/>
                      </a:lnTo>
                      <a:lnTo>
                        <a:pt x="1656" y="704"/>
                      </a:lnTo>
                      <a:lnTo>
                        <a:pt x="1656" y="682"/>
                      </a:lnTo>
                      <a:lnTo>
                        <a:pt x="1650" y="688"/>
                      </a:lnTo>
                      <a:lnTo>
                        <a:pt x="1650" y="682"/>
                      </a:lnTo>
                      <a:lnTo>
                        <a:pt x="1644" y="688"/>
                      </a:lnTo>
                      <a:lnTo>
                        <a:pt x="1640" y="688"/>
                      </a:lnTo>
                      <a:lnTo>
                        <a:pt x="1640" y="682"/>
                      </a:lnTo>
                      <a:lnTo>
                        <a:pt x="1634" y="682"/>
                      </a:lnTo>
                      <a:lnTo>
                        <a:pt x="1634" y="676"/>
                      </a:lnTo>
                      <a:lnTo>
                        <a:pt x="1640" y="676"/>
                      </a:lnTo>
                      <a:lnTo>
                        <a:pt x="1640" y="672"/>
                      </a:lnTo>
                      <a:lnTo>
                        <a:pt x="1644" y="672"/>
                      </a:lnTo>
                      <a:lnTo>
                        <a:pt x="1644" y="666"/>
                      </a:lnTo>
                      <a:lnTo>
                        <a:pt x="1650" y="666"/>
                      </a:lnTo>
                      <a:lnTo>
                        <a:pt x="1656" y="660"/>
                      </a:lnTo>
                      <a:lnTo>
                        <a:pt x="1662" y="660"/>
                      </a:lnTo>
                      <a:lnTo>
                        <a:pt x="1662" y="656"/>
                      </a:lnTo>
                      <a:lnTo>
                        <a:pt x="1668" y="656"/>
                      </a:lnTo>
                      <a:lnTo>
                        <a:pt x="1672" y="650"/>
                      </a:lnTo>
                      <a:lnTo>
                        <a:pt x="1672" y="644"/>
                      </a:lnTo>
                      <a:lnTo>
                        <a:pt x="1678" y="644"/>
                      </a:lnTo>
                      <a:lnTo>
                        <a:pt x="1678" y="638"/>
                      </a:lnTo>
                      <a:lnTo>
                        <a:pt x="1682" y="632"/>
                      </a:lnTo>
                      <a:lnTo>
                        <a:pt x="1688" y="632"/>
                      </a:lnTo>
                      <a:lnTo>
                        <a:pt x="1688" y="628"/>
                      </a:lnTo>
                      <a:lnTo>
                        <a:pt x="1694" y="628"/>
                      </a:lnTo>
                      <a:lnTo>
                        <a:pt x="1694" y="622"/>
                      </a:lnTo>
                      <a:lnTo>
                        <a:pt x="1700" y="622"/>
                      </a:lnTo>
                      <a:lnTo>
                        <a:pt x="1700" y="618"/>
                      </a:lnTo>
                      <a:lnTo>
                        <a:pt x="1710" y="618"/>
                      </a:lnTo>
                      <a:lnTo>
                        <a:pt x="1710" y="606"/>
                      </a:lnTo>
                      <a:lnTo>
                        <a:pt x="1716" y="602"/>
                      </a:lnTo>
                      <a:lnTo>
                        <a:pt x="1722" y="602"/>
                      </a:lnTo>
                      <a:lnTo>
                        <a:pt x="1722" y="596"/>
                      </a:lnTo>
                      <a:lnTo>
                        <a:pt x="1728" y="596"/>
                      </a:lnTo>
                      <a:lnTo>
                        <a:pt x="1728" y="590"/>
                      </a:lnTo>
                      <a:lnTo>
                        <a:pt x="1732" y="590"/>
                      </a:lnTo>
                      <a:lnTo>
                        <a:pt x="1732" y="584"/>
                      </a:lnTo>
                      <a:lnTo>
                        <a:pt x="1748" y="584"/>
                      </a:lnTo>
                      <a:lnTo>
                        <a:pt x="1748" y="578"/>
                      </a:lnTo>
                      <a:lnTo>
                        <a:pt x="1786" y="578"/>
                      </a:lnTo>
                      <a:lnTo>
                        <a:pt x="1782" y="584"/>
                      </a:lnTo>
                      <a:lnTo>
                        <a:pt x="1790" y="584"/>
                      </a:lnTo>
                      <a:lnTo>
                        <a:pt x="1790" y="578"/>
                      </a:lnTo>
                      <a:lnTo>
                        <a:pt x="1802" y="578"/>
                      </a:lnTo>
                      <a:lnTo>
                        <a:pt x="1802" y="584"/>
                      </a:lnTo>
                      <a:lnTo>
                        <a:pt x="1814" y="584"/>
                      </a:lnTo>
                      <a:lnTo>
                        <a:pt x="1814" y="578"/>
                      </a:lnTo>
                      <a:lnTo>
                        <a:pt x="1818" y="578"/>
                      </a:lnTo>
                      <a:lnTo>
                        <a:pt x="1818" y="584"/>
                      </a:lnTo>
                      <a:lnTo>
                        <a:pt x="1830" y="584"/>
                      </a:lnTo>
                      <a:lnTo>
                        <a:pt x="1830" y="578"/>
                      </a:lnTo>
                      <a:lnTo>
                        <a:pt x="1824" y="578"/>
                      </a:lnTo>
                      <a:lnTo>
                        <a:pt x="1830" y="574"/>
                      </a:lnTo>
                      <a:lnTo>
                        <a:pt x="1850" y="574"/>
                      </a:lnTo>
                      <a:lnTo>
                        <a:pt x="1850" y="578"/>
                      </a:lnTo>
                      <a:lnTo>
                        <a:pt x="1856" y="578"/>
                      </a:lnTo>
                      <a:lnTo>
                        <a:pt x="1856" y="574"/>
                      </a:lnTo>
                      <a:lnTo>
                        <a:pt x="1862" y="574"/>
                      </a:lnTo>
                      <a:lnTo>
                        <a:pt x="1862" y="578"/>
                      </a:lnTo>
                      <a:lnTo>
                        <a:pt x="1868" y="578"/>
                      </a:lnTo>
                      <a:lnTo>
                        <a:pt x="1868" y="584"/>
                      </a:lnTo>
                      <a:lnTo>
                        <a:pt x="1862" y="584"/>
                      </a:lnTo>
                      <a:lnTo>
                        <a:pt x="1862" y="590"/>
                      </a:lnTo>
                      <a:lnTo>
                        <a:pt x="1872" y="590"/>
                      </a:lnTo>
                      <a:lnTo>
                        <a:pt x="1878" y="584"/>
                      </a:lnTo>
                      <a:lnTo>
                        <a:pt x="1878" y="590"/>
                      </a:lnTo>
                      <a:lnTo>
                        <a:pt x="1884" y="590"/>
                      </a:lnTo>
                      <a:lnTo>
                        <a:pt x="1890" y="584"/>
                      </a:lnTo>
                      <a:lnTo>
                        <a:pt x="1916" y="584"/>
                      </a:lnTo>
                      <a:lnTo>
                        <a:pt x="1916" y="578"/>
                      </a:lnTo>
                      <a:lnTo>
                        <a:pt x="1910" y="578"/>
                      </a:lnTo>
                      <a:lnTo>
                        <a:pt x="1910" y="574"/>
                      </a:lnTo>
                      <a:lnTo>
                        <a:pt x="1904" y="574"/>
                      </a:lnTo>
                      <a:lnTo>
                        <a:pt x="1904" y="578"/>
                      </a:lnTo>
                      <a:lnTo>
                        <a:pt x="1898" y="578"/>
                      </a:lnTo>
                      <a:lnTo>
                        <a:pt x="1898" y="568"/>
                      </a:lnTo>
                      <a:lnTo>
                        <a:pt x="1904" y="568"/>
                      </a:lnTo>
                      <a:lnTo>
                        <a:pt x="1904" y="564"/>
                      </a:lnTo>
                      <a:lnTo>
                        <a:pt x="1910" y="564"/>
                      </a:lnTo>
                      <a:lnTo>
                        <a:pt x="1910" y="558"/>
                      </a:lnTo>
                      <a:lnTo>
                        <a:pt x="1916" y="558"/>
                      </a:lnTo>
                      <a:lnTo>
                        <a:pt x="1922" y="552"/>
                      </a:lnTo>
                      <a:lnTo>
                        <a:pt x="1922" y="548"/>
                      </a:lnTo>
                      <a:lnTo>
                        <a:pt x="1928" y="548"/>
                      </a:lnTo>
                      <a:lnTo>
                        <a:pt x="1928" y="542"/>
                      </a:lnTo>
                      <a:lnTo>
                        <a:pt x="1932" y="536"/>
                      </a:lnTo>
                      <a:lnTo>
                        <a:pt x="1938" y="536"/>
                      </a:lnTo>
                      <a:lnTo>
                        <a:pt x="1938" y="530"/>
                      </a:lnTo>
                      <a:lnTo>
                        <a:pt x="1944" y="530"/>
                      </a:lnTo>
                      <a:lnTo>
                        <a:pt x="1944" y="524"/>
                      </a:lnTo>
                      <a:lnTo>
                        <a:pt x="1986" y="524"/>
                      </a:lnTo>
                      <a:lnTo>
                        <a:pt x="1986" y="520"/>
                      </a:lnTo>
                      <a:lnTo>
                        <a:pt x="1992" y="520"/>
                      </a:lnTo>
                      <a:lnTo>
                        <a:pt x="1992" y="524"/>
                      </a:lnTo>
                      <a:lnTo>
                        <a:pt x="1986" y="530"/>
                      </a:lnTo>
                      <a:lnTo>
                        <a:pt x="1986" y="542"/>
                      </a:lnTo>
                      <a:lnTo>
                        <a:pt x="1992" y="542"/>
                      </a:lnTo>
                      <a:lnTo>
                        <a:pt x="1986" y="548"/>
                      </a:lnTo>
                      <a:lnTo>
                        <a:pt x="1998" y="548"/>
                      </a:lnTo>
                      <a:lnTo>
                        <a:pt x="1998" y="542"/>
                      </a:lnTo>
                      <a:lnTo>
                        <a:pt x="2004" y="542"/>
                      </a:lnTo>
                      <a:lnTo>
                        <a:pt x="2008" y="536"/>
                      </a:lnTo>
                      <a:lnTo>
                        <a:pt x="2012" y="536"/>
                      </a:lnTo>
                      <a:lnTo>
                        <a:pt x="2018" y="530"/>
                      </a:lnTo>
                      <a:lnTo>
                        <a:pt x="2030" y="530"/>
                      </a:lnTo>
                      <a:lnTo>
                        <a:pt x="2030" y="524"/>
                      </a:lnTo>
                      <a:lnTo>
                        <a:pt x="2024" y="524"/>
                      </a:lnTo>
                      <a:lnTo>
                        <a:pt x="2030" y="520"/>
                      </a:lnTo>
                      <a:lnTo>
                        <a:pt x="2030" y="510"/>
                      </a:lnTo>
                      <a:lnTo>
                        <a:pt x="2036" y="510"/>
                      </a:lnTo>
                      <a:lnTo>
                        <a:pt x="2036" y="504"/>
                      </a:lnTo>
                      <a:lnTo>
                        <a:pt x="2052" y="504"/>
                      </a:lnTo>
                      <a:lnTo>
                        <a:pt x="2052" y="510"/>
                      </a:lnTo>
                      <a:lnTo>
                        <a:pt x="2046" y="510"/>
                      </a:lnTo>
                      <a:lnTo>
                        <a:pt x="2046" y="524"/>
                      </a:lnTo>
                      <a:lnTo>
                        <a:pt x="2040" y="524"/>
                      </a:lnTo>
                      <a:lnTo>
                        <a:pt x="2036" y="536"/>
                      </a:lnTo>
                      <a:lnTo>
                        <a:pt x="2036" y="548"/>
                      </a:lnTo>
                      <a:lnTo>
                        <a:pt x="2024" y="548"/>
                      </a:lnTo>
                      <a:lnTo>
                        <a:pt x="2018" y="552"/>
                      </a:lnTo>
                      <a:lnTo>
                        <a:pt x="2012" y="552"/>
                      </a:lnTo>
                      <a:lnTo>
                        <a:pt x="2012" y="558"/>
                      </a:lnTo>
                      <a:lnTo>
                        <a:pt x="2008" y="558"/>
                      </a:lnTo>
                      <a:lnTo>
                        <a:pt x="2008" y="564"/>
                      </a:lnTo>
                      <a:lnTo>
                        <a:pt x="2004" y="568"/>
                      </a:lnTo>
                      <a:lnTo>
                        <a:pt x="1998" y="574"/>
                      </a:lnTo>
                      <a:lnTo>
                        <a:pt x="1992" y="574"/>
                      </a:lnTo>
                      <a:lnTo>
                        <a:pt x="1992" y="578"/>
                      </a:lnTo>
                      <a:lnTo>
                        <a:pt x="1986" y="578"/>
                      </a:lnTo>
                      <a:lnTo>
                        <a:pt x="1986" y="584"/>
                      </a:lnTo>
                      <a:lnTo>
                        <a:pt x="1982" y="584"/>
                      </a:lnTo>
                      <a:lnTo>
                        <a:pt x="1982" y="590"/>
                      </a:lnTo>
                      <a:lnTo>
                        <a:pt x="1976" y="596"/>
                      </a:lnTo>
                      <a:lnTo>
                        <a:pt x="1970" y="596"/>
                      </a:lnTo>
                      <a:lnTo>
                        <a:pt x="1970" y="602"/>
                      </a:lnTo>
                      <a:lnTo>
                        <a:pt x="1964" y="606"/>
                      </a:lnTo>
                      <a:lnTo>
                        <a:pt x="1958" y="606"/>
                      </a:lnTo>
                      <a:lnTo>
                        <a:pt x="1958" y="612"/>
                      </a:lnTo>
                      <a:lnTo>
                        <a:pt x="1950" y="612"/>
                      </a:lnTo>
                      <a:lnTo>
                        <a:pt x="1950" y="618"/>
                      </a:lnTo>
                      <a:lnTo>
                        <a:pt x="1944" y="618"/>
                      </a:lnTo>
                      <a:lnTo>
                        <a:pt x="1944" y="612"/>
                      </a:lnTo>
                      <a:lnTo>
                        <a:pt x="1938" y="618"/>
                      </a:lnTo>
                      <a:lnTo>
                        <a:pt x="1938" y="622"/>
                      </a:lnTo>
                      <a:lnTo>
                        <a:pt x="1944" y="622"/>
                      </a:lnTo>
                      <a:lnTo>
                        <a:pt x="1938" y="628"/>
                      </a:lnTo>
                      <a:lnTo>
                        <a:pt x="1938" y="632"/>
                      </a:lnTo>
                      <a:lnTo>
                        <a:pt x="1932" y="632"/>
                      </a:lnTo>
                      <a:lnTo>
                        <a:pt x="1932" y="638"/>
                      </a:lnTo>
                      <a:lnTo>
                        <a:pt x="1928" y="638"/>
                      </a:lnTo>
                      <a:lnTo>
                        <a:pt x="1928" y="644"/>
                      </a:lnTo>
                      <a:lnTo>
                        <a:pt x="1922" y="644"/>
                      </a:lnTo>
                      <a:lnTo>
                        <a:pt x="1922" y="698"/>
                      </a:lnTo>
                      <a:lnTo>
                        <a:pt x="1928" y="698"/>
                      </a:lnTo>
                      <a:lnTo>
                        <a:pt x="1928" y="726"/>
                      </a:lnTo>
                      <a:lnTo>
                        <a:pt x="1932" y="726"/>
                      </a:lnTo>
                      <a:lnTo>
                        <a:pt x="1932" y="730"/>
                      </a:lnTo>
                      <a:lnTo>
                        <a:pt x="1938" y="726"/>
                      </a:lnTo>
                      <a:lnTo>
                        <a:pt x="1938" y="730"/>
                      </a:lnTo>
                      <a:lnTo>
                        <a:pt x="1932" y="730"/>
                      </a:lnTo>
                      <a:lnTo>
                        <a:pt x="1938" y="736"/>
                      </a:lnTo>
                      <a:lnTo>
                        <a:pt x="1938" y="764"/>
                      </a:lnTo>
                      <a:lnTo>
                        <a:pt x="1944" y="758"/>
                      </a:lnTo>
                      <a:lnTo>
                        <a:pt x="1950" y="758"/>
                      </a:lnTo>
                      <a:lnTo>
                        <a:pt x="1950" y="752"/>
                      </a:lnTo>
                      <a:lnTo>
                        <a:pt x="1954" y="752"/>
                      </a:lnTo>
                      <a:lnTo>
                        <a:pt x="1954" y="746"/>
                      </a:lnTo>
                      <a:lnTo>
                        <a:pt x="1958" y="742"/>
                      </a:lnTo>
                      <a:lnTo>
                        <a:pt x="1958" y="736"/>
                      </a:lnTo>
                      <a:lnTo>
                        <a:pt x="1964" y="736"/>
                      </a:lnTo>
                      <a:lnTo>
                        <a:pt x="1964" y="720"/>
                      </a:lnTo>
                      <a:lnTo>
                        <a:pt x="1958" y="720"/>
                      </a:lnTo>
                      <a:lnTo>
                        <a:pt x="1964" y="716"/>
                      </a:lnTo>
                      <a:lnTo>
                        <a:pt x="1964" y="720"/>
                      </a:lnTo>
                      <a:lnTo>
                        <a:pt x="1970" y="720"/>
                      </a:lnTo>
                      <a:lnTo>
                        <a:pt x="1970" y="716"/>
                      </a:lnTo>
                      <a:lnTo>
                        <a:pt x="1986" y="716"/>
                      </a:lnTo>
                      <a:lnTo>
                        <a:pt x="1986" y="692"/>
                      </a:lnTo>
                      <a:lnTo>
                        <a:pt x="1992" y="692"/>
                      </a:lnTo>
                      <a:lnTo>
                        <a:pt x="1992" y="688"/>
                      </a:lnTo>
                      <a:lnTo>
                        <a:pt x="2008" y="688"/>
                      </a:lnTo>
                      <a:lnTo>
                        <a:pt x="2008" y="682"/>
                      </a:lnTo>
                      <a:lnTo>
                        <a:pt x="2012" y="682"/>
                      </a:lnTo>
                      <a:lnTo>
                        <a:pt x="2012" y="676"/>
                      </a:lnTo>
                      <a:lnTo>
                        <a:pt x="2008" y="676"/>
                      </a:lnTo>
                      <a:lnTo>
                        <a:pt x="2008" y="656"/>
                      </a:lnTo>
                      <a:lnTo>
                        <a:pt x="2012" y="656"/>
                      </a:lnTo>
                      <a:lnTo>
                        <a:pt x="2018" y="650"/>
                      </a:lnTo>
                      <a:lnTo>
                        <a:pt x="2024" y="656"/>
                      </a:lnTo>
                      <a:lnTo>
                        <a:pt x="2030" y="656"/>
                      </a:lnTo>
                      <a:lnTo>
                        <a:pt x="2036" y="650"/>
                      </a:lnTo>
                      <a:lnTo>
                        <a:pt x="2036" y="644"/>
                      </a:lnTo>
                      <a:lnTo>
                        <a:pt x="2030" y="644"/>
                      </a:lnTo>
                      <a:lnTo>
                        <a:pt x="2036" y="638"/>
                      </a:lnTo>
                      <a:lnTo>
                        <a:pt x="2024" y="638"/>
                      </a:lnTo>
                      <a:lnTo>
                        <a:pt x="2024" y="622"/>
                      </a:lnTo>
                      <a:lnTo>
                        <a:pt x="2030" y="622"/>
                      </a:lnTo>
                      <a:lnTo>
                        <a:pt x="2036" y="618"/>
                      </a:lnTo>
                      <a:lnTo>
                        <a:pt x="2030" y="612"/>
                      </a:lnTo>
                      <a:lnTo>
                        <a:pt x="2018" y="612"/>
                      </a:lnTo>
                      <a:lnTo>
                        <a:pt x="2018" y="618"/>
                      </a:lnTo>
                      <a:lnTo>
                        <a:pt x="2012" y="612"/>
                      </a:lnTo>
                      <a:lnTo>
                        <a:pt x="2012" y="602"/>
                      </a:lnTo>
                      <a:lnTo>
                        <a:pt x="2018" y="596"/>
                      </a:lnTo>
                      <a:lnTo>
                        <a:pt x="2024" y="596"/>
                      </a:lnTo>
                      <a:lnTo>
                        <a:pt x="2024" y="590"/>
                      </a:lnTo>
                      <a:lnTo>
                        <a:pt x="2030" y="590"/>
                      </a:lnTo>
                      <a:lnTo>
                        <a:pt x="2030" y="584"/>
                      </a:lnTo>
                      <a:lnTo>
                        <a:pt x="2036" y="584"/>
                      </a:lnTo>
                      <a:lnTo>
                        <a:pt x="2036" y="578"/>
                      </a:lnTo>
                      <a:lnTo>
                        <a:pt x="2030" y="578"/>
                      </a:lnTo>
                      <a:lnTo>
                        <a:pt x="2030" y="574"/>
                      </a:lnTo>
                      <a:lnTo>
                        <a:pt x="2036" y="574"/>
                      </a:lnTo>
                      <a:lnTo>
                        <a:pt x="2036" y="564"/>
                      </a:lnTo>
                      <a:lnTo>
                        <a:pt x="2052" y="564"/>
                      </a:lnTo>
                      <a:lnTo>
                        <a:pt x="2052" y="574"/>
                      </a:lnTo>
                      <a:lnTo>
                        <a:pt x="2058" y="568"/>
                      </a:lnTo>
                      <a:lnTo>
                        <a:pt x="2058" y="564"/>
                      </a:lnTo>
                      <a:lnTo>
                        <a:pt x="2062" y="558"/>
                      </a:lnTo>
                      <a:lnTo>
                        <a:pt x="2068" y="558"/>
                      </a:lnTo>
                      <a:lnTo>
                        <a:pt x="2072" y="552"/>
                      </a:lnTo>
                      <a:lnTo>
                        <a:pt x="2072" y="564"/>
                      </a:lnTo>
                      <a:lnTo>
                        <a:pt x="2068" y="564"/>
                      </a:lnTo>
                      <a:lnTo>
                        <a:pt x="2068" y="574"/>
                      </a:lnTo>
                      <a:lnTo>
                        <a:pt x="2072" y="574"/>
                      </a:lnTo>
                      <a:lnTo>
                        <a:pt x="2072" y="568"/>
                      </a:lnTo>
                      <a:lnTo>
                        <a:pt x="2078" y="568"/>
                      </a:lnTo>
                      <a:lnTo>
                        <a:pt x="2078" y="558"/>
                      </a:lnTo>
                      <a:lnTo>
                        <a:pt x="2096" y="558"/>
                      </a:lnTo>
                      <a:lnTo>
                        <a:pt x="2096" y="552"/>
                      </a:lnTo>
                      <a:lnTo>
                        <a:pt x="2116" y="552"/>
                      </a:lnTo>
                      <a:lnTo>
                        <a:pt x="2116" y="558"/>
                      </a:lnTo>
                      <a:lnTo>
                        <a:pt x="2122" y="558"/>
                      </a:lnTo>
                      <a:lnTo>
                        <a:pt x="2126" y="564"/>
                      </a:lnTo>
                      <a:lnTo>
                        <a:pt x="2126" y="568"/>
                      </a:lnTo>
                      <a:lnTo>
                        <a:pt x="2132" y="568"/>
                      </a:lnTo>
                      <a:lnTo>
                        <a:pt x="2132" y="558"/>
                      </a:lnTo>
                      <a:lnTo>
                        <a:pt x="2138" y="558"/>
                      </a:lnTo>
                      <a:lnTo>
                        <a:pt x="2138" y="552"/>
                      </a:lnTo>
                      <a:lnTo>
                        <a:pt x="2144" y="552"/>
                      </a:lnTo>
                      <a:lnTo>
                        <a:pt x="2144" y="548"/>
                      </a:lnTo>
                      <a:lnTo>
                        <a:pt x="2154" y="548"/>
                      </a:lnTo>
                      <a:lnTo>
                        <a:pt x="2154" y="542"/>
                      </a:lnTo>
                      <a:lnTo>
                        <a:pt x="2160" y="542"/>
                      </a:lnTo>
                      <a:lnTo>
                        <a:pt x="2160" y="536"/>
                      </a:lnTo>
                      <a:lnTo>
                        <a:pt x="2164" y="530"/>
                      </a:lnTo>
                      <a:lnTo>
                        <a:pt x="2164" y="536"/>
                      </a:lnTo>
                      <a:lnTo>
                        <a:pt x="2170" y="536"/>
                      </a:lnTo>
                      <a:lnTo>
                        <a:pt x="2176" y="530"/>
                      </a:lnTo>
                      <a:lnTo>
                        <a:pt x="2176" y="524"/>
                      </a:lnTo>
                      <a:lnTo>
                        <a:pt x="2192" y="524"/>
                      </a:lnTo>
                      <a:lnTo>
                        <a:pt x="2192" y="520"/>
                      </a:lnTo>
                      <a:lnTo>
                        <a:pt x="2198" y="520"/>
                      </a:lnTo>
                      <a:lnTo>
                        <a:pt x="2198" y="514"/>
                      </a:lnTo>
                      <a:lnTo>
                        <a:pt x="2214" y="514"/>
                      </a:lnTo>
                      <a:lnTo>
                        <a:pt x="2218" y="510"/>
                      </a:lnTo>
                      <a:lnTo>
                        <a:pt x="2246" y="510"/>
                      </a:lnTo>
                      <a:lnTo>
                        <a:pt x="2246" y="514"/>
                      </a:lnTo>
                      <a:lnTo>
                        <a:pt x="2258" y="514"/>
                      </a:lnTo>
                      <a:lnTo>
                        <a:pt x="2258" y="492"/>
                      </a:lnTo>
                      <a:lnTo>
                        <a:pt x="2252" y="492"/>
                      </a:lnTo>
                      <a:lnTo>
                        <a:pt x="2252" y="488"/>
                      </a:lnTo>
                      <a:lnTo>
                        <a:pt x="2246" y="482"/>
                      </a:lnTo>
                      <a:lnTo>
                        <a:pt x="2246" y="488"/>
                      </a:lnTo>
                      <a:lnTo>
                        <a:pt x="2240" y="482"/>
                      </a:lnTo>
                      <a:lnTo>
                        <a:pt x="2246" y="482"/>
                      </a:lnTo>
                      <a:lnTo>
                        <a:pt x="2246" y="464"/>
                      </a:lnTo>
                      <a:lnTo>
                        <a:pt x="2230" y="464"/>
                      </a:lnTo>
                      <a:lnTo>
                        <a:pt x="2230" y="456"/>
                      </a:lnTo>
                      <a:lnTo>
                        <a:pt x="2224" y="450"/>
                      </a:lnTo>
                      <a:lnTo>
                        <a:pt x="2230" y="450"/>
                      </a:lnTo>
                      <a:lnTo>
                        <a:pt x="2230" y="456"/>
                      </a:lnTo>
                      <a:lnTo>
                        <a:pt x="2246" y="456"/>
                      </a:lnTo>
                      <a:lnTo>
                        <a:pt x="2246" y="460"/>
                      </a:lnTo>
                      <a:lnTo>
                        <a:pt x="2252" y="456"/>
                      </a:lnTo>
                      <a:lnTo>
                        <a:pt x="2264" y="456"/>
                      </a:lnTo>
                      <a:lnTo>
                        <a:pt x="2264" y="450"/>
                      </a:lnTo>
                      <a:lnTo>
                        <a:pt x="2268" y="450"/>
                      </a:lnTo>
                      <a:lnTo>
                        <a:pt x="2268" y="444"/>
                      </a:lnTo>
                      <a:lnTo>
                        <a:pt x="2272" y="444"/>
                      </a:lnTo>
                      <a:lnTo>
                        <a:pt x="2272" y="438"/>
                      </a:lnTo>
                      <a:lnTo>
                        <a:pt x="2278" y="438"/>
                      </a:lnTo>
                      <a:lnTo>
                        <a:pt x="2272" y="434"/>
                      </a:lnTo>
                      <a:lnTo>
                        <a:pt x="2268" y="434"/>
                      </a:lnTo>
                      <a:lnTo>
                        <a:pt x="2268" y="416"/>
                      </a:lnTo>
                      <a:lnTo>
                        <a:pt x="2272" y="422"/>
                      </a:lnTo>
                      <a:lnTo>
                        <a:pt x="2278" y="422"/>
                      </a:lnTo>
                      <a:lnTo>
                        <a:pt x="2278" y="416"/>
                      </a:lnTo>
                      <a:lnTo>
                        <a:pt x="2290" y="416"/>
                      </a:lnTo>
                      <a:lnTo>
                        <a:pt x="2284" y="422"/>
                      </a:lnTo>
                      <a:lnTo>
                        <a:pt x="2284" y="434"/>
                      </a:lnTo>
                      <a:lnTo>
                        <a:pt x="2290" y="434"/>
                      </a:lnTo>
                      <a:lnTo>
                        <a:pt x="2284" y="438"/>
                      </a:lnTo>
                      <a:lnTo>
                        <a:pt x="2306" y="438"/>
                      </a:lnTo>
                      <a:lnTo>
                        <a:pt x="2306" y="434"/>
                      </a:lnTo>
                      <a:lnTo>
                        <a:pt x="2318" y="434"/>
                      </a:lnTo>
                      <a:lnTo>
                        <a:pt x="2318" y="438"/>
                      </a:lnTo>
                      <a:lnTo>
                        <a:pt x="2324" y="438"/>
                      </a:lnTo>
                      <a:lnTo>
                        <a:pt x="2324" y="444"/>
                      </a:lnTo>
                      <a:lnTo>
                        <a:pt x="2326" y="444"/>
                      </a:lnTo>
                      <a:lnTo>
                        <a:pt x="2326" y="456"/>
                      </a:lnTo>
                      <a:lnTo>
                        <a:pt x="2344" y="456"/>
                      </a:lnTo>
                      <a:lnTo>
                        <a:pt x="2350" y="460"/>
                      </a:lnTo>
                      <a:lnTo>
                        <a:pt x="2350" y="464"/>
                      </a:lnTo>
                      <a:lnTo>
                        <a:pt x="2378" y="464"/>
                      </a:lnTo>
                      <a:lnTo>
                        <a:pt x="2378" y="460"/>
                      </a:lnTo>
                      <a:lnTo>
                        <a:pt x="2366" y="460"/>
                      </a:lnTo>
                      <a:lnTo>
                        <a:pt x="2366" y="456"/>
                      </a:lnTo>
                      <a:lnTo>
                        <a:pt x="2378" y="456"/>
                      </a:lnTo>
                      <a:lnTo>
                        <a:pt x="2378" y="438"/>
                      </a:lnTo>
                      <a:lnTo>
                        <a:pt x="2392" y="438"/>
                      </a:lnTo>
                      <a:lnTo>
                        <a:pt x="2392" y="434"/>
                      </a:lnTo>
                      <a:lnTo>
                        <a:pt x="2404" y="434"/>
                      </a:lnTo>
                      <a:lnTo>
                        <a:pt x="2404" y="416"/>
                      </a:lnTo>
                      <a:lnTo>
                        <a:pt x="2398" y="416"/>
                      </a:lnTo>
                      <a:lnTo>
                        <a:pt x="2398" y="410"/>
                      </a:lnTo>
                      <a:lnTo>
                        <a:pt x="2398" y="410"/>
                      </a:lnTo>
                      <a:lnTo>
                        <a:pt x="2398" y="410"/>
                      </a:lnTo>
                      <a:close/>
                      <a:moveTo>
                        <a:pt x="806" y="692"/>
                      </a:moveTo>
                      <a:lnTo>
                        <a:pt x="806" y="688"/>
                      </a:lnTo>
                      <a:lnTo>
                        <a:pt x="812" y="692"/>
                      </a:lnTo>
                      <a:lnTo>
                        <a:pt x="806" y="692"/>
                      </a:lnTo>
                      <a:lnTo>
                        <a:pt x="806" y="692"/>
                      </a:lnTo>
                      <a:lnTo>
                        <a:pt x="806" y="692"/>
                      </a:lnTo>
                      <a:close/>
                      <a:moveTo>
                        <a:pt x="936" y="238"/>
                      </a:moveTo>
                      <a:lnTo>
                        <a:pt x="936" y="234"/>
                      </a:lnTo>
                      <a:lnTo>
                        <a:pt x="940" y="234"/>
                      </a:lnTo>
                      <a:lnTo>
                        <a:pt x="936" y="238"/>
                      </a:lnTo>
                      <a:lnTo>
                        <a:pt x="936" y="238"/>
                      </a:lnTo>
                      <a:lnTo>
                        <a:pt x="936" y="238"/>
                      </a:lnTo>
                      <a:close/>
                      <a:moveTo>
                        <a:pt x="946" y="242"/>
                      </a:moveTo>
                      <a:lnTo>
                        <a:pt x="940" y="242"/>
                      </a:lnTo>
                      <a:lnTo>
                        <a:pt x="940" y="238"/>
                      </a:lnTo>
                      <a:lnTo>
                        <a:pt x="946" y="238"/>
                      </a:lnTo>
                      <a:lnTo>
                        <a:pt x="946" y="242"/>
                      </a:lnTo>
                      <a:lnTo>
                        <a:pt x="946" y="242"/>
                      </a:lnTo>
                      <a:lnTo>
                        <a:pt x="946" y="242"/>
                      </a:lnTo>
                      <a:close/>
                      <a:moveTo>
                        <a:pt x="1126" y="180"/>
                      </a:moveTo>
                      <a:lnTo>
                        <a:pt x="1120" y="180"/>
                      </a:lnTo>
                      <a:lnTo>
                        <a:pt x="1126" y="174"/>
                      </a:lnTo>
                      <a:lnTo>
                        <a:pt x="1126" y="180"/>
                      </a:lnTo>
                      <a:lnTo>
                        <a:pt x="1126" y="180"/>
                      </a:lnTo>
                      <a:lnTo>
                        <a:pt x="1126" y="180"/>
                      </a:lnTo>
                      <a:close/>
                      <a:moveTo>
                        <a:pt x="1136" y="182"/>
                      </a:moveTo>
                      <a:lnTo>
                        <a:pt x="1132" y="182"/>
                      </a:lnTo>
                      <a:lnTo>
                        <a:pt x="1132" y="180"/>
                      </a:lnTo>
                      <a:lnTo>
                        <a:pt x="1136" y="180"/>
                      </a:lnTo>
                      <a:lnTo>
                        <a:pt x="1136" y="182"/>
                      </a:lnTo>
                      <a:lnTo>
                        <a:pt x="1136" y="182"/>
                      </a:lnTo>
                      <a:lnTo>
                        <a:pt x="1136" y="182"/>
                      </a:lnTo>
                      <a:close/>
                      <a:moveTo>
                        <a:pt x="1168" y="156"/>
                      </a:moveTo>
                      <a:lnTo>
                        <a:pt x="1162" y="152"/>
                      </a:lnTo>
                      <a:lnTo>
                        <a:pt x="1168" y="152"/>
                      </a:lnTo>
                      <a:lnTo>
                        <a:pt x="1168" y="156"/>
                      </a:lnTo>
                      <a:lnTo>
                        <a:pt x="1168" y="156"/>
                      </a:lnTo>
                      <a:lnTo>
                        <a:pt x="1168" y="156"/>
                      </a:lnTo>
                      <a:close/>
                      <a:moveTo>
                        <a:pt x="1520" y="288"/>
                      </a:moveTo>
                      <a:lnTo>
                        <a:pt x="1516" y="282"/>
                      </a:lnTo>
                      <a:lnTo>
                        <a:pt x="1516" y="276"/>
                      </a:lnTo>
                      <a:lnTo>
                        <a:pt x="1520" y="276"/>
                      </a:lnTo>
                      <a:lnTo>
                        <a:pt x="1520" y="288"/>
                      </a:lnTo>
                      <a:lnTo>
                        <a:pt x="1520" y="288"/>
                      </a:lnTo>
                      <a:lnTo>
                        <a:pt x="1520" y="288"/>
                      </a:lnTo>
                      <a:close/>
                      <a:moveTo>
                        <a:pt x="1844" y="296"/>
                      </a:moveTo>
                      <a:lnTo>
                        <a:pt x="1842" y="296"/>
                      </a:lnTo>
                      <a:lnTo>
                        <a:pt x="1844" y="292"/>
                      </a:lnTo>
                      <a:lnTo>
                        <a:pt x="1844" y="296"/>
                      </a:lnTo>
                      <a:lnTo>
                        <a:pt x="1844" y="296"/>
                      </a:lnTo>
                      <a:lnTo>
                        <a:pt x="1844" y="296"/>
                      </a:lnTo>
                      <a:close/>
                      <a:moveTo>
                        <a:pt x="2214" y="460"/>
                      </a:moveTo>
                      <a:lnTo>
                        <a:pt x="2210" y="460"/>
                      </a:lnTo>
                      <a:lnTo>
                        <a:pt x="2210" y="450"/>
                      </a:lnTo>
                      <a:lnTo>
                        <a:pt x="2214" y="456"/>
                      </a:lnTo>
                      <a:lnTo>
                        <a:pt x="2214" y="460"/>
                      </a:lnTo>
                      <a:lnTo>
                        <a:pt x="2214" y="460"/>
                      </a:lnTo>
                      <a:lnTo>
                        <a:pt x="2214" y="460"/>
                      </a:lnTo>
                      <a:close/>
                      <a:moveTo>
                        <a:pt x="2408" y="416"/>
                      </a:moveTo>
                      <a:lnTo>
                        <a:pt x="2408" y="428"/>
                      </a:lnTo>
                      <a:lnTo>
                        <a:pt x="2414" y="428"/>
                      </a:lnTo>
                      <a:lnTo>
                        <a:pt x="2414" y="422"/>
                      </a:lnTo>
                      <a:lnTo>
                        <a:pt x="2408" y="416"/>
                      </a:lnTo>
                      <a:lnTo>
                        <a:pt x="2408" y="416"/>
                      </a:lnTo>
                      <a:lnTo>
                        <a:pt x="2408" y="416"/>
                      </a:lnTo>
                      <a:close/>
                      <a:moveTo>
                        <a:pt x="2306" y="292"/>
                      </a:moveTo>
                      <a:lnTo>
                        <a:pt x="2300" y="296"/>
                      </a:lnTo>
                      <a:lnTo>
                        <a:pt x="2284" y="296"/>
                      </a:lnTo>
                      <a:lnTo>
                        <a:pt x="2278" y="302"/>
                      </a:lnTo>
                      <a:lnTo>
                        <a:pt x="2272" y="302"/>
                      </a:lnTo>
                      <a:lnTo>
                        <a:pt x="2268" y="296"/>
                      </a:lnTo>
                      <a:lnTo>
                        <a:pt x="2264" y="296"/>
                      </a:lnTo>
                      <a:lnTo>
                        <a:pt x="2264" y="302"/>
                      </a:lnTo>
                      <a:lnTo>
                        <a:pt x="2246" y="302"/>
                      </a:lnTo>
                      <a:lnTo>
                        <a:pt x="2246" y="296"/>
                      </a:lnTo>
                      <a:lnTo>
                        <a:pt x="2252" y="296"/>
                      </a:lnTo>
                      <a:lnTo>
                        <a:pt x="2252" y="292"/>
                      </a:lnTo>
                      <a:lnTo>
                        <a:pt x="2258" y="292"/>
                      </a:lnTo>
                      <a:lnTo>
                        <a:pt x="2258" y="288"/>
                      </a:lnTo>
                      <a:lnTo>
                        <a:pt x="2296" y="288"/>
                      </a:lnTo>
                      <a:lnTo>
                        <a:pt x="2296" y="292"/>
                      </a:lnTo>
                      <a:lnTo>
                        <a:pt x="2306" y="292"/>
                      </a:lnTo>
                      <a:lnTo>
                        <a:pt x="2306" y="292"/>
                      </a:lnTo>
                      <a:lnTo>
                        <a:pt x="2306" y="292"/>
                      </a:lnTo>
                      <a:close/>
                      <a:moveTo>
                        <a:pt x="1314" y="152"/>
                      </a:moveTo>
                      <a:lnTo>
                        <a:pt x="1308" y="152"/>
                      </a:lnTo>
                      <a:lnTo>
                        <a:pt x="1308" y="152"/>
                      </a:lnTo>
                      <a:lnTo>
                        <a:pt x="1304" y="152"/>
                      </a:lnTo>
                      <a:lnTo>
                        <a:pt x="1308" y="152"/>
                      </a:lnTo>
                      <a:lnTo>
                        <a:pt x="1314" y="152"/>
                      </a:lnTo>
                      <a:lnTo>
                        <a:pt x="1314" y="152"/>
                      </a:lnTo>
                      <a:lnTo>
                        <a:pt x="1314" y="152"/>
                      </a:lnTo>
                      <a:lnTo>
                        <a:pt x="1314" y="152"/>
                      </a:lnTo>
                      <a:lnTo>
                        <a:pt x="1314" y="152"/>
                      </a:lnTo>
                      <a:lnTo>
                        <a:pt x="1314" y="152"/>
                      </a:lnTo>
                      <a:lnTo>
                        <a:pt x="1314" y="152"/>
                      </a:lnTo>
                      <a:close/>
                      <a:moveTo>
                        <a:pt x="1466" y="242"/>
                      </a:moveTo>
                      <a:lnTo>
                        <a:pt x="1466" y="238"/>
                      </a:lnTo>
                      <a:lnTo>
                        <a:pt x="1466" y="238"/>
                      </a:lnTo>
                      <a:lnTo>
                        <a:pt x="1466" y="234"/>
                      </a:lnTo>
                      <a:lnTo>
                        <a:pt x="1466" y="228"/>
                      </a:lnTo>
                      <a:lnTo>
                        <a:pt x="1466" y="228"/>
                      </a:lnTo>
                      <a:lnTo>
                        <a:pt x="1466" y="234"/>
                      </a:lnTo>
                      <a:lnTo>
                        <a:pt x="1472" y="234"/>
                      </a:lnTo>
                      <a:lnTo>
                        <a:pt x="1476" y="234"/>
                      </a:lnTo>
                      <a:lnTo>
                        <a:pt x="1472" y="228"/>
                      </a:lnTo>
                      <a:lnTo>
                        <a:pt x="1476" y="228"/>
                      </a:lnTo>
                      <a:lnTo>
                        <a:pt x="1482" y="228"/>
                      </a:lnTo>
                      <a:lnTo>
                        <a:pt x="1482" y="228"/>
                      </a:lnTo>
                      <a:lnTo>
                        <a:pt x="1482" y="228"/>
                      </a:lnTo>
                      <a:lnTo>
                        <a:pt x="1488" y="228"/>
                      </a:lnTo>
                      <a:lnTo>
                        <a:pt x="1488" y="234"/>
                      </a:lnTo>
                      <a:lnTo>
                        <a:pt x="1494" y="228"/>
                      </a:lnTo>
                      <a:lnTo>
                        <a:pt x="1494" y="234"/>
                      </a:lnTo>
                      <a:lnTo>
                        <a:pt x="1494" y="234"/>
                      </a:lnTo>
                      <a:lnTo>
                        <a:pt x="1500" y="234"/>
                      </a:lnTo>
                      <a:lnTo>
                        <a:pt x="1500" y="238"/>
                      </a:lnTo>
                      <a:lnTo>
                        <a:pt x="1494" y="238"/>
                      </a:lnTo>
                      <a:lnTo>
                        <a:pt x="1500" y="238"/>
                      </a:lnTo>
                      <a:lnTo>
                        <a:pt x="1504" y="238"/>
                      </a:lnTo>
                      <a:lnTo>
                        <a:pt x="1504" y="234"/>
                      </a:lnTo>
                      <a:lnTo>
                        <a:pt x="1504" y="234"/>
                      </a:lnTo>
                      <a:lnTo>
                        <a:pt x="1510" y="234"/>
                      </a:lnTo>
                      <a:lnTo>
                        <a:pt x="1504" y="238"/>
                      </a:lnTo>
                      <a:lnTo>
                        <a:pt x="1510" y="238"/>
                      </a:lnTo>
                      <a:lnTo>
                        <a:pt x="1510" y="238"/>
                      </a:lnTo>
                      <a:lnTo>
                        <a:pt x="1510" y="242"/>
                      </a:lnTo>
                      <a:lnTo>
                        <a:pt x="1516" y="242"/>
                      </a:lnTo>
                      <a:lnTo>
                        <a:pt x="1516" y="248"/>
                      </a:lnTo>
                      <a:lnTo>
                        <a:pt x="1510" y="248"/>
                      </a:lnTo>
                      <a:lnTo>
                        <a:pt x="1510" y="248"/>
                      </a:lnTo>
                      <a:lnTo>
                        <a:pt x="1504" y="248"/>
                      </a:lnTo>
                      <a:lnTo>
                        <a:pt x="1510" y="248"/>
                      </a:lnTo>
                      <a:lnTo>
                        <a:pt x="1510" y="254"/>
                      </a:lnTo>
                      <a:lnTo>
                        <a:pt x="1504" y="254"/>
                      </a:lnTo>
                      <a:lnTo>
                        <a:pt x="1504" y="260"/>
                      </a:lnTo>
                      <a:lnTo>
                        <a:pt x="1504" y="260"/>
                      </a:lnTo>
                      <a:lnTo>
                        <a:pt x="1504" y="266"/>
                      </a:lnTo>
                      <a:lnTo>
                        <a:pt x="1504" y="266"/>
                      </a:lnTo>
                      <a:lnTo>
                        <a:pt x="1500" y="266"/>
                      </a:lnTo>
                      <a:lnTo>
                        <a:pt x="1500" y="260"/>
                      </a:lnTo>
                      <a:lnTo>
                        <a:pt x="1494" y="260"/>
                      </a:lnTo>
                      <a:lnTo>
                        <a:pt x="1494" y="260"/>
                      </a:lnTo>
                      <a:lnTo>
                        <a:pt x="1494" y="260"/>
                      </a:lnTo>
                      <a:lnTo>
                        <a:pt x="1488" y="260"/>
                      </a:lnTo>
                      <a:lnTo>
                        <a:pt x="1488" y="254"/>
                      </a:lnTo>
                      <a:lnTo>
                        <a:pt x="1482" y="254"/>
                      </a:lnTo>
                      <a:lnTo>
                        <a:pt x="1482" y="254"/>
                      </a:lnTo>
                      <a:lnTo>
                        <a:pt x="1476" y="254"/>
                      </a:lnTo>
                      <a:lnTo>
                        <a:pt x="1472" y="254"/>
                      </a:lnTo>
                      <a:lnTo>
                        <a:pt x="1466" y="254"/>
                      </a:lnTo>
                      <a:lnTo>
                        <a:pt x="1466" y="248"/>
                      </a:lnTo>
                      <a:lnTo>
                        <a:pt x="1466" y="248"/>
                      </a:lnTo>
                      <a:lnTo>
                        <a:pt x="1462" y="248"/>
                      </a:lnTo>
                      <a:lnTo>
                        <a:pt x="1456" y="248"/>
                      </a:lnTo>
                      <a:lnTo>
                        <a:pt x="1456" y="248"/>
                      </a:lnTo>
                      <a:lnTo>
                        <a:pt x="1456" y="248"/>
                      </a:lnTo>
                      <a:lnTo>
                        <a:pt x="1456" y="248"/>
                      </a:lnTo>
                      <a:lnTo>
                        <a:pt x="1462" y="248"/>
                      </a:lnTo>
                      <a:lnTo>
                        <a:pt x="1466" y="248"/>
                      </a:lnTo>
                      <a:lnTo>
                        <a:pt x="1466" y="248"/>
                      </a:lnTo>
                      <a:lnTo>
                        <a:pt x="1466" y="242"/>
                      </a:lnTo>
                      <a:lnTo>
                        <a:pt x="1466" y="242"/>
                      </a:lnTo>
                      <a:lnTo>
                        <a:pt x="1466" y="242"/>
                      </a:lnTo>
                      <a:lnTo>
                        <a:pt x="1466" y="242"/>
                      </a:lnTo>
                      <a:lnTo>
                        <a:pt x="1466" y="242"/>
                      </a:lnTo>
                      <a:close/>
                      <a:moveTo>
                        <a:pt x="1516" y="248"/>
                      </a:moveTo>
                      <a:lnTo>
                        <a:pt x="1516" y="242"/>
                      </a:lnTo>
                      <a:lnTo>
                        <a:pt x="1510" y="238"/>
                      </a:lnTo>
                      <a:lnTo>
                        <a:pt x="1516" y="238"/>
                      </a:lnTo>
                      <a:lnTo>
                        <a:pt x="1516" y="238"/>
                      </a:lnTo>
                      <a:lnTo>
                        <a:pt x="1516" y="234"/>
                      </a:lnTo>
                      <a:lnTo>
                        <a:pt x="1516" y="234"/>
                      </a:lnTo>
                      <a:lnTo>
                        <a:pt x="1516" y="234"/>
                      </a:lnTo>
                      <a:lnTo>
                        <a:pt x="1520" y="234"/>
                      </a:lnTo>
                      <a:lnTo>
                        <a:pt x="1526" y="238"/>
                      </a:lnTo>
                      <a:lnTo>
                        <a:pt x="1530" y="238"/>
                      </a:lnTo>
                      <a:lnTo>
                        <a:pt x="1530" y="238"/>
                      </a:lnTo>
                      <a:lnTo>
                        <a:pt x="1530" y="238"/>
                      </a:lnTo>
                      <a:lnTo>
                        <a:pt x="1536" y="238"/>
                      </a:lnTo>
                      <a:lnTo>
                        <a:pt x="1542" y="238"/>
                      </a:lnTo>
                      <a:lnTo>
                        <a:pt x="1542" y="238"/>
                      </a:lnTo>
                      <a:lnTo>
                        <a:pt x="1542" y="242"/>
                      </a:lnTo>
                      <a:lnTo>
                        <a:pt x="1542" y="248"/>
                      </a:lnTo>
                      <a:lnTo>
                        <a:pt x="1542" y="242"/>
                      </a:lnTo>
                      <a:lnTo>
                        <a:pt x="1548" y="242"/>
                      </a:lnTo>
                      <a:lnTo>
                        <a:pt x="1548" y="248"/>
                      </a:lnTo>
                      <a:lnTo>
                        <a:pt x="1542" y="248"/>
                      </a:lnTo>
                      <a:lnTo>
                        <a:pt x="1542" y="248"/>
                      </a:lnTo>
                      <a:lnTo>
                        <a:pt x="1536" y="248"/>
                      </a:lnTo>
                      <a:lnTo>
                        <a:pt x="1530" y="248"/>
                      </a:lnTo>
                      <a:lnTo>
                        <a:pt x="1530" y="254"/>
                      </a:lnTo>
                      <a:lnTo>
                        <a:pt x="1530" y="254"/>
                      </a:lnTo>
                      <a:lnTo>
                        <a:pt x="1526" y="254"/>
                      </a:lnTo>
                      <a:lnTo>
                        <a:pt x="1520" y="254"/>
                      </a:lnTo>
                      <a:lnTo>
                        <a:pt x="1516" y="260"/>
                      </a:lnTo>
                      <a:lnTo>
                        <a:pt x="1516" y="260"/>
                      </a:lnTo>
                      <a:lnTo>
                        <a:pt x="1510" y="260"/>
                      </a:lnTo>
                      <a:lnTo>
                        <a:pt x="1510" y="260"/>
                      </a:lnTo>
                      <a:lnTo>
                        <a:pt x="1504" y="260"/>
                      </a:lnTo>
                      <a:lnTo>
                        <a:pt x="1504" y="254"/>
                      </a:lnTo>
                      <a:lnTo>
                        <a:pt x="1510" y="254"/>
                      </a:lnTo>
                      <a:lnTo>
                        <a:pt x="1510" y="248"/>
                      </a:lnTo>
                      <a:lnTo>
                        <a:pt x="1504" y="248"/>
                      </a:lnTo>
                      <a:lnTo>
                        <a:pt x="1510" y="248"/>
                      </a:lnTo>
                      <a:lnTo>
                        <a:pt x="1510" y="248"/>
                      </a:lnTo>
                      <a:lnTo>
                        <a:pt x="1516" y="248"/>
                      </a:lnTo>
                      <a:lnTo>
                        <a:pt x="1516" y="248"/>
                      </a:lnTo>
                      <a:lnTo>
                        <a:pt x="1516" y="248"/>
                      </a:lnTo>
                      <a:lnTo>
                        <a:pt x="1516" y="248"/>
                      </a:lnTo>
                      <a:close/>
                      <a:moveTo>
                        <a:pt x="1520" y="260"/>
                      </a:moveTo>
                      <a:lnTo>
                        <a:pt x="1520" y="254"/>
                      </a:lnTo>
                      <a:lnTo>
                        <a:pt x="1526" y="254"/>
                      </a:lnTo>
                      <a:lnTo>
                        <a:pt x="1530" y="254"/>
                      </a:lnTo>
                      <a:lnTo>
                        <a:pt x="1530" y="254"/>
                      </a:lnTo>
                      <a:lnTo>
                        <a:pt x="1536" y="254"/>
                      </a:lnTo>
                      <a:lnTo>
                        <a:pt x="1542" y="254"/>
                      </a:lnTo>
                      <a:lnTo>
                        <a:pt x="1542" y="254"/>
                      </a:lnTo>
                      <a:lnTo>
                        <a:pt x="1548" y="254"/>
                      </a:lnTo>
                      <a:lnTo>
                        <a:pt x="1554" y="254"/>
                      </a:lnTo>
                      <a:lnTo>
                        <a:pt x="1548" y="260"/>
                      </a:lnTo>
                      <a:lnTo>
                        <a:pt x="1542" y="254"/>
                      </a:lnTo>
                      <a:lnTo>
                        <a:pt x="1542" y="254"/>
                      </a:lnTo>
                      <a:lnTo>
                        <a:pt x="1536" y="254"/>
                      </a:lnTo>
                      <a:lnTo>
                        <a:pt x="1530" y="260"/>
                      </a:lnTo>
                      <a:lnTo>
                        <a:pt x="1530" y="254"/>
                      </a:lnTo>
                      <a:lnTo>
                        <a:pt x="1526" y="260"/>
                      </a:lnTo>
                      <a:lnTo>
                        <a:pt x="1520" y="260"/>
                      </a:lnTo>
                      <a:lnTo>
                        <a:pt x="1520" y="260"/>
                      </a:lnTo>
                      <a:lnTo>
                        <a:pt x="1520" y="260"/>
                      </a:lnTo>
                      <a:lnTo>
                        <a:pt x="1520" y="260"/>
                      </a:lnTo>
                      <a:close/>
                      <a:moveTo>
                        <a:pt x="1516" y="260"/>
                      </a:moveTo>
                      <a:lnTo>
                        <a:pt x="1516" y="260"/>
                      </a:lnTo>
                      <a:lnTo>
                        <a:pt x="1516" y="260"/>
                      </a:lnTo>
                      <a:lnTo>
                        <a:pt x="1520" y="260"/>
                      </a:lnTo>
                      <a:lnTo>
                        <a:pt x="1526" y="260"/>
                      </a:lnTo>
                      <a:lnTo>
                        <a:pt x="1530" y="260"/>
                      </a:lnTo>
                      <a:lnTo>
                        <a:pt x="1530" y="260"/>
                      </a:lnTo>
                      <a:lnTo>
                        <a:pt x="1542" y="260"/>
                      </a:lnTo>
                      <a:lnTo>
                        <a:pt x="1542" y="260"/>
                      </a:lnTo>
                      <a:lnTo>
                        <a:pt x="1548" y="260"/>
                      </a:lnTo>
                      <a:lnTo>
                        <a:pt x="1554" y="260"/>
                      </a:lnTo>
                      <a:lnTo>
                        <a:pt x="1554" y="266"/>
                      </a:lnTo>
                      <a:lnTo>
                        <a:pt x="1554" y="266"/>
                      </a:lnTo>
                      <a:lnTo>
                        <a:pt x="1554" y="270"/>
                      </a:lnTo>
                      <a:lnTo>
                        <a:pt x="1554" y="270"/>
                      </a:lnTo>
                      <a:lnTo>
                        <a:pt x="1548" y="270"/>
                      </a:lnTo>
                      <a:lnTo>
                        <a:pt x="1554" y="270"/>
                      </a:lnTo>
                      <a:lnTo>
                        <a:pt x="1548" y="276"/>
                      </a:lnTo>
                      <a:lnTo>
                        <a:pt x="1542" y="276"/>
                      </a:lnTo>
                      <a:lnTo>
                        <a:pt x="1542" y="276"/>
                      </a:lnTo>
                      <a:lnTo>
                        <a:pt x="1542" y="270"/>
                      </a:lnTo>
                      <a:lnTo>
                        <a:pt x="1536" y="270"/>
                      </a:lnTo>
                      <a:lnTo>
                        <a:pt x="1536" y="266"/>
                      </a:lnTo>
                      <a:lnTo>
                        <a:pt x="1530" y="266"/>
                      </a:lnTo>
                      <a:lnTo>
                        <a:pt x="1530" y="266"/>
                      </a:lnTo>
                      <a:lnTo>
                        <a:pt x="1530" y="260"/>
                      </a:lnTo>
                      <a:lnTo>
                        <a:pt x="1526" y="260"/>
                      </a:lnTo>
                      <a:lnTo>
                        <a:pt x="1520" y="260"/>
                      </a:lnTo>
                      <a:lnTo>
                        <a:pt x="1516" y="260"/>
                      </a:lnTo>
                      <a:lnTo>
                        <a:pt x="1516" y="260"/>
                      </a:lnTo>
                      <a:lnTo>
                        <a:pt x="1516" y="260"/>
                      </a:lnTo>
                      <a:lnTo>
                        <a:pt x="1516" y="260"/>
                      </a:lnTo>
                      <a:lnTo>
                        <a:pt x="1516" y="260"/>
                      </a:lnTo>
                      <a:close/>
                      <a:moveTo>
                        <a:pt x="1998" y="302"/>
                      </a:moveTo>
                      <a:lnTo>
                        <a:pt x="1992" y="302"/>
                      </a:lnTo>
                      <a:lnTo>
                        <a:pt x="1998" y="302"/>
                      </a:lnTo>
                      <a:lnTo>
                        <a:pt x="1998" y="302"/>
                      </a:lnTo>
                      <a:lnTo>
                        <a:pt x="1998" y="302"/>
                      </a:lnTo>
                      <a:lnTo>
                        <a:pt x="1998" y="302"/>
                      </a:lnTo>
                      <a:close/>
                      <a:moveTo>
                        <a:pt x="562" y="348"/>
                      </a:moveTo>
                      <a:lnTo>
                        <a:pt x="556" y="348"/>
                      </a:lnTo>
                      <a:lnTo>
                        <a:pt x="550" y="348"/>
                      </a:lnTo>
                      <a:lnTo>
                        <a:pt x="550" y="342"/>
                      </a:lnTo>
                      <a:lnTo>
                        <a:pt x="550" y="348"/>
                      </a:lnTo>
                      <a:lnTo>
                        <a:pt x="556" y="348"/>
                      </a:lnTo>
                      <a:lnTo>
                        <a:pt x="562" y="348"/>
                      </a:lnTo>
                      <a:lnTo>
                        <a:pt x="562" y="348"/>
                      </a:lnTo>
                      <a:lnTo>
                        <a:pt x="562" y="348"/>
                      </a:lnTo>
                      <a:lnTo>
                        <a:pt x="562" y="348"/>
                      </a:lnTo>
                      <a:lnTo>
                        <a:pt x="562" y="348"/>
                      </a:lnTo>
                      <a:close/>
                      <a:moveTo>
                        <a:pt x="14" y="672"/>
                      </a:moveTo>
                      <a:lnTo>
                        <a:pt x="20" y="672"/>
                      </a:lnTo>
                      <a:lnTo>
                        <a:pt x="14" y="672"/>
                      </a:lnTo>
                      <a:lnTo>
                        <a:pt x="14" y="676"/>
                      </a:lnTo>
                      <a:lnTo>
                        <a:pt x="14" y="676"/>
                      </a:lnTo>
                      <a:lnTo>
                        <a:pt x="14" y="682"/>
                      </a:lnTo>
                      <a:lnTo>
                        <a:pt x="14" y="682"/>
                      </a:lnTo>
                      <a:lnTo>
                        <a:pt x="20" y="682"/>
                      </a:lnTo>
                      <a:lnTo>
                        <a:pt x="26" y="682"/>
                      </a:lnTo>
                      <a:lnTo>
                        <a:pt x="26" y="676"/>
                      </a:lnTo>
                      <a:lnTo>
                        <a:pt x="20" y="672"/>
                      </a:lnTo>
                      <a:lnTo>
                        <a:pt x="26" y="672"/>
                      </a:lnTo>
                      <a:lnTo>
                        <a:pt x="26" y="672"/>
                      </a:lnTo>
                      <a:lnTo>
                        <a:pt x="36" y="676"/>
                      </a:lnTo>
                      <a:lnTo>
                        <a:pt x="36" y="676"/>
                      </a:lnTo>
                      <a:lnTo>
                        <a:pt x="42" y="676"/>
                      </a:lnTo>
                      <a:lnTo>
                        <a:pt x="48" y="682"/>
                      </a:lnTo>
                      <a:lnTo>
                        <a:pt x="48" y="682"/>
                      </a:lnTo>
                      <a:lnTo>
                        <a:pt x="42" y="682"/>
                      </a:lnTo>
                      <a:lnTo>
                        <a:pt x="42" y="688"/>
                      </a:lnTo>
                      <a:lnTo>
                        <a:pt x="42" y="692"/>
                      </a:lnTo>
                      <a:lnTo>
                        <a:pt x="36" y="692"/>
                      </a:lnTo>
                      <a:lnTo>
                        <a:pt x="36" y="692"/>
                      </a:lnTo>
                      <a:lnTo>
                        <a:pt x="30" y="692"/>
                      </a:lnTo>
                      <a:lnTo>
                        <a:pt x="26" y="692"/>
                      </a:lnTo>
                      <a:lnTo>
                        <a:pt x="26" y="692"/>
                      </a:lnTo>
                      <a:lnTo>
                        <a:pt x="20" y="692"/>
                      </a:lnTo>
                      <a:lnTo>
                        <a:pt x="14" y="692"/>
                      </a:lnTo>
                      <a:lnTo>
                        <a:pt x="14" y="692"/>
                      </a:lnTo>
                      <a:lnTo>
                        <a:pt x="10" y="692"/>
                      </a:lnTo>
                      <a:lnTo>
                        <a:pt x="4" y="692"/>
                      </a:lnTo>
                      <a:lnTo>
                        <a:pt x="0" y="692"/>
                      </a:lnTo>
                      <a:lnTo>
                        <a:pt x="0" y="688"/>
                      </a:lnTo>
                      <a:lnTo>
                        <a:pt x="4" y="688"/>
                      </a:lnTo>
                      <a:lnTo>
                        <a:pt x="10" y="688"/>
                      </a:lnTo>
                      <a:lnTo>
                        <a:pt x="10" y="682"/>
                      </a:lnTo>
                      <a:lnTo>
                        <a:pt x="4" y="682"/>
                      </a:lnTo>
                      <a:lnTo>
                        <a:pt x="0" y="682"/>
                      </a:lnTo>
                      <a:lnTo>
                        <a:pt x="4" y="682"/>
                      </a:lnTo>
                      <a:lnTo>
                        <a:pt x="4" y="682"/>
                      </a:lnTo>
                      <a:lnTo>
                        <a:pt x="4" y="676"/>
                      </a:lnTo>
                      <a:lnTo>
                        <a:pt x="4" y="682"/>
                      </a:lnTo>
                      <a:lnTo>
                        <a:pt x="10" y="682"/>
                      </a:lnTo>
                      <a:lnTo>
                        <a:pt x="14" y="682"/>
                      </a:lnTo>
                      <a:lnTo>
                        <a:pt x="14" y="676"/>
                      </a:lnTo>
                      <a:lnTo>
                        <a:pt x="14" y="676"/>
                      </a:lnTo>
                      <a:lnTo>
                        <a:pt x="14" y="672"/>
                      </a:lnTo>
                      <a:lnTo>
                        <a:pt x="14" y="672"/>
                      </a:lnTo>
                      <a:lnTo>
                        <a:pt x="14" y="672"/>
                      </a:lnTo>
                      <a:lnTo>
                        <a:pt x="14" y="672"/>
                      </a:lnTo>
                      <a:close/>
                      <a:moveTo>
                        <a:pt x="0" y="688"/>
                      </a:moveTo>
                      <a:lnTo>
                        <a:pt x="0" y="688"/>
                      </a:lnTo>
                      <a:lnTo>
                        <a:pt x="0" y="688"/>
                      </a:lnTo>
                      <a:lnTo>
                        <a:pt x="0" y="688"/>
                      </a:lnTo>
                      <a:lnTo>
                        <a:pt x="0" y="688"/>
                      </a:lnTo>
                      <a:lnTo>
                        <a:pt x="0" y="688"/>
                      </a:lnTo>
                      <a:close/>
                      <a:moveTo>
                        <a:pt x="600" y="6"/>
                      </a:moveTo>
                      <a:lnTo>
                        <a:pt x="604" y="6"/>
                      </a:lnTo>
                      <a:lnTo>
                        <a:pt x="610" y="0"/>
                      </a:lnTo>
                      <a:lnTo>
                        <a:pt x="610" y="6"/>
                      </a:lnTo>
                      <a:lnTo>
                        <a:pt x="610" y="6"/>
                      </a:lnTo>
                      <a:lnTo>
                        <a:pt x="610" y="0"/>
                      </a:lnTo>
                      <a:lnTo>
                        <a:pt x="616" y="0"/>
                      </a:lnTo>
                      <a:lnTo>
                        <a:pt x="622" y="0"/>
                      </a:lnTo>
                      <a:lnTo>
                        <a:pt x="622" y="6"/>
                      </a:lnTo>
                      <a:lnTo>
                        <a:pt x="622" y="6"/>
                      </a:lnTo>
                      <a:lnTo>
                        <a:pt x="622" y="12"/>
                      </a:lnTo>
                      <a:lnTo>
                        <a:pt x="616" y="6"/>
                      </a:lnTo>
                      <a:lnTo>
                        <a:pt x="610" y="6"/>
                      </a:lnTo>
                      <a:lnTo>
                        <a:pt x="610" y="6"/>
                      </a:lnTo>
                      <a:lnTo>
                        <a:pt x="604" y="6"/>
                      </a:lnTo>
                      <a:lnTo>
                        <a:pt x="600" y="6"/>
                      </a:lnTo>
                      <a:lnTo>
                        <a:pt x="600" y="6"/>
                      </a:lnTo>
                      <a:lnTo>
                        <a:pt x="600" y="6"/>
                      </a:lnTo>
                      <a:lnTo>
                        <a:pt x="600" y="6"/>
                      </a:lnTo>
                      <a:close/>
                      <a:moveTo>
                        <a:pt x="546" y="6"/>
                      </a:moveTo>
                      <a:lnTo>
                        <a:pt x="550" y="6"/>
                      </a:lnTo>
                      <a:lnTo>
                        <a:pt x="550" y="6"/>
                      </a:lnTo>
                      <a:lnTo>
                        <a:pt x="550" y="12"/>
                      </a:lnTo>
                      <a:lnTo>
                        <a:pt x="550" y="12"/>
                      </a:lnTo>
                      <a:lnTo>
                        <a:pt x="546" y="12"/>
                      </a:lnTo>
                      <a:lnTo>
                        <a:pt x="546" y="6"/>
                      </a:lnTo>
                      <a:lnTo>
                        <a:pt x="546" y="6"/>
                      </a:lnTo>
                      <a:lnTo>
                        <a:pt x="546" y="6"/>
                      </a:lnTo>
                      <a:lnTo>
                        <a:pt x="546" y="6"/>
                      </a:lnTo>
                      <a:close/>
                      <a:moveTo>
                        <a:pt x="596" y="6"/>
                      </a:moveTo>
                      <a:lnTo>
                        <a:pt x="600" y="6"/>
                      </a:lnTo>
                      <a:lnTo>
                        <a:pt x="600" y="12"/>
                      </a:lnTo>
                      <a:lnTo>
                        <a:pt x="600" y="12"/>
                      </a:lnTo>
                      <a:lnTo>
                        <a:pt x="596" y="6"/>
                      </a:lnTo>
                      <a:lnTo>
                        <a:pt x="596" y="6"/>
                      </a:lnTo>
                      <a:lnTo>
                        <a:pt x="596" y="6"/>
                      </a:lnTo>
                      <a:lnTo>
                        <a:pt x="596" y="6"/>
                      </a:lnTo>
                      <a:close/>
                      <a:moveTo>
                        <a:pt x="550" y="12"/>
                      </a:moveTo>
                      <a:lnTo>
                        <a:pt x="550" y="12"/>
                      </a:lnTo>
                      <a:lnTo>
                        <a:pt x="556" y="12"/>
                      </a:lnTo>
                      <a:lnTo>
                        <a:pt x="562" y="12"/>
                      </a:lnTo>
                      <a:lnTo>
                        <a:pt x="562" y="16"/>
                      </a:lnTo>
                      <a:lnTo>
                        <a:pt x="556" y="16"/>
                      </a:lnTo>
                      <a:lnTo>
                        <a:pt x="550" y="16"/>
                      </a:lnTo>
                      <a:lnTo>
                        <a:pt x="550" y="16"/>
                      </a:lnTo>
                      <a:lnTo>
                        <a:pt x="550" y="12"/>
                      </a:lnTo>
                      <a:lnTo>
                        <a:pt x="550" y="12"/>
                      </a:lnTo>
                      <a:lnTo>
                        <a:pt x="550" y="12"/>
                      </a:lnTo>
                      <a:lnTo>
                        <a:pt x="550" y="12"/>
                      </a:lnTo>
                      <a:close/>
                      <a:moveTo>
                        <a:pt x="492" y="16"/>
                      </a:moveTo>
                      <a:lnTo>
                        <a:pt x="486" y="12"/>
                      </a:lnTo>
                      <a:lnTo>
                        <a:pt x="492" y="12"/>
                      </a:lnTo>
                      <a:lnTo>
                        <a:pt x="492" y="16"/>
                      </a:lnTo>
                      <a:lnTo>
                        <a:pt x="492" y="16"/>
                      </a:lnTo>
                      <a:lnTo>
                        <a:pt x="492" y="16"/>
                      </a:lnTo>
                      <a:lnTo>
                        <a:pt x="492" y="16"/>
                      </a:lnTo>
                      <a:lnTo>
                        <a:pt x="492" y="16"/>
                      </a:lnTo>
                      <a:lnTo>
                        <a:pt x="492" y="16"/>
                      </a:lnTo>
                      <a:close/>
                      <a:moveTo>
                        <a:pt x="568" y="16"/>
                      </a:moveTo>
                      <a:lnTo>
                        <a:pt x="572" y="16"/>
                      </a:lnTo>
                      <a:lnTo>
                        <a:pt x="572" y="16"/>
                      </a:lnTo>
                      <a:lnTo>
                        <a:pt x="578" y="16"/>
                      </a:lnTo>
                      <a:lnTo>
                        <a:pt x="572" y="16"/>
                      </a:lnTo>
                      <a:lnTo>
                        <a:pt x="572" y="16"/>
                      </a:lnTo>
                      <a:lnTo>
                        <a:pt x="568" y="16"/>
                      </a:lnTo>
                      <a:lnTo>
                        <a:pt x="568" y="16"/>
                      </a:lnTo>
                      <a:lnTo>
                        <a:pt x="568" y="16"/>
                      </a:lnTo>
                      <a:lnTo>
                        <a:pt x="568" y="16"/>
                      </a:lnTo>
                      <a:close/>
                      <a:moveTo>
                        <a:pt x="530" y="20"/>
                      </a:moveTo>
                      <a:lnTo>
                        <a:pt x="536" y="16"/>
                      </a:lnTo>
                      <a:lnTo>
                        <a:pt x="536" y="16"/>
                      </a:lnTo>
                      <a:lnTo>
                        <a:pt x="540" y="16"/>
                      </a:lnTo>
                      <a:lnTo>
                        <a:pt x="540" y="20"/>
                      </a:lnTo>
                      <a:lnTo>
                        <a:pt x="536" y="20"/>
                      </a:lnTo>
                      <a:lnTo>
                        <a:pt x="536" y="20"/>
                      </a:lnTo>
                      <a:lnTo>
                        <a:pt x="530" y="20"/>
                      </a:lnTo>
                      <a:lnTo>
                        <a:pt x="524" y="20"/>
                      </a:lnTo>
                      <a:lnTo>
                        <a:pt x="530" y="20"/>
                      </a:lnTo>
                      <a:lnTo>
                        <a:pt x="530" y="20"/>
                      </a:lnTo>
                      <a:lnTo>
                        <a:pt x="530" y="20"/>
                      </a:lnTo>
                      <a:lnTo>
                        <a:pt x="530" y="20"/>
                      </a:lnTo>
                      <a:close/>
                      <a:moveTo>
                        <a:pt x="1006" y="26"/>
                      </a:moveTo>
                      <a:lnTo>
                        <a:pt x="1006" y="26"/>
                      </a:lnTo>
                      <a:lnTo>
                        <a:pt x="994" y="20"/>
                      </a:lnTo>
                      <a:lnTo>
                        <a:pt x="990" y="20"/>
                      </a:lnTo>
                      <a:lnTo>
                        <a:pt x="994" y="20"/>
                      </a:lnTo>
                      <a:lnTo>
                        <a:pt x="994" y="16"/>
                      </a:lnTo>
                      <a:lnTo>
                        <a:pt x="1000" y="16"/>
                      </a:lnTo>
                      <a:lnTo>
                        <a:pt x="1006" y="16"/>
                      </a:lnTo>
                      <a:lnTo>
                        <a:pt x="1006" y="16"/>
                      </a:lnTo>
                      <a:lnTo>
                        <a:pt x="1012" y="16"/>
                      </a:lnTo>
                      <a:lnTo>
                        <a:pt x="1018" y="20"/>
                      </a:lnTo>
                      <a:lnTo>
                        <a:pt x="1018" y="20"/>
                      </a:lnTo>
                      <a:lnTo>
                        <a:pt x="1018" y="20"/>
                      </a:lnTo>
                      <a:lnTo>
                        <a:pt x="1018" y="26"/>
                      </a:lnTo>
                      <a:lnTo>
                        <a:pt x="1012" y="26"/>
                      </a:lnTo>
                      <a:lnTo>
                        <a:pt x="1006" y="26"/>
                      </a:lnTo>
                      <a:lnTo>
                        <a:pt x="1006" y="26"/>
                      </a:lnTo>
                      <a:lnTo>
                        <a:pt x="1006" y="26"/>
                      </a:lnTo>
                      <a:lnTo>
                        <a:pt x="1006" y="26"/>
                      </a:lnTo>
                      <a:close/>
                      <a:moveTo>
                        <a:pt x="556" y="16"/>
                      </a:moveTo>
                      <a:lnTo>
                        <a:pt x="562" y="16"/>
                      </a:lnTo>
                      <a:lnTo>
                        <a:pt x="562" y="16"/>
                      </a:lnTo>
                      <a:lnTo>
                        <a:pt x="562" y="20"/>
                      </a:lnTo>
                      <a:lnTo>
                        <a:pt x="568" y="20"/>
                      </a:lnTo>
                      <a:lnTo>
                        <a:pt x="562" y="20"/>
                      </a:lnTo>
                      <a:lnTo>
                        <a:pt x="556" y="20"/>
                      </a:lnTo>
                      <a:lnTo>
                        <a:pt x="556" y="16"/>
                      </a:lnTo>
                      <a:lnTo>
                        <a:pt x="556" y="16"/>
                      </a:lnTo>
                      <a:lnTo>
                        <a:pt x="556" y="16"/>
                      </a:lnTo>
                      <a:lnTo>
                        <a:pt x="556" y="16"/>
                      </a:lnTo>
                      <a:close/>
                      <a:moveTo>
                        <a:pt x="432" y="26"/>
                      </a:moveTo>
                      <a:lnTo>
                        <a:pt x="438" y="26"/>
                      </a:lnTo>
                      <a:lnTo>
                        <a:pt x="432" y="26"/>
                      </a:lnTo>
                      <a:lnTo>
                        <a:pt x="432" y="20"/>
                      </a:lnTo>
                      <a:lnTo>
                        <a:pt x="438" y="20"/>
                      </a:lnTo>
                      <a:lnTo>
                        <a:pt x="442" y="20"/>
                      </a:lnTo>
                      <a:lnTo>
                        <a:pt x="442" y="26"/>
                      </a:lnTo>
                      <a:lnTo>
                        <a:pt x="438" y="26"/>
                      </a:lnTo>
                      <a:lnTo>
                        <a:pt x="432" y="26"/>
                      </a:lnTo>
                      <a:lnTo>
                        <a:pt x="432" y="26"/>
                      </a:lnTo>
                      <a:lnTo>
                        <a:pt x="432" y="26"/>
                      </a:lnTo>
                      <a:lnTo>
                        <a:pt x="432" y="26"/>
                      </a:lnTo>
                      <a:close/>
                      <a:moveTo>
                        <a:pt x="546" y="20"/>
                      </a:moveTo>
                      <a:lnTo>
                        <a:pt x="550" y="20"/>
                      </a:lnTo>
                      <a:lnTo>
                        <a:pt x="550" y="20"/>
                      </a:lnTo>
                      <a:lnTo>
                        <a:pt x="550" y="20"/>
                      </a:lnTo>
                      <a:lnTo>
                        <a:pt x="546" y="20"/>
                      </a:lnTo>
                      <a:lnTo>
                        <a:pt x="546" y="20"/>
                      </a:lnTo>
                      <a:lnTo>
                        <a:pt x="546" y="20"/>
                      </a:lnTo>
                      <a:lnTo>
                        <a:pt x="546" y="20"/>
                      </a:lnTo>
                      <a:close/>
                      <a:moveTo>
                        <a:pt x="572" y="26"/>
                      </a:moveTo>
                      <a:lnTo>
                        <a:pt x="572" y="26"/>
                      </a:lnTo>
                      <a:lnTo>
                        <a:pt x="578" y="20"/>
                      </a:lnTo>
                      <a:lnTo>
                        <a:pt x="584" y="20"/>
                      </a:lnTo>
                      <a:lnTo>
                        <a:pt x="584" y="20"/>
                      </a:lnTo>
                      <a:lnTo>
                        <a:pt x="590" y="20"/>
                      </a:lnTo>
                      <a:lnTo>
                        <a:pt x="596" y="20"/>
                      </a:lnTo>
                      <a:lnTo>
                        <a:pt x="596" y="26"/>
                      </a:lnTo>
                      <a:lnTo>
                        <a:pt x="590" y="26"/>
                      </a:lnTo>
                      <a:lnTo>
                        <a:pt x="584" y="26"/>
                      </a:lnTo>
                      <a:lnTo>
                        <a:pt x="584" y="26"/>
                      </a:lnTo>
                      <a:lnTo>
                        <a:pt x="578" y="26"/>
                      </a:lnTo>
                      <a:lnTo>
                        <a:pt x="572" y="26"/>
                      </a:lnTo>
                      <a:lnTo>
                        <a:pt x="572" y="26"/>
                      </a:lnTo>
                      <a:lnTo>
                        <a:pt x="572" y="26"/>
                      </a:lnTo>
                      <a:lnTo>
                        <a:pt x="572" y="26"/>
                      </a:lnTo>
                      <a:lnTo>
                        <a:pt x="572" y="26"/>
                      </a:lnTo>
                      <a:close/>
                      <a:moveTo>
                        <a:pt x="512" y="20"/>
                      </a:moveTo>
                      <a:lnTo>
                        <a:pt x="518" y="20"/>
                      </a:lnTo>
                      <a:lnTo>
                        <a:pt x="524" y="20"/>
                      </a:lnTo>
                      <a:lnTo>
                        <a:pt x="524" y="20"/>
                      </a:lnTo>
                      <a:lnTo>
                        <a:pt x="524" y="26"/>
                      </a:lnTo>
                      <a:lnTo>
                        <a:pt x="530" y="26"/>
                      </a:lnTo>
                      <a:lnTo>
                        <a:pt x="536" y="26"/>
                      </a:lnTo>
                      <a:lnTo>
                        <a:pt x="536" y="26"/>
                      </a:lnTo>
                      <a:lnTo>
                        <a:pt x="540" y="26"/>
                      </a:lnTo>
                      <a:lnTo>
                        <a:pt x="546" y="26"/>
                      </a:lnTo>
                      <a:lnTo>
                        <a:pt x="540" y="26"/>
                      </a:lnTo>
                      <a:lnTo>
                        <a:pt x="536" y="26"/>
                      </a:lnTo>
                      <a:lnTo>
                        <a:pt x="536" y="26"/>
                      </a:lnTo>
                      <a:lnTo>
                        <a:pt x="530" y="26"/>
                      </a:lnTo>
                      <a:lnTo>
                        <a:pt x="524" y="26"/>
                      </a:lnTo>
                      <a:lnTo>
                        <a:pt x="524" y="26"/>
                      </a:lnTo>
                      <a:lnTo>
                        <a:pt x="518" y="26"/>
                      </a:lnTo>
                      <a:lnTo>
                        <a:pt x="512" y="26"/>
                      </a:lnTo>
                      <a:lnTo>
                        <a:pt x="512" y="20"/>
                      </a:lnTo>
                      <a:lnTo>
                        <a:pt x="512" y="20"/>
                      </a:lnTo>
                      <a:lnTo>
                        <a:pt x="512" y="20"/>
                      </a:lnTo>
                      <a:lnTo>
                        <a:pt x="512" y="20"/>
                      </a:lnTo>
                      <a:close/>
                      <a:moveTo>
                        <a:pt x="540" y="26"/>
                      </a:moveTo>
                      <a:lnTo>
                        <a:pt x="536" y="26"/>
                      </a:lnTo>
                      <a:lnTo>
                        <a:pt x="540" y="20"/>
                      </a:lnTo>
                      <a:lnTo>
                        <a:pt x="546" y="20"/>
                      </a:lnTo>
                      <a:lnTo>
                        <a:pt x="550" y="20"/>
                      </a:lnTo>
                      <a:lnTo>
                        <a:pt x="550" y="26"/>
                      </a:lnTo>
                      <a:lnTo>
                        <a:pt x="550" y="26"/>
                      </a:lnTo>
                      <a:lnTo>
                        <a:pt x="550" y="26"/>
                      </a:lnTo>
                      <a:lnTo>
                        <a:pt x="546" y="26"/>
                      </a:lnTo>
                      <a:lnTo>
                        <a:pt x="546" y="26"/>
                      </a:lnTo>
                      <a:lnTo>
                        <a:pt x="540" y="26"/>
                      </a:lnTo>
                      <a:lnTo>
                        <a:pt x="540" y="26"/>
                      </a:lnTo>
                      <a:lnTo>
                        <a:pt x="540" y="26"/>
                      </a:lnTo>
                      <a:lnTo>
                        <a:pt x="540" y="26"/>
                      </a:lnTo>
                      <a:close/>
                      <a:moveTo>
                        <a:pt x="844" y="26"/>
                      </a:moveTo>
                      <a:lnTo>
                        <a:pt x="850" y="26"/>
                      </a:lnTo>
                      <a:lnTo>
                        <a:pt x="850" y="26"/>
                      </a:lnTo>
                      <a:lnTo>
                        <a:pt x="850" y="26"/>
                      </a:lnTo>
                      <a:lnTo>
                        <a:pt x="850" y="26"/>
                      </a:lnTo>
                      <a:lnTo>
                        <a:pt x="854" y="26"/>
                      </a:lnTo>
                      <a:lnTo>
                        <a:pt x="860" y="26"/>
                      </a:lnTo>
                      <a:lnTo>
                        <a:pt x="854" y="32"/>
                      </a:lnTo>
                      <a:lnTo>
                        <a:pt x="850" y="32"/>
                      </a:lnTo>
                      <a:lnTo>
                        <a:pt x="844" y="32"/>
                      </a:lnTo>
                      <a:lnTo>
                        <a:pt x="838" y="32"/>
                      </a:lnTo>
                      <a:lnTo>
                        <a:pt x="838" y="26"/>
                      </a:lnTo>
                      <a:lnTo>
                        <a:pt x="844" y="26"/>
                      </a:lnTo>
                      <a:lnTo>
                        <a:pt x="844" y="26"/>
                      </a:lnTo>
                      <a:lnTo>
                        <a:pt x="844" y="26"/>
                      </a:lnTo>
                      <a:lnTo>
                        <a:pt x="844" y="26"/>
                      </a:lnTo>
                      <a:close/>
                      <a:moveTo>
                        <a:pt x="540" y="32"/>
                      </a:moveTo>
                      <a:lnTo>
                        <a:pt x="540" y="26"/>
                      </a:lnTo>
                      <a:lnTo>
                        <a:pt x="546" y="26"/>
                      </a:lnTo>
                      <a:lnTo>
                        <a:pt x="550" y="26"/>
                      </a:lnTo>
                      <a:lnTo>
                        <a:pt x="550" y="26"/>
                      </a:lnTo>
                      <a:lnTo>
                        <a:pt x="556" y="26"/>
                      </a:lnTo>
                      <a:lnTo>
                        <a:pt x="556" y="32"/>
                      </a:lnTo>
                      <a:lnTo>
                        <a:pt x="550" y="32"/>
                      </a:lnTo>
                      <a:lnTo>
                        <a:pt x="550" y="32"/>
                      </a:lnTo>
                      <a:lnTo>
                        <a:pt x="546" y="32"/>
                      </a:lnTo>
                      <a:lnTo>
                        <a:pt x="540" y="32"/>
                      </a:lnTo>
                      <a:lnTo>
                        <a:pt x="536" y="32"/>
                      </a:lnTo>
                      <a:lnTo>
                        <a:pt x="540" y="32"/>
                      </a:lnTo>
                      <a:lnTo>
                        <a:pt x="540" y="32"/>
                      </a:lnTo>
                      <a:lnTo>
                        <a:pt x="540" y="32"/>
                      </a:lnTo>
                      <a:lnTo>
                        <a:pt x="540" y="32"/>
                      </a:lnTo>
                      <a:close/>
                      <a:moveTo>
                        <a:pt x="486" y="32"/>
                      </a:moveTo>
                      <a:lnTo>
                        <a:pt x="486" y="26"/>
                      </a:lnTo>
                      <a:lnTo>
                        <a:pt x="492" y="26"/>
                      </a:lnTo>
                      <a:lnTo>
                        <a:pt x="492" y="26"/>
                      </a:lnTo>
                      <a:lnTo>
                        <a:pt x="496" y="26"/>
                      </a:lnTo>
                      <a:lnTo>
                        <a:pt x="502" y="26"/>
                      </a:lnTo>
                      <a:lnTo>
                        <a:pt x="502" y="26"/>
                      </a:lnTo>
                      <a:lnTo>
                        <a:pt x="508" y="32"/>
                      </a:lnTo>
                      <a:lnTo>
                        <a:pt x="512" y="32"/>
                      </a:lnTo>
                      <a:lnTo>
                        <a:pt x="508" y="32"/>
                      </a:lnTo>
                      <a:lnTo>
                        <a:pt x="502" y="32"/>
                      </a:lnTo>
                      <a:lnTo>
                        <a:pt x="502" y="32"/>
                      </a:lnTo>
                      <a:lnTo>
                        <a:pt x="496" y="32"/>
                      </a:lnTo>
                      <a:lnTo>
                        <a:pt x="492" y="32"/>
                      </a:lnTo>
                      <a:lnTo>
                        <a:pt x="496" y="32"/>
                      </a:lnTo>
                      <a:lnTo>
                        <a:pt x="492" y="32"/>
                      </a:lnTo>
                      <a:lnTo>
                        <a:pt x="492" y="32"/>
                      </a:lnTo>
                      <a:lnTo>
                        <a:pt x="486" y="32"/>
                      </a:lnTo>
                      <a:lnTo>
                        <a:pt x="486" y="32"/>
                      </a:lnTo>
                      <a:lnTo>
                        <a:pt x="486" y="32"/>
                      </a:lnTo>
                      <a:lnTo>
                        <a:pt x="486" y="32"/>
                      </a:lnTo>
                      <a:close/>
                      <a:moveTo>
                        <a:pt x="508" y="32"/>
                      </a:moveTo>
                      <a:lnTo>
                        <a:pt x="512" y="32"/>
                      </a:lnTo>
                      <a:lnTo>
                        <a:pt x="518" y="32"/>
                      </a:lnTo>
                      <a:lnTo>
                        <a:pt x="524" y="32"/>
                      </a:lnTo>
                      <a:lnTo>
                        <a:pt x="524" y="38"/>
                      </a:lnTo>
                      <a:lnTo>
                        <a:pt x="524" y="38"/>
                      </a:lnTo>
                      <a:lnTo>
                        <a:pt x="518" y="38"/>
                      </a:lnTo>
                      <a:lnTo>
                        <a:pt x="512" y="38"/>
                      </a:lnTo>
                      <a:lnTo>
                        <a:pt x="512" y="38"/>
                      </a:lnTo>
                      <a:lnTo>
                        <a:pt x="508" y="38"/>
                      </a:lnTo>
                      <a:lnTo>
                        <a:pt x="502" y="38"/>
                      </a:lnTo>
                      <a:lnTo>
                        <a:pt x="502" y="32"/>
                      </a:lnTo>
                      <a:lnTo>
                        <a:pt x="508" y="32"/>
                      </a:lnTo>
                      <a:lnTo>
                        <a:pt x="508" y="32"/>
                      </a:lnTo>
                      <a:lnTo>
                        <a:pt x="508" y="32"/>
                      </a:lnTo>
                      <a:lnTo>
                        <a:pt x="508" y="32"/>
                      </a:lnTo>
                      <a:close/>
                      <a:moveTo>
                        <a:pt x="476" y="38"/>
                      </a:moveTo>
                      <a:lnTo>
                        <a:pt x="476" y="38"/>
                      </a:lnTo>
                      <a:lnTo>
                        <a:pt x="476" y="38"/>
                      </a:lnTo>
                      <a:lnTo>
                        <a:pt x="476" y="38"/>
                      </a:lnTo>
                      <a:lnTo>
                        <a:pt x="476" y="38"/>
                      </a:lnTo>
                      <a:lnTo>
                        <a:pt x="476" y="38"/>
                      </a:lnTo>
                      <a:lnTo>
                        <a:pt x="476" y="38"/>
                      </a:lnTo>
                      <a:lnTo>
                        <a:pt x="476" y="38"/>
                      </a:lnTo>
                      <a:close/>
                      <a:moveTo>
                        <a:pt x="550" y="38"/>
                      </a:moveTo>
                      <a:lnTo>
                        <a:pt x="550" y="38"/>
                      </a:lnTo>
                      <a:lnTo>
                        <a:pt x="550" y="38"/>
                      </a:lnTo>
                      <a:lnTo>
                        <a:pt x="550" y="38"/>
                      </a:lnTo>
                      <a:lnTo>
                        <a:pt x="550" y="38"/>
                      </a:lnTo>
                      <a:lnTo>
                        <a:pt x="550" y="38"/>
                      </a:lnTo>
                      <a:close/>
                      <a:moveTo>
                        <a:pt x="530" y="38"/>
                      </a:moveTo>
                      <a:lnTo>
                        <a:pt x="536" y="38"/>
                      </a:lnTo>
                      <a:lnTo>
                        <a:pt x="536" y="38"/>
                      </a:lnTo>
                      <a:lnTo>
                        <a:pt x="540" y="38"/>
                      </a:lnTo>
                      <a:lnTo>
                        <a:pt x="540" y="38"/>
                      </a:lnTo>
                      <a:lnTo>
                        <a:pt x="536" y="38"/>
                      </a:lnTo>
                      <a:lnTo>
                        <a:pt x="536" y="38"/>
                      </a:lnTo>
                      <a:lnTo>
                        <a:pt x="530" y="38"/>
                      </a:lnTo>
                      <a:lnTo>
                        <a:pt x="530" y="38"/>
                      </a:lnTo>
                      <a:lnTo>
                        <a:pt x="530" y="38"/>
                      </a:lnTo>
                      <a:lnTo>
                        <a:pt x="530" y="38"/>
                      </a:lnTo>
                      <a:close/>
                      <a:moveTo>
                        <a:pt x="482" y="38"/>
                      </a:moveTo>
                      <a:lnTo>
                        <a:pt x="486" y="38"/>
                      </a:lnTo>
                      <a:lnTo>
                        <a:pt x="482" y="38"/>
                      </a:lnTo>
                      <a:lnTo>
                        <a:pt x="482" y="38"/>
                      </a:lnTo>
                      <a:lnTo>
                        <a:pt x="486" y="38"/>
                      </a:lnTo>
                      <a:lnTo>
                        <a:pt x="492" y="38"/>
                      </a:lnTo>
                      <a:lnTo>
                        <a:pt x="492" y="38"/>
                      </a:lnTo>
                      <a:lnTo>
                        <a:pt x="486" y="38"/>
                      </a:lnTo>
                      <a:lnTo>
                        <a:pt x="492" y="38"/>
                      </a:lnTo>
                      <a:lnTo>
                        <a:pt x="492" y="38"/>
                      </a:lnTo>
                      <a:lnTo>
                        <a:pt x="492" y="42"/>
                      </a:lnTo>
                      <a:lnTo>
                        <a:pt x="486" y="42"/>
                      </a:lnTo>
                      <a:lnTo>
                        <a:pt x="486" y="38"/>
                      </a:lnTo>
                      <a:lnTo>
                        <a:pt x="482" y="38"/>
                      </a:lnTo>
                      <a:lnTo>
                        <a:pt x="482" y="38"/>
                      </a:lnTo>
                      <a:lnTo>
                        <a:pt x="482" y="38"/>
                      </a:lnTo>
                      <a:lnTo>
                        <a:pt x="482" y="38"/>
                      </a:lnTo>
                      <a:close/>
                      <a:moveTo>
                        <a:pt x="492" y="38"/>
                      </a:moveTo>
                      <a:lnTo>
                        <a:pt x="496" y="38"/>
                      </a:lnTo>
                      <a:lnTo>
                        <a:pt x="502" y="38"/>
                      </a:lnTo>
                      <a:lnTo>
                        <a:pt x="496" y="38"/>
                      </a:lnTo>
                      <a:lnTo>
                        <a:pt x="492" y="38"/>
                      </a:lnTo>
                      <a:lnTo>
                        <a:pt x="492" y="38"/>
                      </a:lnTo>
                      <a:lnTo>
                        <a:pt x="492" y="38"/>
                      </a:lnTo>
                      <a:lnTo>
                        <a:pt x="492" y="38"/>
                      </a:lnTo>
                      <a:close/>
                      <a:moveTo>
                        <a:pt x="492" y="42"/>
                      </a:moveTo>
                      <a:lnTo>
                        <a:pt x="492" y="38"/>
                      </a:lnTo>
                      <a:lnTo>
                        <a:pt x="496" y="38"/>
                      </a:lnTo>
                      <a:lnTo>
                        <a:pt x="496" y="42"/>
                      </a:lnTo>
                      <a:lnTo>
                        <a:pt x="492" y="42"/>
                      </a:lnTo>
                      <a:lnTo>
                        <a:pt x="492" y="42"/>
                      </a:lnTo>
                      <a:lnTo>
                        <a:pt x="492" y="42"/>
                      </a:lnTo>
                      <a:lnTo>
                        <a:pt x="492" y="42"/>
                      </a:lnTo>
                      <a:lnTo>
                        <a:pt x="492" y="42"/>
                      </a:lnTo>
                      <a:lnTo>
                        <a:pt x="492" y="42"/>
                      </a:lnTo>
                      <a:close/>
                      <a:moveTo>
                        <a:pt x="502" y="42"/>
                      </a:moveTo>
                      <a:lnTo>
                        <a:pt x="502" y="42"/>
                      </a:lnTo>
                      <a:lnTo>
                        <a:pt x="502" y="42"/>
                      </a:lnTo>
                      <a:lnTo>
                        <a:pt x="502" y="42"/>
                      </a:lnTo>
                      <a:lnTo>
                        <a:pt x="502" y="42"/>
                      </a:lnTo>
                      <a:lnTo>
                        <a:pt x="502" y="42"/>
                      </a:lnTo>
                      <a:close/>
                      <a:moveTo>
                        <a:pt x="512" y="42"/>
                      </a:moveTo>
                      <a:lnTo>
                        <a:pt x="512" y="42"/>
                      </a:lnTo>
                      <a:lnTo>
                        <a:pt x="518" y="42"/>
                      </a:lnTo>
                      <a:lnTo>
                        <a:pt x="512" y="42"/>
                      </a:lnTo>
                      <a:lnTo>
                        <a:pt x="512" y="42"/>
                      </a:lnTo>
                      <a:lnTo>
                        <a:pt x="512" y="42"/>
                      </a:lnTo>
                      <a:lnTo>
                        <a:pt x="512" y="42"/>
                      </a:lnTo>
                      <a:lnTo>
                        <a:pt x="512" y="42"/>
                      </a:lnTo>
                      <a:close/>
                      <a:moveTo>
                        <a:pt x="464" y="48"/>
                      </a:moveTo>
                      <a:lnTo>
                        <a:pt x="458" y="48"/>
                      </a:lnTo>
                      <a:lnTo>
                        <a:pt x="464" y="48"/>
                      </a:lnTo>
                      <a:lnTo>
                        <a:pt x="464" y="48"/>
                      </a:lnTo>
                      <a:lnTo>
                        <a:pt x="464" y="42"/>
                      </a:lnTo>
                      <a:lnTo>
                        <a:pt x="470" y="42"/>
                      </a:lnTo>
                      <a:lnTo>
                        <a:pt x="476" y="42"/>
                      </a:lnTo>
                      <a:lnTo>
                        <a:pt x="476" y="42"/>
                      </a:lnTo>
                      <a:lnTo>
                        <a:pt x="476" y="48"/>
                      </a:lnTo>
                      <a:lnTo>
                        <a:pt x="482" y="48"/>
                      </a:lnTo>
                      <a:lnTo>
                        <a:pt x="476" y="48"/>
                      </a:lnTo>
                      <a:lnTo>
                        <a:pt x="476" y="48"/>
                      </a:lnTo>
                      <a:lnTo>
                        <a:pt x="476" y="48"/>
                      </a:lnTo>
                      <a:lnTo>
                        <a:pt x="470" y="48"/>
                      </a:lnTo>
                      <a:lnTo>
                        <a:pt x="464" y="48"/>
                      </a:lnTo>
                      <a:lnTo>
                        <a:pt x="464" y="48"/>
                      </a:lnTo>
                      <a:lnTo>
                        <a:pt x="464" y="48"/>
                      </a:lnTo>
                      <a:lnTo>
                        <a:pt x="464" y="48"/>
                      </a:lnTo>
                      <a:lnTo>
                        <a:pt x="464" y="48"/>
                      </a:lnTo>
                      <a:lnTo>
                        <a:pt x="464" y="48"/>
                      </a:lnTo>
                      <a:lnTo>
                        <a:pt x="464" y="48"/>
                      </a:lnTo>
                      <a:close/>
                      <a:moveTo>
                        <a:pt x="496" y="48"/>
                      </a:moveTo>
                      <a:lnTo>
                        <a:pt x="502" y="48"/>
                      </a:lnTo>
                      <a:lnTo>
                        <a:pt x="502" y="42"/>
                      </a:lnTo>
                      <a:lnTo>
                        <a:pt x="508" y="48"/>
                      </a:lnTo>
                      <a:lnTo>
                        <a:pt x="502" y="48"/>
                      </a:lnTo>
                      <a:lnTo>
                        <a:pt x="502" y="48"/>
                      </a:lnTo>
                      <a:lnTo>
                        <a:pt x="496" y="48"/>
                      </a:lnTo>
                      <a:lnTo>
                        <a:pt x="496" y="48"/>
                      </a:lnTo>
                      <a:lnTo>
                        <a:pt x="496" y="48"/>
                      </a:lnTo>
                      <a:lnTo>
                        <a:pt x="496" y="48"/>
                      </a:lnTo>
                      <a:close/>
                      <a:moveTo>
                        <a:pt x="492" y="48"/>
                      </a:moveTo>
                      <a:lnTo>
                        <a:pt x="486" y="48"/>
                      </a:lnTo>
                      <a:lnTo>
                        <a:pt x="492" y="48"/>
                      </a:lnTo>
                      <a:lnTo>
                        <a:pt x="492" y="42"/>
                      </a:lnTo>
                      <a:lnTo>
                        <a:pt x="492" y="48"/>
                      </a:lnTo>
                      <a:lnTo>
                        <a:pt x="492" y="48"/>
                      </a:lnTo>
                      <a:lnTo>
                        <a:pt x="492" y="48"/>
                      </a:lnTo>
                      <a:lnTo>
                        <a:pt x="492" y="48"/>
                      </a:lnTo>
                      <a:lnTo>
                        <a:pt x="492" y="48"/>
                      </a:lnTo>
                      <a:lnTo>
                        <a:pt x="492" y="48"/>
                      </a:lnTo>
                      <a:close/>
                      <a:moveTo>
                        <a:pt x="426" y="54"/>
                      </a:moveTo>
                      <a:lnTo>
                        <a:pt x="426" y="48"/>
                      </a:lnTo>
                      <a:lnTo>
                        <a:pt x="422" y="48"/>
                      </a:lnTo>
                      <a:lnTo>
                        <a:pt x="426" y="48"/>
                      </a:lnTo>
                      <a:lnTo>
                        <a:pt x="432" y="48"/>
                      </a:lnTo>
                      <a:lnTo>
                        <a:pt x="432" y="48"/>
                      </a:lnTo>
                      <a:lnTo>
                        <a:pt x="432" y="48"/>
                      </a:lnTo>
                      <a:lnTo>
                        <a:pt x="432" y="48"/>
                      </a:lnTo>
                      <a:lnTo>
                        <a:pt x="432" y="54"/>
                      </a:lnTo>
                      <a:lnTo>
                        <a:pt x="426" y="54"/>
                      </a:lnTo>
                      <a:lnTo>
                        <a:pt x="426" y="54"/>
                      </a:lnTo>
                      <a:lnTo>
                        <a:pt x="426" y="54"/>
                      </a:lnTo>
                      <a:lnTo>
                        <a:pt x="426" y="54"/>
                      </a:lnTo>
                      <a:close/>
                      <a:moveTo>
                        <a:pt x="568" y="48"/>
                      </a:moveTo>
                      <a:lnTo>
                        <a:pt x="568" y="48"/>
                      </a:lnTo>
                      <a:lnTo>
                        <a:pt x="572" y="48"/>
                      </a:lnTo>
                      <a:lnTo>
                        <a:pt x="572" y="48"/>
                      </a:lnTo>
                      <a:lnTo>
                        <a:pt x="572" y="48"/>
                      </a:lnTo>
                      <a:lnTo>
                        <a:pt x="572" y="48"/>
                      </a:lnTo>
                      <a:lnTo>
                        <a:pt x="568" y="48"/>
                      </a:lnTo>
                      <a:lnTo>
                        <a:pt x="568" y="48"/>
                      </a:lnTo>
                      <a:lnTo>
                        <a:pt x="568" y="48"/>
                      </a:lnTo>
                      <a:lnTo>
                        <a:pt x="568" y="48"/>
                      </a:lnTo>
                      <a:close/>
                      <a:moveTo>
                        <a:pt x="550" y="54"/>
                      </a:moveTo>
                      <a:lnTo>
                        <a:pt x="556" y="54"/>
                      </a:lnTo>
                      <a:lnTo>
                        <a:pt x="556" y="48"/>
                      </a:lnTo>
                      <a:lnTo>
                        <a:pt x="562" y="48"/>
                      </a:lnTo>
                      <a:lnTo>
                        <a:pt x="562" y="48"/>
                      </a:lnTo>
                      <a:lnTo>
                        <a:pt x="568" y="48"/>
                      </a:lnTo>
                      <a:lnTo>
                        <a:pt x="568" y="54"/>
                      </a:lnTo>
                      <a:lnTo>
                        <a:pt x="562" y="54"/>
                      </a:lnTo>
                      <a:lnTo>
                        <a:pt x="562" y="60"/>
                      </a:lnTo>
                      <a:lnTo>
                        <a:pt x="562" y="60"/>
                      </a:lnTo>
                      <a:lnTo>
                        <a:pt x="562" y="54"/>
                      </a:lnTo>
                      <a:lnTo>
                        <a:pt x="556" y="54"/>
                      </a:lnTo>
                      <a:lnTo>
                        <a:pt x="550" y="54"/>
                      </a:lnTo>
                      <a:lnTo>
                        <a:pt x="550" y="54"/>
                      </a:lnTo>
                      <a:lnTo>
                        <a:pt x="550" y="54"/>
                      </a:lnTo>
                      <a:lnTo>
                        <a:pt x="550" y="54"/>
                      </a:lnTo>
                      <a:close/>
                      <a:moveTo>
                        <a:pt x="432" y="54"/>
                      </a:moveTo>
                      <a:lnTo>
                        <a:pt x="432" y="54"/>
                      </a:lnTo>
                      <a:lnTo>
                        <a:pt x="438" y="54"/>
                      </a:lnTo>
                      <a:lnTo>
                        <a:pt x="442" y="54"/>
                      </a:lnTo>
                      <a:lnTo>
                        <a:pt x="442" y="48"/>
                      </a:lnTo>
                      <a:lnTo>
                        <a:pt x="442" y="48"/>
                      </a:lnTo>
                      <a:lnTo>
                        <a:pt x="442" y="54"/>
                      </a:lnTo>
                      <a:lnTo>
                        <a:pt x="448" y="54"/>
                      </a:lnTo>
                      <a:lnTo>
                        <a:pt x="448" y="60"/>
                      </a:lnTo>
                      <a:lnTo>
                        <a:pt x="442" y="60"/>
                      </a:lnTo>
                      <a:lnTo>
                        <a:pt x="442" y="60"/>
                      </a:lnTo>
                      <a:lnTo>
                        <a:pt x="442" y="54"/>
                      </a:lnTo>
                      <a:lnTo>
                        <a:pt x="438" y="54"/>
                      </a:lnTo>
                      <a:lnTo>
                        <a:pt x="438" y="60"/>
                      </a:lnTo>
                      <a:lnTo>
                        <a:pt x="432" y="54"/>
                      </a:lnTo>
                      <a:lnTo>
                        <a:pt x="432" y="54"/>
                      </a:lnTo>
                      <a:lnTo>
                        <a:pt x="432" y="54"/>
                      </a:lnTo>
                      <a:lnTo>
                        <a:pt x="432" y="54"/>
                      </a:lnTo>
                      <a:lnTo>
                        <a:pt x="432" y="54"/>
                      </a:lnTo>
                      <a:close/>
                      <a:moveTo>
                        <a:pt x="422" y="54"/>
                      </a:moveTo>
                      <a:lnTo>
                        <a:pt x="422" y="48"/>
                      </a:lnTo>
                      <a:lnTo>
                        <a:pt x="426" y="54"/>
                      </a:lnTo>
                      <a:lnTo>
                        <a:pt x="422" y="54"/>
                      </a:lnTo>
                      <a:lnTo>
                        <a:pt x="422" y="54"/>
                      </a:lnTo>
                      <a:lnTo>
                        <a:pt x="422" y="54"/>
                      </a:lnTo>
                      <a:lnTo>
                        <a:pt x="422" y="54"/>
                      </a:lnTo>
                      <a:lnTo>
                        <a:pt x="422" y="54"/>
                      </a:lnTo>
                      <a:close/>
                      <a:moveTo>
                        <a:pt x="1054" y="54"/>
                      </a:moveTo>
                      <a:lnTo>
                        <a:pt x="1054" y="54"/>
                      </a:lnTo>
                      <a:lnTo>
                        <a:pt x="1054" y="54"/>
                      </a:lnTo>
                      <a:lnTo>
                        <a:pt x="1050" y="54"/>
                      </a:lnTo>
                      <a:lnTo>
                        <a:pt x="1054" y="54"/>
                      </a:lnTo>
                      <a:lnTo>
                        <a:pt x="1054" y="54"/>
                      </a:lnTo>
                      <a:lnTo>
                        <a:pt x="1054" y="54"/>
                      </a:lnTo>
                      <a:lnTo>
                        <a:pt x="1054" y="54"/>
                      </a:lnTo>
                      <a:close/>
                      <a:moveTo>
                        <a:pt x="546" y="60"/>
                      </a:moveTo>
                      <a:lnTo>
                        <a:pt x="550" y="60"/>
                      </a:lnTo>
                      <a:lnTo>
                        <a:pt x="550" y="54"/>
                      </a:lnTo>
                      <a:lnTo>
                        <a:pt x="550" y="54"/>
                      </a:lnTo>
                      <a:lnTo>
                        <a:pt x="550" y="60"/>
                      </a:lnTo>
                      <a:lnTo>
                        <a:pt x="556" y="60"/>
                      </a:lnTo>
                      <a:lnTo>
                        <a:pt x="550" y="60"/>
                      </a:lnTo>
                      <a:lnTo>
                        <a:pt x="550" y="60"/>
                      </a:lnTo>
                      <a:lnTo>
                        <a:pt x="546" y="60"/>
                      </a:lnTo>
                      <a:lnTo>
                        <a:pt x="546" y="60"/>
                      </a:lnTo>
                      <a:lnTo>
                        <a:pt x="546" y="60"/>
                      </a:lnTo>
                      <a:lnTo>
                        <a:pt x="546" y="60"/>
                      </a:lnTo>
                      <a:close/>
                      <a:moveTo>
                        <a:pt x="1018" y="66"/>
                      </a:moveTo>
                      <a:lnTo>
                        <a:pt x="1018" y="66"/>
                      </a:lnTo>
                      <a:lnTo>
                        <a:pt x="1012" y="60"/>
                      </a:lnTo>
                      <a:lnTo>
                        <a:pt x="1018" y="60"/>
                      </a:lnTo>
                      <a:lnTo>
                        <a:pt x="1018" y="60"/>
                      </a:lnTo>
                      <a:lnTo>
                        <a:pt x="1022" y="66"/>
                      </a:lnTo>
                      <a:lnTo>
                        <a:pt x="1018" y="66"/>
                      </a:lnTo>
                      <a:lnTo>
                        <a:pt x="1018" y="66"/>
                      </a:lnTo>
                      <a:lnTo>
                        <a:pt x="1018" y="66"/>
                      </a:lnTo>
                      <a:lnTo>
                        <a:pt x="1018" y="66"/>
                      </a:lnTo>
                      <a:close/>
                      <a:moveTo>
                        <a:pt x="1078" y="146"/>
                      </a:moveTo>
                      <a:lnTo>
                        <a:pt x="1078" y="146"/>
                      </a:lnTo>
                      <a:lnTo>
                        <a:pt x="1078" y="152"/>
                      </a:lnTo>
                      <a:lnTo>
                        <a:pt x="1072" y="152"/>
                      </a:lnTo>
                      <a:lnTo>
                        <a:pt x="1072" y="146"/>
                      </a:lnTo>
                      <a:lnTo>
                        <a:pt x="1078" y="146"/>
                      </a:lnTo>
                      <a:lnTo>
                        <a:pt x="1078" y="146"/>
                      </a:lnTo>
                      <a:lnTo>
                        <a:pt x="1078" y="146"/>
                      </a:lnTo>
                      <a:lnTo>
                        <a:pt x="1078" y="146"/>
                      </a:lnTo>
                      <a:close/>
                      <a:moveTo>
                        <a:pt x="568" y="162"/>
                      </a:moveTo>
                      <a:lnTo>
                        <a:pt x="572" y="162"/>
                      </a:lnTo>
                      <a:lnTo>
                        <a:pt x="572" y="162"/>
                      </a:lnTo>
                      <a:lnTo>
                        <a:pt x="578" y="162"/>
                      </a:lnTo>
                      <a:lnTo>
                        <a:pt x="572" y="162"/>
                      </a:lnTo>
                      <a:lnTo>
                        <a:pt x="572" y="168"/>
                      </a:lnTo>
                      <a:lnTo>
                        <a:pt x="572" y="168"/>
                      </a:lnTo>
                      <a:lnTo>
                        <a:pt x="568" y="168"/>
                      </a:lnTo>
                      <a:lnTo>
                        <a:pt x="568" y="162"/>
                      </a:lnTo>
                      <a:lnTo>
                        <a:pt x="568" y="162"/>
                      </a:lnTo>
                      <a:lnTo>
                        <a:pt x="568" y="162"/>
                      </a:lnTo>
                      <a:lnTo>
                        <a:pt x="568" y="162"/>
                      </a:lnTo>
                      <a:close/>
                      <a:moveTo>
                        <a:pt x="550" y="168"/>
                      </a:moveTo>
                      <a:lnTo>
                        <a:pt x="562" y="168"/>
                      </a:lnTo>
                      <a:lnTo>
                        <a:pt x="562" y="168"/>
                      </a:lnTo>
                      <a:lnTo>
                        <a:pt x="562" y="168"/>
                      </a:lnTo>
                      <a:lnTo>
                        <a:pt x="550" y="168"/>
                      </a:lnTo>
                      <a:lnTo>
                        <a:pt x="550" y="168"/>
                      </a:lnTo>
                      <a:lnTo>
                        <a:pt x="550" y="168"/>
                      </a:lnTo>
                      <a:lnTo>
                        <a:pt x="550" y="168"/>
                      </a:lnTo>
                      <a:close/>
                      <a:moveTo>
                        <a:pt x="1710" y="180"/>
                      </a:moveTo>
                      <a:lnTo>
                        <a:pt x="1710" y="180"/>
                      </a:lnTo>
                      <a:lnTo>
                        <a:pt x="1710" y="174"/>
                      </a:lnTo>
                      <a:lnTo>
                        <a:pt x="1710" y="180"/>
                      </a:lnTo>
                      <a:lnTo>
                        <a:pt x="1710" y="180"/>
                      </a:lnTo>
                      <a:lnTo>
                        <a:pt x="1710" y="180"/>
                      </a:lnTo>
                      <a:lnTo>
                        <a:pt x="1710" y="180"/>
                      </a:lnTo>
                      <a:lnTo>
                        <a:pt x="1710" y="180"/>
                      </a:lnTo>
                      <a:close/>
                      <a:moveTo>
                        <a:pt x="946" y="200"/>
                      </a:moveTo>
                      <a:lnTo>
                        <a:pt x="946" y="200"/>
                      </a:lnTo>
                      <a:lnTo>
                        <a:pt x="946" y="200"/>
                      </a:lnTo>
                      <a:lnTo>
                        <a:pt x="946" y="200"/>
                      </a:lnTo>
                      <a:lnTo>
                        <a:pt x="946" y="200"/>
                      </a:lnTo>
                      <a:lnTo>
                        <a:pt x="946" y="200"/>
                      </a:lnTo>
                      <a:lnTo>
                        <a:pt x="946" y="200"/>
                      </a:lnTo>
                      <a:close/>
                      <a:moveTo>
                        <a:pt x="936" y="210"/>
                      </a:moveTo>
                      <a:lnTo>
                        <a:pt x="930" y="210"/>
                      </a:lnTo>
                      <a:lnTo>
                        <a:pt x="930" y="206"/>
                      </a:lnTo>
                      <a:lnTo>
                        <a:pt x="936" y="206"/>
                      </a:lnTo>
                      <a:lnTo>
                        <a:pt x="940" y="206"/>
                      </a:lnTo>
                      <a:lnTo>
                        <a:pt x="936" y="206"/>
                      </a:lnTo>
                      <a:lnTo>
                        <a:pt x="936" y="210"/>
                      </a:lnTo>
                      <a:lnTo>
                        <a:pt x="936" y="210"/>
                      </a:lnTo>
                      <a:lnTo>
                        <a:pt x="936" y="210"/>
                      </a:lnTo>
                      <a:lnTo>
                        <a:pt x="936" y="210"/>
                      </a:lnTo>
                      <a:close/>
                      <a:moveTo>
                        <a:pt x="926" y="210"/>
                      </a:moveTo>
                      <a:lnTo>
                        <a:pt x="930" y="210"/>
                      </a:lnTo>
                      <a:lnTo>
                        <a:pt x="930" y="210"/>
                      </a:lnTo>
                      <a:lnTo>
                        <a:pt x="930" y="210"/>
                      </a:lnTo>
                      <a:lnTo>
                        <a:pt x="926" y="210"/>
                      </a:lnTo>
                      <a:lnTo>
                        <a:pt x="926" y="210"/>
                      </a:lnTo>
                      <a:lnTo>
                        <a:pt x="926" y="210"/>
                      </a:lnTo>
                      <a:lnTo>
                        <a:pt x="926" y="210"/>
                      </a:lnTo>
                      <a:close/>
                      <a:moveTo>
                        <a:pt x="952" y="234"/>
                      </a:moveTo>
                      <a:lnTo>
                        <a:pt x="952" y="228"/>
                      </a:lnTo>
                      <a:lnTo>
                        <a:pt x="958" y="228"/>
                      </a:lnTo>
                      <a:lnTo>
                        <a:pt x="958" y="228"/>
                      </a:lnTo>
                      <a:lnTo>
                        <a:pt x="958" y="228"/>
                      </a:lnTo>
                      <a:lnTo>
                        <a:pt x="952" y="228"/>
                      </a:lnTo>
                      <a:lnTo>
                        <a:pt x="952" y="234"/>
                      </a:lnTo>
                      <a:lnTo>
                        <a:pt x="952" y="234"/>
                      </a:lnTo>
                      <a:lnTo>
                        <a:pt x="952" y="234"/>
                      </a:lnTo>
                      <a:lnTo>
                        <a:pt x="952" y="234"/>
                      </a:lnTo>
                      <a:close/>
                      <a:moveTo>
                        <a:pt x="952" y="228"/>
                      </a:moveTo>
                      <a:lnTo>
                        <a:pt x="946" y="234"/>
                      </a:lnTo>
                      <a:lnTo>
                        <a:pt x="946" y="234"/>
                      </a:lnTo>
                      <a:lnTo>
                        <a:pt x="946" y="228"/>
                      </a:lnTo>
                      <a:lnTo>
                        <a:pt x="946" y="228"/>
                      </a:lnTo>
                      <a:lnTo>
                        <a:pt x="952" y="228"/>
                      </a:lnTo>
                      <a:lnTo>
                        <a:pt x="952" y="228"/>
                      </a:lnTo>
                      <a:lnTo>
                        <a:pt x="952" y="228"/>
                      </a:lnTo>
                      <a:lnTo>
                        <a:pt x="952" y="228"/>
                      </a:lnTo>
                      <a:close/>
                      <a:moveTo>
                        <a:pt x="790" y="238"/>
                      </a:moveTo>
                      <a:lnTo>
                        <a:pt x="790" y="234"/>
                      </a:lnTo>
                      <a:lnTo>
                        <a:pt x="794" y="234"/>
                      </a:lnTo>
                      <a:lnTo>
                        <a:pt x="800" y="234"/>
                      </a:lnTo>
                      <a:lnTo>
                        <a:pt x="794" y="238"/>
                      </a:lnTo>
                      <a:lnTo>
                        <a:pt x="790" y="238"/>
                      </a:lnTo>
                      <a:lnTo>
                        <a:pt x="790" y="238"/>
                      </a:lnTo>
                      <a:lnTo>
                        <a:pt x="790" y="238"/>
                      </a:lnTo>
                      <a:lnTo>
                        <a:pt x="790" y="238"/>
                      </a:lnTo>
                      <a:lnTo>
                        <a:pt x="790" y="238"/>
                      </a:lnTo>
                      <a:close/>
                      <a:moveTo>
                        <a:pt x="800" y="234"/>
                      </a:moveTo>
                      <a:lnTo>
                        <a:pt x="800" y="234"/>
                      </a:lnTo>
                      <a:lnTo>
                        <a:pt x="800" y="238"/>
                      </a:lnTo>
                      <a:lnTo>
                        <a:pt x="806" y="238"/>
                      </a:lnTo>
                      <a:lnTo>
                        <a:pt x="800" y="238"/>
                      </a:lnTo>
                      <a:lnTo>
                        <a:pt x="800" y="234"/>
                      </a:lnTo>
                      <a:lnTo>
                        <a:pt x="800" y="234"/>
                      </a:lnTo>
                      <a:lnTo>
                        <a:pt x="800" y="234"/>
                      </a:lnTo>
                      <a:lnTo>
                        <a:pt x="800" y="234"/>
                      </a:lnTo>
                      <a:lnTo>
                        <a:pt x="800" y="234"/>
                      </a:lnTo>
                      <a:close/>
                      <a:moveTo>
                        <a:pt x="1510" y="238"/>
                      </a:moveTo>
                      <a:lnTo>
                        <a:pt x="1516" y="238"/>
                      </a:lnTo>
                      <a:lnTo>
                        <a:pt x="1510" y="238"/>
                      </a:lnTo>
                      <a:lnTo>
                        <a:pt x="1510" y="238"/>
                      </a:lnTo>
                      <a:lnTo>
                        <a:pt x="1510" y="238"/>
                      </a:lnTo>
                      <a:lnTo>
                        <a:pt x="1510" y="238"/>
                      </a:lnTo>
                      <a:close/>
                      <a:moveTo>
                        <a:pt x="730" y="238"/>
                      </a:moveTo>
                      <a:lnTo>
                        <a:pt x="730" y="238"/>
                      </a:lnTo>
                      <a:lnTo>
                        <a:pt x="730" y="238"/>
                      </a:lnTo>
                      <a:lnTo>
                        <a:pt x="730" y="238"/>
                      </a:lnTo>
                      <a:lnTo>
                        <a:pt x="730" y="238"/>
                      </a:lnTo>
                      <a:lnTo>
                        <a:pt x="730" y="238"/>
                      </a:lnTo>
                      <a:lnTo>
                        <a:pt x="730" y="238"/>
                      </a:lnTo>
                      <a:lnTo>
                        <a:pt x="730" y="238"/>
                      </a:lnTo>
                      <a:close/>
                      <a:moveTo>
                        <a:pt x="800" y="242"/>
                      </a:moveTo>
                      <a:lnTo>
                        <a:pt x="800" y="242"/>
                      </a:lnTo>
                      <a:lnTo>
                        <a:pt x="806" y="242"/>
                      </a:lnTo>
                      <a:lnTo>
                        <a:pt x="800" y="242"/>
                      </a:lnTo>
                      <a:lnTo>
                        <a:pt x="800" y="242"/>
                      </a:lnTo>
                      <a:lnTo>
                        <a:pt x="800" y="242"/>
                      </a:lnTo>
                      <a:lnTo>
                        <a:pt x="800" y="242"/>
                      </a:lnTo>
                      <a:lnTo>
                        <a:pt x="800" y="242"/>
                      </a:lnTo>
                      <a:close/>
                      <a:moveTo>
                        <a:pt x="766" y="248"/>
                      </a:moveTo>
                      <a:lnTo>
                        <a:pt x="766" y="242"/>
                      </a:lnTo>
                      <a:lnTo>
                        <a:pt x="772" y="242"/>
                      </a:lnTo>
                      <a:lnTo>
                        <a:pt x="778" y="242"/>
                      </a:lnTo>
                      <a:lnTo>
                        <a:pt x="778" y="242"/>
                      </a:lnTo>
                      <a:lnTo>
                        <a:pt x="778" y="248"/>
                      </a:lnTo>
                      <a:lnTo>
                        <a:pt x="778" y="242"/>
                      </a:lnTo>
                      <a:lnTo>
                        <a:pt x="778" y="248"/>
                      </a:lnTo>
                      <a:lnTo>
                        <a:pt x="778" y="248"/>
                      </a:lnTo>
                      <a:lnTo>
                        <a:pt x="778" y="248"/>
                      </a:lnTo>
                      <a:lnTo>
                        <a:pt x="778" y="248"/>
                      </a:lnTo>
                      <a:lnTo>
                        <a:pt x="778" y="248"/>
                      </a:lnTo>
                      <a:lnTo>
                        <a:pt x="772" y="248"/>
                      </a:lnTo>
                      <a:lnTo>
                        <a:pt x="772" y="248"/>
                      </a:lnTo>
                      <a:lnTo>
                        <a:pt x="766" y="248"/>
                      </a:lnTo>
                      <a:lnTo>
                        <a:pt x="766" y="248"/>
                      </a:lnTo>
                      <a:lnTo>
                        <a:pt x="766" y="248"/>
                      </a:lnTo>
                      <a:lnTo>
                        <a:pt x="766" y="248"/>
                      </a:lnTo>
                      <a:close/>
                      <a:moveTo>
                        <a:pt x="1446" y="248"/>
                      </a:moveTo>
                      <a:lnTo>
                        <a:pt x="1446" y="248"/>
                      </a:lnTo>
                      <a:lnTo>
                        <a:pt x="1450" y="248"/>
                      </a:lnTo>
                      <a:lnTo>
                        <a:pt x="1450" y="248"/>
                      </a:lnTo>
                      <a:lnTo>
                        <a:pt x="1446" y="248"/>
                      </a:lnTo>
                      <a:lnTo>
                        <a:pt x="1446" y="248"/>
                      </a:lnTo>
                      <a:lnTo>
                        <a:pt x="1446" y="248"/>
                      </a:lnTo>
                      <a:lnTo>
                        <a:pt x="1446" y="248"/>
                      </a:lnTo>
                      <a:close/>
                      <a:moveTo>
                        <a:pt x="1542" y="248"/>
                      </a:moveTo>
                      <a:lnTo>
                        <a:pt x="1542" y="248"/>
                      </a:lnTo>
                      <a:lnTo>
                        <a:pt x="1548" y="248"/>
                      </a:lnTo>
                      <a:lnTo>
                        <a:pt x="1548" y="248"/>
                      </a:lnTo>
                      <a:lnTo>
                        <a:pt x="1542" y="248"/>
                      </a:lnTo>
                      <a:lnTo>
                        <a:pt x="1542" y="248"/>
                      </a:lnTo>
                      <a:lnTo>
                        <a:pt x="1542" y="248"/>
                      </a:lnTo>
                      <a:lnTo>
                        <a:pt x="1542" y="248"/>
                      </a:lnTo>
                      <a:close/>
                      <a:moveTo>
                        <a:pt x="1450" y="248"/>
                      </a:moveTo>
                      <a:lnTo>
                        <a:pt x="1456" y="248"/>
                      </a:lnTo>
                      <a:lnTo>
                        <a:pt x="1456" y="248"/>
                      </a:lnTo>
                      <a:lnTo>
                        <a:pt x="1462" y="248"/>
                      </a:lnTo>
                      <a:lnTo>
                        <a:pt x="1466" y="248"/>
                      </a:lnTo>
                      <a:lnTo>
                        <a:pt x="1466" y="254"/>
                      </a:lnTo>
                      <a:lnTo>
                        <a:pt x="1466" y="254"/>
                      </a:lnTo>
                      <a:lnTo>
                        <a:pt x="1462" y="248"/>
                      </a:lnTo>
                      <a:lnTo>
                        <a:pt x="1456" y="248"/>
                      </a:lnTo>
                      <a:lnTo>
                        <a:pt x="1450" y="248"/>
                      </a:lnTo>
                      <a:lnTo>
                        <a:pt x="1450" y="248"/>
                      </a:lnTo>
                      <a:lnTo>
                        <a:pt x="1450" y="248"/>
                      </a:lnTo>
                      <a:lnTo>
                        <a:pt x="1450" y="248"/>
                      </a:lnTo>
                      <a:lnTo>
                        <a:pt x="1450" y="248"/>
                      </a:lnTo>
                      <a:close/>
                      <a:moveTo>
                        <a:pt x="1548" y="254"/>
                      </a:moveTo>
                      <a:lnTo>
                        <a:pt x="1542" y="254"/>
                      </a:lnTo>
                      <a:lnTo>
                        <a:pt x="1542" y="248"/>
                      </a:lnTo>
                      <a:lnTo>
                        <a:pt x="1536" y="248"/>
                      </a:lnTo>
                      <a:lnTo>
                        <a:pt x="1542" y="248"/>
                      </a:lnTo>
                      <a:lnTo>
                        <a:pt x="1542" y="248"/>
                      </a:lnTo>
                      <a:lnTo>
                        <a:pt x="1548" y="248"/>
                      </a:lnTo>
                      <a:lnTo>
                        <a:pt x="1554" y="248"/>
                      </a:lnTo>
                      <a:lnTo>
                        <a:pt x="1548" y="254"/>
                      </a:lnTo>
                      <a:lnTo>
                        <a:pt x="1548" y="254"/>
                      </a:lnTo>
                      <a:lnTo>
                        <a:pt x="1548" y="254"/>
                      </a:lnTo>
                      <a:lnTo>
                        <a:pt x="1548" y="254"/>
                      </a:lnTo>
                      <a:close/>
                      <a:moveTo>
                        <a:pt x="1530" y="260"/>
                      </a:moveTo>
                      <a:lnTo>
                        <a:pt x="1536" y="260"/>
                      </a:lnTo>
                      <a:lnTo>
                        <a:pt x="1536" y="254"/>
                      </a:lnTo>
                      <a:lnTo>
                        <a:pt x="1542" y="254"/>
                      </a:lnTo>
                      <a:lnTo>
                        <a:pt x="1542" y="254"/>
                      </a:lnTo>
                      <a:lnTo>
                        <a:pt x="1542" y="260"/>
                      </a:lnTo>
                      <a:lnTo>
                        <a:pt x="1542" y="260"/>
                      </a:lnTo>
                      <a:lnTo>
                        <a:pt x="1536" y="260"/>
                      </a:lnTo>
                      <a:lnTo>
                        <a:pt x="1530" y="260"/>
                      </a:lnTo>
                      <a:lnTo>
                        <a:pt x="1530" y="260"/>
                      </a:lnTo>
                      <a:lnTo>
                        <a:pt x="1530" y="260"/>
                      </a:lnTo>
                      <a:lnTo>
                        <a:pt x="1530" y="260"/>
                      </a:lnTo>
                      <a:close/>
                      <a:moveTo>
                        <a:pt x="1516" y="270"/>
                      </a:moveTo>
                      <a:lnTo>
                        <a:pt x="1516" y="266"/>
                      </a:lnTo>
                      <a:lnTo>
                        <a:pt x="1510" y="266"/>
                      </a:lnTo>
                      <a:lnTo>
                        <a:pt x="1516" y="266"/>
                      </a:lnTo>
                      <a:lnTo>
                        <a:pt x="1516" y="270"/>
                      </a:lnTo>
                      <a:lnTo>
                        <a:pt x="1516" y="270"/>
                      </a:lnTo>
                      <a:lnTo>
                        <a:pt x="1516" y="270"/>
                      </a:lnTo>
                      <a:lnTo>
                        <a:pt x="1516" y="270"/>
                      </a:lnTo>
                      <a:close/>
                      <a:moveTo>
                        <a:pt x="1516" y="276"/>
                      </a:moveTo>
                      <a:lnTo>
                        <a:pt x="1520" y="276"/>
                      </a:lnTo>
                      <a:lnTo>
                        <a:pt x="1520" y="276"/>
                      </a:lnTo>
                      <a:lnTo>
                        <a:pt x="1516" y="276"/>
                      </a:lnTo>
                      <a:lnTo>
                        <a:pt x="1516" y="276"/>
                      </a:lnTo>
                      <a:lnTo>
                        <a:pt x="1516" y="276"/>
                      </a:lnTo>
                      <a:lnTo>
                        <a:pt x="1516" y="276"/>
                      </a:lnTo>
                      <a:lnTo>
                        <a:pt x="1516" y="276"/>
                      </a:lnTo>
                      <a:close/>
                      <a:moveTo>
                        <a:pt x="886" y="302"/>
                      </a:moveTo>
                      <a:lnTo>
                        <a:pt x="880" y="302"/>
                      </a:lnTo>
                      <a:lnTo>
                        <a:pt x="880" y="296"/>
                      </a:lnTo>
                      <a:lnTo>
                        <a:pt x="886" y="296"/>
                      </a:lnTo>
                      <a:lnTo>
                        <a:pt x="886" y="302"/>
                      </a:lnTo>
                      <a:lnTo>
                        <a:pt x="886" y="302"/>
                      </a:lnTo>
                      <a:lnTo>
                        <a:pt x="886" y="302"/>
                      </a:lnTo>
                      <a:lnTo>
                        <a:pt x="886" y="302"/>
                      </a:lnTo>
                      <a:close/>
                      <a:moveTo>
                        <a:pt x="898" y="302"/>
                      </a:moveTo>
                      <a:lnTo>
                        <a:pt x="898" y="302"/>
                      </a:lnTo>
                      <a:lnTo>
                        <a:pt x="898" y="296"/>
                      </a:lnTo>
                      <a:lnTo>
                        <a:pt x="898" y="296"/>
                      </a:lnTo>
                      <a:lnTo>
                        <a:pt x="898" y="302"/>
                      </a:lnTo>
                      <a:lnTo>
                        <a:pt x="898" y="302"/>
                      </a:lnTo>
                      <a:lnTo>
                        <a:pt x="898" y="302"/>
                      </a:lnTo>
                      <a:lnTo>
                        <a:pt x="898" y="302"/>
                      </a:lnTo>
                      <a:close/>
                      <a:moveTo>
                        <a:pt x="898" y="314"/>
                      </a:moveTo>
                      <a:lnTo>
                        <a:pt x="898" y="308"/>
                      </a:lnTo>
                      <a:lnTo>
                        <a:pt x="898" y="308"/>
                      </a:lnTo>
                      <a:lnTo>
                        <a:pt x="898" y="308"/>
                      </a:lnTo>
                      <a:lnTo>
                        <a:pt x="898" y="302"/>
                      </a:lnTo>
                      <a:lnTo>
                        <a:pt x="904" y="308"/>
                      </a:lnTo>
                      <a:lnTo>
                        <a:pt x="898" y="308"/>
                      </a:lnTo>
                      <a:lnTo>
                        <a:pt x="898" y="308"/>
                      </a:lnTo>
                      <a:lnTo>
                        <a:pt x="898" y="314"/>
                      </a:lnTo>
                      <a:lnTo>
                        <a:pt x="898" y="314"/>
                      </a:lnTo>
                      <a:lnTo>
                        <a:pt x="898" y="314"/>
                      </a:lnTo>
                      <a:lnTo>
                        <a:pt x="898" y="314"/>
                      </a:lnTo>
                      <a:lnTo>
                        <a:pt x="898" y="314"/>
                      </a:lnTo>
                      <a:close/>
                      <a:moveTo>
                        <a:pt x="530" y="314"/>
                      </a:moveTo>
                      <a:lnTo>
                        <a:pt x="524" y="308"/>
                      </a:lnTo>
                      <a:lnTo>
                        <a:pt x="530" y="308"/>
                      </a:lnTo>
                      <a:lnTo>
                        <a:pt x="530" y="314"/>
                      </a:lnTo>
                      <a:lnTo>
                        <a:pt x="530" y="314"/>
                      </a:lnTo>
                      <a:lnTo>
                        <a:pt x="530" y="314"/>
                      </a:lnTo>
                      <a:lnTo>
                        <a:pt x="530" y="314"/>
                      </a:lnTo>
                      <a:close/>
                      <a:moveTo>
                        <a:pt x="904" y="308"/>
                      </a:moveTo>
                      <a:lnTo>
                        <a:pt x="898" y="308"/>
                      </a:lnTo>
                      <a:lnTo>
                        <a:pt x="904" y="308"/>
                      </a:lnTo>
                      <a:lnTo>
                        <a:pt x="904" y="314"/>
                      </a:lnTo>
                      <a:lnTo>
                        <a:pt x="904" y="308"/>
                      </a:lnTo>
                      <a:lnTo>
                        <a:pt x="904" y="308"/>
                      </a:lnTo>
                      <a:lnTo>
                        <a:pt x="904" y="308"/>
                      </a:lnTo>
                      <a:lnTo>
                        <a:pt x="904" y="308"/>
                      </a:lnTo>
                      <a:close/>
                      <a:moveTo>
                        <a:pt x="904" y="314"/>
                      </a:moveTo>
                      <a:lnTo>
                        <a:pt x="898" y="314"/>
                      </a:lnTo>
                      <a:lnTo>
                        <a:pt x="904" y="314"/>
                      </a:lnTo>
                      <a:lnTo>
                        <a:pt x="904" y="308"/>
                      </a:lnTo>
                      <a:lnTo>
                        <a:pt x="904" y="314"/>
                      </a:lnTo>
                      <a:lnTo>
                        <a:pt x="904" y="314"/>
                      </a:lnTo>
                      <a:lnTo>
                        <a:pt x="904" y="314"/>
                      </a:lnTo>
                      <a:lnTo>
                        <a:pt x="904" y="314"/>
                      </a:lnTo>
                      <a:close/>
                      <a:moveTo>
                        <a:pt x="892" y="320"/>
                      </a:moveTo>
                      <a:lnTo>
                        <a:pt x="892" y="320"/>
                      </a:lnTo>
                      <a:lnTo>
                        <a:pt x="898" y="320"/>
                      </a:lnTo>
                      <a:lnTo>
                        <a:pt x="898" y="320"/>
                      </a:lnTo>
                      <a:lnTo>
                        <a:pt x="892" y="320"/>
                      </a:lnTo>
                      <a:lnTo>
                        <a:pt x="892" y="320"/>
                      </a:lnTo>
                      <a:lnTo>
                        <a:pt x="892" y="320"/>
                      </a:lnTo>
                      <a:lnTo>
                        <a:pt x="892" y="320"/>
                      </a:lnTo>
                      <a:close/>
                      <a:moveTo>
                        <a:pt x="670" y="342"/>
                      </a:moveTo>
                      <a:lnTo>
                        <a:pt x="670" y="342"/>
                      </a:lnTo>
                      <a:lnTo>
                        <a:pt x="670" y="342"/>
                      </a:lnTo>
                      <a:lnTo>
                        <a:pt x="670" y="342"/>
                      </a:lnTo>
                      <a:lnTo>
                        <a:pt x="670" y="342"/>
                      </a:lnTo>
                      <a:lnTo>
                        <a:pt x="670" y="342"/>
                      </a:lnTo>
                      <a:close/>
                      <a:moveTo>
                        <a:pt x="710" y="410"/>
                      </a:moveTo>
                      <a:lnTo>
                        <a:pt x="710" y="410"/>
                      </a:lnTo>
                      <a:lnTo>
                        <a:pt x="710" y="406"/>
                      </a:lnTo>
                      <a:lnTo>
                        <a:pt x="704" y="406"/>
                      </a:lnTo>
                      <a:lnTo>
                        <a:pt x="698" y="406"/>
                      </a:lnTo>
                      <a:lnTo>
                        <a:pt x="698" y="406"/>
                      </a:lnTo>
                      <a:lnTo>
                        <a:pt x="704" y="406"/>
                      </a:lnTo>
                      <a:lnTo>
                        <a:pt x="710" y="406"/>
                      </a:lnTo>
                      <a:lnTo>
                        <a:pt x="710" y="406"/>
                      </a:lnTo>
                      <a:lnTo>
                        <a:pt x="710" y="406"/>
                      </a:lnTo>
                      <a:lnTo>
                        <a:pt x="712" y="406"/>
                      </a:lnTo>
                      <a:lnTo>
                        <a:pt x="712" y="410"/>
                      </a:lnTo>
                      <a:lnTo>
                        <a:pt x="710" y="416"/>
                      </a:lnTo>
                      <a:lnTo>
                        <a:pt x="710" y="410"/>
                      </a:lnTo>
                      <a:lnTo>
                        <a:pt x="710" y="410"/>
                      </a:lnTo>
                      <a:lnTo>
                        <a:pt x="710" y="410"/>
                      </a:lnTo>
                      <a:lnTo>
                        <a:pt x="710" y="410"/>
                      </a:lnTo>
                      <a:close/>
                      <a:moveTo>
                        <a:pt x="290" y="456"/>
                      </a:moveTo>
                      <a:lnTo>
                        <a:pt x="296" y="460"/>
                      </a:lnTo>
                      <a:lnTo>
                        <a:pt x="290" y="460"/>
                      </a:lnTo>
                      <a:lnTo>
                        <a:pt x="284" y="460"/>
                      </a:lnTo>
                      <a:lnTo>
                        <a:pt x="284" y="456"/>
                      </a:lnTo>
                      <a:lnTo>
                        <a:pt x="290" y="456"/>
                      </a:lnTo>
                      <a:lnTo>
                        <a:pt x="284" y="456"/>
                      </a:lnTo>
                      <a:lnTo>
                        <a:pt x="290" y="456"/>
                      </a:lnTo>
                      <a:lnTo>
                        <a:pt x="290" y="456"/>
                      </a:lnTo>
                      <a:lnTo>
                        <a:pt x="290" y="456"/>
                      </a:lnTo>
                      <a:lnTo>
                        <a:pt x="290" y="456"/>
                      </a:lnTo>
                      <a:close/>
                      <a:moveTo>
                        <a:pt x="1850" y="584"/>
                      </a:moveTo>
                      <a:lnTo>
                        <a:pt x="1850" y="584"/>
                      </a:lnTo>
                      <a:lnTo>
                        <a:pt x="1850" y="584"/>
                      </a:lnTo>
                      <a:lnTo>
                        <a:pt x="1850" y="590"/>
                      </a:lnTo>
                      <a:lnTo>
                        <a:pt x="1850" y="584"/>
                      </a:lnTo>
                      <a:lnTo>
                        <a:pt x="1850" y="584"/>
                      </a:lnTo>
                      <a:lnTo>
                        <a:pt x="1850" y="584"/>
                      </a:lnTo>
                      <a:lnTo>
                        <a:pt x="1850" y="584"/>
                      </a:lnTo>
                      <a:close/>
                      <a:moveTo>
                        <a:pt x="1656" y="682"/>
                      </a:moveTo>
                      <a:lnTo>
                        <a:pt x="1656" y="676"/>
                      </a:lnTo>
                      <a:lnTo>
                        <a:pt x="1662" y="676"/>
                      </a:lnTo>
                      <a:lnTo>
                        <a:pt x="1662" y="676"/>
                      </a:lnTo>
                      <a:lnTo>
                        <a:pt x="1662" y="682"/>
                      </a:lnTo>
                      <a:lnTo>
                        <a:pt x="1662" y="676"/>
                      </a:lnTo>
                      <a:lnTo>
                        <a:pt x="1656" y="676"/>
                      </a:lnTo>
                      <a:lnTo>
                        <a:pt x="1656" y="682"/>
                      </a:lnTo>
                      <a:lnTo>
                        <a:pt x="1656" y="682"/>
                      </a:lnTo>
                      <a:lnTo>
                        <a:pt x="1656" y="682"/>
                      </a:lnTo>
                      <a:lnTo>
                        <a:pt x="1656" y="682"/>
                      </a:lnTo>
                      <a:close/>
                      <a:moveTo>
                        <a:pt x="1668" y="692"/>
                      </a:moveTo>
                      <a:lnTo>
                        <a:pt x="1668" y="688"/>
                      </a:lnTo>
                      <a:lnTo>
                        <a:pt x="1668" y="692"/>
                      </a:lnTo>
                      <a:lnTo>
                        <a:pt x="1668" y="692"/>
                      </a:lnTo>
                      <a:lnTo>
                        <a:pt x="1668" y="692"/>
                      </a:lnTo>
                      <a:lnTo>
                        <a:pt x="1668" y="692"/>
                      </a:lnTo>
                      <a:close/>
                      <a:moveTo>
                        <a:pt x="1672" y="692"/>
                      </a:moveTo>
                      <a:lnTo>
                        <a:pt x="1672" y="688"/>
                      </a:lnTo>
                      <a:lnTo>
                        <a:pt x="1672" y="692"/>
                      </a:lnTo>
                      <a:lnTo>
                        <a:pt x="1672" y="692"/>
                      </a:lnTo>
                      <a:lnTo>
                        <a:pt x="1672" y="692"/>
                      </a:lnTo>
                      <a:lnTo>
                        <a:pt x="1672" y="692"/>
                      </a:lnTo>
                      <a:close/>
                      <a:moveTo>
                        <a:pt x="1590" y="926"/>
                      </a:moveTo>
                      <a:lnTo>
                        <a:pt x="1586" y="926"/>
                      </a:lnTo>
                      <a:lnTo>
                        <a:pt x="1586" y="920"/>
                      </a:lnTo>
                      <a:lnTo>
                        <a:pt x="1590" y="926"/>
                      </a:lnTo>
                      <a:lnTo>
                        <a:pt x="1590" y="926"/>
                      </a:lnTo>
                      <a:lnTo>
                        <a:pt x="1590" y="926"/>
                      </a:lnTo>
                      <a:lnTo>
                        <a:pt x="1590" y="926"/>
                      </a:lnTo>
                      <a:close/>
                      <a:moveTo>
                        <a:pt x="540" y="6"/>
                      </a:moveTo>
                      <a:lnTo>
                        <a:pt x="540" y="0"/>
                      </a:lnTo>
                      <a:lnTo>
                        <a:pt x="546" y="0"/>
                      </a:lnTo>
                      <a:lnTo>
                        <a:pt x="550" y="0"/>
                      </a:lnTo>
                      <a:lnTo>
                        <a:pt x="550" y="0"/>
                      </a:lnTo>
                      <a:lnTo>
                        <a:pt x="556" y="0"/>
                      </a:lnTo>
                      <a:lnTo>
                        <a:pt x="562" y="0"/>
                      </a:lnTo>
                      <a:lnTo>
                        <a:pt x="562" y="0"/>
                      </a:lnTo>
                      <a:lnTo>
                        <a:pt x="562" y="0"/>
                      </a:lnTo>
                      <a:lnTo>
                        <a:pt x="556" y="0"/>
                      </a:lnTo>
                      <a:lnTo>
                        <a:pt x="550" y="0"/>
                      </a:lnTo>
                      <a:lnTo>
                        <a:pt x="550" y="0"/>
                      </a:lnTo>
                      <a:lnTo>
                        <a:pt x="546" y="6"/>
                      </a:lnTo>
                      <a:lnTo>
                        <a:pt x="540" y="6"/>
                      </a:lnTo>
                      <a:lnTo>
                        <a:pt x="540" y="6"/>
                      </a:lnTo>
                      <a:lnTo>
                        <a:pt x="540" y="6"/>
                      </a:lnTo>
                      <a:lnTo>
                        <a:pt x="540" y="6"/>
                      </a:lnTo>
                      <a:close/>
                      <a:moveTo>
                        <a:pt x="540" y="12"/>
                      </a:moveTo>
                      <a:lnTo>
                        <a:pt x="536" y="12"/>
                      </a:lnTo>
                      <a:lnTo>
                        <a:pt x="536" y="12"/>
                      </a:lnTo>
                      <a:lnTo>
                        <a:pt x="530" y="12"/>
                      </a:lnTo>
                      <a:lnTo>
                        <a:pt x="524" y="12"/>
                      </a:lnTo>
                      <a:lnTo>
                        <a:pt x="524" y="12"/>
                      </a:lnTo>
                      <a:lnTo>
                        <a:pt x="524" y="12"/>
                      </a:lnTo>
                      <a:lnTo>
                        <a:pt x="530" y="12"/>
                      </a:lnTo>
                      <a:lnTo>
                        <a:pt x="536" y="12"/>
                      </a:lnTo>
                      <a:lnTo>
                        <a:pt x="536" y="12"/>
                      </a:lnTo>
                      <a:lnTo>
                        <a:pt x="540" y="12"/>
                      </a:lnTo>
                      <a:lnTo>
                        <a:pt x="546" y="12"/>
                      </a:lnTo>
                      <a:lnTo>
                        <a:pt x="550" y="12"/>
                      </a:lnTo>
                      <a:lnTo>
                        <a:pt x="550" y="12"/>
                      </a:lnTo>
                      <a:lnTo>
                        <a:pt x="546" y="12"/>
                      </a:lnTo>
                      <a:lnTo>
                        <a:pt x="540" y="12"/>
                      </a:lnTo>
                      <a:lnTo>
                        <a:pt x="540" y="12"/>
                      </a:lnTo>
                      <a:lnTo>
                        <a:pt x="540" y="12"/>
                      </a:lnTo>
                      <a:lnTo>
                        <a:pt x="540" y="12"/>
                      </a:lnTo>
                      <a:close/>
                      <a:moveTo>
                        <a:pt x="508" y="16"/>
                      </a:moveTo>
                      <a:lnTo>
                        <a:pt x="502" y="16"/>
                      </a:lnTo>
                      <a:lnTo>
                        <a:pt x="508" y="16"/>
                      </a:lnTo>
                      <a:lnTo>
                        <a:pt x="512" y="16"/>
                      </a:lnTo>
                      <a:lnTo>
                        <a:pt x="512" y="16"/>
                      </a:lnTo>
                      <a:lnTo>
                        <a:pt x="518" y="16"/>
                      </a:lnTo>
                      <a:lnTo>
                        <a:pt x="524" y="16"/>
                      </a:lnTo>
                      <a:lnTo>
                        <a:pt x="518" y="16"/>
                      </a:lnTo>
                      <a:lnTo>
                        <a:pt x="518" y="12"/>
                      </a:lnTo>
                      <a:lnTo>
                        <a:pt x="524" y="12"/>
                      </a:lnTo>
                      <a:lnTo>
                        <a:pt x="524" y="12"/>
                      </a:lnTo>
                      <a:lnTo>
                        <a:pt x="530" y="12"/>
                      </a:lnTo>
                      <a:lnTo>
                        <a:pt x="536" y="16"/>
                      </a:lnTo>
                      <a:lnTo>
                        <a:pt x="536" y="16"/>
                      </a:lnTo>
                      <a:lnTo>
                        <a:pt x="540" y="16"/>
                      </a:lnTo>
                      <a:lnTo>
                        <a:pt x="536" y="16"/>
                      </a:lnTo>
                      <a:lnTo>
                        <a:pt x="536" y="16"/>
                      </a:lnTo>
                      <a:lnTo>
                        <a:pt x="530" y="16"/>
                      </a:lnTo>
                      <a:lnTo>
                        <a:pt x="524" y="16"/>
                      </a:lnTo>
                      <a:lnTo>
                        <a:pt x="524" y="20"/>
                      </a:lnTo>
                      <a:lnTo>
                        <a:pt x="518" y="20"/>
                      </a:lnTo>
                      <a:lnTo>
                        <a:pt x="518" y="16"/>
                      </a:lnTo>
                      <a:lnTo>
                        <a:pt x="512" y="16"/>
                      </a:lnTo>
                      <a:lnTo>
                        <a:pt x="512" y="20"/>
                      </a:lnTo>
                      <a:lnTo>
                        <a:pt x="512" y="20"/>
                      </a:lnTo>
                      <a:lnTo>
                        <a:pt x="508" y="20"/>
                      </a:lnTo>
                      <a:lnTo>
                        <a:pt x="508" y="16"/>
                      </a:lnTo>
                      <a:lnTo>
                        <a:pt x="508" y="16"/>
                      </a:lnTo>
                      <a:lnTo>
                        <a:pt x="508" y="16"/>
                      </a:lnTo>
                      <a:lnTo>
                        <a:pt x="508" y="16"/>
                      </a:lnTo>
                      <a:close/>
                      <a:moveTo>
                        <a:pt x="1088" y="48"/>
                      </a:moveTo>
                      <a:lnTo>
                        <a:pt x="1088" y="48"/>
                      </a:lnTo>
                      <a:lnTo>
                        <a:pt x="1082" y="48"/>
                      </a:lnTo>
                      <a:lnTo>
                        <a:pt x="1078" y="48"/>
                      </a:lnTo>
                      <a:lnTo>
                        <a:pt x="1078" y="48"/>
                      </a:lnTo>
                      <a:lnTo>
                        <a:pt x="1072" y="48"/>
                      </a:lnTo>
                      <a:lnTo>
                        <a:pt x="1066" y="48"/>
                      </a:lnTo>
                      <a:lnTo>
                        <a:pt x="1066" y="48"/>
                      </a:lnTo>
                      <a:lnTo>
                        <a:pt x="1060" y="48"/>
                      </a:lnTo>
                      <a:lnTo>
                        <a:pt x="1054" y="48"/>
                      </a:lnTo>
                      <a:lnTo>
                        <a:pt x="1054" y="54"/>
                      </a:lnTo>
                      <a:lnTo>
                        <a:pt x="1054" y="54"/>
                      </a:lnTo>
                      <a:lnTo>
                        <a:pt x="1050" y="54"/>
                      </a:lnTo>
                      <a:lnTo>
                        <a:pt x="1044" y="54"/>
                      </a:lnTo>
                      <a:lnTo>
                        <a:pt x="1038" y="54"/>
                      </a:lnTo>
                      <a:lnTo>
                        <a:pt x="1038" y="54"/>
                      </a:lnTo>
                      <a:lnTo>
                        <a:pt x="1038" y="48"/>
                      </a:lnTo>
                      <a:lnTo>
                        <a:pt x="1034" y="48"/>
                      </a:lnTo>
                      <a:lnTo>
                        <a:pt x="1028" y="48"/>
                      </a:lnTo>
                      <a:lnTo>
                        <a:pt x="1028" y="48"/>
                      </a:lnTo>
                      <a:lnTo>
                        <a:pt x="1022" y="48"/>
                      </a:lnTo>
                      <a:lnTo>
                        <a:pt x="1028" y="48"/>
                      </a:lnTo>
                      <a:lnTo>
                        <a:pt x="1028" y="48"/>
                      </a:lnTo>
                      <a:lnTo>
                        <a:pt x="1034" y="48"/>
                      </a:lnTo>
                      <a:lnTo>
                        <a:pt x="1028" y="48"/>
                      </a:lnTo>
                      <a:lnTo>
                        <a:pt x="1028" y="48"/>
                      </a:lnTo>
                      <a:lnTo>
                        <a:pt x="1028" y="48"/>
                      </a:lnTo>
                      <a:lnTo>
                        <a:pt x="1034" y="48"/>
                      </a:lnTo>
                      <a:lnTo>
                        <a:pt x="1038" y="48"/>
                      </a:lnTo>
                      <a:lnTo>
                        <a:pt x="1038" y="48"/>
                      </a:lnTo>
                      <a:lnTo>
                        <a:pt x="1038" y="48"/>
                      </a:lnTo>
                      <a:lnTo>
                        <a:pt x="1034" y="48"/>
                      </a:lnTo>
                      <a:lnTo>
                        <a:pt x="1028" y="48"/>
                      </a:lnTo>
                      <a:lnTo>
                        <a:pt x="1028" y="48"/>
                      </a:lnTo>
                      <a:lnTo>
                        <a:pt x="1022" y="48"/>
                      </a:lnTo>
                      <a:lnTo>
                        <a:pt x="1018" y="48"/>
                      </a:lnTo>
                      <a:lnTo>
                        <a:pt x="1018" y="48"/>
                      </a:lnTo>
                      <a:lnTo>
                        <a:pt x="1018" y="42"/>
                      </a:lnTo>
                      <a:lnTo>
                        <a:pt x="1018" y="42"/>
                      </a:lnTo>
                      <a:lnTo>
                        <a:pt x="1022" y="42"/>
                      </a:lnTo>
                      <a:lnTo>
                        <a:pt x="1028" y="42"/>
                      </a:lnTo>
                      <a:lnTo>
                        <a:pt x="1028" y="42"/>
                      </a:lnTo>
                      <a:lnTo>
                        <a:pt x="1028" y="42"/>
                      </a:lnTo>
                      <a:lnTo>
                        <a:pt x="1022" y="42"/>
                      </a:lnTo>
                      <a:lnTo>
                        <a:pt x="1022" y="38"/>
                      </a:lnTo>
                      <a:lnTo>
                        <a:pt x="1028" y="38"/>
                      </a:lnTo>
                      <a:lnTo>
                        <a:pt x="1028" y="38"/>
                      </a:lnTo>
                      <a:lnTo>
                        <a:pt x="1034" y="38"/>
                      </a:lnTo>
                      <a:lnTo>
                        <a:pt x="1034" y="38"/>
                      </a:lnTo>
                      <a:lnTo>
                        <a:pt x="1038" y="38"/>
                      </a:lnTo>
                      <a:lnTo>
                        <a:pt x="1038" y="32"/>
                      </a:lnTo>
                      <a:lnTo>
                        <a:pt x="1038" y="32"/>
                      </a:lnTo>
                      <a:lnTo>
                        <a:pt x="1038" y="32"/>
                      </a:lnTo>
                      <a:lnTo>
                        <a:pt x="1034" y="32"/>
                      </a:lnTo>
                      <a:lnTo>
                        <a:pt x="1028" y="32"/>
                      </a:lnTo>
                      <a:lnTo>
                        <a:pt x="1034" y="32"/>
                      </a:lnTo>
                      <a:lnTo>
                        <a:pt x="1034" y="26"/>
                      </a:lnTo>
                      <a:lnTo>
                        <a:pt x="1038" y="26"/>
                      </a:lnTo>
                      <a:lnTo>
                        <a:pt x="1038" y="26"/>
                      </a:lnTo>
                      <a:lnTo>
                        <a:pt x="1038" y="26"/>
                      </a:lnTo>
                      <a:lnTo>
                        <a:pt x="1038" y="26"/>
                      </a:lnTo>
                      <a:lnTo>
                        <a:pt x="1044" y="26"/>
                      </a:lnTo>
                      <a:lnTo>
                        <a:pt x="1050" y="26"/>
                      </a:lnTo>
                      <a:lnTo>
                        <a:pt x="1054" y="26"/>
                      </a:lnTo>
                      <a:lnTo>
                        <a:pt x="1054" y="20"/>
                      </a:lnTo>
                      <a:lnTo>
                        <a:pt x="1054" y="20"/>
                      </a:lnTo>
                      <a:lnTo>
                        <a:pt x="1060" y="20"/>
                      </a:lnTo>
                      <a:lnTo>
                        <a:pt x="1066" y="20"/>
                      </a:lnTo>
                      <a:lnTo>
                        <a:pt x="1066" y="20"/>
                      </a:lnTo>
                      <a:lnTo>
                        <a:pt x="1066" y="16"/>
                      </a:lnTo>
                      <a:lnTo>
                        <a:pt x="1072" y="16"/>
                      </a:lnTo>
                      <a:lnTo>
                        <a:pt x="1078" y="16"/>
                      </a:lnTo>
                      <a:lnTo>
                        <a:pt x="1072" y="16"/>
                      </a:lnTo>
                      <a:lnTo>
                        <a:pt x="1066" y="16"/>
                      </a:lnTo>
                      <a:lnTo>
                        <a:pt x="1072" y="16"/>
                      </a:lnTo>
                      <a:lnTo>
                        <a:pt x="1078" y="16"/>
                      </a:lnTo>
                      <a:lnTo>
                        <a:pt x="1078" y="16"/>
                      </a:lnTo>
                      <a:lnTo>
                        <a:pt x="1082" y="20"/>
                      </a:lnTo>
                      <a:lnTo>
                        <a:pt x="1088" y="26"/>
                      </a:lnTo>
                      <a:lnTo>
                        <a:pt x="1088" y="26"/>
                      </a:lnTo>
                      <a:lnTo>
                        <a:pt x="1088" y="26"/>
                      </a:lnTo>
                      <a:lnTo>
                        <a:pt x="1092" y="26"/>
                      </a:lnTo>
                      <a:lnTo>
                        <a:pt x="1104" y="26"/>
                      </a:lnTo>
                      <a:lnTo>
                        <a:pt x="1104" y="32"/>
                      </a:lnTo>
                      <a:lnTo>
                        <a:pt x="1108" y="32"/>
                      </a:lnTo>
                      <a:lnTo>
                        <a:pt x="1104" y="38"/>
                      </a:lnTo>
                      <a:lnTo>
                        <a:pt x="1104" y="38"/>
                      </a:lnTo>
                      <a:lnTo>
                        <a:pt x="1098" y="38"/>
                      </a:lnTo>
                      <a:lnTo>
                        <a:pt x="1092" y="38"/>
                      </a:lnTo>
                      <a:lnTo>
                        <a:pt x="1092" y="38"/>
                      </a:lnTo>
                      <a:lnTo>
                        <a:pt x="1098" y="38"/>
                      </a:lnTo>
                      <a:lnTo>
                        <a:pt x="1098" y="42"/>
                      </a:lnTo>
                      <a:lnTo>
                        <a:pt x="1104" y="48"/>
                      </a:lnTo>
                      <a:lnTo>
                        <a:pt x="1098" y="48"/>
                      </a:lnTo>
                      <a:lnTo>
                        <a:pt x="1092" y="48"/>
                      </a:lnTo>
                      <a:lnTo>
                        <a:pt x="1088" y="48"/>
                      </a:lnTo>
                      <a:lnTo>
                        <a:pt x="1088" y="48"/>
                      </a:lnTo>
                      <a:lnTo>
                        <a:pt x="1088" y="48"/>
                      </a:lnTo>
                      <a:lnTo>
                        <a:pt x="1088" y="48"/>
                      </a:lnTo>
                      <a:close/>
                      <a:moveTo>
                        <a:pt x="604" y="26"/>
                      </a:moveTo>
                      <a:lnTo>
                        <a:pt x="610" y="26"/>
                      </a:lnTo>
                      <a:lnTo>
                        <a:pt x="610" y="26"/>
                      </a:lnTo>
                      <a:lnTo>
                        <a:pt x="616" y="26"/>
                      </a:lnTo>
                      <a:lnTo>
                        <a:pt x="622" y="26"/>
                      </a:lnTo>
                      <a:lnTo>
                        <a:pt x="622" y="26"/>
                      </a:lnTo>
                      <a:lnTo>
                        <a:pt x="626" y="26"/>
                      </a:lnTo>
                      <a:lnTo>
                        <a:pt x="632" y="26"/>
                      </a:lnTo>
                      <a:lnTo>
                        <a:pt x="626" y="26"/>
                      </a:lnTo>
                      <a:lnTo>
                        <a:pt x="626" y="20"/>
                      </a:lnTo>
                      <a:lnTo>
                        <a:pt x="632" y="20"/>
                      </a:lnTo>
                      <a:lnTo>
                        <a:pt x="632" y="20"/>
                      </a:lnTo>
                      <a:lnTo>
                        <a:pt x="638" y="20"/>
                      </a:lnTo>
                      <a:lnTo>
                        <a:pt x="644" y="20"/>
                      </a:lnTo>
                      <a:lnTo>
                        <a:pt x="644" y="20"/>
                      </a:lnTo>
                      <a:lnTo>
                        <a:pt x="644" y="26"/>
                      </a:lnTo>
                      <a:lnTo>
                        <a:pt x="644" y="26"/>
                      </a:lnTo>
                      <a:lnTo>
                        <a:pt x="644" y="32"/>
                      </a:lnTo>
                      <a:lnTo>
                        <a:pt x="638" y="32"/>
                      </a:lnTo>
                      <a:lnTo>
                        <a:pt x="632" y="32"/>
                      </a:lnTo>
                      <a:lnTo>
                        <a:pt x="632" y="32"/>
                      </a:lnTo>
                      <a:lnTo>
                        <a:pt x="626" y="32"/>
                      </a:lnTo>
                      <a:lnTo>
                        <a:pt x="622" y="32"/>
                      </a:lnTo>
                      <a:lnTo>
                        <a:pt x="622" y="32"/>
                      </a:lnTo>
                      <a:lnTo>
                        <a:pt x="622" y="38"/>
                      </a:lnTo>
                      <a:lnTo>
                        <a:pt x="616" y="38"/>
                      </a:lnTo>
                      <a:lnTo>
                        <a:pt x="610" y="38"/>
                      </a:lnTo>
                      <a:lnTo>
                        <a:pt x="610" y="32"/>
                      </a:lnTo>
                      <a:lnTo>
                        <a:pt x="610" y="32"/>
                      </a:lnTo>
                      <a:lnTo>
                        <a:pt x="604" y="32"/>
                      </a:lnTo>
                      <a:lnTo>
                        <a:pt x="604" y="26"/>
                      </a:lnTo>
                      <a:lnTo>
                        <a:pt x="604" y="26"/>
                      </a:lnTo>
                      <a:lnTo>
                        <a:pt x="604" y="26"/>
                      </a:lnTo>
                      <a:lnTo>
                        <a:pt x="604" y="26"/>
                      </a:lnTo>
                      <a:close/>
                      <a:moveTo>
                        <a:pt x="492" y="26"/>
                      </a:moveTo>
                      <a:lnTo>
                        <a:pt x="492" y="20"/>
                      </a:lnTo>
                      <a:lnTo>
                        <a:pt x="496" y="20"/>
                      </a:lnTo>
                      <a:lnTo>
                        <a:pt x="496" y="26"/>
                      </a:lnTo>
                      <a:lnTo>
                        <a:pt x="502" y="26"/>
                      </a:lnTo>
                      <a:lnTo>
                        <a:pt x="502" y="26"/>
                      </a:lnTo>
                      <a:lnTo>
                        <a:pt x="508" y="26"/>
                      </a:lnTo>
                      <a:lnTo>
                        <a:pt x="512" y="26"/>
                      </a:lnTo>
                      <a:lnTo>
                        <a:pt x="512" y="26"/>
                      </a:lnTo>
                      <a:lnTo>
                        <a:pt x="518" y="26"/>
                      </a:lnTo>
                      <a:lnTo>
                        <a:pt x="524" y="26"/>
                      </a:lnTo>
                      <a:lnTo>
                        <a:pt x="524" y="26"/>
                      </a:lnTo>
                      <a:lnTo>
                        <a:pt x="524" y="26"/>
                      </a:lnTo>
                      <a:lnTo>
                        <a:pt x="530" y="26"/>
                      </a:lnTo>
                      <a:lnTo>
                        <a:pt x="536" y="26"/>
                      </a:lnTo>
                      <a:lnTo>
                        <a:pt x="536" y="32"/>
                      </a:lnTo>
                      <a:lnTo>
                        <a:pt x="536" y="32"/>
                      </a:lnTo>
                      <a:lnTo>
                        <a:pt x="530" y="38"/>
                      </a:lnTo>
                      <a:lnTo>
                        <a:pt x="524" y="38"/>
                      </a:lnTo>
                      <a:lnTo>
                        <a:pt x="524" y="32"/>
                      </a:lnTo>
                      <a:lnTo>
                        <a:pt x="524" y="32"/>
                      </a:lnTo>
                      <a:lnTo>
                        <a:pt x="518" y="32"/>
                      </a:lnTo>
                      <a:lnTo>
                        <a:pt x="512" y="32"/>
                      </a:lnTo>
                      <a:lnTo>
                        <a:pt x="512" y="26"/>
                      </a:lnTo>
                      <a:lnTo>
                        <a:pt x="512" y="26"/>
                      </a:lnTo>
                      <a:lnTo>
                        <a:pt x="508" y="26"/>
                      </a:lnTo>
                      <a:lnTo>
                        <a:pt x="502" y="26"/>
                      </a:lnTo>
                      <a:lnTo>
                        <a:pt x="502" y="26"/>
                      </a:lnTo>
                      <a:lnTo>
                        <a:pt x="502" y="26"/>
                      </a:lnTo>
                      <a:lnTo>
                        <a:pt x="502" y="26"/>
                      </a:lnTo>
                      <a:lnTo>
                        <a:pt x="496" y="26"/>
                      </a:lnTo>
                      <a:lnTo>
                        <a:pt x="492" y="26"/>
                      </a:lnTo>
                      <a:lnTo>
                        <a:pt x="492" y="26"/>
                      </a:lnTo>
                      <a:lnTo>
                        <a:pt x="492" y="26"/>
                      </a:lnTo>
                      <a:lnTo>
                        <a:pt x="492" y="26"/>
                      </a:lnTo>
                      <a:close/>
                      <a:moveTo>
                        <a:pt x="384" y="48"/>
                      </a:moveTo>
                      <a:lnTo>
                        <a:pt x="384" y="42"/>
                      </a:lnTo>
                      <a:lnTo>
                        <a:pt x="390" y="42"/>
                      </a:lnTo>
                      <a:lnTo>
                        <a:pt x="394" y="48"/>
                      </a:lnTo>
                      <a:lnTo>
                        <a:pt x="394" y="48"/>
                      </a:lnTo>
                      <a:lnTo>
                        <a:pt x="398" y="48"/>
                      </a:lnTo>
                      <a:lnTo>
                        <a:pt x="404" y="42"/>
                      </a:lnTo>
                      <a:lnTo>
                        <a:pt x="398" y="42"/>
                      </a:lnTo>
                      <a:lnTo>
                        <a:pt x="394" y="42"/>
                      </a:lnTo>
                      <a:lnTo>
                        <a:pt x="398" y="42"/>
                      </a:lnTo>
                      <a:lnTo>
                        <a:pt x="404" y="42"/>
                      </a:lnTo>
                      <a:lnTo>
                        <a:pt x="404" y="38"/>
                      </a:lnTo>
                      <a:lnTo>
                        <a:pt x="398" y="38"/>
                      </a:lnTo>
                      <a:lnTo>
                        <a:pt x="394" y="38"/>
                      </a:lnTo>
                      <a:lnTo>
                        <a:pt x="394" y="42"/>
                      </a:lnTo>
                      <a:lnTo>
                        <a:pt x="394" y="38"/>
                      </a:lnTo>
                      <a:lnTo>
                        <a:pt x="394" y="38"/>
                      </a:lnTo>
                      <a:lnTo>
                        <a:pt x="398" y="38"/>
                      </a:lnTo>
                      <a:lnTo>
                        <a:pt x="404" y="38"/>
                      </a:lnTo>
                      <a:lnTo>
                        <a:pt x="410" y="38"/>
                      </a:lnTo>
                      <a:lnTo>
                        <a:pt x="410" y="38"/>
                      </a:lnTo>
                      <a:lnTo>
                        <a:pt x="416" y="38"/>
                      </a:lnTo>
                      <a:lnTo>
                        <a:pt x="422" y="38"/>
                      </a:lnTo>
                      <a:lnTo>
                        <a:pt x="422" y="38"/>
                      </a:lnTo>
                      <a:lnTo>
                        <a:pt x="422" y="38"/>
                      </a:lnTo>
                      <a:lnTo>
                        <a:pt x="422" y="38"/>
                      </a:lnTo>
                      <a:lnTo>
                        <a:pt x="422" y="38"/>
                      </a:lnTo>
                      <a:lnTo>
                        <a:pt x="426" y="32"/>
                      </a:lnTo>
                      <a:lnTo>
                        <a:pt x="422" y="32"/>
                      </a:lnTo>
                      <a:lnTo>
                        <a:pt x="422" y="38"/>
                      </a:lnTo>
                      <a:lnTo>
                        <a:pt x="422" y="38"/>
                      </a:lnTo>
                      <a:lnTo>
                        <a:pt x="422" y="32"/>
                      </a:lnTo>
                      <a:lnTo>
                        <a:pt x="416" y="32"/>
                      </a:lnTo>
                      <a:lnTo>
                        <a:pt x="422" y="32"/>
                      </a:lnTo>
                      <a:lnTo>
                        <a:pt x="422" y="32"/>
                      </a:lnTo>
                      <a:lnTo>
                        <a:pt x="422" y="26"/>
                      </a:lnTo>
                      <a:lnTo>
                        <a:pt x="426" y="26"/>
                      </a:lnTo>
                      <a:lnTo>
                        <a:pt x="432" y="26"/>
                      </a:lnTo>
                      <a:lnTo>
                        <a:pt x="432" y="26"/>
                      </a:lnTo>
                      <a:lnTo>
                        <a:pt x="432" y="26"/>
                      </a:lnTo>
                      <a:lnTo>
                        <a:pt x="438" y="26"/>
                      </a:lnTo>
                      <a:lnTo>
                        <a:pt x="442" y="26"/>
                      </a:lnTo>
                      <a:lnTo>
                        <a:pt x="442" y="26"/>
                      </a:lnTo>
                      <a:lnTo>
                        <a:pt x="438" y="32"/>
                      </a:lnTo>
                      <a:lnTo>
                        <a:pt x="432" y="32"/>
                      </a:lnTo>
                      <a:lnTo>
                        <a:pt x="438" y="32"/>
                      </a:lnTo>
                      <a:lnTo>
                        <a:pt x="442" y="32"/>
                      </a:lnTo>
                      <a:lnTo>
                        <a:pt x="442" y="32"/>
                      </a:lnTo>
                      <a:lnTo>
                        <a:pt x="448" y="32"/>
                      </a:lnTo>
                      <a:lnTo>
                        <a:pt x="454" y="32"/>
                      </a:lnTo>
                      <a:lnTo>
                        <a:pt x="454" y="38"/>
                      </a:lnTo>
                      <a:lnTo>
                        <a:pt x="448" y="38"/>
                      </a:lnTo>
                      <a:lnTo>
                        <a:pt x="442" y="38"/>
                      </a:lnTo>
                      <a:lnTo>
                        <a:pt x="442" y="38"/>
                      </a:lnTo>
                      <a:lnTo>
                        <a:pt x="442" y="38"/>
                      </a:lnTo>
                      <a:lnTo>
                        <a:pt x="438" y="38"/>
                      </a:lnTo>
                      <a:lnTo>
                        <a:pt x="432" y="38"/>
                      </a:lnTo>
                      <a:lnTo>
                        <a:pt x="432" y="38"/>
                      </a:lnTo>
                      <a:lnTo>
                        <a:pt x="426" y="38"/>
                      </a:lnTo>
                      <a:lnTo>
                        <a:pt x="426" y="42"/>
                      </a:lnTo>
                      <a:lnTo>
                        <a:pt x="422" y="42"/>
                      </a:lnTo>
                      <a:lnTo>
                        <a:pt x="422" y="42"/>
                      </a:lnTo>
                      <a:lnTo>
                        <a:pt x="416" y="42"/>
                      </a:lnTo>
                      <a:lnTo>
                        <a:pt x="410" y="42"/>
                      </a:lnTo>
                      <a:lnTo>
                        <a:pt x="410" y="48"/>
                      </a:lnTo>
                      <a:lnTo>
                        <a:pt x="416" y="48"/>
                      </a:lnTo>
                      <a:lnTo>
                        <a:pt x="416" y="48"/>
                      </a:lnTo>
                      <a:lnTo>
                        <a:pt x="410" y="48"/>
                      </a:lnTo>
                      <a:lnTo>
                        <a:pt x="410" y="48"/>
                      </a:lnTo>
                      <a:lnTo>
                        <a:pt x="410" y="48"/>
                      </a:lnTo>
                      <a:lnTo>
                        <a:pt x="410" y="48"/>
                      </a:lnTo>
                      <a:lnTo>
                        <a:pt x="404" y="48"/>
                      </a:lnTo>
                      <a:lnTo>
                        <a:pt x="398" y="48"/>
                      </a:lnTo>
                      <a:lnTo>
                        <a:pt x="394" y="48"/>
                      </a:lnTo>
                      <a:lnTo>
                        <a:pt x="394" y="54"/>
                      </a:lnTo>
                      <a:lnTo>
                        <a:pt x="394" y="48"/>
                      </a:lnTo>
                      <a:lnTo>
                        <a:pt x="398" y="48"/>
                      </a:lnTo>
                      <a:lnTo>
                        <a:pt x="398" y="48"/>
                      </a:lnTo>
                      <a:lnTo>
                        <a:pt x="394" y="48"/>
                      </a:lnTo>
                      <a:lnTo>
                        <a:pt x="394" y="48"/>
                      </a:lnTo>
                      <a:lnTo>
                        <a:pt x="390" y="48"/>
                      </a:lnTo>
                      <a:lnTo>
                        <a:pt x="384" y="48"/>
                      </a:lnTo>
                      <a:lnTo>
                        <a:pt x="384" y="48"/>
                      </a:lnTo>
                      <a:lnTo>
                        <a:pt x="384" y="48"/>
                      </a:lnTo>
                      <a:lnTo>
                        <a:pt x="384" y="48"/>
                      </a:lnTo>
                      <a:lnTo>
                        <a:pt x="384" y="48"/>
                      </a:lnTo>
                      <a:lnTo>
                        <a:pt x="384" y="48"/>
                      </a:lnTo>
                      <a:close/>
                      <a:moveTo>
                        <a:pt x="562" y="38"/>
                      </a:moveTo>
                      <a:lnTo>
                        <a:pt x="562" y="38"/>
                      </a:lnTo>
                      <a:lnTo>
                        <a:pt x="562" y="32"/>
                      </a:lnTo>
                      <a:lnTo>
                        <a:pt x="562" y="32"/>
                      </a:lnTo>
                      <a:lnTo>
                        <a:pt x="568" y="32"/>
                      </a:lnTo>
                      <a:lnTo>
                        <a:pt x="568" y="26"/>
                      </a:lnTo>
                      <a:lnTo>
                        <a:pt x="572" y="26"/>
                      </a:lnTo>
                      <a:lnTo>
                        <a:pt x="572" y="26"/>
                      </a:lnTo>
                      <a:lnTo>
                        <a:pt x="572" y="32"/>
                      </a:lnTo>
                      <a:lnTo>
                        <a:pt x="572" y="32"/>
                      </a:lnTo>
                      <a:lnTo>
                        <a:pt x="572" y="32"/>
                      </a:lnTo>
                      <a:lnTo>
                        <a:pt x="578" y="32"/>
                      </a:lnTo>
                      <a:lnTo>
                        <a:pt x="584" y="32"/>
                      </a:lnTo>
                      <a:lnTo>
                        <a:pt x="584" y="26"/>
                      </a:lnTo>
                      <a:lnTo>
                        <a:pt x="590" y="26"/>
                      </a:lnTo>
                      <a:lnTo>
                        <a:pt x="596" y="26"/>
                      </a:lnTo>
                      <a:lnTo>
                        <a:pt x="600" y="26"/>
                      </a:lnTo>
                      <a:lnTo>
                        <a:pt x="600" y="26"/>
                      </a:lnTo>
                      <a:lnTo>
                        <a:pt x="600" y="32"/>
                      </a:lnTo>
                      <a:lnTo>
                        <a:pt x="600" y="38"/>
                      </a:lnTo>
                      <a:lnTo>
                        <a:pt x="600" y="38"/>
                      </a:lnTo>
                      <a:lnTo>
                        <a:pt x="600" y="38"/>
                      </a:lnTo>
                      <a:lnTo>
                        <a:pt x="600" y="38"/>
                      </a:lnTo>
                      <a:lnTo>
                        <a:pt x="596" y="38"/>
                      </a:lnTo>
                      <a:lnTo>
                        <a:pt x="596" y="38"/>
                      </a:lnTo>
                      <a:lnTo>
                        <a:pt x="590" y="38"/>
                      </a:lnTo>
                      <a:lnTo>
                        <a:pt x="584" y="42"/>
                      </a:lnTo>
                      <a:lnTo>
                        <a:pt x="584" y="42"/>
                      </a:lnTo>
                      <a:lnTo>
                        <a:pt x="578" y="42"/>
                      </a:lnTo>
                      <a:lnTo>
                        <a:pt x="578" y="38"/>
                      </a:lnTo>
                      <a:lnTo>
                        <a:pt x="572" y="38"/>
                      </a:lnTo>
                      <a:lnTo>
                        <a:pt x="572" y="38"/>
                      </a:lnTo>
                      <a:lnTo>
                        <a:pt x="568" y="42"/>
                      </a:lnTo>
                      <a:lnTo>
                        <a:pt x="562" y="42"/>
                      </a:lnTo>
                      <a:lnTo>
                        <a:pt x="562" y="38"/>
                      </a:lnTo>
                      <a:lnTo>
                        <a:pt x="562" y="38"/>
                      </a:lnTo>
                      <a:lnTo>
                        <a:pt x="562" y="38"/>
                      </a:lnTo>
                      <a:lnTo>
                        <a:pt x="562" y="38"/>
                      </a:lnTo>
                      <a:lnTo>
                        <a:pt x="562" y="38"/>
                      </a:lnTo>
                      <a:close/>
                      <a:moveTo>
                        <a:pt x="372" y="42"/>
                      </a:moveTo>
                      <a:lnTo>
                        <a:pt x="372" y="38"/>
                      </a:lnTo>
                      <a:lnTo>
                        <a:pt x="372" y="38"/>
                      </a:lnTo>
                      <a:lnTo>
                        <a:pt x="368" y="38"/>
                      </a:lnTo>
                      <a:lnTo>
                        <a:pt x="362" y="38"/>
                      </a:lnTo>
                      <a:lnTo>
                        <a:pt x="362" y="38"/>
                      </a:lnTo>
                      <a:lnTo>
                        <a:pt x="362" y="38"/>
                      </a:lnTo>
                      <a:lnTo>
                        <a:pt x="356" y="38"/>
                      </a:lnTo>
                      <a:lnTo>
                        <a:pt x="362" y="38"/>
                      </a:lnTo>
                      <a:lnTo>
                        <a:pt x="362" y="38"/>
                      </a:lnTo>
                      <a:lnTo>
                        <a:pt x="368" y="38"/>
                      </a:lnTo>
                      <a:lnTo>
                        <a:pt x="372" y="38"/>
                      </a:lnTo>
                      <a:lnTo>
                        <a:pt x="372" y="38"/>
                      </a:lnTo>
                      <a:lnTo>
                        <a:pt x="378" y="38"/>
                      </a:lnTo>
                      <a:lnTo>
                        <a:pt x="384" y="32"/>
                      </a:lnTo>
                      <a:lnTo>
                        <a:pt x="378" y="32"/>
                      </a:lnTo>
                      <a:lnTo>
                        <a:pt x="384" y="32"/>
                      </a:lnTo>
                      <a:lnTo>
                        <a:pt x="384" y="32"/>
                      </a:lnTo>
                      <a:lnTo>
                        <a:pt x="390" y="32"/>
                      </a:lnTo>
                      <a:lnTo>
                        <a:pt x="390" y="26"/>
                      </a:lnTo>
                      <a:lnTo>
                        <a:pt x="394" y="26"/>
                      </a:lnTo>
                      <a:lnTo>
                        <a:pt x="394" y="26"/>
                      </a:lnTo>
                      <a:lnTo>
                        <a:pt x="394" y="32"/>
                      </a:lnTo>
                      <a:lnTo>
                        <a:pt x="398" y="32"/>
                      </a:lnTo>
                      <a:lnTo>
                        <a:pt x="404" y="32"/>
                      </a:lnTo>
                      <a:lnTo>
                        <a:pt x="410" y="32"/>
                      </a:lnTo>
                      <a:lnTo>
                        <a:pt x="410" y="32"/>
                      </a:lnTo>
                      <a:lnTo>
                        <a:pt x="410" y="32"/>
                      </a:lnTo>
                      <a:lnTo>
                        <a:pt x="410" y="38"/>
                      </a:lnTo>
                      <a:lnTo>
                        <a:pt x="410" y="38"/>
                      </a:lnTo>
                      <a:lnTo>
                        <a:pt x="404" y="38"/>
                      </a:lnTo>
                      <a:lnTo>
                        <a:pt x="398" y="38"/>
                      </a:lnTo>
                      <a:lnTo>
                        <a:pt x="398" y="32"/>
                      </a:lnTo>
                      <a:lnTo>
                        <a:pt x="394" y="32"/>
                      </a:lnTo>
                      <a:lnTo>
                        <a:pt x="394" y="32"/>
                      </a:lnTo>
                      <a:lnTo>
                        <a:pt x="394" y="38"/>
                      </a:lnTo>
                      <a:lnTo>
                        <a:pt x="390" y="38"/>
                      </a:lnTo>
                      <a:lnTo>
                        <a:pt x="384" y="38"/>
                      </a:lnTo>
                      <a:lnTo>
                        <a:pt x="384" y="38"/>
                      </a:lnTo>
                      <a:lnTo>
                        <a:pt x="378" y="38"/>
                      </a:lnTo>
                      <a:lnTo>
                        <a:pt x="384" y="38"/>
                      </a:lnTo>
                      <a:lnTo>
                        <a:pt x="378" y="38"/>
                      </a:lnTo>
                      <a:lnTo>
                        <a:pt x="372" y="42"/>
                      </a:lnTo>
                      <a:lnTo>
                        <a:pt x="372" y="42"/>
                      </a:lnTo>
                      <a:lnTo>
                        <a:pt x="372" y="42"/>
                      </a:lnTo>
                      <a:lnTo>
                        <a:pt x="372" y="42"/>
                      </a:lnTo>
                      <a:close/>
                      <a:moveTo>
                        <a:pt x="536" y="48"/>
                      </a:moveTo>
                      <a:lnTo>
                        <a:pt x="536" y="48"/>
                      </a:lnTo>
                      <a:lnTo>
                        <a:pt x="530" y="48"/>
                      </a:lnTo>
                      <a:lnTo>
                        <a:pt x="530" y="42"/>
                      </a:lnTo>
                      <a:lnTo>
                        <a:pt x="530" y="38"/>
                      </a:lnTo>
                      <a:lnTo>
                        <a:pt x="524" y="38"/>
                      </a:lnTo>
                      <a:lnTo>
                        <a:pt x="530" y="38"/>
                      </a:lnTo>
                      <a:lnTo>
                        <a:pt x="536" y="38"/>
                      </a:lnTo>
                      <a:lnTo>
                        <a:pt x="536" y="38"/>
                      </a:lnTo>
                      <a:lnTo>
                        <a:pt x="540" y="38"/>
                      </a:lnTo>
                      <a:lnTo>
                        <a:pt x="550" y="38"/>
                      </a:lnTo>
                      <a:lnTo>
                        <a:pt x="550" y="42"/>
                      </a:lnTo>
                      <a:lnTo>
                        <a:pt x="556" y="42"/>
                      </a:lnTo>
                      <a:lnTo>
                        <a:pt x="562" y="42"/>
                      </a:lnTo>
                      <a:lnTo>
                        <a:pt x="562" y="48"/>
                      </a:lnTo>
                      <a:lnTo>
                        <a:pt x="550" y="42"/>
                      </a:lnTo>
                      <a:lnTo>
                        <a:pt x="550" y="42"/>
                      </a:lnTo>
                      <a:lnTo>
                        <a:pt x="550" y="48"/>
                      </a:lnTo>
                      <a:lnTo>
                        <a:pt x="546" y="48"/>
                      </a:lnTo>
                      <a:lnTo>
                        <a:pt x="540" y="48"/>
                      </a:lnTo>
                      <a:lnTo>
                        <a:pt x="546" y="48"/>
                      </a:lnTo>
                      <a:lnTo>
                        <a:pt x="550" y="48"/>
                      </a:lnTo>
                      <a:lnTo>
                        <a:pt x="550" y="48"/>
                      </a:lnTo>
                      <a:lnTo>
                        <a:pt x="546" y="48"/>
                      </a:lnTo>
                      <a:lnTo>
                        <a:pt x="540" y="48"/>
                      </a:lnTo>
                      <a:lnTo>
                        <a:pt x="540" y="48"/>
                      </a:lnTo>
                      <a:lnTo>
                        <a:pt x="540" y="48"/>
                      </a:lnTo>
                      <a:lnTo>
                        <a:pt x="536" y="48"/>
                      </a:lnTo>
                      <a:lnTo>
                        <a:pt x="536" y="48"/>
                      </a:lnTo>
                      <a:lnTo>
                        <a:pt x="536" y="48"/>
                      </a:lnTo>
                      <a:lnTo>
                        <a:pt x="536" y="48"/>
                      </a:lnTo>
                      <a:close/>
                      <a:moveTo>
                        <a:pt x="512" y="48"/>
                      </a:moveTo>
                      <a:lnTo>
                        <a:pt x="512" y="48"/>
                      </a:lnTo>
                      <a:lnTo>
                        <a:pt x="512" y="48"/>
                      </a:lnTo>
                      <a:lnTo>
                        <a:pt x="512" y="42"/>
                      </a:lnTo>
                      <a:lnTo>
                        <a:pt x="512" y="42"/>
                      </a:lnTo>
                      <a:lnTo>
                        <a:pt x="518" y="42"/>
                      </a:lnTo>
                      <a:lnTo>
                        <a:pt x="524" y="42"/>
                      </a:lnTo>
                      <a:lnTo>
                        <a:pt x="524" y="42"/>
                      </a:lnTo>
                      <a:lnTo>
                        <a:pt x="530" y="42"/>
                      </a:lnTo>
                      <a:lnTo>
                        <a:pt x="530" y="48"/>
                      </a:lnTo>
                      <a:lnTo>
                        <a:pt x="530" y="48"/>
                      </a:lnTo>
                      <a:lnTo>
                        <a:pt x="524" y="48"/>
                      </a:lnTo>
                      <a:lnTo>
                        <a:pt x="524" y="54"/>
                      </a:lnTo>
                      <a:lnTo>
                        <a:pt x="524" y="54"/>
                      </a:lnTo>
                      <a:lnTo>
                        <a:pt x="524" y="48"/>
                      </a:lnTo>
                      <a:lnTo>
                        <a:pt x="518" y="48"/>
                      </a:lnTo>
                      <a:lnTo>
                        <a:pt x="512" y="48"/>
                      </a:lnTo>
                      <a:lnTo>
                        <a:pt x="512" y="48"/>
                      </a:lnTo>
                      <a:lnTo>
                        <a:pt x="508" y="48"/>
                      </a:lnTo>
                      <a:lnTo>
                        <a:pt x="512" y="48"/>
                      </a:lnTo>
                      <a:lnTo>
                        <a:pt x="512" y="48"/>
                      </a:lnTo>
                      <a:lnTo>
                        <a:pt x="512" y="48"/>
                      </a:lnTo>
                      <a:lnTo>
                        <a:pt x="512" y="48"/>
                      </a:lnTo>
                      <a:close/>
                      <a:moveTo>
                        <a:pt x="1038" y="70"/>
                      </a:moveTo>
                      <a:lnTo>
                        <a:pt x="1038" y="70"/>
                      </a:lnTo>
                      <a:lnTo>
                        <a:pt x="1038" y="70"/>
                      </a:lnTo>
                      <a:lnTo>
                        <a:pt x="1038" y="70"/>
                      </a:lnTo>
                      <a:lnTo>
                        <a:pt x="1034" y="66"/>
                      </a:lnTo>
                      <a:lnTo>
                        <a:pt x="1038" y="66"/>
                      </a:lnTo>
                      <a:lnTo>
                        <a:pt x="1038" y="70"/>
                      </a:lnTo>
                      <a:lnTo>
                        <a:pt x="1038" y="70"/>
                      </a:lnTo>
                      <a:lnTo>
                        <a:pt x="1044" y="66"/>
                      </a:lnTo>
                      <a:lnTo>
                        <a:pt x="1050" y="66"/>
                      </a:lnTo>
                      <a:lnTo>
                        <a:pt x="1050" y="60"/>
                      </a:lnTo>
                      <a:lnTo>
                        <a:pt x="1054" y="60"/>
                      </a:lnTo>
                      <a:lnTo>
                        <a:pt x="1054" y="60"/>
                      </a:lnTo>
                      <a:lnTo>
                        <a:pt x="1060" y="60"/>
                      </a:lnTo>
                      <a:lnTo>
                        <a:pt x="1060" y="60"/>
                      </a:lnTo>
                      <a:lnTo>
                        <a:pt x="1054" y="60"/>
                      </a:lnTo>
                      <a:lnTo>
                        <a:pt x="1054" y="54"/>
                      </a:lnTo>
                      <a:lnTo>
                        <a:pt x="1060" y="54"/>
                      </a:lnTo>
                      <a:lnTo>
                        <a:pt x="1066" y="54"/>
                      </a:lnTo>
                      <a:lnTo>
                        <a:pt x="1066" y="48"/>
                      </a:lnTo>
                      <a:lnTo>
                        <a:pt x="1066" y="48"/>
                      </a:lnTo>
                      <a:lnTo>
                        <a:pt x="1066" y="54"/>
                      </a:lnTo>
                      <a:lnTo>
                        <a:pt x="1072" y="54"/>
                      </a:lnTo>
                      <a:lnTo>
                        <a:pt x="1072" y="48"/>
                      </a:lnTo>
                      <a:lnTo>
                        <a:pt x="1078" y="48"/>
                      </a:lnTo>
                      <a:lnTo>
                        <a:pt x="1078" y="48"/>
                      </a:lnTo>
                      <a:lnTo>
                        <a:pt x="1082" y="48"/>
                      </a:lnTo>
                      <a:lnTo>
                        <a:pt x="1088" y="48"/>
                      </a:lnTo>
                      <a:lnTo>
                        <a:pt x="1088" y="48"/>
                      </a:lnTo>
                      <a:lnTo>
                        <a:pt x="1092" y="48"/>
                      </a:lnTo>
                      <a:lnTo>
                        <a:pt x="1098" y="48"/>
                      </a:lnTo>
                      <a:lnTo>
                        <a:pt x="1104" y="48"/>
                      </a:lnTo>
                      <a:lnTo>
                        <a:pt x="1104" y="48"/>
                      </a:lnTo>
                      <a:lnTo>
                        <a:pt x="1108" y="54"/>
                      </a:lnTo>
                      <a:lnTo>
                        <a:pt x="1104" y="60"/>
                      </a:lnTo>
                      <a:lnTo>
                        <a:pt x="1104" y="60"/>
                      </a:lnTo>
                      <a:lnTo>
                        <a:pt x="1098" y="60"/>
                      </a:lnTo>
                      <a:lnTo>
                        <a:pt x="1104" y="60"/>
                      </a:lnTo>
                      <a:lnTo>
                        <a:pt x="1104" y="60"/>
                      </a:lnTo>
                      <a:lnTo>
                        <a:pt x="1104" y="60"/>
                      </a:lnTo>
                      <a:lnTo>
                        <a:pt x="1108" y="60"/>
                      </a:lnTo>
                      <a:lnTo>
                        <a:pt x="1108" y="60"/>
                      </a:lnTo>
                      <a:lnTo>
                        <a:pt x="1114" y="60"/>
                      </a:lnTo>
                      <a:lnTo>
                        <a:pt x="1114" y="54"/>
                      </a:lnTo>
                      <a:lnTo>
                        <a:pt x="1120" y="54"/>
                      </a:lnTo>
                      <a:lnTo>
                        <a:pt x="1120" y="54"/>
                      </a:lnTo>
                      <a:lnTo>
                        <a:pt x="1126" y="54"/>
                      </a:lnTo>
                      <a:lnTo>
                        <a:pt x="1132" y="54"/>
                      </a:lnTo>
                      <a:lnTo>
                        <a:pt x="1132" y="60"/>
                      </a:lnTo>
                      <a:lnTo>
                        <a:pt x="1136" y="60"/>
                      </a:lnTo>
                      <a:lnTo>
                        <a:pt x="1136" y="60"/>
                      </a:lnTo>
                      <a:lnTo>
                        <a:pt x="1136" y="60"/>
                      </a:lnTo>
                      <a:lnTo>
                        <a:pt x="1136" y="60"/>
                      </a:lnTo>
                      <a:lnTo>
                        <a:pt x="1136" y="66"/>
                      </a:lnTo>
                      <a:lnTo>
                        <a:pt x="1132" y="66"/>
                      </a:lnTo>
                      <a:lnTo>
                        <a:pt x="1132" y="70"/>
                      </a:lnTo>
                      <a:lnTo>
                        <a:pt x="1132" y="70"/>
                      </a:lnTo>
                      <a:lnTo>
                        <a:pt x="1136" y="70"/>
                      </a:lnTo>
                      <a:lnTo>
                        <a:pt x="1132" y="70"/>
                      </a:lnTo>
                      <a:lnTo>
                        <a:pt x="1132" y="74"/>
                      </a:lnTo>
                      <a:lnTo>
                        <a:pt x="1126" y="74"/>
                      </a:lnTo>
                      <a:lnTo>
                        <a:pt x="1126" y="70"/>
                      </a:lnTo>
                      <a:lnTo>
                        <a:pt x="1120" y="70"/>
                      </a:lnTo>
                      <a:lnTo>
                        <a:pt x="1120" y="74"/>
                      </a:lnTo>
                      <a:lnTo>
                        <a:pt x="1126" y="74"/>
                      </a:lnTo>
                      <a:lnTo>
                        <a:pt x="1132" y="74"/>
                      </a:lnTo>
                      <a:lnTo>
                        <a:pt x="1132" y="80"/>
                      </a:lnTo>
                      <a:lnTo>
                        <a:pt x="1136" y="80"/>
                      </a:lnTo>
                      <a:lnTo>
                        <a:pt x="1136" y="86"/>
                      </a:lnTo>
                      <a:lnTo>
                        <a:pt x="1132" y="86"/>
                      </a:lnTo>
                      <a:lnTo>
                        <a:pt x="1126" y="86"/>
                      </a:lnTo>
                      <a:lnTo>
                        <a:pt x="1120" y="86"/>
                      </a:lnTo>
                      <a:lnTo>
                        <a:pt x="1120" y="86"/>
                      </a:lnTo>
                      <a:lnTo>
                        <a:pt x="1114" y="86"/>
                      </a:lnTo>
                      <a:lnTo>
                        <a:pt x="1114" y="92"/>
                      </a:lnTo>
                      <a:lnTo>
                        <a:pt x="1108" y="86"/>
                      </a:lnTo>
                      <a:lnTo>
                        <a:pt x="1108" y="86"/>
                      </a:lnTo>
                      <a:lnTo>
                        <a:pt x="1104" y="86"/>
                      </a:lnTo>
                      <a:lnTo>
                        <a:pt x="1104" y="86"/>
                      </a:lnTo>
                      <a:lnTo>
                        <a:pt x="1098" y="86"/>
                      </a:lnTo>
                      <a:lnTo>
                        <a:pt x="1092" y="86"/>
                      </a:lnTo>
                      <a:lnTo>
                        <a:pt x="1092" y="86"/>
                      </a:lnTo>
                      <a:lnTo>
                        <a:pt x="1088" y="86"/>
                      </a:lnTo>
                      <a:lnTo>
                        <a:pt x="1088" y="86"/>
                      </a:lnTo>
                      <a:lnTo>
                        <a:pt x="1082" y="86"/>
                      </a:lnTo>
                      <a:lnTo>
                        <a:pt x="1088" y="86"/>
                      </a:lnTo>
                      <a:lnTo>
                        <a:pt x="1082" y="86"/>
                      </a:lnTo>
                      <a:lnTo>
                        <a:pt x="1078" y="86"/>
                      </a:lnTo>
                      <a:lnTo>
                        <a:pt x="1078" y="86"/>
                      </a:lnTo>
                      <a:lnTo>
                        <a:pt x="1078" y="80"/>
                      </a:lnTo>
                      <a:lnTo>
                        <a:pt x="1072" y="80"/>
                      </a:lnTo>
                      <a:lnTo>
                        <a:pt x="1066" y="80"/>
                      </a:lnTo>
                      <a:lnTo>
                        <a:pt x="1066" y="80"/>
                      </a:lnTo>
                      <a:lnTo>
                        <a:pt x="1060" y="80"/>
                      </a:lnTo>
                      <a:lnTo>
                        <a:pt x="1060" y="74"/>
                      </a:lnTo>
                      <a:lnTo>
                        <a:pt x="1054" y="74"/>
                      </a:lnTo>
                      <a:lnTo>
                        <a:pt x="1054" y="70"/>
                      </a:lnTo>
                      <a:lnTo>
                        <a:pt x="1054" y="70"/>
                      </a:lnTo>
                      <a:lnTo>
                        <a:pt x="1054" y="70"/>
                      </a:lnTo>
                      <a:lnTo>
                        <a:pt x="1050" y="70"/>
                      </a:lnTo>
                      <a:lnTo>
                        <a:pt x="1054" y="70"/>
                      </a:lnTo>
                      <a:lnTo>
                        <a:pt x="1050" y="70"/>
                      </a:lnTo>
                      <a:lnTo>
                        <a:pt x="1050" y="66"/>
                      </a:lnTo>
                      <a:lnTo>
                        <a:pt x="1044" y="70"/>
                      </a:lnTo>
                      <a:lnTo>
                        <a:pt x="1038" y="70"/>
                      </a:lnTo>
                      <a:lnTo>
                        <a:pt x="1038" y="70"/>
                      </a:lnTo>
                      <a:lnTo>
                        <a:pt x="1038" y="70"/>
                      </a:lnTo>
                      <a:lnTo>
                        <a:pt x="1038" y="70"/>
                      </a:lnTo>
                      <a:close/>
                      <a:moveTo>
                        <a:pt x="1012" y="54"/>
                      </a:moveTo>
                      <a:lnTo>
                        <a:pt x="1006" y="54"/>
                      </a:lnTo>
                      <a:lnTo>
                        <a:pt x="1012" y="54"/>
                      </a:lnTo>
                      <a:lnTo>
                        <a:pt x="1018" y="54"/>
                      </a:lnTo>
                      <a:lnTo>
                        <a:pt x="1018" y="54"/>
                      </a:lnTo>
                      <a:lnTo>
                        <a:pt x="1022" y="54"/>
                      </a:lnTo>
                      <a:lnTo>
                        <a:pt x="1028" y="54"/>
                      </a:lnTo>
                      <a:lnTo>
                        <a:pt x="1028" y="54"/>
                      </a:lnTo>
                      <a:lnTo>
                        <a:pt x="1034" y="54"/>
                      </a:lnTo>
                      <a:lnTo>
                        <a:pt x="1038" y="54"/>
                      </a:lnTo>
                      <a:lnTo>
                        <a:pt x="1038" y="54"/>
                      </a:lnTo>
                      <a:lnTo>
                        <a:pt x="1044" y="54"/>
                      </a:lnTo>
                      <a:lnTo>
                        <a:pt x="1050" y="60"/>
                      </a:lnTo>
                      <a:lnTo>
                        <a:pt x="1044" y="60"/>
                      </a:lnTo>
                      <a:lnTo>
                        <a:pt x="1044" y="60"/>
                      </a:lnTo>
                      <a:lnTo>
                        <a:pt x="1038" y="60"/>
                      </a:lnTo>
                      <a:lnTo>
                        <a:pt x="1038" y="60"/>
                      </a:lnTo>
                      <a:lnTo>
                        <a:pt x="1034" y="60"/>
                      </a:lnTo>
                      <a:lnTo>
                        <a:pt x="1034" y="66"/>
                      </a:lnTo>
                      <a:lnTo>
                        <a:pt x="1028" y="66"/>
                      </a:lnTo>
                      <a:lnTo>
                        <a:pt x="1028" y="66"/>
                      </a:lnTo>
                      <a:lnTo>
                        <a:pt x="1022" y="66"/>
                      </a:lnTo>
                      <a:lnTo>
                        <a:pt x="1022" y="60"/>
                      </a:lnTo>
                      <a:lnTo>
                        <a:pt x="1028" y="60"/>
                      </a:lnTo>
                      <a:lnTo>
                        <a:pt x="1022" y="60"/>
                      </a:lnTo>
                      <a:lnTo>
                        <a:pt x="1018" y="60"/>
                      </a:lnTo>
                      <a:lnTo>
                        <a:pt x="1012" y="60"/>
                      </a:lnTo>
                      <a:lnTo>
                        <a:pt x="1012" y="54"/>
                      </a:lnTo>
                      <a:lnTo>
                        <a:pt x="1012" y="54"/>
                      </a:lnTo>
                      <a:lnTo>
                        <a:pt x="1012" y="54"/>
                      </a:lnTo>
                      <a:lnTo>
                        <a:pt x="1012" y="54"/>
                      </a:lnTo>
                      <a:close/>
                      <a:moveTo>
                        <a:pt x="1136" y="66"/>
                      </a:moveTo>
                      <a:lnTo>
                        <a:pt x="1136" y="60"/>
                      </a:lnTo>
                      <a:lnTo>
                        <a:pt x="1136" y="60"/>
                      </a:lnTo>
                      <a:lnTo>
                        <a:pt x="1142" y="66"/>
                      </a:lnTo>
                      <a:lnTo>
                        <a:pt x="1136" y="66"/>
                      </a:lnTo>
                      <a:lnTo>
                        <a:pt x="1136" y="66"/>
                      </a:lnTo>
                      <a:lnTo>
                        <a:pt x="1136" y="66"/>
                      </a:lnTo>
                      <a:lnTo>
                        <a:pt x="1136" y="66"/>
                      </a:lnTo>
                      <a:lnTo>
                        <a:pt x="1136" y="66"/>
                      </a:lnTo>
                      <a:close/>
                      <a:moveTo>
                        <a:pt x="806" y="70"/>
                      </a:moveTo>
                      <a:lnTo>
                        <a:pt x="800" y="70"/>
                      </a:lnTo>
                      <a:lnTo>
                        <a:pt x="800" y="66"/>
                      </a:lnTo>
                      <a:lnTo>
                        <a:pt x="800" y="66"/>
                      </a:lnTo>
                      <a:lnTo>
                        <a:pt x="806" y="66"/>
                      </a:lnTo>
                      <a:lnTo>
                        <a:pt x="812" y="66"/>
                      </a:lnTo>
                      <a:lnTo>
                        <a:pt x="812" y="66"/>
                      </a:lnTo>
                      <a:lnTo>
                        <a:pt x="812" y="70"/>
                      </a:lnTo>
                      <a:lnTo>
                        <a:pt x="818" y="70"/>
                      </a:lnTo>
                      <a:lnTo>
                        <a:pt x="822" y="70"/>
                      </a:lnTo>
                      <a:lnTo>
                        <a:pt x="818" y="70"/>
                      </a:lnTo>
                      <a:lnTo>
                        <a:pt x="812" y="70"/>
                      </a:lnTo>
                      <a:lnTo>
                        <a:pt x="812" y="70"/>
                      </a:lnTo>
                      <a:lnTo>
                        <a:pt x="806" y="70"/>
                      </a:lnTo>
                      <a:lnTo>
                        <a:pt x="806" y="70"/>
                      </a:lnTo>
                      <a:lnTo>
                        <a:pt x="806" y="70"/>
                      </a:lnTo>
                      <a:lnTo>
                        <a:pt x="806" y="70"/>
                      </a:lnTo>
                      <a:close/>
                      <a:moveTo>
                        <a:pt x="1018" y="70"/>
                      </a:moveTo>
                      <a:lnTo>
                        <a:pt x="1022" y="70"/>
                      </a:lnTo>
                      <a:lnTo>
                        <a:pt x="1028" y="70"/>
                      </a:lnTo>
                      <a:lnTo>
                        <a:pt x="1028" y="70"/>
                      </a:lnTo>
                      <a:lnTo>
                        <a:pt x="1028" y="70"/>
                      </a:lnTo>
                      <a:lnTo>
                        <a:pt x="1028" y="70"/>
                      </a:lnTo>
                      <a:lnTo>
                        <a:pt x="1022" y="70"/>
                      </a:lnTo>
                      <a:lnTo>
                        <a:pt x="1018" y="70"/>
                      </a:lnTo>
                      <a:lnTo>
                        <a:pt x="1018" y="70"/>
                      </a:lnTo>
                      <a:lnTo>
                        <a:pt x="1018" y="70"/>
                      </a:lnTo>
                      <a:lnTo>
                        <a:pt x="1018" y="70"/>
                      </a:lnTo>
                      <a:close/>
                      <a:moveTo>
                        <a:pt x="1028" y="70"/>
                      </a:moveTo>
                      <a:lnTo>
                        <a:pt x="1034" y="70"/>
                      </a:lnTo>
                      <a:lnTo>
                        <a:pt x="1038" y="70"/>
                      </a:lnTo>
                      <a:lnTo>
                        <a:pt x="1038" y="70"/>
                      </a:lnTo>
                      <a:lnTo>
                        <a:pt x="1034" y="70"/>
                      </a:lnTo>
                      <a:lnTo>
                        <a:pt x="1028" y="70"/>
                      </a:lnTo>
                      <a:lnTo>
                        <a:pt x="1028" y="70"/>
                      </a:lnTo>
                      <a:lnTo>
                        <a:pt x="1028" y="70"/>
                      </a:lnTo>
                      <a:lnTo>
                        <a:pt x="1028" y="70"/>
                      </a:lnTo>
                      <a:close/>
                      <a:moveTo>
                        <a:pt x="1206" y="96"/>
                      </a:moveTo>
                      <a:lnTo>
                        <a:pt x="1206" y="96"/>
                      </a:lnTo>
                      <a:lnTo>
                        <a:pt x="1206" y="102"/>
                      </a:lnTo>
                      <a:lnTo>
                        <a:pt x="1200" y="102"/>
                      </a:lnTo>
                      <a:lnTo>
                        <a:pt x="1196" y="102"/>
                      </a:lnTo>
                      <a:lnTo>
                        <a:pt x="1196" y="102"/>
                      </a:lnTo>
                      <a:lnTo>
                        <a:pt x="1190" y="102"/>
                      </a:lnTo>
                      <a:lnTo>
                        <a:pt x="1186" y="102"/>
                      </a:lnTo>
                      <a:lnTo>
                        <a:pt x="1186" y="108"/>
                      </a:lnTo>
                      <a:lnTo>
                        <a:pt x="1180" y="108"/>
                      </a:lnTo>
                      <a:lnTo>
                        <a:pt x="1174" y="108"/>
                      </a:lnTo>
                      <a:lnTo>
                        <a:pt x="1168" y="108"/>
                      </a:lnTo>
                      <a:lnTo>
                        <a:pt x="1168" y="108"/>
                      </a:lnTo>
                      <a:lnTo>
                        <a:pt x="1162" y="108"/>
                      </a:lnTo>
                      <a:lnTo>
                        <a:pt x="1158" y="108"/>
                      </a:lnTo>
                      <a:lnTo>
                        <a:pt x="1158" y="108"/>
                      </a:lnTo>
                      <a:lnTo>
                        <a:pt x="1152" y="108"/>
                      </a:lnTo>
                      <a:lnTo>
                        <a:pt x="1146" y="108"/>
                      </a:lnTo>
                      <a:lnTo>
                        <a:pt x="1146" y="108"/>
                      </a:lnTo>
                      <a:lnTo>
                        <a:pt x="1146" y="108"/>
                      </a:lnTo>
                      <a:lnTo>
                        <a:pt x="1142" y="108"/>
                      </a:lnTo>
                      <a:lnTo>
                        <a:pt x="1136" y="114"/>
                      </a:lnTo>
                      <a:lnTo>
                        <a:pt x="1136" y="114"/>
                      </a:lnTo>
                      <a:lnTo>
                        <a:pt x="1132" y="114"/>
                      </a:lnTo>
                      <a:lnTo>
                        <a:pt x="1126" y="114"/>
                      </a:lnTo>
                      <a:lnTo>
                        <a:pt x="1126" y="108"/>
                      </a:lnTo>
                      <a:lnTo>
                        <a:pt x="1132" y="108"/>
                      </a:lnTo>
                      <a:lnTo>
                        <a:pt x="1136" y="102"/>
                      </a:lnTo>
                      <a:lnTo>
                        <a:pt x="1136" y="102"/>
                      </a:lnTo>
                      <a:lnTo>
                        <a:pt x="1136" y="96"/>
                      </a:lnTo>
                      <a:lnTo>
                        <a:pt x="1136" y="92"/>
                      </a:lnTo>
                      <a:lnTo>
                        <a:pt x="1142" y="92"/>
                      </a:lnTo>
                      <a:lnTo>
                        <a:pt x="1146" y="86"/>
                      </a:lnTo>
                      <a:lnTo>
                        <a:pt x="1146" y="92"/>
                      </a:lnTo>
                      <a:lnTo>
                        <a:pt x="1152" y="92"/>
                      </a:lnTo>
                      <a:lnTo>
                        <a:pt x="1146" y="86"/>
                      </a:lnTo>
                      <a:lnTo>
                        <a:pt x="1146" y="86"/>
                      </a:lnTo>
                      <a:lnTo>
                        <a:pt x="1146" y="86"/>
                      </a:lnTo>
                      <a:lnTo>
                        <a:pt x="1152" y="86"/>
                      </a:lnTo>
                      <a:lnTo>
                        <a:pt x="1158" y="86"/>
                      </a:lnTo>
                      <a:lnTo>
                        <a:pt x="1158" y="86"/>
                      </a:lnTo>
                      <a:lnTo>
                        <a:pt x="1158" y="86"/>
                      </a:lnTo>
                      <a:lnTo>
                        <a:pt x="1152" y="86"/>
                      </a:lnTo>
                      <a:lnTo>
                        <a:pt x="1152" y="80"/>
                      </a:lnTo>
                      <a:lnTo>
                        <a:pt x="1146" y="80"/>
                      </a:lnTo>
                      <a:lnTo>
                        <a:pt x="1152" y="74"/>
                      </a:lnTo>
                      <a:lnTo>
                        <a:pt x="1158" y="74"/>
                      </a:lnTo>
                      <a:lnTo>
                        <a:pt x="1158" y="70"/>
                      </a:lnTo>
                      <a:lnTo>
                        <a:pt x="1158" y="70"/>
                      </a:lnTo>
                      <a:lnTo>
                        <a:pt x="1162" y="70"/>
                      </a:lnTo>
                      <a:lnTo>
                        <a:pt x="1162" y="74"/>
                      </a:lnTo>
                      <a:lnTo>
                        <a:pt x="1168" y="74"/>
                      </a:lnTo>
                      <a:lnTo>
                        <a:pt x="1168" y="70"/>
                      </a:lnTo>
                      <a:lnTo>
                        <a:pt x="1168" y="70"/>
                      </a:lnTo>
                      <a:lnTo>
                        <a:pt x="1168" y="70"/>
                      </a:lnTo>
                      <a:lnTo>
                        <a:pt x="1168" y="70"/>
                      </a:lnTo>
                      <a:lnTo>
                        <a:pt x="1174" y="70"/>
                      </a:lnTo>
                      <a:lnTo>
                        <a:pt x="1180" y="70"/>
                      </a:lnTo>
                      <a:lnTo>
                        <a:pt x="1180" y="74"/>
                      </a:lnTo>
                      <a:lnTo>
                        <a:pt x="1174" y="74"/>
                      </a:lnTo>
                      <a:lnTo>
                        <a:pt x="1174" y="80"/>
                      </a:lnTo>
                      <a:lnTo>
                        <a:pt x="1168" y="86"/>
                      </a:lnTo>
                      <a:lnTo>
                        <a:pt x="1168" y="86"/>
                      </a:lnTo>
                      <a:lnTo>
                        <a:pt x="1174" y="86"/>
                      </a:lnTo>
                      <a:lnTo>
                        <a:pt x="1174" y="86"/>
                      </a:lnTo>
                      <a:lnTo>
                        <a:pt x="1180" y="80"/>
                      </a:lnTo>
                      <a:lnTo>
                        <a:pt x="1186" y="80"/>
                      </a:lnTo>
                      <a:lnTo>
                        <a:pt x="1186" y="80"/>
                      </a:lnTo>
                      <a:lnTo>
                        <a:pt x="1190" y="80"/>
                      </a:lnTo>
                      <a:lnTo>
                        <a:pt x="1196" y="80"/>
                      </a:lnTo>
                      <a:lnTo>
                        <a:pt x="1196" y="86"/>
                      </a:lnTo>
                      <a:lnTo>
                        <a:pt x="1196" y="86"/>
                      </a:lnTo>
                      <a:lnTo>
                        <a:pt x="1200" y="86"/>
                      </a:lnTo>
                      <a:lnTo>
                        <a:pt x="1200" y="86"/>
                      </a:lnTo>
                      <a:lnTo>
                        <a:pt x="1200" y="92"/>
                      </a:lnTo>
                      <a:lnTo>
                        <a:pt x="1200" y="86"/>
                      </a:lnTo>
                      <a:lnTo>
                        <a:pt x="1206" y="86"/>
                      </a:lnTo>
                      <a:lnTo>
                        <a:pt x="1200" y="86"/>
                      </a:lnTo>
                      <a:lnTo>
                        <a:pt x="1206" y="86"/>
                      </a:lnTo>
                      <a:lnTo>
                        <a:pt x="1206" y="86"/>
                      </a:lnTo>
                      <a:lnTo>
                        <a:pt x="1206" y="92"/>
                      </a:lnTo>
                      <a:lnTo>
                        <a:pt x="1212" y="96"/>
                      </a:lnTo>
                      <a:lnTo>
                        <a:pt x="1212" y="96"/>
                      </a:lnTo>
                      <a:lnTo>
                        <a:pt x="1206" y="96"/>
                      </a:lnTo>
                      <a:lnTo>
                        <a:pt x="1206" y="96"/>
                      </a:lnTo>
                      <a:lnTo>
                        <a:pt x="1206" y="96"/>
                      </a:lnTo>
                      <a:lnTo>
                        <a:pt x="1206" y="96"/>
                      </a:lnTo>
                      <a:close/>
                      <a:moveTo>
                        <a:pt x="1222" y="108"/>
                      </a:moveTo>
                      <a:lnTo>
                        <a:pt x="1218" y="108"/>
                      </a:lnTo>
                      <a:lnTo>
                        <a:pt x="1218" y="102"/>
                      </a:lnTo>
                      <a:lnTo>
                        <a:pt x="1222" y="102"/>
                      </a:lnTo>
                      <a:lnTo>
                        <a:pt x="1228" y="102"/>
                      </a:lnTo>
                      <a:lnTo>
                        <a:pt x="1234" y="102"/>
                      </a:lnTo>
                      <a:lnTo>
                        <a:pt x="1228" y="102"/>
                      </a:lnTo>
                      <a:lnTo>
                        <a:pt x="1228" y="108"/>
                      </a:lnTo>
                      <a:lnTo>
                        <a:pt x="1222" y="108"/>
                      </a:lnTo>
                      <a:lnTo>
                        <a:pt x="1222" y="108"/>
                      </a:lnTo>
                      <a:lnTo>
                        <a:pt x="1222" y="108"/>
                      </a:lnTo>
                      <a:lnTo>
                        <a:pt x="1222" y="108"/>
                      </a:lnTo>
                      <a:close/>
                      <a:moveTo>
                        <a:pt x="1050" y="108"/>
                      </a:moveTo>
                      <a:lnTo>
                        <a:pt x="1044" y="108"/>
                      </a:lnTo>
                      <a:lnTo>
                        <a:pt x="1050" y="108"/>
                      </a:lnTo>
                      <a:lnTo>
                        <a:pt x="1050" y="108"/>
                      </a:lnTo>
                      <a:lnTo>
                        <a:pt x="1050" y="108"/>
                      </a:lnTo>
                      <a:lnTo>
                        <a:pt x="1050" y="108"/>
                      </a:lnTo>
                      <a:close/>
                      <a:moveTo>
                        <a:pt x="1246" y="108"/>
                      </a:moveTo>
                      <a:lnTo>
                        <a:pt x="1240" y="108"/>
                      </a:lnTo>
                      <a:lnTo>
                        <a:pt x="1234" y="108"/>
                      </a:lnTo>
                      <a:lnTo>
                        <a:pt x="1234" y="108"/>
                      </a:lnTo>
                      <a:lnTo>
                        <a:pt x="1228" y="108"/>
                      </a:lnTo>
                      <a:lnTo>
                        <a:pt x="1228" y="108"/>
                      </a:lnTo>
                      <a:lnTo>
                        <a:pt x="1234" y="108"/>
                      </a:lnTo>
                      <a:lnTo>
                        <a:pt x="1234" y="108"/>
                      </a:lnTo>
                      <a:lnTo>
                        <a:pt x="1240" y="108"/>
                      </a:lnTo>
                      <a:lnTo>
                        <a:pt x="1246" y="108"/>
                      </a:lnTo>
                      <a:lnTo>
                        <a:pt x="1246" y="108"/>
                      </a:lnTo>
                      <a:lnTo>
                        <a:pt x="1246" y="108"/>
                      </a:lnTo>
                      <a:lnTo>
                        <a:pt x="1246" y="108"/>
                      </a:lnTo>
                      <a:lnTo>
                        <a:pt x="1246" y="108"/>
                      </a:lnTo>
                      <a:lnTo>
                        <a:pt x="1246" y="108"/>
                      </a:lnTo>
                      <a:lnTo>
                        <a:pt x="1246" y="108"/>
                      </a:lnTo>
                      <a:close/>
                      <a:moveTo>
                        <a:pt x="1022" y="120"/>
                      </a:moveTo>
                      <a:lnTo>
                        <a:pt x="1018" y="120"/>
                      </a:lnTo>
                      <a:lnTo>
                        <a:pt x="1022" y="120"/>
                      </a:lnTo>
                      <a:lnTo>
                        <a:pt x="1022" y="120"/>
                      </a:lnTo>
                      <a:lnTo>
                        <a:pt x="1022" y="120"/>
                      </a:lnTo>
                      <a:lnTo>
                        <a:pt x="1022" y="120"/>
                      </a:lnTo>
                      <a:close/>
                      <a:moveTo>
                        <a:pt x="880" y="124"/>
                      </a:moveTo>
                      <a:lnTo>
                        <a:pt x="886" y="124"/>
                      </a:lnTo>
                      <a:lnTo>
                        <a:pt x="886" y="128"/>
                      </a:lnTo>
                      <a:lnTo>
                        <a:pt x="880" y="124"/>
                      </a:lnTo>
                      <a:lnTo>
                        <a:pt x="880" y="124"/>
                      </a:lnTo>
                      <a:lnTo>
                        <a:pt x="880" y="124"/>
                      </a:lnTo>
                      <a:lnTo>
                        <a:pt x="880" y="124"/>
                      </a:lnTo>
                      <a:close/>
                      <a:moveTo>
                        <a:pt x="1228" y="128"/>
                      </a:moveTo>
                      <a:lnTo>
                        <a:pt x="1234" y="124"/>
                      </a:lnTo>
                      <a:lnTo>
                        <a:pt x="1234" y="128"/>
                      </a:lnTo>
                      <a:lnTo>
                        <a:pt x="1234" y="128"/>
                      </a:lnTo>
                      <a:lnTo>
                        <a:pt x="1228" y="128"/>
                      </a:lnTo>
                      <a:lnTo>
                        <a:pt x="1228" y="128"/>
                      </a:lnTo>
                      <a:lnTo>
                        <a:pt x="1228" y="128"/>
                      </a:lnTo>
                      <a:lnTo>
                        <a:pt x="1228" y="128"/>
                      </a:lnTo>
                      <a:close/>
                      <a:moveTo>
                        <a:pt x="1240" y="128"/>
                      </a:moveTo>
                      <a:lnTo>
                        <a:pt x="1240" y="128"/>
                      </a:lnTo>
                      <a:lnTo>
                        <a:pt x="1246" y="128"/>
                      </a:lnTo>
                      <a:lnTo>
                        <a:pt x="1246" y="128"/>
                      </a:lnTo>
                      <a:lnTo>
                        <a:pt x="1246" y="128"/>
                      </a:lnTo>
                      <a:lnTo>
                        <a:pt x="1246" y="128"/>
                      </a:lnTo>
                      <a:lnTo>
                        <a:pt x="1240" y="128"/>
                      </a:lnTo>
                      <a:lnTo>
                        <a:pt x="1240" y="128"/>
                      </a:lnTo>
                      <a:lnTo>
                        <a:pt x="1240" y="128"/>
                      </a:lnTo>
                      <a:lnTo>
                        <a:pt x="1240" y="128"/>
                      </a:lnTo>
                      <a:close/>
                      <a:moveTo>
                        <a:pt x="980" y="134"/>
                      </a:moveTo>
                      <a:lnTo>
                        <a:pt x="980" y="128"/>
                      </a:lnTo>
                      <a:lnTo>
                        <a:pt x="984" y="128"/>
                      </a:lnTo>
                      <a:lnTo>
                        <a:pt x="990" y="128"/>
                      </a:lnTo>
                      <a:lnTo>
                        <a:pt x="990" y="134"/>
                      </a:lnTo>
                      <a:lnTo>
                        <a:pt x="984" y="134"/>
                      </a:lnTo>
                      <a:lnTo>
                        <a:pt x="980" y="128"/>
                      </a:lnTo>
                      <a:lnTo>
                        <a:pt x="980" y="134"/>
                      </a:lnTo>
                      <a:lnTo>
                        <a:pt x="980" y="134"/>
                      </a:lnTo>
                      <a:lnTo>
                        <a:pt x="980" y="134"/>
                      </a:lnTo>
                      <a:lnTo>
                        <a:pt x="980" y="134"/>
                      </a:lnTo>
                      <a:close/>
                      <a:moveTo>
                        <a:pt x="1088" y="128"/>
                      </a:moveTo>
                      <a:lnTo>
                        <a:pt x="1088" y="134"/>
                      </a:lnTo>
                      <a:lnTo>
                        <a:pt x="1088" y="134"/>
                      </a:lnTo>
                      <a:lnTo>
                        <a:pt x="1088" y="134"/>
                      </a:lnTo>
                      <a:lnTo>
                        <a:pt x="1082" y="140"/>
                      </a:lnTo>
                      <a:lnTo>
                        <a:pt x="1078" y="140"/>
                      </a:lnTo>
                      <a:lnTo>
                        <a:pt x="1078" y="140"/>
                      </a:lnTo>
                      <a:lnTo>
                        <a:pt x="1078" y="140"/>
                      </a:lnTo>
                      <a:lnTo>
                        <a:pt x="1078" y="140"/>
                      </a:lnTo>
                      <a:lnTo>
                        <a:pt x="1072" y="140"/>
                      </a:lnTo>
                      <a:lnTo>
                        <a:pt x="1066" y="140"/>
                      </a:lnTo>
                      <a:lnTo>
                        <a:pt x="1072" y="140"/>
                      </a:lnTo>
                      <a:lnTo>
                        <a:pt x="1078" y="134"/>
                      </a:lnTo>
                      <a:lnTo>
                        <a:pt x="1082" y="134"/>
                      </a:lnTo>
                      <a:lnTo>
                        <a:pt x="1088" y="134"/>
                      </a:lnTo>
                      <a:lnTo>
                        <a:pt x="1088" y="128"/>
                      </a:lnTo>
                      <a:lnTo>
                        <a:pt x="1088" y="128"/>
                      </a:lnTo>
                      <a:lnTo>
                        <a:pt x="1088" y="128"/>
                      </a:lnTo>
                      <a:lnTo>
                        <a:pt x="1088" y="128"/>
                      </a:lnTo>
                      <a:close/>
                      <a:moveTo>
                        <a:pt x="980" y="134"/>
                      </a:moveTo>
                      <a:lnTo>
                        <a:pt x="980" y="134"/>
                      </a:lnTo>
                      <a:lnTo>
                        <a:pt x="980" y="134"/>
                      </a:lnTo>
                      <a:lnTo>
                        <a:pt x="974" y="134"/>
                      </a:lnTo>
                      <a:lnTo>
                        <a:pt x="980" y="134"/>
                      </a:lnTo>
                      <a:lnTo>
                        <a:pt x="980" y="140"/>
                      </a:lnTo>
                      <a:lnTo>
                        <a:pt x="974" y="140"/>
                      </a:lnTo>
                      <a:lnTo>
                        <a:pt x="974" y="134"/>
                      </a:lnTo>
                      <a:lnTo>
                        <a:pt x="980" y="134"/>
                      </a:lnTo>
                      <a:lnTo>
                        <a:pt x="980" y="134"/>
                      </a:lnTo>
                      <a:lnTo>
                        <a:pt x="980" y="134"/>
                      </a:lnTo>
                      <a:lnTo>
                        <a:pt x="980" y="134"/>
                      </a:lnTo>
                      <a:close/>
                      <a:moveTo>
                        <a:pt x="1938" y="134"/>
                      </a:moveTo>
                      <a:lnTo>
                        <a:pt x="1938" y="134"/>
                      </a:lnTo>
                      <a:lnTo>
                        <a:pt x="1938" y="134"/>
                      </a:lnTo>
                      <a:lnTo>
                        <a:pt x="1938" y="134"/>
                      </a:lnTo>
                      <a:lnTo>
                        <a:pt x="1938" y="134"/>
                      </a:lnTo>
                      <a:lnTo>
                        <a:pt x="1938" y="134"/>
                      </a:lnTo>
                      <a:close/>
                      <a:moveTo>
                        <a:pt x="584" y="168"/>
                      </a:moveTo>
                      <a:lnTo>
                        <a:pt x="584" y="168"/>
                      </a:lnTo>
                      <a:lnTo>
                        <a:pt x="584" y="162"/>
                      </a:lnTo>
                      <a:lnTo>
                        <a:pt x="584" y="162"/>
                      </a:lnTo>
                      <a:lnTo>
                        <a:pt x="584" y="156"/>
                      </a:lnTo>
                      <a:lnTo>
                        <a:pt x="590" y="156"/>
                      </a:lnTo>
                      <a:lnTo>
                        <a:pt x="596" y="156"/>
                      </a:lnTo>
                      <a:lnTo>
                        <a:pt x="600" y="156"/>
                      </a:lnTo>
                      <a:lnTo>
                        <a:pt x="600" y="162"/>
                      </a:lnTo>
                      <a:lnTo>
                        <a:pt x="600" y="162"/>
                      </a:lnTo>
                      <a:lnTo>
                        <a:pt x="600" y="156"/>
                      </a:lnTo>
                      <a:lnTo>
                        <a:pt x="604" y="162"/>
                      </a:lnTo>
                      <a:lnTo>
                        <a:pt x="610" y="162"/>
                      </a:lnTo>
                      <a:lnTo>
                        <a:pt x="610" y="156"/>
                      </a:lnTo>
                      <a:lnTo>
                        <a:pt x="610" y="162"/>
                      </a:lnTo>
                      <a:lnTo>
                        <a:pt x="616" y="162"/>
                      </a:lnTo>
                      <a:lnTo>
                        <a:pt x="616" y="156"/>
                      </a:lnTo>
                      <a:lnTo>
                        <a:pt x="622" y="156"/>
                      </a:lnTo>
                      <a:lnTo>
                        <a:pt x="622" y="156"/>
                      </a:lnTo>
                      <a:lnTo>
                        <a:pt x="626" y="156"/>
                      </a:lnTo>
                      <a:lnTo>
                        <a:pt x="632" y="156"/>
                      </a:lnTo>
                      <a:lnTo>
                        <a:pt x="632" y="152"/>
                      </a:lnTo>
                      <a:lnTo>
                        <a:pt x="638" y="152"/>
                      </a:lnTo>
                      <a:lnTo>
                        <a:pt x="644" y="152"/>
                      </a:lnTo>
                      <a:lnTo>
                        <a:pt x="644" y="152"/>
                      </a:lnTo>
                      <a:lnTo>
                        <a:pt x="644" y="152"/>
                      </a:lnTo>
                      <a:lnTo>
                        <a:pt x="650" y="152"/>
                      </a:lnTo>
                      <a:lnTo>
                        <a:pt x="654" y="152"/>
                      </a:lnTo>
                      <a:lnTo>
                        <a:pt x="658" y="152"/>
                      </a:lnTo>
                      <a:lnTo>
                        <a:pt x="654" y="152"/>
                      </a:lnTo>
                      <a:lnTo>
                        <a:pt x="654" y="146"/>
                      </a:lnTo>
                      <a:lnTo>
                        <a:pt x="658" y="146"/>
                      </a:lnTo>
                      <a:lnTo>
                        <a:pt x="658" y="140"/>
                      </a:lnTo>
                      <a:lnTo>
                        <a:pt x="664" y="140"/>
                      </a:lnTo>
                      <a:lnTo>
                        <a:pt x="670" y="140"/>
                      </a:lnTo>
                      <a:lnTo>
                        <a:pt x="670" y="140"/>
                      </a:lnTo>
                      <a:lnTo>
                        <a:pt x="676" y="140"/>
                      </a:lnTo>
                      <a:lnTo>
                        <a:pt x="680" y="140"/>
                      </a:lnTo>
                      <a:lnTo>
                        <a:pt x="680" y="140"/>
                      </a:lnTo>
                      <a:lnTo>
                        <a:pt x="686" y="140"/>
                      </a:lnTo>
                      <a:lnTo>
                        <a:pt x="692" y="140"/>
                      </a:lnTo>
                      <a:lnTo>
                        <a:pt x="692" y="140"/>
                      </a:lnTo>
                      <a:lnTo>
                        <a:pt x="698" y="146"/>
                      </a:lnTo>
                      <a:lnTo>
                        <a:pt x="692" y="146"/>
                      </a:lnTo>
                      <a:lnTo>
                        <a:pt x="692" y="152"/>
                      </a:lnTo>
                      <a:lnTo>
                        <a:pt x="692" y="156"/>
                      </a:lnTo>
                      <a:lnTo>
                        <a:pt x="686" y="156"/>
                      </a:lnTo>
                      <a:lnTo>
                        <a:pt x="680" y="156"/>
                      </a:lnTo>
                      <a:lnTo>
                        <a:pt x="680" y="162"/>
                      </a:lnTo>
                      <a:lnTo>
                        <a:pt x="676" y="162"/>
                      </a:lnTo>
                      <a:lnTo>
                        <a:pt x="670" y="162"/>
                      </a:lnTo>
                      <a:lnTo>
                        <a:pt x="670" y="168"/>
                      </a:lnTo>
                      <a:lnTo>
                        <a:pt x="670" y="168"/>
                      </a:lnTo>
                      <a:lnTo>
                        <a:pt x="664" y="168"/>
                      </a:lnTo>
                      <a:lnTo>
                        <a:pt x="658" y="168"/>
                      </a:lnTo>
                      <a:lnTo>
                        <a:pt x="658" y="168"/>
                      </a:lnTo>
                      <a:lnTo>
                        <a:pt x="654" y="168"/>
                      </a:lnTo>
                      <a:lnTo>
                        <a:pt x="650" y="168"/>
                      </a:lnTo>
                      <a:lnTo>
                        <a:pt x="644" y="168"/>
                      </a:lnTo>
                      <a:lnTo>
                        <a:pt x="644" y="174"/>
                      </a:lnTo>
                      <a:lnTo>
                        <a:pt x="638" y="174"/>
                      </a:lnTo>
                      <a:lnTo>
                        <a:pt x="632" y="174"/>
                      </a:lnTo>
                      <a:lnTo>
                        <a:pt x="632" y="174"/>
                      </a:lnTo>
                      <a:lnTo>
                        <a:pt x="626" y="174"/>
                      </a:lnTo>
                      <a:lnTo>
                        <a:pt x="622" y="180"/>
                      </a:lnTo>
                      <a:lnTo>
                        <a:pt x="622" y="180"/>
                      </a:lnTo>
                      <a:lnTo>
                        <a:pt x="616" y="180"/>
                      </a:lnTo>
                      <a:lnTo>
                        <a:pt x="610" y="180"/>
                      </a:lnTo>
                      <a:lnTo>
                        <a:pt x="610" y="180"/>
                      </a:lnTo>
                      <a:lnTo>
                        <a:pt x="610" y="180"/>
                      </a:lnTo>
                      <a:lnTo>
                        <a:pt x="604" y="180"/>
                      </a:lnTo>
                      <a:lnTo>
                        <a:pt x="600" y="180"/>
                      </a:lnTo>
                      <a:lnTo>
                        <a:pt x="600" y="182"/>
                      </a:lnTo>
                      <a:lnTo>
                        <a:pt x="600" y="180"/>
                      </a:lnTo>
                      <a:lnTo>
                        <a:pt x="600" y="180"/>
                      </a:lnTo>
                      <a:lnTo>
                        <a:pt x="600" y="182"/>
                      </a:lnTo>
                      <a:lnTo>
                        <a:pt x="596" y="182"/>
                      </a:lnTo>
                      <a:lnTo>
                        <a:pt x="596" y="188"/>
                      </a:lnTo>
                      <a:lnTo>
                        <a:pt x="590" y="188"/>
                      </a:lnTo>
                      <a:lnTo>
                        <a:pt x="590" y="182"/>
                      </a:lnTo>
                      <a:lnTo>
                        <a:pt x="590" y="188"/>
                      </a:lnTo>
                      <a:lnTo>
                        <a:pt x="584" y="188"/>
                      </a:lnTo>
                      <a:lnTo>
                        <a:pt x="584" y="188"/>
                      </a:lnTo>
                      <a:lnTo>
                        <a:pt x="584" y="188"/>
                      </a:lnTo>
                      <a:lnTo>
                        <a:pt x="578" y="194"/>
                      </a:lnTo>
                      <a:lnTo>
                        <a:pt x="578" y="188"/>
                      </a:lnTo>
                      <a:lnTo>
                        <a:pt x="572" y="188"/>
                      </a:lnTo>
                      <a:lnTo>
                        <a:pt x="572" y="194"/>
                      </a:lnTo>
                      <a:lnTo>
                        <a:pt x="572" y="194"/>
                      </a:lnTo>
                      <a:lnTo>
                        <a:pt x="568" y="194"/>
                      </a:lnTo>
                      <a:lnTo>
                        <a:pt x="572" y="194"/>
                      </a:lnTo>
                      <a:lnTo>
                        <a:pt x="572" y="194"/>
                      </a:lnTo>
                      <a:lnTo>
                        <a:pt x="578" y="194"/>
                      </a:lnTo>
                      <a:lnTo>
                        <a:pt x="578" y="200"/>
                      </a:lnTo>
                      <a:lnTo>
                        <a:pt x="572" y="200"/>
                      </a:lnTo>
                      <a:lnTo>
                        <a:pt x="572" y="200"/>
                      </a:lnTo>
                      <a:lnTo>
                        <a:pt x="572" y="200"/>
                      </a:lnTo>
                      <a:lnTo>
                        <a:pt x="572" y="200"/>
                      </a:lnTo>
                      <a:lnTo>
                        <a:pt x="572" y="200"/>
                      </a:lnTo>
                      <a:lnTo>
                        <a:pt x="568" y="200"/>
                      </a:lnTo>
                      <a:lnTo>
                        <a:pt x="562" y="200"/>
                      </a:lnTo>
                      <a:lnTo>
                        <a:pt x="562" y="200"/>
                      </a:lnTo>
                      <a:lnTo>
                        <a:pt x="568" y="200"/>
                      </a:lnTo>
                      <a:lnTo>
                        <a:pt x="568" y="206"/>
                      </a:lnTo>
                      <a:lnTo>
                        <a:pt x="562" y="206"/>
                      </a:lnTo>
                      <a:lnTo>
                        <a:pt x="562" y="200"/>
                      </a:lnTo>
                      <a:lnTo>
                        <a:pt x="562" y="200"/>
                      </a:lnTo>
                      <a:lnTo>
                        <a:pt x="562" y="206"/>
                      </a:lnTo>
                      <a:lnTo>
                        <a:pt x="556" y="206"/>
                      </a:lnTo>
                      <a:lnTo>
                        <a:pt x="556" y="210"/>
                      </a:lnTo>
                      <a:lnTo>
                        <a:pt x="550" y="210"/>
                      </a:lnTo>
                      <a:lnTo>
                        <a:pt x="550" y="206"/>
                      </a:lnTo>
                      <a:lnTo>
                        <a:pt x="550" y="206"/>
                      </a:lnTo>
                      <a:lnTo>
                        <a:pt x="546" y="206"/>
                      </a:lnTo>
                      <a:lnTo>
                        <a:pt x="550" y="206"/>
                      </a:lnTo>
                      <a:lnTo>
                        <a:pt x="550" y="210"/>
                      </a:lnTo>
                      <a:lnTo>
                        <a:pt x="550" y="216"/>
                      </a:lnTo>
                      <a:lnTo>
                        <a:pt x="550" y="216"/>
                      </a:lnTo>
                      <a:lnTo>
                        <a:pt x="546" y="216"/>
                      </a:lnTo>
                      <a:lnTo>
                        <a:pt x="546" y="216"/>
                      </a:lnTo>
                      <a:lnTo>
                        <a:pt x="550" y="216"/>
                      </a:lnTo>
                      <a:lnTo>
                        <a:pt x="546" y="216"/>
                      </a:lnTo>
                      <a:lnTo>
                        <a:pt x="546" y="222"/>
                      </a:lnTo>
                      <a:lnTo>
                        <a:pt x="540" y="222"/>
                      </a:lnTo>
                      <a:lnTo>
                        <a:pt x="536" y="222"/>
                      </a:lnTo>
                      <a:lnTo>
                        <a:pt x="536" y="216"/>
                      </a:lnTo>
                      <a:lnTo>
                        <a:pt x="536" y="216"/>
                      </a:lnTo>
                      <a:lnTo>
                        <a:pt x="530" y="216"/>
                      </a:lnTo>
                      <a:lnTo>
                        <a:pt x="536" y="216"/>
                      </a:lnTo>
                      <a:lnTo>
                        <a:pt x="536" y="222"/>
                      </a:lnTo>
                      <a:lnTo>
                        <a:pt x="536" y="222"/>
                      </a:lnTo>
                      <a:lnTo>
                        <a:pt x="540" y="222"/>
                      </a:lnTo>
                      <a:lnTo>
                        <a:pt x="540" y="228"/>
                      </a:lnTo>
                      <a:lnTo>
                        <a:pt x="536" y="228"/>
                      </a:lnTo>
                      <a:lnTo>
                        <a:pt x="536" y="228"/>
                      </a:lnTo>
                      <a:lnTo>
                        <a:pt x="530" y="228"/>
                      </a:lnTo>
                      <a:lnTo>
                        <a:pt x="524" y="228"/>
                      </a:lnTo>
                      <a:lnTo>
                        <a:pt x="524" y="228"/>
                      </a:lnTo>
                      <a:lnTo>
                        <a:pt x="524" y="228"/>
                      </a:lnTo>
                      <a:lnTo>
                        <a:pt x="530" y="228"/>
                      </a:lnTo>
                      <a:lnTo>
                        <a:pt x="536" y="228"/>
                      </a:lnTo>
                      <a:lnTo>
                        <a:pt x="536" y="228"/>
                      </a:lnTo>
                      <a:lnTo>
                        <a:pt x="536" y="228"/>
                      </a:lnTo>
                      <a:lnTo>
                        <a:pt x="536" y="234"/>
                      </a:lnTo>
                      <a:lnTo>
                        <a:pt x="536" y="234"/>
                      </a:lnTo>
                      <a:lnTo>
                        <a:pt x="530" y="234"/>
                      </a:lnTo>
                      <a:lnTo>
                        <a:pt x="524" y="234"/>
                      </a:lnTo>
                      <a:lnTo>
                        <a:pt x="524" y="228"/>
                      </a:lnTo>
                      <a:lnTo>
                        <a:pt x="524" y="228"/>
                      </a:lnTo>
                      <a:lnTo>
                        <a:pt x="524" y="234"/>
                      </a:lnTo>
                      <a:lnTo>
                        <a:pt x="524" y="234"/>
                      </a:lnTo>
                      <a:lnTo>
                        <a:pt x="530" y="234"/>
                      </a:lnTo>
                      <a:lnTo>
                        <a:pt x="530" y="238"/>
                      </a:lnTo>
                      <a:lnTo>
                        <a:pt x="524" y="238"/>
                      </a:lnTo>
                      <a:lnTo>
                        <a:pt x="524" y="238"/>
                      </a:lnTo>
                      <a:lnTo>
                        <a:pt x="524" y="238"/>
                      </a:lnTo>
                      <a:lnTo>
                        <a:pt x="524" y="238"/>
                      </a:lnTo>
                      <a:lnTo>
                        <a:pt x="518" y="238"/>
                      </a:lnTo>
                      <a:lnTo>
                        <a:pt x="512" y="238"/>
                      </a:lnTo>
                      <a:lnTo>
                        <a:pt x="512" y="238"/>
                      </a:lnTo>
                      <a:lnTo>
                        <a:pt x="512" y="238"/>
                      </a:lnTo>
                      <a:lnTo>
                        <a:pt x="512" y="238"/>
                      </a:lnTo>
                      <a:lnTo>
                        <a:pt x="508" y="238"/>
                      </a:lnTo>
                      <a:lnTo>
                        <a:pt x="502" y="238"/>
                      </a:lnTo>
                      <a:lnTo>
                        <a:pt x="502" y="238"/>
                      </a:lnTo>
                      <a:lnTo>
                        <a:pt x="502" y="238"/>
                      </a:lnTo>
                      <a:lnTo>
                        <a:pt x="496" y="238"/>
                      </a:lnTo>
                      <a:lnTo>
                        <a:pt x="492" y="238"/>
                      </a:lnTo>
                      <a:lnTo>
                        <a:pt x="492" y="238"/>
                      </a:lnTo>
                      <a:lnTo>
                        <a:pt x="486" y="238"/>
                      </a:lnTo>
                      <a:lnTo>
                        <a:pt x="492" y="238"/>
                      </a:lnTo>
                      <a:lnTo>
                        <a:pt x="492" y="234"/>
                      </a:lnTo>
                      <a:lnTo>
                        <a:pt x="492" y="234"/>
                      </a:lnTo>
                      <a:lnTo>
                        <a:pt x="496" y="234"/>
                      </a:lnTo>
                      <a:lnTo>
                        <a:pt x="496" y="228"/>
                      </a:lnTo>
                      <a:lnTo>
                        <a:pt x="502" y="228"/>
                      </a:lnTo>
                      <a:lnTo>
                        <a:pt x="496" y="228"/>
                      </a:lnTo>
                      <a:lnTo>
                        <a:pt x="492" y="228"/>
                      </a:lnTo>
                      <a:lnTo>
                        <a:pt x="492" y="234"/>
                      </a:lnTo>
                      <a:lnTo>
                        <a:pt x="486" y="234"/>
                      </a:lnTo>
                      <a:lnTo>
                        <a:pt x="486" y="228"/>
                      </a:lnTo>
                      <a:lnTo>
                        <a:pt x="482" y="228"/>
                      </a:lnTo>
                      <a:lnTo>
                        <a:pt x="482" y="228"/>
                      </a:lnTo>
                      <a:lnTo>
                        <a:pt x="482" y="228"/>
                      </a:lnTo>
                      <a:lnTo>
                        <a:pt x="486" y="228"/>
                      </a:lnTo>
                      <a:lnTo>
                        <a:pt x="486" y="228"/>
                      </a:lnTo>
                      <a:lnTo>
                        <a:pt x="492" y="228"/>
                      </a:lnTo>
                      <a:lnTo>
                        <a:pt x="492" y="222"/>
                      </a:lnTo>
                      <a:lnTo>
                        <a:pt x="492" y="222"/>
                      </a:lnTo>
                      <a:lnTo>
                        <a:pt x="496" y="222"/>
                      </a:lnTo>
                      <a:lnTo>
                        <a:pt x="492" y="222"/>
                      </a:lnTo>
                      <a:lnTo>
                        <a:pt x="496" y="216"/>
                      </a:lnTo>
                      <a:lnTo>
                        <a:pt x="502" y="216"/>
                      </a:lnTo>
                      <a:lnTo>
                        <a:pt x="502" y="216"/>
                      </a:lnTo>
                      <a:lnTo>
                        <a:pt x="508" y="216"/>
                      </a:lnTo>
                      <a:lnTo>
                        <a:pt x="512" y="216"/>
                      </a:lnTo>
                      <a:lnTo>
                        <a:pt x="508" y="216"/>
                      </a:lnTo>
                      <a:lnTo>
                        <a:pt x="508" y="216"/>
                      </a:lnTo>
                      <a:lnTo>
                        <a:pt x="502" y="216"/>
                      </a:lnTo>
                      <a:lnTo>
                        <a:pt x="502" y="216"/>
                      </a:lnTo>
                      <a:lnTo>
                        <a:pt x="502" y="216"/>
                      </a:lnTo>
                      <a:lnTo>
                        <a:pt x="508" y="216"/>
                      </a:lnTo>
                      <a:lnTo>
                        <a:pt x="512" y="216"/>
                      </a:lnTo>
                      <a:lnTo>
                        <a:pt x="508" y="216"/>
                      </a:lnTo>
                      <a:lnTo>
                        <a:pt x="502" y="210"/>
                      </a:lnTo>
                      <a:lnTo>
                        <a:pt x="512" y="210"/>
                      </a:lnTo>
                      <a:lnTo>
                        <a:pt x="512" y="210"/>
                      </a:lnTo>
                      <a:lnTo>
                        <a:pt x="518" y="206"/>
                      </a:lnTo>
                      <a:lnTo>
                        <a:pt x="512" y="206"/>
                      </a:lnTo>
                      <a:lnTo>
                        <a:pt x="512" y="206"/>
                      </a:lnTo>
                      <a:lnTo>
                        <a:pt x="508" y="206"/>
                      </a:lnTo>
                      <a:lnTo>
                        <a:pt x="508" y="200"/>
                      </a:lnTo>
                      <a:lnTo>
                        <a:pt x="512" y="200"/>
                      </a:lnTo>
                      <a:lnTo>
                        <a:pt x="512" y="200"/>
                      </a:lnTo>
                      <a:lnTo>
                        <a:pt x="518" y="200"/>
                      </a:lnTo>
                      <a:lnTo>
                        <a:pt x="524" y="200"/>
                      </a:lnTo>
                      <a:lnTo>
                        <a:pt x="524" y="200"/>
                      </a:lnTo>
                      <a:lnTo>
                        <a:pt x="524" y="200"/>
                      </a:lnTo>
                      <a:lnTo>
                        <a:pt x="518" y="200"/>
                      </a:lnTo>
                      <a:lnTo>
                        <a:pt x="512" y="200"/>
                      </a:lnTo>
                      <a:lnTo>
                        <a:pt x="512" y="200"/>
                      </a:lnTo>
                      <a:lnTo>
                        <a:pt x="518" y="194"/>
                      </a:lnTo>
                      <a:lnTo>
                        <a:pt x="524" y="194"/>
                      </a:lnTo>
                      <a:lnTo>
                        <a:pt x="518" y="194"/>
                      </a:lnTo>
                      <a:lnTo>
                        <a:pt x="518" y="188"/>
                      </a:lnTo>
                      <a:lnTo>
                        <a:pt x="512" y="194"/>
                      </a:lnTo>
                      <a:lnTo>
                        <a:pt x="512" y="194"/>
                      </a:lnTo>
                      <a:lnTo>
                        <a:pt x="512" y="188"/>
                      </a:lnTo>
                      <a:lnTo>
                        <a:pt x="508" y="188"/>
                      </a:lnTo>
                      <a:lnTo>
                        <a:pt x="512" y="188"/>
                      </a:lnTo>
                      <a:lnTo>
                        <a:pt x="512" y="188"/>
                      </a:lnTo>
                      <a:lnTo>
                        <a:pt x="512" y="188"/>
                      </a:lnTo>
                      <a:lnTo>
                        <a:pt x="512" y="188"/>
                      </a:lnTo>
                      <a:lnTo>
                        <a:pt x="518" y="188"/>
                      </a:lnTo>
                      <a:lnTo>
                        <a:pt x="518" y="188"/>
                      </a:lnTo>
                      <a:lnTo>
                        <a:pt x="524" y="188"/>
                      </a:lnTo>
                      <a:lnTo>
                        <a:pt x="524" y="188"/>
                      </a:lnTo>
                      <a:lnTo>
                        <a:pt x="524" y="188"/>
                      </a:lnTo>
                      <a:lnTo>
                        <a:pt x="524" y="188"/>
                      </a:lnTo>
                      <a:lnTo>
                        <a:pt x="524" y="182"/>
                      </a:lnTo>
                      <a:lnTo>
                        <a:pt x="524" y="182"/>
                      </a:lnTo>
                      <a:lnTo>
                        <a:pt x="530" y="182"/>
                      </a:lnTo>
                      <a:lnTo>
                        <a:pt x="536" y="182"/>
                      </a:lnTo>
                      <a:lnTo>
                        <a:pt x="536" y="182"/>
                      </a:lnTo>
                      <a:lnTo>
                        <a:pt x="536" y="180"/>
                      </a:lnTo>
                      <a:lnTo>
                        <a:pt x="536" y="180"/>
                      </a:lnTo>
                      <a:lnTo>
                        <a:pt x="536" y="180"/>
                      </a:lnTo>
                      <a:lnTo>
                        <a:pt x="540" y="180"/>
                      </a:lnTo>
                      <a:lnTo>
                        <a:pt x="546" y="180"/>
                      </a:lnTo>
                      <a:lnTo>
                        <a:pt x="546" y="180"/>
                      </a:lnTo>
                      <a:lnTo>
                        <a:pt x="540" y="180"/>
                      </a:lnTo>
                      <a:lnTo>
                        <a:pt x="546" y="180"/>
                      </a:lnTo>
                      <a:lnTo>
                        <a:pt x="550" y="174"/>
                      </a:lnTo>
                      <a:lnTo>
                        <a:pt x="550" y="174"/>
                      </a:lnTo>
                      <a:lnTo>
                        <a:pt x="550" y="168"/>
                      </a:lnTo>
                      <a:lnTo>
                        <a:pt x="556" y="168"/>
                      </a:lnTo>
                      <a:lnTo>
                        <a:pt x="562" y="168"/>
                      </a:lnTo>
                      <a:lnTo>
                        <a:pt x="562" y="168"/>
                      </a:lnTo>
                      <a:lnTo>
                        <a:pt x="568" y="168"/>
                      </a:lnTo>
                      <a:lnTo>
                        <a:pt x="572" y="168"/>
                      </a:lnTo>
                      <a:lnTo>
                        <a:pt x="572" y="168"/>
                      </a:lnTo>
                      <a:lnTo>
                        <a:pt x="572" y="168"/>
                      </a:lnTo>
                      <a:lnTo>
                        <a:pt x="572" y="168"/>
                      </a:lnTo>
                      <a:lnTo>
                        <a:pt x="572" y="168"/>
                      </a:lnTo>
                      <a:lnTo>
                        <a:pt x="572" y="162"/>
                      </a:lnTo>
                      <a:lnTo>
                        <a:pt x="578" y="162"/>
                      </a:lnTo>
                      <a:lnTo>
                        <a:pt x="584" y="162"/>
                      </a:lnTo>
                      <a:lnTo>
                        <a:pt x="584" y="168"/>
                      </a:lnTo>
                      <a:lnTo>
                        <a:pt x="578" y="168"/>
                      </a:lnTo>
                      <a:lnTo>
                        <a:pt x="572" y="168"/>
                      </a:lnTo>
                      <a:lnTo>
                        <a:pt x="578" y="168"/>
                      </a:lnTo>
                      <a:lnTo>
                        <a:pt x="584" y="168"/>
                      </a:lnTo>
                      <a:lnTo>
                        <a:pt x="584" y="168"/>
                      </a:lnTo>
                      <a:lnTo>
                        <a:pt x="584" y="168"/>
                      </a:lnTo>
                      <a:lnTo>
                        <a:pt x="584" y="168"/>
                      </a:lnTo>
                      <a:close/>
                      <a:moveTo>
                        <a:pt x="1088" y="140"/>
                      </a:moveTo>
                      <a:lnTo>
                        <a:pt x="1082" y="140"/>
                      </a:lnTo>
                      <a:lnTo>
                        <a:pt x="1078" y="140"/>
                      </a:lnTo>
                      <a:lnTo>
                        <a:pt x="1078" y="140"/>
                      </a:lnTo>
                      <a:lnTo>
                        <a:pt x="1082" y="140"/>
                      </a:lnTo>
                      <a:lnTo>
                        <a:pt x="1088" y="140"/>
                      </a:lnTo>
                      <a:lnTo>
                        <a:pt x="1088" y="140"/>
                      </a:lnTo>
                      <a:lnTo>
                        <a:pt x="1088" y="140"/>
                      </a:lnTo>
                      <a:lnTo>
                        <a:pt x="1088" y="140"/>
                      </a:lnTo>
                      <a:close/>
                      <a:moveTo>
                        <a:pt x="1104" y="146"/>
                      </a:moveTo>
                      <a:lnTo>
                        <a:pt x="1104" y="140"/>
                      </a:lnTo>
                      <a:lnTo>
                        <a:pt x="1108" y="140"/>
                      </a:lnTo>
                      <a:lnTo>
                        <a:pt x="1108" y="146"/>
                      </a:lnTo>
                      <a:lnTo>
                        <a:pt x="1104" y="146"/>
                      </a:lnTo>
                      <a:lnTo>
                        <a:pt x="1104" y="146"/>
                      </a:lnTo>
                      <a:lnTo>
                        <a:pt x="1104" y="146"/>
                      </a:lnTo>
                      <a:lnTo>
                        <a:pt x="1104" y="146"/>
                      </a:lnTo>
                      <a:close/>
                      <a:moveTo>
                        <a:pt x="1104" y="146"/>
                      </a:moveTo>
                      <a:lnTo>
                        <a:pt x="1098" y="146"/>
                      </a:lnTo>
                      <a:lnTo>
                        <a:pt x="1104" y="146"/>
                      </a:lnTo>
                      <a:lnTo>
                        <a:pt x="1104" y="146"/>
                      </a:lnTo>
                      <a:lnTo>
                        <a:pt x="1104" y="146"/>
                      </a:lnTo>
                      <a:lnTo>
                        <a:pt x="1104" y="146"/>
                      </a:lnTo>
                      <a:close/>
                      <a:moveTo>
                        <a:pt x="1818" y="152"/>
                      </a:moveTo>
                      <a:lnTo>
                        <a:pt x="1818" y="146"/>
                      </a:lnTo>
                      <a:lnTo>
                        <a:pt x="1824" y="146"/>
                      </a:lnTo>
                      <a:lnTo>
                        <a:pt x="1830" y="146"/>
                      </a:lnTo>
                      <a:lnTo>
                        <a:pt x="1830" y="146"/>
                      </a:lnTo>
                      <a:lnTo>
                        <a:pt x="1836" y="146"/>
                      </a:lnTo>
                      <a:lnTo>
                        <a:pt x="1830" y="146"/>
                      </a:lnTo>
                      <a:lnTo>
                        <a:pt x="1830" y="152"/>
                      </a:lnTo>
                      <a:lnTo>
                        <a:pt x="1830" y="146"/>
                      </a:lnTo>
                      <a:lnTo>
                        <a:pt x="1830" y="146"/>
                      </a:lnTo>
                      <a:lnTo>
                        <a:pt x="1824" y="146"/>
                      </a:lnTo>
                      <a:lnTo>
                        <a:pt x="1824" y="152"/>
                      </a:lnTo>
                      <a:lnTo>
                        <a:pt x="1818" y="152"/>
                      </a:lnTo>
                      <a:lnTo>
                        <a:pt x="1818" y="152"/>
                      </a:lnTo>
                      <a:lnTo>
                        <a:pt x="1818" y="152"/>
                      </a:lnTo>
                      <a:lnTo>
                        <a:pt x="1818" y="152"/>
                      </a:lnTo>
                      <a:close/>
                      <a:moveTo>
                        <a:pt x="1104" y="152"/>
                      </a:moveTo>
                      <a:lnTo>
                        <a:pt x="1098" y="152"/>
                      </a:lnTo>
                      <a:lnTo>
                        <a:pt x="1098" y="146"/>
                      </a:lnTo>
                      <a:lnTo>
                        <a:pt x="1104" y="146"/>
                      </a:lnTo>
                      <a:lnTo>
                        <a:pt x="1104" y="152"/>
                      </a:lnTo>
                      <a:lnTo>
                        <a:pt x="1104" y="152"/>
                      </a:lnTo>
                      <a:lnTo>
                        <a:pt x="1104" y="152"/>
                      </a:lnTo>
                      <a:lnTo>
                        <a:pt x="1104" y="152"/>
                      </a:lnTo>
                      <a:close/>
                      <a:moveTo>
                        <a:pt x="1066" y="146"/>
                      </a:moveTo>
                      <a:lnTo>
                        <a:pt x="1072" y="152"/>
                      </a:lnTo>
                      <a:lnTo>
                        <a:pt x="1066" y="152"/>
                      </a:lnTo>
                      <a:lnTo>
                        <a:pt x="1066" y="152"/>
                      </a:lnTo>
                      <a:lnTo>
                        <a:pt x="1066" y="146"/>
                      </a:lnTo>
                      <a:lnTo>
                        <a:pt x="1066" y="146"/>
                      </a:lnTo>
                      <a:lnTo>
                        <a:pt x="1066" y="146"/>
                      </a:lnTo>
                      <a:lnTo>
                        <a:pt x="1066" y="146"/>
                      </a:lnTo>
                      <a:lnTo>
                        <a:pt x="1066" y="146"/>
                      </a:lnTo>
                      <a:close/>
                      <a:moveTo>
                        <a:pt x="1088" y="146"/>
                      </a:moveTo>
                      <a:lnTo>
                        <a:pt x="1088" y="152"/>
                      </a:lnTo>
                      <a:lnTo>
                        <a:pt x="1082" y="152"/>
                      </a:lnTo>
                      <a:lnTo>
                        <a:pt x="1078" y="152"/>
                      </a:lnTo>
                      <a:lnTo>
                        <a:pt x="1078" y="146"/>
                      </a:lnTo>
                      <a:lnTo>
                        <a:pt x="1082" y="146"/>
                      </a:lnTo>
                      <a:lnTo>
                        <a:pt x="1088" y="146"/>
                      </a:lnTo>
                      <a:lnTo>
                        <a:pt x="1088" y="146"/>
                      </a:lnTo>
                      <a:lnTo>
                        <a:pt x="1088" y="146"/>
                      </a:lnTo>
                      <a:lnTo>
                        <a:pt x="1088" y="146"/>
                      </a:lnTo>
                      <a:close/>
                      <a:moveTo>
                        <a:pt x="1054" y="152"/>
                      </a:moveTo>
                      <a:lnTo>
                        <a:pt x="1054" y="152"/>
                      </a:lnTo>
                      <a:lnTo>
                        <a:pt x="1054" y="152"/>
                      </a:lnTo>
                      <a:lnTo>
                        <a:pt x="1050" y="152"/>
                      </a:lnTo>
                      <a:lnTo>
                        <a:pt x="1054" y="152"/>
                      </a:lnTo>
                      <a:lnTo>
                        <a:pt x="1054" y="152"/>
                      </a:lnTo>
                      <a:lnTo>
                        <a:pt x="1054" y="152"/>
                      </a:lnTo>
                      <a:lnTo>
                        <a:pt x="1054" y="152"/>
                      </a:lnTo>
                      <a:close/>
                      <a:moveTo>
                        <a:pt x="1320" y="156"/>
                      </a:moveTo>
                      <a:lnTo>
                        <a:pt x="1320" y="152"/>
                      </a:lnTo>
                      <a:lnTo>
                        <a:pt x="1326" y="152"/>
                      </a:lnTo>
                      <a:lnTo>
                        <a:pt x="1326" y="156"/>
                      </a:lnTo>
                      <a:lnTo>
                        <a:pt x="1326" y="156"/>
                      </a:lnTo>
                      <a:lnTo>
                        <a:pt x="1326" y="156"/>
                      </a:lnTo>
                      <a:lnTo>
                        <a:pt x="1320" y="156"/>
                      </a:lnTo>
                      <a:lnTo>
                        <a:pt x="1320" y="156"/>
                      </a:lnTo>
                      <a:lnTo>
                        <a:pt x="1320" y="156"/>
                      </a:lnTo>
                      <a:lnTo>
                        <a:pt x="1320" y="156"/>
                      </a:lnTo>
                      <a:close/>
                      <a:moveTo>
                        <a:pt x="1088" y="162"/>
                      </a:moveTo>
                      <a:lnTo>
                        <a:pt x="1088" y="156"/>
                      </a:lnTo>
                      <a:lnTo>
                        <a:pt x="1092" y="156"/>
                      </a:lnTo>
                      <a:lnTo>
                        <a:pt x="1088" y="156"/>
                      </a:lnTo>
                      <a:lnTo>
                        <a:pt x="1088" y="162"/>
                      </a:lnTo>
                      <a:lnTo>
                        <a:pt x="1092" y="162"/>
                      </a:lnTo>
                      <a:lnTo>
                        <a:pt x="1092" y="156"/>
                      </a:lnTo>
                      <a:lnTo>
                        <a:pt x="1092" y="162"/>
                      </a:lnTo>
                      <a:lnTo>
                        <a:pt x="1088" y="162"/>
                      </a:lnTo>
                      <a:lnTo>
                        <a:pt x="1088" y="162"/>
                      </a:lnTo>
                      <a:lnTo>
                        <a:pt x="1088" y="162"/>
                      </a:lnTo>
                      <a:lnTo>
                        <a:pt x="1088" y="162"/>
                      </a:lnTo>
                      <a:close/>
                      <a:moveTo>
                        <a:pt x="1088" y="168"/>
                      </a:moveTo>
                      <a:lnTo>
                        <a:pt x="1082" y="162"/>
                      </a:lnTo>
                      <a:lnTo>
                        <a:pt x="1078" y="162"/>
                      </a:lnTo>
                      <a:lnTo>
                        <a:pt x="1078" y="162"/>
                      </a:lnTo>
                      <a:lnTo>
                        <a:pt x="1072" y="162"/>
                      </a:lnTo>
                      <a:lnTo>
                        <a:pt x="1072" y="156"/>
                      </a:lnTo>
                      <a:lnTo>
                        <a:pt x="1078" y="162"/>
                      </a:lnTo>
                      <a:lnTo>
                        <a:pt x="1078" y="156"/>
                      </a:lnTo>
                      <a:lnTo>
                        <a:pt x="1078" y="156"/>
                      </a:lnTo>
                      <a:lnTo>
                        <a:pt x="1082" y="156"/>
                      </a:lnTo>
                      <a:lnTo>
                        <a:pt x="1088" y="156"/>
                      </a:lnTo>
                      <a:lnTo>
                        <a:pt x="1088" y="156"/>
                      </a:lnTo>
                      <a:lnTo>
                        <a:pt x="1088" y="162"/>
                      </a:lnTo>
                      <a:lnTo>
                        <a:pt x="1088" y="162"/>
                      </a:lnTo>
                      <a:lnTo>
                        <a:pt x="1088" y="156"/>
                      </a:lnTo>
                      <a:lnTo>
                        <a:pt x="1082" y="162"/>
                      </a:lnTo>
                      <a:lnTo>
                        <a:pt x="1088" y="162"/>
                      </a:lnTo>
                      <a:lnTo>
                        <a:pt x="1088" y="168"/>
                      </a:lnTo>
                      <a:lnTo>
                        <a:pt x="1088" y="168"/>
                      </a:lnTo>
                      <a:lnTo>
                        <a:pt x="1088" y="168"/>
                      </a:lnTo>
                      <a:lnTo>
                        <a:pt x="1088" y="168"/>
                      </a:lnTo>
                      <a:close/>
                      <a:moveTo>
                        <a:pt x="1066" y="162"/>
                      </a:moveTo>
                      <a:lnTo>
                        <a:pt x="1066" y="156"/>
                      </a:lnTo>
                      <a:lnTo>
                        <a:pt x="1066" y="156"/>
                      </a:lnTo>
                      <a:lnTo>
                        <a:pt x="1066" y="162"/>
                      </a:lnTo>
                      <a:lnTo>
                        <a:pt x="1060" y="162"/>
                      </a:lnTo>
                      <a:lnTo>
                        <a:pt x="1054" y="162"/>
                      </a:lnTo>
                      <a:lnTo>
                        <a:pt x="1060" y="162"/>
                      </a:lnTo>
                      <a:lnTo>
                        <a:pt x="1066" y="162"/>
                      </a:lnTo>
                      <a:lnTo>
                        <a:pt x="1066" y="162"/>
                      </a:lnTo>
                      <a:lnTo>
                        <a:pt x="1066" y="162"/>
                      </a:lnTo>
                      <a:lnTo>
                        <a:pt x="1066" y="162"/>
                      </a:lnTo>
                      <a:close/>
                      <a:moveTo>
                        <a:pt x="1736" y="200"/>
                      </a:moveTo>
                      <a:lnTo>
                        <a:pt x="1732" y="200"/>
                      </a:lnTo>
                      <a:lnTo>
                        <a:pt x="1732" y="200"/>
                      </a:lnTo>
                      <a:lnTo>
                        <a:pt x="1732" y="194"/>
                      </a:lnTo>
                      <a:lnTo>
                        <a:pt x="1732" y="194"/>
                      </a:lnTo>
                      <a:lnTo>
                        <a:pt x="1732" y="194"/>
                      </a:lnTo>
                      <a:lnTo>
                        <a:pt x="1728" y="194"/>
                      </a:lnTo>
                      <a:lnTo>
                        <a:pt x="1722" y="194"/>
                      </a:lnTo>
                      <a:lnTo>
                        <a:pt x="1722" y="194"/>
                      </a:lnTo>
                      <a:lnTo>
                        <a:pt x="1716" y="194"/>
                      </a:lnTo>
                      <a:lnTo>
                        <a:pt x="1710" y="200"/>
                      </a:lnTo>
                      <a:lnTo>
                        <a:pt x="1710" y="200"/>
                      </a:lnTo>
                      <a:lnTo>
                        <a:pt x="1704" y="200"/>
                      </a:lnTo>
                      <a:lnTo>
                        <a:pt x="1700" y="194"/>
                      </a:lnTo>
                      <a:lnTo>
                        <a:pt x="1700" y="194"/>
                      </a:lnTo>
                      <a:lnTo>
                        <a:pt x="1694" y="194"/>
                      </a:lnTo>
                      <a:lnTo>
                        <a:pt x="1694" y="200"/>
                      </a:lnTo>
                      <a:lnTo>
                        <a:pt x="1700" y="200"/>
                      </a:lnTo>
                      <a:lnTo>
                        <a:pt x="1694" y="200"/>
                      </a:lnTo>
                      <a:lnTo>
                        <a:pt x="1694" y="200"/>
                      </a:lnTo>
                      <a:lnTo>
                        <a:pt x="1688" y="200"/>
                      </a:lnTo>
                      <a:lnTo>
                        <a:pt x="1688" y="200"/>
                      </a:lnTo>
                      <a:lnTo>
                        <a:pt x="1682" y="200"/>
                      </a:lnTo>
                      <a:lnTo>
                        <a:pt x="1678" y="200"/>
                      </a:lnTo>
                      <a:lnTo>
                        <a:pt x="1678" y="200"/>
                      </a:lnTo>
                      <a:lnTo>
                        <a:pt x="1672" y="200"/>
                      </a:lnTo>
                      <a:lnTo>
                        <a:pt x="1672" y="200"/>
                      </a:lnTo>
                      <a:lnTo>
                        <a:pt x="1672" y="194"/>
                      </a:lnTo>
                      <a:lnTo>
                        <a:pt x="1668" y="194"/>
                      </a:lnTo>
                      <a:lnTo>
                        <a:pt x="1668" y="188"/>
                      </a:lnTo>
                      <a:lnTo>
                        <a:pt x="1662" y="188"/>
                      </a:lnTo>
                      <a:lnTo>
                        <a:pt x="1662" y="188"/>
                      </a:lnTo>
                      <a:lnTo>
                        <a:pt x="1662" y="188"/>
                      </a:lnTo>
                      <a:lnTo>
                        <a:pt x="1656" y="182"/>
                      </a:lnTo>
                      <a:lnTo>
                        <a:pt x="1662" y="182"/>
                      </a:lnTo>
                      <a:lnTo>
                        <a:pt x="1662" y="182"/>
                      </a:lnTo>
                      <a:lnTo>
                        <a:pt x="1668" y="182"/>
                      </a:lnTo>
                      <a:lnTo>
                        <a:pt x="1662" y="182"/>
                      </a:lnTo>
                      <a:lnTo>
                        <a:pt x="1662" y="182"/>
                      </a:lnTo>
                      <a:lnTo>
                        <a:pt x="1662" y="180"/>
                      </a:lnTo>
                      <a:lnTo>
                        <a:pt x="1662" y="180"/>
                      </a:lnTo>
                      <a:lnTo>
                        <a:pt x="1662" y="180"/>
                      </a:lnTo>
                      <a:lnTo>
                        <a:pt x="1662" y="180"/>
                      </a:lnTo>
                      <a:lnTo>
                        <a:pt x="1662" y="180"/>
                      </a:lnTo>
                      <a:lnTo>
                        <a:pt x="1662" y="180"/>
                      </a:lnTo>
                      <a:lnTo>
                        <a:pt x="1662" y="180"/>
                      </a:lnTo>
                      <a:lnTo>
                        <a:pt x="1662" y="180"/>
                      </a:lnTo>
                      <a:lnTo>
                        <a:pt x="1662" y="174"/>
                      </a:lnTo>
                      <a:lnTo>
                        <a:pt x="1662" y="174"/>
                      </a:lnTo>
                      <a:lnTo>
                        <a:pt x="1668" y="174"/>
                      </a:lnTo>
                      <a:lnTo>
                        <a:pt x="1672" y="174"/>
                      </a:lnTo>
                      <a:lnTo>
                        <a:pt x="1668" y="174"/>
                      </a:lnTo>
                      <a:lnTo>
                        <a:pt x="1668" y="168"/>
                      </a:lnTo>
                      <a:lnTo>
                        <a:pt x="1662" y="168"/>
                      </a:lnTo>
                      <a:lnTo>
                        <a:pt x="1668" y="168"/>
                      </a:lnTo>
                      <a:lnTo>
                        <a:pt x="1672" y="168"/>
                      </a:lnTo>
                      <a:lnTo>
                        <a:pt x="1672" y="168"/>
                      </a:lnTo>
                      <a:lnTo>
                        <a:pt x="1672" y="162"/>
                      </a:lnTo>
                      <a:lnTo>
                        <a:pt x="1678" y="162"/>
                      </a:lnTo>
                      <a:lnTo>
                        <a:pt x="1678" y="168"/>
                      </a:lnTo>
                      <a:lnTo>
                        <a:pt x="1678" y="162"/>
                      </a:lnTo>
                      <a:lnTo>
                        <a:pt x="1682" y="162"/>
                      </a:lnTo>
                      <a:lnTo>
                        <a:pt x="1688" y="162"/>
                      </a:lnTo>
                      <a:lnTo>
                        <a:pt x="1688" y="162"/>
                      </a:lnTo>
                      <a:lnTo>
                        <a:pt x="1688" y="168"/>
                      </a:lnTo>
                      <a:lnTo>
                        <a:pt x="1694" y="168"/>
                      </a:lnTo>
                      <a:lnTo>
                        <a:pt x="1700" y="168"/>
                      </a:lnTo>
                      <a:lnTo>
                        <a:pt x="1700" y="168"/>
                      </a:lnTo>
                      <a:lnTo>
                        <a:pt x="1700" y="168"/>
                      </a:lnTo>
                      <a:lnTo>
                        <a:pt x="1700" y="174"/>
                      </a:lnTo>
                      <a:lnTo>
                        <a:pt x="1704" y="174"/>
                      </a:lnTo>
                      <a:lnTo>
                        <a:pt x="1710" y="174"/>
                      </a:lnTo>
                      <a:lnTo>
                        <a:pt x="1710" y="180"/>
                      </a:lnTo>
                      <a:lnTo>
                        <a:pt x="1710" y="180"/>
                      </a:lnTo>
                      <a:lnTo>
                        <a:pt x="1716" y="180"/>
                      </a:lnTo>
                      <a:lnTo>
                        <a:pt x="1716" y="174"/>
                      </a:lnTo>
                      <a:lnTo>
                        <a:pt x="1716" y="168"/>
                      </a:lnTo>
                      <a:lnTo>
                        <a:pt x="1716" y="168"/>
                      </a:lnTo>
                      <a:lnTo>
                        <a:pt x="1722" y="168"/>
                      </a:lnTo>
                      <a:lnTo>
                        <a:pt x="1722" y="168"/>
                      </a:lnTo>
                      <a:lnTo>
                        <a:pt x="1722" y="162"/>
                      </a:lnTo>
                      <a:lnTo>
                        <a:pt x="1722" y="162"/>
                      </a:lnTo>
                      <a:lnTo>
                        <a:pt x="1722" y="162"/>
                      </a:lnTo>
                      <a:lnTo>
                        <a:pt x="1728" y="168"/>
                      </a:lnTo>
                      <a:lnTo>
                        <a:pt x="1732" y="168"/>
                      </a:lnTo>
                      <a:lnTo>
                        <a:pt x="1732" y="168"/>
                      </a:lnTo>
                      <a:lnTo>
                        <a:pt x="1736" y="168"/>
                      </a:lnTo>
                      <a:lnTo>
                        <a:pt x="1736" y="174"/>
                      </a:lnTo>
                      <a:lnTo>
                        <a:pt x="1742" y="174"/>
                      </a:lnTo>
                      <a:lnTo>
                        <a:pt x="1748" y="174"/>
                      </a:lnTo>
                      <a:lnTo>
                        <a:pt x="1748" y="174"/>
                      </a:lnTo>
                      <a:lnTo>
                        <a:pt x="1754" y="168"/>
                      </a:lnTo>
                      <a:lnTo>
                        <a:pt x="1758" y="174"/>
                      </a:lnTo>
                      <a:lnTo>
                        <a:pt x="1758" y="174"/>
                      </a:lnTo>
                      <a:lnTo>
                        <a:pt x="1764" y="180"/>
                      </a:lnTo>
                      <a:lnTo>
                        <a:pt x="1770" y="180"/>
                      </a:lnTo>
                      <a:lnTo>
                        <a:pt x="1770" y="180"/>
                      </a:lnTo>
                      <a:lnTo>
                        <a:pt x="1776" y="180"/>
                      </a:lnTo>
                      <a:lnTo>
                        <a:pt x="1776" y="180"/>
                      </a:lnTo>
                      <a:lnTo>
                        <a:pt x="1782" y="180"/>
                      </a:lnTo>
                      <a:lnTo>
                        <a:pt x="1776" y="180"/>
                      </a:lnTo>
                      <a:lnTo>
                        <a:pt x="1770" y="180"/>
                      </a:lnTo>
                      <a:lnTo>
                        <a:pt x="1770" y="180"/>
                      </a:lnTo>
                      <a:lnTo>
                        <a:pt x="1770" y="182"/>
                      </a:lnTo>
                      <a:lnTo>
                        <a:pt x="1770" y="188"/>
                      </a:lnTo>
                      <a:lnTo>
                        <a:pt x="1770" y="188"/>
                      </a:lnTo>
                      <a:lnTo>
                        <a:pt x="1770" y="188"/>
                      </a:lnTo>
                      <a:lnTo>
                        <a:pt x="1770" y="188"/>
                      </a:lnTo>
                      <a:lnTo>
                        <a:pt x="1764" y="188"/>
                      </a:lnTo>
                      <a:lnTo>
                        <a:pt x="1758" y="188"/>
                      </a:lnTo>
                      <a:lnTo>
                        <a:pt x="1758" y="194"/>
                      </a:lnTo>
                      <a:lnTo>
                        <a:pt x="1758" y="194"/>
                      </a:lnTo>
                      <a:lnTo>
                        <a:pt x="1758" y="188"/>
                      </a:lnTo>
                      <a:lnTo>
                        <a:pt x="1754" y="188"/>
                      </a:lnTo>
                      <a:lnTo>
                        <a:pt x="1748" y="188"/>
                      </a:lnTo>
                      <a:lnTo>
                        <a:pt x="1748" y="188"/>
                      </a:lnTo>
                      <a:lnTo>
                        <a:pt x="1742" y="188"/>
                      </a:lnTo>
                      <a:lnTo>
                        <a:pt x="1742" y="188"/>
                      </a:lnTo>
                      <a:lnTo>
                        <a:pt x="1736" y="188"/>
                      </a:lnTo>
                      <a:lnTo>
                        <a:pt x="1736" y="182"/>
                      </a:lnTo>
                      <a:lnTo>
                        <a:pt x="1736" y="180"/>
                      </a:lnTo>
                      <a:lnTo>
                        <a:pt x="1742" y="180"/>
                      </a:lnTo>
                      <a:lnTo>
                        <a:pt x="1748" y="180"/>
                      </a:lnTo>
                      <a:lnTo>
                        <a:pt x="1742" y="180"/>
                      </a:lnTo>
                      <a:lnTo>
                        <a:pt x="1742" y="174"/>
                      </a:lnTo>
                      <a:lnTo>
                        <a:pt x="1736" y="174"/>
                      </a:lnTo>
                      <a:lnTo>
                        <a:pt x="1736" y="180"/>
                      </a:lnTo>
                      <a:lnTo>
                        <a:pt x="1732" y="180"/>
                      </a:lnTo>
                      <a:lnTo>
                        <a:pt x="1732" y="180"/>
                      </a:lnTo>
                      <a:lnTo>
                        <a:pt x="1732" y="180"/>
                      </a:lnTo>
                      <a:lnTo>
                        <a:pt x="1732" y="182"/>
                      </a:lnTo>
                      <a:lnTo>
                        <a:pt x="1732" y="182"/>
                      </a:lnTo>
                      <a:lnTo>
                        <a:pt x="1732" y="188"/>
                      </a:lnTo>
                      <a:lnTo>
                        <a:pt x="1736" y="188"/>
                      </a:lnTo>
                      <a:lnTo>
                        <a:pt x="1742" y="188"/>
                      </a:lnTo>
                      <a:lnTo>
                        <a:pt x="1748" y="188"/>
                      </a:lnTo>
                      <a:lnTo>
                        <a:pt x="1748" y="194"/>
                      </a:lnTo>
                      <a:lnTo>
                        <a:pt x="1754" y="194"/>
                      </a:lnTo>
                      <a:lnTo>
                        <a:pt x="1748" y="200"/>
                      </a:lnTo>
                      <a:lnTo>
                        <a:pt x="1748" y="194"/>
                      </a:lnTo>
                      <a:lnTo>
                        <a:pt x="1748" y="194"/>
                      </a:lnTo>
                      <a:lnTo>
                        <a:pt x="1748" y="200"/>
                      </a:lnTo>
                      <a:lnTo>
                        <a:pt x="1742" y="200"/>
                      </a:lnTo>
                      <a:lnTo>
                        <a:pt x="1742" y="194"/>
                      </a:lnTo>
                      <a:lnTo>
                        <a:pt x="1736" y="194"/>
                      </a:lnTo>
                      <a:lnTo>
                        <a:pt x="1736" y="200"/>
                      </a:lnTo>
                      <a:lnTo>
                        <a:pt x="1742" y="200"/>
                      </a:lnTo>
                      <a:lnTo>
                        <a:pt x="1736" y="200"/>
                      </a:lnTo>
                      <a:lnTo>
                        <a:pt x="1736" y="200"/>
                      </a:lnTo>
                      <a:lnTo>
                        <a:pt x="1736" y="200"/>
                      </a:lnTo>
                      <a:lnTo>
                        <a:pt x="1736" y="200"/>
                      </a:lnTo>
                      <a:close/>
                      <a:moveTo>
                        <a:pt x="1878" y="168"/>
                      </a:moveTo>
                      <a:lnTo>
                        <a:pt x="1878" y="162"/>
                      </a:lnTo>
                      <a:lnTo>
                        <a:pt x="1884" y="162"/>
                      </a:lnTo>
                      <a:lnTo>
                        <a:pt x="1884" y="168"/>
                      </a:lnTo>
                      <a:lnTo>
                        <a:pt x="1878" y="168"/>
                      </a:lnTo>
                      <a:lnTo>
                        <a:pt x="1878" y="168"/>
                      </a:lnTo>
                      <a:lnTo>
                        <a:pt x="1878" y="168"/>
                      </a:lnTo>
                      <a:lnTo>
                        <a:pt x="1878" y="168"/>
                      </a:lnTo>
                      <a:close/>
                      <a:moveTo>
                        <a:pt x="1716" y="168"/>
                      </a:moveTo>
                      <a:lnTo>
                        <a:pt x="1716" y="162"/>
                      </a:lnTo>
                      <a:lnTo>
                        <a:pt x="1716" y="168"/>
                      </a:lnTo>
                      <a:lnTo>
                        <a:pt x="1716" y="168"/>
                      </a:lnTo>
                      <a:lnTo>
                        <a:pt x="1716" y="168"/>
                      </a:lnTo>
                      <a:lnTo>
                        <a:pt x="1716" y="168"/>
                      </a:lnTo>
                      <a:close/>
                      <a:moveTo>
                        <a:pt x="1098" y="168"/>
                      </a:moveTo>
                      <a:lnTo>
                        <a:pt x="1092" y="168"/>
                      </a:lnTo>
                      <a:lnTo>
                        <a:pt x="1092" y="168"/>
                      </a:lnTo>
                      <a:lnTo>
                        <a:pt x="1088" y="168"/>
                      </a:lnTo>
                      <a:lnTo>
                        <a:pt x="1088" y="168"/>
                      </a:lnTo>
                      <a:lnTo>
                        <a:pt x="1098" y="168"/>
                      </a:lnTo>
                      <a:lnTo>
                        <a:pt x="1098" y="168"/>
                      </a:lnTo>
                      <a:lnTo>
                        <a:pt x="1098" y="168"/>
                      </a:lnTo>
                      <a:lnTo>
                        <a:pt x="1098" y="168"/>
                      </a:lnTo>
                      <a:close/>
                      <a:moveTo>
                        <a:pt x="898" y="168"/>
                      </a:moveTo>
                      <a:lnTo>
                        <a:pt x="892" y="168"/>
                      </a:lnTo>
                      <a:lnTo>
                        <a:pt x="886" y="168"/>
                      </a:lnTo>
                      <a:lnTo>
                        <a:pt x="880" y="168"/>
                      </a:lnTo>
                      <a:lnTo>
                        <a:pt x="886" y="168"/>
                      </a:lnTo>
                      <a:lnTo>
                        <a:pt x="886" y="168"/>
                      </a:lnTo>
                      <a:lnTo>
                        <a:pt x="892" y="168"/>
                      </a:lnTo>
                      <a:lnTo>
                        <a:pt x="892" y="168"/>
                      </a:lnTo>
                      <a:lnTo>
                        <a:pt x="898" y="168"/>
                      </a:lnTo>
                      <a:lnTo>
                        <a:pt x="898" y="168"/>
                      </a:lnTo>
                      <a:lnTo>
                        <a:pt x="898" y="168"/>
                      </a:lnTo>
                      <a:lnTo>
                        <a:pt x="898" y="168"/>
                      </a:lnTo>
                      <a:lnTo>
                        <a:pt x="898" y="168"/>
                      </a:lnTo>
                      <a:lnTo>
                        <a:pt x="898" y="168"/>
                      </a:lnTo>
                      <a:close/>
                      <a:moveTo>
                        <a:pt x="876" y="168"/>
                      </a:moveTo>
                      <a:lnTo>
                        <a:pt x="880" y="168"/>
                      </a:lnTo>
                      <a:lnTo>
                        <a:pt x="880" y="168"/>
                      </a:lnTo>
                      <a:lnTo>
                        <a:pt x="880" y="168"/>
                      </a:lnTo>
                      <a:lnTo>
                        <a:pt x="876" y="168"/>
                      </a:lnTo>
                      <a:lnTo>
                        <a:pt x="872" y="168"/>
                      </a:lnTo>
                      <a:lnTo>
                        <a:pt x="876" y="168"/>
                      </a:lnTo>
                      <a:lnTo>
                        <a:pt x="876" y="168"/>
                      </a:lnTo>
                      <a:lnTo>
                        <a:pt x="876" y="168"/>
                      </a:lnTo>
                      <a:lnTo>
                        <a:pt x="876" y="168"/>
                      </a:lnTo>
                      <a:close/>
                      <a:moveTo>
                        <a:pt x="1640" y="182"/>
                      </a:moveTo>
                      <a:lnTo>
                        <a:pt x="1640" y="180"/>
                      </a:lnTo>
                      <a:lnTo>
                        <a:pt x="1640" y="180"/>
                      </a:lnTo>
                      <a:lnTo>
                        <a:pt x="1640" y="180"/>
                      </a:lnTo>
                      <a:lnTo>
                        <a:pt x="1640" y="180"/>
                      </a:lnTo>
                      <a:lnTo>
                        <a:pt x="1640" y="174"/>
                      </a:lnTo>
                      <a:lnTo>
                        <a:pt x="1640" y="168"/>
                      </a:lnTo>
                      <a:lnTo>
                        <a:pt x="1640" y="174"/>
                      </a:lnTo>
                      <a:lnTo>
                        <a:pt x="1644" y="180"/>
                      </a:lnTo>
                      <a:lnTo>
                        <a:pt x="1650" y="180"/>
                      </a:lnTo>
                      <a:lnTo>
                        <a:pt x="1644" y="180"/>
                      </a:lnTo>
                      <a:lnTo>
                        <a:pt x="1644" y="182"/>
                      </a:lnTo>
                      <a:lnTo>
                        <a:pt x="1640" y="182"/>
                      </a:lnTo>
                      <a:lnTo>
                        <a:pt x="1640" y="182"/>
                      </a:lnTo>
                      <a:lnTo>
                        <a:pt x="1640" y="182"/>
                      </a:lnTo>
                      <a:lnTo>
                        <a:pt x="1640" y="182"/>
                      </a:lnTo>
                      <a:lnTo>
                        <a:pt x="1640" y="182"/>
                      </a:lnTo>
                      <a:close/>
                      <a:moveTo>
                        <a:pt x="1790" y="180"/>
                      </a:moveTo>
                      <a:lnTo>
                        <a:pt x="1790" y="180"/>
                      </a:lnTo>
                      <a:lnTo>
                        <a:pt x="1796" y="180"/>
                      </a:lnTo>
                      <a:lnTo>
                        <a:pt x="1790" y="182"/>
                      </a:lnTo>
                      <a:lnTo>
                        <a:pt x="1796" y="182"/>
                      </a:lnTo>
                      <a:lnTo>
                        <a:pt x="1802" y="182"/>
                      </a:lnTo>
                      <a:lnTo>
                        <a:pt x="1802" y="182"/>
                      </a:lnTo>
                      <a:lnTo>
                        <a:pt x="1802" y="182"/>
                      </a:lnTo>
                      <a:lnTo>
                        <a:pt x="1802" y="182"/>
                      </a:lnTo>
                      <a:lnTo>
                        <a:pt x="1808" y="182"/>
                      </a:lnTo>
                      <a:lnTo>
                        <a:pt x="1808" y="180"/>
                      </a:lnTo>
                      <a:lnTo>
                        <a:pt x="1808" y="182"/>
                      </a:lnTo>
                      <a:lnTo>
                        <a:pt x="1814" y="182"/>
                      </a:lnTo>
                      <a:lnTo>
                        <a:pt x="1814" y="182"/>
                      </a:lnTo>
                      <a:lnTo>
                        <a:pt x="1818" y="182"/>
                      </a:lnTo>
                      <a:lnTo>
                        <a:pt x="1824" y="182"/>
                      </a:lnTo>
                      <a:lnTo>
                        <a:pt x="1818" y="182"/>
                      </a:lnTo>
                      <a:lnTo>
                        <a:pt x="1818" y="188"/>
                      </a:lnTo>
                      <a:lnTo>
                        <a:pt x="1824" y="188"/>
                      </a:lnTo>
                      <a:lnTo>
                        <a:pt x="1830" y="188"/>
                      </a:lnTo>
                      <a:lnTo>
                        <a:pt x="1830" y="188"/>
                      </a:lnTo>
                      <a:lnTo>
                        <a:pt x="1836" y="188"/>
                      </a:lnTo>
                      <a:lnTo>
                        <a:pt x="1842" y="188"/>
                      </a:lnTo>
                      <a:lnTo>
                        <a:pt x="1842" y="188"/>
                      </a:lnTo>
                      <a:lnTo>
                        <a:pt x="1844" y="188"/>
                      </a:lnTo>
                      <a:lnTo>
                        <a:pt x="1850" y="188"/>
                      </a:lnTo>
                      <a:lnTo>
                        <a:pt x="1850" y="188"/>
                      </a:lnTo>
                      <a:lnTo>
                        <a:pt x="1856" y="188"/>
                      </a:lnTo>
                      <a:lnTo>
                        <a:pt x="1850" y="188"/>
                      </a:lnTo>
                      <a:lnTo>
                        <a:pt x="1850" y="194"/>
                      </a:lnTo>
                      <a:lnTo>
                        <a:pt x="1850" y="200"/>
                      </a:lnTo>
                      <a:lnTo>
                        <a:pt x="1850" y="200"/>
                      </a:lnTo>
                      <a:lnTo>
                        <a:pt x="1844" y="200"/>
                      </a:lnTo>
                      <a:lnTo>
                        <a:pt x="1842" y="200"/>
                      </a:lnTo>
                      <a:lnTo>
                        <a:pt x="1842" y="200"/>
                      </a:lnTo>
                      <a:lnTo>
                        <a:pt x="1836" y="200"/>
                      </a:lnTo>
                      <a:lnTo>
                        <a:pt x="1830" y="200"/>
                      </a:lnTo>
                      <a:lnTo>
                        <a:pt x="1830" y="200"/>
                      </a:lnTo>
                      <a:lnTo>
                        <a:pt x="1824" y="200"/>
                      </a:lnTo>
                      <a:lnTo>
                        <a:pt x="1818" y="200"/>
                      </a:lnTo>
                      <a:lnTo>
                        <a:pt x="1814" y="200"/>
                      </a:lnTo>
                      <a:lnTo>
                        <a:pt x="1814" y="200"/>
                      </a:lnTo>
                      <a:lnTo>
                        <a:pt x="1814" y="194"/>
                      </a:lnTo>
                      <a:lnTo>
                        <a:pt x="1808" y="194"/>
                      </a:lnTo>
                      <a:lnTo>
                        <a:pt x="1802" y="194"/>
                      </a:lnTo>
                      <a:lnTo>
                        <a:pt x="1802" y="194"/>
                      </a:lnTo>
                      <a:lnTo>
                        <a:pt x="1802" y="188"/>
                      </a:lnTo>
                      <a:lnTo>
                        <a:pt x="1796" y="188"/>
                      </a:lnTo>
                      <a:lnTo>
                        <a:pt x="1790" y="188"/>
                      </a:lnTo>
                      <a:lnTo>
                        <a:pt x="1790" y="188"/>
                      </a:lnTo>
                      <a:lnTo>
                        <a:pt x="1790" y="188"/>
                      </a:lnTo>
                      <a:lnTo>
                        <a:pt x="1786" y="188"/>
                      </a:lnTo>
                      <a:lnTo>
                        <a:pt x="1790" y="188"/>
                      </a:lnTo>
                      <a:lnTo>
                        <a:pt x="1790" y="182"/>
                      </a:lnTo>
                      <a:lnTo>
                        <a:pt x="1790" y="180"/>
                      </a:lnTo>
                      <a:lnTo>
                        <a:pt x="1790" y="180"/>
                      </a:lnTo>
                      <a:lnTo>
                        <a:pt x="1790" y="180"/>
                      </a:lnTo>
                      <a:lnTo>
                        <a:pt x="1790" y="180"/>
                      </a:lnTo>
                      <a:lnTo>
                        <a:pt x="1790" y="180"/>
                      </a:lnTo>
                      <a:close/>
                      <a:moveTo>
                        <a:pt x="880" y="180"/>
                      </a:moveTo>
                      <a:lnTo>
                        <a:pt x="880" y="180"/>
                      </a:lnTo>
                      <a:lnTo>
                        <a:pt x="880" y="182"/>
                      </a:lnTo>
                      <a:lnTo>
                        <a:pt x="880" y="182"/>
                      </a:lnTo>
                      <a:lnTo>
                        <a:pt x="880" y="182"/>
                      </a:lnTo>
                      <a:lnTo>
                        <a:pt x="880" y="188"/>
                      </a:lnTo>
                      <a:lnTo>
                        <a:pt x="880" y="182"/>
                      </a:lnTo>
                      <a:lnTo>
                        <a:pt x="876" y="182"/>
                      </a:lnTo>
                      <a:lnTo>
                        <a:pt x="876" y="188"/>
                      </a:lnTo>
                      <a:lnTo>
                        <a:pt x="872" y="182"/>
                      </a:lnTo>
                      <a:lnTo>
                        <a:pt x="876" y="182"/>
                      </a:lnTo>
                      <a:lnTo>
                        <a:pt x="876" y="180"/>
                      </a:lnTo>
                      <a:lnTo>
                        <a:pt x="876" y="182"/>
                      </a:lnTo>
                      <a:lnTo>
                        <a:pt x="880" y="182"/>
                      </a:lnTo>
                      <a:lnTo>
                        <a:pt x="880" y="180"/>
                      </a:lnTo>
                      <a:lnTo>
                        <a:pt x="880" y="180"/>
                      </a:lnTo>
                      <a:lnTo>
                        <a:pt x="880" y="180"/>
                      </a:lnTo>
                      <a:lnTo>
                        <a:pt x="880" y="180"/>
                      </a:lnTo>
                      <a:lnTo>
                        <a:pt x="880" y="180"/>
                      </a:lnTo>
                      <a:close/>
                      <a:moveTo>
                        <a:pt x="952" y="194"/>
                      </a:moveTo>
                      <a:lnTo>
                        <a:pt x="958" y="194"/>
                      </a:lnTo>
                      <a:lnTo>
                        <a:pt x="952" y="194"/>
                      </a:lnTo>
                      <a:lnTo>
                        <a:pt x="952" y="200"/>
                      </a:lnTo>
                      <a:lnTo>
                        <a:pt x="952" y="194"/>
                      </a:lnTo>
                      <a:lnTo>
                        <a:pt x="946" y="194"/>
                      </a:lnTo>
                      <a:lnTo>
                        <a:pt x="946" y="200"/>
                      </a:lnTo>
                      <a:lnTo>
                        <a:pt x="952" y="200"/>
                      </a:lnTo>
                      <a:lnTo>
                        <a:pt x="946" y="200"/>
                      </a:lnTo>
                      <a:lnTo>
                        <a:pt x="946" y="200"/>
                      </a:lnTo>
                      <a:lnTo>
                        <a:pt x="940" y="200"/>
                      </a:lnTo>
                      <a:lnTo>
                        <a:pt x="940" y="194"/>
                      </a:lnTo>
                      <a:lnTo>
                        <a:pt x="946" y="194"/>
                      </a:lnTo>
                      <a:lnTo>
                        <a:pt x="946" y="200"/>
                      </a:lnTo>
                      <a:lnTo>
                        <a:pt x="946" y="194"/>
                      </a:lnTo>
                      <a:lnTo>
                        <a:pt x="946" y="194"/>
                      </a:lnTo>
                      <a:lnTo>
                        <a:pt x="946" y="194"/>
                      </a:lnTo>
                      <a:lnTo>
                        <a:pt x="952" y="194"/>
                      </a:lnTo>
                      <a:lnTo>
                        <a:pt x="952" y="194"/>
                      </a:lnTo>
                      <a:lnTo>
                        <a:pt x="952" y="194"/>
                      </a:lnTo>
                      <a:lnTo>
                        <a:pt x="952" y="194"/>
                      </a:lnTo>
                      <a:close/>
                      <a:moveTo>
                        <a:pt x="930" y="200"/>
                      </a:moveTo>
                      <a:lnTo>
                        <a:pt x="930" y="200"/>
                      </a:lnTo>
                      <a:lnTo>
                        <a:pt x="930" y="200"/>
                      </a:lnTo>
                      <a:lnTo>
                        <a:pt x="930" y="200"/>
                      </a:lnTo>
                      <a:lnTo>
                        <a:pt x="926" y="200"/>
                      </a:lnTo>
                      <a:lnTo>
                        <a:pt x="926" y="200"/>
                      </a:lnTo>
                      <a:lnTo>
                        <a:pt x="930" y="200"/>
                      </a:lnTo>
                      <a:lnTo>
                        <a:pt x="930" y="200"/>
                      </a:lnTo>
                      <a:lnTo>
                        <a:pt x="930" y="200"/>
                      </a:lnTo>
                      <a:lnTo>
                        <a:pt x="930" y="200"/>
                      </a:lnTo>
                      <a:close/>
                      <a:moveTo>
                        <a:pt x="838" y="206"/>
                      </a:moveTo>
                      <a:lnTo>
                        <a:pt x="844" y="206"/>
                      </a:lnTo>
                      <a:lnTo>
                        <a:pt x="844" y="200"/>
                      </a:lnTo>
                      <a:lnTo>
                        <a:pt x="844" y="206"/>
                      </a:lnTo>
                      <a:lnTo>
                        <a:pt x="850" y="206"/>
                      </a:lnTo>
                      <a:lnTo>
                        <a:pt x="844" y="206"/>
                      </a:lnTo>
                      <a:lnTo>
                        <a:pt x="838" y="206"/>
                      </a:lnTo>
                      <a:lnTo>
                        <a:pt x="838" y="206"/>
                      </a:lnTo>
                      <a:lnTo>
                        <a:pt x="838" y="206"/>
                      </a:lnTo>
                      <a:lnTo>
                        <a:pt x="838" y="206"/>
                      </a:lnTo>
                      <a:close/>
                      <a:moveTo>
                        <a:pt x="930" y="206"/>
                      </a:moveTo>
                      <a:lnTo>
                        <a:pt x="930" y="210"/>
                      </a:lnTo>
                      <a:lnTo>
                        <a:pt x="926" y="210"/>
                      </a:lnTo>
                      <a:lnTo>
                        <a:pt x="926" y="206"/>
                      </a:lnTo>
                      <a:lnTo>
                        <a:pt x="930" y="206"/>
                      </a:lnTo>
                      <a:lnTo>
                        <a:pt x="930" y="206"/>
                      </a:lnTo>
                      <a:lnTo>
                        <a:pt x="930" y="206"/>
                      </a:lnTo>
                      <a:lnTo>
                        <a:pt x="930" y="206"/>
                      </a:lnTo>
                      <a:lnTo>
                        <a:pt x="930" y="206"/>
                      </a:lnTo>
                      <a:close/>
                      <a:moveTo>
                        <a:pt x="1314" y="216"/>
                      </a:moveTo>
                      <a:lnTo>
                        <a:pt x="1314" y="216"/>
                      </a:lnTo>
                      <a:lnTo>
                        <a:pt x="1308" y="216"/>
                      </a:lnTo>
                      <a:lnTo>
                        <a:pt x="1304" y="216"/>
                      </a:lnTo>
                      <a:lnTo>
                        <a:pt x="1304" y="216"/>
                      </a:lnTo>
                      <a:lnTo>
                        <a:pt x="1304" y="216"/>
                      </a:lnTo>
                      <a:lnTo>
                        <a:pt x="1300" y="216"/>
                      </a:lnTo>
                      <a:lnTo>
                        <a:pt x="1300" y="210"/>
                      </a:lnTo>
                      <a:lnTo>
                        <a:pt x="1304" y="210"/>
                      </a:lnTo>
                      <a:lnTo>
                        <a:pt x="1304" y="210"/>
                      </a:lnTo>
                      <a:lnTo>
                        <a:pt x="1304" y="206"/>
                      </a:lnTo>
                      <a:lnTo>
                        <a:pt x="1308" y="206"/>
                      </a:lnTo>
                      <a:lnTo>
                        <a:pt x="1314" y="206"/>
                      </a:lnTo>
                      <a:lnTo>
                        <a:pt x="1320" y="206"/>
                      </a:lnTo>
                      <a:lnTo>
                        <a:pt x="1326" y="206"/>
                      </a:lnTo>
                      <a:lnTo>
                        <a:pt x="1326" y="210"/>
                      </a:lnTo>
                      <a:lnTo>
                        <a:pt x="1326" y="216"/>
                      </a:lnTo>
                      <a:lnTo>
                        <a:pt x="1320" y="216"/>
                      </a:lnTo>
                      <a:lnTo>
                        <a:pt x="1320" y="216"/>
                      </a:lnTo>
                      <a:lnTo>
                        <a:pt x="1314" y="216"/>
                      </a:lnTo>
                      <a:lnTo>
                        <a:pt x="1314" y="216"/>
                      </a:lnTo>
                      <a:lnTo>
                        <a:pt x="1314" y="216"/>
                      </a:lnTo>
                      <a:lnTo>
                        <a:pt x="1314" y="216"/>
                      </a:lnTo>
                      <a:close/>
                      <a:moveTo>
                        <a:pt x="920" y="206"/>
                      </a:moveTo>
                      <a:lnTo>
                        <a:pt x="920" y="206"/>
                      </a:lnTo>
                      <a:lnTo>
                        <a:pt x="920" y="210"/>
                      </a:lnTo>
                      <a:lnTo>
                        <a:pt x="920" y="210"/>
                      </a:lnTo>
                      <a:lnTo>
                        <a:pt x="920" y="210"/>
                      </a:lnTo>
                      <a:lnTo>
                        <a:pt x="920" y="210"/>
                      </a:lnTo>
                      <a:lnTo>
                        <a:pt x="914" y="210"/>
                      </a:lnTo>
                      <a:lnTo>
                        <a:pt x="920" y="210"/>
                      </a:lnTo>
                      <a:lnTo>
                        <a:pt x="920" y="206"/>
                      </a:lnTo>
                      <a:lnTo>
                        <a:pt x="920" y="206"/>
                      </a:lnTo>
                      <a:lnTo>
                        <a:pt x="920" y="206"/>
                      </a:lnTo>
                      <a:lnTo>
                        <a:pt x="920" y="206"/>
                      </a:lnTo>
                      <a:close/>
                      <a:moveTo>
                        <a:pt x="1362" y="216"/>
                      </a:moveTo>
                      <a:lnTo>
                        <a:pt x="1362" y="210"/>
                      </a:lnTo>
                      <a:lnTo>
                        <a:pt x="1362" y="210"/>
                      </a:lnTo>
                      <a:lnTo>
                        <a:pt x="1362" y="216"/>
                      </a:lnTo>
                      <a:lnTo>
                        <a:pt x="1362" y="216"/>
                      </a:lnTo>
                      <a:lnTo>
                        <a:pt x="1362" y="216"/>
                      </a:lnTo>
                      <a:lnTo>
                        <a:pt x="1362" y="216"/>
                      </a:lnTo>
                      <a:lnTo>
                        <a:pt x="1362" y="216"/>
                      </a:lnTo>
                      <a:close/>
                      <a:moveTo>
                        <a:pt x="1710" y="228"/>
                      </a:moveTo>
                      <a:lnTo>
                        <a:pt x="1710" y="222"/>
                      </a:lnTo>
                      <a:lnTo>
                        <a:pt x="1704" y="222"/>
                      </a:lnTo>
                      <a:lnTo>
                        <a:pt x="1704" y="216"/>
                      </a:lnTo>
                      <a:lnTo>
                        <a:pt x="1704" y="216"/>
                      </a:lnTo>
                      <a:lnTo>
                        <a:pt x="1710" y="216"/>
                      </a:lnTo>
                      <a:lnTo>
                        <a:pt x="1710" y="216"/>
                      </a:lnTo>
                      <a:lnTo>
                        <a:pt x="1716" y="216"/>
                      </a:lnTo>
                      <a:lnTo>
                        <a:pt x="1722" y="216"/>
                      </a:lnTo>
                      <a:lnTo>
                        <a:pt x="1716" y="216"/>
                      </a:lnTo>
                      <a:lnTo>
                        <a:pt x="1716" y="222"/>
                      </a:lnTo>
                      <a:lnTo>
                        <a:pt x="1710" y="222"/>
                      </a:lnTo>
                      <a:lnTo>
                        <a:pt x="1710" y="222"/>
                      </a:lnTo>
                      <a:lnTo>
                        <a:pt x="1710" y="228"/>
                      </a:lnTo>
                      <a:lnTo>
                        <a:pt x="1710" y="228"/>
                      </a:lnTo>
                      <a:lnTo>
                        <a:pt x="1710" y="228"/>
                      </a:lnTo>
                      <a:lnTo>
                        <a:pt x="1710" y="228"/>
                      </a:lnTo>
                      <a:close/>
                      <a:moveTo>
                        <a:pt x="1640" y="216"/>
                      </a:moveTo>
                      <a:lnTo>
                        <a:pt x="1640" y="216"/>
                      </a:lnTo>
                      <a:lnTo>
                        <a:pt x="1644" y="216"/>
                      </a:lnTo>
                      <a:lnTo>
                        <a:pt x="1650" y="222"/>
                      </a:lnTo>
                      <a:lnTo>
                        <a:pt x="1650" y="228"/>
                      </a:lnTo>
                      <a:lnTo>
                        <a:pt x="1644" y="228"/>
                      </a:lnTo>
                      <a:lnTo>
                        <a:pt x="1644" y="222"/>
                      </a:lnTo>
                      <a:lnTo>
                        <a:pt x="1640" y="222"/>
                      </a:lnTo>
                      <a:lnTo>
                        <a:pt x="1640" y="216"/>
                      </a:lnTo>
                      <a:lnTo>
                        <a:pt x="1640" y="216"/>
                      </a:lnTo>
                      <a:lnTo>
                        <a:pt x="1640" y="216"/>
                      </a:lnTo>
                      <a:lnTo>
                        <a:pt x="1640" y="216"/>
                      </a:lnTo>
                      <a:lnTo>
                        <a:pt x="1640" y="216"/>
                      </a:lnTo>
                      <a:lnTo>
                        <a:pt x="1640" y="216"/>
                      </a:lnTo>
                      <a:close/>
                      <a:moveTo>
                        <a:pt x="886" y="216"/>
                      </a:moveTo>
                      <a:lnTo>
                        <a:pt x="892" y="216"/>
                      </a:lnTo>
                      <a:lnTo>
                        <a:pt x="892" y="222"/>
                      </a:lnTo>
                      <a:lnTo>
                        <a:pt x="886" y="222"/>
                      </a:lnTo>
                      <a:lnTo>
                        <a:pt x="886" y="216"/>
                      </a:lnTo>
                      <a:lnTo>
                        <a:pt x="880" y="216"/>
                      </a:lnTo>
                      <a:lnTo>
                        <a:pt x="886" y="216"/>
                      </a:lnTo>
                      <a:lnTo>
                        <a:pt x="886" y="216"/>
                      </a:lnTo>
                      <a:lnTo>
                        <a:pt x="886" y="216"/>
                      </a:lnTo>
                      <a:lnTo>
                        <a:pt x="886" y="216"/>
                      </a:lnTo>
                      <a:close/>
                      <a:moveTo>
                        <a:pt x="892" y="216"/>
                      </a:moveTo>
                      <a:lnTo>
                        <a:pt x="898" y="216"/>
                      </a:lnTo>
                      <a:lnTo>
                        <a:pt x="898" y="216"/>
                      </a:lnTo>
                      <a:lnTo>
                        <a:pt x="904" y="216"/>
                      </a:lnTo>
                      <a:lnTo>
                        <a:pt x="898" y="216"/>
                      </a:lnTo>
                      <a:lnTo>
                        <a:pt x="898" y="222"/>
                      </a:lnTo>
                      <a:lnTo>
                        <a:pt x="904" y="222"/>
                      </a:lnTo>
                      <a:lnTo>
                        <a:pt x="898" y="222"/>
                      </a:lnTo>
                      <a:lnTo>
                        <a:pt x="898" y="216"/>
                      </a:lnTo>
                      <a:lnTo>
                        <a:pt x="898" y="216"/>
                      </a:lnTo>
                      <a:lnTo>
                        <a:pt x="892" y="216"/>
                      </a:lnTo>
                      <a:lnTo>
                        <a:pt x="892" y="216"/>
                      </a:lnTo>
                      <a:lnTo>
                        <a:pt x="892" y="216"/>
                      </a:lnTo>
                      <a:lnTo>
                        <a:pt x="892" y="216"/>
                      </a:lnTo>
                      <a:close/>
                      <a:moveTo>
                        <a:pt x="908" y="222"/>
                      </a:moveTo>
                      <a:lnTo>
                        <a:pt x="914" y="222"/>
                      </a:lnTo>
                      <a:lnTo>
                        <a:pt x="908" y="222"/>
                      </a:lnTo>
                      <a:lnTo>
                        <a:pt x="908" y="222"/>
                      </a:lnTo>
                      <a:lnTo>
                        <a:pt x="908" y="222"/>
                      </a:lnTo>
                      <a:lnTo>
                        <a:pt x="908" y="222"/>
                      </a:lnTo>
                      <a:lnTo>
                        <a:pt x="908" y="222"/>
                      </a:lnTo>
                      <a:lnTo>
                        <a:pt x="908" y="222"/>
                      </a:lnTo>
                      <a:close/>
                      <a:moveTo>
                        <a:pt x="1482" y="228"/>
                      </a:moveTo>
                      <a:lnTo>
                        <a:pt x="1482" y="222"/>
                      </a:lnTo>
                      <a:lnTo>
                        <a:pt x="1482" y="222"/>
                      </a:lnTo>
                      <a:lnTo>
                        <a:pt x="1482" y="222"/>
                      </a:lnTo>
                      <a:lnTo>
                        <a:pt x="1482" y="228"/>
                      </a:lnTo>
                      <a:lnTo>
                        <a:pt x="1482" y="228"/>
                      </a:lnTo>
                      <a:lnTo>
                        <a:pt x="1482" y="228"/>
                      </a:lnTo>
                      <a:lnTo>
                        <a:pt x="1482" y="228"/>
                      </a:lnTo>
                      <a:lnTo>
                        <a:pt x="1482" y="228"/>
                      </a:lnTo>
                      <a:lnTo>
                        <a:pt x="1482" y="228"/>
                      </a:lnTo>
                      <a:close/>
                      <a:moveTo>
                        <a:pt x="1722" y="228"/>
                      </a:moveTo>
                      <a:lnTo>
                        <a:pt x="1722" y="228"/>
                      </a:lnTo>
                      <a:lnTo>
                        <a:pt x="1728" y="228"/>
                      </a:lnTo>
                      <a:lnTo>
                        <a:pt x="1732" y="228"/>
                      </a:lnTo>
                      <a:lnTo>
                        <a:pt x="1732" y="228"/>
                      </a:lnTo>
                      <a:lnTo>
                        <a:pt x="1736" y="228"/>
                      </a:lnTo>
                      <a:lnTo>
                        <a:pt x="1742" y="228"/>
                      </a:lnTo>
                      <a:lnTo>
                        <a:pt x="1748" y="228"/>
                      </a:lnTo>
                      <a:lnTo>
                        <a:pt x="1748" y="234"/>
                      </a:lnTo>
                      <a:lnTo>
                        <a:pt x="1748" y="234"/>
                      </a:lnTo>
                      <a:lnTo>
                        <a:pt x="1748" y="238"/>
                      </a:lnTo>
                      <a:lnTo>
                        <a:pt x="1754" y="238"/>
                      </a:lnTo>
                      <a:lnTo>
                        <a:pt x="1748" y="238"/>
                      </a:lnTo>
                      <a:lnTo>
                        <a:pt x="1748" y="238"/>
                      </a:lnTo>
                      <a:lnTo>
                        <a:pt x="1754" y="238"/>
                      </a:lnTo>
                      <a:lnTo>
                        <a:pt x="1748" y="242"/>
                      </a:lnTo>
                      <a:lnTo>
                        <a:pt x="1748" y="242"/>
                      </a:lnTo>
                      <a:lnTo>
                        <a:pt x="1742" y="238"/>
                      </a:lnTo>
                      <a:lnTo>
                        <a:pt x="1736" y="238"/>
                      </a:lnTo>
                      <a:lnTo>
                        <a:pt x="1732" y="238"/>
                      </a:lnTo>
                      <a:lnTo>
                        <a:pt x="1732" y="238"/>
                      </a:lnTo>
                      <a:lnTo>
                        <a:pt x="1728" y="238"/>
                      </a:lnTo>
                      <a:lnTo>
                        <a:pt x="1722" y="238"/>
                      </a:lnTo>
                      <a:lnTo>
                        <a:pt x="1722" y="238"/>
                      </a:lnTo>
                      <a:lnTo>
                        <a:pt x="1716" y="238"/>
                      </a:lnTo>
                      <a:lnTo>
                        <a:pt x="1710" y="238"/>
                      </a:lnTo>
                      <a:lnTo>
                        <a:pt x="1710" y="238"/>
                      </a:lnTo>
                      <a:lnTo>
                        <a:pt x="1704" y="238"/>
                      </a:lnTo>
                      <a:lnTo>
                        <a:pt x="1700" y="238"/>
                      </a:lnTo>
                      <a:lnTo>
                        <a:pt x="1700" y="238"/>
                      </a:lnTo>
                      <a:lnTo>
                        <a:pt x="1700" y="238"/>
                      </a:lnTo>
                      <a:lnTo>
                        <a:pt x="1704" y="238"/>
                      </a:lnTo>
                      <a:lnTo>
                        <a:pt x="1710" y="238"/>
                      </a:lnTo>
                      <a:lnTo>
                        <a:pt x="1710" y="234"/>
                      </a:lnTo>
                      <a:lnTo>
                        <a:pt x="1710" y="234"/>
                      </a:lnTo>
                      <a:lnTo>
                        <a:pt x="1710" y="228"/>
                      </a:lnTo>
                      <a:lnTo>
                        <a:pt x="1716" y="228"/>
                      </a:lnTo>
                      <a:lnTo>
                        <a:pt x="1722" y="228"/>
                      </a:lnTo>
                      <a:lnTo>
                        <a:pt x="1722" y="228"/>
                      </a:lnTo>
                      <a:lnTo>
                        <a:pt x="1722" y="228"/>
                      </a:lnTo>
                      <a:lnTo>
                        <a:pt x="1722" y="228"/>
                      </a:lnTo>
                      <a:close/>
                      <a:moveTo>
                        <a:pt x="1500" y="234"/>
                      </a:moveTo>
                      <a:lnTo>
                        <a:pt x="1504" y="234"/>
                      </a:lnTo>
                      <a:lnTo>
                        <a:pt x="1500" y="234"/>
                      </a:lnTo>
                      <a:lnTo>
                        <a:pt x="1500" y="234"/>
                      </a:lnTo>
                      <a:lnTo>
                        <a:pt x="1500" y="234"/>
                      </a:lnTo>
                      <a:lnTo>
                        <a:pt x="1500" y="234"/>
                      </a:lnTo>
                      <a:close/>
                      <a:moveTo>
                        <a:pt x="860" y="238"/>
                      </a:moveTo>
                      <a:lnTo>
                        <a:pt x="854" y="234"/>
                      </a:lnTo>
                      <a:lnTo>
                        <a:pt x="860" y="234"/>
                      </a:lnTo>
                      <a:lnTo>
                        <a:pt x="860" y="238"/>
                      </a:lnTo>
                      <a:lnTo>
                        <a:pt x="860" y="238"/>
                      </a:lnTo>
                      <a:lnTo>
                        <a:pt x="860" y="238"/>
                      </a:lnTo>
                      <a:lnTo>
                        <a:pt x="860" y="238"/>
                      </a:lnTo>
                      <a:close/>
                      <a:moveTo>
                        <a:pt x="1520" y="234"/>
                      </a:moveTo>
                      <a:lnTo>
                        <a:pt x="1526" y="234"/>
                      </a:lnTo>
                      <a:lnTo>
                        <a:pt x="1530" y="234"/>
                      </a:lnTo>
                      <a:lnTo>
                        <a:pt x="1530" y="238"/>
                      </a:lnTo>
                      <a:lnTo>
                        <a:pt x="1530" y="238"/>
                      </a:lnTo>
                      <a:lnTo>
                        <a:pt x="1526" y="234"/>
                      </a:lnTo>
                      <a:lnTo>
                        <a:pt x="1520" y="234"/>
                      </a:lnTo>
                      <a:lnTo>
                        <a:pt x="1520" y="234"/>
                      </a:lnTo>
                      <a:lnTo>
                        <a:pt x="1520" y="234"/>
                      </a:lnTo>
                      <a:lnTo>
                        <a:pt x="1520" y="234"/>
                      </a:lnTo>
                      <a:close/>
                      <a:moveTo>
                        <a:pt x="710" y="248"/>
                      </a:moveTo>
                      <a:lnTo>
                        <a:pt x="710" y="242"/>
                      </a:lnTo>
                      <a:lnTo>
                        <a:pt x="712" y="242"/>
                      </a:lnTo>
                      <a:lnTo>
                        <a:pt x="712" y="238"/>
                      </a:lnTo>
                      <a:lnTo>
                        <a:pt x="712" y="238"/>
                      </a:lnTo>
                      <a:lnTo>
                        <a:pt x="710" y="238"/>
                      </a:lnTo>
                      <a:lnTo>
                        <a:pt x="712" y="238"/>
                      </a:lnTo>
                      <a:lnTo>
                        <a:pt x="718" y="238"/>
                      </a:lnTo>
                      <a:lnTo>
                        <a:pt x="718" y="238"/>
                      </a:lnTo>
                      <a:lnTo>
                        <a:pt x="724" y="234"/>
                      </a:lnTo>
                      <a:lnTo>
                        <a:pt x="730" y="238"/>
                      </a:lnTo>
                      <a:lnTo>
                        <a:pt x="724" y="238"/>
                      </a:lnTo>
                      <a:lnTo>
                        <a:pt x="730" y="238"/>
                      </a:lnTo>
                      <a:lnTo>
                        <a:pt x="730" y="238"/>
                      </a:lnTo>
                      <a:lnTo>
                        <a:pt x="736" y="238"/>
                      </a:lnTo>
                      <a:lnTo>
                        <a:pt x="736" y="242"/>
                      </a:lnTo>
                      <a:lnTo>
                        <a:pt x="730" y="242"/>
                      </a:lnTo>
                      <a:lnTo>
                        <a:pt x="730" y="242"/>
                      </a:lnTo>
                      <a:lnTo>
                        <a:pt x="724" y="242"/>
                      </a:lnTo>
                      <a:lnTo>
                        <a:pt x="718" y="242"/>
                      </a:lnTo>
                      <a:lnTo>
                        <a:pt x="718" y="248"/>
                      </a:lnTo>
                      <a:lnTo>
                        <a:pt x="718" y="248"/>
                      </a:lnTo>
                      <a:lnTo>
                        <a:pt x="712" y="248"/>
                      </a:lnTo>
                      <a:lnTo>
                        <a:pt x="712" y="242"/>
                      </a:lnTo>
                      <a:lnTo>
                        <a:pt x="712" y="248"/>
                      </a:lnTo>
                      <a:lnTo>
                        <a:pt x="710" y="248"/>
                      </a:lnTo>
                      <a:lnTo>
                        <a:pt x="710" y="248"/>
                      </a:lnTo>
                      <a:lnTo>
                        <a:pt x="710" y="248"/>
                      </a:lnTo>
                      <a:lnTo>
                        <a:pt x="710" y="248"/>
                      </a:lnTo>
                      <a:close/>
                      <a:moveTo>
                        <a:pt x="476" y="292"/>
                      </a:moveTo>
                      <a:lnTo>
                        <a:pt x="482" y="288"/>
                      </a:lnTo>
                      <a:lnTo>
                        <a:pt x="486" y="288"/>
                      </a:lnTo>
                      <a:lnTo>
                        <a:pt x="482" y="288"/>
                      </a:lnTo>
                      <a:lnTo>
                        <a:pt x="476" y="288"/>
                      </a:lnTo>
                      <a:lnTo>
                        <a:pt x="476" y="292"/>
                      </a:lnTo>
                      <a:lnTo>
                        <a:pt x="476" y="288"/>
                      </a:lnTo>
                      <a:lnTo>
                        <a:pt x="476" y="288"/>
                      </a:lnTo>
                      <a:lnTo>
                        <a:pt x="476" y="288"/>
                      </a:lnTo>
                      <a:lnTo>
                        <a:pt x="476" y="288"/>
                      </a:lnTo>
                      <a:lnTo>
                        <a:pt x="470" y="288"/>
                      </a:lnTo>
                      <a:lnTo>
                        <a:pt x="464" y="288"/>
                      </a:lnTo>
                      <a:lnTo>
                        <a:pt x="464" y="288"/>
                      </a:lnTo>
                      <a:lnTo>
                        <a:pt x="464" y="288"/>
                      </a:lnTo>
                      <a:lnTo>
                        <a:pt x="464" y="288"/>
                      </a:lnTo>
                      <a:lnTo>
                        <a:pt x="458" y="288"/>
                      </a:lnTo>
                      <a:lnTo>
                        <a:pt x="458" y="288"/>
                      </a:lnTo>
                      <a:lnTo>
                        <a:pt x="458" y="288"/>
                      </a:lnTo>
                      <a:lnTo>
                        <a:pt x="454" y="288"/>
                      </a:lnTo>
                      <a:lnTo>
                        <a:pt x="454" y="288"/>
                      </a:lnTo>
                      <a:lnTo>
                        <a:pt x="448" y="282"/>
                      </a:lnTo>
                      <a:lnTo>
                        <a:pt x="448" y="276"/>
                      </a:lnTo>
                      <a:lnTo>
                        <a:pt x="448" y="276"/>
                      </a:lnTo>
                      <a:lnTo>
                        <a:pt x="454" y="276"/>
                      </a:lnTo>
                      <a:lnTo>
                        <a:pt x="454" y="270"/>
                      </a:lnTo>
                      <a:lnTo>
                        <a:pt x="454" y="270"/>
                      </a:lnTo>
                      <a:lnTo>
                        <a:pt x="458" y="270"/>
                      </a:lnTo>
                      <a:lnTo>
                        <a:pt x="458" y="276"/>
                      </a:lnTo>
                      <a:lnTo>
                        <a:pt x="464" y="276"/>
                      </a:lnTo>
                      <a:lnTo>
                        <a:pt x="464" y="270"/>
                      </a:lnTo>
                      <a:lnTo>
                        <a:pt x="464" y="266"/>
                      </a:lnTo>
                      <a:lnTo>
                        <a:pt x="464" y="266"/>
                      </a:lnTo>
                      <a:lnTo>
                        <a:pt x="464" y="260"/>
                      </a:lnTo>
                      <a:lnTo>
                        <a:pt x="470" y="260"/>
                      </a:lnTo>
                      <a:lnTo>
                        <a:pt x="470" y="260"/>
                      </a:lnTo>
                      <a:lnTo>
                        <a:pt x="464" y="260"/>
                      </a:lnTo>
                      <a:lnTo>
                        <a:pt x="470" y="254"/>
                      </a:lnTo>
                      <a:lnTo>
                        <a:pt x="470" y="260"/>
                      </a:lnTo>
                      <a:lnTo>
                        <a:pt x="476" y="260"/>
                      </a:lnTo>
                      <a:lnTo>
                        <a:pt x="470" y="254"/>
                      </a:lnTo>
                      <a:lnTo>
                        <a:pt x="464" y="254"/>
                      </a:lnTo>
                      <a:lnTo>
                        <a:pt x="464" y="254"/>
                      </a:lnTo>
                      <a:lnTo>
                        <a:pt x="464" y="248"/>
                      </a:lnTo>
                      <a:lnTo>
                        <a:pt x="470" y="248"/>
                      </a:lnTo>
                      <a:lnTo>
                        <a:pt x="476" y="248"/>
                      </a:lnTo>
                      <a:lnTo>
                        <a:pt x="476" y="248"/>
                      </a:lnTo>
                      <a:lnTo>
                        <a:pt x="476" y="248"/>
                      </a:lnTo>
                      <a:lnTo>
                        <a:pt x="476" y="248"/>
                      </a:lnTo>
                      <a:lnTo>
                        <a:pt x="476" y="248"/>
                      </a:lnTo>
                      <a:lnTo>
                        <a:pt x="476" y="248"/>
                      </a:lnTo>
                      <a:lnTo>
                        <a:pt x="476" y="242"/>
                      </a:lnTo>
                      <a:lnTo>
                        <a:pt x="476" y="238"/>
                      </a:lnTo>
                      <a:lnTo>
                        <a:pt x="482" y="238"/>
                      </a:lnTo>
                      <a:lnTo>
                        <a:pt x="486" y="238"/>
                      </a:lnTo>
                      <a:lnTo>
                        <a:pt x="492" y="238"/>
                      </a:lnTo>
                      <a:lnTo>
                        <a:pt x="492" y="238"/>
                      </a:lnTo>
                      <a:lnTo>
                        <a:pt x="492" y="238"/>
                      </a:lnTo>
                      <a:lnTo>
                        <a:pt x="496" y="238"/>
                      </a:lnTo>
                      <a:lnTo>
                        <a:pt x="502" y="238"/>
                      </a:lnTo>
                      <a:lnTo>
                        <a:pt x="502" y="238"/>
                      </a:lnTo>
                      <a:lnTo>
                        <a:pt x="508" y="238"/>
                      </a:lnTo>
                      <a:lnTo>
                        <a:pt x="512" y="238"/>
                      </a:lnTo>
                      <a:lnTo>
                        <a:pt x="512" y="238"/>
                      </a:lnTo>
                      <a:lnTo>
                        <a:pt x="518" y="238"/>
                      </a:lnTo>
                      <a:lnTo>
                        <a:pt x="518" y="242"/>
                      </a:lnTo>
                      <a:lnTo>
                        <a:pt x="524" y="242"/>
                      </a:lnTo>
                      <a:lnTo>
                        <a:pt x="518" y="242"/>
                      </a:lnTo>
                      <a:lnTo>
                        <a:pt x="512" y="242"/>
                      </a:lnTo>
                      <a:lnTo>
                        <a:pt x="512" y="248"/>
                      </a:lnTo>
                      <a:lnTo>
                        <a:pt x="512" y="248"/>
                      </a:lnTo>
                      <a:lnTo>
                        <a:pt x="518" y="248"/>
                      </a:lnTo>
                      <a:lnTo>
                        <a:pt x="512" y="248"/>
                      </a:lnTo>
                      <a:lnTo>
                        <a:pt x="512" y="248"/>
                      </a:lnTo>
                      <a:lnTo>
                        <a:pt x="508" y="248"/>
                      </a:lnTo>
                      <a:lnTo>
                        <a:pt x="512" y="248"/>
                      </a:lnTo>
                      <a:lnTo>
                        <a:pt x="512" y="248"/>
                      </a:lnTo>
                      <a:lnTo>
                        <a:pt x="512" y="248"/>
                      </a:lnTo>
                      <a:lnTo>
                        <a:pt x="512" y="254"/>
                      </a:lnTo>
                      <a:lnTo>
                        <a:pt x="512" y="254"/>
                      </a:lnTo>
                      <a:lnTo>
                        <a:pt x="512" y="248"/>
                      </a:lnTo>
                      <a:lnTo>
                        <a:pt x="512" y="254"/>
                      </a:lnTo>
                      <a:lnTo>
                        <a:pt x="508" y="254"/>
                      </a:lnTo>
                      <a:lnTo>
                        <a:pt x="508" y="248"/>
                      </a:lnTo>
                      <a:lnTo>
                        <a:pt x="502" y="254"/>
                      </a:lnTo>
                      <a:lnTo>
                        <a:pt x="508" y="254"/>
                      </a:lnTo>
                      <a:lnTo>
                        <a:pt x="512" y="254"/>
                      </a:lnTo>
                      <a:lnTo>
                        <a:pt x="508" y="260"/>
                      </a:lnTo>
                      <a:lnTo>
                        <a:pt x="502" y="260"/>
                      </a:lnTo>
                      <a:lnTo>
                        <a:pt x="508" y="260"/>
                      </a:lnTo>
                      <a:lnTo>
                        <a:pt x="508" y="260"/>
                      </a:lnTo>
                      <a:lnTo>
                        <a:pt x="502" y="260"/>
                      </a:lnTo>
                      <a:lnTo>
                        <a:pt x="502" y="260"/>
                      </a:lnTo>
                      <a:lnTo>
                        <a:pt x="502" y="260"/>
                      </a:lnTo>
                      <a:lnTo>
                        <a:pt x="508" y="260"/>
                      </a:lnTo>
                      <a:lnTo>
                        <a:pt x="502" y="266"/>
                      </a:lnTo>
                      <a:lnTo>
                        <a:pt x="508" y="266"/>
                      </a:lnTo>
                      <a:lnTo>
                        <a:pt x="508" y="270"/>
                      </a:lnTo>
                      <a:lnTo>
                        <a:pt x="502" y="270"/>
                      </a:lnTo>
                      <a:lnTo>
                        <a:pt x="502" y="276"/>
                      </a:lnTo>
                      <a:lnTo>
                        <a:pt x="502" y="276"/>
                      </a:lnTo>
                      <a:lnTo>
                        <a:pt x="508" y="276"/>
                      </a:lnTo>
                      <a:lnTo>
                        <a:pt x="508" y="282"/>
                      </a:lnTo>
                      <a:lnTo>
                        <a:pt x="508" y="288"/>
                      </a:lnTo>
                      <a:lnTo>
                        <a:pt x="512" y="288"/>
                      </a:lnTo>
                      <a:lnTo>
                        <a:pt x="512" y="288"/>
                      </a:lnTo>
                      <a:lnTo>
                        <a:pt x="512" y="292"/>
                      </a:lnTo>
                      <a:lnTo>
                        <a:pt x="512" y="296"/>
                      </a:lnTo>
                      <a:lnTo>
                        <a:pt x="518" y="296"/>
                      </a:lnTo>
                      <a:lnTo>
                        <a:pt x="524" y="296"/>
                      </a:lnTo>
                      <a:lnTo>
                        <a:pt x="524" y="302"/>
                      </a:lnTo>
                      <a:lnTo>
                        <a:pt x="530" y="302"/>
                      </a:lnTo>
                      <a:lnTo>
                        <a:pt x="536" y="302"/>
                      </a:lnTo>
                      <a:lnTo>
                        <a:pt x="536" y="308"/>
                      </a:lnTo>
                      <a:lnTo>
                        <a:pt x="536" y="308"/>
                      </a:lnTo>
                      <a:lnTo>
                        <a:pt x="536" y="308"/>
                      </a:lnTo>
                      <a:lnTo>
                        <a:pt x="530" y="308"/>
                      </a:lnTo>
                      <a:lnTo>
                        <a:pt x="530" y="308"/>
                      </a:lnTo>
                      <a:lnTo>
                        <a:pt x="524" y="308"/>
                      </a:lnTo>
                      <a:lnTo>
                        <a:pt x="524" y="308"/>
                      </a:lnTo>
                      <a:lnTo>
                        <a:pt x="524" y="308"/>
                      </a:lnTo>
                      <a:lnTo>
                        <a:pt x="530" y="308"/>
                      </a:lnTo>
                      <a:lnTo>
                        <a:pt x="536" y="308"/>
                      </a:lnTo>
                      <a:lnTo>
                        <a:pt x="530" y="308"/>
                      </a:lnTo>
                      <a:lnTo>
                        <a:pt x="524" y="308"/>
                      </a:lnTo>
                      <a:lnTo>
                        <a:pt x="524" y="308"/>
                      </a:lnTo>
                      <a:lnTo>
                        <a:pt x="518" y="308"/>
                      </a:lnTo>
                      <a:lnTo>
                        <a:pt x="524" y="308"/>
                      </a:lnTo>
                      <a:lnTo>
                        <a:pt x="518" y="308"/>
                      </a:lnTo>
                      <a:lnTo>
                        <a:pt x="512" y="308"/>
                      </a:lnTo>
                      <a:lnTo>
                        <a:pt x="518" y="308"/>
                      </a:lnTo>
                      <a:lnTo>
                        <a:pt x="518" y="308"/>
                      </a:lnTo>
                      <a:lnTo>
                        <a:pt x="524" y="308"/>
                      </a:lnTo>
                      <a:lnTo>
                        <a:pt x="518" y="308"/>
                      </a:lnTo>
                      <a:lnTo>
                        <a:pt x="524" y="308"/>
                      </a:lnTo>
                      <a:lnTo>
                        <a:pt x="518" y="308"/>
                      </a:lnTo>
                      <a:lnTo>
                        <a:pt x="512" y="308"/>
                      </a:lnTo>
                      <a:lnTo>
                        <a:pt x="512" y="308"/>
                      </a:lnTo>
                      <a:lnTo>
                        <a:pt x="512" y="308"/>
                      </a:lnTo>
                      <a:lnTo>
                        <a:pt x="512" y="308"/>
                      </a:lnTo>
                      <a:lnTo>
                        <a:pt x="512" y="308"/>
                      </a:lnTo>
                      <a:lnTo>
                        <a:pt x="512" y="308"/>
                      </a:lnTo>
                      <a:lnTo>
                        <a:pt x="512" y="308"/>
                      </a:lnTo>
                      <a:lnTo>
                        <a:pt x="508" y="308"/>
                      </a:lnTo>
                      <a:lnTo>
                        <a:pt x="512" y="308"/>
                      </a:lnTo>
                      <a:lnTo>
                        <a:pt x="512" y="308"/>
                      </a:lnTo>
                      <a:lnTo>
                        <a:pt x="508" y="308"/>
                      </a:lnTo>
                      <a:lnTo>
                        <a:pt x="502" y="308"/>
                      </a:lnTo>
                      <a:lnTo>
                        <a:pt x="502" y="308"/>
                      </a:lnTo>
                      <a:lnTo>
                        <a:pt x="502" y="308"/>
                      </a:lnTo>
                      <a:lnTo>
                        <a:pt x="496" y="308"/>
                      </a:lnTo>
                      <a:lnTo>
                        <a:pt x="492" y="308"/>
                      </a:lnTo>
                      <a:lnTo>
                        <a:pt x="496" y="308"/>
                      </a:lnTo>
                      <a:lnTo>
                        <a:pt x="492" y="308"/>
                      </a:lnTo>
                      <a:lnTo>
                        <a:pt x="492" y="308"/>
                      </a:lnTo>
                      <a:lnTo>
                        <a:pt x="486" y="308"/>
                      </a:lnTo>
                      <a:lnTo>
                        <a:pt x="482" y="302"/>
                      </a:lnTo>
                      <a:lnTo>
                        <a:pt x="482" y="308"/>
                      </a:lnTo>
                      <a:lnTo>
                        <a:pt x="482" y="302"/>
                      </a:lnTo>
                      <a:lnTo>
                        <a:pt x="476" y="302"/>
                      </a:lnTo>
                      <a:lnTo>
                        <a:pt x="482" y="302"/>
                      </a:lnTo>
                      <a:lnTo>
                        <a:pt x="482" y="296"/>
                      </a:lnTo>
                      <a:lnTo>
                        <a:pt x="476" y="296"/>
                      </a:lnTo>
                      <a:lnTo>
                        <a:pt x="476" y="296"/>
                      </a:lnTo>
                      <a:lnTo>
                        <a:pt x="482" y="296"/>
                      </a:lnTo>
                      <a:lnTo>
                        <a:pt x="486" y="296"/>
                      </a:lnTo>
                      <a:lnTo>
                        <a:pt x="492" y="296"/>
                      </a:lnTo>
                      <a:lnTo>
                        <a:pt x="486" y="296"/>
                      </a:lnTo>
                      <a:lnTo>
                        <a:pt x="482" y="296"/>
                      </a:lnTo>
                      <a:lnTo>
                        <a:pt x="476" y="296"/>
                      </a:lnTo>
                      <a:lnTo>
                        <a:pt x="476" y="292"/>
                      </a:lnTo>
                      <a:lnTo>
                        <a:pt x="476" y="292"/>
                      </a:lnTo>
                      <a:lnTo>
                        <a:pt x="476" y="292"/>
                      </a:lnTo>
                      <a:lnTo>
                        <a:pt x="476" y="292"/>
                      </a:lnTo>
                      <a:close/>
                      <a:moveTo>
                        <a:pt x="1418" y="248"/>
                      </a:moveTo>
                      <a:lnTo>
                        <a:pt x="1412" y="242"/>
                      </a:lnTo>
                      <a:lnTo>
                        <a:pt x="1418" y="242"/>
                      </a:lnTo>
                      <a:lnTo>
                        <a:pt x="1422" y="242"/>
                      </a:lnTo>
                      <a:lnTo>
                        <a:pt x="1422" y="248"/>
                      </a:lnTo>
                      <a:lnTo>
                        <a:pt x="1418" y="248"/>
                      </a:lnTo>
                      <a:lnTo>
                        <a:pt x="1418" y="248"/>
                      </a:lnTo>
                      <a:lnTo>
                        <a:pt x="1418" y="248"/>
                      </a:lnTo>
                      <a:lnTo>
                        <a:pt x="1418" y="248"/>
                      </a:lnTo>
                      <a:close/>
                      <a:moveTo>
                        <a:pt x="838" y="248"/>
                      </a:moveTo>
                      <a:lnTo>
                        <a:pt x="838" y="248"/>
                      </a:lnTo>
                      <a:lnTo>
                        <a:pt x="838" y="248"/>
                      </a:lnTo>
                      <a:lnTo>
                        <a:pt x="838" y="242"/>
                      </a:lnTo>
                      <a:lnTo>
                        <a:pt x="844" y="242"/>
                      </a:lnTo>
                      <a:lnTo>
                        <a:pt x="844" y="248"/>
                      </a:lnTo>
                      <a:lnTo>
                        <a:pt x="850" y="248"/>
                      </a:lnTo>
                      <a:lnTo>
                        <a:pt x="850" y="254"/>
                      </a:lnTo>
                      <a:lnTo>
                        <a:pt x="844" y="254"/>
                      </a:lnTo>
                      <a:lnTo>
                        <a:pt x="838" y="254"/>
                      </a:lnTo>
                      <a:lnTo>
                        <a:pt x="838" y="254"/>
                      </a:lnTo>
                      <a:lnTo>
                        <a:pt x="832" y="248"/>
                      </a:lnTo>
                      <a:lnTo>
                        <a:pt x="838" y="248"/>
                      </a:lnTo>
                      <a:lnTo>
                        <a:pt x="838" y="248"/>
                      </a:lnTo>
                      <a:lnTo>
                        <a:pt x="838" y="248"/>
                      </a:lnTo>
                      <a:lnTo>
                        <a:pt x="838" y="248"/>
                      </a:lnTo>
                      <a:close/>
                      <a:moveTo>
                        <a:pt x="812" y="266"/>
                      </a:moveTo>
                      <a:lnTo>
                        <a:pt x="812" y="260"/>
                      </a:lnTo>
                      <a:lnTo>
                        <a:pt x="812" y="260"/>
                      </a:lnTo>
                      <a:lnTo>
                        <a:pt x="812" y="260"/>
                      </a:lnTo>
                      <a:lnTo>
                        <a:pt x="818" y="260"/>
                      </a:lnTo>
                      <a:lnTo>
                        <a:pt x="822" y="260"/>
                      </a:lnTo>
                      <a:lnTo>
                        <a:pt x="822" y="260"/>
                      </a:lnTo>
                      <a:lnTo>
                        <a:pt x="826" y="260"/>
                      </a:lnTo>
                      <a:lnTo>
                        <a:pt x="826" y="260"/>
                      </a:lnTo>
                      <a:lnTo>
                        <a:pt x="822" y="260"/>
                      </a:lnTo>
                      <a:lnTo>
                        <a:pt x="822" y="266"/>
                      </a:lnTo>
                      <a:lnTo>
                        <a:pt x="822" y="266"/>
                      </a:lnTo>
                      <a:lnTo>
                        <a:pt x="818" y="266"/>
                      </a:lnTo>
                      <a:lnTo>
                        <a:pt x="812" y="266"/>
                      </a:lnTo>
                      <a:lnTo>
                        <a:pt x="812" y="266"/>
                      </a:lnTo>
                      <a:lnTo>
                        <a:pt x="812" y="266"/>
                      </a:lnTo>
                      <a:lnTo>
                        <a:pt x="812" y="266"/>
                      </a:lnTo>
                      <a:lnTo>
                        <a:pt x="812" y="266"/>
                      </a:lnTo>
                      <a:close/>
                      <a:moveTo>
                        <a:pt x="1678" y="288"/>
                      </a:moveTo>
                      <a:lnTo>
                        <a:pt x="1678" y="282"/>
                      </a:lnTo>
                      <a:lnTo>
                        <a:pt x="1682" y="282"/>
                      </a:lnTo>
                      <a:lnTo>
                        <a:pt x="1682" y="288"/>
                      </a:lnTo>
                      <a:lnTo>
                        <a:pt x="1678" y="288"/>
                      </a:lnTo>
                      <a:lnTo>
                        <a:pt x="1678" y="288"/>
                      </a:lnTo>
                      <a:lnTo>
                        <a:pt x="1678" y="288"/>
                      </a:lnTo>
                      <a:lnTo>
                        <a:pt x="1678" y="288"/>
                      </a:lnTo>
                      <a:close/>
                      <a:moveTo>
                        <a:pt x="1672" y="288"/>
                      </a:moveTo>
                      <a:lnTo>
                        <a:pt x="1672" y="288"/>
                      </a:lnTo>
                      <a:lnTo>
                        <a:pt x="1668" y="288"/>
                      </a:lnTo>
                      <a:lnTo>
                        <a:pt x="1662" y="288"/>
                      </a:lnTo>
                      <a:lnTo>
                        <a:pt x="1662" y="288"/>
                      </a:lnTo>
                      <a:lnTo>
                        <a:pt x="1662" y="288"/>
                      </a:lnTo>
                      <a:lnTo>
                        <a:pt x="1662" y="288"/>
                      </a:lnTo>
                      <a:lnTo>
                        <a:pt x="1668" y="288"/>
                      </a:lnTo>
                      <a:lnTo>
                        <a:pt x="1672" y="288"/>
                      </a:lnTo>
                      <a:lnTo>
                        <a:pt x="1672" y="288"/>
                      </a:lnTo>
                      <a:lnTo>
                        <a:pt x="1672" y="288"/>
                      </a:lnTo>
                      <a:lnTo>
                        <a:pt x="1672" y="288"/>
                      </a:lnTo>
                      <a:lnTo>
                        <a:pt x="1672" y="288"/>
                      </a:lnTo>
                      <a:close/>
                      <a:moveTo>
                        <a:pt x="470" y="296"/>
                      </a:moveTo>
                      <a:lnTo>
                        <a:pt x="464" y="296"/>
                      </a:lnTo>
                      <a:lnTo>
                        <a:pt x="464" y="292"/>
                      </a:lnTo>
                      <a:lnTo>
                        <a:pt x="464" y="292"/>
                      </a:lnTo>
                      <a:lnTo>
                        <a:pt x="458" y="292"/>
                      </a:lnTo>
                      <a:lnTo>
                        <a:pt x="464" y="292"/>
                      </a:lnTo>
                      <a:lnTo>
                        <a:pt x="464" y="288"/>
                      </a:lnTo>
                      <a:lnTo>
                        <a:pt x="464" y="288"/>
                      </a:lnTo>
                      <a:lnTo>
                        <a:pt x="470" y="288"/>
                      </a:lnTo>
                      <a:lnTo>
                        <a:pt x="470" y="292"/>
                      </a:lnTo>
                      <a:lnTo>
                        <a:pt x="464" y="292"/>
                      </a:lnTo>
                      <a:lnTo>
                        <a:pt x="464" y="288"/>
                      </a:lnTo>
                      <a:lnTo>
                        <a:pt x="464" y="292"/>
                      </a:lnTo>
                      <a:lnTo>
                        <a:pt x="470" y="292"/>
                      </a:lnTo>
                      <a:lnTo>
                        <a:pt x="476" y="292"/>
                      </a:lnTo>
                      <a:lnTo>
                        <a:pt x="470" y="292"/>
                      </a:lnTo>
                      <a:lnTo>
                        <a:pt x="476" y="292"/>
                      </a:lnTo>
                      <a:lnTo>
                        <a:pt x="476" y="296"/>
                      </a:lnTo>
                      <a:lnTo>
                        <a:pt x="476" y="296"/>
                      </a:lnTo>
                      <a:lnTo>
                        <a:pt x="470" y="296"/>
                      </a:lnTo>
                      <a:lnTo>
                        <a:pt x="470" y="296"/>
                      </a:lnTo>
                      <a:lnTo>
                        <a:pt x="476" y="296"/>
                      </a:lnTo>
                      <a:lnTo>
                        <a:pt x="470" y="296"/>
                      </a:lnTo>
                      <a:lnTo>
                        <a:pt x="470" y="296"/>
                      </a:lnTo>
                      <a:lnTo>
                        <a:pt x="470" y="296"/>
                      </a:lnTo>
                      <a:lnTo>
                        <a:pt x="470" y="296"/>
                      </a:lnTo>
                      <a:close/>
                      <a:moveTo>
                        <a:pt x="2008" y="308"/>
                      </a:moveTo>
                      <a:lnTo>
                        <a:pt x="2008" y="308"/>
                      </a:lnTo>
                      <a:lnTo>
                        <a:pt x="2008" y="302"/>
                      </a:lnTo>
                      <a:lnTo>
                        <a:pt x="2008" y="302"/>
                      </a:lnTo>
                      <a:lnTo>
                        <a:pt x="2008" y="308"/>
                      </a:lnTo>
                      <a:lnTo>
                        <a:pt x="2008" y="308"/>
                      </a:lnTo>
                      <a:lnTo>
                        <a:pt x="2008" y="308"/>
                      </a:lnTo>
                      <a:lnTo>
                        <a:pt x="2008" y="308"/>
                      </a:lnTo>
                      <a:close/>
                      <a:moveTo>
                        <a:pt x="568" y="336"/>
                      </a:moveTo>
                      <a:lnTo>
                        <a:pt x="562" y="336"/>
                      </a:lnTo>
                      <a:lnTo>
                        <a:pt x="562" y="330"/>
                      </a:lnTo>
                      <a:lnTo>
                        <a:pt x="562" y="330"/>
                      </a:lnTo>
                      <a:lnTo>
                        <a:pt x="556" y="330"/>
                      </a:lnTo>
                      <a:lnTo>
                        <a:pt x="556" y="324"/>
                      </a:lnTo>
                      <a:lnTo>
                        <a:pt x="556" y="330"/>
                      </a:lnTo>
                      <a:lnTo>
                        <a:pt x="550" y="324"/>
                      </a:lnTo>
                      <a:lnTo>
                        <a:pt x="550" y="324"/>
                      </a:lnTo>
                      <a:lnTo>
                        <a:pt x="550" y="320"/>
                      </a:lnTo>
                      <a:lnTo>
                        <a:pt x="550" y="320"/>
                      </a:lnTo>
                      <a:lnTo>
                        <a:pt x="550" y="320"/>
                      </a:lnTo>
                      <a:lnTo>
                        <a:pt x="550" y="314"/>
                      </a:lnTo>
                      <a:lnTo>
                        <a:pt x="556" y="314"/>
                      </a:lnTo>
                      <a:lnTo>
                        <a:pt x="562" y="314"/>
                      </a:lnTo>
                      <a:lnTo>
                        <a:pt x="562" y="320"/>
                      </a:lnTo>
                      <a:lnTo>
                        <a:pt x="562" y="320"/>
                      </a:lnTo>
                      <a:lnTo>
                        <a:pt x="562" y="320"/>
                      </a:lnTo>
                      <a:lnTo>
                        <a:pt x="568" y="320"/>
                      </a:lnTo>
                      <a:lnTo>
                        <a:pt x="572" y="324"/>
                      </a:lnTo>
                      <a:lnTo>
                        <a:pt x="572" y="324"/>
                      </a:lnTo>
                      <a:lnTo>
                        <a:pt x="578" y="330"/>
                      </a:lnTo>
                      <a:lnTo>
                        <a:pt x="572" y="336"/>
                      </a:lnTo>
                      <a:lnTo>
                        <a:pt x="572" y="336"/>
                      </a:lnTo>
                      <a:lnTo>
                        <a:pt x="568" y="336"/>
                      </a:lnTo>
                      <a:lnTo>
                        <a:pt x="568" y="336"/>
                      </a:lnTo>
                      <a:lnTo>
                        <a:pt x="568" y="336"/>
                      </a:lnTo>
                      <a:lnTo>
                        <a:pt x="568" y="336"/>
                      </a:lnTo>
                      <a:close/>
                      <a:moveTo>
                        <a:pt x="2116" y="336"/>
                      </a:moveTo>
                      <a:lnTo>
                        <a:pt x="2116" y="336"/>
                      </a:lnTo>
                      <a:lnTo>
                        <a:pt x="2116" y="336"/>
                      </a:lnTo>
                      <a:lnTo>
                        <a:pt x="2112" y="336"/>
                      </a:lnTo>
                      <a:lnTo>
                        <a:pt x="2106" y="336"/>
                      </a:lnTo>
                      <a:lnTo>
                        <a:pt x="2100" y="336"/>
                      </a:lnTo>
                      <a:lnTo>
                        <a:pt x="2100" y="336"/>
                      </a:lnTo>
                      <a:lnTo>
                        <a:pt x="2096" y="330"/>
                      </a:lnTo>
                      <a:lnTo>
                        <a:pt x="2096" y="324"/>
                      </a:lnTo>
                      <a:lnTo>
                        <a:pt x="2100" y="324"/>
                      </a:lnTo>
                      <a:lnTo>
                        <a:pt x="2100" y="324"/>
                      </a:lnTo>
                      <a:lnTo>
                        <a:pt x="2106" y="324"/>
                      </a:lnTo>
                      <a:lnTo>
                        <a:pt x="2112" y="324"/>
                      </a:lnTo>
                      <a:lnTo>
                        <a:pt x="2112" y="330"/>
                      </a:lnTo>
                      <a:lnTo>
                        <a:pt x="2116" y="330"/>
                      </a:lnTo>
                      <a:lnTo>
                        <a:pt x="2116" y="330"/>
                      </a:lnTo>
                      <a:lnTo>
                        <a:pt x="2116" y="336"/>
                      </a:lnTo>
                      <a:lnTo>
                        <a:pt x="2116" y="336"/>
                      </a:lnTo>
                      <a:lnTo>
                        <a:pt x="2116" y="336"/>
                      </a:lnTo>
                      <a:lnTo>
                        <a:pt x="2116" y="336"/>
                      </a:lnTo>
                      <a:close/>
                      <a:moveTo>
                        <a:pt x="2008" y="336"/>
                      </a:moveTo>
                      <a:lnTo>
                        <a:pt x="2008" y="336"/>
                      </a:lnTo>
                      <a:lnTo>
                        <a:pt x="2008" y="336"/>
                      </a:lnTo>
                      <a:lnTo>
                        <a:pt x="2008" y="336"/>
                      </a:lnTo>
                      <a:lnTo>
                        <a:pt x="2008" y="336"/>
                      </a:lnTo>
                      <a:lnTo>
                        <a:pt x="2008" y="336"/>
                      </a:lnTo>
                      <a:lnTo>
                        <a:pt x="2008" y="336"/>
                      </a:lnTo>
                      <a:lnTo>
                        <a:pt x="2008" y="336"/>
                      </a:lnTo>
                      <a:close/>
                      <a:moveTo>
                        <a:pt x="2004" y="342"/>
                      </a:moveTo>
                      <a:lnTo>
                        <a:pt x="2008" y="342"/>
                      </a:lnTo>
                      <a:lnTo>
                        <a:pt x="2008" y="336"/>
                      </a:lnTo>
                      <a:lnTo>
                        <a:pt x="2004" y="336"/>
                      </a:lnTo>
                      <a:lnTo>
                        <a:pt x="2008" y="336"/>
                      </a:lnTo>
                      <a:lnTo>
                        <a:pt x="2008" y="336"/>
                      </a:lnTo>
                      <a:lnTo>
                        <a:pt x="2008" y="342"/>
                      </a:lnTo>
                      <a:lnTo>
                        <a:pt x="2004" y="342"/>
                      </a:lnTo>
                      <a:lnTo>
                        <a:pt x="2004" y="342"/>
                      </a:lnTo>
                      <a:lnTo>
                        <a:pt x="2004" y="342"/>
                      </a:lnTo>
                      <a:lnTo>
                        <a:pt x="2004" y="342"/>
                      </a:lnTo>
                      <a:close/>
                      <a:moveTo>
                        <a:pt x="670" y="336"/>
                      </a:moveTo>
                      <a:lnTo>
                        <a:pt x="670" y="336"/>
                      </a:lnTo>
                      <a:lnTo>
                        <a:pt x="676" y="336"/>
                      </a:lnTo>
                      <a:lnTo>
                        <a:pt x="670" y="342"/>
                      </a:lnTo>
                      <a:lnTo>
                        <a:pt x="670" y="342"/>
                      </a:lnTo>
                      <a:lnTo>
                        <a:pt x="670" y="336"/>
                      </a:lnTo>
                      <a:lnTo>
                        <a:pt x="670" y="336"/>
                      </a:lnTo>
                      <a:lnTo>
                        <a:pt x="670" y="336"/>
                      </a:lnTo>
                      <a:lnTo>
                        <a:pt x="670" y="336"/>
                      </a:lnTo>
                      <a:close/>
                      <a:moveTo>
                        <a:pt x="2008" y="350"/>
                      </a:moveTo>
                      <a:lnTo>
                        <a:pt x="2004" y="350"/>
                      </a:lnTo>
                      <a:lnTo>
                        <a:pt x="2004" y="348"/>
                      </a:lnTo>
                      <a:lnTo>
                        <a:pt x="1998" y="348"/>
                      </a:lnTo>
                      <a:lnTo>
                        <a:pt x="1998" y="348"/>
                      </a:lnTo>
                      <a:lnTo>
                        <a:pt x="2004" y="348"/>
                      </a:lnTo>
                      <a:lnTo>
                        <a:pt x="2004" y="342"/>
                      </a:lnTo>
                      <a:lnTo>
                        <a:pt x="1998" y="342"/>
                      </a:lnTo>
                      <a:lnTo>
                        <a:pt x="2004" y="336"/>
                      </a:lnTo>
                      <a:lnTo>
                        <a:pt x="2004" y="342"/>
                      </a:lnTo>
                      <a:lnTo>
                        <a:pt x="2004" y="348"/>
                      </a:lnTo>
                      <a:lnTo>
                        <a:pt x="2004" y="348"/>
                      </a:lnTo>
                      <a:lnTo>
                        <a:pt x="2008" y="348"/>
                      </a:lnTo>
                      <a:lnTo>
                        <a:pt x="2008" y="350"/>
                      </a:lnTo>
                      <a:lnTo>
                        <a:pt x="2008" y="350"/>
                      </a:lnTo>
                      <a:lnTo>
                        <a:pt x="2008" y="350"/>
                      </a:lnTo>
                      <a:lnTo>
                        <a:pt x="2008" y="350"/>
                      </a:lnTo>
                      <a:close/>
                      <a:moveTo>
                        <a:pt x="404" y="348"/>
                      </a:moveTo>
                      <a:lnTo>
                        <a:pt x="404" y="348"/>
                      </a:lnTo>
                      <a:lnTo>
                        <a:pt x="410" y="348"/>
                      </a:lnTo>
                      <a:lnTo>
                        <a:pt x="410" y="342"/>
                      </a:lnTo>
                      <a:lnTo>
                        <a:pt x="410" y="342"/>
                      </a:lnTo>
                      <a:lnTo>
                        <a:pt x="410" y="336"/>
                      </a:lnTo>
                      <a:lnTo>
                        <a:pt x="416" y="336"/>
                      </a:lnTo>
                      <a:lnTo>
                        <a:pt x="422" y="336"/>
                      </a:lnTo>
                      <a:lnTo>
                        <a:pt x="422" y="342"/>
                      </a:lnTo>
                      <a:lnTo>
                        <a:pt x="426" y="342"/>
                      </a:lnTo>
                      <a:lnTo>
                        <a:pt x="432" y="348"/>
                      </a:lnTo>
                      <a:lnTo>
                        <a:pt x="432" y="348"/>
                      </a:lnTo>
                      <a:lnTo>
                        <a:pt x="432" y="350"/>
                      </a:lnTo>
                      <a:lnTo>
                        <a:pt x="432" y="348"/>
                      </a:lnTo>
                      <a:lnTo>
                        <a:pt x="432" y="348"/>
                      </a:lnTo>
                      <a:lnTo>
                        <a:pt x="432" y="348"/>
                      </a:lnTo>
                      <a:lnTo>
                        <a:pt x="426" y="350"/>
                      </a:lnTo>
                      <a:lnTo>
                        <a:pt x="426" y="356"/>
                      </a:lnTo>
                      <a:lnTo>
                        <a:pt x="422" y="356"/>
                      </a:lnTo>
                      <a:lnTo>
                        <a:pt x="422" y="356"/>
                      </a:lnTo>
                      <a:lnTo>
                        <a:pt x="416" y="356"/>
                      </a:lnTo>
                      <a:lnTo>
                        <a:pt x="410" y="356"/>
                      </a:lnTo>
                      <a:lnTo>
                        <a:pt x="410" y="356"/>
                      </a:lnTo>
                      <a:lnTo>
                        <a:pt x="404" y="350"/>
                      </a:lnTo>
                      <a:lnTo>
                        <a:pt x="404" y="348"/>
                      </a:lnTo>
                      <a:lnTo>
                        <a:pt x="404" y="348"/>
                      </a:lnTo>
                      <a:lnTo>
                        <a:pt x="404" y="348"/>
                      </a:lnTo>
                      <a:lnTo>
                        <a:pt x="404" y="348"/>
                      </a:lnTo>
                      <a:close/>
                      <a:moveTo>
                        <a:pt x="204" y="342"/>
                      </a:moveTo>
                      <a:lnTo>
                        <a:pt x="210" y="342"/>
                      </a:lnTo>
                      <a:lnTo>
                        <a:pt x="204" y="342"/>
                      </a:lnTo>
                      <a:lnTo>
                        <a:pt x="204" y="342"/>
                      </a:lnTo>
                      <a:lnTo>
                        <a:pt x="204" y="342"/>
                      </a:lnTo>
                      <a:lnTo>
                        <a:pt x="204" y="342"/>
                      </a:lnTo>
                      <a:lnTo>
                        <a:pt x="204" y="342"/>
                      </a:lnTo>
                      <a:lnTo>
                        <a:pt x="204" y="342"/>
                      </a:lnTo>
                      <a:close/>
                      <a:moveTo>
                        <a:pt x="654" y="348"/>
                      </a:moveTo>
                      <a:lnTo>
                        <a:pt x="658" y="348"/>
                      </a:lnTo>
                      <a:lnTo>
                        <a:pt x="658" y="348"/>
                      </a:lnTo>
                      <a:lnTo>
                        <a:pt x="658" y="350"/>
                      </a:lnTo>
                      <a:lnTo>
                        <a:pt x="664" y="350"/>
                      </a:lnTo>
                      <a:lnTo>
                        <a:pt x="658" y="350"/>
                      </a:lnTo>
                      <a:lnTo>
                        <a:pt x="658" y="348"/>
                      </a:lnTo>
                      <a:lnTo>
                        <a:pt x="654" y="348"/>
                      </a:lnTo>
                      <a:lnTo>
                        <a:pt x="654" y="348"/>
                      </a:lnTo>
                      <a:lnTo>
                        <a:pt x="654" y="348"/>
                      </a:lnTo>
                      <a:lnTo>
                        <a:pt x="654" y="348"/>
                      </a:lnTo>
                      <a:close/>
                      <a:moveTo>
                        <a:pt x="530" y="356"/>
                      </a:moveTo>
                      <a:lnTo>
                        <a:pt x="536" y="356"/>
                      </a:lnTo>
                      <a:lnTo>
                        <a:pt x="536" y="356"/>
                      </a:lnTo>
                      <a:lnTo>
                        <a:pt x="540" y="356"/>
                      </a:lnTo>
                      <a:lnTo>
                        <a:pt x="536" y="356"/>
                      </a:lnTo>
                      <a:lnTo>
                        <a:pt x="536" y="356"/>
                      </a:lnTo>
                      <a:lnTo>
                        <a:pt x="536" y="356"/>
                      </a:lnTo>
                      <a:lnTo>
                        <a:pt x="530" y="356"/>
                      </a:lnTo>
                      <a:lnTo>
                        <a:pt x="530" y="356"/>
                      </a:lnTo>
                      <a:lnTo>
                        <a:pt x="530" y="356"/>
                      </a:lnTo>
                      <a:lnTo>
                        <a:pt x="530" y="356"/>
                      </a:lnTo>
                      <a:lnTo>
                        <a:pt x="530" y="356"/>
                      </a:lnTo>
                      <a:close/>
                      <a:moveTo>
                        <a:pt x="442" y="368"/>
                      </a:moveTo>
                      <a:lnTo>
                        <a:pt x="442" y="362"/>
                      </a:lnTo>
                      <a:lnTo>
                        <a:pt x="442" y="362"/>
                      </a:lnTo>
                      <a:lnTo>
                        <a:pt x="448" y="362"/>
                      </a:lnTo>
                      <a:lnTo>
                        <a:pt x="442" y="362"/>
                      </a:lnTo>
                      <a:lnTo>
                        <a:pt x="442" y="368"/>
                      </a:lnTo>
                      <a:lnTo>
                        <a:pt x="442" y="368"/>
                      </a:lnTo>
                      <a:lnTo>
                        <a:pt x="442" y="368"/>
                      </a:lnTo>
                      <a:lnTo>
                        <a:pt x="442" y="368"/>
                      </a:lnTo>
                      <a:lnTo>
                        <a:pt x="442" y="368"/>
                      </a:lnTo>
                      <a:close/>
                      <a:moveTo>
                        <a:pt x="324" y="406"/>
                      </a:moveTo>
                      <a:lnTo>
                        <a:pt x="324" y="406"/>
                      </a:lnTo>
                      <a:lnTo>
                        <a:pt x="324" y="406"/>
                      </a:lnTo>
                      <a:lnTo>
                        <a:pt x="324" y="406"/>
                      </a:lnTo>
                      <a:lnTo>
                        <a:pt x="324" y="406"/>
                      </a:lnTo>
                      <a:lnTo>
                        <a:pt x="324" y="406"/>
                      </a:lnTo>
                      <a:lnTo>
                        <a:pt x="324" y="406"/>
                      </a:lnTo>
                      <a:lnTo>
                        <a:pt x="324" y="406"/>
                      </a:lnTo>
                      <a:close/>
                      <a:moveTo>
                        <a:pt x="228" y="444"/>
                      </a:moveTo>
                      <a:lnTo>
                        <a:pt x="228" y="450"/>
                      </a:lnTo>
                      <a:lnTo>
                        <a:pt x="228" y="450"/>
                      </a:lnTo>
                      <a:lnTo>
                        <a:pt x="228" y="444"/>
                      </a:lnTo>
                      <a:lnTo>
                        <a:pt x="228" y="444"/>
                      </a:lnTo>
                      <a:lnTo>
                        <a:pt x="228" y="444"/>
                      </a:lnTo>
                      <a:lnTo>
                        <a:pt x="228" y="444"/>
                      </a:lnTo>
                      <a:lnTo>
                        <a:pt x="228" y="444"/>
                      </a:lnTo>
                      <a:close/>
                      <a:moveTo>
                        <a:pt x="2412" y="456"/>
                      </a:moveTo>
                      <a:lnTo>
                        <a:pt x="2412" y="456"/>
                      </a:lnTo>
                      <a:lnTo>
                        <a:pt x="2418" y="456"/>
                      </a:lnTo>
                      <a:lnTo>
                        <a:pt x="2418" y="456"/>
                      </a:lnTo>
                      <a:lnTo>
                        <a:pt x="2418" y="456"/>
                      </a:lnTo>
                      <a:lnTo>
                        <a:pt x="2418" y="456"/>
                      </a:lnTo>
                      <a:lnTo>
                        <a:pt x="2412" y="456"/>
                      </a:lnTo>
                      <a:lnTo>
                        <a:pt x="2412" y="456"/>
                      </a:lnTo>
                      <a:lnTo>
                        <a:pt x="2412" y="456"/>
                      </a:lnTo>
                      <a:lnTo>
                        <a:pt x="2412" y="456"/>
                      </a:lnTo>
                      <a:close/>
                      <a:moveTo>
                        <a:pt x="2408" y="456"/>
                      </a:moveTo>
                      <a:lnTo>
                        <a:pt x="2412" y="456"/>
                      </a:lnTo>
                      <a:lnTo>
                        <a:pt x="2412" y="460"/>
                      </a:lnTo>
                      <a:lnTo>
                        <a:pt x="2412" y="456"/>
                      </a:lnTo>
                      <a:lnTo>
                        <a:pt x="2408" y="456"/>
                      </a:lnTo>
                      <a:lnTo>
                        <a:pt x="2408" y="456"/>
                      </a:lnTo>
                      <a:lnTo>
                        <a:pt x="2408" y="456"/>
                      </a:lnTo>
                      <a:lnTo>
                        <a:pt x="2408" y="456"/>
                      </a:lnTo>
                      <a:close/>
                      <a:moveTo>
                        <a:pt x="2036" y="596"/>
                      </a:moveTo>
                      <a:lnTo>
                        <a:pt x="2036" y="596"/>
                      </a:lnTo>
                      <a:lnTo>
                        <a:pt x="2036" y="596"/>
                      </a:lnTo>
                      <a:lnTo>
                        <a:pt x="2036" y="590"/>
                      </a:lnTo>
                      <a:lnTo>
                        <a:pt x="2040" y="590"/>
                      </a:lnTo>
                      <a:lnTo>
                        <a:pt x="2040" y="584"/>
                      </a:lnTo>
                      <a:lnTo>
                        <a:pt x="2036" y="584"/>
                      </a:lnTo>
                      <a:lnTo>
                        <a:pt x="2036" y="590"/>
                      </a:lnTo>
                      <a:lnTo>
                        <a:pt x="2036" y="584"/>
                      </a:lnTo>
                      <a:lnTo>
                        <a:pt x="2040" y="584"/>
                      </a:lnTo>
                      <a:lnTo>
                        <a:pt x="2046" y="584"/>
                      </a:lnTo>
                      <a:lnTo>
                        <a:pt x="2046" y="584"/>
                      </a:lnTo>
                      <a:lnTo>
                        <a:pt x="2046" y="584"/>
                      </a:lnTo>
                      <a:lnTo>
                        <a:pt x="2052" y="584"/>
                      </a:lnTo>
                      <a:lnTo>
                        <a:pt x="2052" y="584"/>
                      </a:lnTo>
                      <a:lnTo>
                        <a:pt x="2052" y="590"/>
                      </a:lnTo>
                      <a:lnTo>
                        <a:pt x="2046" y="590"/>
                      </a:lnTo>
                      <a:lnTo>
                        <a:pt x="2046" y="590"/>
                      </a:lnTo>
                      <a:lnTo>
                        <a:pt x="2046" y="596"/>
                      </a:lnTo>
                      <a:lnTo>
                        <a:pt x="2040" y="596"/>
                      </a:lnTo>
                      <a:lnTo>
                        <a:pt x="2036" y="596"/>
                      </a:lnTo>
                      <a:lnTo>
                        <a:pt x="2036" y="602"/>
                      </a:lnTo>
                      <a:lnTo>
                        <a:pt x="2036" y="596"/>
                      </a:lnTo>
                      <a:lnTo>
                        <a:pt x="2036" y="596"/>
                      </a:lnTo>
                      <a:lnTo>
                        <a:pt x="2036" y="596"/>
                      </a:lnTo>
                      <a:lnTo>
                        <a:pt x="2036" y="596"/>
                      </a:lnTo>
                      <a:close/>
                      <a:moveTo>
                        <a:pt x="2072" y="666"/>
                      </a:moveTo>
                      <a:lnTo>
                        <a:pt x="2072" y="672"/>
                      </a:lnTo>
                      <a:lnTo>
                        <a:pt x="2072" y="676"/>
                      </a:lnTo>
                      <a:lnTo>
                        <a:pt x="2078" y="682"/>
                      </a:lnTo>
                      <a:lnTo>
                        <a:pt x="2078" y="682"/>
                      </a:lnTo>
                      <a:lnTo>
                        <a:pt x="2078" y="682"/>
                      </a:lnTo>
                      <a:lnTo>
                        <a:pt x="2072" y="682"/>
                      </a:lnTo>
                      <a:lnTo>
                        <a:pt x="2072" y="676"/>
                      </a:lnTo>
                      <a:lnTo>
                        <a:pt x="2068" y="676"/>
                      </a:lnTo>
                      <a:lnTo>
                        <a:pt x="2068" y="672"/>
                      </a:lnTo>
                      <a:lnTo>
                        <a:pt x="2068" y="672"/>
                      </a:lnTo>
                      <a:lnTo>
                        <a:pt x="2068" y="666"/>
                      </a:lnTo>
                      <a:lnTo>
                        <a:pt x="2068" y="666"/>
                      </a:lnTo>
                      <a:lnTo>
                        <a:pt x="2072" y="666"/>
                      </a:lnTo>
                      <a:lnTo>
                        <a:pt x="2072" y="666"/>
                      </a:lnTo>
                      <a:lnTo>
                        <a:pt x="2072" y="666"/>
                      </a:lnTo>
                      <a:lnTo>
                        <a:pt x="2072" y="666"/>
                      </a:lnTo>
                      <a:close/>
                      <a:moveTo>
                        <a:pt x="1662" y="682"/>
                      </a:moveTo>
                      <a:lnTo>
                        <a:pt x="1662" y="682"/>
                      </a:lnTo>
                      <a:lnTo>
                        <a:pt x="1662" y="676"/>
                      </a:lnTo>
                      <a:lnTo>
                        <a:pt x="1668" y="676"/>
                      </a:lnTo>
                      <a:lnTo>
                        <a:pt x="1668" y="672"/>
                      </a:lnTo>
                      <a:lnTo>
                        <a:pt x="1672" y="672"/>
                      </a:lnTo>
                      <a:lnTo>
                        <a:pt x="1672" y="676"/>
                      </a:lnTo>
                      <a:lnTo>
                        <a:pt x="1672" y="676"/>
                      </a:lnTo>
                      <a:lnTo>
                        <a:pt x="1672" y="682"/>
                      </a:lnTo>
                      <a:lnTo>
                        <a:pt x="1672" y="682"/>
                      </a:lnTo>
                      <a:lnTo>
                        <a:pt x="1668" y="682"/>
                      </a:lnTo>
                      <a:lnTo>
                        <a:pt x="1668" y="682"/>
                      </a:lnTo>
                      <a:lnTo>
                        <a:pt x="1662" y="682"/>
                      </a:lnTo>
                      <a:lnTo>
                        <a:pt x="1662" y="682"/>
                      </a:lnTo>
                      <a:lnTo>
                        <a:pt x="1662" y="682"/>
                      </a:lnTo>
                      <a:lnTo>
                        <a:pt x="1662" y="682"/>
                      </a:lnTo>
                      <a:lnTo>
                        <a:pt x="1662" y="682"/>
                      </a:lnTo>
                      <a:close/>
                      <a:moveTo>
                        <a:pt x="2090" y="682"/>
                      </a:moveTo>
                      <a:lnTo>
                        <a:pt x="2096" y="682"/>
                      </a:lnTo>
                      <a:lnTo>
                        <a:pt x="2096" y="682"/>
                      </a:lnTo>
                      <a:lnTo>
                        <a:pt x="2100" y="688"/>
                      </a:lnTo>
                      <a:lnTo>
                        <a:pt x="2096" y="688"/>
                      </a:lnTo>
                      <a:lnTo>
                        <a:pt x="2096" y="682"/>
                      </a:lnTo>
                      <a:lnTo>
                        <a:pt x="2096" y="682"/>
                      </a:lnTo>
                      <a:lnTo>
                        <a:pt x="2090" y="682"/>
                      </a:lnTo>
                      <a:lnTo>
                        <a:pt x="2090" y="682"/>
                      </a:lnTo>
                      <a:lnTo>
                        <a:pt x="2090" y="682"/>
                      </a:lnTo>
                      <a:lnTo>
                        <a:pt x="2090" y="682"/>
                      </a:lnTo>
                      <a:close/>
                      <a:moveTo>
                        <a:pt x="1748" y="866"/>
                      </a:moveTo>
                      <a:lnTo>
                        <a:pt x="1748" y="860"/>
                      </a:lnTo>
                      <a:lnTo>
                        <a:pt x="1748" y="860"/>
                      </a:lnTo>
                      <a:lnTo>
                        <a:pt x="1748" y="856"/>
                      </a:lnTo>
                      <a:lnTo>
                        <a:pt x="1748" y="850"/>
                      </a:lnTo>
                      <a:lnTo>
                        <a:pt x="1748" y="856"/>
                      </a:lnTo>
                      <a:lnTo>
                        <a:pt x="1748" y="850"/>
                      </a:lnTo>
                      <a:lnTo>
                        <a:pt x="1742" y="850"/>
                      </a:lnTo>
                      <a:lnTo>
                        <a:pt x="1736" y="850"/>
                      </a:lnTo>
                      <a:lnTo>
                        <a:pt x="1732" y="856"/>
                      </a:lnTo>
                      <a:lnTo>
                        <a:pt x="1732" y="860"/>
                      </a:lnTo>
                      <a:lnTo>
                        <a:pt x="1732" y="860"/>
                      </a:lnTo>
                      <a:lnTo>
                        <a:pt x="1732" y="866"/>
                      </a:lnTo>
                      <a:lnTo>
                        <a:pt x="1732" y="866"/>
                      </a:lnTo>
                      <a:lnTo>
                        <a:pt x="1732" y="860"/>
                      </a:lnTo>
                      <a:lnTo>
                        <a:pt x="1728" y="860"/>
                      </a:lnTo>
                      <a:lnTo>
                        <a:pt x="1728" y="856"/>
                      </a:lnTo>
                      <a:lnTo>
                        <a:pt x="1728" y="850"/>
                      </a:lnTo>
                      <a:lnTo>
                        <a:pt x="1732" y="850"/>
                      </a:lnTo>
                      <a:lnTo>
                        <a:pt x="1732" y="844"/>
                      </a:lnTo>
                      <a:lnTo>
                        <a:pt x="1732" y="838"/>
                      </a:lnTo>
                      <a:lnTo>
                        <a:pt x="1732" y="838"/>
                      </a:lnTo>
                      <a:lnTo>
                        <a:pt x="1732" y="834"/>
                      </a:lnTo>
                      <a:lnTo>
                        <a:pt x="1732" y="830"/>
                      </a:lnTo>
                      <a:lnTo>
                        <a:pt x="1732" y="824"/>
                      </a:lnTo>
                      <a:lnTo>
                        <a:pt x="1732" y="824"/>
                      </a:lnTo>
                      <a:lnTo>
                        <a:pt x="1732" y="824"/>
                      </a:lnTo>
                      <a:lnTo>
                        <a:pt x="1732" y="824"/>
                      </a:lnTo>
                      <a:lnTo>
                        <a:pt x="1732" y="818"/>
                      </a:lnTo>
                      <a:lnTo>
                        <a:pt x="1732" y="812"/>
                      </a:lnTo>
                      <a:lnTo>
                        <a:pt x="1732" y="812"/>
                      </a:lnTo>
                      <a:lnTo>
                        <a:pt x="1728" y="812"/>
                      </a:lnTo>
                      <a:lnTo>
                        <a:pt x="1728" y="806"/>
                      </a:lnTo>
                      <a:lnTo>
                        <a:pt x="1732" y="806"/>
                      </a:lnTo>
                      <a:lnTo>
                        <a:pt x="1732" y="802"/>
                      </a:lnTo>
                      <a:lnTo>
                        <a:pt x="1732" y="802"/>
                      </a:lnTo>
                      <a:lnTo>
                        <a:pt x="1732" y="796"/>
                      </a:lnTo>
                      <a:lnTo>
                        <a:pt x="1732" y="790"/>
                      </a:lnTo>
                      <a:lnTo>
                        <a:pt x="1732" y="790"/>
                      </a:lnTo>
                      <a:lnTo>
                        <a:pt x="1732" y="784"/>
                      </a:lnTo>
                      <a:lnTo>
                        <a:pt x="1732" y="780"/>
                      </a:lnTo>
                      <a:lnTo>
                        <a:pt x="1732" y="774"/>
                      </a:lnTo>
                      <a:lnTo>
                        <a:pt x="1732" y="774"/>
                      </a:lnTo>
                      <a:lnTo>
                        <a:pt x="1732" y="770"/>
                      </a:lnTo>
                      <a:lnTo>
                        <a:pt x="1732" y="764"/>
                      </a:lnTo>
                      <a:lnTo>
                        <a:pt x="1732" y="764"/>
                      </a:lnTo>
                      <a:lnTo>
                        <a:pt x="1732" y="764"/>
                      </a:lnTo>
                      <a:lnTo>
                        <a:pt x="1732" y="758"/>
                      </a:lnTo>
                      <a:lnTo>
                        <a:pt x="1732" y="752"/>
                      </a:lnTo>
                      <a:lnTo>
                        <a:pt x="1732" y="752"/>
                      </a:lnTo>
                      <a:lnTo>
                        <a:pt x="1728" y="746"/>
                      </a:lnTo>
                      <a:lnTo>
                        <a:pt x="1728" y="742"/>
                      </a:lnTo>
                      <a:lnTo>
                        <a:pt x="1728" y="742"/>
                      </a:lnTo>
                      <a:lnTo>
                        <a:pt x="1728" y="736"/>
                      </a:lnTo>
                      <a:lnTo>
                        <a:pt x="1728" y="730"/>
                      </a:lnTo>
                      <a:lnTo>
                        <a:pt x="1728" y="726"/>
                      </a:lnTo>
                      <a:lnTo>
                        <a:pt x="1728" y="726"/>
                      </a:lnTo>
                      <a:lnTo>
                        <a:pt x="1728" y="720"/>
                      </a:lnTo>
                      <a:lnTo>
                        <a:pt x="1732" y="720"/>
                      </a:lnTo>
                      <a:lnTo>
                        <a:pt x="1732" y="716"/>
                      </a:lnTo>
                      <a:lnTo>
                        <a:pt x="1728" y="716"/>
                      </a:lnTo>
                      <a:lnTo>
                        <a:pt x="1728" y="716"/>
                      </a:lnTo>
                      <a:lnTo>
                        <a:pt x="1732" y="710"/>
                      </a:lnTo>
                      <a:lnTo>
                        <a:pt x="1732" y="710"/>
                      </a:lnTo>
                      <a:lnTo>
                        <a:pt x="1732" y="716"/>
                      </a:lnTo>
                      <a:lnTo>
                        <a:pt x="1736" y="716"/>
                      </a:lnTo>
                      <a:lnTo>
                        <a:pt x="1736" y="710"/>
                      </a:lnTo>
                      <a:lnTo>
                        <a:pt x="1736" y="704"/>
                      </a:lnTo>
                      <a:lnTo>
                        <a:pt x="1742" y="704"/>
                      </a:lnTo>
                      <a:lnTo>
                        <a:pt x="1742" y="704"/>
                      </a:lnTo>
                      <a:lnTo>
                        <a:pt x="1736" y="704"/>
                      </a:lnTo>
                      <a:lnTo>
                        <a:pt x="1736" y="704"/>
                      </a:lnTo>
                      <a:lnTo>
                        <a:pt x="1742" y="704"/>
                      </a:lnTo>
                      <a:lnTo>
                        <a:pt x="1742" y="698"/>
                      </a:lnTo>
                      <a:lnTo>
                        <a:pt x="1736" y="698"/>
                      </a:lnTo>
                      <a:lnTo>
                        <a:pt x="1736" y="692"/>
                      </a:lnTo>
                      <a:lnTo>
                        <a:pt x="1732" y="692"/>
                      </a:lnTo>
                      <a:lnTo>
                        <a:pt x="1736" y="692"/>
                      </a:lnTo>
                      <a:lnTo>
                        <a:pt x="1736" y="692"/>
                      </a:lnTo>
                      <a:lnTo>
                        <a:pt x="1736" y="692"/>
                      </a:lnTo>
                      <a:lnTo>
                        <a:pt x="1742" y="692"/>
                      </a:lnTo>
                      <a:lnTo>
                        <a:pt x="1742" y="692"/>
                      </a:lnTo>
                      <a:lnTo>
                        <a:pt x="1748" y="692"/>
                      </a:lnTo>
                      <a:lnTo>
                        <a:pt x="1748" y="698"/>
                      </a:lnTo>
                      <a:lnTo>
                        <a:pt x="1742" y="698"/>
                      </a:lnTo>
                      <a:lnTo>
                        <a:pt x="1742" y="704"/>
                      </a:lnTo>
                      <a:lnTo>
                        <a:pt x="1742" y="704"/>
                      </a:lnTo>
                      <a:lnTo>
                        <a:pt x="1748" y="704"/>
                      </a:lnTo>
                      <a:lnTo>
                        <a:pt x="1748" y="710"/>
                      </a:lnTo>
                      <a:lnTo>
                        <a:pt x="1748" y="716"/>
                      </a:lnTo>
                      <a:lnTo>
                        <a:pt x="1748" y="710"/>
                      </a:lnTo>
                      <a:lnTo>
                        <a:pt x="1748" y="716"/>
                      </a:lnTo>
                      <a:lnTo>
                        <a:pt x="1748" y="716"/>
                      </a:lnTo>
                      <a:lnTo>
                        <a:pt x="1748" y="716"/>
                      </a:lnTo>
                      <a:lnTo>
                        <a:pt x="1748" y="720"/>
                      </a:lnTo>
                      <a:lnTo>
                        <a:pt x="1748" y="726"/>
                      </a:lnTo>
                      <a:lnTo>
                        <a:pt x="1748" y="726"/>
                      </a:lnTo>
                      <a:lnTo>
                        <a:pt x="1748" y="730"/>
                      </a:lnTo>
                      <a:lnTo>
                        <a:pt x="1748" y="736"/>
                      </a:lnTo>
                      <a:lnTo>
                        <a:pt x="1748" y="730"/>
                      </a:lnTo>
                      <a:lnTo>
                        <a:pt x="1748" y="730"/>
                      </a:lnTo>
                      <a:lnTo>
                        <a:pt x="1748" y="726"/>
                      </a:lnTo>
                      <a:lnTo>
                        <a:pt x="1748" y="730"/>
                      </a:lnTo>
                      <a:lnTo>
                        <a:pt x="1748" y="736"/>
                      </a:lnTo>
                      <a:lnTo>
                        <a:pt x="1748" y="742"/>
                      </a:lnTo>
                      <a:lnTo>
                        <a:pt x="1748" y="742"/>
                      </a:lnTo>
                      <a:lnTo>
                        <a:pt x="1748" y="742"/>
                      </a:lnTo>
                      <a:lnTo>
                        <a:pt x="1748" y="746"/>
                      </a:lnTo>
                      <a:lnTo>
                        <a:pt x="1748" y="752"/>
                      </a:lnTo>
                      <a:lnTo>
                        <a:pt x="1748" y="752"/>
                      </a:lnTo>
                      <a:lnTo>
                        <a:pt x="1748" y="758"/>
                      </a:lnTo>
                      <a:lnTo>
                        <a:pt x="1754" y="752"/>
                      </a:lnTo>
                      <a:lnTo>
                        <a:pt x="1754" y="758"/>
                      </a:lnTo>
                      <a:lnTo>
                        <a:pt x="1754" y="764"/>
                      </a:lnTo>
                      <a:lnTo>
                        <a:pt x="1754" y="764"/>
                      </a:lnTo>
                      <a:lnTo>
                        <a:pt x="1754" y="770"/>
                      </a:lnTo>
                      <a:lnTo>
                        <a:pt x="1754" y="774"/>
                      </a:lnTo>
                      <a:lnTo>
                        <a:pt x="1758" y="774"/>
                      </a:lnTo>
                      <a:lnTo>
                        <a:pt x="1758" y="780"/>
                      </a:lnTo>
                      <a:lnTo>
                        <a:pt x="1758" y="784"/>
                      </a:lnTo>
                      <a:lnTo>
                        <a:pt x="1758" y="790"/>
                      </a:lnTo>
                      <a:lnTo>
                        <a:pt x="1758" y="796"/>
                      </a:lnTo>
                      <a:lnTo>
                        <a:pt x="1764" y="802"/>
                      </a:lnTo>
                      <a:lnTo>
                        <a:pt x="1764" y="802"/>
                      </a:lnTo>
                      <a:lnTo>
                        <a:pt x="1770" y="806"/>
                      </a:lnTo>
                      <a:lnTo>
                        <a:pt x="1770" y="812"/>
                      </a:lnTo>
                      <a:lnTo>
                        <a:pt x="1770" y="806"/>
                      </a:lnTo>
                      <a:lnTo>
                        <a:pt x="1764" y="802"/>
                      </a:lnTo>
                      <a:lnTo>
                        <a:pt x="1758" y="802"/>
                      </a:lnTo>
                      <a:lnTo>
                        <a:pt x="1758" y="802"/>
                      </a:lnTo>
                      <a:lnTo>
                        <a:pt x="1758" y="802"/>
                      </a:lnTo>
                      <a:lnTo>
                        <a:pt x="1754" y="802"/>
                      </a:lnTo>
                      <a:lnTo>
                        <a:pt x="1748" y="796"/>
                      </a:lnTo>
                      <a:lnTo>
                        <a:pt x="1748" y="802"/>
                      </a:lnTo>
                      <a:lnTo>
                        <a:pt x="1754" y="796"/>
                      </a:lnTo>
                      <a:lnTo>
                        <a:pt x="1754" y="802"/>
                      </a:lnTo>
                      <a:lnTo>
                        <a:pt x="1748" y="802"/>
                      </a:lnTo>
                      <a:lnTo>
                        <a:pt x="1748" y="802"/>
                      </a:lnTo>
                      <a:lnTo>
                        <a:pt x="1748" y="802"/>
                      </a:lnTo>
                      <a:lnTo>
                        <a:pt x="1748" y="806"/>
                      </a:lnTo>
                      <a:lnTo>
                        <a:pt x="1742" y="806"/>
                      </a:lnTo>
                      <a:lnTo>
                        <a:pt x="1742" y="812"/>
                      </a:lnTo>
                      <a:lnTo>
                        <a:pt x="1742" y="812"/>
                      </a:lnTo>
                      <a:lnTo>
                        <a:pt x="1736" y="818"/>
                      </a:lnTo>
                      <a:lnTo>
                        <a:pt x="1736" y="824"/>
                      </a:lnTo>
                      <a:lnTo>
                        <a:pt x="1736" y="824"/>
                      </a:lnTo>
                      <a:lnTo>
                        <a:pt x="1736" y="830"/>
                      </a:lnTo>
                      <a:lnTo>
                        <a:pt x="1736" y="834"/>
                      </a:lnTo>
                      <a:lnTo>
                        <a:pt x="1742" y="838"/>
                      </a:lnTo>
                      <a:lnTo>
                        <a:pt x="1748" y="838"/>
                      </a:lnTo>
                      <a:lnTo>
                        <a:pt x="1748" y="850"/>
                      </a:lnTo>
                      <a:lnTo>
                        <a:pt x="1748" y="850"/>
                      </a:lnTo>
                      <a:lnTo>
                        <a:pt x="1748" y="850"/>
                      </a:lnTo>
                      <a:lnTo>
                        <a:pt x="1748" y="850"/>
                      </a:lnTo>
                      <a:lnTo>
                        <a:pt x="1754" y="850"/>
                      </a:lnTo>
                      <a:lnTo>
                        <a:pt x="1754" y="850"/>
                      </a:lnTo>
                      <a:lnTo>
                        <a:pt x="1754" y="856"/>
                      </a:lnTo>
                      <a:lnTo>
                        <a:pt x="1754" y="860"/>
                      </a:lnTo>
                      <a:lnTo>
                        <a:pt x="1754" y="860"/>
                      </a:lnTo>
                      <a:lnTo>
                        <a:pt x="1748" y="860"/>
                      </a:lnTo>
                      <a:lnTo>
                        <a:pt x="1748" y="866"/>
                      </a:lnTo>
                      <a:lnTo>
                        <a:pt x="1748" y="866"/>
                      </a:lnTo>
                      <a:lnTo>
                        <a:pt x="1748" y="866"/>
                      </a:lnTo>
                      <a:lnTo>
                        <a:pt x="1748" y="866"/>
                      </a:lnTo>
                      <a:close/>
                      <a:moveTo>
                        <a:pt x="1922" y="764"/>
                      </a:moveTo>
                      <a:lnTo>
                        <a:pt x="1922" y="764"/>
                      </a:lnTo>
                      <a:lnTo>
                        <a:pt x="1922" y="764"/>
                      </a:lnTo>
                      <a:lnTo>
                        <a:pt x="1922" y="764"/>
                      </a:lnTo>
                      <a:lnTo>
                        <a:pt x="1922" y="764"/>
                      </a:lnTo>
                      <a:lnTo>
                        <a:pt x="1922" y="764"/>
                      </a:lnTo>
                      <a:lnTo>
                        <a:pt x="1922" y="764"/>
                      </a:lnTo>
                      <a:lnTo>
                        <a:pt x="1922" y="764"/>
                      </a:lnTo>
                      <a:close/>
                      <a:moveTo>
                        <a:pt x="1938" y="770"/>
                      </a:moveTo>
                      <a:lnTo>
                        <a:pt x="1932" y="770"/>
                      </a:lnTo>
                      <a:lnTo>
                        <a:pt x="1932" y="764"/>
                      </a:lnTo>
                      <a:lnTo>
                        <a:pt x="1938" y="764"/>
                      </a:lnTo>
                      <a:lnTo>
                        <a:pt x="1938" y="770"/>
                      </a:lnTo>
                      <a:lnTo>
                        <a:pt x="1938" y="770"/>
                      </a:lnTo>
                      <a:lnTo>
                        <a:pt x="1938" y="770"/>
                      </a:lnTo>
                      <a:lnTo>
                        <a:pt x="1938" y="770"/>
                      </a:lnTo>
                      <a:close/>
                      <a:moveTo>
                        <a:pt x="1916" y="780"/>
                      </a:moveTo>
                      <a:lnTo>
                        <a:pt x="1916" y="774"/>
                      </a:lnTo>
                      <a:lnTo>
                        <a:pt x="1922" y="774"/>
                      </a:lnTo>
                      <a:lnTo>
                        <a:pt x="1922" y="774"/>
                      </a:lnTo>
                      <a:lnTo>
                        <a:pt x="1922" y="774"/>
                      </a:lnTo>
                      <a:lnTo>
                        <a:pt x="1922" y="770"/>
                      </a:lnTo>
                      <a:lnTo>
                        <a:pt x="1928" y="770"/>
                      </a:lnTo>
                      <a:lnTo>
                        <a:pt x="1928" y="764"/>
                      </a:lnTo>
                      <a:lnTo>
                        <a:pt x="1928" y="770"/>
                      </a:lnTo>
                      <a:lnTo>
                        <a:pt x="1932" y="774"/>
                      </a:lnTo>
                      <a:lnTo>
                        <a:pt x="1928" y="774"/>
                      </a:lnTo>
                      <a:lnTo>
                        <a:pt x="1922" y="780"/>
                      </a:lnTo>
                      <a:lnTo>
                        <a:pt x="1922" y="780"/>
                      </a:lnTo>
                      <a:lnTo>
                        <a:pt x="1916" y="780"/>
                      </a:lnTo>
                      <a:lnTo>
                        <a:pt x="1916" y="780"/>
                      </a:lnTo>
                      <a:lnTo>
                        <a:pt x="1916" y="780"/>
                      </a:lnTo>
                      <a:lnTo>
                        <a:pt x="1916" y="780"/>
                      </a:lnTo>
                      <a:close/>
                      <a:moveTo>
                        <a:pt x="1910" y="802"/>
                      </a:moveTo>
                      <a:lnTo>
                        <a:pt x="1910" y="796"/>
                      </a:lnTo>
                      <a:lnTo>
                        <a:pt x="1910" y="790"/>
                      </a:lnTo>
                      <a:lnTo>
                        <a:pt x="1910" y="790"/>
                      </a:lnTo>
                      <a:lnTo>
                        <a:pt x="1910" y="796"/>
                      </a:lnTo>
                      <a:lnTo>
                        <a:pt x="1910" y="796"/>
                      </a:lnTo>
                      <a:lnTo>
                        <a:pt x="1910" y="802"/>
                      </a:lnTo>
                      <a:lnTo>
                        <a:pt x="1910" y="802"/>
                      </a:lnTo>
                      <a:lnTo>
                        <a:pt x="1910" y="802"/>
                      </a:lnTo>
                      <a:lnTo>
                        <a:pt x="1910" y="802"/>
                      </a:lnTo>
                      <a:lnTo>
                        <a:pt x="1910" y="802"/>
                      </a:lnTo>
                      <a:close/>
                      <a:moveTo>
                        <a:pt x="1904" y="802"/>
                      </a:moveTo>
                      <a:lnTo>
                        <a:pt x="1910" y="802"/>
                      </a:lnTo>
                      <a:lnTo>
                        <a:pt x="1910" y="802"/>
                      </a:lnTo>
                      <a:lnTo>
                        <a:pt x="1904" y="802"/>
                      </a:lnTo>
                      <a:lnTo>
                        <a:pt x="1904" y="802"/>
                      </a:lnTo>
                      <a:lnTo>
                        <a:pt x="1904" y="802"/>
                      </a:lnTo>
                      <a:lnTo>
                        <a:pt x="1904" y="802"/>
                      </a:lnTo>
                      <a:lnTo>
                        <a:pt x="1904" y="802"/>
                      </a:lnTo>
                      <a:close/>
                      <a:moveTo>
                        <a:pt x="1898" y="812"/>
                      </a:moveTo>
                      <a:lnTo>
                        <a:pt x="1898" y="806"/>
                      </a:lnTo>
                      <a:lnTo>
                        <a:pt x="1898" y="806"/>
                      </a:lnTo>
                      <a:lnTo>
                        <a:pt x="1898" y="812"/>
                      </a:lnTo>
                      <a:lnTo>
                        <a:pt x="1898" y="812"/>
                      </a:lnTo>
                      <a:lnTo>
                        <a:pt x="1898" y="812"/>
                      </a:lnTo>
                      <a:lnTo>
                        <a:pt x="1898" y="812"/>
                      </a:lnTo>
                      <a:lnTo>
                        <a:pt x="1898" y="812"/>
                      </a:lnTo>
                      <a:close/>
                      <a:moveTo>
                        <a:pt x="1878" y="844"/>
                      </a:moveTo>
                      <a:lnTo>
                        <a:pt x="1878" y="838"/>
                      </a:lnTo>
                      <a:lnTo>
                        <a:pt x="1878" y="844"/>
                      </a:lnTo>
                      <a:lnTo>
                        <a:pt x="1872" y="844"/>
                      </a:lnTo>
                      <a:lnTo>
                        <a:pt x="1872" y="850"/>
                      </a:lnTo>
                      <a:lnTo>
                        <a:pt x="1868" y="850"/>
                      </a:lnTo>
                      <a:lnTo>
                        <a:pt x="1868" y="850"/>
                      </a:lnTo>
                      <a:lnTo>
                        <a:pt x="1868" y="850"/>
                      </a:lnTo>
                      <a:lnTo>
                        <a:pt x="1872" y="844"/>
                      </a:lnTo>
                      <a:lnTo>
                        <a:pt x="1878" y="838"/>
                      </a:lnTo>
                      <a:lnTo>
                        <a:pt x="1878" y="844"/>
                      </a:lnTo>
                      <a:lnTo>
                        <a:pt x="1878" y="844"/>
                      </a:lnTo>
                      <a:lnTo>
                        <a:pt x="1878" y="844"/>
                      </a:lnTo>
                      <a:lnTo>
                        <a:pt x="1878" y="844"/>
                      </a:lnTo>
                      <a:close/>
                      <a:moveTo>
                        <a:pt x="1836" y="872"/>
                      </a:moveTo>
                      <a:lnTo>
                        <a:pt x="1842" y="872"/>
                      </a:lnTo>
                      <a:lnTo>
                        <a:pt x="1842" y="866"/>
                      </a:lnTo>
                      <a:lnTo>
                        <a:pt x="1842" y="866"/>
                      </a:lnTo>
                      <a:lnTo>
                        <a:pt x="1842" y="860"/>
                      </a:lnTo>
                      <a:lnTo>
                        <a:pt x="1844" y="860"/>
                      </a:lnTo>
                      <a:lnTo>
                        <a:pt x="1850" y="860"/>
                      </a:lnTo>
                      <a:lnTo>
                        <a:pt x="1844" y="860"/>
                      </a:lnTo>
                      <a:lnTo>
                        <a:pt x="1844" y="866"/>
                      </a:lnTo>
                      <a:lnTo>
                        <a:pt x="1842" y="872"/>
                      </a:lnTo>
                      <a:lnTo>
                        <a:pt x="1842" y="872"/>
                      </a:lnTo>
                      <a:lnTo>
                        <a:pt x="1842" y="872"/>
                      </a:lnTo>
                      <a:lnTo>
                        <a:pt x="1836" y="872"/>
                      </a:lnTo>
                      <a:lnTo>
                        <a:pt x="1836" y="872"/>
                      </a:lnTo>
                      <a:lnTo>
                        <a:pt x="1836" y="872"/>
                      </a:lnTo>
                      <a:lnTo>
                        <a:pt x="1836" y="872"/>
                      </a:lnTo>
                      <a:close/>
                      <a:moveTo>
                        <a:pt x="1796" y="898"/>
                      </a:moveTo>
                      <a:lnTo>
                        <a:pt x="1802" y="892"/>
                      </a:lnTo>
                      <a:lnTo>
                        <a:pt x="1802" y="888"/>
                      </a:lnTo>
                      <a:lnTo>
                        <a:pt x="1802" y="888"/>
                      </a:lnTo>
                      <a:lnTo>
                        <a:pt x="1802" y="884"/>
                      </a:lnTo>
                      <a:lnTo>
                        <a:pt x="1808" y="884"/>
                      </a:lnTo>
                      <a:lnTo>
                        <a:pt x="1808" y="884"/>
                      </a:lnTo>
                      <a:lnTo>
                        <a:pt x="1814" y="884"/>
                      </a:lnTo>
                      <a:lnTo>
                        <a:pt x="1814" y="878"/>
                      </a:lnTo>
                      <a:lnTo>
                        <a:pt x="1814" y="878"/>
                      </a:lnTo>
                      <a:lnTo>
                        <a:pt x="1814" y="884"/>
                      </a:lnTo>
                      <a:lnTo>
                        <a:pt x="1818" y="884"/>
                      </a:lnTo>
                      <a:lnTo>
                        <a:pt x="1818" y="878"/>
                      </a:lnTo>
                      <a:lnTo>
                        <a:pt x="1824" y="878"/>
                      </a:lnTo>
                      <a:lnTo>
                        <a:pt x="1824" y="872"/>
                      </a:lnTo>
                      <a:lnTo>
                        <a:pt x="1830" y="872"/>
                      </a:lnTo>
                      <a:lnTo>
                        <a:pt x="1830" y="878"/>
                      </a:lnTo>
                      <a:lnTo>
                        <a:pt x="1824" y="878"/>
                      </a:lnTo>
                      <a:lnTo>
                        <a:pt x="1824" y="884"/>
                      </a:lnTo>
                      <a:lnTo>
                        <a:pt x="1818" y="884"/>
                      </a:lnTo>
                      <a:lnTo>
                        <a:pt x="1814" y="884"/>
                      </a:lnTo>
                      <a:lnTo>
                        <a:pt x="1814" y="884"/>
                      </a:lnTo>
                      <a:lnTo>
                        <a:pt x="1814" y="884"/>
                      </a:lnTo>
                      <a:lnTo>
                        <a:pt x="1808" y="884"/>
                      </a:lnTo>
                      <a:lnTo>
                        <a:pt x="1808" y="888"/>
                      </a:lnTo>
                      <a:lnTo>
                        <a:pt x="1802" y="892"/>
                      </a:lnTo>
                      <a:lnTo>
                        <a:pt x="1802" y="898"/>
                      </a:lnTo>
                      <a:lnTo>
                        <a:pt x="1802" y="898"/>
                      </a:lnTo>
                      <a:lnTo>
                        <a:pt x="1796" y="898"/>
                      </a:lnTo>
                      <a:lnTo>
                        <a:pt x="1796" y="898"/>
                      </a:lnTo>
                      <a:lnTo>
                        <a:pt x="1796" y="898"/>
                      </a:lnTo>
                      <a:lnTo>
                        <a:pt x="1796" y="898"/>
                      </a:lnTo>
                      <a:close/>
                      <a:moveTo>
                        <a:pt x="1790" y="898"/>
                      </a:moveTo>
                      <a:lnTo>
                        <a:pt x="1790" y="898"/>
                      </a:lnTo>
                      <a:lnTo>
                        <a:pt x="1790" y="898"/>
                      </a:lnTo>
                      <a:lnTo>
                        <a:pt x="1790" y="898"/>
                      </a:lnTo>
                      <a:lnTo>
                        <a:pt x="1786" y="898"/>
                      </a:lnTo>
                      <a:lnTo>
                        <a:pt x="1786" y="904"/>
                      </a:lnTo>
                      <a:lnTo>
                        <a:pt x="1782" y="904"/>
                      </a:lnTo>
                      <a:lnTo>
                        <a:pt x="1782" y="910"/>
                      </a:lnTo>
                      <a:lnTo>
                        <a:pt x="1782" y="910"/>
                      </a:lnTo>
                      <a:lnTo>
                        <a:pt x="1782" y="910"/>
                      </a:lnTo>
                      <a:lnTo>
                        <a:pt x="1782" y="910"/>
                      </a:lnTo>
                      <a:lnTo>
                        <a:pt x="1782" y="910"/>
                      </a:lnTo>
                      <a:lnTo>
                        <a:pt x="1782" y="904"/>
                      </a:lnTo>
                      <a:lnTo>
                        <a:pt x="1786" y="898"/>
                      </a:lnTo>
                      <a:lnTo>
                        <a:pt x="1786" y="898"/>
                      </a:lnTo>
                      <a:lnTo>
                        <a:pt x="1790" y="898"/>
                      </a:lnTo>
                      <a:lnTo>
                        <a:pt x="1790" y="898"/>
                      </a:lnTo>
                      <a:lnTo>
                        <a:pt x="1790" y="898"/>
                      </a:lnTo>
                      <a:lnTo>
                        <a:pt x="1790" y="898"/>
                      </a:lnTo>
                      <a:close/>
                      <a:moveTo>
                        <a:pt x="1796" y="910"/>
                      </a:moveTo>
                      <a:lnTo>
                        <a:pt x="1796" y="910"/>
                      </a:lnTo>
                      <a:lnTo>
                        <a:pt x="1790" y="910"/>
                      </a:lnTo>
                      <a:lnTo>
                        <a:pt x="1790" y="910"/>
                      </a:lnTo>
                      <a:lnTo>
                        <a:pt x="1796" y="910"/>
                      </a:lnTo>
                      <a:lnTo>
                        <a:pt x="1796" y="910"/>
                      </a:lnTo>
                      <a:lnTo>
                        <a:pt x="1796" y="910"/>
                      </a:lnTo>
                      <a:lnTo>
                        <a:pt x="1796" y="910"/>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48" name="Freeform 14">
                  <a:extLst>
                    <a:ext uri="{FF2B5EF4-FFF2-40B4-BE49-F238E27FC236}">
                      <a16:creationId xmlns:a16="http://schemas.microsoft.com/office/drawing/2014/main" id="{FE700876-44BF-CE55-945C-9F0E40419DB7}"/>
                    </a:ext>
                  </a:extLst>
                </p:cNvPr>
                <p:cNvSpPr>
                  <a:spLocks/>
                </p:cNvSpPr>
                <p:nvPr/>
              </p:nvSpPr>
              <p:spPr bwMode="gray">
                <a:xfrm>
                  <a:off x="5377389" y="4171842"/>
                  <a:ext cx="313067" cy="257411"/>
                </a:xfrm>
                <a:custGeom>
                  <a:avLst/>
                  <a:gdLst>
                    <a:gd name="T0" fmla="*/ 126 w 180"/>
                    <a:gd name="T1" fmla="*/ 30 h 148"/>
                    <a:gd name="T2" fmla="*/ 112 w 180"/>
                    <a:gd name="T3" fmla="*/ 44 h 148"/>
                    <a:gd name="T4" fmla="*/ 106 w 180"/>
                    <a:gd name="T5" fmla="*/ 38 h 148"/>
                    <a:gd name="T6" fmla="*/ 100 w 180"/>
                    <a:gd name="T7" fmla="*/ 36 h 148"/>
                    <a:gd name="T8" fmla="*/ 96 w 180"/>
                    <a:gd name="T9" fmla="*/ 34 h 148"/>
                    <a:gd name="T10" fmla="*/ 80 w 180"/>
                    <a:gd name="T11" fmla="*/ 52 h 148"/>
                    <a:gd name="T12" fmla="*/ 74 w 180"/>
                    <a:gd name="T13" fmla="*/ 50 h 148"/>
                    <a:gd name="T14" fmla="*/ 56 w 180"/>
                    <a:gd name="T15" fmla="*/ 46 h 148"/>
                    <a:gd name="T16" fmla="*/ 40 w 180"/>
                    <a:gd name="T17" fmla="*/ 40 h 148"/>
                    <a:gd name="T18" fmla="*/ 34 w 180"/>
                    <a:gd name="T19" fmla="*/ 28 h 148"/>
                    <a:gd name="T20" fmla="*/ 34 w 180"/>
                    <a:gd name="T21" fmla="*/ 30 h 148"/>
                    <a:gd name="T22" fmla="*/ 28 w 180"/>
                    <a:gd name="T23" fmla="*/ 30 h 148"/>
                    <a:gd name="T24" fmla="*/ 26 w 180"/>
                    <a:gd name="T25" fmla="*/ 32 h 148"/>
                    <a:gd name="T26" fmla="*/ 16 w 180"/>
                    <a:gd name="T27" fmla="*/ 42 h 148"/>
                    <a:gd name="T28" fmla="*/ 10 w 180"/>
                    <a:gd name="T29" fmla="*/ 42 h 148"/>
                    <a:gd name="T30" fmla="*/ 8 w 180"/>
                    <a:gd name="T31" fmla="*/ 48 h 148"/>
                    <a:gd name="T32" fmla="*/ 2 w 180"/>
                    <a:gd name="T33" fmla="*/ 38 h 148"/>
                    <a:gd name="T34" fmla="*/ 0 w 180"/>
                    <a:gd name="T35" fmla="*/ 54 h 148"/>
                    <a:gd name="T36" fmla="*/ 10 w 180"/>
                    <a:gd name="T37" fmla="*/ 58 h 148"/>
                    <a:gd name="T38" fmla="*/ 12 w 180"/>
                    <a:gd name="T39" fmla="*/ 62 h 148"/>
                    <a:gd name="T40" fmla="*/ 24 w 180"/>
                    <a:gd name="T41" fmla="*/ 68 h 148"/>
                    <a:gd name="T42" fmla="*/ 26 w 180"/>
                    <a:gd name="T43" fmla="*/ 76 h 148"/>
                    <a:gd name="T44" fmla="*/ 42 w 180"/>
                    <a:gd name="T45" fmla="*/ 90 h 148"/>
                    <a:gd name="T46" fmla="*/ 56 w 180"/>
                    <a:gd name="T47" fmla="*/ 110 h 148"/>
                    <a:gd name="T48" fmla="*/ 68 w 180"/>
                    <a:gd name="T49" fmla="*/ 130 h 148"/>
                    <a:gd name="T50" fmla="*/ 76 w 180"/>
                    <a:gd name="T51" fmla="*/ 130 h 148"/>
                    <a:gd name="T52" fmla="*/ 90 w 180"/>
                    <a:gd name="T53" fmla="*/ 130 h 148"/>
                    <a:gd name="T54" fmla="*/ 108 w 180"/>
                    <a:gd name="T55" fmla="*/ 146 h 148"/>
                    <a:gd name="T56" fmla="*/ 110 w 180"/>
                    <a:gd name="T57" fmla="*/ 144 h 148"/>
                    <a:gd name="T58" fmla="*/ 122 w 180"/>
                    <a:gd name="T59" fmla="*/ 144 h 148"/>
                    <a:gd name="T60" fmla="*/ 136 w 180"/>
                    <a:gd name="T61" fmla="*/ 142 h 148"/>
                    <a:gd name="T62" fmla="*/ 152 w 180"/>
                    <a:gd name="T63" fmla="*/ 138 h 148"/>
                    <a:gd name="T64" fmla="*/ 180 w 180"/>
                    <a:gd name="T65" fmla="*/ 130 h 148"/>
                    <a:gd name="T66" fmla="*/ 168 w 180"/>
                    <a:gd name="T67" fmla="*/ 112 h 148"/>
                    <a:gd name="T68" fmla="*/ 162 w 180"/>
                    <a:gd name="T69" fmla="*/ 94 h 148"/>
                    <a:gd name="T70" fmla="*/ 150 w 180"/>
                    <a:gd name="T71" fmla="*/ 78 h 148"/>
                    <a:gd name="T72" fmla="*/ 138 w 180"/>
                    <a:gd name="T73" fmla="*/ 70 h 148"/>
                    <a:gd name="T74" fmla="*/ 140 w 180"/>
                    <a:gd name="T75" fmla="*/ 62 h 148"/>
                    <a:gd name="T76" fmla="*/ 154 w 180"/>
                    <a:gd name="T77" fmla="*/ 58 h 148"/>
                    <a:gd name="T78" fmla="*/ 156 w 180"/>
                    <a:gd name="T79" fmla="*/ 26 h 148"/>
                    <a:gd name="T80" fmla="*/ 156 w 180"/>
                    <a:gd name="T81" fmla="*/ 26 h 148"/>
                    <a:gd name="T82" fmla="*/ 154 w 180"/>
                    <a:gd name="T83" fmla="*/ 28 h 148"/>
                    <a:gd name="T84" fmla="*/ 152 w 180"/>
                    <a:gd name="T85" fmla="*/ 28 h 148"/>
                    <a:gd name="T86" fmla="*/ 152 w 180"/>
                    <a:gd name="T87" fmla="*/ 32 h 148"/>
                    <a:gd name="T88" fmla="*/ 148 w 180"/>
                    <a:gd name="T89" fmla="*/ 28 h 148"/>
                    <a:gd name="T90" fmla="*/ 142 w 180"/>
                    <a:gd name="T91" fmla="*/ 24 h 148"/>
                    <a:gd name="T92" fmla="*/ 142 w 180"/>
                    <a:gd name="T93" fmla="*/ 0 h 148"/>
                    <a:gd name="T94" fmla="*/ 136 w 180"/>
                    <a:gd name="T95" fmla="*/ 6 h 148"/>
                    <a:gd name="T96" fmla="*/ 134 w 180"/>
                    <a:gd name="T97" fmla="*/ 14 h 148"/>
                    <a:gd name="T98" fmla="*/ 132 w 180"/>
                    <a:gd name="T99" fmla="*/ 20 h 148"/>
                    <a:gd name="T100" fmla="*/ 130 w 180"/>
                    <a:gd name="T101" fmla="*/ 22 h 148"/>
                    <a:gd name="T102" fmla="*/ 126 w 180"/>
                    <a:gd name="T103" fmla="*/ 30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80" h="148">
                      <a:moveTo>
                        <a:pt x="126" y="30"/>
                      </a:moveTo>
                      <a:lnTo>
                        <a:pt x="126" y="30"/>
                      </a:lnTo>
                      <a:lnTo>
                        <a:pt x="120" y="38"/>
                      </a:lnTo>
                      <a:lnTo>
                        <a:pt x="112" y="44"/>
                      </a:lnTo>
                      <a:lnTo>
                        <a:pt x="106" y="38"/>
                      </a:lnTo>
                      <a:lnTo>
                        <a:pt x="106" y="38"/>
                      </a:lnTo>
                      <a:lnTo>
                        <a:pt x="104" y="38"/>
                      </a:lnTo>
                      <a:lnTo>
                        <a:pt x="100" y="36"/>
                      </a:lnTo>
                      <a:lnTo>
                        <a:pt x="98" y="34"/>
                      </a:lnTo>
                      <a:lnTo>
                        <a:pt x="96" y="34"/>
                      </a:lnTo>
                      <a:lnTo>
                        <a:pt x="92" y="44"/>
                      </a:lnTo>
                      <a:lnTo>
                        <a:pt x="80" y="52"/>
                      </a:lnTo>
                      <a:lnTo>
                        <a:pt x="80" y="52"/>
                      </a:lnTo>
                      <a:lnTo>
                        <a:pt x="74" y="50"/>
                      </a:lnTo>
                      <a:lnTo>
                        <a:pt x="70" y="50"/>
                      </a:lnTo>
                      <a:lnTo>
                        <a:pt x="56" y="46"/>
                      </a:lnTo>
                      <a:lnTo>
                        <a:pt x="50" y="48"/>
                      </a:lnTo>
                      <a:lnTo>
                        <a:pt x="40" y="40"/>
                      </a:lnTo>
                      <a:lnTo>
                        <a:pt x="40" y="40"/>
                      </a:lnTo>
                      <a:lnTo>
                        <a:pt x="34" y="28"/>
                      </a:lnTo>
                      <a:lnTo>
                        <a:pt x="34" y="28"/>
                      </a:lnTo>
                      <a:lnTo>
                        <a:pt x="34" y="30"/>
                      </a:lnTo>
                      <a:lnTo>
                        <a:pt x="30" y="30"/>
                      </a:lnTo>
                      <a:lnTo>
                        <a:pt x="28" y="30"/>
                      </a:lnTo>
                      <a:lnTo>
                        <a:pt x="26" y="32"/>
                      </a:lnTo>
                      <a:lnTo>
                        <a:pt x="26" y="32"/>
                      </a:lnTo>
                      <a:lnTo>
                        <a:pt x="24" y="40"/>
                      </a:lnTo>
                      <a:lnTo>
                        <a:pt x="16" y="42"/>
                      </a:lnTo>
                      <a:lnTo>
                        <a:pt x="10" y="42"/>
                      </a:lnTo>
                      <a:lnTo>
                        <a:pt x="10" y="42"/>
                      </a:lnTo>
                      <a:lnTo>
                        <a:pt x="8" y="48"/>
                      </a:lnTo>
                      <a:lnTo>
                        <a:pt x="8" y="48"/>
                      </a:lnTo>
                      <a:lnTo>
                        <a:pt x="2" y="38"/>
                      </a:lnTo>
                      <a:lnTo>
                        <a:pt x="2" y="38"/>
                      </a:lnTo>
                      <a:lnTo>
                        <a:pt x="0" y="54"/>
                      </a:lnTo>
                      <a:lnTo>
                        <a:pt x="0" y="54"/>
                      </a:lnTo>
                      <a:lnTo>
                        <a:pt x="2" y="56"/>
                      </a:lnTo>
                      <a:lnTo>
                        <a:pt x="10" y="58"/>
                      </a:lnTo>
                      <a:lnTo>
                        <a:pt x="10" y="58"/>
                      </a:lnTo>
                      <a:lnTo>
                        <a:pt x="12" y="62"/>
                      </a:lnTo>
                      <a:lnTo>
                        <a:pt x="20" y="64"/>
                      </a:lnTo>
                      <a:lnTo>
                        <a:pt x="24" y="68"/>
                      </a:lnTo>
                      <a:lnTo>
                        <a:pt x="24" y="68"/>
                      </a:lnTo>
                      <a:lnTo>
                        <a:pt x="26" y="76"/>
                      </a:lnTo>
                      <a:lnTo>
                        <a:pt x="42" y="90"/>
                      </a:lnTo>
                      <a:lnTo>
                        <a:pt x="42" y="90"/>
                      </a:lnTo>
                      <a:lnTo>
                        <a:pt x="46" y="104"/>
                      </a:lnTo>
                      <a:lnTo>
                        <a:pt x="56" y="110"/>
                      </a:lnTo>
                      <a:lnTo>
                        <a:pt x="60" y="118"/>
                      </a:lnTo>
                      <a:lnTo>
                        <a:pt x="68" y="130"/>
                      </a:lnTo>
                      <a:lnTo>
                        <a:pt x="72" y="134"/>
                      </a:lnTo>
                      <a:lnTo>
                        <a:pt x="76" y="130"/>
                      </a:lnTo>
                      <a:lnTo>
                        <a:pt x="86" y="132"/>
                      </a:lnTo>
                      <a:lnTo>
                        <a:pt x="90" y="130"/>
                      </a:lnTo>
                      <a:lnTo>
                        <a:pt x="108" y="146"/>
                      </a:lnTo>
                      <a:lnTo>
                        <a:pt x="108" y="146"/>
                      </a:lnTo>
                      <a:lnTo>
                        <a:pt x="108" y="146"/>
                      </a:lnTo>
                      <a:lnTo>
                        <a:pt x="110" y="144"/>
                      </a:lnTo>
                      <a:lnTo>
                        <a:pt x="122" y="144"/>
                      </a:lnTo>
                      <a:lnTo>
                        <a:pt x="122" y="144"/>
                      </a:lnTo>
                      <a:lnTo>
                        <a:pt x="124" y="148"/>
                      </a:lnTo>
                      <a:lnTo>
                        <a:pt x="136" y="142"/>
                      </a:lnTo>
                      <a:lnTo>
                        <a:pt x="144" y="142"/>
                      </a:lnTo>
                      <a:lnTo>
                        <a:pt x="152" y="138"/>
                      </a:lnTo>
                      <a:lnTo>
                        <a:pt x="160" y="130"/>
                      </a:lnTo>
                      <a:lnTo>
                        <a:pt x="180" y="130"/>
                      </a:lnTo>
                      <a:lnTo>
                        <a:pt x="180" y="116"/>
                      </a:lnTo>
                      <a:lnTo>
                        <a:pt x="168" y="112"/>
                      </a:lnTo>
                      <a:lnTo>
                        <a:pt x="168" y="112"/>
                      </a:lnTo>
                      <a:lnTo>
                        <a:pt x="162" y="94"/>
                      </a:lnTo>
                      <a:lnTo>
                        <a:pt x="156" y="86"/>
                      </a:lnTo>
                      <a:lnTo>
                        <a:pt x="150" y="78"/>
                      </a:lnTo>
                      <a:lnTo>
                        <a:pt x="138" y="70"/>
                      </a:lnTo>
                      <a:lnTo>
                        <a:pt x="138" y="70"/>
                      </a:lnTo>
                      <a:lnTo>
                        <a:pt x="140" y="68"/>
                      </a:lnTo>
                      <a:lnTo>
                        <a:pt x="140" y="62"/>
                      </a:lnTo>
                      <a:lnTo>
                        <a:pt x="150" y="62"/>
                      </a:lnTo>
                      <a:lnTo>
                        <a:pt x="154" y="58"/>
                      </a:lnTo>
                      <a:lnTo>
                        <a:pt x="154" y="58"/>
                      </a:lnTo>
                      <a:lnTo>
                        <a:pt x="156" y="26"/>
                      </a:lnTo>
                      <a:lnTo>
                        <a:pt x="156" y="26"/>
                      </a:lnTo>
                      <a:lnTo>
                        <a:pt x="156" y="26"/>
                      </a:lnTo>
                      <a:lnTo>
                        <a:pt x="156" y="26"/>
                      </a:lnTo>
                      <a:lnTo>
                        <a:pt x="154" y="28"/>
                      </a:lnTo>
                      <a:lnTo>
                        <a:pt x="152" y="28"/>
                      </a:lnTo>
                      <a:lnTo>
                        <a:pt x="152" y="28"/>
                      </a:lnTo>
                      <a:lnTo>
                        <a:pt x="152" y="32"/>
                      </a:lnTo>
                      <a:lnTo>
                        <a:pt x="152" y="32"/>
                      </a:lnTo>
                      <a:lnTo>
                        <a:pt x="150" y="30"/>
                      </a:lnTo>
                      <a:lnTo>
                        <a:pt x="148" y="28"/>
                      </a:lnTo>
                      <a:lnTo>
                        <a:pt x="144" y="26"/>
                      </a:lnTo>
                      <a:lnTo>
                        <a:pt x="142" y="24"/>
                      </a:lnTo>
                      <a:lnTo>
                        <a:pt x="142" y="24"/>
                      </a:lnTo>
                      <a:lnTo>
                        <a:pt x="142" y="0"/>
                      </a:lnTo>
                      <a:lnTo>
                        <a:pt x="136" y="6"/>
                      </a:lnTo>
                      <a:lnTo>
                        <a:pt x="136" y="6"/>
                      </a:lnTo>
                      <a:lnTo>
                        <a:pt x="134" y="10"/>
                      </a:lnTo>
                      <a:lnTo>
                        <a:pt x="134" y="14"/>
                      </a:lnTo>
                      <a:lnTo>
                        <a:pt x="134" y="14"/>
                      </a:lnTo>
                      <a:lnTo>
                        <a:pt x="132" y="20"/>
                      </a:lnTo>
                      <a:lnTo>
                        <a:pt x="132" y="20"/>
                      </a:lnTo>
                      <a:lnTo>
                        <a:pt x="130" y="22"/>
                      </a:lnTo>
                      <a:lnTo>
                        <a:pt x="126" y="30"/>
                      </a:lnTo>
                      <a:lnTo>
                        <a:pt x="126" y="30"/>
                      </a:lnTo>
                      <a:lnTo>
                        <a:pt x="126" y="30"/>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49" name="Freeform 15">
                  <a:extLst>
                    <a:ext uri="{FF2B5EF4-FFF2-40B4-BE49-F238E27FC236}">
                      <a16:creationId xmlns:a16="http://schemas.microsoft.com/office/drawing/2014/main" id="{3F7886B3-F129-A4FB-BB45-5E9BB1FC522F}"/>
                    </a:ext>
                  </a:extLst>
                </p:cNvPr>
                <p:cNvSpPr>
                  <a:spLocks/>
                </p:cNvSpPr>
                <p:nvPr/>
              </p:nvSpPr>
              <p:spPr bwMode="gray">
                <a:xfrm>
                  <a:off x="5339125" y="3817033"/>
                  <a:ext cx="413945" cy="445251"/>
                </a:xfrm>
                <a:custGeom>
                  <a:avLst/>
                  <a:gdLst>
                    <a:gd name="T0" fmla="*/ 30 w 238"/>
                    <a:gd name="T1" fmla="*/ 102 h 256"/>
                    <a:gd name="T2" fmla="*/ 16 w 238"/>
                    <a:gd name="T3" fmla="*/ 138 h 256"/>
                    <a:gd name="T4" fmla="*/ 6 w 238"/>
                    <a:gd name="T5" fmla="*/ 158 h 256"/>
                    <a:gd name="T6" fmla="*/ 2 w 238"/>
                    <a:gd name="T7" fmla="*/ 178 h 256"/>
                    <a:gd name="T8" fmla="*/ 6 w 238"/>
                    <a:gd name="T9" fmla="*/ 188 h 256"/>
                    <a:gd name="T10" fmla="*/ 14 w 238"/>
                    <a:gd name="T11" fmla="*/ 218 h 256"/>
                    <a:gd name="T12" fmla="*/ 22 w 238"/>
                    <a:gd name="T13" fmla="*/ 238 h 256"/>
                    <a:gd name="T14" fmla="*/ 24 w 238"/>
                    <a:gd name="T15" fmla="*/ 244 h 256"/>
                    <a:gd name="T16" fmla="*/ 28 w 238"/>
                    <a:gd name="T17" fmla="*/ 250 h 256"/>
                    <a:gd name="T18" fmla="*/ 30 w 238"/>
                    <a:gd name="T19" fmla="*/ 250 h 256"/>
                    <a:gd name="T20" fmla="*/ 36 w 238"/>
                    <a:gd name="T21" fmla="*/ 246 h 256"/>
                    <a:gd name="T22" fmla="*/ 46 w 238"/>
                    <a:gd name="T23" fmla="*/ 244 h 256"/>
                    <a:gd name="T24" fmla="*/ 48 w 238"/>
                    <a:gd name="T25" fmla="*/ 238 h 256"/>
                    <a:gd name="T26" fmla="*/ 58 w 238"/>
                    <a:gd name="T27" fmla="*/ 238 h 256"/>
                    <a:gd name="T28" fmla="*/ 62 w 238"/>
                    <a:gd name="T29" fmla="*/ 246 h 256"/>
                    <a:gd name="T30" fmla="*/ 74 w 238"/>
                    <a:gd name="T31" fmla="*/ 250 h 256"/>
                    <a:gd name="T32" fmla="*/ 90 w 238"/>
                    <a:gd name="T33" fmla="*/ 254 h 256"/>
                    <a:gd name="T34" fmla="*/ 100 w 238"/>
                    <a:gd name="T35" fmla="*/ 256 h 256"/>
                    <a:gd name="T36" fmla="*/ 112 w 238"/>
                    <a:gd name="T37" fmla="*/ 250 h 256"/>
                    <a:gd name="T38" fmla="*/ 118 w 238"/>
                    <a:gd name="T39" fmla="*/ 238 h 256"/>
                    <a:gd name="T40" fmla="*/ 128 w 238"/>
                    <a:gd name="T41" fmla="*/ 244 h 256"/>
                    <a:gd name="T42" fmla="*/ 130 w 238"/>
                    <a:gd name="T43" fmla="*/ 246 h 256"/>
                    <a:gd name="T44" fmla="*/ 142 w 238"/>
                    <a:gd name="T45" fmla="*/ 244 h 256"/>
                    <a:gd name="T46" fmla="*/ 150 w 238"/>
                    <a:gd name="T47" fmla="*/ 230 h 256"/>
                    <a:gd name="T48" fmla="*/ 156 w 238"/>
                    <a:gd name="T49" fmla="*/ 224 h 256"/>
                    <a:gd name="T50" fmla="*/ 156 w 238"/>
                    <a:gd name="T51" fmla="*/ 218 h 256"/>
                    <a:gd name="T52" fmla="*/ 158 w 238"/>
                    <a:gd name="T53" fmla="*/ 210 h 256"/>
                    <a:gd name="T54" fmla="*/ 164 w 238"/>
                    <a:gd name="T55" fmla="*/ 216 h 256"/>
                    <a:gd name="T56" fmla="*/ 166 w 238"/>
                    <a:gd name="T57" fmla="*/ 232 h 256"/>
                    <a:gd name="T58" fmla="*/ 174 w 238"/>
                    <a:gd name="T59" fmla="*/ 236 h 256"/>
                    <a:gd name="T60" fmla="*/ 176 w 238"/>
                    <a:gd name="T61" fmla="*/ 234 h 256"/>
                    <a:gd name="T62" fmla="*/ 178 w 238"/>
                    <a:gd name="T63" fmla="*/ 230 h 256"/>
                    <a:gd name="T64" fmla="*/ 186 w 238"/>
                    <a:gd name="T65" fmla="*/ 220 h 256"/>
                    <a:gd name="T66" fmla="*/ 206 w 238"/>
                    <a:gd name="T67" fmla="*/ 186 h 256"/>
                    <a:gd name="T68" fmla="*/ 210 w 238"/>
                    <a:gd name="T69" fmla="*/ 162 h 256"/>
                    <a:gd name="T70" fmla="*/ 222 w 238"/>
                    <a:gd name="T71" fmla="*/ 110 h 256"/>
                    <a:gd name="T72" fmla="*/ 236 w 238"/>
                    <a:gd name="T73" fmla="*/ 102 h 256"/>
                    <a:gd name="T74" fmla="*/ 238 w 238"/>
                    <a:gd name="T75" fmla="*/ 92 h 256"/>
                    <a:gd name="T76" fmla="*/ 232 w 238"/>
                    <a:gd name="T77" fmla="*/ 84 h 256"/>
                    <a:gd name="T78" fmla="*/ 222 w 238"/>
                    <a:gd name="T79" fmla="*/ 78 h 256"/>
                    <a:gd name="T80" fmla="*/ 220 w 238"/>
                    <a:gd name="T81" fmla="*/ 38 h 256"/>
                    <a:gd name="T82" fmla="*/ 214 w 238"/>
                    <a:gd name="T83" fmla="*/ 22 h 256"/>
                    <a:gd name="T84" fmla="*/ 196 w 238"/>
                    <a:gd name="T85" fmla="*/ 0 h 256"/>
                    <a:gd name="T86" fmla="*/ 184 w 238"/>
                    <a:gd name="T87" fmla="*/ 14 h 256"/>
                    <a:gd name="T88" fmla="*/ 174 w 238"/>
                    <a:gd name="T89" fmla="*/ 24 h 256"/>
                    <a:gd name="T90" fmla="*/ 150 w 238"/>
                    <a:gd name="T91" fmla="*/ 22 h 256"/>
                    <a:gd name="T92" fmla="*/ 138 w 238"/>
                    <a:gd name="T93" fmla="*/ 16 h 256"/>
                    <a:gd name="T94" fmla="*/ 136 w 238"/>
                    <a:gd name="T95" fmla="*/ 22 h 256"/>
                    <a:gd name="T96" fmla="*/ 100 w 238"/>
                    <a:gd name="T97" fmla="*/ 22 h 256"/>
                    <a:gd name="T98" fmla="*/ 66 w 238"/>
                    <a:gd name="T99" fmla="*/ 22 h 256"/>
                    <a:gd name="T100" fmla="*/ 44 w 238"/>
                    <a:gd name="T101" fmla="*/ 38 h 256"/>
                    <a:gd name="T102" fmla="*/ 30 w 238"/>
                    <a:gd name="T103" fmla="*/ 66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38" h="256">
                      <a:moveTo>
                        <a:pt x="30" y="66"/>
                      </a:moveTo>
                      <a:lnTo>
                        <a:pt x="30" y="84"/>
                      </a:lnTo>
                      <a:lnTo>
                        <a:pt x="30" y="102"/>
                      </a:lnTo>
                      <a:lnTo>
                        <a:pt x="30" y="118"/>
                      </a:lnTo>
                      <a:lnTo>
                        <a:pt x="30" y="134"/>
                      </a:lnTo>
                      <a:lnTo>
                        <a:pt x="16" y="138"/>
                      </a:lnTo>
                      <a:lnTo>
                        <a:pt x="16" y="138"/>
                      </a:lnTo>
                      <a:lnTo>
                        <a:pt x="12" y="146"/>
                      </a:lnTo>
                      <a:lnTo>
                        <a:pt x="6" y="158"/>
                      </a:lnTo>
                      <a:lnTo>
                        <a:pt x="6" y="168"/>
                      </a:lnTo>
                      <a:lnTo>
                        <a:pt x="2" y="170"/>
                      </a:lnTo>
                      <a:lnTo>
                        <a:pt x="2" y="178"/>
                      </a:lnTo>
                      <a:lnTo>
                        <a:pt x="0" y="184"/>
                      </a:lnTo>
                      <a:lnTo>
                        <a:pt x="0" y="190"/>
                      </a:lnTo>
                      <a:lnTo>
                        <a:pt x="6" y="188"/>
                      </a:lnTo>
                      <a:lnTo>
                        <a:pt x="6" y="188"/>
                      </a:lnTo>
                      <a:lnTo>
                        <a:pt x="6" y="198"/>
                      </a:lnTo>
                      <a:lnTo>
                        <a:pt x="14" y="218"/>
                      </a:lnTo>
                      <a:lnTo>
                        <a:pt x="14" y="218"/>
                      </a:lnTo>
                      <a:lnTo>
                        <a:pt x="12" y="220"/>
                      </a:lnTo>
                      <a:lnTo>
                        <a:pt x="22" y="238"/>
                      </a:lnTo>
                      <a:lnTo>
                        <a:pt x="22" y="238"/>
                      </a:lnTo>
                      <a:lnTo>
                        <a:pt x="24" y="244"/>
                      </a:lnTo>
                      <a:lnTo>
                        <a:pt x="24" y="244"/>
                      </a:lnTo>
                      <a:lnTo>
                        <a:pt x="24" y="246"/>
                      </a:lnTo>
                      <a:lnTo>
                        <a:pt x="26" y="248"/>
                      </a:lnTo>
                      <a:lnTo>
                        <a:pt x="28" y="250"/>
                      </a:lnTo>
                      <a:lnTo>
                        <a:pt x="28" y="252"/>
                      </a:lnTo>
                      <a:lnTo>
                        <a:pt x="28" y="252"/>
                      </a:lnTo>
                      <a:lnTo>
                        <a:pt x="30" y="250"/>
                      </a:lnTo>
                      <a:lnTo>
                        <a:pt x="32" y="248"/>
                      </a:lnTo>
                      <a:lnTo>
                        <a:pt x="32" y="248"/>
                      </a:lnTo>
                      <a:lnTo>
                        <a:pt x="36" y="246"/>
                      </a:lnTo>
                      <a:lnTo>
                        <a:pt x="38" y="246"/>
                      </a:lnTo>
                      <a:lnTo>
                        <a:pt x="40" y="246"/>
                      </a:lnTo>
                      <a:lnTo>
                        <a:pt x="46" y="244"/>
                      </a:lnTo>
                      <a:lnTo>
                        <a:pt x="46" y="244"/>
                      </a:lnTo>
                      <a:lnTo>
                        <a:pt x="48" y="240"/>
                      </a:lnTo>
                      <a:lnTo>
                        <a:pt x="48" y="238"/>
                      </a:lnTo>
                      <a:lnTo>
                        <a:pt x="56" y="234"/>
                      </a:lnTo>
                      <a:lnTo>
                        <a:pt x="56" y="234"/>
                      </a:lnTo>
                      <a:lnTo>
                        <a:pt x="58" y="238"/>
                      </a:lnTo>
                      <a:lnTo>
                        <a:pt x="60" y="240"/>
                      </a:lnTo>
                      <a:lnTo>
                        <a:pt x="62" y="246"/>
                      </a:lnTo>
                      <a:lnTo>
                        <a:pt x="62" y="246"/>
                      </a:lnTo>
                      <a:lnTo>
                        <a:pt x="70" y="250"/>
                      </a:lnTo>
                      <a:lnTo>
                        <a:pt x="70" y="250"/>
                      </a:lnTo>
                      <a:lnTo>
                        <a:pt x="74" y="250"/>
                      </a:lnTo>
                      <a:lnTo>
                        <a:pt x="76" y="250"/>
                      </a:lnTo>
                      <a:lnTo>
                        <a:pt x="90" y="254"/>
                      </a:lnTo>
                      <a:lnTo>
                        <a:pt x="90" y="254"/>
                      </a:lnTo>
                      <a:lnTo>
                        <a:pt x="94" y="256"/>
                      </a:lnTo>
                      <a:lnTo>
                        <a:pt x="100" y="256"/>
                      </a:lnTo>
                      <a:lnTo>
                        <a:pt x="100" y="256"/>
                      </a:lnTo>
                      <a:lnTo>
                        <a:pt x="106" y="254"/>
                      </a:lnTo>
                      <a:lnTo>
                        <a:pt x="112" y="250"/>
                      </a:lnTo>
                      <a:lnTo>
                        <a:pt x="112" y="250"/>
                      </a:lnTo>
                      <a:lnTo>
                        <a:pt x="116" y="244"/>
                      </a:lnTo>
                      <a:lnTo>
                        <a:pt x="118" y="238"/>
                      </a:lnTo>
                      <a:lnTo>
                        <a:pt x="118" y="238"/>
                      </a:lnTo>
                      <a:lnTo>
                        <a:pt x="122" y="240"/>
                      </a:lnTo>
                      <a:lnTo>
                        <a:pt x="124" y="240"/>
                      </a:lnTo>
                      <a:lnTo>
                        <a:pt x="128" y="244"/>
                      </a:lnTo>
                      <a:lnTo>
                        <a:pt x="128" y="244"/>
                      </a:lnTo>
                      <a:lnTo>
                        <a:pt x="128" y="244"/>
                      </a:lnTo>
                      <a:lnTo>
                        <a:pt x="130" y="246"/>
                      </a:lnTo>
                      <a:lnTo>
                        <a:pt x="132" y="250"/>
                      </a:lnTo>
                      <a:lnTo>
                        <a:pt x="138" y="246"/>
                      </a:lnTo>
                      <a:lnTo>
                        <a:pt x="142" y="244"/>
                      </a:lnTo>
                      <a:lnTo>
                        <a:pt x="146" y="238"/>
                      </a:lnTo>
                      <a:lnTo>
                        <a:pt x="150" y="230"/>
                      </a:lnTo>
                      <a:lnTo>
                        <a:pt x="150" y="230"/>
                      </a:lnTo>
                      <a:lnTo>
                        <a:pt x="152" y="226"/>
                      </a:lnTo>
                      <a:lnTo>
                        <a:pt x="156" y="224"/>
                      </a:lnTo>
                      <a:lnTo>
                        <a:pt x="156" y="224"/>
                      </a:lnTo>
                      <a:lnTo>
                        <a:pt x="156" y="220"/>
                      </a:lnTo>
                      <a:lnTo>
                        <a:pt x="156" y="220"/>
                      </a:lnTo>
                      <a:lnTo>
                        <a:pt x="156" y="218"/>
                      </a:lnTo>
                      <a:lnTo>
                        <a:pt x="156" y="214"/>
                      </a:lnTo>
                      <a:lnTo>
                        <a:pt x="156" y="214"/>
                      </a:lnTo>
                      <a:lnTo>
                        <a:pt x="158" y="210"/>
                      </a:lnTo>
                      <a:lnTo>
                        <a:pt x="164" y="204"/>
                      </a:lnTo>
                      <a:lnTo>
                        <a:pt x="164" y="204"/>
                      </a:lnTo>
                      <a:lnTo>
                        <a:pt x="164" y="216"/>
                      </a:lnTo>
                      <a:lnTo>
                        <a:pt x="164" y="228"/>
                      </a:lnTo>
                      <a:lnTo>
                        <a:pt x="164" y="228"/>
                      </a:lnTo>
                      <a:lnTo>
                        <a:pt x="166" y="232"/>
                      </a:lnTo>
                      <a:lnTo>
                        <a:pt x="170" y="234"/>
                      </a:lnTo>
                      <a:lnTo>
                        <a:pt x="174" y="236"/>
                      </a:lnTo>
                      <a:lnTo>
                        <a:pt x="174" y="236"/>
                      </a:lnTo>
                      <a:lnTo>
                        <a:pt x="176" y="232"/>
                      </a:lnTo>
                      <a:lnTo>
                        <a:pt x="176" y="234"/>
                      </a:lnTo>
                      <a:lnTo>
                        <a:pt x="176" y="234"/>
                      </a:lnTo>
                      <a:lnTo>
                        <a:pt x="178" y="230"/>
                      </a:lnTo>
                      <a:lnTo>
                        <a:pt x="178" y="230"/>
                      </a:lnTo>
                      <a:lnTo>
                        <a:pt x="178" y="230"/>
                      </a:lnTo>
                      <a:lnTo>
                        <a:pt x="182" y="224"/>
                      </a:lnTo>
                      <a:lnTo>
                        <a:pt x="186" y="220"/>
                      </a:lnTo>
                      <a:lnTo>
                        <a:pt x="186" y="220"/>
                      </a:lnTo>
                      <a:lnTo>
                        <a:pt x="190" y="208"/>
                      </a:lnTo>
                      <a:lnTo>
                        <a:pt x="198" y="194"/>
                      </a:lnTo>
                      <a:lnTo>
                        <a:pt x="206" y="186"/>
                      </a:lnTo>
                      <a:lnTo>
                        <a:pt x="210" y="168"/>
                      </a:lnTo>
                      <a:lnTo>
                        <a:pt x="210" y="162"/>
                      </a:lnTo>
                      <a:lnTo>
                        <a:pt x="210" y="162"/>
                      </a:lnTo>
                      <a:lnTo>
                        <a:pt x="210" y="152"/>
                      </a:lnTo>
                      <a:lnTo>
                        <a:pt x="218" y="110"/>
                      </a:lnTo>
                      <a:lnTo>
                        <a:pt x="222" y="110"/>
                      </a:lnTo>
                      <a:lnTo>
                        <a:pt x="222" y="110"/>
                      </a:lnTo>
                      <a:lnTo>
                        <a:pt x="226" y="108"/>
                      </a:lnTo>
                      <a:lnTo>
                        <a:pt x="236" y="102"/>
                      </a:lnTo>
                      <a:lnTo>
                        <a:pt x="236" y="102"/>
                      </a:lnTo>
                      <a:lnTo>
                        <a:pt x="238" y="92"/>
                      </a:lnTo>
                      <a:lnTo>
                        <a:pt x="238" y="92"/>
                      </a:lnTo>
                      <a:lnTo>
                        <a:pt x="238" y="90"/>
                      </a:lnTo>
                      <a:lnTo>
                        <a:pt x="234" y="90"/>
                      </a:lnTo>
                      <a:lnTo>
                        <a:pt x="232" y="84"/>
                      </a:lnTo>
                      <a:lnTo>
                        <a:pt x="226" y="82"/>
                      </a:lnTo>
                      <a:lnTo>
                        <a:pt x="226" y="82"/>
                      </a:lnTo>
                      <a:lnTo>
                        <a:pt x="222" y="78"/>
                      </a:lnTo>
                      <a:lnTo>
                        <a:pt x="222" y="78"/>
                      </a:lnTo>
                      <a:lnTo>
                        <a:pt x="220" y="62"/>
                      </a:lnTo>
                      <a:lnTo>
                        <a:pt x="220" y="38"/>
                      </a:lnTo>
                      <a:lnTo>
                        <a:pt x="216" y="30"/>
                      </a:lnTo>
                      <a:lnTo>
                        <a:pt x="216" y="30"/>
                      </a:lnTo>
                      <a:lnTo>
                        <a:pt x="214" y="22"/>
                      </a:lnTo>
                      <a:lnTo>
                        <a:pt x="208" y="10"/>
                      </a:lnTo>
                      <a:lnTo>
                        <a:pt x="200" y="6"/>
                      </a:lnTo>
                      <a:lnTo>
                        <a:pt x="196" y="0"/>
                      </a:lnTo>
                      <a:lnTo>
                        <a:pt x="190" y="6"/>
                      </a:lnTo>
                      <a:lnTo>
                        <a:pt x="186" y="4"/>
                      </a:lnTo>
                      <a:lnTo>
                        <a:pt x="184" y="14"/>
                      </a:lnTo>
                      <a:lnTo>
                        <a:pt x="176" y="16"/>
                      </a:lnTo>
                      <a:lnTo>
                        <a:pt x="176" y="16"/>
                      </a:lnTo>
                      <a:lnTo>
                        <a:pt x="174" y="24"/>
                      </a:lnTo>
                      <a:lnTo>
                        <a:pt x="168" y="24"/>
                      </a:lnTo>
                      <a:lnTo>
                        <a:pt x="162" y="22"/>
                      </a:lnTo>
                      <a:lnTo>
                        <a:pt x="150" y="22"/>
                      </a:lnTo>
                      <a:lnTo>
                        <a:pt x="138" y="22"/>
                      </a:lnTo>
                      <a:lnTo>
                        <a:pt x="138" y="22"/>
                      </a:lnTo>
                      <a:lnTo>
                        <a:pt x="138" y="16"/>
                      </a:lnTo>
                      <a:lnTo>
                        <a:pt x="136" y="16"/>
                      </a:lnTo>
                      <a:lnTo>
                        <a:pt x="136" y="16"/>
                      </a:lnTo>
                      <a:lnTo>
                        <a:pt x="136" y="22"/>
                      </a:lnTo>
                      <a:lnTo>
                        <a:pt x="124" y="22"/>
                      </a:lnTo>
                      <a:lnTo>
                        <a:pt x="112" y="22"/>
                      </a:lnTo>
                      <a:lnTo>
                        <a:pt x="100" y="22"/>
                      </a:lnTo>
                      <a:lnTo>
                        <a:pt x="90" y="22"/>
                      </a:lnTo>
                      <a:lnTo>
                        <a:pt x="78" y="22"/>
                      </a:lnTo>
                      <a:lnTo>
                        <a:pt x="66" y="22"/>
                      </a:lnTo>
                      <a:lnTo>
                        <a:pt x="56" y="22"/>
                      </a:lnTo>
                      <a:lnTo>
                        <a:pt x="44" y="22"/>
                      </a:lnTo>
                      <a:lnTo>
                        <a:pt x="44" y="38"/>
                      </a:lnTo>
                      <a:lnTo>
                        <a:pt x="44" y="58"/>
                      </a:lnTo>
                      <a:lnTo>
                        <a:pt x="30" y="58"/>
                      </a:lnTo>
                      <a:lnTo>
                        <a:pt x="30" y="66"/>
                      </a:lnTo>
                      <a:lnTo>
                        <a:pt x="30" y="66"/>
                      </a:lnTo>
                      <a:lnTo>
                        <a:pt x="30" y="66"/>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50" name="Freeform 16">
                  <a:extLst>
                    <a:ext uri="{FF2B5EF4-FFF2-40B4-BE49-F238E27FC236}">
                      <a16:creationId xmlns:a16="http://schemas.microsoft.com/office/drawing/2014/main" id="{57740294-C36D-9BB1-9BB8-D2CADA5ABABB}"/>
                    </a:ext>
                  </a:extLst>
                </p:cNvPr>
                <p:cNvSpPr>
                  <a:spLocks/>
                </p:cNvSpPr>
                <p:nvPr/>
              </p:nvSpPr>
              <p:spPr bwMode="gray">
                <a:xfrm>
                  <a:off x="6288767" y="3330041"/>
                  <a:ext cx="351332" cy="299153"/>
                </a:xfrm>
                <a:custGeom>
                  <a:avLst/>
                  <a:gdLst>
                    <a:gd name="T0" fmla="*/ 20 w 202"/>
                    <a:gd name="T1" fmla="*/ 60 h 172"/>
                    <a:gd name="T2" fmla="*/ 30 w 202"/>
                    <a:gd name="T3" fmla="*/ 64 h 172"/>
                    <a:gd name="T4" fmla="*/ 34 w 202"/>
                    <a:gd name="T5" fmla="*/ 56 h 172"/>
                    <a:gd name="T6" fmla="*/ 38 w 202"/>
                    <a:gd name="T7" fmla="*/ 52 h 172"/>
                    <a:gd name="T8" fmla="*/ 50 w 202"/>
                    <a:gd name="T9" fmla="*/ 44 h 172"/>
                    <a:gd name="T10" fmla="*/ 56 w 202"/>
                    <a:gd name="T11" fmla="*/ 38 h 172"/>
                    <a:gd name="T12" fmla="*/ 60 w 202"/>
                    <a:gd name="T13" fmla="*/ 26 h 172"/>
                    <a:gd name="T14" fmla="*/ 72 w 202"/>
                    <a:gd name="T15" fmla="*/ 22 h 172"/>
                    <a:gd name="T16" fmla="*/ 80 w 202"/>
                    <a:gd name="T17" fmla="*/ 22 h 172"/>
                    <a:gd name="T18" fmla="*/ 94 w 202"/>
                    <a:gd name="T19" fmla="*/ 22 h 172"/>
                    <a:gd name="T20" fmla="*/ 102 w 202"/>
                    <a:gd name="T21" fmla="*/ 26 h 172"/>
                    <a:gd name="T22" fmla="*/ 112 w 202"/>
                    <a:gd name="T23" fmla="*/ 26 h 172"/>
                    <a:gd name="T24" fmla="*/ 124 w 202"/>
                    <a:gd name="T25" fmla="*/ 26 h 172"/>
                    <a:gd name="T26" fmla="*/ 136 w 202"/>
                    <a:gd name="T27" fmla="*/ 18 h 172"/>
                    <a:gd name="T28" fmla="*/ 136 w 202"/>
                    <a:gd name="T29" fmla="*/ 10 h 172"/>
                    <a:gd name="T30" fmla="*/ 146 w 202"/>
                    <a:gd name="T31" fmla="*/ 0 h 172"/>
                    <a:gd name="T32" fmla="*/ 150 w 202"/>
                    <a:gd name="T33" fmla="*/ 10 h 172"/>
                    <a:gd name="T34" fmla="*/ 154 w 202"/>
                    <a:gd name="T35" fmla="*/ 14 h 172"/>
                    <a:gd name="T36" fmla="*/ 154 w 202"/>
                    <a:gd name="T37" fmla="*/ 30 h 172"/>
                    <a:gd name="T38" fmla="*/ 166 w 202"/>
                    <a:gd name="T39" fmla="*/ 30 h 172"/>
                    <a:gd name="T40" fmla="*/ 176 w 202"/>
                    <a:gd name="T41" fmla="*/ 26 h 172"/>
                    <a:gd name="T42" fmla="*/ 184 w 202"/>
                    <a:gd name="T43" fmla="*/ 22 h 172"/>
                    <a:gd name="T44" fmla="*/ 188 w 202"/>
                    <a:gd name="T45" fmla="*/ 26 h 172"/>
                    <a:gd name="T46" fmla="*/ 202 w 202"/>
                    <a:gd name="T47" fmla="*/ 22 h 172"/>
                    <a:gd name="T48" fmla="*/ 196 w 202"/>
                    <a:gd name="T49" fmla="*/ 26 h 172"/>
                    <a:gd name="T50" fmla="*/ 188 w 202"/>
                    <a:gd name="T51" fmla="*/ 30 h 172"/>
                    <a:gd name="T52" fmla="*/ 172 w 202"/>
                    <a:gd name="T53" fmla="*/ 34 h 172"/>
                    <a:gd name="T54" fmla="*/ 162 w 202"/>
                    <a:gd name="T55" fmla="*/ 38 h 172"/>
                    <a:gd name="T56" fmla="*/ 150 w 202"/>
                    <a:gd name="T57" fmla="*/ 48 h 172"/>
                    <a:gd name="T58" fmla="*/ 154 w 202"/>
                    <a:gd name="T59" fmla="*/ 56 h 172"/>
                    <a:gd name="T60" fmla="*/ 154 w 202"/>
                    <a:gd name="T61" fmla="*/ 66 h 172"/>
                    <a:gd name="T62" fmla="*/ 146 w 202"/>
                    <a:gd name="T63" fmla="*/ 74 h 172"/>
                    <a:gd name="T64" fmla="*/ 150 w 202"/>
                    <a:gd name="T65" fmla="*/ 86 h 172"/>
                    <a:gd name="T66" fmla="*/ 136 w 202"/>
                    <a:gd name="T67" fmla="*/ 86 h 172"/>
                    <a:gd name="T68" fmla="*/ 136 w 202"/>
                    <a:gd name="T69" fmla="*/ 94 h 172"/>
                    <a:gd name="T70" fmla="*/ 136 w 202"/>
                    <a:gd name="T71" fmla="*/ 100 h 172"/>
                    <a:gd name="T72" fmla="*/ 124 w 202"/>
                    <a:gd name="T73" fmla="*/ 108 h 172"/>
                    <a:gd name="T74" fmla="*/ 124 w 202"/>
                    <a:gd name="T75" fmla="*/ 116 h 172"/>
                    <a:gd name="T76" fmla="*/ 120 w 202"/>
                    <a:gd name="T77" fmla="*/ 126 h 172"/>
                    <a:gd name="T78" fmla="*/ 112 w 202"/>
                    <a:gd name="T79" fmla="*/ 126 h 172"/>
                    <a:gd name="T80" fmla="*/ 98 w 202"/>
                    <a:gd name="T81" fmla="*/ 130 h 172"/>
                    <a:gd name="T82" fmla="*/ 94 w 202"/>
                    <a:gd name="T83" fmla="*/ 138 h 172"/>
                    <a:gd name="T84" fmla="*/ 86 w 202"/>
                    <a:gd name="T85" fmla="*/ 138 h 172"/>
                    <a:gd name="T86" fmla="*/ 84 w 202"/>
                    <a:gd name="T87" fmla="*/ 152 h 172"/>
                    <a:gd name="T88" fmla="*/ 84 w 202"/>
                    <a:gd name="T89" fmla="*/ 160 h 172"/>
                    <a:gd name="T90" fmla="*/ 68 w 202"/>
                    <a:gd name="T91" fmla="*/ 168 h 172"/>
                    <a:gd name="T92" fmla="*/ 54 w 202"/>
                    <a:gd name="T93" fmla="*/ 168 h 172"/>
                    <a:gd name="T94" fmla="*/ 38 w 202"/>
                    <a:gd name="T95" fmla="*/ 168 h 172"/>
                    <a:gd name="T96" fmla="*/ 16 w 202"/>
                    <a:gd name="T97" fmla="*/ 168 h 172"/>
                    <a:gd name="T98" fmla="*/ 8 w 202"/>
                    <a:gd name="T99" fmla="*/ 160 h 172"/>
                    <a:gd name="T100" fmla="*/ 20 w 202"/>
                    <a:gd name="T101" fmla="*/ 142 h 172"/>
                    <a:gd name="T102" fmla="*/ 12 w 202"/>
                    <a:gd name="T103" fmla="*/ 134 h 172"/>
                    <a:gd name="T104" fmla="*/ 4 w 202"/>
                    <a:gd name="T105" fmla="*/ 122 h 172"/>
                    <a:gd name="T106" fmla="*/ 0 w 202"/>
                    <a:gd name="T107" fmla="*/ 108 h 172"/>
                    <a:gd name="T108" fmla="*/ 4 w 202"/>
                    <a:gd name="T109" fmla="*/ 96 h 172"/>
                    <a:gd name="T110" fmla="*/ 0 w 202"/>
                    <a:gd name="T111" fmla="*/ 86 h 172"/>
                    <a:gd name="T112" fmla="*/ 0 w 202"/>
                    <a:gd name="T113" fmla="*/ 74 h 172"/>
                    <a:gd name="T114" fmla="*/ 8 w 202"/>
                    <a:gd name="T115" fmla="*/ 64 h 172"/>
                    <a:gd name="T116" fmla="*/ 12 w 202"/>
                    <a:gd name="T117" fmla="*/ 56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02" h="172">
                      <a:moveTo>
                        <a:pt x="12" y="56"/>
                      </a:moveTo>
                      <a:lnTo>
                        <a:pt x="12" y="60"/>
                      </a:lnTo>
                      <a:lnTo>
                        <a:pt x="16" y="60"/>
                      </a:lnTo>
                      <a:lnTo>
                        <a:pt x="20" y="60"/>
                      </a:lnTo>
                      <a:lnTo>
                        <a:pt x="24" y="60"/>
                      </a:lnTo>
                      <a:lnTo>
                        <a:pt x="24" y="64"/>
                      </a:lnTo>
                      <a:lnTo>
                        <a:pt x="28" y="64"/>
                      </a:lnTo>
                      <a:lnTo>
                        <a:pt x="30" y="64"/>
                      </a:lnTo>
                      <a:lnTo>
                        <a:pt x="30" y="60"/>
                      </a:lnTo>
                      <a:lnTo>
                        <a:pt x="34" y="60"/>
                      </a:lnTo>
                      <a:lnTo>
                        <a:pt x="38" y="56"/>
                      </a:lnTo>
                      <a:lnTo>
                        <a:pt x="34" y="56"/>
                      </a:lnTo>
                      <a:lnTo>
                        <a:pt x="38" y="56"/>
                      </a:lnTo>
                      <a:lnTo>
                        <a:pt x="38" y="52"/>
                      </a:lnTo>
                      <a:lnTo>
                        <a:pt x="34" y="52"/>
                      </a:lnTo>
                      <a:lnTo>
                        <a:pt x="38" y="52"/>
                      </a:lnTo>
                      <a:lnTo>
                        <a:pt x="42" y="48"/>
                      </a:lnTo>
                      <a:lnTo>
                        <a:pt x="46" y="48"/>
                      </a:lnTo>
                      <a:lnTo>
                        <a:pt x="50" y="48"/>
                      </a:lnTo>
                      <a:lnTo>
                        <a:pt x="50" y="44"/>
                      </a:lnTo>
                      <a:lnTo>
                        <a:pt x="54" y="44"/>
                      </a:lnTo>
                      <a:lnTo>
                        <a:pt x="56" y="44"/>
                      </a:lnTo>
                      <a:lnTo>
                        <a:pt x="56" y="40"/>
                      </a:lnTo>
                      <a:lnTo>
                        <a:pt x="56" y="38"/>
                      </a:lnTo>
                      <a:lnTo>
                        <a:pt x="56" y="34"/>
                      </a:lnTo>
                      <a:lnTo>
                        <a:pt x="60" y="34"/>
                      </a:lnTo>
                      <a:lnTo>
                        <a:pt x="60" y="30"/>
                      </a:lnTo>
                      <a:lnTo>
                        <a:pt x="60" y="26"/>
                      </a:lnTo>
                      <a:lnTo>
                        <a:pt x="64" y="26"/>
                      </a:lnTo>
                      <a:lnTo>
                        <a:pt x="68" y="26"/>
                      </a:lnTo>
                      <a:lnTo>
                        <a:pt x="72" y="26"/>
                      </a:lnTo>
                      <a:lnTo>
                        <a:pt x="72" y="22"/>
                      </a:lnTo>
                      <a:lnTo>
                        <a:pt x="72" y="18"/>
                      </a:lnTo>
                      <a:lnTo>
                        <a:pt x="76" y="18"/>
                      </a:lnTo>
                      <a:lnTo>
                        <a:pt x="76" y="22"/>
                      </a:lnTo>
                      <a:lnTo>
                        <a:pt x="80" y="22"/>
                      </a:lnTo>
                      <a:lnTo>
                        <a:pt x="84" y="22"/>
                      </a:lnTo>
                      <a:lnTo>
                        <a:pt x="86" y="22"/>
                      </a:lnTo>
                      <a:lnTo>
                        <a:pt x="90" y="22"/>
                      </a:lnTo>
                      <a:lnTo>
                        <a:pt x="94" y="22"/>
                      </a:lnTo>
                      <a:lnTo>
                        <a:pt x="94" y="26"/>
                      </a:lnTo>
                      <a:lnTo>
                        <a:pt x="98" y="26"/>
                      </a:lnTo>
                      <a:lnTo>
                        <a:pt x="98" y="22"/>
                      </a:lnTo>
                      <a:lnTo>
                        <a:pt x="102" y="26"/>
                      </a:lnTo>
                      <a:lnTo>
                        <a:pt x="106" y="30"/>
                      </a:lnTo>
                      <a:lnTo>
                        <a:pt x="110" y="30"/>
                      </a:lnTo>
                      <a:lnTo>
                        <a:pt x="110" y="26"/>
                      </a:lnTo>
                      <a:lnTo>
                        <a:pt x="112" y="26"/>
                      </a:lnTo>
                      <a:lnTo>
                        <a:pt x="116" y="22"/>
                      </a:lnTo>
                      <a:lnTo>
                        <a:pt x="120" y="22"/>
                      </a:lnTo>
                      <a:lnTo>
                        <a:pt x="120" y="26"/>
                      </a:lnTo>
                      <a:lnTo>
                        <a:pt x="124" y="26"/>
                      </a:lnTo>
                      <a:lnTo>
                        <a:pt x="124" y="22"/>
                      </a:lnTo>
                      <a:lnTo>
                        <a:pt x="128" y="18"/>
                      </a:lnTo>
                      <a:lnTo>
                        <a:pt x="132" y="18"/>
                      </a:lnTo>
                      <a:lnTo>
                        <a:pt x="136" y="18"/>
                      </a:lnTo>
                      <a:lnTo>
                        <a:pt x="140" y="18"/>
                      </a:lnTo>
                      <a:lnTo>
                        <a:pt x="140" y="14"/>
                      </a:lnTo>
                      <a:lnTo>
                        <a:pt x="136" y="14"/>
                      </a:lnTo>
                      <a:lnTo>
                        <a:pt x="136" y="10"/>
                      </a:lnTo>
                      <a:lnTo>
                        <a:pt x="140" y="10"/>
                      </a:lnTo>
                      <a:lnTo>
                        <a:pt x="142" y="8"/>
                      </a:lnTo>
                      <a:lnTo>
                        <a:pt x="142" y="4"/>
                      </a:lnTo>
                      <a:lnTo>
                        <a:pt x="146" y="0"/>
                      </a:lnTo>
                      <a:lnTo>
                        <a:pt x="150" y="4"/>
                      </a:lnTo>
                      <a:lnTo>
                        <a:pt x="154" y="4"/>
                      </a:lnTo>
                      <a:lnTo>
                        <a:pt x="154" y="8"/>
                      </a:lnTo>
                      <a:lnTo>
                        <a:pt x="150" y="10"/>
                      </a:lnTo>
                      <a:lnTo>
                        <a:pt x="154" y="10"/>
                      </a:lnTo>
                      <a:lnTo>
                        <a:pt x="158" y="10"/>
                      </a:lnTo>
                      <a:lnTo>
                        <a:pt x="158" y="14"/>
                      </a:lnTo>
                      <a:lnTo>
                        <a:pt x="154" y="14"/>
                      </a:lnTo>
                      <a:lnTo>
                        <a:pt x="154" y="18"/>
                      </a:lnTo>
                      <a:lnTo>
                        <a:pt x="154" y="22"/>
                      </a:lnTo>
                      <a:lnTo>
                        <a:pt x="154" y="26"/>
                      </a:lnTo>
                      <a:lnTo>
                        <a:pt x="154" y="30"/>
                      </a:lnTo>
                      <a:lnTo>
                        <a:pt x="158" y="34"/>
                      </a:lnTo>
                      <a:lnTo>
                        <a:pt x="158" y="38"/>
                      </a:lnTo>
                      <a:lnTo>
                        <a:pt x="162" y="34"/>
                      </a:lnTo>
                      <a:lnTo>
                        <a:pt x="166" y="30"/>
                      </a:lnTo>
                      <a:lnTo>
                        <a:pt x="168" y="30"/>
                      </a:lnTo>
                      <a:lnTo>
                        <a:pt x="172" y="30"/>
                      </a:lnTo>
                      <a:lnTo>
                        <a:pt x="172" y="26"/>
                      </a:lnTo>
                      <a:lnTo>
                        <a:pt x="176" y="26"/>
                      </a:lnTo>
                      <a:lnTo>
                        <a:pt x="176" y="22"/>
                      </a:lnTo>
                      <a:lnTo>
                        <a:pt x="180" y="22"/>
                      </a:lnTo>
                      <a:lnTo>
                        <a:pt x="184" y="18"/>
                      </a:lnTo>
                      <a:lnTo>
                        <a:pt x="184" y="22"/>
                      </a:lnTo>
                      <a:lnTo>
                        <a:pt x="188" y="22"/>
                      </a:lnTo>
                      <a:lnTo>
                        <a:pt x="184" y="22"/>
                      </a:lnTo>
                      <a:lnTo>
                        <a:pt x="184" y="26"/>
                      </a:lnTo>
                      <a:lnTo>
                        <a:pt x="188" y="26"/>
                      </a:lnTo>
                      <a:lnTo>
                        <a:pt x="192" y="22"/>
                      </a:lnTo>
                      <a:lnTo>
                        <a:pt x="196" y="22"/>
                      </a:lnTo>
                      <a:lnTo>
                        <a:pt x="198" y="22"/>
                      </a:lnTo>
                      <a:lnTo>
                        <a:pt x="202" y="22"/>
                      </a:lnTo>
                      <a:lnTo>
                        <a:pt x="202" y="26"/>
                      </a:lnTo>
                      <a:lnTo>
                        <a:pt x="202" y="22"/>
                      </a:lnTo>
                      <a:lnTo>
                        <a:pt x="198" y="26"/>
                      </a:lnTo>
                      <a:lnTo>
                        <a:pt x="196" y="26"/>
                      </a:lnTo>
                      <a:lnTo>
                        <a:pt x="198" y="30"/>
                      </a:lnTo>
                      <a:lnTo>
                        <a:pt x="196" y="30"/>
                      </a:lnTo>
                      <a:lnTo>
                        <a:pt x="192" y="34"/>
                      </a:lnTo>
                      <a:lnTo>
                        <a:pt x="188" y="30"/>
                      </a:lnTo>
                      <a:lnTo>
                        <a:pt x="184" y="30"/>
                      </a:lnTo>
                      <a:lnTo>
                        <a:pt x="180" y="30"/>
                      </a:lnTo>
                      <a:lnTo>
                        <a:pt x="176" y="34"/>
                      </a:lnTo>
                      <a:lnTo>
                        <a:pt x="172" y="34"/>
                      </a:lnTo>
                      <a:lnTo>
                        <a:pt x="168" y="34"/>
                      </a:lnTo>
                      <a:lnTo>
                        <a:pt x="166" y="34"/>
                      </a:lnTo>
                      <a:lnTo>
                        <a:pt x="166" y="38"/>
                      </a:lnTo>
                      <a:lnTo>
                        <a:pt x="162" y="38"/>
                      </a:lnTo>
                      <a:lnTo>
                        <a:pt x="158" y="40"/>
                      </a:lnTo>
                      <a:lnTo>
                        <a:pt x="154" y="44"/>
                      </a:lnTo>
                      <a:lnTo>
                        <a:pt x="150" y="44"/>
                      </a:lnTo>
                      <a:lnTo>
                        <a:pt x="150" y="48"/>
                      </a:lnTo>
                      <a:lnTo>
                        <a:pt x="154" y="48"/>
                      </a:lnTo>
                      <a:lnTo>
                        <a:pt x="154" y="52"/>
                      </a:lnTo>
                      <a:lnTo>
                        <a:pt x="158" y="52"/>
                      </a:lnTo>
                      <a:lnTo>
                        <a:pt x="154" y="56"/>
                      </a:lnTo>
                      <a:lnTo>
                        <a:pt x="158" y="56"/>
                      </a:lnTo>
                      <a:lnTo>
                        <a:pt x="158" y="60"/>
                      </a:lnTo>
                      <a:lnTo>
                        <a:pt x="158" y="64"/>
                      </a:lnTo>
                      <a:lnTo>
                        <a:pt x="154" y="66"/>
                      </a:lnTo>
                      <a:lnTo>
                        <a:pt x="154" y="70"/>
                      </a:lnTo>
                      <a:lnTo>
                        <a:pt x="150" y="70"/>
                      </a:lnTo>
                      <a:lnTo>
                        <a:pt x="150" y="74"/>
                      </a:lnTo>
                      <a:lnTo>
                        <a:pt x="146" y="74"/>
                      </a:lnTo>
                      <a:lnTo>
                        <a:pt x="146" y="78"/>
                      </a:lnTo>
                      <a:lnTo>
                        <a:pt x="150" y="78"/>
                      </a:lnTo>
                      <a:lnTo>
                        <a:pt x="150" y="82"/>
                      </a:lnTo>
                      <a:lnTo>
                        <a:pt x="150" y="86"/>
                      </a:lnTo>
                      <a:lnTo>
                        <a:pt x="146" y="86"/>
                      </a:lnTo>
                      <a:lnTo>
                        <a:pt x="142" y="86"/>
                      </a:lnTo>
                      <a:lnTo>
                        <a:pt x="140" y="86"/>
                      </a:lnTo>
                      <a:lnTo>
                        <a:pt x="136" y="86"/>
                      </a:lnTo>
                      <a:lnTo>
                        <a:pt x="132" y="86"/>
                      </a:lnTo>
                      <a:lnTo>
                        <a:pt x="132" y="90"/>
                      </a:lnTo>
                      <a:lnTo>
                        <a:pt x="136" y="90"/>
                      </a:lnTo>
                      <a:lnTo>
                        <a:pt x="136" y="94"/>
                      </a:lnTo>
                      <a:lnTo>
                        <a:pt x="136" y="96"/>
                      </a:lnTo>
                      <a:lnTo>
                        <a:pt x="140" y="96"/>
                      </a:lnTo>
                      <a:lnTo>
                        <a:pt x="140" y="100"/>
                      </a:lnTo>
                      <a:lnTo>
                        <a:pt x="136" y="100"/>
                      </a:lnTo>
                      <a:lnTo>
                        <a:pt x="132" y="104"/>
                      </a:lnTo>
                      <a:lnTo>
                        <a:pt x="128" y="104"/>
                      </a:lnTo>
                      <a:lnTo>
                        <a:pt x="128" y="108"/>
                      </a:lnTo>
                      <a:lnTo>
                        <a:pt x="124" y="108"/>
                      </a:lnTo>
                      <a:lnTo>
                        <a:pt x="128" y="108"/>
                      </a:lnTo>
                      <a:lnTo>
                        <a:pt x="128" y="112"/>
                      </a:lnTo>
                      <a:lnTo>
                        <a:pt x="124" y="112"/>
                      </a:lnTo>
                      <a:lnTo>
                        <a:pt x="124" y="116"/>
                      </a:lnTo>
                      <a:lnTo>
                        <a:pt x="124" y="120"/>
                      </a:lnTo>
                      <a:lnTo>
                        <a:pt x="124" y="122"/>
                      </a:lnTo>
                      <a:lnTo>
                        <a:pt x="124" y="126"/>
                      </a:lnTo>
                      <a:lnTo>
                        <a:pt x="120" y="126"/>
                      </a:lnTo>
                      <a:lnTo>
                        <a:pt x="120" y="130"/>
                      </a:lnTo>
                      <a:lnTo>
                        <a:pt x="116" y="130"/>
                      </a:lnTo>
                      <a:lnTo>
                        <a:pt x="116" y="126"/>
                      </a:lnTo>
                      <a:lnTo>
                        <a:pt x="112" y="126"/>
                      </a:lnTo>
                      <a:lnTo>
                        <a:pt x="110" y="126"/>
                      </a:lnTo>
                      <a:lnTo>
                        <a:pt x="106" y="130"/>
                      </a:lnTo>
                      <a:lnTo>
                        <a:pt x="102" y="130"/>
                      </a:lnTo>
                      <a:lnTo>
                        <a:pt x="98" y="130"/>
                      </a:lnTo>
                      <a:lnTo>
                        <a:pt x="102" y="134"/>
                      </a:lnTo>
                      <a:lnTo>
                        <a:pt x="102" y="138"/>
                      </a:lnTo>
                      <a:lnTo>
                        <a:pt x="98" y="138"/>
                      </a:lnTo>
                      <a:lnTo>
                        <a:pt x="94" y="138"/>
                      </a:lnTo>
                      <a:lnTo>
                        <a:pt x="90" y="138"/>
                      </a:lnTo>
                      <a:lnTo>
                        <a:pt x="90" y="134"/>
                      </a:lnTo>
                      <a:lnTo>
                        <a:pt x="90" y="138"/>
                      </a:lnTo>
                      <a:lnTo>
                        <a:pt x="86" y="138"/>
                      </a:lnTo>
                      <a:lnTo>
                        <a:pt x="86" y="142"/>
                      </a:lnTo>
                      <a:lnTo>
                        <a:pt x="84" y="142"/>
                      </a:lnTo>
                      <a:lnTo>
                        <a:pt x="84" y="150"/>
                      </a:lnTo>
                      <a:lnTo>
                        <a:pt x="84" y="152"/>
                      </a:lnTo>
                      <a:lnTo>
                        <a:pt x="84" y="156"/>
                      </a:lnTo>
                      <a:lnTo>
                        <a:pt x="80" y="156"/>
                      </a:lnTo>
                      <a:lnTo>
                        <a:pt x="80" y="160"/>
                      </a:lnTo>
                      <a:lnTo>
                        <a:pt x="84" y="160"/>
                      </a:lnTo>
                      <a:lnTo>
                        <a:pt x="80" y="164"/>
                      </a:lnTo>
                      <a:lnTo>
                        <a:pt x="76" y="164"/>
                      </a:lnTo>
                      <a:lnTo>
                        <a:pt x="72" y="164"/>
                      </a:lnTo>
                      <a:lnTo>
                        <a:pt x="68" y="168"/>
                      </a:lnTo>
                      <a:lnTo>
                        <a:pt x="64" y="168"/>
                      </a:lnTo>
                      <a:lnTo>
                        <a:pt x="60" y="168"/>
                      </a:lnTo>
                      <a:lnTo>
                        <a:pt x="56" y="168"/>
                      </a:lnTo>
                      <a:lnTo>
                        <a:pt x="54" y="168"/>
                      </a:lnTo>
                      <a:lnTo>
                        <a:pt x="50" y="172"/>
                      </a:lnTo>
                      <a:lnTo>
                        <a:pt x="46" y="168"/>
                      </a:lnTo>
                      <a:lnTo>
                        <a:pt x="42" y="168"/>
                      </a:lnTo>
                      <a:lnTo>
                        <a:pt x="38" y="168"/>
                      </a:lnTo>
                      <a:lnTo>
                        <a:pt x="28" y="172"/>
                      </a:lnTo>
                      <a:lnTo>
                        <a:pt x="24" y="168"/>
                      </a:lnTo>
                      <a:lnTo>
                        <a:pt x="20" y="168"/>
                      </a:lnTo>
                      <a:lnTo>
                        <a:pt x="16" y="168"/>
                      </a:lnTo>
                      <a:lnTo>
                        <a:pt x="8" y="164"/>
                      </a:lnTo>
                      <a:lnTo>
                        <a:pt x="4" y="164"/>
                      </a:lnTo>
                      <a:lnTo>
                        <a:pt x="4" y="160"/>
                      </a:lnTo>
                      <a:lnTo>
                        <a:pt x="8" y="160"/>
                      </a:lnTo>
                      <a:lnTo>
                        <a:pt x="8" y="156"/>
                      </a:lnTo>
                      <a:lnTo>
                        <a:pt x="12" y="152"/>
                      </a:lnTo>
                      <a:lnTo>
                        <a:pt x="16" y="146"/>
                      </a:lnTo>
                      <a:lnTo>
                        <a:pt x="20" y="142"/>
                      </a:lnTo>
                      <a:lnTo>
                        <a:pt x="20" y="138"/>
                      </a:lnTo>
                      <a:lnTo>
                        <a:pt x="16" y="138"/>
                      </a:lnTo>
                      <a:lnTo>
                        <a:pt x="16" y="134"/>
                      </a:lnTo>
                      <a:lnTo>
                        <a:pt x="12" y="134"/>
                      </a:lnTo>
                      <a:lnTo>
                        <a:pt x="8" y="134"/>
                      </a:lnTo>
                      <a:lnTo>
                        <a:pt x="4" y="130"/>
                      </a:lnTo>
                      <a:lnTo>
                        <a:pt x="4" y="126"/>
                      </a:lnTo>
                      <a:lnTo>
                        <a:pt x="4" y="122"/>
                      </a:lnTo>
                      <a:lnTo>
                        <a:pt x="4" y="120"/>
                      </a:lnTo>
                      <a:lnTo>
                        <a:pt x="4" y="116"/>
                      </a:lnTo>
                      <a:lnTo>
                        <a:pt x="0" y="112"/>
                      </a:lnTo>
                      <a:lnTo>
                        <a:pt x="0" y="108"/>
                      </a:lnTo>
                      <a:lnTo>
                        <a:pt x="0" y="104"/>
                      </a:lnTo>
                      <a:lnTo>
                        <a:pt x="0" y="100"/>
                      </a:lnTo>
                      <a:lnTo>
                        <a:pt x="0" y="96"/>
                      </a:lnTo>
                      <a:lnTo>
                        <a:pt x="4" y="96"/>
                      </a:lnTo>
                      <a:lnTo>
                        <a:pt x="4" y="94"/>
                      </a:lnTo>
                      <a:lnTo>
                        <a:pt x="0" y="94"/>
                      </a:lnTo>
                      <a:lnTo>
                        <a:pt x="0" y="90"/>
                      </a:lnTo>
                      <a:lnTo>
                        <a:pt x="0" y="86"/>
                      </a:lnTo>
                      <a:lnTo>
                        <a:pt x="0" y="82"/>
                      </a:lnTo>
                      <a:lnTo>
                        <a:pt x="0" y="78"/>
                      </a:lnTo>
                      <a:lnTo>
                        <a:pt x="4" y="78"/>
                      </a:lnTo>
                      <a:lnTo>
                        <a:pt x="0" y="74"/>
                      </a:lnTo>
                      <a:lnTo>
                        <a:pt x="4" y="74"/>
                      </a:lnTo>
                      <a:lnTo>
                        <a:pt x="8" y="70"/>
                      </a:lnTo>
                      <a:lnTo>
                        <a:pt x="8" y="66"/>
                      </a:lnTo>
                      <a:lnTo>
                        <a:pt x="8" y="64"/>
                      </a:lnTo>
                      <a:lnTo>
                        <a:pt x="8" y="60"/>
                      </a:lnTo>
                      <a:lnTo>
                        <a:pt x="12" y="56"/>
                      </a:lnTo>
                      <a:lnTo>
                        <a:pt x="12" y="56"/>
                      </a:lnTo>
                      <a:lnTo>
                        <a:pt x="12" y="56"/>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51" name="Freeform 17">
                  <a:extLst>
                    <a:ext uri="{FF2B5EF4-FFF2-40B4-BE49-F238E27FC236}">
                      <a16:creationId xmlns:a16="http://schemas.microsoft.com/office/drawing/2014/main" id="{F38761E1-CBE5-DE02-1A83-12609407177D}"/>
                    </a:ext>
                  </a:extLst>
                </p:cNvPr>
                <p:cNvSpPr>
                  <a:spLocks noEditPoints="1"/>
                </p:cNvSpPr>
                <p:nvPr/>
              </p:nvSpPr>
              <p:spPr bwMode="gray">
                <a:xfrm>
                  <a:off x="5871341" y="3239598"/>
                  <a:ext cx="76528" cy="76527"/>
                </a:xfrm>
                <a:custGeom>
                  <a:avLst/>
                  <a:gdLst>
                    <a:gd name="T0" fmla="*/ 40 w 44"/>
                    <a:gd name="T1" fmla="*/ 44 h 44"/>
                    <a:gd name="T2" fmla="*/ 36 w 44"/>
                    <a:gd name="T3" fmla="*/ 44 h 44"/>
                    <a:gd name="T4" fmla="*/ 36 w 44"/>
                    <a:gd name="T5" fmla="*/ 44 h 44"/>
                    <a:gd name="T6" fmla="*/ 36 w 44"/>
                    <a:gd name="T7" fmla="*/ 36 h 44"/>
                    <a:gd name="T8" fmla="*/ 32 w 44"/>
                    <a:gd name="T9" fmla="*/ 32 h 44"/>
                    <a:gd name="T10" fmla="*/ 28 w 44"/>
                    <a:gd name="T11" fmla="*/ 32 h 44"/>
                    <a:gd name="T12" fmla="*/ 28 w 44"/>
                    <a:gd name="T13" fmla="*/ 32 h 44"/>
                    <a:gd name="T14" fmla="*/ 22 w 44"/>
                    <a:gd name="T15" fmla="*/ 30 h 44"/>
                    <a:gd name="T16" fmla="*/ 18 w 44"/>
                    <a:gd name="T17" fmla="*/ 30 h 44"/>
                    <a:gd name="T18" fmla="*/ 18 w 44"/>
                    <a:gd name="T19" fmla="*/ 30 h 44"/>
                    <a:gd name="T20" fmla="*/ 14 w 44"/>
                    <a:gd name="T21" fmla="*/ 26 h 44"/>
                    <a:gd name="T22" fmla="*/ 10 w 44"/>
                    <a:gd name="T23" fmla="*/ 22 h 44"/>
                    <a:gd name="T24" fmla="*/ 6 w 44"/>
                    <a:gd name="T25" fmla="*/ 22 h 44"/>
                    <a:gd name="T26" fmla="*/ 2 w 44"/>
                    <a:gd name="T27" fmla="*/ 22 h 44"/>
                    <a:gd name="T28" fmla="*/ 0 w 44"/>
                    <a:gd name="T29" fmla="*/ 14 h 44"/>
                    <a:gd name="T30" fmla="*/ 2 w 44"/>
                    <a:gd name="T31" fmla="*/ 10 h 44"/>
                    <a:gd name="T32" fmla="*/ 0 w 44"/>
                    <a:gd name="T33" fmla="*/ 4 h 44"/>
                    <a:gd name="T34" fmla="*/ 0 w 44"/>
                    <a:gd name="T35" fmla="*/ 4 h 44"/>
                    <a:gd name="T36" fmla="*/ 2 w 44"/>
                    <a:gd name="T37" fmla="*/ 4 h 44"/>
                    <a:gd name="T38" fmla="*/ 2 w 44"/>
                    <a:gd name="T39" fmla="*/ 0 h 44"/>
                    <a:gd name="T40" fmla="*/ 6 w 44"/>
                    <a:gd name="T41" fmla="*/ 0 h 44"/>
                    <a:gd name="T42" fmla="*/ 10 w 44"/>
                    <a:gd name="T43" fmla="*/ 0 h 44"/>
                    <a:gd name="T44" fmla="*/ 18 w 44"/>
                    <a:gd name="T45" fmla="*/ 0 h 44"/>
                    <a:gd name="T46" fmla="*/ 22 w 44"/>
                    <a:gd name="T47" fmla="*/ 0 h 44"/>
                    <a:gd name="T48" fmla="*/ 24 w 44"/>
                    <a:gd name="T49" fmla="*/ 0 h 44"/>
                    <a:gd name="T50" fmla="*/ 22 w 44"/>
                    <a:gd name="T51" fmla="*/ 4 h 44"/>
                    <a:gd name="T52" fmla="*/ 22 w 44"/>
                    <a:gd name="T53" fmla="*/ 4 h 44"/>
                    <a:gd name="T54" fmla="*/ 28 w 44"/>
                    <a:gd name="T55" fmla="*/ 8 h 44"/>
                    <a:gd name="T56" fmla="*/ 24 w 44"/>
                    <a:gd name="T57" fmla="*/ 10 h 44"/>
                    <a:gd name="T58" fmla="*/ 28 w 44"/>
                    <a:gd name="T59" fmla="*/ 14 h 44"/>
                    <a:gd name="T60" fmla="*/ 32 w 44"/>
                    <a:gd name="T61" fmla="*/ 18 h 44"/>
                    <a:gd name="T62" fmla="*/ 32 w 44"/>
                    <a:gd name="T63" fmla="*/ 22 h 44"/>
                    <a:gd name="T64" fmla="*/ 32 w 44"/>
                    <a:gd name="T65" fmla="*/ 22 h 44"/>
                    <a:gd name="T66" fmla="*/ 28 w 44"/>
                    <a:gd name="T67" fmla="*/ 22 h 44"/>
                    <a:gd name="T68" fmla="*/ 32 w 44"/>
                    <a:gd name="T69" fmla="*/ 26 h 44"/>
                    <a:gd name="T70" fmla="*/ 32 w 44"/>
                    <a:gd name="T71" fmla="*/ 26 h 44"/>
                    <a:gd name="T72" fmla="*/ 32 w 44"/>
                    <a:gd name="T73" fmla="*/ 30 h 44"/>
                    <a:gd name="T74" fmla="*/ 36 w 44"/>
                    <a:gd name="T75" fmla="*/ 30 h 44"/>
                    <a:gd name="T76" fmla="*/ 36 w 44"/>
                    <a:gd name="T77" fmla="*/ 32 h 44"/>
                    <a:gd name="T78" fmla="*/ 40 w 44"/>
                    <a:gd name="T79" fmla="*/ 30 h 44"/>
                    <a:gd name="T80" fmla="*/ 40 w 44"/>
                    <a:gd name="T81" fmla="*/ 32 h 44"/>
                    <a:gd name="T82" fmla="*/ 40 w 44"/>
                    <a:gd name="T83" fmla="*/ 36 h 44"/>
                    <a:gd name="T84" fmla="*/ 44 w 44"/>
                    <a:gd name="T85" fmla="*/ 36 h 44"/>
                    <a:gd name="T86" fmla="*/ 40 w 44"/>
                    <a:gd name="T87" fmla="*/ 40 h 44"/>
                    <a:gd name="T88" fmla="*/ 40 w 44"/>
                    <a:gd name="T89" fmla="*/ 40 h 44"/>
                    <a:gd name="T90" fmla="*/ 40 w 44"/>
                    <a:gd name="T91" fmla="*/ 44 h 44"/>
                    <a:gd name="T92" fmla="*/ 44 w 44"/>
                    <a:gd name="T93" fmla="*/ 44 h 44"/>
                    <a:gd name="T94" fmla="*/ 22 w 44"/>
                    <a:gd name="T95" fmla="*/ 4 h 44"/>
                    <a:gd name="T96" fmla="*/ 22 w 44"/>
                    <a:gd name="T97" fmla="*/ 4 h 44"/>
                    <a:gd name="T98" fmla="*/ 24 w 44"/>
                    <a:gd name="T99" fmla="*/ 4 h 44"/>
                    <a:gd name="T100" fmla="*/ 24 w 44"/>
                    <a:gd name="T101" fmla="*/ 4 h 44"/>
                    <a:gd name="T102" fmla="*/ 28 w 44"/>
                    <a:gd name="T103" fmla="*/ 10 h 44"/>
                    <a:gd name="T104" fmla="*/ 28 w 44"/>
                    <a:gd name="T105" fmla="*/ 1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44" h="44">
                      <a:moveTo>
                        <a:pt x="44" y="44"/>
                      </a:moveTo>
                      <a:lnTo>
                        <a:pt x="44" y="44"/>
                      </a:lnTo>
                      <a:lnTo>
                        <a:pt x="40" y="44"/>
                      </a:lnTo>
                      <a:lnTo>
                        <a:pt x="40" y="44"/>
                      </a:lnTo>
                      <a:lnTo>
                        <a:pt x="40" y="44"/>
                      </a:lnTo>
                      <a:lnTo>
                        <a:pt x="40" y="44"/>
                      </a:lnTo>
                      <a:lnTo>
                        <a:pt x="40" y="44"/>
                      </a:lnTo>
                      <a:lnTo>
                        <a:pt x="36" y="44"/>
                      </a:lnTo>
                      <a:lnTo>
                        <a:pt x="36" y="44"/>
                      </a:lnTo>
                      <a:lnTo>
                        <a:pt x="36" y="44"/>
                      </a:lnTo>
                      <a:lnTo>
                        <a:pt x="36" y="44"/>
                      </a:lnTo>
                      <a:lnTo>
                        <a:pt x="36" y="44"/>
                      </a:lnTo>
                      <a:lnTo>
                        <a:pt x="32" y="40"/>
                      </a:lnTo>
                      <a:lnTo>
                        <a:pt x="32" y="40"/>
                      </a:lnTo>
                      <a:lnTo>
                        <a:pt x="36" y="36"/>
                      </a:lnTo>
                      <a:lnTo>
                        <a:pt x="36" y="36"/>
                      </a:lnTo>
                      <a:lnTo>
                        <a:pt x="36" y="36"/>
                      </a:lnTo>
                      <a:lnTo>
                        <a:pt x="32" y="36"/>
                      </a:lnTo>
                      <a:lnTo>
                        <a:pt x="32" y="32"/>
                      </a:lnTo>
                      <a:lnTo>
                        <a:pt x="32" y="32"/>
                      </a:lnTo>
                      <a:lnTo>
                        <a:pt x="32" y="32"/>
                      </a:lnTo>
                      <a:lnTo>
                        <a:pt x="32" y="32"/>
                      </a:lnTo>
                      <a:lnTo>
                        <a:pt x="28" y="32"/>
                      </a:lnTo>
                      <a:lnTo>
                        <a:pt x="28" y="32"/>
                      </a:lnTo>
                      <a:lnTo>
                        <a:pt x="28" y="32"/>
                      </a:lnTo>
                      <a:lnTo>
                        <a:pt x="28" y="32"/>
                      </a:lnTo>
                      <a:lnTo>
                        <a:pt x="28" y="32"/>
                      </a:lnTo>
                      <a:lnTo>
                        <a:pt x="28" y="32"/>
                      </a:lnTo>
                      <a:lnTo>
                        <a:pt x="24" y="32"/>
                      </a:lnTo>
                      <a:lnTo>
                        <a:pt x="24" y="30"/>
                      </a:lnTo>
                      <a:lnTo>
                        <a:pt x="22" y="30"/>
                      </a:lnTo>
                      <a:lnTo>
                        <a:pt x="22" y="30"/>
                      </a:lnTo>
                      <a:lnTo>
                        <a:pt x="22" y="30"/>
                      </a:lnTo>
                      <a:lnTo>
                        <a:pt x="22" y="30"/>
                      </a:lnTo>
                      <a:lnTo>
                        <a:pt x="22" y="30"/>
                      </a:lnTo>
                      <a:lnTo>
                        <a:pt x="18" y="30"/>
                      </a:lnTo>
                      <a:lnTo>
                        <a:pt x="18" y="30"/>
                      </a:lnTo>
                      <a:lnTo>
                        <a:pt x="18" y="30"/>
                      </a:lnTo>
                      <a:lnTo>
                        <a:pt x="18" y="30"/>
                      </a:lnTo>
                      <a:lnTo>
                        <a:pt x="18" y="30"/>
                      </a:lnTo>
                      <a:lnTo>
                        <a:pt x="18" y="30"/>
                      </a:lnTo>
                      <a:lnTo>
                        <a:pt x="14" y="26"/>
                      </a:lnTo>
                      <a:lnTo>
                        <a:pt x="14" y="26"/>
                      </a:lnTo>
                      <a:lnTo>
                        <a:pt x="14" y="26"/>
                      </a:lnTo>
                      <a:lnTo>
                        <a:pt x="14" y="26"/>
                      </a:lnTo>
                      <a:lnTo>
                        <a:pt x="14" y="26"/>
                      </a:lnTo>
                      <a:lnTo>
                        <a:pt x="10" y="22"/>
                      </a:lnTo>
                      <a:lnTo>
                        <a:pt x="10" y="22"/>
                      </a:lnTo>
                      <a:lnTo>
                        <a:pt x="10" y="22"/>
                      </a:lnTo>
                      <a:lnTo>
                        <a:pt x="6" y="22"/>
                      </a:lnTo>
                      <a:lnTo>
                        <a:pt x="6" y="22"/>
                      </a:lnTo>
                      <a:lnTo>
                        <a:pt x="6" y="22"/>
                      </a:lnTo>
                      <a:lnTo>
                        <a:pt x="6" y="22"/>
                      </a:lnTo>
                      <a:lnTo>
                        <a:pt x="2" y="22"/>
                      </a:lnTo>
                      <a:lnTo>
                        <a:pt x="2" y="22"/>
                      </a:lnTo>
                      <a:lnTo>
                        <a:pt x="2" y="22"/>
                      </a:lnTo>
                      <a:lnTo>
                        <a:pt x="2" y="22"/>
                      </a:lnTo>
                      <a:lnTo>
                        <a:pt x="2" y="18"/>
                      </a:lnTo>
                      <a:lnTo>
                        <a:pt x="0" y="18"/>
                      </a:lnTo>
                      <a:lnTo>
                        <a:pt x="0" y="14"/>
                      </a:lnTo>
                      <a:lnTo>
                        <a:pt x="0" y="14"/>
                      </a:lnTo>
                      <a:lnTo>
                        <a:pt x="2" y="14"/>
                      </a:lnTo>
                      <a:lnTo>
                        <a:pt x="2" y="10"/>
                      </a:lnTo>
                      <a:lnTo>
                        <a:pt x="2" y="10"/>
                      </a:lnTo>
                      <a:lnTo>
                        <a:pt x="2" y="10"/>
                      </a:lnTo>
                      <a:lnTo>
                        <a:pt x="2" y="8"/>
                      </a:lnTo>
                      <a:lnTo>
                        <a:pt x="2" y="8"/>
                      </a:lnTo>
                      <a:lnTo>
                        <a:pt x="0" y="4"/>
                      </a:lnTo>
                      <a:lnTo>
                        <a:pt x="0" y="4"/>
                      </a:lnTo>
                      <a:lnTo>
                        <a:pt x="0" y="4"/>
                      </a:lnTo>
                      <a:lnTo>
                        <a:pt x="0" y="4"/>
                      </a:lnTo>
                      <a:lnTo>
                        <a:pt x="0" y="4"/>
                      </a:lnTo>
                      <a:lnTo>
                        <a:pt x="0" y="4"/>
                      </a:lnTo>
                      <a:lnTo>
                        <a:pt x="0" y="4"/>
                      </a:lnTo>
                      <a:lnTo>
                        <a:pt x="0" y="4"/>
                      </a:lnTo>
                      <a:lnTo>
                        <a:pt x="2" y="4"/>
                      </a:lnTo>
                      <a:lnTo>
                        <a:pt x="2" y="4"/>
                      </a:lnTo>
                      <a:lnTo>
                        <a:pt x="2" y="4"/>
                      </a:lnTo>
                      <a:lnTo>
                        <a:pt x="2" y="4"/>
                      </a:lnTo>
                      <a:lnTo>
                        <a:pt x="2" y="0"/>
                      </a:lnTo>
                      <a:lnTo>
                        <a:pt x="2" y="0"/>
                      </a:lnTo>
                      <a:lnTo>
                        <a:pt x="6" y="0"/>
                      </a:lnTo>
                      <a:lnTo>
                        <a:pt x="6" y="0"/>
                      </a:lnTo>
                      <a:lnTo>
                        <a:pt x="6" y="0"/>
                      </a:lnTo>
                      <a:lnTo>
                        <a:pt x="10" y="0"/>
                      </a:lnTo>
                      <a:lnTo>
                        <a:pt x="10" y="0"/>
                      </a:lnTo>
                      <a:lnTo>
                        <a:pt x="10" y="0"/>
                      </a:lnTo>
                      <a:lnTo>
                        <a:pt x="10" y="0"/>
                      </a:lnTo>
                      <a:lnTo>
                        <a:pt x="14" y="0"/>
                      </a:lnTo>
                      <a:lnTo>
                        <a:pt x="14" y="0"/>
                      </a:lnTo>
                      <a:lnTo>
                        <a:pt x="14" y="0"/>
                      </a:lnTo>
                      <a:lnTo>
                        <a:pt x="18" y="0"/>
                      </a:lnTo>
                      <a:lnTo>
                        <a:pt x="18" y="0"/>
                      </a:lnTo>
                      <a:lnTo>
                        <a:pt x="18" y="0"/>
                      </a:lnTo>
                      <a:lnTo>
                        <a:pt x="18" y="0"/>
                      </a:lnTo>
                      <a:lnTo>
                        <a:pt x="22" y="0"/>
                      </a:lnTo>
                      <a:lnTo>
                        <a:pt x="22" y="0"/>
                      </a:lnTo>
                      <a:lnTo>
                        <a:pt x="22" y="0"/>
                      </a:lnTo>
                      <a:lnTo>
                        <a:pt x="22" y="0"/>
                      </a:lnTo>
                      <a:lnTo>
                        <a:pt x="24" y="0"/>
                      </a:lnTo>
                      <a:lnTo>
                        <a:pt x="24" y="0"/>
                      </a:lnTo>
                      <a:lnTo>
                        <a:pt x="24" y="4"/>
                      </a:lnTo>
                      <a:lnTo>
                        <a:pt x="24" y="4"/>
                      </a:lnTo>
                      <a:lnTo>
                        <a:pt x="22" y="4"/>
                      </a:lnTo>
                      <a:lnTo>
                        <a:pt x="22" y="4"/>
                      </a:lnTo>
                      <a:lnTo>
                        <a:pt x="22" y="4"/>
                      </a:lnTo>
                      <a:lnTo>
                        <a:pt x="22" y="4"/>
                      </a:lnTo>
                      <a:lnTo>
                        <a:pt x="22" y="4"/>
                      </a:lnTo>
                      <a:lnTo>
                        <a:pt x="24" y="4"/>
                      </a:lnTo>
                      <a:lnTo>
                        <a:pt x="28" y="8"/>
                      </a:lnTo>
                      <a:lnTo>
                        <a:pt x="28" y="8"/>
                      </a:lnTo>
                      <a:lnTo>
                        <a:pt x="28" y="8"/>
                      </a:lnTo>
                      <a:lnTo>
                        <a:pt x="28" y="8"/>
                      </a:lnTo>
                      <a:lnTo>
                        <a:pt x="28" y="8"/>
                      </a:lnTo>
                      <a:lnTo>
                        <a:pt x="28" y="10"/>
                      </a:lnTo>
                      <a:lnTo>
                        <a:pt x="24" y="10"/>
                      </a:lnTo>
                      <a:lnTo>
                        <a:pt x="24" y="10"/>
                      </a:lnTo>
                      <a:lnTo>
                        <a:pt x="24" y="10"/>
                      </a:lnTo>
                      <a:lnTo>
                        <a:pt x="24" y="10"/>
                      </a:lnTo>
                      <a:lnTo>
                        <a:pt x="28" y="14"/>
                      </a:lnTo>
                      <a:lnTo>
                        <a:pt x="28" y="14"/>
                      </a:lnTo>
                      <a:lnTo>
                        <a:pt x="28" y="14"/>
                      </a:lnTo>
                      <a:lnTo>
                        <a:pt x="32" y="18"/>
                      </a:lnTo>
                      <a:lnTo>
                        <a:pt x="32" y="18"/>
                      </a:lnTo>
                      <a:lnTo>
                        <a:pt x="32" y="18"/>
                      </a:lnTo>
                      <a:lnTo>
                        <a:pt x="36" y="18"/>
                      </a:lnTo>
                      <a:lnTo>
                        <a:pt x="32" y="22"/>
                      </a:lnTo>
                      <a:lnTo>
                        <a:pt x="32" y="22"/>
                      </a:lnTo>
                      <a:lnTo>
                        <a:pt x="32" y="22"/>
                      </a:lnTo>
                      <a:lnTo>
                        <a:pt x="32" y="22"/>
                      </a:lnTo>
                      <a:lnTo>
                        <a:pt x="32" y="22"/>
                      </a:lnTo>
                      <a:lnTo>
                        <a:pt x="32" y="22"/>
                      </a:lnTo>
                      <a:lnTo>
                        <a:pt x="28" y="22"/>
                      </a:lnTo>
                      <a:lnTo>
                        <a:pt x="28" y="22"/>
                      </a:lnTo>
                      <a:lnTo>
                        <a:pt x="28" y="22"/>
                      </a:lnTo>
                      <a:lnTo>
                        <a:pt x="28" y="22"/>
                      </a:lnTo>
                      <a:lnTo>
                        <a:pt x="28" y="22"/>
                      </a:lnTo>
                      <a:lnTo>
                        <a:pt x="28" y="26"/>
                      </a:lnTo>
                      <a:lnTo>
                        <a:pt x="28" y="26"/>
                      </a:lnTo>
                      <a:lnTo>
                        <a:pt x="32" y="26"/>
                      </a:lnTo>
                      <a:lnTo>
                        <a:pt x="32" y="26"/>
                      </a:lnTo>
                      <a:lnTo>
                        <a:pt x="32" y="26"/>
                      </a:lnTo>
                      <a:lnTo>
                        <a:pt x="32" y="26"/>
                      </a:lnTo>
                      <a:lnTo>
                        <a:pt x="32" y="26"/>
                      </a:lnTo>
                      <a:lnTo>
                        <a:pt x="32" y="26"/>
                      </a:lnTo>
                      <a:lnTo>
                        <a:pt x="32" y="26"/>
                      </a:lnTo>
                      <a:lnTo>
                        <a:pt x="32" y="26"/>
                      </a:lnTo>
                      <a:lnTo>
                        <a:pt x="32" y="30"/>
                      </a:lnTo>
                      <a:lnTo>
                        <a:pt x="32" y="30"/>
                      </a:lnTo>
                      <a:lnTo>
                        <a:pt x="36" y="30"/>
                      </a:lnTo>
                      <a:lnTo>
                        <a:pt x="36" y="30"/>
                      </a:lnTo>
                      <a:lnTo>
                        <a:pt x="36" y="30"/>
                      </a:lnTo>
                      <a:lnTo>
                        <a:pt x="36" y="30"/>
                      </a:lnTo>
                      <a:lnTo>
                        <a:pt x="36" y="30"/>
                      </a:lnTo>
                      <a:lnTo>
                        <a:pt x="36" y="30"/>
                      </a:lnTo>
                      <a:lnTo>
                        <a:pt x="36" y="32"/>
                      </a:lnTo>
                      <a:lnTo>
                        <a:pt x="36" y="32"/>
                      </a:lnTo>
                      <a:lnTo>
                        <a:pt x="40" y="30"/>
                      </a:lnTo>
                      <a:lnTo>
                        <a:pt x="40" y="30"/>
                      </a:lnTo>
                      <a:lnTo>
                        <a:pt x="40" y="30"/>
                      </a:lnTo>
                      <a:lnTo>
                        <a:pt x="44" y="32"/>
                      </a:lnTo>
                      <a:lnTo>
                        <a:pt x="44" y="32"/>
                      </a:lnTo>
                      <a:lnTo>
                        <a:pt x="44" y="32"/>
                      </a:lnTo>
                      <a:lnTo>
                        <a:pt x="40" y="32"/>
                      </a:lnTo>
                      <a:lnTo>
                        <a:pt x="40" y="32"/>
                      </a:lnTo>
                      <a:lnTo>
                        <a:pt x="40" y="32"/>
                      </a:lnTo>
                      <a:lnTo>
                        <a:pt x="40" y="36"/>
                      </a:lnTo>
                      <a:lnTo>
                        <a:pt x="40" y="36"/>
                      </a:lnTo>
                      <a:lnTo>
                        <a:pt x="44" y="36"/>
                      </a:lnTo>
                      <a:lnTo>
                        <a:pt x="44" y="36"/>
                      </a:lnTo>
                      <a:lnTo>
                        <a:pt x="44" y="36"/>
                      </a:lnTo>
                      <a:lnTo>
                        <a:pt x="44" y="36"/>
                      </a:lnTo>
                      <a:lnTo>
                        <a:pt x="44" y="40"/>
                      </a:lnTo>
                      <a:lnTo>
                        <a:pt x="40" y="40"/>
                      </a:lnTo>
                      <a:lnTo>
                        <a:pt x="40" y="36"/>
                      </a:lnTo>
                      <a:lnTo>
                        <a:pt x="40" y="40"/>
                      </a:lnTo>
                      <a:lnTo>
                        <a:pt x="40" y="40"/>
                      </a:lnTo>
                      <a:lnTo>
                        <a:pt x="40" y="40"/>
                      </a:lnTo>
                      <a:lnTo>
                        <a:pt x="40" y="40"/>
                      </a:lnTo>
                      <a:lnTo>
                        <a:pt x="40" y="40"/>
                      </a:lnTo>
                      <a:lnTo>
                        <a:pt x="44" y="40"/>
                      </a:lnTo>
                      <a:lnTo>
                        <a:pt x="44" y="40"/>
                      </a:lnTo>
                      <a:lnTo>
                        <a:pt x="44" y="40"/>
                      </a:lnTo>
                      <a:lnTo>
                        <a:pt x="40" y="44"/>
                      </a:lnTo>
                      <a:lnTo>
                        <a:pt x="40" y="44"/>
                      </a:lnTo>
                      <a:lnTo>
                        <a:pt x="44" y="44"/>
                      </a:lnTo>
                      <a:lnTo>
                        <a:pt x="44" y="44"/>
                      </a:lnTo>
                      <a:lnTo>
                        <a:pt x="44" y="44"/>
                      </a:lnTo>
                      <a:close/>
                      <a:moveTo>
                        <a:pt x="22" y="4"/>
                      </a:moveTo>
                      <a:lnTo>
                        <a:pt x="22" y="4"/>
                      </a:lnTo>
                      <a:lnTo>
                        <a:pt x="22" y="4"/>
                      </a:lnTo>
                      <a:lnTo>
                        <a:pt x="22" y="4"/>
                      </a:lnTo>
                      <a:lnTo>
                        <a:pt x="22" y="4"/>
                      </a:lnTo>
                      <a:lnTo>
                        <a:pt x="22" y="4"/>
                      </a:lnTo>
                      <a:lnTo>
                        <a:pt x="22" y="4"/>
                      </a:lnTo>
                      <a:lnTo>
                        <a:pt x="22" y="4"/>
                      </a:lnTo>
                      <a:lnTo>
                        <a:pt x="22" y="4"/>
                      </a:lnTo>
                      <a:lnTo>
                        <a:pt x="22" y="4"/>
                      </a:lnTo>
                      <a:close/>
                      <a:moveTo>
                        <a:pt x="24" y="4"/>
                      </a:moveTo>
                      <a:lnTo>
                        <a:pt x="24" y="4"/>
                      </a:lnTo>
                      <a:lnTo>
                        <a:pt x="24" y="4"/>
                      </a:lnTo>
                      <a:lnTo>
                        <a:pt x="24" y="4"/>
                      </a:lnTo>
                      <a:lnTo>
                        <a:pt x="24" y="4"/>
                      </a:lnTo>
                      <a:lnTo>
                        <a:pt x="24" y="4"/>
                      </a:lnTo>
                      <a:lnTo>
                        <a:pt x="24" y="4"/>
                      </a:lnTo>
                      <a:close/>
                      <a:moveTo>
                        <a:pt x="28" y="10"/>
                      </a:moveTo>
                      <a:lnTo>
                        <a:pt x="28" y="10"/>
                      </a:lnTo>
                      <a:lnTo>
                        <a:pt x="28" y="10"/>
                      </a:lnTo>
                      <a:lnTo>
                        <a:pt x="28" y="10"/>
                      </a:lnTo>
                      <a:lnTo>
                        <a:pt x="28" y="10"/>
                      </a:lnTo>
                      <a:lnTo>
                        <a:pt x="28" y="10"/>
                      </a:lnTo>
                      <a:lnTo>
                        <a:pt x="28" y="10"/>
                      </a:lnTo>
                      <a:lnTo>
                        <a:pt x="28" y="10"/>
                      </a:lnTo>
                      <a:lnTo>
                        <a:pt x="28" y="10"/>
                      </a:lnTo>
                      <a:lnTo>
                        <a:pt x="28" y="10"/>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52" name="Freeform 18">
                  <a:extLst>
                    <a:ext uri="{FF2B5EF4-FFF2-40B4-BE49-F238E27FC236}">
                      <a16:creationId xmlns:a16="http://schemas.microsoft.com/office/drawing/2014/main" id="{5514F5A0-2F89-DE6D-9C95-1CC4973B40C7}"/>
                    </a:ext>
                  </a:extLst>
                </p:cNvPr>
                <p:cNvSpPr>
                  <a:spLocks noEditPoints="1"/>
                </p:cNvSpPr>
                <p:nvPr/>
              </p:nvSpPr>
              <p:spPr bwMode="gray">
                <a:xfrm>
                  <a:off x="5902650" y="3187422"/>
                  <a:ext cx="166969" cy="149576"/>
                </a:xfrm>
                <a:custGeom>
                  <a:avLst/>
                  <a:gdLst>
                    <a:gd name="T0" fmla="*/ 78 w 96"/>
                    <a:gd name="T1" fmla="*/ 86 h 86"/>
                    <a:gd name="T2" fmla="*/ 56 w 96"/>
                    <a:gd name="T3" fmla="*/ 86 h 86"/>
                    <a:gd name="T4" fmla="*/ 48 w 96"/>
                    <a:gd name="T5" fmla="*/ 82 h 86"/>
                    <a:gd name="T6" fmla="*/ 44 w 96"/>
                    <a:gd name="T7" fmla="*/ 74 h 86"/>
                    <a:gd name="T8" fmla="*/ 48 w 96"/>
                    <a:gd name="T9" fmla="*/ 74 h 86"/>
                    <a:gd name="T10" fmla="*/ 48 w 96"/>
                    <a:gd name="T11" fmla="*/ 70 h 86"/>
                    <a:gd name="T12" fmla="*/ 48 w 96"/>
                    <a:gd name="T13" fmla="*/ 66 h 86"/>
                    <a:gd name="T14" fmla="*/ 48 w 96"/>
                    <a:gd name="T15" fmla="*/ 62 h 86"/>
                    <a:gd name="T16" fmla="*/ 40 w 96"/>
                    <a:gd name="T17" fmla="*/ 60 h 86"/>
                    <a:gd name="T18" fmla="*/ 32 w 96"/>
                    <a:gd name="T19" fmla="*/ 66 h 86"/>
                    <a:gd name="T20" fmla="*/ 30 w 96"/>
                    <a:gd name="T21" fmla="*/ 70 h 86"/>
                    <a:gd name="T22" fmla="*/ 26 w 96"/>
                    <a:gd name="T23" fmla="*/ 74 h 86"/>
                    <a:gd name="T24" fmla="*/ 22 w 96"/>
                    <a:gd name="T25" fmla="*/ 70 h 86"/>
                    <a:gd name="T26" fmla="*/ 26 w 96"/>
                    <a:gd name="T27" fmla="*/ 66 h 86"/>
                    <a:gd name="T28" fmla="*/ 22 w 96"/>
                    <a:gd name="T29" fmla="*/ 62 h 86"/>
                    <a:gd name="T30" fmla="*/ 22 w 96"/>
                    <a:gd name="T31" fmla="*/ 60 h 86"/>
                    <a:gd name="T32" fmla="*/ 18 w 96"/>
                    <a:gd name="T33" fmla="*/ 60 h 86"/>
                    <a:gd name="T34" fmla="*/ 14 w 96"/>
                    <a:gd name="T35" fmla="*/ 56 h 86"/>
                    <a:gd name="T36" fmla="*/ 10 w 96"/>
                    <a:gd name="T37" fmla="*/ 52 h 86"/>
                    <a:gd name="T38" fmla="*/ 14 w 96"/>
                    <a:gd name="T39" fmla="*/ 52 h 86"/>
                    <a:gd name="T40" fmla="*/ 14 w 96"/>
                    <a:gd name="T41" fmla="*/ 48 h 86"/>
                    <a:gd name="T42" fmla="*/ 6 w 96"/>
                    <a:gd name="T43" fmla="*/ 40 h 86"/>
                    <a:gd name="T44" fmla="*/ 6 w 96"/>
                    <a:gd name="T45" fmla="*/ 32 h 86"/>
                    <a:gd name="T46" fmla="*/ 6 w 96"/>
                    <a:gd name="T47" fmla="*/ 32 h 86"/>
                    <a:gd name="T48" fmla="*/ 4 w 96"/>
                    <a:gd name="T49" fmla="*/ 26 h 86"/>
                    <a:gd name="T50" fmla="*/ 10 w 96"/>
                    <a:gd name="T51" fmla="*/ 26 h 86"/>
                    <a:gd name="T52" fmla="*/ 14 w 96"/>
                    <a:gd name="T53" fmla="*/ 30 h 86"/>
                    <a:gd name="T54" fmla="*/ 18 w 96"/>
                    <a:gd name="T55" fmla="*/ 30 h 86"/>
                    <a:gd name="T56" fmla="*/ 22 w 96"/>
                    <a:gd name="T57" fmla="*/ 32 h 86"/>
                    <a:gd name="T58" fmla="*/ 26 w 96"/>
                    <a:gd name="T59" fmla="*/ 26 h 86"/>
                    <a:gd name="T60" fmla="*/ 18 w 96"/>
                    <a:gd name="T61" fmla="*/ 22 h 86"/>
                    <a:gd name="T62" fmla="*/ 22 w 96"/>
                    <a:gd name="T63" fmla="*/ 18 h 86"/>
                    <a:gd name="T64" fmla="*/ 26 w 96"/>
                    <a:gd name="T65" fmla="*/ 18 h 86"/>
                    <a:gd name="T66" fmla="*/ 30 w 96"/>
                    <a:gd name="T67" fmla="*/ 22 h 86"/>
                    <a:gd name="T68" fmla="*/ 36 w 96"/>
                    <a:gd name="T69" fmla="*/ 30 h 86"/>
                    <a:gd name="T70" fmla="*/ 40 w 96"/>
                    <a:gd name="T71" fmla="*/ 30 h 86"/>
                    <a:gd name="T72" fmla="*/ 48 w 96"/>
                    <a:gd name="T73" fmla="*/ 26 h 86"/>
                    <a:gd name="T74" fmla="*/ 52 w 96"/>
                    <a:gd name="T75" fmla="*/ 22 h 86"/>
                    <a:gd name="T76" fmla="*/ 70 w 96"/>
                    <a:gd name="T77" fmla="*/ 0 h 86"/>
                    <a:gd name="T78" fmla="*/ 88 w 96"/>
                    <a:gd name="T79" fmla="*/ 30 h 86"/>
                    <a:gd name="T80" fmla="*/ 96 w 96"/>
                    <a:gd name="T81" fmla="*/ 56 h 86"/>
                    <a:gd name="T82" fmla="*/ 92 w 96"/>
                    <a:gd name="T83" fmla="*/ 74 h 86"/>
                    <a:gd name="T84" fmla="*/ 10 w 96"/>
                    <a:gd name="T85" fmla="*/ 40 h 86"/>
                    <a:gd name="T86" fmla="*/ 4 w 96"/>
                    <a:gd name="T87" fmla="*/ 32 h 86"/>
                    <a:gd name="T88" fmla="*/ 4 w 96"/>
                    <a:gd name="T89" fmla="*/ 32 h 86"/>
                    <a:gd name="T90" fmla="*/ 6 w 96"/>
                    <a:gd name="T91" fmla="*/ 32 h 86"/>
                    <a:gd name="T92" fmla="*/ 0 w 96"/>
                    <a:gd name="T93" fmla="*/ 60 h 86"/>
                    <a:gd name="T94" fmla="*/ 4 w 96"/>
                    <a:gd name="T95" fmla="*/ 60 h 86"/>
                    <a:gd name="T96" fmla="*/ 10 w 96"/>
                    <a:gd name="T97" fmla="*/ 62 h 86"/>
                    <a:gd name="T98" fmla="*/ 14 w 96"/>
                    <a:gd name="T99" fmla="*/ 66 h 86"/>
                    <a:gd name="T100" fmla="*/ 18 w 96"/>
                    <a:gd name="T101" fmla="*/ 74 h 86"/>
                    <a:gd name="T102" fmla="*/ 10 w 96"/>
                    <a:gd name="T103" fmla="*/ 74 h 86"/>
                    <a:gd name="T104" fmla="*/ 6 w 96"/>
                    <a:gd name="T105" fmla="*/ 70 h 86"/>
                    <a:gd name="T106" fmla="*/ 4 w 96"/>
                    <a:gd name="T107" fmla="*/ 62 h 86"/>
                    <a:gd name="T108" fmla="*/ 0 w 96"/>
                    <a:gd name="T109" fmla="*/ 60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96" h="86">
                      <a:moveTo>
                        <a:pt x="92" y="78"/>
                      </a:moveTo>
                      <a:lnTo>
                        <a:pt x="88" y="82"/>
                      </a:lnTo>
                      <a:lnTo>
                        <a:pt x="86" y="82"/>
                      </a:lnTo>
                      <a:lnTo>
                        <a:pt x="82" y="82"/>
                      </a:lnTo>
                      <a:lnTo>
                        <a:pt x="82" y="82"/>
                      </a:lnTo>
                      <a:lnTo>
                        <a:pt x="78" y="86"/>
                      </a:lnTo>
                      <a:lnTo>
                        <a:pt x="78" y="86"/>
                      </a:lnTo>
                      <a:lnTo>
                        <a:pt x="74" y="86"/>
                      </a:lnTo>
                      <a:lnTo>
                        <a:pt x="70" y="86"/>
                      </a:lnTo>
                      <a:lnTo>
                        <a:pt x="58" y="82"/>
                      </a:lnTo>
                      <a:lnTo>
                        <a:pt x="56" y="82"/>
                      </a:lnTo>
                      <a:lnTo>
                        <a:pt x="56" y="82"/>
                      </a:lnTo>
                      <a:lnTo>
                        <a:pt x="56" y="86"/>
                      </a:lnTo>
                      <a:lnTo>
                        <a:pt x="56" y="86"/>
                      </a:lnTo>
                      <a:lnTo>
                        <a:pt x="56" y="86"/>
                      </a:lnTo>
                      <a:lnTo>
                        <a:pt x="52" y="86"/>
                      </a:lnTo>
                      <a:lnTo>
                        <a:pt x="52" y="82"/>
                      </a:lnTo>
                      <a:lnTo>
                        <a:pt x="52" y="82"/>
                      </a:lnTo>
                      <a:lnTo>
                        <a:pt x="52" y="82"/>
                      </a:lnTo>
                      <a:lnTo>
                        <a:pt x="52" y="82"/>
                      </a:lnTo>
                      <a:lnTo>
                        <a:pt x="48" y="82"/>
                      </a:lnTo>
                      <a:lnTo>
                        <a:pt x="48" y="78"/>
                      </a:lnTo>
                      <a:lnTo>
                        <a:pt x="48" y="78"/>
                      </a:lnTo>
                      <a:lnTo>
                        <a:pt x="48" y="78"/>
                      </a:lnTo>
                      <a:lnTo>
                        <a:pt x="48" y="78"/>
                      </a:lnTo>
                      <a:lnTo>
                        <a:pt x="48" y="78"/>
                      </a:lnTo>
                      <a:lnTo>
                        <a:pt x="48" y="78"/>
                      </a:lnTo>
                      <a:lnTo>
                        <a:pt x="44" y="74"/>
                      </a:lnTo>
                      <a:lnTo>
                        <a:pt x="44" y="74"/>
                      </a:lnTo>
                      <a:lnTo>
                        <a:pt x="44" y="74"/>
                      </a:lnTo>
                      <a:lnTo>
                        <a:pt x="44" y="74"/>
                      </a:lnTo>
                      <a:lnTo>
                        <a:pt x="48" y="74"/>
                      </a:lnTo>
                      <a:lnTo>
                        <a:pt x="48" y="74"/>
                      </a:lnTo>
                      <a:lnTo>
                        <a:pt x="48" y="74"/>
                      </a:lnTo>
                      <a:lnTo>
                        <a:pt x="48" y="74"/>
                      </a:lnTo>
                      <a:lnTo>
                        <a:pt x="48" y="74"/>
                      </a:lnTo>
                      <a:lnTo>
                        <a:pt x="48" y="74"/>
                      </a:lnTo>
                      <a:lnTo>
                        <a:pt x="48" y="70"/>
                      </a:lnTo>
                      <a:lnTo>
                        <a:pt x="48" y="70"/>
                      </a:lnTo>
                      <a:lnTo>
                        <a:pt x="48" y="70"/>
                      </a:lnTo>
                      <a:lnTo>
                        <a:pt x="48" y="70"/>
                      </a:lnTo>
                      <a:lnTo>
                        <a:pt x="48" y="70"/>
                      </a:lnTo>
                      <a:lnTo>
                        <a:pt x="48" y="70"/>
                      </a:lnTo>
                      <a:lnTo>
                        <a:pt x="48" y="66"/>
                      </a:lnTo>
                      <a:lnTo>
                        <a:pt x="48" y="66"/>
                      </a:lnTo>
                      <a:lnTo>
                        <a:pt x="48" y="66"/>
                      </a:lnTo>
                      <a:lnTo>
                        <a:pt x="48" y="66"/>
                      </a:lnTo>
                      <a:lnTo>
                        <a:pt x="48" y="66"/>
                      </a:lnTo>
                      <a:lnTo>
                        <a:pt x="48" y="66"/>
                      </a:lnTo>
                      <a:lnTo>
                        <a:pt x="52" y="66"/>
                      </a:lnTo>
                      <a:lnTo>
                        <a:pt x="48" y="62"/>
                      </a:lnTo>
                      <a:lnTo>
                        <a:pt x="48" y="62"/>
                      </a:lnTo>
                      <a:lnTo>
                        <a:pt x="48" y="62"/>
                      </a:lnTo>
                      <a:lnTo>
                        <a:pt x="48" y="62"/>
                      </a:lnTo>
                      <a:lnTo>
                        <a:pt x="48" y="62"/>
                      </a:lnTo>
                      <a:lnTo>
                        <a:pt x="48" y="62"/>
                      </a:lnTo>
                      <a:lnTo>
                        <a:pt x="44" y="60"/>
                      </a:lnTo>
                      <a:lnTo>
                        <a:pt x="44" y="60"/>
                      </a:lnTo>
                      <a:lnTo>
                        <a:pt x="44" y="60"/>
                      </a:lnTo>
                      <a:lnTo>
                        <a:pt x="44" y="60"/>
                      </a:lnTo>
                      <a:lnTo>
                        <a:pt x="44" y="60"/>
                      </a:lnTo>
                      <a:lnTo>
                        <a:pt x="40" y="60"/>
                      </a:lnTo>
                      <a:lnTo>
                        <a:pt x="40" y="60"/>
                      </a:lnTo>
                      <a:lnTo>
                        <a:pt x="40" y="60"/>
                      </a:lnTo>
                      <a:lnTo>
                        <a:pt x="36" y="62"/>
                      </a:lnTo>
                      <a:lnTo>
                        <a:pt x="36" y="62"/>
                      </a:lnTo>
                      <a:lnTo>
                        <a:pt x="36" y="62"/>
                      </a:lnTo>
                      <a:lnTo>
                        <a:pt x="36" y="62"/>
                      </a:lnTo>
                      <a:lnTo>
                        <a:pt x="36" y="66"/>
                      </a:lnTo>
                      <a:lnTo>
                        <a:pt x="32" y="66"/>
                      </a:lnTo>
                      <a:lnTo>
                        <a:pt x="32" y="66"/>
                      </a:lnTo>
                      <a:lnTo>
                        <a:pt x="32" y="66"/>
                      </a:lnTo>
                      <a:lnTo>
                        <a:pt x="32" y="66"/>
                      </a:lnTo>
                      <a:lnTo>
                        <a:pt x="32" y="66"/>
                      </a:lnTo>
                      <a:lnTo>
                        <a:pt x="30" y="70"/>
                      </a:lnTo>
                      <a:lnTo>
                        <a:pt x="30" y="70"/>
                      </a:lnTo>
                      <a:lnTo>
                        <a:pt x="30" y="70"/>
                      </a:lnTo>
                      <a:lnTo>
                        <a:pt x="30" y="70"/>
                      </a:lnTo>
                      <a:lnTo>
                        <a:pt x="30" y="70"/>
                      </a:lnTo>
                      <a:lnTo>
                        <a:pt x="26" y="70"/>
                      </a:lnTo>
                      <a:lnTo>
                        <a:pt x="26" y="70"/>
                      </a:lnTo>
                      <a:lnTo>
                        <a:pt x="26" y="74"/>
                      </a:lnTo>
                      <a:lnTo>
                        <a:pt x="26" y="74"/>
                      </a:lnTo>
                      <a:lnTo>
                        <a:pt x="26" y="74"/>
                      </a:lnTo>
                      <a:lnTo>
                        <a:pt x="22" y="74"/>
                      </a:lnTo>
                      <a:lnTo>
                        <a:pt x="22" y="74"/>
                      </a:lnTo>
                      <a:lnTo>
                        <a:pt x="26" y="70"/>
                      </a:lnTo>
                      <a:lnTo>
                        <a:pt x="26" y="70"/>
                      </a:lnTo>
                      <a:lnTo>
                        <a:pt x="26" y="70"/>
                      </a:lnTo>
                      <a:lnTo>
                        <a:pt x="22" y="70"/>
                      </a:lnTo>
                      <a:lnTo>
                        <a:pt x="22" y="70"/>
                      </a:lnTo>
                      <a:lnTo>
                        <a:pt x="22" y="70"/>
                      </a:lnTo>
                      <a:lnTo>
                        <a:pt x="22" y="70"/>
                      </a:lnTo>
                      <a:lnTo>
                        <a:pt x="22" y="70"/>
                      </a:lnTo>
                      <a:lnTo>
                        <a:pt x="22" y="66"/>
                      </a:lnTo>
                      <a:lnTo>
                        <a:pt x="22" y="70"/>
                      </a:lnTo>
                      <a:lnTo>
                        <a:pt x="26" y="70"/>
                      </a:lnTo>
                      <a:lnTo>
                        <a:pt x="26" y="66"/>
                      </a:lnTo>
                      <a:lnTo>
                        <a:pt x="26" y="66"/>
                      </a:lnTo>
                      <a:lnTo>
                        <a:pt x="26" y="66"/>
                      </a:lnTo>
                      <a:lnTo>
                        <a:pt x="26" y="66"/>
                      </a:lnTo>
                      <a:lnTo>
                        <a:pt x="22" y="66"/>
                      </a:lnTo>
                      <a:lnTo>
                        <a:pt x="22" y="66"/>
                      </a:lnTo>
                      <a:lnTo>
                        <a:pt x="22" y="62"/>
                      </a:lnTo>
                      <a:lnTo>
                        <a:pt x="22" y="62"/>
                      </a:lnTo>
                      <a:lnTo>
                        <a:pt x="22" y="62"/>
                      </a:lnTo>
                      <a:lnTo>
                        <a:pt x="26" y="62"/>
                      </a:lnTo>
                      <a:lnTo>
                        <a:pt x="26" y="62"/>
                      </a:lnTo>
                      <a:lnTo>
                        <a:pt x="26" y="62"/>
                      </a:lnTo>
                      <a:lnTo>
                        <a:pt x="22" y="60"/>
                      </a:lnTo>
                      <a:lnTo>
                        <a:pt x="22" y="60"/>
                      </a:lnTo>
                      <a:lnTo>
                        <a:pt x="22" y="60"/>
                      </a:lnTo>
                      <a:lnTo>
                        <a:pt x="18" y="62"/>
                      </a:lnTo>
                      <a:lnTo>
                        <a:pt x="18" y="62"/>
                      </a:lnTo>
                      <a:lnTo>
                        <a:pt x="18" y="60"/>
                      </a:lnTo>
                      <a:lnTo>
                        <a:pt x="18" y="60"/>
                      </a:lnTo>
                      <a:lnTo>
                        <a:pt x="18" y="60"/>
                      </a:lnTo>
                      <a:lnTo>
                        <a:pt x="18" y="60"/>
                      </a:lnTo>
                      <a:lnTo>
                        <a:pt x="18" y="60"/>
                      </a:lnTo>
                      <a:lnTo>
                        <a:pt x="18" y="60"/>
                      </a:lnTo>
                      <a:lnTo>
                        <a:pt x="14" y="60"/>
                      </a:lnTo>
                      <a:lnTo>
                        <a:pt x="14" y="60"/>
                      </a:lnTo>
                      <a:lnTo>
                        <a:pt x="14" y="56"/>
                      </a:lnTo>
                      <a:lnTo>
                        <a:pt x="14" y="56"/>
                      </a:lnTo>
                      <a:lnTo>
                        <a:pt x="14" y="56"/>
                      </a:lnTo>
                      <a:lnTo>
                        <a:pt x="14" y="56"/>
                      </a:lnTo>
                      <a:lnTo>
                        <a:pt x="14" y="56"/>
                      </a:lnTo>
                      <a:lnTo>
                        <a:pt x="14" y="56"/>
                      </a:lnTo>
                      <a:lnTo>
                        <a:pt x="14" y="56"/>
                      </a:lnTo>
                      <a:lnTo>
                        <a:pt x="14" y="56"/>
                      </a:lnTo>
                      <a:lnTo>
                        <a:pt x="10" y="56"/>
                      </a:lnTo>
                      <a:lnTo>
                        <a:pt x="10" y="56"/>
                      </a:lnTo>
                      <a:lnTo>
                        <a:pt x="10" y="52"/>
                      </a:lnTo>
                      <a:lnTo>
                        <a:pt x="10" y="52"/>
                      </a:lnTo>
                      <a:lnTo>
                        <a:pt x="10" y="52"/>
                      </a:lnTo>
                      <a:lnTo>
                        <a:pt x="10" y="52"/>
                      </a:lnTo>
                      <a:lnTo>
                        <a:pt x="10" y="52"/>
                      </a:lnTo>
                      <a:lnTo>
                        <a:pt x="14" y="52"/>
                      </a:lnTo>
                      <a:lnTo>
                        <a:pt x="14" y="52"/>
                      </a:lnTo>
                      <a:lnTo>
                        <a:pt x="14" y="52"/>
                      </a:lnTo>
                      <a:lnTo>
                        <a:pt x="14" y="52"/>
                      </a:lnTo>
                      <a:lnTo>
                        <a:pt x="14" y="52"/>
                      </a:lnTo>
                      <a:lnTo>
                        <a:pt x="14" y="52"/>
                      </a:lnTo>
                      <a:lnTo>
                        <a:pt x="18" y="48"/>
                      </a:lnTo>
                      <a:lnTo>
                        <a:pt x="14" y="48"/>
                      </a:lnTo>
                      <a:lnTo>
                        <a:pt x="14" y="48"/>
                      </a:lnTo>
                      <a:lnTo>
                        <a:pt x="14" y="48"/>
                      </a:lnTo>
                      <a:lnTo>
                        <a:pt x="10" y="44"/>
                      </a:lnTo>
                      <a:lnTo>
                        <a:pt x="10" y="44"/>
                      </a:lnTo>
                      <a:lnTo>
                        <a:pt x="10" y="44"/>
                      </a:lnTo>
                      <a:lnTo>
                        <a:pt x="6" y="40"/>
                      </a:lnTo>
                      <a:lnTo>
                        <a:pt x="6" y="40"/>
                      </a:lnTo>
                      <a:lnTo>
                        <a:pt x="6" y="40"/>
                      </a:lnTo>
                      <a:lnTo>
                        <a:pt x="6" y="40"/>
                      </a:lnTo>
                      <a:lnTo>
                        <a:pt x="10" y="40"/>
                      </a:lnTo>
                      <a:lnTo>
                        <a:pt x="10" y="36"/>
                      </a:lnTo>
                      <a:lnTo>
                        <a:pt x="10" y="36"/>
                      </a:lnTo>
                      <a:lnTo>
                        <a:pt x="10" y="36"/>
                      </a:lnTo>
                      <a:lnTo>
                        <a:pt x="10" y="36"/>
                      </a:lnTo>
                      <a:lnTo>
                        <a:pt x="10" y="36"/>
                      </a:lnTo>
                      <a:lnTo>
                        <a:pt x="6" y="32"/>
                      </a:lnTo>
                      <a:lnTo>
                        <a:pt x="4" y="32"/>
                      </a:lnTo>
                      <a:lnTo>
                        <a:pt x="4" y="32"/>
                      </a:lnTo>
                      <a:lnTo>
                        <a:pt x="4" y="32"/>
                      </a:lnTo>
                      <a:lnTo>
                        <a:pt x="4" y="32"/>
                      </a:lnTo>
                      <a:lnTo>
                        <a:pt x="4" y="32"/>
                      </a:lnTo>
                      <a:lnTo>
                        <a:pt x="6" y="32"/>
                      </a:lnTo>
                      <a:lnTo>
                        <a:pt x="6" y="32"/>
                      </a:lnTo>
                      <a:lnTo>
                        <a:pt x="6" y="30"/>
                      </a:lnTo>
                      <a:lnTo>
                        <a:pt x="6" y="30"/>
                      </a:lnTo>
                      <a:lnTo>
                        <a:pt x="4" y="30"/>
                      </a:lnTo>
                      <a:lnTo>
                        <a:pt x="4" y="30"/>
                      </a:lnTo>
                      <a:lnTo>
                        <a:pt x="4" y="30"/>
                      </a:lnTo>
                      <a:lnTo>
                        <a:pt x="4" y="30"/>
                      </a:lnTo>
                      <a:lnTo>
                        <a:pt x="4" y="26"/>
                      </a:lnTo>
                      <a:lnTo>
                        <a:pt x="4" y="26"/>
                      </a:lnTo>
                      <a:lnTo>
                        <a:pt x="6" y="26"/>
                      </a:lnTo>
                      <a:lnTo>
                        <a:pt x="6" y="26"/>
                      </a:lnTo>
                      <a:lnTo>
                        <a:pt x="6" y="26"/>
                      </a:lnTo>
                      <a:lnTo>
                        <a:pt x="6" y="26"/>
                      </a:lnTo>
                      <a:lnTo>
                        <a:pt x="10" y="26"/>
                      </a:lnTo>
                      <a:lnTo>
                        <a:pt x="10" y="26"/>
                      </a:lnTo>
                      <a:lnTo>
                        <a:pt x="10" y="30"/>
                      </a:lnTo>
                      <a:lnTo>
                        <a:pt x="10" y="30"/>
                      </a:lnTo>
                      <a:lnTo>
                        <a:pt x="14" y="30"/>
                      </a:lnTo>
                      <a:lnTo>
                        <a:pt x="14" y="30"/>
                      </a:lnTo>
                      <a:lnTo>
                        <a:pt x="14" y="30"/>
                      </a:lnTo>
                      <a:lnTo>
                        <a:pt x="14" y="30"/>
                      </a:lnTo>
                      <a:lnTo>
                        <a:pt x="14" y="30"/>
                      </a:lnTo>
                      <a:lnTo>
                        <a:pt x="14" y="30"/>
                      </a:lnTo>
                      <a:lnTo>
                        <a:pt x="14" y="30"/>
                      </a:lnTo>
                      <a:lnTo>
                        <a:pt x="18" y="30"/>
                      </a:lnTo>
                      <a:lnTo>
                        <a:pt x="18" y="30"/>
                      </a:lnTo>
                      <a:lnTo>
                        <a:pt x="18" y="30"/>
                      </a:lnTo>
                      <a:lnTo>
                        <a:pt x="18" y="30"/>
                      </a:lnTo>
                      <a:lnTo>
                        <a:pt x="18" y="30"/>
                      </a:lnTo>
                      <a:lnTo>
                        <a:pt x="18" y="30"/>
                      </a:lnTo>
                      <a:lnTo>
                        <a:pt x="22" y="30"/>
                      </a:lnTo>
                      <a:lnTo>
                        <a:pt x="22" y="30"/>
                      </a:lnTo>
                      <a:lnTo>
                        <a:pt x="22" y="32"/>
                      </a:lnTo>
                      <a:lnTo>
                        <a:pt x="22" y="32"/>
                      </a:lnTo>
                      <a:lnTo>
                        <a:pt x="22" y="32"/>
                      </a:lnTo>
                      <a:lnTo>
                        <a:pt x="22" y="32"/>
                      </a:lnTo>
                      <a:lnTo>
                        <a:pt x="26" y="32"/>
                      </a:lnTo>
                      <a:lnTo>
                        <a:pt x="26" y="32"/>
                      </a:lnTo>
                      <a:lnTo>
                        <a:pt x="26" y="30"/>
                      </a:lnTo>
                      <a:lnTo>
                        <a:pt x="26" y="30"/>
                      </a:lnTo>
                      <a:lnTo>
                        <a:pt x="26" y="30"/>
                      </a:lnTo>
                      <a:lnTo>
                        <a:pt x="26" y="30"/>
                      </a:lnTo>
                      <a:lnTo>
                        <a:pt x="26" y="26"/>
                      </a:lnTo>
                      <a:lnTo>
                        <a:pt x="26" y="26"/>
                      </a:lnTo>
                      <a:lnTo>
                        <a:pt x="26" y="26"/>
                      </a:lnTo>
                      <a:lnTo>
                        <a:pt x="22" y="26"/>
                      </a:lnTo>
                      <a:lnTo>
                        <a:pt x="22" y="26"/>
                      </a:lnTo>
                      <a:lnTo>
                        <a:pt x="18" y="22"/>
                      </a:lnTo>
                      <a:lnTo>
                        <a:pt x="18" y="22"/>
                      </a:lnTo>
                      <a:lnTo>
                        <a:pt x="18" y="22"/>
                      </a:lnTo>
                      <a:lnTo>
                        <a:pt x="18" y="22"/>
                      </a:lnTo>
                      <a:lnTo>
                        <a:pt x="18" y="18"/>
                      </a:lnTo>
                      <a:lnTo>
                        <a:pt x="18" y="18"/>
                      </a:lnTo>
                      <a:lnTo>
                        <a:pt x="18" y="18"/>
                      </a:lnTo>
                      <a:lnTo>
                        <a:pt x="22" y="18"/>
                      </a:lnTo>
                      <a:lnTo>
                        <a:pt x="22" y="18"/>
                      </a:lnTo>
                      <a:lnTo>
                        <a:pt x="22" y="18"/>
                      </a:lnTo>
                      <a:lnTo>
                        <a:pt x="22" y="18"/>
                      </a:lnTo>
                      <a:lnTo>
                        <a:pt x="22" y="18"/>
                      </a:lnTo>
                      <a:lnTo>
                        <a:pt x="22" y="18"/>
                      </a:lnTo>
                      <a:lnTo>
                        <a:pt x="22" y="18"/>
                      </a:lnTo>
                      <a:lnTo>
                        <a:pt x="22" y="18"/>
                      </a:lnTo>
                      <a:lnTo>
                        <a:pt x="26" y="18"/>
                      </a:lnTo>
                      <a:lnTo>
                        <a:pt x="26" y="18"/>
                      </a:lnTo>
                      <a:lnTo>
                        <a:pt x="26" y="18"/>
                      </a:lnTo>
                      <a:lnTo>
                        <a:pt x="26" y="18"/>
                      </a:lnTo>
                      <a:lnTo>
                        <a:pt x="30" y="18"/>
                      </a:lnTo>
                      <a:lnTo>
                        <a:pt x="30" y="18"/>
                      </a:lnTo>
                      <a:lnTo>
                        <a:pt x="30" y="18"/>
                      </a:lnTo>
                      <a:lnTo>
                        <a:pt x="30" y="22"/>
                      </a:lnTo>
                      <a:lnTo>
                        <a:pt x="30" y="22"/>
                      </a:lnTo>
                      <a:lnTo>
                        <a:pt x="32" y="22"/>
                      </a:lnTo>
                      <a:lnTo>
                        <a:pt x="32" y="22"/>
                      </a:lnTo>
                      <a:lnTo>
                        <a:pt x="32" y="22"/>
                      </a:lnTo>
                      <a:lnTo>
                        <a:pt x="32" y="26"/>
                      </a:lnTo>
                      <a:lnTo>
                        <a:pt x="32" y="26"/>
                      </a:lnTo>
                      <a:lnTo>
                        <a:pt x="32" y="30"/>
                      </a:lnTo>
                      <a:lnTo>
                        <a:pt x="36" y="30"/>
                      </a:lnTo>
                      <a:lnTo>
                        <a:pt x="40" y="30"/>
                      </a:lnTo>
                      <a:lnTo>
                        <a:pt x="40" y="30"/>
                      </a:lnTo>
                      <a:lnTo>
                        <a:pt x="40" y="30"/>
                      </a:lnTo>
                      <a:lnTo>
                        <a:pt x="40" y="30"/>
                      </a:lnTo>
                      <a:lnTo>
                        <a:pt x="40" y="30"/>
                      </a:lnTo>
                      <a:lnTo>
                        <a:pt x="40" y="30"/>
                      </a:lnTo>
                      <a:lnTo>
                        <a:pt x="40" y="30"/>
                      </a:lnTo>
                      <a:lnTo>
                        <a:pt x="44" y="30"/>
                      </a:lnTo>
                      <a:lnTo>
                        <a:pt x="44" y="30"/>
                      </a:lnTo>
                      <a:lnTo>
                        <a:pt x="44" y="30"/>
                      </a:lnTo>
                      <a:lnTo>
                        <a:pt x="44" y="30"/>
                      </a:lnTo>
                      <a:lnTo>
                        <a:pt x="44" y="26"/>
                      </a:lnTo>
                      <a:lnTo>
                        <a:pt x="44" y="26"/>
                      </a:lnTo>
                      <a:lnTo>
                        <a:pt x="48" y="26"/>
                      </a:lnTo>
                      <a:lnTo>
                        <a:pt x="48" y="26"/>
                      </a:lnTo>
                      <a:lnTo>
                        <a:pt x="48" y="26"/>
                      </a:lnTo>
                      <a:lnTo>
                        <a:pt x="48" y="26"/>
                      </a:lnTo>
                      <a:lnTo>
                        <a:pt x="48" y="26"/>
                      </a:lnTo>
                      <a:lnTo>
                        <a:pt x="52" y="22"/>
                      </a:lnTo>
                      <a:lnTo>
                        <a:pt x="52" y="22"/>
                      </a:lnTo>
                      <a:lnTo>
                        <a:pt x="52" y="22"/>
                      </a:lnTo>
                      <a:lnTo>
                        <a:pt x="52" y="22"/>
                      </a:lnTo>
                      <a:lnTo>
                        <a:pt x="52" y="18"/>
                      </a:lnTo>
                      <a:lnTo>
                        <a:pt x="52" y="18"/>
                      </a:lnTo>
                      <a:lnTo>
                        <a:pt x="56" y="14"/>
                      </a:lnTo>
                      <a:lnTo>
                        <a:pt x="58" y="10"/>
                      </a:lnTo>
                      <a:lnTo>
                        <a:pt x="62" y="6"/>
                      </a:lnTo>
                      <a:lnTo>
                        <a:pt x="70" y="0"/>
                      </a:lnTo>
                      <a:lnTo>
                        <a:pt x="74" y="6"/>
                      </a:lnTo>
                      <a:lnTo>
                        <a:pt x="78" y="10"/>
                      </a:lnTo>
                      <a:lnTo>
                        <a:pt x="82" y="14"/>
                      </a:lnTo>
                      <a:lnTo>
                        <a:pt x="82" y="18"/>
                      </a:lnTo>
                      <a:lnTo>
                        <a:pt x="86" y="22"/>
                      </a:lnTo>
                      <a:lnTo>
                        <a:pt x="88" y="26"/>
                      </a:lnTo>
                      <a:lnTo>
                        <a:pt x="88" y="30"/>
                      </a:lnTo>
                      <a:lnTo>
                        <a:pt x="92" y="32"/>
                      </a:lnTo>
                      <a:lnTo>
                        <a:pt x="96" y="36"/>
                      </a:lnTo>
                      <a:lnTo>
                        <a:pt x="96" y="36"/>
                      </a:lnTo>
                      <a:lnTo>
                        <a:pt x="96" y="40"/>
                      </a:lnTo>
                      <a:lnTo>
                        <a:pt x="96" y="44"/>
                      </a:lnTo>
                      <a:lnTo>
                        <a:pt x="96" y="48"/>
                      </a:lnTo>
                      <a:lnTo>
                        <a:pt x="96" y="56"/>
                      </a:lnTo>
                      <a:lnTo>
                        <a:pt x="96" y="60"/>
                      </a:lnTo>
                      <a:lnTo>
                        <a:pt x="96" y="62"/>
                      </a:lnTo>
                      <a:lnTo>
                        <a:pt x="96" y="62"/>
                      </a:lnTo>
                      <a:lnTo>
                        <a:pt x="96" y="62"/>
                      </a:lnTo>
                      <a:lnTo>
                        <a:pt x="96" y="66"/>
                      </a:lnTo>
                      <a:lnTo>
                        <a:pt x="92" y="70"/>
                      </a:lnTo>
                      <a:lnTo>
                        <a:pt x="92" y="74"/>
                      </a:lnTo>
                      <a:lnTo>
                        <a:pt x="92" y="78"/>
                      </a:lnTo>
                      <a:lnTo>
                        <a:pt x="92" y="78"/>
                      </a:lnTo>
                      <a:lnTo>
                        <a:pt x="92" y="78"/>
                      </a:lnTo>
                      <a:close/>
                      <a:moveTo>
                        <a:pt x="10" y="40"/>
                      </a:moveTo>
                      <a:lnTo>
                        <a:pt x="10" y="40"/>
                      </a:lnTo>
                      <a:lnTo>
                        <a:pt x="10" y="40"/>
                      </a:lnTo>
                      <a:lnTo>
                        <a:pt x="10" y="40"/>
                      </a:lnTo>
                      <a:lnTo>
                        <a:pt x="10" y="40"/>
                      </a:lnTo>
                      <a:lnTo>
                        <a:pt x="10" y="40"/>
                      </a:lnTo>
                      <a:lnTo>
                        <a:pt x="10" y="40"/>
                      </a:lnTo>
                      <a:lnTo>
                        <a:pt x="10" y="40"/>
                      </a:lnTo>
                      <a:lnTo>
                        <a:pt x="10" y="40"/>
                      </a:lnTo>
                      <a:lnTo>
                        <a:pt x="10" y="40"/>
                      </a:lnTo>
                      <a:close/>
                      <a:moveTo>
                        <a:pt x="4" y="32"/>
                      </a:moveTo>
                      <a:lnTo>
                        <a:pt x="4" y="32"/>
                      </a:lnTo>
                      <a:lnTo>
                        <a:pt x="4" y="32"/>
                      </a:lnTo>
                      <a:lnTo>
                        <a:pt x="4" y="32"/>
                      </a:lnTo>
                      <a:lnTo>
                        <a:pt x="4" y="32"/>
                      </a:lnTo>
                      <a:lnTo>
                        <a:pt x="4" y="32"/>
                      </a:lnTo>
                      <a:lnTo>
                        <a:pt x="4" y="32"/>
                      </a:lnTo>
                      <a:lnTo>
                        <a:pt x="4" y="32"/>
                      </a:lnTo>
                      <a:lnTo>
                        <a:pt x="4" y="32"/>
                      </a:lnTo>
                      <a:lnTo>
                        <a:pt x="4" y="32"/>
                      </a:lnTo>
                      <a:close/>
                      <a:moveTo>
                        <a:pt x="6" y="32"/>
                      </a:moveTo>
                      <a:lnTo>
                        <a:pt x="6" y="32"/>
                      </a:lnTo>
                      <a:lnTo>
                        <a:pt x="6" y="32"/>
                      </a:lnTo>
                      <a:lnTo>
                        <a:pt x="6" y="32"/>
                      </a:lnTo>
                      <a:lnTo>
                        <a:pt x="6" y="32"/>
                      </a:lnTo>
                      <a:lnTo>
                        <a:pt x="6" y="32"/>
                      </a:lnTo>
                      <a:lnTo>
                        <a:pt x="6" y="32"/>
                      </a:lnTo>
                      <a:close/>
                      <a:moveTo>
                        <a:pt x="0" y="60"/>
                      </a:moveTo>
                      <a:lnTo>
                        <a:pt x="0" y="60"/>
                      </a:lnTo>
                      <a:lnTo>
                        <a:pt x="0" y="60"/>
                      </a:lnTo>
                      <a:lnTo>
                        <a:pt x="0" y="60"/>
                      </a:lnTo>
                      <a:lnTo>
                        <a:pt x="0" y="60"/>
                      </a:lnTo>
                      <a:lnTo>
                        <a:pt x="0" y="60"/>
                      </a:lnTo>
                      <a:lnTo>
                        <a:pt x="0" y="60"/>
                      </a:lnTo>
                      <a:lnTo>
                        <a:pt x="0" y="60"/>
                      </a:lnTo>
                      <a:lnTo>
                        <a:pt x="4" y="60"/>
                      </a:lnTo>
                      <a:lnTo>
                        <a:pt x="4" y="60"/>
                      </a:lnTo>
                      <a:lnTo>
                        <a:pt x="4" y="60"/>
                      </a:lnTo>
                      <a:lnTo>
                        <a:pt x="4" y="60"/>
                      </a:lnTo>
                      <a:lnTo>
                        <a:pt x="4" y="60"/>
                      </a:lnTo>
                      <a:lnTo>
                        <a:pt x="6" y="60"/>
                      </a:lnTo>
                      <a:lnTo>
                        <a:pt x="6" y="62"/>
                      </a:lnTo>
                      <a:lnTo>
                        <a:pt x="10" y="62"/>
                      </a:lnTo>
                      <a:lnTo>
                        <a:pt x="10" y="62"/>
                      </a:lnTo>
                      <a:lnTo>
                        <a:pt x="10" y="62"/>
                      </a:lnTo>
                      <a:lnTo>
                        <a:pt x="10" y="62"/>
                      </a:lnTo>
                      <a:lnTo>
                        <a:pt x="10" y="62"/>
                      </a:lnTo>
                      <a:lnTo>
                        <a:pt x="10" y="62"/>
                      </a:lnTo>
                      <a:lnTo>
                        <a:pt x="14" y="62"/>
                      </a:lnTo>
                      <a:lnTo>
                        <a:pt x="14" y="62"/>
                      </a:lnTo>
                      <a:lnTo>
                        <a:pt x="14" y="62"/>
                      </a:lnTo>
                      <a:lnTo>
                        <a:pt x="14" y="62"/>
                      </a:lnTo>
                      <a:lnTo>
                        <a:pt x="14" y="66"/>
                      </a:lnTo>
                      <a:lnTo>
                        <a:pt x="18" y="66"/>
                      </a:lnTo>
                      <a:lnTo>
                        <a:pt x="18" y="66"/>
                      </a:lnTo>
                      <a:lnTo>
                        <a:pt x="18" y="66"/>
                      </a:lnTo>
                      <a:lnTo>
                        <a:pt x="14" y="70"/>
                      </a:lnTo>
                      <a:lnTo>
                        <a:pt x="14" y="70"/>
                      </a:lnTo>
                      <a:lnTo>
                        <a:pt x="18" y="74"/>
                      </a:lnTo>
                      <a:lnTo>
                        <a:pt x="18" y="74"/>
                      </a:lnTo>
                      <a:lnTo>
                        <a:pt x="18" y="74"/>
                      </a:lnTo>
                      <a:lnTo>
                        <a:pt x="18" y="74"/>
                      </a:lnTo>
                      <a:lnTo>
                        <a:pt x="14" y="74"/>
                      </a:lnTo>
                      <a:lnTo>
                        <a:pt x="14" y="74"/>
                      </a:lnTo>
                      <a:lnTo>
                        <a:pt x="10" y="74"/>
                      </a:lnTo>
                      <a:lnTo>
                        <a:pt x="10" y="74"/>
                      </a:lnTo>
                      <a:lnTo>
                        <a:pt x="10" y="74"/>
                      </a:lnTo>
                      <a:lnTo>
                        <a:pt x="10" y="74"/>
                      </a:lnTo>
                      <a:lnTo>
                        <a:pt x="6" y="74"/>
                      </a:lnTo>
                      <a:lnTo>
                        <a:pt x="6" y="70"/>
                      </a:lnTo>
                      <a:lnTo>
                        <a:pt x="6" y="70"/>
                      </a:lnTo>
                      <a:lnTo>
                        <a:pt x="6" y="70"/>
                      </a:lnTo>
                      <a:lnTo>
                        <a:pt x="6" y="70"/>
                      </a:lnTo>
                      <a:lnTo>
                        <a:pt x="6" y="70"/>
                      </a:lnTo>
                      <a:lnTo>
                        <a:pt x="6" y="70"/>
                      </a:lnTo>
                      <a:lnTo>
                        <a:pt x="4" y="66"/>
                      </a:lnTo>
                      <a:lnTo>
                        <a:pt x="4" y="66"/>
                      </a:lnTo>
                      <a:lnTo>
                        <a:pt x="4" y="66"/>
                      </a:lnTo>
                      <a:lnTo>
                        <a:pt x="4" y="66"/>
                      </a:lnTo>
                      <a:lnTo>
                        <a:pt x="4" y="66"/>
                      </a:lnTo>
                      <a:lnTo>
                        <a:pt x="4" y="62"/>
                      </a:lnTo>
                      <a:lnTo>
                        <a:pt x="4" y="62"/>
                      </a:lnTo>
                      <a:lnTo>
                        <a:pt x="4" y="62"/>
                      </a:lnTo>
                      <a:lnTo>
                        <a:pt x="0" y="62"/>
                      </a:lnTo>
                      <a:lnTo>
                        <a:pt x="0" y="62"/>
                      </a:lnTo>
                      <a:lnTo>
                        <a:pt x="0" y="62"/>
                      </a:lnTo>
                      <a:lnTo>
                        <a:pt x="0" y="60"/>
                      </a:lnTo>
                      <a:lnTo>
                        <a:pt x="0" y="60"/>
                      </a:lnTo>
                      <a:lnTo>
                        <a:pt x="0" y="60"/>
                      </a:lnTo>
                      <a:lnTo>
                        <a:pt x="0" y="60"/>
                      </a:lnTo>
                      <a:lnTo>
                        <a:pt x="0" y="60"/>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53" name="Freeform 19">
                  <a:extLst>
                    <a:ext uri="{FF2B5EF4-FFF2-40B4-BE49-F238E27FC236}">
                      <a16:creationId xmlns:a16="http://schemas.microsoft.com/office/drawing/2014/main" id="{8718920D-5E66-0CBF-7798-8EDDD81A5F2D}"/>
                    </a:ext>
                  </a:extLst>
                </p:cNvPr>
                <p:cNvSpPr>
                  <a:spLocks noEditPoints="1"/>
                </p:cNvSpPr>
                <p:nvPr/>
              </p:nvSpPr>
              <p:spPr bwMode="gray">
                <a:xfrm>
                  <a:off x="6038311" y="3726591"/>
                  <a:ext cx="13914" cy="17393"/>
                </a:xfrm>
                <a:custGeom>
                  <a:avLst/>
                  <a:gdLst>
                    <a:gd name="T0" fmla="*/ 4 w 8"/>
                    <a:gd name="T1" fmla="*/ 0 h 10"/>
                    <a:gd name="T2" fmla="*/ 4 w 8"/>
                    <a:gd name="T3" fmla="*/ 0 h 10"/>
                    <a:gd name="T4" fmla="*/ 4 w 8"/>
                    <a:gd name="T5" fmla="*/ 0 h 10"/>
                    <a:gd name="T6" fmla="*/ 4 w 8"/>
                    <a:gd name="T7" fmla="*/ 0 h 10"/>
                    <a:gd name="T8" fmla="*/ 4 w 8"/>
                    <a:gd name="T9" fmla="*/ 0 h 10"/>
                    <a:gd name="T10" fmla="*/ 4 w 8"/>
                    <a:gd name="T11" fmla="*/ 4 h 10"/>
                    <a:gd name="T12" fmla="*/ 4 w 8"/>
                    <a:gd name="T13" fmla="*/ 4 h 10"/>
                    <a:gd name="T14" fmla="*/ 4 w 8"/>
                    <a:gd name="T15" fmla="*/ 4 h 10"/>
                    <a:gd name="T16" fmla="*/ 4 w 8"/>
                    <a:gd name="T17" fmla="*/ 4 h 10"/>
                    <a:gd name="T18" fmla="*/ 4 w 8"/>
                    <a:gd name="T19" fmla="*/ 4 h 10"/>
                    <a:gd name="T20" fmla="*/ 4 w 8"/>
                    <a:gd name="T21" fmla="*/ 8 h 10"/>
                    <a:gd name="T22" fmla="*/ 4 w 8"/>
                    <a:gd name="T23" fmla="*/ 8 h 10"/>
                    <a:gd name="T24" fmla="*/ 4 w 8"/>
                    <a:gd name="T25" fmla="*/ 8 h 10"/>
                    <a:gd name="T26" fmla="*/ 4 w 8"/>
                    <a:gd name="T27" fmla="*/ 8 h 10"/>
                    <a:gd name="T28" fmla="*/ 4 w 8"/>
                    <a:gd name="T29" fmla="*/ 4 h 10"/>
                    <a:gd name="T30" fmla="*/ 4 w 8"/>
                    <a:gd name="T31" fmla="*/ 4 h 10"/>
                    <a:gd name="T32" fmla="*/ 4 w 8"/>
                    <a:gd name="T33" fmla="*/ 4 h 10"/>
                    <a:gd name="T34" fmla="*/ 4 w 8"/>
                    <a:gd name="T35" fmla="*/ 4 h 10"/>
                    <a:gd name="T36" fmla="*/ 4 w 8"/>
                    <a:gd name="T37" fmla="*/ 4 h 10"/>
                    <a:gd name="T38" fmla="*/ 0 w 8"/>
                    <a:gd name="T39" fmla="*/ 0 h 10"/>
                    <a:gd name="T40" fmla="*/ 4 w 8"/>
                    <a:gd name="T41" fmla="*/ 0 h 10"/>
                    <a:gd name="T42" fmla="*/ 4 w 8"/>
                    <a:gd name="T43" fmla="*/ 0 h 10"/>
                    <a:gd name="T44" fmla="*/ 4 w 8"/>
                    <a:gd name="T45" fmla="*/ 0 h 10"/>
                    <a:gd name="T46" fmla="*/ 4 w 8"/>
                    <a:gd name="T47" fmla="*/ 0 h 10"/>
                    <a:gd name="T48" fmla="*/ 4 w 8"/>
                    <a:gd name="T49" fmla="*/ 0 h 10"/>
                    <a:gd name="T50" fmla="*/ 4 w 8"/>
                    <a:gd name="T51" fmla="*/ 0 h 10"/>
                    <a:gd name="T52" fmla="*/ 4 w 8"/>
                    <a:gd name="T53" fmla="*/ 4 h 10"/>
                    <a:gd name="T54" fmla="*/ 4 w 8"/>
                    <a:gd name="T55" fmla="*/ 4 h 10"/>
                    <a:gd name="T56" fmla="*/ 8 w 8"/>
                    <a:gd name="T57" fmla="*/ 10 h 10"/>
                    <a:gd name="T58" fmla="*/ 8 w 8"/>
                    <a:gd name="T59" fmla="*/ 10 h 10"/>
                    <a:gd name="T60" fmla="*/ 8 w 8"/>
                    <a:gd name="T61" fmla="*/ 10 h 10"/>
                    <a:gd name="T62" fmla="*/ 8 w 8"/>
                    <a:gd name="T63" fmla="*/ 10 h 10"/>
                    <a:gd name="T64" fmla="*/ 8 w 8"/>
                    <a:gd name="T65" fmla="*/ 10 h 10"/>
                    <a:gd name="T66" fmla="*/ 8 w 8"/>
                    <a:gd name="T67" fmla="*/ 10 h 10"/>
                    <a:gd name="T68" fmla="*/ 8 w 8"/>
                    <a:gd name="T69" fmla="*/ 10 h 10"/>
                    <a:gd name="T70" fmla="*/ 8 w 8"/>
                    <a:gd name="T71" fmla="*/ 10 h 10"/>
                    <a:gd name="T72" fmla="*/ 8 w 8"/>
                    <a:gd name="T73" fmla="*/ 1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8" h="10">
                      <a:moveTo>
                        <a:pt x="4" y="0"/>
                      </a:moveTo>
                      <a:lnTo>
                        <a:pt x="4" y="0"/>
                      </a:lnTo>
                      <a:lnTo>
                        <a:pt x="4" y="0"/>
                      </a:lnTo>
                      <a:lnTo>
                        <a:pt x="4" y="0"/>
                      </a:lnTo>
                      <a:lnTo>
                        <a:pt x="4" y="0"/>
                      </a:lnTo>
                      <a:lnTo>
                        <a:pt x="4" y="0"/>
                      </a:lnTo>
                      <a:lnTo>
                        <a:pt x="4" y="0"/>
                      </a:lnTo>
                      <a:lnTo>
                        <a:pt x="4" y="0"/>
                      </a:lnTo>
                      <a:lnTo>
                        <a:pt x="4" y="0"/>
                      </a:lnTo>
                      <a:lnTo>
                        <a:pt x="4" y="0"/>
                      </a:lnTo>
                      <a:lnTo>
                        <a:pt x="4" y="0"/>
                      </a:lnTo>
                      <a:close/>
                      <a:moveTo>
                        <a:pt x="4" y="4"/>
                      </a:moveTo>
                      <a:lnTo>
                        <a:pt x="4" y="4"/>
                      </a:lnTo>
                      <a:lnTo>
                        <a:pt x="4" y="4"/>
                      </a:lnTo>
                      <a:lnTo>
                        <a:pt x="4" y="4"/>
                      </a:lnTo>
                      <a:lnTo>
                        <a:pt x="4" y="4"/>
                      </a:lnTo>
                      <a:lnTo>
                        <a:pt x="4" y="4"/>
                      </a:lnTo>
                      <a:lnTo>
                        <a:pt x="4" y="4"/>
                      </a:lnTo>
                      <a:lnTo>
                        <a:pt x="4" y="4"/>
                      </a:lnTo>
                      <a:lnTo>
                        <a:pt x="4" y="4"/>
                      </a:lnTo>
                      <a:lnTo>
                        <a:pt x="4" y="8"/>
                      </a:lnTo>
                      <a:lnTo>
                        <a:pt x="4" y="8"/>
                      </a:lnTo>
                      <a:lnTo>
                        <a:pt x="4" y="8"/>
                      </a:lnTo>
                      <a:lnTo>
                        <a:pt x="4" y="8"/>
                      </a:lnTo>
                      <a:lnTo>
                        <a:pt x="4" y="8"/>
                      </a:lnTo>
                      <a:lnTo>
                        <a:pt x="4" y="8"/>
                      </a:lnTo>
                      <a:lnTo>
                        <a:pt x="4" y="8"/>
                      </a:lnTo>
                      <a:lnTo>
                        <a:pt x="4" y="8"/>
                      </a:lnTo>
                      <a:lnTo>
                        <a:pt x="0" y="4"/>
                      </a:lnTo>
                      <a:lnTo>
                        <a:pt x="4" y="4"/>
                      </a:lnTo>
                      <a:lnTo>
                        <a:pt x="4" y="4"/>
                      </a:lnTo>
                      <a:lnTo>
                        <a:pt x="4" y="4"/>
                      </a:lnTo>
                      <a:lnTo>
                        <a:pt x="4" y="4"/>
                      </a:lnTo>
                      <a:lnTo>
                        <a:pt x="4" y="4"/>
                      </a:lnTo>
                      <a:lnTo>
                        <a:pt x="4" y="4"/>
                      </a:lnTo>
                      <a:lnTo>
                        <a:pt x="4" y="4"/>
                      </a:lnTo>
                      <a:lnTo>
                        <a:pt x="4" y="4"/>
                      </a:lnTo>
                      <a:lnTo>
                        <a:pt x="4" y="4"/>
                      </a:lnTo>
                      <a:lnTo>
                        <a:pt x="0" y="0"/>
                      </a:lnTo>
                      <a:lnTo>
                        <a:pt x="0" y="0"/>
                      </a:lnTo>
                      <a:lnTo>
                        <a:pt x="0" y="0"/>
                      </a:lnTo>
                      <a:lnTo>
                        <a:pt x="4" y="0"/>
                      </a:lnTo>
                      <a:lnTo>
                        <a:pt x="4" y="0"/>
                      </a:lnTo>
                      <a:lnTo>
                        <a:pt x="4" y="0"/>
                      </a:lnTo>
                      <a:lnTo>
                        <a:pt x="4" y="0"/>
                      </a:lnTo>
                      <a:lnTo>
                        <a:pt x="4" y="0"/>
                      </a:lnTo>
                      <a:lnTo>
                        <a:pt x="4" y="0"/>
                      </a:lnTo>
                      <a:lnTo>
                        <a:pt x="4" y="0"/>
                      </a:lnTo>
                      <a:lnTo>
                        <a:pt x="4" y="0"/>
                      </a:lnTo>
                      <a:lnTo>
                        <a:pt x="4" y="0"/>
                      </a:lnTo>
                      <a:lnTo>
                        <a:pt x="4" y="0"/>
                      </a:lnTo>
                      <a:lnTo>
                        <a:pt x="4" y="0"/>
                      </a:lnTo>
                      <a:lnTo>
                        <a:pt x="4" y="0"/>
                      </a:lnTo>
                      <a:lnTo>
                        <a:pt x="4" y="4"/>
                      </a:lnTo>
                      <a:lnTo>
                        <a:pt x="4" y="4"/>
                      </a:lnTo>
                      <a:lnTo>
                        <a:pt x="4" y="4"/>
                      </a:lnTo>
                      <a:close/>
                      <a:moveTo>
                        <a:pt x="8" y="10"/>
                      </a:moveTo>
                      <a:lnTo>
                        <a:pt x="8" y="10"/>
                      </a:lnTo>
                      <a:lnTo>
                        <a:pt x="8" y="10"/>
                      </a:lnTo>
                      <a:lnTo>
                        <a:pt x="8" y="10"/>
                      </a:lnTo>
                      <a:lnTo>
                        <a:pt x="8" y="10"/>
                      </a:lnTo>
                      <a:lnTo>
                        <a:pt x="8" y="10"/>
                      </a:lnTo>
                      <a:lnTo>
                        <a:pt x="8" y="10"/>
                      </a:lnTo>
                      <a:lnTo>
                        <a:pt x="8" y="10"/>
                      </a:lnTo>
                      <a:lnTo>
                        <a:pt x="8" y="10"/>
                      </a:lnTo>
                      <a:lnTo>
                        <a:pt x="8" y="10"/>
                      </a:lnTo>
                      <a:lnTo>
                        <a:pt x="8" y="10"/>
                      </a:lnTo>
                      <a:lnTo>
                        <a:pt x="8" y="10"/>
                      </a:lnTo>
                      <a:lnTo>
                        <a:pt x="8" y="10"/>
                      </a:lnTo>
                      <a:lnTo>
                        <a:pt x="8" y="10"/>
                      </a:lnTo>
                      <a:lnTo>
                        <a:pt x="8" y="10"/>
                      </a:lnTo>
                      <a:lnTo>
                        <a:pt x="8" y="10"/>
                      </a:lnTo>
                      <a:lnTo>
                        <a:pt x="8" y="10"/>
                      </a:lnTo>
                      <a:lnTo>
                        <a:pt x="8" y="10"/>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54" name="Freeform 20">
                  <a:extLst>
                    <a:ext uri="{FF2B5EF4-FFF2-40B4-BE49-F238E27FC236}">
                      <a16:creationId xmlns:a16="http://schemas.microsoft.com/office/drawing/2014/main" id="{6B8F4303-65B1-B66C-D25C-56E37394C593}"/>
                    </a:ext>
                  </a:extLst>
                </p:cNvPr>
                <p:cNvSpPr>
                  <a:spLocks noEditPoints="1"/>
                </p:cNvSpPr>
                <p:nvPr/>
              </p:nvSpPr>
              <p:spPr bwMode="gray">
                <a:xfrm>
                  <a:off x="6963601" y="3712678"/>
                  <a:ext cx="118270" cy="184362"/>
                </a:xfrm>
                <a:custGeom>
                  <a:avLst/>
                  <a:gdLst>
                    <a:gd name="T0" fmla="*/ 38 w 68"/>
                    <a:gd name="T1" fmla="*/ 76 h 106"/>
                    <a:gd name="T2" fmla="*/ 34 w 68"/>
                    <a:gd name="T3" fmla="*/ 78 h 106"/>
                    <a:gd name="T4" fmla="*/ 30 w 68"/>
                    <a:gd name="T5" fmla="*/ 82 h 106"/>
                    <a:gd name="T6" fmla="*/ 26 w 68"/>
                    <a:gd name="T7" fmla="*/ 86 h 106"/>
                    <a:gd name="T8" fmla="*/ 30 w 68"/>
                    <a:gd name="T9" fmla="*/ 76 h 106"/>
                    <a:gd name="T10" fmla="*/ 26 w 68"/>
                    <a:gd name="T11" fmla="*/ 86 h 106"/>
                    <a:gd name="T12" fmla="*/ 22 w 68"/>
                    <a:gd name="T13" fmla="*/ 82 h 106"/>
                    <a:gd name="T14" fmla="*/ 22 w 68"/>
                    <a:gd name="T15" fmla="*/ 82 h 106"/>
                    <a:gd name="T16" fmla="*/ 22 w 68"/>
                    <a:gd name="T17" fmla="*/ 86 h 106"/>
                    <a:gd name="T18" fmla="*/ 18 w 68"/>
                    <a:gd name="T19" fmla="*/ 90 h 106"/>
                    <a:gd name="T20" fmla="*/ 12 w 68"/>
                    <a:gd name="T21" fmla="*/ 68 h 106"/>
                    <a:gd name="T22" fmla="*/ 12 w 68"/>
                    <a:gd name="T23" fmla="*/ 60 h 106"/>
                    <a:gd name="T24" fmla="*/ 12 w 68"/>
                    <a:gd name="T25" fmla="*/ 50 h 106"/>
                    <a:gd name="T26" fmla="*/ 8 w 68"/>
                    <a:gd name="T27" fmla="*/ 46 h 106"/>
                    <a:gd name="T28" fmla="*/ 0 w 68"/>
                    <a:gd name="T29" fmla="*/ 34 h 106"/>
                    <a:gd name="T30" fmla="*/ 4 w 68"/>
                    <a:gd name="T31" fmla="*/ 34 h 106"/>
                    <a:gd name="T32" fmla="*/ 12 w 68"/>
                    <a:gd name="T33" fmla="*/ 26 h 106"/>
                    <a:gd name="T34" fmla="*/ 8 w 68"/>
                    <a:gd name="T35" fmla="*/ 22 h 106"/>
                    <a:gd name="T36" fmla="*/ 4 w 68"/>
                    <a:gd name="T37" fmla="*/ 12 h 106"/>
                    <a:gd name="T38" fmla="*/ 4 w 68"/>
                    <a:gd name="T39" fmla="*/ 4 h 106"/>
                    <a:gd name="T40" fmla="*/ 12 w 68"/>
                    <a:gd name="T41" fmla="*/ 8 h 106"/>
                    <a:gd name="T42" fmla="*/ 14 w 68"/>
                    <a:gd name="T43" fmla="*/ 4 h 106"/>
                    <a:gd name="T44" fmla="*/ 22 w 68"/>
                    <a:gd name="T45" fmla="*/ 12 h 106"/>
                    <a:gd name="T46" fmla="*/ 26 w 68"/>
                    <a:gd name="T47" fmla="*/ 16 h 106"/>
                    <a:gd name="T48" fmla="*/ 30 w 68"/>
                    <a:gd name="T49" fmla="*/ 26 h 106"/>
                    <a:gd name="T50" fmla="*/ 44 w 68"/>
                    <a:gd name="T51" fmla="*/ 26 h 106"/>
                    <a:gd name="T52" fmla="*/ 60 w 68"/>
                    <a:gd name="T53" fmla="*/ 26 h 106"/>
                    <a:gd name="T54" fmla="*/ 60 w 68"/>
                    <a:gd name="T55" fmla="*/ 34 h 106"/>
                    <a:gd name="T56" fmla="*/ 56 w 68"/>
                    <a:gd name="T57" fmla="*/ 46 h 106"/>
                    <a:gd name="T58" fmla="*/ 48 w 68"/>
                    <a:gd name="T59" fmla="*/ 46 h 106"/>
                    <a:gd name="T60" fmla="*/ 44 w 68"/>
                    <a:gd name="T61" fmla="*/ 60 h 106"/>
                    <a:gd name="T62" fmla="*/ 48 w 68"/>
                    <a:gd name="T63" fmla="*/ 68 h 106"/>
                    <a:gd name="T64" fmla="*/ 56 w 68"/>
                    <a:gd name="T65" fmla="*/ 60 h 106"/>
                    <a:gd name="T66" fmla="*/ 60 w 68"/>
                    <a:gd name="T67" fmla="*/ 52 h 106"/>
                    <a:gd name="T68" fmla="*/ 64 w 68"/>
                    <a:gd name="T69" fmla="*/ 64 h 106"/>
                    <a:gd name="T70" fmla="*/ 64 w 68"/>
                    <a:gd name="T71" fmla="*/ 76 h 106"/>
                    <a:gd name="T72" fmla="*/ 64 w 68"/>
                    <a:gd name="T73" fmla="*/ 90 h 106"/>
                    <a:gd name="T74" fmla="*/ 64 w 68"/>
                    <a:gd name="T75" fmla="*/ 98 h 106"/>
                    <a:gd name="T76" fmla="*/ 60 w 68"/>
                    <a:gd name="T77" fmla="*/ 102 h 106"/>
                    <a:gd name="T78" fmla="*/ 56 w 68"/>
                    <a:gd name="T79" fmla="*/ 98 h 106"/>
                    <a:gd name="T80" fmla="*/ 56 w 68"/>
                    <a:gd name="T81" fmla="*/ 90 h 106"/>
                    <a:gd name="T82" fmla="*/ 52 w 68"/>
                    <a:gd name="T83" fmla="*/ 78 h 106"/>
                    <a:gd name="T84" fmla="*/ 44 w 68"/>
                    <a:gd name="T85" fmla="*/ 76 h 106"/>
                    <a:gd name="T86" fmla="*/ 38 w 68"/>
                    <a:gd name="T87" fmla="*/ 68 h 106"/>
                    <a:gd name="T88" fmla="*/ 34 w 68"/>
                    <a:gd name="T89" fmla="*/ 56 h 106"/>
                    <a:gd name="T90" fmla="*/ 38 w 68"/>
                    <a:gd name="T91" fmla="*/ 60 h 106"/>
                    <a:gd name="T92" fmla="*/ 34 w 68"/>
                    <a:gd name="T93" fmla="*/ 64 h 106"/>
                    <a:gd name="T94" fmla="*/ 38 w 68"/>
                    <a:gd name="T95" fmla="*/ 68 h 106"/>
                    <a:gd name="T96" fmla="*/ 38 w 68"/>
                    <a:gd name="T97" fmla="*/ 86 h 106"/>
                    <a:gd name="T98" fmla="*/ 38 w 68"/>
                    <a:gd name="T99" fmla="*/ 86 h 106"/>
                    <a:gd name="T100" fmla="*/ 38 w 68"/>
                    <a:gd name="T101" fmla="*/ 82 h 106"/>
                    <a:gd name="T102" fmla="*/ 40 w 68"/>
                    <a:gd name="T103" fmla="*/ 76 h 106"/>
                    <a:gd name="T104" fmla="*/ 38 w 68"/>
                    <a:gd name="T105" fmla="*/ 86 h 106"/>
                    <a:gd name="T106" fmla="*/ 48 w 68"/>
                    <a:gd name="T107" fmla="*/ 76 h 106"/>
                    <a:gd name="T108" fmla="*/ 40 w 68"/>
                    <a:gd name="T109" fmla="*/ 82 h 106"/>
                    <a:gd name="T110" fmla="*/ 44 w 68"/>
                    <a:gd name="T111" fmla="*/ 78 h 106"/>
                    <a:gd name="T112" fmla="*/ 40 w 68"/>
                    <a:gd name="T113" fmla="*/ 82 h 106"/>
                    <a:gd name="T114" fmla="*/ 56 w 68"/>
                    <a:gd name="T115" fmla="*/ 94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68" h="106">
                      <a:moveTo>
                        <a:pt x="34" y="64"/>
                      </a:moveTo>
                      <a:lnTo>
                        <a:pt x="34" y="68"/>
                      </a:lnTo>
                      <a:lnTo>
                        <a:pt x="34" y="72"/>
                      </a:lnTo>
                      <a:lnTo>
                        <a:pt x="38" y="76"/>
                      </a:lnTo>
                      <a:lnTo>
                        <a:pt x="38" y="78"/>
                      </a:lnTo>
                      <a:lnTo>
                        <a:pt x="38" y="82"/>
                      </a:lnTo>
                      <a:lnTo>
                        <a:pt x="34" y="82"/>
                      </a:lnTo>
                      <a:lnTo>
                        <a:pt x="34" y="78"/>
                      </a:lnTo>
                      <a:lnTo>
                        <a:pt x="34" y="82"/>
                      </a:lnTo>
                      <a:lnTo>
                        <a:pt x="34" y="86"/>
                      </a:lnTo>
                      <a:lnTo>
                        <a:pt x="30" y="86"/>
                      </a:lnTo>
                      <a:lnTo>
                        <a:pt x="30" y="82"/>
                      </a:lnTo>
                      <a:lnTo>
                        <a:pt x="30" y="86"/>
                      </a:lnTo>
                      <a:lnTo>
                        <a:pt x="30" y="82"/>
                      </a:lnTo>
                      <a:lnTo>
                        <a:pt x="26" y="82"/>
                      </a:lnTo>
                      <a:lnTo>
                        <a:pt x="26" y="86"/>
                      </a:lnTo>
                      <a:lnTo>
                        <a:pt x="26" y="82"/>
                      </a:lnTo>
                      <a:lnTo>
                        <a:pt x="26" y="78"/>
                      </a:lnTo>
                      <a:lnTo>
                        <a:pt x="26" y="76"/>
                      </a:lnTo>
                      <a:lnTo>
                        <a:pt x="30" y="76"/>
                      </a:lnTo>
                      <a:lnTo>
                        <a:pt x="26" y="76"/>
                      </a:lnTo>
                      <a:lnTo>
                        <a:pt x="26" y="78"/>
                      </a:lnTo>
                      <a:lnTo>
                        <a:pt x="26" y="82"/>
                      </a:lnTo>
                      <a:lnTo>
                        <a:pt x="26" y="86"/>
                      </a:lnTo>
                      <a:lnTo>
                        <a:pt x="22" y="86"/>
                      </a:lnTo>
                      <a:lnTo>
                        <a:pt x="22" y="90"/>
                      </a:lnTo>
                      <a:lnTo>
                        <a:pt x="22" y="86"/>
                      </a:lnTo>
                      <a:lnTo>
                        <a:pt x="22" y="82"/>
                      </a:lnTo>
                      <a:lnTo>
                        <a:pt x="22" y="78"/>
                      </a:lnTo>
                      <a:lnTo>
                        <a:pt x="22" y="82"/>
                      </a:lnTo>
                      <a:lnTo>
                        <a:pt x="22" y="86"/>
                      </a:lnTo>
                      <a:lnTo>
                        <a:pt x="22" y="82"/>
                      </a:lnTo>
                      <a:lnTo>
                        <a:pt x="22" y="78"/>
                      </a:lnTo>
                      <a:lnTo>
                        <a:pt x="18" y="78"/>
                      </a:lnTo>
                      <a:lnTo>
                        <a:pt x="22" y="82"/>
                      </a:lnTo>
                      <a:lnTo>
                        <a:pt x="22" y="86"/>
                      </a:lnTo>
                      <a:lnTo>
                        <a:pt x="22" y="90"/>
                      </a:lnTo>
                      <a:lnTo>
                        <a:pt x="18" y="90"/>
                      </a:lnTo>
                      <a:lnTo>
                        <a:pt x="18" y="86"/>
                      </a:lnTo>
                      <a:lnTo>
                        <a:pt x="18" y="90"/>
                      </a:lnTo>
                      <a:lnTo>
                        <a:pt x="14" y="86"/>
                      </a:lnTo>
                      <a:lnTo>
                        <a:pt x="14" y="82"/>
                      </a:lnTo>
                      <a:lnTo>
                        <a:pt x="14" y="78"/>
                      </a:lnTo>
                      <a:lnTo>
                        <a:pt x="12" y="68"/>
                      </a:lnTo>
                      <a:lnTo>
                        <a:pt x="12" y="64"/>
                      </a:lnTo>
                      <a:lnTo>
                        <a:pt x="14" y="64"/>
                      </a:lnTo>
                      <a:lnTo>
                        <a:pt x="12" y="64"/>
                      </a:lnTo>
                      <a:lnTo>
                        <a:pt x="12" y="60"/>
                      </a:lnTo>
                      <a:lnTo>
                        <a:pt x="12" y="56"/>
                      </a:lnTo>
                      <a:lnTo>
                        <a:pt x="8" y="56"/>
                      </a:lnTo>
                      <a:lnTo>
                        <a:pt x="8" y="52"/>
                      </a:lnTo>
                      <a:lnTo>
                        <a:pt x="12" y="50"/>
                      </a:lnTo>
                      <a:lnTo>
                        <a:pt x="12" y="46"/>
                      </a:lnTo>
                      <a:lnTo>
                        <a:pt x="12" y="42"/>
                      </a:lnTo>
                      <a:lnTo>
                        <a:pt x="8" y="42"/>
                      </a:lnTo>
                      <a:lnTo>
                        <a:pt x="8" y="46"/>
                      </a:lnTo>
                      <a:lnTo>
                        <a:pt x="8" y="42"/>
                      </a:lnTo>
                      <a:lnTo>
                        <a:pt x="4" y="42"/>
                      </a:lnTo>
                      <a:lnTo>
                        <a:pt x="0" y="38"/>
                      </a:lnTo>
                      <a:lnTo>
                        <a:pt x="0" y="34"/>
                      </a:lnTo>
                      <a:lnTo>
                        <a:pt x="4" y="34"/>
                      </a:lnTo>
                      <a:lnTo>
                        <a:pt x="0" y="34"/>
                      </a:lnTo>
                      <a:lnTo>
                        <a:pt x="4" y="30"/>
                      </a:lnTo>
                      <a:lnTo>
                        <a:pt x="4" y="34"/>
                      </a:lnTo>
                      <a:lnTo>
                        <a:pt x="4" y="30"/>
                      </a:lnTo>
                      <a:lnTo>
                        <a:pt x="8" y="30"/>
                      </a:lnTo>
                      <a:lnTo>
                        <a:pt x="8" y="26"/>
                      </a:lnTo>
                      <a:lnTo>
                        <a:pt x="12" y="26"/>
                      </a:lnTo>
                      <a:lnTo>
                        <a:pt x="14" y="26"/>
                      </a:lnTo>
                      <a:lnTo>
                        <a:pt x="12" y="26"/>
                      </a:lnTo>
                      <a:lnTo>
                        <a:pt x="12" y="22"/>
                      </a:lnTo>
                      <a:lnTo>
                        <a:pt x="8" y="22"/>
                      </a:lnTo>
                      <a:lnTo>
                        <a:pt x="8" y="20"/>
                      </a:lnTo>
                      <a:lnTo>
                        <a:pt x="4" y="16"/>
                      </a:lnTo>
                      <a:lnTo>
                        <a:pt x="0" y="16"/>
                      </a:lnTo>
                      <a:lnTo>
                        <a:pt x="4" y="12"/>
                      </a:lnTo>
                      <a:lnTo>
                        <a:pt x="4" y="8"/>
                      </a:lnTo>
                      <a:lnTo>
                        <a:pt x="8" y="8"/>
                      </a:lnTo>
                      <a:lnTo>
                        <a:pt x="8" y="4"/>
                      </a:lnTo>
                      <a:lnTo>
                        <a:pt x="4" y="4"/>
                      </a:lnTo>
                      <a:lnTo>
                        <a:pt x="8" y="0"/>
                      </a:lnTo>
                      <a:lnTo>
                        <a:pt x="8" y="4"/>
                      </a:lnTo>
                      <a:lnTo>
                        <a:pt x="12" y="4"/>
                      </a:lnTo>
                      <a:lnTo>
                        <a:pt x="12" y="8"/>
                      </a:lnTo>
                      <a:lnTo>
                        <a:pt x="14" y="8"/>
                      </a:lnTo>
                      <a:lnTo>
                        <a:pt x="12" y="8"/>
                      </a:lnTo>
                      <a:lnTo>
                        <a:pt x="12" y="4"/>
                      </a:lnTo>
                      <a:lnTo>
                        <a:pt x="14" y="4"/>
                      </a:lnTo>
                      <a:lnTo>
                        <a:pt x="14" y="8"/>
                      </a:lnTo>
                      <a:lnTo>
                        <a:pt x="14" y="12"/>
                      </a:lnTo>
                      <a:lnTo>
                        <a:pt x="18" y="12"/>
                      </a:lnTo>
                      <a:lnTo>
                        <a:pt x="22" y="12"/>
                      </a:lnTo>
                      <a:lnTo>
                        <a:pt x="22" y="8"/>
                      </a:lnTo>
                      <a:lnTo>
                        <a:pt x="22" y="12"/>
                      </a:lnTo>
                      <a:lnTo>
                        <a:pt x="26" y="12"/>
                      </a:lnTo>
                      <a:lnTo>
                        <a:pt x="26" y="16"/>
                      </a:lnTo>
                      <a:lnTo>
                        <a:pt x="26" y="20"/>
                      </a:lnTo>
                      <a:lnTo>
                        <a:pt x="26" y="22"/>
                      </a:lnTo>
                      <a:lnTo>
                        <a:pt x="26" y="26"/>
                      </a:lnTo>
                      <a:lnTo>
                        <a:pt x="30" y="26"/>
                      </a:lnTo>
                      <a:lnTo>
                        <a:pt x="34" y="26"/>
                      </a:lnTo>
                      <a:lnTo>
                        <a:pt x="38" y="26"/>
                      </a:lnTo>
                      <a:lnTo>
                        <a:pt x="40" y="26"/>
                      </a:lnTo>
                      <a:lnTo>
                        <a:pt x="44" y="26"/>
                      </a:lnTo>
                      <a:lnTo>
                        <a:pt x="48" y="26"/>
                      </a:lnTo>
                      <a:lnTo>
                        <a:pt x="52" y="26"/>
                      </a:lnTo>
                      <a:lnTo>
                        <a:pt x="56" y="26"/>
                      </a:lnTo>
                      <a:lnTo>
                        <a:pt x="60" y="26"/>
                      </a:lnTo>
                      <a:lnTo>
                        <a:pt x="60" y="30"/>
                      </a:lnTo>
                      <a:lnTo>
                        <a:pt x="64" y="30"/>
                      </a:lnTo>
                      <a:lnTo>
                        <a:pt x="64" y="34"/>
                      </a:lnTo>
                      <a:lnTo>
                        <a:pt x="60" y="34"/>
                      </a:lnTo>
                      <a:lnTo>
                        <a:pt x="60" y="38"/>
                      </a:lnTo>
                      <a:lnTo>
                        <a:pt x="60" y="42"/>
                      </a:lnTo>
                      <a:lnTo>
                        <a:pt x="56" y="42"/>
                      </a:lnTo>
                      <a:lnTo>
                        <a:pt x="56" y="46"/>
                      </a:lnTo>
                      <a:lnTo>
                        <a:pt x="52" y="46"/>
                      </a:lnTo>
                      <a:lnTo>
                        <a:pt x="48" y="46"/>
                      </a:lnTo>
                      <a:lnTo>
                        <a:pt x="48" y="50"/>
                      </a:lnTo>
                      <a:lnTo>
                        <a:pt x="48" y="46"/>
                      </a:lnTo>
                      <a:lnTo>
                        <a:pt x="44" y="50"/>
                      </a:lnTo>
                      <a:lnTo>
                        <a:pt x="44" y="52"/>
                      </a:lnTo>
                      <a:lnTo>
                        <a:pt x="44" y="56"/>
                      </a:lnTo>
                      <a:lnTo>
                        <a:pt x="44" y="60"/>
                      </a:lnTo>
                      <a:lnTo>
                        <a:pt x="48" y="64"/>
                      </a:lnTo>
                      <a:lnTo>
                        <a:pt x="48" y="60"/>
                      </a:lnTo>
                      <a:lnTo>
                        <a:pt x="48" y="64"/>
                      </a:lnTo>
                      <a:lnTo>
                        <a:pt x="48" y="68"/>
                      </a:lnTo>
                      <a:lnTo>
                        <a:pt x="52" y="68"/>
                      </a:lnTo>
                      <a:lnTo>
                        <a:pt x="52" y="64"/>
                      </a:lnTo>
                      <a:lnTo>
                        <a:pt x="52" y="60"/>
                      </a:lnTo>
                      <a:lnTo>
                        <a:pt x="56" y="60"/>
                      </a:lnTo>
                      <a:lnTo>
                        <a:pt x="56" y="56"/>
                      </a:lnTo>
                      <a:lnTo>
                        <a:pt x="56" y="52"/>
                      </a:lnTo>
                      <a:lnTo>
                        <a:pt x="56" y="56"/>
                      </a:lnTo>
                      <a:lnTo>
                        <a:pt x="60" y="52"/>
                      </a:lnTo>
                      <a:lnTo>
                        <a:pt x="60" y="56"/>
                      </a:lnTo>
                      <a:lnTo>
                        <a:pt x="60" y="60"/>
                      </a:lnTo>
                      <a:lnTo>
                        <a:pt x="64" y="60"/>
                      </a:lnTo>
                      <a:lnTo>
                        <a:pt x="64" y="64"/>
                      </a:lnTo>
                      <a:lnTo>
                        <a:pt x="60" y="64"/>
                      </a:lnTo>
                      <a:lnTo>
                        <a:pt x="64" y="68"/>
                      </a:lnTo>
                      <a:lnTo>
                        <a:pt x="64" y="72"/>
                      </a:lnTo>
                      <a:lnTo>
                        <a:pt x="64" y="76"/>
                      </a:lnTo>
                      <a:lnTo>
                        <a:pt x="64" y="78"/>
                      </a:lnTo>
                      <a:lnTo>
                        <a:pt x="64" y="82"/>
                      </a:lnTo>
                      <a:lnTo>
                        <a:pt x="64" y="86"/>
                      </a:lnTo>
                      <a:lnTo>
                        <a:pt x="64" y="90"/>
                      </a:lnTo>
                      <a:lnTo>
                        <a:pt x="64" y="94"/>
                      </a:lnTo>
                      <a:lnTo>
                        <a:pt x="68" y="94"/>
                      </a:lnTo>
                      <a:lnTo>
                        <a:pt x="68" y="98"/>
                      </a:lnTo>
                      <a:lnTo>
                        <a:pt x="64" y="98"/>
                      </a:lnTo>
                      <a:lnTo>
                        <a:pt x="64" y="94"/>
                      </a:lnTo>
                      <a:lnTo>
                        <a:pt x="60" y="94"/>
                      </a:lnTo>
                      <a:lnTo>
                        <a:pt x="60" y="98"/>
                      </a:lnTo>
                      <a:lnTo>
                        <a:pt x="60" y="102"/>
                      </a:lnTo>
                      <a:lnTo>
                        <a:pt x="60" y="106"/>
                      </a:lnTo>
                      <a:lnTo>
                        <a:pt x="60" y="102"/>
                      </a:lnTo>
                      <a:lnTo>
                        <a:pt x="56" y="102"/>
                      </a:lnTo>
                      <a:lnTo>
                        <a:pt x="56" y="98"/>
                      </a:lnTo>
                      <a:lnTo>
                        <a:pt x="56" y="94"/>
                      </a:lnTo>
                      <a:lnTo>
                        <a:pt x="56" y="90"/>
                      </a:lnTo>
                      <a:lnTo>
                        <a:pt x="56" y="86"/>
                      </a:lnTo>
                      <a:lnTo>
                        <a:pt x="56" y="90"/>
                      </a:lnTo>
                      <a:lnTo>
                        <a:pt x="56" y="86"/>
                      </a:lnTo>
                      <a:lnTo>
                        <a:pt x="56" y="82"/>
                      </a:lnTo>
                      <a:lnTo>
                        <a:pt x="52" y="82"/>
                      </a:lnTo>
                      <a:lnTo>
                        <a:pt x="52" y="78"/>
                      </a:lnTo>
                      <a:lnTo>
                        <a:pt x="52" y="76"/>
                      </a:lnTo>
                      <a:lnTo>
                        <a:pt x="48" y="72"/>
                      </a:lnTo>
                      <a:lnTo>
                        <a:pt x="44" y="72"/>
                      </a:lnTo>
                      <a:lnTo>
                        <a:pt x="44" y="76"/>
                      </a:lnTo>
                      <a:lnTo>
                        <a:pt x="40" y="76"/>
                      </a:lnTo>
                      <a:lnTo>
                        <a:pt x="40" y="72"/>
                      </a:lnTo>
                      <a:lnTo>
                        <a:pt x="38" y="72"/>
                      </a:lnTo>
                      <a:lnTo>
                        <a:pt x="38" y="68"/>
                      </a:lnTo>
                      <a:lnTo>
                        <a:pt x="38" y="64"/>
                      </a:lnTo>
                      <a:lnTo>
                        <a:pt x="38" y="60"/>
                      </a:lnTo>
                      <a:lnTo>
                        <a:pt x="38" y="56"/>
                      </a:lnTo>
                      <a:lnTo>
                        <a:pt x="34" y="56"/>
                      </a:lnTo>
                      <a:lnTo>
                        <a:pt x="38" y="56"/>
                      </a:lnTo>
                      <a:lnTo>
                        <a:pt x="38" y="60"/>
                      </a:lnTo>
                      <a:lnTo>
                        <a:pt x="34" y="60"/>
                      </a:lnTo>
                      <a:lnTo>
                        <a:pt x="38" y="60"/>
                      </a:lnTo>
                      <a:lnTo>
                        <a:pt x="38" y="64"/>
                      </a:lnTo>
                      <a:lnTo>
                        <a:pt x="34" y="64"/>
                      </a:lnTo>
                      <a:lnTo>
                        <a:pt x="34" y="64"/>
                      </a:lnTo>
                      <a:lnTo>
                        <a:pt x="34" y="64"/>
                      </a:lnTo>
                      <a:close/>
                      <a:moveTo>
                        <a:pt x="38" y="72"/>
                      </a:moveTo>
                      <a:lnTo>
                        <a:pt x="34" y="72"/>
                      </a:lnTo>
                      <a:lnTo>
                        <a:pt x="34" y="68"/>
                      </a:lnTo>
                      <a:lnTo>
                        <a:pt x="38" y="68"/>
                      </a:lnTo>
                      <a:lnTo>
                        <a:pt x="38" y="72"/>
                      </a:lnTo>
                      <a:lnTo>
                        <a:pt x="38" y="72"/>
                      </a:lnTo>
                      <a:lnTo>
                        <a:pt x="38" y="72"/>
                      </a:lnTo>
                      <a:close/>
                      <a:moveTo>
                        <a:pt x="38" y="86"/>
                      </a:moveTo>
                      <a:lnTo>
                        <a:pt x="34" y="86"/>
                      </a:lnTo>
                      <a:lnTo>
                        <a:pt x="34" y="82"/>
                      </a:lnTo>
                      <a:lnTo>
                        <a:pt x="38" y="82"/>
                      </a:lnTo>
                      <a:lnTo>
                        <a:pt x="38" y="86"/>
                      </a:lnTo>
                      <a:lnTo>
                        <a:pt x="38" y="86"/>
                      </a:lnTo>
                      <a:lnTo>
                        <a:pt x="38" y="86"/>
                      </a:lnTo>
                      <a:close/>
                      <a:moveTo>
                        <a:pt x="38" y="86"/>
                      </a:moveTo>
                      <a:lnTo>
                        <a:pt x="38" y="82"/>
                      </a:lnTo>
                      <a:lnTo>
                        <a:pt x="38" y="78"/>
                      </a:lnTo>
                      <a:lnTo>
                        <a:pt x="38" y="76"/>
                      </a:lnTo>
                      <a:lnTo>
                        <a:pt x="38" y="72"/>
                      </a:lnTo>
                      <a:lnTo>
                        <a:pt x="40" y="76"/>
                      </a:lnTo>
                      <a:lnTo>
                        <a:pt x="40" y="78"/>
                      </a:lnTo>
                      <a:lnTo>
                        <a:pt x="40" y="82"/>
                      </a:lnTo>
                      <a:lnTo>
                        <a:pt x="38" y="82"/>
                      </a:lnTo>
                      <a:lnTo>
                        <a:pt x="38" y="86"/>
                      </a:lnTo>
                      <a:lnTo>
                        <a:pt x="38" y="86"/>
                      </a:lnTo>
                      <a:lnTo>
                        <a:pt x="38" y="86"/>
                      </a:lnTo>
                      <a:close/>
                      <a:moveTo>
                        <a:pt x="48" y="78"/>
                      </a:moveTo>
                      <a:lnTo>
                        <a:pt x="48" y="76"/>
                      </a:lnTo>
                      <a:lnTo>
                        <a:pt x="48" y="78"/>
                      </a:lnTo>
                      <a:lnTo>
                        <a:pt x="48" y="78"/>
                      </a:lnTo>
                      <a:lnTo>
                        <a:pt x="48" y="78"/>
                      </a:lnTo>
                      <a:close/>
                      <a:moveTo>
                        <a:pt x="40" y="82"/>
                      </a:moveTo>
                      <a:lnTo>
                        <a:pt x="44" y="82"/>
                      </a:lnTo>
                      <a:lnTo>
                        <a:pt x="44" y="78"/>
                      </a:lnTo>
                      <a:lnTo>
                        <a:pt x="44" y="76"/>
                      </a:lnTo>
                      <a:lnTo>
                        <a:pt x="44" y="78"/>
                      </a:lnTo>
                      <a:lnTo>
                        <a:pt x="44" y="82"/>
                      </a:lnTo>
                      <a:lnTo>
                        <a:pt x="40" y="82"/>
                      </a:lnTo>
                      <a:lnTo>
                        <a:pt x="40" y="82"/>
                      </a:lnTo>
                      <a:lnTo>
                        <a:pt x="40" y="82"/>
                      </a:lnTo>
                      <a:close/>
                      <a:moveTo>
                        <a:pt x="56" y="94"/>
                      </a:moveTo>
                      <a:lnTo>
                        <a:pt x="56" y="90"/>
                      </a:lnTo>
                      <a:lnTo>
                        <a:pt x="56" y="94"/>
                      </a:lnTo>
                      <a:lnTo>
                        <a:pt x="56" y="94"/>
                      </a:lnTo>
                      <a:lnTo>
                        <a:pt x="56" y="94"/>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55" name="Freeform 21">
                  <a:extLst>
                    <a:ext uri="{FF2B5EF4-FFF2-40B4-BE49-F238E27FC236}">
                      <a16:creationId xmlns:a16="http://schemas.microsoft.com/office/drawing/2014/main" id="{6D346524-E8C4-3D87-11B0-6422A8EA6A26}"/>
                    </a:ext>
                  </a:extLst>
                </p:cNvPr>
                <p:cNvSpPr>
                  <a:spLocks/>
                </p:cNvSpPr>
                <p:nvPr/>
              </p:nvSpPr>
              <p:spPr bwMode="gray">
                <a:xfrm>
                  <a:off x="6984471" y="3660499"/>
                  <a:ext cx="83485" cy="52178"/>
                </a:xfrm>
                <a:custGeom>
                  <a:avLst/>
                  <a:gdLst>
                    <a:gd name="T0" fmla="*/ 44 w 48"/>
                    <a:gd name="T1" fmla="*/ 26 h 30"/>
                    <a:gd name="T2" fmla="*/ 38 w 48"/>
                    <a:gd name="T3" fmla="*/ 26 h 30"/>
                    <a:gd name="T4" fmla="*/ 38 w 48"/>
                    <a:gd name="T5" fmla="*/ 26 h 30"/>
                    <a:gd name="T6" fmla="*/ 38 w 48"/>
                    <a:gd name="T7" fmla="*/ 30 h 30"/>
                    <a:gd name="T8" fmla="*/ 34 w 48"/>
                    <a:gd name="T9" fmla="*/ 26 h 30"/>
                    <a:gd name="T10" fmla="*/ 30 w 48"/>
                    <a:gd name="T11" fmla="*/ 30 h 30"/>
                    <a:gd name="T12" fmla="*/ 26 w 48"/>
                    <a:gd name="T13" fmla="*/ 30 h 30"/>
                    <a:gd name="T14" fmla="*/ 22 w 48"/>
                    <a:gd name="T15" fmla="*/ 26 h 30"/>
                    <a:gd name="T16" fmla="*/ 18 w 48"/>
                    <a:gd name="T17" fmla="*/ 26 h 30"/>
                    <a:gd name="T18" fmla="*/ 18 w 48"/>
                    <a:gd name="T19" fmla="*/ 30 h 30"/>
                    <a:gd name="T20" fmla="*/ 14 w 48"/>
                    <a:gd name="T21" fmla="*/ 30 h 30"/>
                    <a:gd name="T22" fmla="*/ 10 w 48"/>
                    <a:gd name="T23" fmla="*/ 30 h 30"/>
                    <a:gd name="T24" fmla="*/ 10 w 48"/>
                    <a:gd name="T25" fmla="*/ 26 h 30"/>
                    <a:gd name="T26" fmla="*/ 6 w 48"/>
                    <a:gd name="T27" fmla="*/ 26 h 30"/>
                    <a:gd name="T28" fmla="*/ 6 w 48"/>
                    <a:gd name="T29" fmla="*/ 26 h 30"/>
                    <a:gd name="T30" fmla="*/ 4 w 48"/>
                    <a:gd name="T31" fmla="*/ 26 h 30"/>
                    <a:gd name="T32" fmla="*/ 0 w 48"/>
                    <a:gd name="T33" fmla="*/ 26 h 30"/>
                    <a:gd name="T34" fmla="*/ 0 w 48"/>
                    <a:gd name="T35" fmla="*/ 24 h 30"/>
                    <a:gd name="T36" fmla="*/ 0 w 48"/>
                    <a:gd name="T37" fmla="*/ 20 h 30"/>
                    <a:gd name="T38" fmla="*/ 0 w 48"/>
                    <a:gd name="T39" fmla="*/ 20 h 30"/>
                    <a:gd name="T40" fmla="*/ 4 w 48"/>
                    <a:gd name="T41" fmla="*/ 20 h 30"/>
                    <a:gd name="T42" fmla="*/ 4 w 48"/>
                    <a:gd name="T43" fmla="*/ 16 h 30"/>
                    <a:gd name="T44" fmla="*/ 4 w 48"/>
                    <a:gd name="T45" fmla="*/ 16 h 30"/>
                    <a:gd name="T46" fmla="*/ 6 w 48"/>
                    <a:gd name="T47" fmla="*/ 12 h 30"/>
                    <a:gd name="T48" fmla="*/ 6 w 48"/>
                    <a:gd name="T49" fmla="*/ 8 h 30"/>
                    <a:gd name="T50" fmla="*/ 6 w 48"/>
                    <a:gd name="T51" fmla="*/ 8 h 30"/>
                    <a:gd name="T52" fmla="*/ 10 w 48"/>
                    <a:gd name="T53" fmla="*/ 4 h 30"/>
                    <a:gd name="T54" fmla="*/ 14 w 48"/>
                    <a:gd name="T55" fmla="*/ 4 h 30"/>
                    <a:gd name="T56" fmla="*/ 18 w 48"/>
                    <a:gd name="T57" fmla="*/ 0 h 30"/>
                    <a:gd name="T58" fmla="*/ 18 w 48"/>
                    <a:gd name="T59" fmla="*/ 0 h 30"/>
                    <a:gd name="T60" fmla="*/ 22 w 48"/>
                    <a:gd name="T61" fmla="*/ 0 h 30"/>
                    <a:gd name="T62" fmla="*/ 22 w 48"/>
                    <a:gd name="T63" fmla="*/ 4 h 30"/>
                    <a:gd name="T64" fmla="*/ 22 w 48"/>
                    <a:gd name="T65" fmla="*/ 4 h 30"/>
                    <a:gd name="T66" fmla="*/ 26 w 48"/>
                    <a:gd name="T67" fmla="*/ 4 h 30"/>
                    <a:gd name="T68" fmla="*/ 30 w 48"/>
                    <a:gd name="T69" fmla="*/ 4 h 30"/>
                    <a:gd name="T70" fmla="*/ 30 w 48"/>
                    <a:gd name="T71" fmla="*/ 8 h 30"/>
                    <a:gd name="T72" fmla="*/ 34 w 48"/>
                    <a:gd name="T73" fmla="*/ 8 h 30"/>
                    <a:gd name="T74" fmla="*/ 38 w 48"/>
                    <a:gd name="T75" fmla="*/ 4 h 30"/>
                    <a:gd name="T76" fmla="*/ 38 w 48"/>
                    <a:gd name="T77" fmla="*/ 8 h 30"/>
                    <a:gd name="T78" fmla="*/ 40 w 48"/>
                    <a:gd name="T79" fmla="*/ 8 h 30"/>
                    <a:gd name="T80" fmla="*/ 40 w 48"/>
                    <a:gd name="T81" fmla="*/ 8 h 30"/>
                    <a:gd name="T82" fmla="*/ 40 w 48"/>
                    <a:gd name="T83" fmla="*/ 12 h 30"/>
                    <a:gd name="T84" fmla="*/ 40 w 48"/>
                    <a:gd name="T85" fmla="*/ 12 h 30"/>
                    <a:gd name="T86" fmla="*/ 40 w 48"/>
                    <a:gd name="T87" fmla="*/ 16 h 30"/>
                    <a:gd name="T88" fmla="*/ 44 w 48"/>
                    <a:gd name="T89" fmla="*/ 16 h 30"/>
                    <a:gd name="T90" fmla="*/ 48 w 48"/>
                    <a:gd name="T91" fmla="*/ 20 h 30"/>
                    <a:gd name="T92" fmla="*/ 44 w 48"/>
                    <a:gd name="T93" fmla="*/ 24 h 30"/>
                    <a:gd name="T94" fmla="*/ 48 w 48"/>
                    <a:gd name="T95" fmla="*/ 26 h 30"/>
                    <a:gd name="T96" fmla="*/ 44 w 48"/>
                    <a:gd name="T97" fmla="*/ 26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8" h="30">
                      <a:moveTo>
                        <a:pt x="44" y="26"/>
                      </a:moveTo>
                      <a:lnTo>
                        <a:pt x="44" y="26"/>
                      </a:lnTo>
                      <a:lnTo>
                        <a:pt x="44" y="26"/>
                      </a:lnTo>
                      <a:lnTo>
                        <a:pt x="44" y="26"/>
                      </a:lnTo>
                      <a:lnTo>
                        <a:pt x="44" y="26"/>
                      </a:lnTo>
                      <a:lnTo>
                        <a:pt x="40" y="26"/>
                      </a:lnTo>
                      <a:lnTo>
                        <a:pt x="40" y="26"/>
                      </a:lnTo>
                      <a:lnTo>
                        <a:pt x="38" y="26"/>
                      </a:lnTo>
                      <a:lnTo>
                        <a:pt x="38" y="26"/>
                      </a:lnTo>
                      <a:lnTo>
                        <a:pt x="38" y="26"/>
                      </a:lnTo>
                      <a:lnTo>
                        <a:pt x="38" y="26"/>
                      </a:lnTo>
                      <a:lnTo>
                        <a:pt x="38" y="26"/>
                      </a:lnTo>
                      <a:lnTo>
                        <a:pt x="38" y="26"/>
                      </a:lnTo>
                      <a:lnTo>
                        <a:pt x="38" y="26"/>
                      </a:lnTo>
                      <a:lnTo>
                        <a:pt x="38" y="30"/>
                      </a:lnTo>
                      <a:lnTo>
                        <a:pt x="38" y="30"/>
                      </a:lnTo>
                      <a:lnTo>
                        <a:pt x="34" y="30"/>
                      </a:lnTo>
                      <a:lnTo>
                        <a:pt x="34" y="26"/>
                      </a:lnTo>
                      <a:lnTo>
                        <a:pt x="34" y="26"/>
                      </a:lnTo>
                      <a:lnTo>
                        <a:pt x="34" y="26"/>
                      </a:lnTo>
                      <a:lnTo>
                        <a:pt x="34" y="26"/>
                      </a:lnTo>
                      <a:lnTo>
                        <a:pt x="30" y="30"/>
                      </a:lnTo>
                      <a:lnTo>
                        <a:pt x="30" y="30"/>
                      </a:lnTo>
                      <a:lnTo>
                        <a:pt x="30" y="30"/>
                      </a:lnTo>
                      <a:lnTo>
                        <a:pt x="30" y="30"/>
                      </a:lnTo>
                      <a:lnTo>
                        <a:pt x="26" y="30"/>
                      </a:lnTo>
                      <a:lnTo>
                        <a:pt x="26" y="30"/>
                      </a:lnTo>
                      <a:lnTo>
                        <a:pt x="26" y="30"/>
                      </a:lnTo>
                      <a:lnTo>
                        <a:pt x="26" y="30"/>
                      </a:lnTo>
                      <a:lnTo>
                        <a:pt x="26" y="26"/>
                      </a:lnTo>
                      <a:lnTo>
                        <a:pt x="26" y="26"/>
                      </a:lnTo>
                      <a:lnTo>
                        <a:pt x="22" y="26"/>
                      </a:lnTo>
                      <a:lnTo>
                        <a:pt x="22" y="26"/>
                      </a:lnTo>
                      <a:lnTo>
                        <a:pt x="22" y="26"/>
                      </a:lnTo>
                      <a:lnTo>
                        <a:pt x="22" y="26"/>
                      </a:lnTo>
                      <a:lnTo>
                        <a:pt x="18" y="26"/>
                      </a:lnTo>
                      <a:lnTo>
                        <a:pt x="18" y="26"/>
                      </a:lnTo>
                      <a:lnTo>
                        <a:pt x="18" y="26"/>
                      </a:lnTo>
                      <a:lnTo>
                        <a:pt x="18" y="30"/>
                      </a:lnTo>
                      <a:lnTo>
                        <a:pt x="18" y="30"/>
                      </a:lnTo>
                      <a:lnTo>
                        <a:pt x="18" y="30"/>
                      </a:lnTo>
                      <a:lnTo>
                        <a:pt x="18" y="30"/>
                      </a:lnTo>
                      <a:lnTo>
                        <a:pt x="14" y="30"/>
                      </a:lnTo>
                      <a:lnTo>
                        <a:pt x="14" y="30"/>
                      </a:lnTo>
                      <a:lnTo>
                        <a:pt x="14" y="30"/>
                      </a:lnTo>
                      <a:lnTo>
                        <a:pt x="14" y="30"/>
                      </a:lnTo>
                      <a:lnTo>
                        <a:pt x="10" y="30"/>
                      </a:lnTo>
                      <a:lnTo>
                        <a:pt x="10" y="30"/>
                      </a:lnTo>
                      <a:lnTo>
                        <a:pt x="10" y="30"/>
                      </a:lnTo>
                      <a:lnTo>
                        <a:pt x="10" y="30"/>
                      </a:lnTo>
                      <a:lnTo>
                        <a:pt x="10" y="26"/>
                      </a:lnTo>
                      <a:lnTo>
                        <a:pt x="10" y="26"/>
                      </a:lnTo>
                      <a:lnTo>
                        <a:pt x="10" y="26"/>
                      </a:lnTo>
                      <a:lnTo>
                        <a:pt x="10" y="26"/>
                      </a:lnTo>
                      <a:lnTo>
                        <a:pt x="6" y="26"/>
                      </a:lnTo>
                      <a:lnTo>
                        <a:pt x="6" y="26"/>
                      </a:lnTo>
                      <a:lnTo>
                        <a:pt x="6" y="26"/>
                      </a:lnTo>
                      <a:lnTo>
                        <a:pt x="6" y="26"/>
                      </a:lnTo>
                      <a:lnTo>
                        <a:pt x="6" y="26"/>
                      </a:lnTo>
                      <a:lnTo>
                        <a:pt x="6" y="26"/>
                      </a:lnTo>
                      <a:lnTo>
                        <a:pt x="4" y="26"/>
                      </a:lnTo>
                      <a:lnTo>
                        <a:pt x="4" y="26"/>
                      </a:lnTo>
                      <a:lnTo>
                        <a:pt x="4" y="26"/>
                      </a:lnTo>
                      <a:lnTo>
                        <a:pt x="4" y="26"/>
                      </a:lnTo>
                      <a:lnTo>
                        <a:pt x="4" y="26"/>
                      </a:lnTo>
                      <a:lnTo>
                        <a:pt x="4" y="26"/>
                      </a:lnTo>
                      <a:lnTo>
                        <a:pt x="4" y="26"/>
                      </a:lnTo>
                      <a:lnTo>
                        <a:pt x="0" y="26"/>
                      </a:lnTo>
                      <a:lnTo>
                        <a:pt x="0" y="24"/>
                      </a:lnTo>
                      <a:lnTo>
                        <a:pt x="0" y="24"/>
                      </a:lnTo>
                      <a:lnTo>
                        <a:pt x="0" y="24"/>
                      </a:lnTo>
                      <a:lnTo>
                        <a:pt x="0" y="24"/>
                      </a:lnTo>
                      <a:lnTo>
                        <a:pt x="0" y="24"/>
                      </a:lnTo>
                      <a:lnTo>
                        <a:pt x="0" y="24"/>
                      </a:lnTo>
                      <a:lnTo>
                        <a:pt x="0" y="24"/>
                      </a:lnTo>
                      <a:lnTo>
                        <a:pt x="0" y="20"/>
                      </a:lnTo>
                      <a:lnTo>
                        <a:pt x="0" y="20"/>
                      </a:lnTo>
                      <a:lnTo>
                        <a:pt x="0" y="20"/>
                      </a:lnTo>
                      <a:lnTo>
                        <a:pt x="0" y="20"/>
                      </a:lnTo>
                      <a:lnTo>
                        <a:pt x="0" y="20"/>
                      </a:lnTo>
                      <a:lnTo>
                        <a:pt x="0" y="20"/>
                      </a:lnTo>
                      <a:lnTo>
                        <a:pt x="0" y="20"/>
                      </a:lnTo>
                      <a:lnTo>
                        <a:pt x="4" y="20"/>
                      </a:lnTo>
                      <a:lnTo>
                        <a:pt x="4" y="20"/>
                      </a:lnTo>
                      <a:lnTo>
                        <a:pt x="4" y="16"/>
                      </a:lnTo>
                      <a:lnTo>
                        <a:pt x="4" y="16"/>
                      </a:lnTo>
                      <a:lnTo>
                        <a:pt x="4" y="16"/>
                      </a:lnTo>
                      <a:lnTo>
                        <a:pt x="4" y="16"/>
                      </a:lnTo>
                      <a:lnTo>
                        <a:pt x="4" y="16"/>
                      </a:lnTo>
                      <a:lnTo>
                        <a:pt x="4" y="16"/>
                      </a:lnTo>
                      <a:lnTo>
                        <a:pt x="4" y="16"/>
                      </a:lnTo>
                      <a:lnTo>
                        <a:pt x="4" y="16"/>
                      </a:lnTo>
                      <a:lnTo>
                        <a:pt x="4" y="12"/>
                      </a:lnTo>
                      <a:lnTo>
                        <a:pt x="4" y="12"/>
                      </a:lnTo>
                      <a:lnTo>
                        <a:pt x="4" y="12"/>
                      </a:lnTo>
                      <a:lnTo>
                        <a:pt x="6" y="12"/>
                      </a:lnTo>
                      <a:lnTo>
                        <a:pt x="6" y="12"/>
                      </a:lnTo>
                      <a:lnTo>
                        <a:pt x="6" y="12"/>
                      </a:lnTo>
                      <a:lnTo>
                        <a:pt x="6" y="8"/>
                      </a:lnTo>
                      <a:lnTo>
                        <a:pt x="6" y="8"/>
                      </a:lnTo>
                      <a:lnTo>
                        <a:pt x="6" y="8"/>
                      </a:lnTo>
                      <a:lnTo>
                        <a:pt x="6" y="8"/>
                      </a:lnTo>
                      <a:lnTo>
                        <a:pt x="6" y="8"/>
                      </a:lnTo>
                      <a:lnTo>
                        <a:pt x="6" y="8"/>
                      </a:lnTo>
                      <a:lnTo>
                        <a:pt x="6" y="8"/>
                      </a:lnTo>
                      <a:lnTo>
                        <a:pt x="10" y="4"/>
                      </a:lnTo>
                      <a:lnTo>
                        <a:pt x="10" y="4"/>
                      </a:lnTo>
                      <a:lnTo>
                        <a:pt x="10" y="4"/>
                      </a:lnTo>
                      <a:lnTo>
                        <a:pt x="10" y="4"/>
                      </a:lnTo>
                      <a:lnTo>
                        <a:pt x="10" y="4"/>
                      </a:lnTo>
                      <a:lnTo>
                        <a:pt x="10" y="4"/>
                      </a:lnTo>
                      <a:lnTo>
                        <a:pt x="14" y="4"/>
                      </a:lnTo>
                      <a:lnTo>
                        <a:pt x="14" y="4"/>
                      </a:lnTo>
                      <a:lnTo>
                        <a:pt x="14" y="0"/>
                      </a:lnTo>
                      <a:lnTo>
                        <a:pt x="14" y="0"/>
                      </a:lnTo>
                      <a:lnTo>
                        <a:pt x="18" y="0"/>
                      </a:lnTo>
                      <a:lnTo>
                        <a:pt x="18" y="0"/>
                      </a:lnTo>
                      <a:lnTo>
                        <a:pt x="18" y="0"/>
                      </a:lnTo>
                      <a:lnTo>
                        <a:pt x="18" y="0"/>
                      </a:lnTo>
                      <a:lnTo>
                        <a:pt x="18" y="0"/>
                      </a:lnTo>
                      <a:lnTo>
                        <a:pt x="22" y="0"/>
                      </a:lnTo>
                      <a:lnTo>
                        <a:pt x="22" y="0"/>
                      </a:lnTo>
                      <a:lnTo>
                        <a:pt x="22" y="0"/>
                      </a:lnTo>
                      <a:lnTo>
                        <a:pt x="22" y="0"/>
                      </a:lnTo>
                      <a:lnTo>
                        <a:pt x="22" y="4"/>
                      </a:lnTo>
                      <a:lnTo>
                        <a:pt x="22" y="4"/>
                      </a:lnTo>
                      <a:lnTo>
                        <a:pt x="22" y="4"/>
                      </a:lnTo>
                      <a:lnTo>
                        <a:pt x="22" y="4"/>
                      </a:lnTo>
                      <a:lnTo>
                        <a:pt x="22" y="4"/>
                      </a:lnTo>
                      <a:lnTo>
                        <a:pt x="22" y="4"/>
                      </a:lnTo>
                      <a:lnTo>
                        <a:pt x="22" y="4"/>
                      </a:lnTo>
                      <a:lnTo>
                        <a:pt x="22" y="4"/>
                      </a:lnTo>
                      <a:lnTo>
                        <a:pt x="26" y="4"/>
                      </a:lnTo>
                      <a:lnTo>
                        <a:pt x="26" y="4"/>
                      </a:lnTo>
                      <a:lnTo>
                        <a:pt x="26" y="4"/>
                      </a:lnTo>
                      <a:lnTo>
                        <a:pt x="26" y="4"/>
                      </a:lnTo>
                      <a:lnTo>
                        <a:pt x="26" y="4"/>
                      </a:lnTo>
                      <a:lnTo>
                        <a:pt x="30" y="4"/>
                      </a:lnTo>
                      <a:lnTo>
                        <a:pt x="30" y="4"/>
                      </a:lnTo>
                      <a:lnTo>
                        <a:pt x="30" y="4"/>
                      </a:lnTo>
                      <a:lnTo>
                        <a:pt x="30" y="4"/>
                      </a:lnTo>
                      <a:lnTo>
                        <a:pt x="30" y="8"/>
                      </a:lnTo>
                      <a:lnTo>
                        <a:pt x="30" y="8"/>
                      </a:lnTo>
                      <a:lnTo>
                        <a:pt x="30" y="8"/>
                      </a:lnTo>
                      <a:lnTo>
                        <a:pt x="34" y="8"/>
                      </a:lnTo>
                      <a:lnTo>
                        <a:pt x="34" y="8"/>
                      </a:lnTo>
                      <a:lnTo>
                        <a:pt x="34" y="8"/>
                      </a:lnTo>
                      <a:lnTo>
                        <a:pt x="34" y="8"/>
                      </a:lnTo>
                      <a:lnTo>
                        <a:pt x="34" y="4"/>
                      </a:lnTo>
                      <a:lnTo>
                        <a:pt x="34" y="4"/>
                      </a:lnTo>
                      <a:lnTo>
                        <a:pt x="34" y="4"/>
                      </a:lnTo>
                      <a:lnTo>
                        <a:pt x="38" y="4"/>
                      </a:lnTo>
                      <a:lnTo>
                        <a:pt x="38" y="4"/>
                      </a:lnTo>
                      <a:lnTo>
                        <a:pt x="38" y="8"/>
                      </a:lnTo>
                      <a:lnTo>
                        <a:pt x="38" y="8"/>
                      </a:lnTo>
                      <a:lnTo>
                        <a:pt x="38" y="8"/>
                      </a:lnTo>
                      <a:lnTo>
                        <a:pt x="38" y="8"/>
                      </a:lnTo>
                      <a:lnTo>
                        <a:pt x="38" y="8"/>
                      </a:lnTo>
                      <a:lnTo>
                        <a:pt x="40" y="8"/>
                      </a:lnTo>
                      <a:lnTo>
                        <a:pt x="40" y="8"/>
                      </a:lnTo>
                      <a:lnTo>
                        <a:pt x="40" y="8"/>
                      </a:lnTo>
                      <a:lnTo>
                        <a:pt x="40" y="8"/>
                      </a:lnTo>
                      <a:lnTo>
                        <a:pt x="40" y="8"/>
                      </a:lnTo>
                      <a:lnTo>
                        <a:pt x="40" y="8"/>
                      </a:lnTo>
                      <a:lnTo>
                        <a:pt x="40" y="8"/>
                      </a:lnTo>
                      <a:lnTo>
                        <a:pt x="40" y="12"/>
                      </a:lnTo>
                      <a:lnTo>
                        <a:pt x="40" y="12"/>
                      </a:lnTo>
                      <a:lnTo>
                        <a:pt x="40" y="12"/>
                      </a:lnTo>
                      <a:lnTo>
                        <a:pt x="40" y="12"/>
                      </a:lnTo>
                      <a:lnTo>
                        <a:pt x="40" y="12"/>
                      </a:lnTo>
                      <a:lnTo>
                        <a:pt x="40" y="12"/>
                      </a:lnTo>
                      <a:lnTo>
                        <a:pt x="40" y="12"/>
                      </a:lnTo>
                      <a:lnTo>
                        <a:pt x="40" y="12"/>
                      </a:lnTo>
                      <a:lnTo>
                        <a:pt x="40" y="12"/>
                      </a:lnTo>
                      <a:lnTo>
                        <a:pt x="40" y="16"/>
                      </a:lnTo>
                      <a:lnTo>
                        <a:pt x="40" y="16"/>
                      </a:lnTo>
                      <a:lnTo>
                        <a:pt x="40" y="16"/>
                      </a:lnTo>
                      <a:lnTo>
                        <a:pt x="40" y="16"/>
                      </a:lnTo>
                      <a:lnTo>
                        <a:pt x="44" y="16"/>
                      </a:lnTo>
                      <a:lnTo>
                        <a:pt x="44" y="16"/>
                      </a:lnTo>
                      <a:lnTo>
                        <a:pt x="44" y="16"/>
                      </a:lnTo>
                      <a:lnTo>
                        <a:pt x="44" y="20"/>
                      </a:lnTo>
                      <a:lnTo>
                        <a:pt x="44" y="20"/>
                      </a:lnTo>
                      <a:lnTo>
                        <a:pt x="48" y="20"/>
                      </a:lnTo>
                      <a:lnTo>
                        <a:pt x="44" y="24"/>
                      </a:lnTo>
                      <a:lnTo>
                        <a:pt x="44" y="24"/>
                      </a:lnTo>
                      <a:lnTo>
                        <a:pt x="44" y="24"/>
                      </a:lnTo>
                      <a:lnTo>
                        <a:pt x="44" y="24"/>
                      </a:lnTo>
                      <a:lnTo>
                        <a:pt x="44" y="24"/>
                      </a:lnTo>
                      <a:lnTo>
                        <a:pt x="44" y="24"/>
                      </a:lnTo>
                      <a:lnTo>
                        <a:pt x="44" y="24"/>
                      </a:lnTo>
                      <a:lnTo>
                        <a:pt x="48" y="26"/>
                      </a:lnTo>
                      <a:lnTo>
                        <a:pt x="48" y="26"/>
                      </a:lnTo>
                      <a:lnTo>
                        <a:pt x="48" y="26"/>
                      </a:lnTo>
                      <a:lnTo>
                        <a:pt x="44" y="26"/>
                      </a:lnTo>
                      <a:lnTo>
                        <a:pt x="44" y="26"/>
                      </a:lnTo>
                      <a:lnTo>
                        <a:pt x="44" y="26"/>
                      </a:lnTo>
                      <a:lnTo>
                        <a:pt x="44" y="26"/>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56" name="Freeform 22">
                  <a:extLst>
                    <a:ext uri="{FF2B5EF4-FFF2-40B4-BE49-F238E27FC236}">
                      <a16:creationId xmlns:a16="http://schemas.microsoft.com/office/drawing/2014/main" id="{A8D514A6-1CC0-A5D9-655E-AAF83F3F5F80}"/>
                    </a:ext>
                  </a:extLst>
                </p:cNvPr>
                <p:cNvSpPr>
                  <a:spLocks noEditPoints="1"/>
                </p:cNvSpPr>
                <p:nvPr/>
              </p:nvSpPr>
              <p:spPr bwMode="gray">
                <a:xfrm>
                  <a:off x="7607129" y="4366637"/>
                  <a:ext cx="31307" cy="34785"/>
                </a:xfrm>
                <a:custGeom>
                  <a:avLst/>
                  <a:gdLst>
                    <a:gd name="T0" fmla="*/ 10 w 18"/>
                    <a:gd name="T1" fmla="*/ 4 h 20"/>
                    <a:gd name="T2" fmla="*/ 10 w 18"/>
                    <a:gd name="T3" fmla="*/ 4 h 20"/>
                    <a:gd name="T4" fmla="*/ 10 w 18"/>
                    <a:gd name="T5" fmla="*/ 4 h 20"/>
                    <a:gd name="T6" fmla="*/ 10 w 18"/>
                    <a:gd name="T7" fmla="*/ 4 h 20"/>
                    <a:gd name="T8" fmla="*/ 10 w 18"/>
                    <a:gd name="T9" fmla="*/ 4 h 20"/>
                    <a:gd name="T10" fmla="*/ 10 w 18"/>
                    <a:gd name="T11" fmla="*/ 8 h 20"/>
                    <a:gd name="T12" fmla="*/ 10 w 18"/>
                    <a:gd name="T13" fmla="*/ 8 h 20"/>
                    <a:gd name="T14" fmla="*/ 10 w 18"/>
                    <a:gd name="T15" fmla="*/ 12 h 20"/>
                    <a:gd name="T16" fmla="*/ 10 w 18"/>
                    <a:gd name="T17" fmla="*/ 12 h 20"/>
                    <a:gd name="T18" fmla="*/ 10 w 18"/>
                    <a:gd name="T19" fmla="*/ 12 h 20"/>
                    <a:gd name="T20" fmla="*/ 10 w 18"/>
                    <a:gd name="T21" fmla="*/ 16 h 20"/>
                    <a:gd name="T22" fmla="*/ 10 w 18"/>
                    <a:gd name="T23" fmla="*/ 20 h 20"/>
                    <a:gd name="T24" fmla="*/ 6 w 18"/>
                    <a:gd name="T25" fmla="*/ 20 h 20"/>
                    <a:gd name="T26" fmla="*/ 6 w 18"/>
                    <a:gd name="T27" fmla="*/ 20 h 20"/>
                    <a:gd name="T28" fmla="*/ 6 w 18"/>
                    <a:gd name="T29" fmla="*/ 20 h 20"/>
                    <a:gd name="T30" fmla="*/ 4 w 18"/>
                    <a:gd name="T31" fmla="*/ 16 h 20"/>
                    <a:gd name="T32" fmla="*/ 4 w 18"/>
                    <a:gd name="T33" fmla="*/ 16 h 20"/>
                    <a:gd name="T34" fmla="*/ 4 w 18"/>
                    <a:gd name="T35" fmla="*/ 12 h 20"/>
                    <a:gd name="T36" fmla="*/ 4 w 18"/>
                    <a:gd name="T37" fmla="*/ 12 h 20"/>
                    <a:gd name="T38" fmla="*/ 0 w 18"/>
                    <a:gd name="T39" fmla="*/ 12 h 20"/>
                    <a:gd name="T40" fmla="*/ 0 w 18"/>
                    <a:gd name="T41" fmla="*/ 12 h 20"/>
                    <a:gd name="T42" fmla="*/ 0 w 18"/>
                    <a:gd name="T43" fmla="*/ 8 h 20"/>
                    <a:gd name="T44" fmla="*/ 0 w 18"/>
                    <a:gd name="T45" fmla="*/ 8 h 20"/>
                    <a:gd name="T46" fmla="*/ 0 w 18"/>
                    <a:gd name="T47" fmla="*/ 8 h 20"/>
                    <a:gd name="T48" fmla="*/ 0 w 18"/>
                    <a:gd name="T49" fmla="*/ 12 h 20"/>
                    <a:gd name="T50" fmla="*/ 4 w 18"/>
                    <a:gd name="T51" fmla="*/ 8 h 20"/>
                    <a:gd name="T52" fmla="*/ 6 w 18"/>
                    <a:gd name="T53" fmla="*/ 8 h 20"/>
                    <a:gd name="T54" fmla="*/ 6 w 18"/>
                    <a:gd name="T55" fmla="*/ 8 h 20"/>
                    <a:gd name="T56" fmla="*/ 6 w 18"/>
                    <a:gd name="T57" fmla="*/ 8 h 20"/>
                    <a:gd name="T58" fmla="*/ 6 w 18"/>
                    <a:gd name="T59" fmla="*/ 4 h 20"/>
                    <a:gd name="T60" fmla="*/ 6 w 18"/>
                    <a:gd name="T61" fmla="*/ 4 h 20"/>
                    <a:gd name="T62" fmla="*/ 6 w 18"/>
                    <a:gd name="T63" fmla="*/ 4 h 20"/>
                    <a:gd name="T64" fmla="*/ 10 w 18"/>
                    <a:gd name="T65" fmla="*/ 4 h 20"/>
                    <a:gd name="T66" fmla="*/ 10 w 18"/>
                    <a:gd name="T67" fmla="*/ 4 h 20"/>
                    <a:gd name="T68" fmla="*/ 10 w 18"/>
                    <a:gd name="T69" fmla="*/ 0 h 20"/>
                    <a:gd name="T70" fmla="*/ 14 w 18"/>
                    <a:gd name="T71" fmla="*/ 0 h 20"/>
                    <a:gd name="T72" fmla="*/ 14 w 18"/>
                    <a:gd name="T73" fmla="*/ 0 h 20"/>
                    <a:gd name="T74" fmla="*/ 14 w 18"/>
                    <a:gd name="T75" fmla="*/ 0 h 20"/>
                    <a:gd name="T76" fmla="*/ 10 w 18"/>
                    <a:gd name="T77" fmla="*/ 4 h 20"/>
                    <a:gd name="T78" fmla="*/ 10 w 18"/>
                    <a:gd name="T79" fmla="*/ 4 h 20"/>
                    <a:gd name="T80" fmla="*/ 10 w 18"/>
                    <a:gd name="T81" fmla="*/ 4 h 20"/>
                    <a:gd name="T82" fmla="*/ 14 w 18"/>
                    <a:gd name="T83" fmla="*/ 4 h 20"/>
                    <a:gd name="T84" fmla="*/ 14 w 18"/>
                    <a:gd name="T85" fmla="*/ 4 h 20"/>
                    <a:gd name="T86" fmla="*/ 14 w 18"/>
                    <a:gd name="T87" fmla="*/ 4 h 20"/>
                    <a:gd name="T88" fmla="*/ 14 w 18"/>
                    <a:gd name="T89" fmla="*/ 4 h 20"/>
                    <a:gd name="T90" fmla="*/ 14 w 18"/>
                    <a:gd name="T91" fmla="*/ 8 h 20"/>
                    <a:gd name="T92" fmla="*/ 14 w 18"/>
                    <a:gd name="T93" fmla="*/ 8 h 20"/>
                    <a:gd name="T94" fmla="*/ 14 w 18"/>
                    <a:gd name="T95" fmla="*/ 12 h 20"/>
                    <a:gd name="T96" fmla="*/ 14 w 18"/>
                    <a:gd name="T97" fmla="*/ 12 h 20"/>
                    <a:gd name="T98" fmla="*/ 14 w 18"/>
                    <a:gd name="T99" fmla="*/ 12 h 20"/>
                    <a:gd name="T100" fmla="*/ 18 w 18"/>
                    <a:gd name="T101" fmla="*/ 12 h 20"/>
                    <a:gd name="T102" fmla="*/ 18 w 18"/>
                    <a:gd name="T103" fmla="*/ 12 h 20"/>
                    <a:gd name="T104" fmla="*/ 18 w 18"/>
                    <a:gd name="T105" fmla="*/ 16 h 20"/>
                    <a:gd name="T106" fmla="*/ 18 w 18"/>
                    <a:gd name="T107" fmla="*/ 16 h 20"/>
                    <a:gd name="T108" fmla="*/ 18 w 18"/>
                    <a:gd name="T109" fmla="*/ 16 h 20"/>
                    <a:gd name="T110" fmla="*/ 14 w 18"/>
                    <a:gd name="T111" fmla="*/ 12 h 20"/>
                    <a:gd name="T112" fmla="*/ 14 w 18"/>
                    <a:gd name="T113" fmla="*/ 12 h 20"/>
                    <a:gd name="T114" fmla="*/ 14 w 18"/>
                    <a:gd name="T115" fmla="*/ 8 h 20"/>
                    <a:gd name="T116" fmla="*/ 10 w 18"/>
                    <a:gd name="T117" fmla="*/ 8 h 20"/>
                    <a:gd name="T118" fmla="*/ 14 w 18"/>
                    <a:gd name="T119" fmla="*/ 4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8" h="20">
                      <a:moveTo>
                        <a:pt x="10" y="4"/>
                      </a:moveTo>
                      <a:lnTo>
                        <a:pt x="10" y="4"/>
                      </a:lnTo>
                      <a:lnTo>
                        <a:pt x="10" y="4"/>
                      </a:lnTo>
                      <a:lnTo>
                        <a:pt x="10" y="4"/>
                      </a:lnTo>
                      <a:lnTo>
                        <a:pt x="10" y="4"/>
                      </a:lnTo>
                      <a:lnTo>
                        <a:pt x="10" y="4"/>
                      </a:lnTo>
                      <a:lnTo>
                        <a:pt x="10" y="4"/>
                      </a:lnTo>
                      <a:lnTo>
                        <a:pt x="10" y="4"/>
                      </a:lnTo>
                      <a:lnTo>
                        <a:pt x="10" y="4"/>
                      </a:lnTo>
                      <a:lnTo>
                        <a:pt x="10" y="4"/>
                      </a:lnTo>
                      <a:lnTo>
                        <a:pt x="10" y="8"/>
                      </a:lnTo>
                      <a:lnTo>
                        <a:pt x="10" y="8"/>
                      </a:lnTo>
                      <a:lnTo>
                        <a:pt x="10" y="8"/>
                      </a:lnTo>
                      <a:lnTo>
                        <a:pt x="10" y="8"/>
                      </a:lnTo>
                      <a:lnTo>
                        <a:pt x="10" y="8"/>
                      </a:lnTo>
                      <a:lnTo>
                        <a:pt x="10" y="12"/>
                      </a:lnTo>
                      <a:lnTo>
                        <a:pt x="10" y="12"/>
                      </a:lnTo>
                      <a:lnTo>
                        <a:pt x="10" y="12"/>
                      </a:lnTo>
                      <a:lnTo>
                        <a:pt x="10" y="12"/>
                      </a:lnTo>
                      <a:lnTo>
                        <a:pt x="10" y="12"/>
                      </a:lnTo>
                      <a:lnTo>
                        <a:pt x="10" y="12"/>
                      </a:lnTo>
                      <a:lnTo>
                        <a:pt x="10" y="16"/>
                      </a:lnTo>
                      <a:lnTo>
                        <a:pt x="10" y="20"/>
                      </a:lnTo>
                      <a:lnTo>
                        <a:pt x="10" y="20"/>
                      </a:lnTo>
                      <a:lnTo>
                        <a:pt x="6" y="20"/>
                      </a:lnTo>
                      <a:lnTo>
                        <a:pt x="6" y="20"/>
                      </a:lnTo>
                      <a:lnTo>
                        <a:pt x="6" y="20"/>
                      </a:lnTo>
                      <a:lnTo>
                        <a:pt x="6" y="20"/>
                      </a:lnTo>
                      <a:lnTo>
                        <a:pt x="6" y="20"/>
                      </a:lnTo>
                      <a:lnTo>
                        <a:pt x="6" y="20"/>
                      </a:lnTo>
                      <a:lnTo>
                        <a:pt x="6" y="20"/>
                      </a:lnTo>
                      <a:lnTo>
                        <a:pt x="4" y="16"/>
                      </a:lnTo>
                      <a:lnTo>
                        <a:pt x="4" y="16"/>
                      </a:lnTo>
                      <a:lnTo>
                        <a:pt x="4" y="16"/>
                      </a:lnTo>
                      <a:lnTo>
                        <a:pt x="4" y="16"/>
                      </a:lnTo>
                      <a:lnTo>
                        <a:pt x="4" y="12"/>
                      </a:lnTo>
                      <a:lnTo>
                        <a:pt x="4" y="12"/>
                      </a:lnTo>
                      <a:lnTo>
                        <a:pt x="4" y="12"/>
                      </a:lnTo>
                      <a:lnTo>
                        <a:pt x="4" y="12"/>
                      </a:lnTo>
                      <a:lnTo>
                        <a:pt x="0" y="12"/>
                      </a:lnTo>
                      <a:lnTo>
                        <a:pt x="0" y="12"/>
                      </a:lnTo>
                      <a:lnTo>
                        <a:pt x="0" y="12"/>
                      </a:lnTo>
                      <a:lnTo>
                        <a:pt x="0" y="12"/>
                      </a:lnTo>
                      <a:lnTo>
                        <a:pt x="0" y="8"/>
                      </a:lnTo>
                      <a:lnTo>
                        <a:pt x="0" y="8"/>
                      </a:lnTo>
                      <a:lnTo>
                        <a:pt x="0" y="8"/>
                      </a:lnTo>
                      <a:lnTo>
                        <a:pt x="0" y="8"/>
                      </a:lnTo>
                      <a:lnTo>
                        <a:pt x="0" y="8"/>
                      </a:lnTo>
                      <a:lnTo>
                        <a:pt x="0" y="8"/>
                      </a:lnTo>
                      <a:lnTo>
                        <a:pt x="0" y="12"/>
                      </a:lnTo>
                      <a:lnTo>
                        <a:pt x="4" y="8"/>
                      </a:lnTo>
                      <a:lnTo>
                        <a:pt x="4" y="8"/>
                      </a:lnTo>
                      <a:lnTo>
                        <a:pt x="6" y="8"/>
                      </a:lnTo>
                      <a:lnTo>
                        <a:pt x="6" y="8"/>
                      </a:lnTo>
                      <a:lnTo>
                        <a:pt x="6" y="8"/>
                      </a:lnTo>
                      <a:lnTo>
                        <a:pt x="6" y="8"/>
                      </a:lnTo>
                      <a:lnTo>
                        <a:pt x="6" y="8"/>
                      </a:lnTo>
                      <a:lnTo>
                        <a:pt x="6" y="8"/>
                      </a:lnTo>
                      <a:lnTo>
                        <a:pt x="6" y="8"/>
                      </a:lnTo>
                      <a:lnTo>
                        <a:pt x="6" y="4"/>
                      </a:lnTo>
                      <a:lnTo>
                        <a:pt x="6" y="4"/>
                      </a:lnTo>
                      <a:lnTo>
                        <a:pt x="6" y="4"/>
                      </a:lnTo>
                      <a:lnTo>
                        <a:pt x="6" y="4"/>
                      </a:lnTo>
                      <a:lnTo>
                        <a:pt x="6" y="4"/>
                      </a:lnTo>
                      <a:lnTo>
                        <a:pt x="6" y="4"/>
                      </a:lnTo>
                      <a:lnTo>
                        <a:pt x="10" y="4"/>
                      </a:lnTo>
                      <a:lnTo>
                        <a:pt x="10" y="4"/>
                      </a:lnTo>
                      <a:lnTo>
                        <a:pt x="10" y="4"/>
                      </a:lnTo>
                      <a:lnTo>
                        <a:pt x="10" y="0"/>
                      </a:lnTo>
                      <a:lnTo>
                        <a:pt x="10" y="0"/>
                      </a:lnTo>
                      <a:lnTo>
                        <a:pt x="14" y="0"/>
                      </a:lnTo>
                      <a:lnTo>
                        <a:pt x="14" y="0"/>
                      </a:lnTo>
                      <a:lnTo>
                        <a:pt x="14" y="0"/>
                      </a:lnTo>
                      <a:lnTo>
                        <a:pt x="14" y="0"/>
                      </a:lnTo>
                      <a:lnTo>
                        <a:pt x="14" y="0"/>
                      </a:lnTo>
                      <a:lnTo>
                        <a:pt x="14" y="0"/>
                      </a:lnTo>
                      <a:lnTo>
                        <a:pt x="14" y="4"/>
                      </a:lnTo>
                      <a:lnTo>
                        <a:pt x="10" y="4"/>
                      </a:lnTo>
                      <a:lnTo>
                        <a:pt x="10" y="4"/>
                      </a:lnTo>
                      <a:lnTo>
                        <a:pt x="10" y="4"/>
                      </a:lnTo>
                      <a:lnTo>
                        <a:pt x="10" y="4"/>
                      </a:lnTo>
                      <a:lnTo>
                        <a:pt x="10" y="4"/>
                      </a:lnTo>
                      <a:close/>
                      <a:moveTo>
                        <a:pt x="14" y="4"/>
                      </a:moveTo>
                      <a:lnTo>
                        <a:pt x="14" y="4"/>
                      </a:lnTo>
                      <a:lnTo>
                        <a:pt x="14" y="8"/>
                      </a:lnTo>
                      <a:lnTo>
                        <a:pt x="14" y="4"/>
                      </a:lnTo>
                      <a:lnTo>
                        <a:pt x="14" y="4"/>
                      </a:lnTo>
                      <a:lnTo>
                        <a:pt x="14" y="4"/>
                      </a:lnTo>
                      <a:lnTo>
                        <a:pt x="14" y="4"/>
                      </a:lnTo>
                      <a:lnTo>
                        <a:pt x="14" y="4"/>
                      </a:lnTo>
                      <a:lnTo>
                        <a:pt x="14" y="4"/>
                      </a:lnTo>
                      <a:lnTo>
                        <a:pt x="14" y="8"/>
                      </a:lnTo>
                      <a:lnTo>
                        <a:pt x="14" y="8"/>
                      </a:lnTo>
                      <a:lnTo>
                        <a:pt x="14" y="8"/>
                      </a:lnTo>
                      <a:lnTo>
                        <a:pt x="14" y="8"/>
                      </a:lnTo>
                      <a:lnTo>
                        <a:pt x="14" y="12"/>
                      </a:lnTo>
                      <a:lnTo>
                        <a:pt x="14" y="12"/>
                      </a:lnTo>
                      <a:lnTo>
                        <a:pt x="14" y="12"/>
                      </a:lnTo>
                      <a:lnTo>
                        <a:pt x="14" y="12"/>
                      </a:lnTo>
                      <a:lnTo>
                        <a:pt x="14" y="12"/>
                      </a:lnTo>
                      <a:lnTo>
                        <a:pt x="14" y="12"/>
                      </a:lnTo>
                      <a:lnTo>
                        <a:pt x="18" y="12"/>
                      </a:lnTo>
                      <a:lnTo>
                        <a:pt x="18" y="12"/>
                      </a:lnTo>
                      <a:lnTo>
                        <a:pt x="18" y="12"/>
                      </a:lnTo>
                      <a:lnTo>
                        <a:pt x="18" y="16"/>
                      </a:lnTo>
                      <a:lnTo>
                        <a:pt x="18" y="16"/>
                      </a:lnTo>
                      <a:lnTo>
                        <a:pt x="18" y="16"/>
                      </a:lnTo>
                      <a:lnTo>
                        <a:pt x="18" y="16"/>
                      </a:lnTo>
                      <a:lnTo>
                        <a:pt x="18" y="16"/>
                      </a:lnTo>
                      <a:lnTo>
                        <a:pt x="18" y="16"/>
                      </a:lnTo>
                      <a:lnTo>
                        <a:pt x="14" y="12"/>
                      </a:lnTo>
                      <a:lnTo>
                        <a:pt x="14" y="12"/>
                      </a:lnTo>
                      <a:lnTo>
                        <a:pt x="14" y="12"/>
                      </a:lnTo>
                      <a:lnTo>
                        <a:pt x="14" y="12"/>
                      </a:lnTo>
                      <a:lnTo>
                        <a:pt x="14" y="8"/>
                      </a:lnTo>
                      <a:lnTo>
                        <a:pt x="14" y="8"/>
                      </a:lnTo>
                      <a:lnTo>
                        <a:pt x="10" y="8"/>
                      </a:lnTo>
                      <a:lnTo>
                        <a:pt x="10" y="8"/>
                      </a:lnTo>
                      <a:lnTo>
                        <a:pt x="14" y="4"/>
                      </a:lnTo>
                      <a:lnTo>
                        <a:pt x="14" y="4"/>
                      </a:lnTo>
                      <a:lnTo>
                        <a:pt x="14" y="4"/>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57" name="Freeform 23">
                  <a:extLst>
                    <a:ext uri="{FF2B5EF4-FFF2-40B4-BE49-F238E27FC236}">
                      <a16:creationId xmlns:a16="http://schemas.microsoft.com/office/drawing/2014/main" id="{9036C9ED-6243-201F-52CC-1767E0FE7C1B}"/>
                    </a:ext>
                  </a:extLst>
                </p:cNvPr>
                <p:cNvSpPr>
                  <a:spLocks/>
                </p:cNvSpPr>
                <p:nvPr/>
              </p:nvSpPr>
              <p:spPr bwMode="gray">
                <a:xfrm>
                  <a:off x="7314932" y="4081399"/>
                  <a:ext cx="128706" cy="128704"/>
                </a:xfrm>
                <a:custGeom>
                  <a:avLst/>
                  <a:gdLst>
                    <a:gd name="T0" fmla="*/ 40 w 74"/>
                    <a:gd name="T1" fmla="*/ 68 h 74"/>
                    <a:gd name="T2" fmla="*/ 36 w 74"/>
                    <a:gd name="T3" fmla="*/ 70 h 74"/>
                    <a:gd name="T4" fmla="*/ 36 w 74"/>
                    <a:gd name="T5" fmla="*/ 70 h 74"/>
                    <a:gd name="T6" fmla="*/ 32 w 74"/>
                    <a:gd name="T7" fmla="*/ 70 h 74"/>
                    <a:gd name="T8" fmla="*/ 30 w 74"/>
                    <a:gd name="T9" fmla="*/ 70 h 74"/>
                    <a:gd name="T10" fmla="*/ 26 w 74"/>
                    <a:gd name="T11" fmla="*/ 70 h 74"/>
                    <a:gd name="T12" fmla="*/ 22 w 74"/>
                    <a:gd name="T13" fmla="*/ 70 h 74"/>
                    <a:gd name="T14" fmla="*/ 18 w 74"/>
                    <a:gd name="T15" fmla="*/ 68 h 74"/>
                    <a:gd name="T16" fmla="*/ 22 w 74"/>
                    <a:gd name="T17" fmla="*/ 64 h 74"/>
                    <a:gd name="T18" fmla="*/ 18 w 74"/>
                    <a:gd name="T19" fmla="*/ 64 h 74"/>
                    <a:gd name="T20" fmla="*/ 10 w 74"/>
                    <a:gd name="T21" fmla="*/ 64 h 74"/>
                    <a:gd name="T22" fmla="*/ 10 w 74"/>
                    <a:gd name="T23" fmla="*/ 56 h 74"/>
                    <a:gd name="T24" fmla="*/ 10 w 74"/>
                    <a:gd name="T25" fmla="*/ 52 h 74"/>
                    <a:gd name="T26" fmla="*/ 10 w 74"/>
                    <a:gd name="T27" fmla="*/ 52 h 74"/>
                    <a:gd name="T28" fmla="*/ 10 w 74"/>
                    <a:gd name="T29" fmla="*/ 52 h 74"/>
                    <a:gd name="T30" fmla="*/ 10 w 74"/>
                    <a:gd name="T31" fmla="*/ 48 h 74"/>
                    <a:gd name="T32" fmla="*/ 10 w 74"/>
                    <a:gd name="T33" fmla="*/ 52 h 74"/>
                    <a:gd name="T34" fmla="*/ 6 w 74"/>
                    <a:gd name="T35" fmla="*/ 48 h 74"/>
                    <a:gd name="T36" fmla="*/ 6 w 74"/>
                    <a:gd name="T37" fmla="*/ 38 h 74"/>
                    <a:gd name="T38" fmla="*/ 4 w 74"/>
                    <a:gd name="T39" fmla="*/ 34 h 74"/>
                    <a:gd name="T40" fmla="*/ 4 w 74"/>
                    <a:gd name="T41" fmla="*/ 26 h 74"/>
                    <a:gd name="T42" fmla="*/ 4 w 74"/>
                    <a:gd name="T43" fmla="*/ 20 h 74"/>
                    <a:gd name="T44" fmla="*/ 4 w 74"/>
                    <a:gd name="T45" fmla="*/ 20 h 74"/>
                    <a:gd name="T46" fmla="*/ 6 w 74"/>
                    <a:gd name="T47" fmla="*/ 16 h 74"/>
                    <a:gd name="T48" fmla="*/ 10 w 74"/>
                    <a:gd name="T49" fmla="*/ 8 h 74"/>
                    <a:gd name="T50" fmla="*/ 10 w 74"/>
                    <a:gd name="T51" fmla="*/ 8 h 74"/>
                    <a:gd name="T52" fmla="*/ 14 w 74"/>
                    <a:gd name="T53" fmla="*/ 4 h 74"/>
                    <a:gd name="T54" fmla="*/ 18 w 74"/>
                    <a:gd name="T55" fmla="*/ 4 h 74"/>
                    <a:gd name="T56" fmla="*/ 26 w 74"/>
                    <a:gd name="T57" fmla="*/ 4 h 74"/>
                    <a:gd name="T58" fmla="*/ 32 w 74"/>
                    <a:gd name="T59" fmla="*/ 4 h 74"/>
                    <a:gd name="T60" fmla="*/ 36 w 74"/>
                    <a:gd name="T61" fmla="*/ 4 h 74"/>
                    <a:gd name="T62" fmla="*/ 40 w 74"/>
                    <a:gd name="T63" fmla="*/ 8 h 74"/>
                    <a:gd name="T64" fmla="*/ 40 w 74"/>
                    <a:gd name="T65" fmla="*/ 4 h 74"/>
                    <a:gd name="T66" fmla="*/ 48 w 74"/>
                    <a:gd name="T67" fmla="*/ 8 h 74"/>
                    <a:gd name="T68" fmla="*/ 52 w 74"/>
                    <a:gd name="T69" fmla="*/ 12 h 74"/>
                    <a:gd name="T70" fmla="*/ 54 w 74"/>
                    <a:gd name="T71" fmla="*/ 8 h 74"/>
                    <a:gd name="T72" fmla="*/ 54 w 74"/>
                    <a:gd name="T73" fmla="*/ 4 h 74"/>
                    <a:gd name="T74" fmla="*/ 54 w 74"/>
                    <a:gd name="T75" fmla="*/ 4 h 74"/>
                    <a:gd name="T76" fmla="*/ 58 w 74"/>
                    <a:gd name="T77" fmla="*/ 0 h 74"/>
                    <a:gd name="T78" fmla="*/ 62 w 74"/>
                    <a:gd name="T79" fmla="*/ 4 h 74"/>
                    <a:gd name="T80" fmla="*/ 70 w 74"/>
                    <a:gd name="T81" fmla="*/ 0 h 74"/>
                    <a:gd name="T82" fmla="*/ 74 w 74"/>
                    <a:gd name="T83" fmla="*/ 4 h 74"/>
                    <a:gd name="T84" fmla="*/ 74 w 74"/>
                    <a:gd name="T85" fmla="*/ 8 h 74"/>
                    <a:gd name="T86" fmla="*/ 74 w 74"/>
                    <a:gd name="T87" fmla="*/ 12 h 74"/>
                    <a:gd name="T88" fmla="*/ 74 w 74"/>
                    <a:gd name="T89" fmla="*/ 22 h 74"/>
                    <a:gd name="T90" fmla="*/ 74 w 74"/>
                    <a:gd name="T91" fmla="*/ 38 h 74"/>
                    <a:gd name="T92" fmla="*/ 74 w 74"/>
                    <a:gd name="T93" fmla="*/ 42 h 74"/>
                    <a:gd name="T94" fmla="*/ 70 w 74"/>
                    <a:gd name="T95" fmla="*/ 42 h 74"/>
                    <a:gd name="T96" fmla="*/ 66 w 74"/>
                    <a:gd name="T97" fmla="*/ 44 h 74"/>
                    <a:gd name="T98" fmla="*/ 62 w 74"/>
                    <a:gd name="T99" fmla="*/ 44 h 74"/>
                    <a:gd name="T100" fmla="*/ 58 w 74"/>
                    <a:gd name="T101" fmla="*/ 48 h 74"/>
                    <a:gd name="T102" fmla="*/ 54 w 74"/>
                    <a:gd name="T103" fmla="*/ 48 h 74"/>
                    <a:gd name="T104" fmla="*/ 52 w 74"/>
                    <a:gd name="T105" fmla="*/ 52 h 74"/>
                    <a:gd name="T106" fmla="*/ 52 w 74"/>
                    <a:gd name="T107" fmla="*/ 56 h 74"/>
                    <a:gd name="T108" fmla="*/ 54 w 74"/>
                    <a:gd name="T109" fmla="*/ 64 h 74"/>
                    <a:gd name="T110" fmla="*/ 54 w 74"/>
                    <a:gd name="T111" fmla="*/ 64 h 74"/>
                    <a:gd name="T112" fmla="*/ 48 w 74"/>
                    <a:gd name="T113" fmla="*/ 64 h 74"/>
                    <a:gd name="T114" fmla="*/ 48 w 74"/>
                    <a:gd name="T115" fmla="*/ 64 h 74"/>
                    <a:gd name="T116" fmla="*/ 44 w 74"/>
                    <a:gd name="T117" fmla="*/ 68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74" h="74">
                      <a:moveTo>
                        <a:pt x="40" y="64"/>
                      </a:moveTo>
                      <a:lnTo>
                        <a:pt x="40" y="64"/>
                      </a:lnTo>
                      <a:lnTo>
                        <a:pt x="40" y="64"/>
                      </a:lnTo>
                      <a:lnTo>
                        <a:pt x="40" y="64"/>
                      </a:lnTo>
                      <a:lnTo>
                        <a:pt x="40" y="68"/>
                      </a:lnTo>
                      <a:lnTo>
                        <a:pt x="40" y="68"/>
                      </a:lnTo>
                      <a:lnTo>
                        <a:pt x="40" y="68"/>
                      </a:lnTo>
                      <a:lnTo>
                        <a:pt x="40" y="68"/>
                      </a:lnTo>
                      <a:lnTo>
                        <a:pt x="40" y="68"/>
                      </a:lnTo>
                      <a:lnTo>
                        <a:pt x="40" y="68"/>
                      </a:lnTo>
                      <a:lnTo>
                        <a:pt x="36" y="70"/>
                      </a:lnTo>
                      <a:lnTo>
                        <a:pt x="36" y="70"/>
                      </a:lnTo>
                      <a:lnTo>
                        <a:pt x="36" y="70"/>
                      </a:lnTo>
                      <a:lnTo>
                        <a:pt x="36" y="70"/>
                      </a:lnTo>
                      <a:lnTo>
                        <a:pt x="36" y="70"/>
                      </a:lnTo>
                      <a:lnTo>
                        <a:pt x="36" y="70"/>
                      </a:lnTo>
                      <a:lnTo>
                        <a:pt x="36" y="70"/>
                      </a:lnTo>
                      <a:lnTo>
                        <a:pt x="36" y="70"/>
                      </a:lnTo>
                      <a:lnTo>
                        <a:pt x="36" y="70"/>
                      </a:lnTo>
                      <a:lnTo>
                        <a:pt x="36" y="70"/>
                      </a:lnTo>
                      <a:lnTo>
                        <a:pt x="32" y="70"/>
                      </a:lnTo>
                      <a:lnTo>
                        <a:pt x="32" y="70"/>
                      </a:lnTo>
                      <a:lnTo>
                        <a:pt x="32" y="70"/>
                      </a:lnTo>
                      <a:lnTo>
                        <a:pt x="32" y="70"/>
                      </a:lnTo>
                      <a:lnTo>
                        <a:pt x="32" y="70"/>
                      </a:lnTo>
                      <a:lnTo>
                        <a:pt x="32" y="70"/>
                      </a:lnTo>
                      <a:lnTo>
                        <a:pt x="32" y="70"/>
                      </a:lnTo>
                      <a:lnTo>
                        <a:pt x="32" y="74"/>
                      </a:lnTo>
                      <a:lnTo>
                        <a:pt x="30" y="74"/>
                      </a:lnTo>
                      <a:lnTo>
                        <a:pt x="30" y="70"/>
                      </a:lnTo>
                      <a:lnTo>
                        <a:pt x="30" y="70"/>
                      </a:lnTo>
                      <a:lnTo>
                        <a:pt x="30" y="70"/>
                      </a:lnTo>
                      <a:lnTo>
                        <a:pt x="26" y="70"/>
                      </a:lnTo>
                      <a:lnTo>
                        <a:pt x="26" y="70"/>
                      </a:lnTo>
                      <a:lnTo>
                        <a:pt x="26" y="70"/>
                      </a:lnTo>
                      <a:lnTo>
                        <a:pt x="26" y="70"/>
                      </a:lnTo>
                      <a:lnTo>
                        <a:pt x="26" y="70"/>
                      </a:lnTo>
                      <a:lnTo>
                        <a:pt x="22" y="70"/>
                      </a:lnTo>
                      <a:lnTo>
                        <a:pt x="22" y="70"/>
                      </a:lnTo>
                      <a:lnTo>
                        <a:pt x="22" y="70"/>
                      </a:lnTo>
                      <a:lnTo>
                        <a:pt x="22" y="70"/>
                      </a:lnTo>
                      <a:lnTo>
                        <a:pt x="22" y="70"/>
                      </a:lnTo>
                      <a:lnTo>
                        <a:pt x="18" y="70"/>
                      </a:lnTo>
                      <a:lnTo>
                        <a:pt x="18" y="70"/>
                      </a:lnTo>
                      <a:lnTo>
                        <a:pt x="18" y="70"/>
                      </a:lnTo>
                      <a:lnTo>
                        <a:pt x="18" y="68"/>
                      </a:lnTo>
                      <a:lnTo>
                        <a:pt x="18" y="68"/>
                      </a:lnTo>
                      <a:lnTo>
                        <a:pt x="18" y="68"/>
                      </a:lnTo>
                      <a:lnTo>
                        <a:pt x="18" y="68"/>
                      </a:lnTo>
                      <a:lnTo>
                        <a:pt x="18" y="68"/>
                      </a:lnTo>
                      <a:lnTo>
                        <a:pt x="22" y="68"/>
                      </a:lnTo>
                      <a:lnTo>
                        <a:pt x="22" y="68"/>
                      </a:lnTo>
                      <a:lnTo>
                        <a:pt x="22" y="68"/>
                      </a:lnTo>
                      <a:lnTo>
                        <a:pt x="22" y="64"/>
                      </a:lnTo>
                      <a:lnTo>
                        <a:pt x="22" y="64"/>
                      </a:lnTo>
                      <a:lnTo>
                        <a:pt x="18" y="64"/>
                      </a:lnTo>
                      <a:lnTo>
                        <a:pt x="18" y="60"/>
                      </a:lnTo>
                      <a:lnTo>
                        <a:pt x="18" y="60"/>
                      </a:lnTo>
                      <a:lnTo>
                        <a:pt x="18" y="60"/>
                      </a:lnTo>
                      <a:lnTo>
                        <a:pt x="18" y="64"/>
                      </a:lnTo>
                      <a:lnTo>
                        <a:pt x="18" y="64"/>
                      </a:lnTo>
                      <a:lnTo>
                        <a:pt x="14" y="64"/>
                      </a:lnTo>
                      <a:lnTo>
                        <a:pt x="14" y="64"/>
                      </a:lnTo>
                      <a:lnTo>
                        <a:pt x="14" y="68"/>
                      </a:lnTo>
                      <a:lnTo>
                        <a:pt x="10" y="68"/>
                      </a:lnTo>
                      <a:lnTo>
                        <a:pt x="10" y="64"/>
                      </a:lnTo>
                      <a:lnTo>
                        <a:pt x="10" y="64"/>
                      </a:lnTo>
                      <a:lnTo>
                        <a:pt x="10" y="64"/>
                      </a:lnTo>
                      <a:lnTo>
                        <a:pt x="10" y="60"/>
                      </a:lnTo>
                      <a:lnTo>
                        <a:pt x="10" y="60"/>
                      </a:lnTo>
                      <a:lnTo>
                        <a:pt x="10" y="60"/>
                      </a:lnTo>
                      <a:lnTo>
                        <a:pt x="10" y="56"/>
                      </a:lnTo>
                      <a:lnTo>
                        <a:pt x="10" y="56"/>
                      </a:lnTo>
                      <a:lnTo>
                        <a:pt x="10" y="52"/>
                      </a:lnTo>
                      <a:lnTo>
                        <a:pt x="10" y="56"/>
                      </a:lnTo>
                      <a:lnTo>
                        <a:pt x="10" y="52"/>
                      </a:lnTo>
                      <a:lnTo>
                        <a:pt x="10" y="52"/>
                      </a:lnTo>
                      <a:lnTo>
                        <a:pt x="10" y="52"/>
                      </a:lnTo>
                      <a:lnTo>
                        <a:pt x="10" y="52"/>
                      </a:lnTo>
                      <a:lnTo>
                        <a:pt x="10" y="52"/>
                      </a:lnTo>
                      <a:lnTo>
                        <a:pt x="10" y="52"/>
                      </a:lnTo>
                      <a:lnTo>
                        <a:pt x="10" y="52"/>
                      </a:lnTo>
                      <a:lnTo>
                        <a:pt x="10" y="52"/>
                      </a:lnTo>
                      <a:lnTo>
                        <a:pt x="10" y="52"/>
                      </a:lnTo>
                      <a:lnTo>
                        <a:pt x="10" y="52"/>
                      </a:lnTo>
                      <a:lnTo>
                        <a:pt x="10" y="52"/>
                      </a:lnTo>
                      <a:lnTo>
                        <a:pt x="10" y="52"/>
                      </a:lnTo>
                      <a:lnTo>
                        <a:pt x="10" y="52"/>
                      </a:lnTo>
                      <a:lnTo>
                        <a:pt x="10" y="52"/>
                      </a:lnTo>
                      <a:lnTo>
                        <a:pt x="10" y="52"/>
                      </a:lnTo>
                      <a:lnTo>
                        <a:pt x="10" y="48"/>
                      </a:lnTo>
                      <a:lnTo>
                        <a:pt x="10" y="48"/>
                      </a:lnTo>
                      <a:lnTo>
                        <a:pt x="10" y="48"/>
                      </a:lnTo>
                      <a:lnTo>
                        <a:pt x="6" y="48"/>
                      </a:lnTo>
                      <a:lnTo>
                        <a:pt x="10" y="48"/>
                      </a:lnTo>
                      <a:lnTo>
                        <a:pt x="10" y="48"/>
                      </a:lnTo>
                      <a:lnTo>
                        <a:pt x="10" y="48"/>
                      </a:lnTo>
                      <a:lnTo>
                        <a:pt x="10" y="52"/>
                      </a:lnTo>
                      <a:lnTo>
                        <a:pt x="10" y="52"/>
                      </a:lnTo>
                      <a:lnTo>
                        <a:pt x="10" y="52"/>
                      </a:lnTo>
                      <a:lnTo>
                        <a:pt x="10" y="52"/>
                      </a:lnTo>
                      <a:lnTo>
                        <a:pt x="10" y="52"/>
                      </a:lnTo>
                      <a:lnTo>
                        <a:pt x="10" y="52"/>
                      </a:lnTo>
                      <a:lnTo>
                        <a:pt x="10" y="52"/>
                      </a:lnTo>
                      <a:lnTo>
                        <a:pt x="10" y="52"/>
                      </a:lnTo>
                      <a:lnTo>
                        <a:pt x="10" y="52"/>
                      </a:lnTo>
                      <a:lnTo>
                        <a:pt x="10" y="48"/>
                      </a:lnTo>
                      <a:lnTo>
                        <a:pt x="6" y="48"/>
                      </a:lnTo>
                      <a:lnTo>
                        <a:pt x="6" y="48"/>
                      </a:lnTo>
                      <a:lnTo>
                        <a:pt x="6" y="48"/>
                      </a:lnTo>
                      <a:lnTo>
                        <a:pt x="6" y="44"/>
                      </a:lnTo>
                      <a:lnTo>
                        <a:pt x="6" y="42"/>
                      </a:lnTo>
                      <a:lnTo>
                        <a:pt x="6" y="42"/>
                      </a:lnTo>
                      <a:lnTo>
                        <a:pt x="6" y="38"/>
                      </a:lnTo>
                      <a:lnTo>
                        <a:pt x="6" y="38"/>
                      </a:lnTo>
                      <a:lnTo>
                        <a:pt x="4" y="38"/>
                      </a:lnTo>
                      <a:lnTo>
                        <a:pt x="4" y="34"/>
                      </a:lnTo>
                      <a:lnTo>
                        <a:pt x="4" y="34"/>
                      </a:lnTo>
                      <a:lnTo>
                        <a:pt x="4" y="34"/>
                      </a:lnTo>
                      <a:lnTo>
                        <a:pt x="4" y="34"/>
                      </a:lnTo>
                      <a:lnTo>
                        <a:pt x="4" y="34"/>
                      </a:lnTo>
                      <a:lnTo>
                        <a:pt x="4" y="34"/>
                      </a:lnTo>
                      <a:lnTo>
                        <a:pt x="4" y="34"/>
                      </a:lnTo>
                      <a:lnTo>
                        <a:pt x="4" y="30"/>
                      </a:lnTo>
                      <a:lnTo>
                        <a:pt x="4" y="26"/>
                      </a:lnTo>
                      <a:lnTo>
                        <a:pt x="4" y="26"/>
                      </a:lnTo>
                      <a:lnTo>
                        <a:pt x="0" y="22"/>
                      </a:lnTo>
                      <a:lnTo>
                        <a:pt x="0" y="22"/>
                      </a:lnTo>
                      <a:lnTo>
                        <a:pt x="0" y="22"/>
                      </a:lnTo>
                      <a:lnTo>
                        <a:pt x="0" y="22"/>
                      </a:lnTo>
                      <a:lnTo>
                        <a:pt x="0" y="20"/>
                      </a:lnTo>
                      <a:lnTo>
                        <a:pt x="4" y="20"/>
                      </a:lnTo>
                      <a:lnTo>
                        <a:pt x="4" y="20"/>
                      </a:lnTo>
                      <a:lnTo>
                        <a:pt x="4" y="20"/>
                      </a:lnTo>
                      <a:lnTo>
                        <a:pt x="4" y="20"/>
                      </a:lnTo>
                      <a:lnTo>
                        <a:pt x="4" y="20"/>
                      </a:lnTo>
                      <a:lnTo>
                        <a:pt x="4" y="20"/>
                      </a:lnTo>
                      <a:lnTo>
                        <a:pt x="4" y="20"/>
                      </a:lnTo>
                      <a:lnTo>
                        <a:pt x="4" y="20"/>
                      </a:lnTo>
                      <a:lnTo>
                        <a:pt x="4" y="20"/>
                      </a:lnTo>
                      <a:lnTo>
                        <a:pt x="4" y="16"/>
                      </a:lnTo>
                      <a:lnTo>
                        <a:pt x="6" y="16"/>
                      </a:lnTo>
                      <a:lnTo>
                        <a:pt x="6" y="16"/>
                      </a:lnTo>
                      <a:lnTo>
                        <a:pt x="6" y="16"/>
                      </a:lnTo>
                      <a:lnTo>
                        <a:pt x="6" y="12"/>
                      </a:lnTo>
                      <a:lnTo>
                        <a:pt x="6" y="12"/>
                      </a:lnTo>
                      <a:lnTo>
                        <a:pt x="6" y="12"/>
                      </a:lnTo>
                      <a:lnTo>
                        <a:pt x="6" y="12"/>
                      </a:lnTo>
                      <a:lnTo>
                        <a:pt x="10" y="12"/>
                      </a:lnTo>
                      <a:lnTo>
                        <a:pt x="10" y="8"/>
                      </a:lnTo>
                      <a:lnTo>
                        <a:pt x="10" y="8"/>
                      </a:lnTo>
                      <a:lnTo>
                        <a:pt x="10" y="8"/>
                      </a:lnTo>
                      <a:lnTo>
                        <a:pt x="10" y="8"/>
                      </a:lnTo>
                      <a:lnTo>
                        <a:pt x="10" y="8"/>
                      </a:lnTo>
                      <a:lnTo>
                        <a:pt x="10" y="8"/>
                      </a:lnTo>
                      <a:lnTo>
                        <a:pt x="10" y="8"/>
                      </a:lnTo>
                      <a:lnTo>
                        <a:pt x="10" y="8"/>
                      </a:lnTo>
                      <a:lnTo>
                        <a:pt x="10" y="8"/>
                      </a:lnTo>
                      <a:lnTo>
                        <a:pt x="10" y="8"/>
                      </a:lnTo>
                      <a:lnTo>
                        <a:pt x="14" y="8"/>
                      </a:lnTo>
                      <a:lnTo>
                        <a:pt x="14" y="4"/>
                      </a:lnTo>
                      <a:lnTo>
                        <a:pt x="14" y="4"/>
                      </a:lnTo>
                      <a:lnTo>
                        <a:pt x="14" y="4"/>
                      </a:lnTo>
                      <a:lnTo>
                        <a:pt x="14" y="4"/>
                      </a:lnTo>
                      <a:lnTo>
                        <a:pt x="18" y="4"/>
                      </a:lnTo>
                      <a:lnTo>
                        <a:pt x="18" y="4"/>
                      </a:lnTo>
                      <a:lnTo>
                        <a:pt x="18" y="4"/>
                      </a:lnTo>
                      <a:lnTo>
                        <a:pt x="18" y="4"/>
                      </a:lnTo>
                      <a:lnTo>
                        <a:pt x="22" y="4"/>
                      </a:lnTo>
                      <a:lnTo>
                        <a:pt x="22" y="4"/>
                      </a:lnTo>
                      <a:lnTo>
                        <a:pt x="22" y="4"/>
                      </a:lnTo>
                      <a:lnTo>
                        <a:pt x="26" y="4"/>
                      </a:lnTo>
                      <a:lnTo>
                        <a:pt x="26" y="4"/>
                      </a:lnTo>
                      <a:lnTo>
                        <a:pt x="26" y="4"/>
                      </a:lnTo>
                      <a:lnTo>
                        <a:pt x="26" y="4"/>
                      </a:lnTo>
                      <a:lnTo>
                        <a:pt x="30" y="4"/>
                      </a:lnTo>
                      <a:lnTo>
                        <a:pt x="30" y="4"/>
                      </a:lnTo>
                      <a:lnTo>
                        <a:pt x="30" y="4"/>
                      </a:lnTo>
                      <a:lnTo>
                        <a:pt x="30" y="4"/>
                      </a:lnTo>
                      <a:lnTo>
                        <a:pt x="32" y="4"/>
                      </a:lnTo>
                      <a:lnTo>
                        <a:pt x="32" y="4"/>
                      </a:lnTo>
                      <a:lnTo>
                        <a:pt x="32" y="4"/>
                      </a:lnTo>
                      <a:lnTo>
                        <a:pt x="32" y="4"/>
                      </a:lnTo>
                      <a:lnTo>
                        <a:pt x="36" y="4"/>
                      </a:lnTo>
                      <a:lnTo>
                        <a:pt x="36" y="4"/>
                      </a:lnTo>
                      <a:lnTo>
                        <a:pt x="36" y="4"/>
                      </a:lnTo>
                      <a:lnTo>
                        <a:pt x="36" y="4"/>
                      </a:lnTo>
                      <a:lnTo>
                        <a:pt x="36" y="4"/>
                      </a:lnTo>
                      <a:lnTo>
                        <a:pt x="36" y="4"/>
                      </a:lnTo>
                      <a:lnTo>
                        <a:pt x="36" y="8"/>
                      </a:lnTo>
                      <a:lnTo>
                        <a:pt x="36" y="8"/>
                      </a:lnTo>
                      <a:lnTo>
                        <a:pt x="40" y="8"/>
                      </a:lnTo>
                      <a:lnTo>
                        <a:pt x="40" y="8"/>
                      </a:lnTo>
                      <a:lnTo>
                        <a:pt x="40" y="8"/>
                      </a:lnTo>
                      <a:lnTo>
                        <a:pt x="40" y="8"/>
                      </a:lnTo>
                      <a:lnTo>
                        <a:pt x="40" y="8"/>
                      </a:lnTo>
                      <a:lnTo>
                        <a:pt x="40" y="4"/>
                      </a:lnTo>
                      <a:lnTo>
                        <a:pt x="40" y="4"/>
                      </a:lnTo>
                      <a:lnTo>
                        <a:pt x="40" y="8"/>
                      </a:lnTo>
                      <a:lnTo>
                        <a:pt x="44" y="8"/>
                      </a:lnTo>
                      <a:lnTo>
                        <a:pt x="44" y="12"/>
                      </a:lnTo>
                      <a:lnTo>
                        <a:pt x="44" y="12"/>
                      </a:lnTo>
                      <a:lnTo>
                        <a:pt x="44" y="8"/>
                      </a:lnTo>
                      <a:lnTo>
                        <a:pt x="48" y="8"/>
                      </a:lnTo>
                      <a:lnTo>
                        <a:pt x="48" y="12"/>
                      </a:lnTo>
                      <a:lnTo>
                        <a:pt x="48" y="12"/>
                      </a:lnTo>
                      <a:lnTo>
                        <a:pt x="48" y="12"/>
                      </a:lnTo>
                      <a:lnTo>
                        <a:pt x="52" y="12"/>
                      </a:lnTo>
                      <a:lnTo>
                        <a:pt x="52" y="12"/>
                      </a:lnTo>
                      <a:lnTo>
                        <a:pt x="52" y="12"/>
                      </a:lnTo>
                      <a:lnTo>
                        <a:pt x="52" y="12"/>
                      </a:lnTo>
                      <a:lnTo>
                        <a:pt x="52" y="12"/>
                      </a:lnTo>
                      <a:lnTo>
                        <a:pt x="54" y="12"/>
                      </a:lnTo>
                      <a:lnTo>
                        <a:pt x="54" y="12"/>
                      </a:lnTo>
                      <a:lnTo>
                        <a:pt x="54" y="12"/>
                      </a:lnTo>
                      <a:lnTo>
                        <a:pt x="54" y="8"/>
                      </a:lnTo>
                      <a:lnTo>
                        <a:pt x="52" y="8"/>
                      </a:lnTo>
                      <a:lnTo>
                        <a:pt x="52" y="8"/>
                      </a:lnTo>
                      <a:lnTo>
                        <a:pt x="52" y="4"/>
                      </a:lnTo>
                      <a:lnTo>
                        <a:pt x="54" y="4"/>
                      </a:lnTo>
                      <a:lnTo>
                        <a:pt x="54" y="4"/>
                      </a:lnTo>
                      <a:lnTo>
                        <a:pt x="54" y="4"/>
                      </a:lnTo>
                      <a:lnTo>
                        <a:pt x="54" y="4"/>
                      </a:lnTo>
                      <a:lnTo>
                        <a:pt x="54" y="4"/>
                      </a:lnTo>
                      <a:lnTo>
                        <a:pt x="54" y="4"/>
                      </a:lnTo>
                      <a:lnTo>
                        <a:pt x="54" y="4"/>
                      </a:lnTo>
                      <a:lnTo>
                        <a:pt x="54" y="4"/>
                      </a:lnTo>
                      <a:lnTo>
                        <a:pt x="54" y="4"/>
                      </a:lnTo>
                      <a:lnTo>
                        <a:pt x="54" y="4"/>
                      </a:lnTo>
                      <a:lnTo>
                        <a:pt x="58" y="4"/>
                      </a:lnTo>
                      <a:lnTo>
                        <a:pt x="58" y="4"/>
                      </a:lnTo>
                      <a:lnTo>
                        <a:pt x="58" y="4"/>
                      </a:lnTo>
                      <a:lnTo>
                        <a:pt x="58" y="0"/>
                      </a:lnTo>
                      <a:lnTo>
                        <a:pt x="58" y="0"/>
                      </a:lnTo>
                      <a:lnTo>
                        <a:pt x="62" y="4"/>
                      </a:lnTo>
                      <a:lnTo>
                        <a:pt x="62" y="4"/>
                      </a:lnTo>
                      <a:lnTo>
                        <a:pt x="62" y="4"/>
                      </a:lnTo>
                      <a:lnTo>
                        <a:pt x="62" y="4"/>
                      </a:lnTo>
                      <a:lnTo>
                        <a:pt x="62" y="4"/>
                      </a:lnTo>
                      <a:lnTo>
                        <a:pt x="62" y="4"/>
                      </a:lnTo>
                      <a:lnTo>
                        <a:pt x="62" y="8"/>
                      </a:lnTo>
                      <a:lnTo>
                        <a:pt x="70" y="4"/>
                      </a:lnTo>
                      <a:lnTo>
                        <a:pt x="70" y="4"/>
                      </a:lnTo>
                      <a:lnTo>
                        <a:pt x="70" y="4"/>
                      </a:lnTo>
                      <a:lnTo>
                        <a:pt x="70" y="4"/>
                      </a:lnTo>
                      <a:lnTo>
                        <a:pt x="70" y="0"/>
                      </a:lnTo>
                      <a:lnTo>
                        <a:pt x="74" y="0"/>
                      </a:lnTo>
                      <a:lnTo>
                        <a:pt x="74" y="0"/>
                      </a:lnTo>
                      <a:lnTo>
                        <a:pt x="74" y="0"/>
                      </a:lnTo>
                      <a:lnTo>
                        <a:pt x="74" y="0"/>
                      </a:lnTo>
                      <a:lnTo>
                        <a:pt x="74" y="0"/>
                      </a:lnTo>
                      <a:lnTo>
                        <a:pt x="74" y="4"/>
                      </a:lnTo>
                      <a:lnTo>
                        <a:pt x="74" y="4"/>
                      </a:lnTo>
                      <a:lnTo>
                        <a:pt x="74" y="4"/>
                      </a:lnTo>
                      <a:lnTo>
                        <a:pt x="74" y="4"/>
                      </a:lnTo>
                      <a:lnTo>
                        <a:pt x="74" y="4"/>
                      </a:lnTo>
                      <a:lnTo>
                        <a:pt x="70" y="4"/>
                      </a:lnTo>
                      <a:lnTo>
                        <a:pt x="74" y="8"/>
                      </a:lnTo>
                      <a:lnTo>
                        <a:pt x="74" y="8"/>
                      </a:lnTo>
                      <a:lnTo>
                        <a:pt x="70" y="8"/>
                      </a:lnTo>
                      <a:lnTo>
                        <a:pt x="70" y="8"/>
                      </a:lnTo>
                      <a:lnTo>
                        <a:pt x="70" y="12"/>
                      </a:lnTo>
                      <a:lnTo>
                        <a:pt x="74" y="12"/>
                      </a:lnTo>
                      <a:lnTo>
                        <a:pt x="74" y="12"/>
                      </a:lnTo>
                      <a:lnTo>
                        <a:pt x="74" y="16"/>
                      </a:lnTo>
                      <a:lnTo>
                        <a:pt x="74" y="16"/>
                      </a:lnTo>
                      <a:lnTo>
                        <a:pt x="74" y="20"/>
                      </a:lnTo>
                      <a:lnTo>
                        <a:pt x="74" y="20"/>
                      </a:lnTo>
                      <a:lnTo>
                        <a:pt x="74" y="22"/>
                      </a:lnTo>
                      <a:lnTo>
                        <a:pt x="74" y="22"/>
                      </a:lnTo>
                      <a:lnTo>
                        <a:pt x="74" y="30"/>
                      </a:lnTo>
                      <a:lnTo>
                        <a:pt x="74" y="30"/>
                      </a:lnTo>
                      <a:lnTo>
                        <a:pt x="74" y="30"/>
                      </a:lnTo>
                      <a:lnTo>
                        <a:pt x="74" y="30"/>
                      </a:lnTo>
                      <a:lnTo>
                        <a:pt x="74" y="34"/>
                      </a:lnTo>
                      <a:lnTo>
                        <a:pt x="74" y="38"/>
                      </a:lnTo>
                      <a:lnTo>
                        <a:pt x="74" y="38"/>
                      </a:lnTo>
                      <a:lnTo>
                        <a:pt x="74" y="42"/>
                      </a:lnTo>
                      <a:lnTo>
                        <a:pt x="74" y="42"/>
                      </a:lnTo>
                      <a:lnTo>
                        <a:pt x="74" y="42"/>
                      </a:lnTo>
                      <a:lnTo>
                        <a:pt x="74" y="42"/>
                      </a:lnTo>
                      <a:lnTo>
                        <a:pt x="74" y="42"/>
                      </a:lnTo>
                      <a:lnTo>
                        <a:pt x="70" y="42"/>
                      </a:lnTo>
                      <a:lnTo>
                        <a:pt x="70" y="42"/>
                      </a:lnTo>
                      <a:lnTo>
                        <a:pt x="70" y="42"/>
                      </a:lnTo>
                      <a:lnTo>
                        <a:pt x="70" y="42"/>
                      </a:lnTo>
                      <a:lnTo>
                        <a:pt x="70" y="42"/>
                      </a:lnTo>
                      <a:lnTo>
                        <a:pt x="70" y="42"/>
                      </a:lnTo>
                      <a:lnTo>
                        <a:pt x="66" y="42"/>
                      </a:lnTo>
                      <a:lnTo>
                        <a:pt x="66" y="44"/>
                      </a:lnTo>
                      <a:lnTo>
                        <a:pt x="66" y="44"/>
                      </a:lnTo>
                      <a:lnTo>
                        <a:pt x="66" y="44"/>
                      </a:lnTo>
                      <a:lnTo>
                        <a:pt x="66" y="44"/>
                      </a:lnTo>
                      <a:lnTo>
                        <a:pt x="66" y="44"/>
                      </a:lnTo>
                      <a:lnTo>
                        <a:pt x="66" y="44"/>
                      </a:lnTo>
                      <a:lnTo>
                        <a:pt x="62" y="44"/>
                      </a:lnTo>
                      <a:lnTo>
                        <a:pt x="62" y="44"/>
                      </a:lnTo>
                      <a:lnTo>
                        <a:pt x="62" y="44"/>
                      </a:lnTo>
                      <a:lnTo>
                        <a:pt x="62" y="48"/>
                      </a:lnTo>
                      <a:lnTo>
                        <a:pt x="62" y="44"/>
                      </a:lnTo>
                      <a:lnTo>
                        <a:pt x="58" y="44"/>
                      </a:lnTo>
                      <a:lnTo>
                        <a:pt x="58" y="44"/>
                      </a:lnTo>
                      <a:lnTo>
                        <a:pt x="58" y="44"/>
                      </a:lnTo>
                      <a:lnTo>
                        <a:pt x="58" y="48"/>
                      </a:lnTo>
                      <a:lnTo>
                        <a:pt x="58" y="48"/>
                      </a:lnTo>
                      <a:lnTo>
                        <a:pt x="58" y="48"/>
                      </a:lnTo>
                      <a:lnTo>
                        <a:pt x="58" y="52"/>
                      </a:lnTo>
                      <a:lnTo>
                        <a:pt x="58" y="52"/>
                      </a:lnTo>
                      <a:lnTo>
                        <a:pt x="58" y="52"/>
                      </a:lnTo>
                      <a:lnTo>
                        <a:pt x="54" y="52"/>
                      </a:lnTo>
                      <a:lnTo>
                        <a:pt x="54" y="52"/>
                      </a:lnTo>
                      <a:lnTo>
                        <a:pt x="54" y="48"/>
                      </a:lnTo>
                      <a:lnTo>
                        <a:pt x="52" y="48"/>
                      </a:lnTo>
                      <a:lnTo>
                        <a:pt x="52" y="48"/>
                      </a:lnTo>
                      <a:lnTo>
                        <a:pt x="52" y="52"/>
                      </a:lnTo>
                      <a:lnTo>
                        <a:pt x="52" y="52"/>
                      </a:lnTo>
                      <a:lnTo>
                        <a:pt x="52" y="52"/>
                      </a:lnTo>
                      <a:lnTo>
                        <a:pt x="52" y="52"/>
                      </a:lnTo>
                      <a:lnTo>
                        <a:pt x="52" y="52"/>
                      </a:lnTo>
                      <a:lnTo>
                        <a:pt x="52" y="52"/>
                      </a:lnTo>
                      <a:lnTo>
                        <a:pt x="52" y="52"/>
                      </a:lnTo>
                      <a:lnTo>
                        <a:pt x="52" y="52"/>
                      </a:lnTo>
                      <a:lnTo>
                        <a:pt x="52" y="52"/>
                      </a:lnTo>
                      <a:lnTo>
                        <a:pt x="52" y="56"/>
                      </a:lnTo>
                      <a:lnTo>
                        <a:pt x="52" y="56"/>
                      </a:lnTo>
                      <a:lnTo>
                        <a:pt x="52" y="60"/>
                      </a:lnTo>
                      <a:lnTo>
                        <a:pt x="52" y="60"/>
                      </a:lnTo>
                      <a:lnTo>
                        <a:pt x="52" y="60"/>
                      </a:lnTo>
                      <a:lnTo>
                        <a:pt x="54" y="64"/>
                      </a:lnTo>
                      <a:lnTo>
                        <a:pt x="54" y="64"/>
                      </a:lnTo>
                      <a:lnTo>
                        <a:pt x="54" y="64"/>
                      </a:lnTo>
                      <a:lnTo>
                        <a:pt x="54" y="64"/>
                      </a:lnTo>
                      <a:lnTo>
                        <a:pt x="54" y="64"/>
                      </a:lnTo>
                      <a:lnTo>
                        <a:pt x="54" y="64"/>
                      </a:lnTo>
                      <a:lnTo>
                        <a:pt x="54" y="64"/>
                      </a:lnTo>
                      <a:lnTo>
                        <a:pt x="54" y="64"/>
                      </a:lnTo>
                      <a:lnTo>
                        <a:pt x="54" y="68"/>
                      </a:lnTo>
                      <a:lnTo>
                        <a:pt x="54" y="68"/>
                      </a:lnTo>
                      <a:lnTo>
                        <a:pt x="54" y="68"/>
                      </a:lnTo>
                      <a:lnTo>
                        <a:pt x="52" y="64"/>
                      </a:lnTo>
                      <a:lnTo>
                        <a:pt x="52" y="64"/>
                      </a:lnTo>
                      <a:lnTo>
                        <a:pt x="48" y="64"/>
                      </a:lnTo>
                      <a:lnTo>
                        <a:pt x="48" y="64"/>
                      </a:lnTo>
                      <a:lnTo>
                        <a:pt x="48" y="64"/>
                      </a:lnTo>
                      <a:lnTo>
                        <a:pt x="48" y="64"/>
                      </a:lnTo>
                      <a:lnTo>
                        <a:pt x="48" y="64"/>
                      </a:lnTo>
                      <a:lnTo>
                        <a:pt x="48" y="64"/>
                      </a:lnTo>
                      <a:lnTo>
                        <a:pt x="48" y="64"/>
                      </a:lnTo>
                      <a:lnTo>
                        <a:pt x="44" y="64"/>
                      </a:lnTo>
                      <a:lnTo>
                        <a:pt x="44" y="64"/>
                      </a:lnTo>
                      <a:lnTo>
                        <a:pt x="44" y="64"/>
                      </a:lnTo>
                      <a:lnTo>
                        <a:pt x="44" y="64"/>
                      </a:lnTo>
                      <a:lnTo>
                        <a:pt x="44" y="68"/>
                      </a:lnTo>
                      <a:lnTo>
                        <a:pt x="44" y="68"/>
                      </a:lnTo>
                      <a:lnTo>
                        <a:pt x="40" y="64"/>
                      </a:lnTo>
                      <a:lnTo>
                        <a:pt x="40" y="64"/>
                      </a:lnTo>
                      <a:lnTo>
                        <a:pt x="40" y="64"/>
                      </a:lnTo>
                      <a:lnTo>
                        <a:pt x="40" y="64"/>
                      </a:lnTo>
                      <a:lnTo>
                        <a:pt x="40" y="64"/>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58" name="Freeform 24">
                  <a:extLst>
                    <a:ext uri="{FF2B5EF4-FFF2-40B4-BE49-F238E27FC236}">
                      <a16:creationId xmlns:a16="http://schemas.microsoft.com/office/drawing/2014/main" id="{88AECE7C-30DC-7870-C5AD-3EC197094F55}"/>
                    </a:ext>
                  </a:extLst>
                </p:cNvPr>
                <p:cNvSpPr>
                  <a:spLocks noEditPoints="1"/>
                </p:cNvSpPr>
                <p:nvPr/>
              </p:nvSpPr>
              <p:spPr bwMode="gray">
                <a:xfrm>
                  <a:off x="6608790" y="2804784"/>
                  <a:ext cx="1502725" cy="1172260"/>
                </a:xfrm>
                <a:custGeom>
                  <a:avLst/>
                  <a:gdLst>
                    <a:gd name="T0" fmla="*/ 356 w 864"/>
                    <a:gd name="T1" fmla="*/ 518 h 674"/>
                    <a:gd name="T2" fmla="*/ 328 w 864"/>
                    <a:gd name="T3" fmla="*/ 484 h 674"/>
                    <a:gd name="T4" fmla="*/ 282 w 864"/>
                    <a:gd name="T5" fmla="*/ 484 h 674"/>
                    <a:gd name="T6" fmla="*/ 226 w 864"/>
                    <a:gd name="T7" fmla="*/ 496 h 674"/>
                    <a:gd name="T8" fmla="*/ 182 w 864"/>
                    <a:gd name="T9" fmla="*/ 500 h 674"/>
                    <a:gd name="T10" fmla="*/ 136 w 864"/>
                    <a:gd name="T11" fmla="*/ 470 h 674"/>
                    <a:gd name="T12" fmla="*/ 84 w 864"/>
                    <a:gd name="T13" fmla="*/ 444 h 674"/>
                    <a:gd name="T14" fmla="*/ 76 w 864"/>
                    <a:gd name="T15" fmla="*/ 402 h 674"/>
                    <a:gd name="T16" fmla="*/ 44 w 864"/>
                    <a:gd name="T17" fmla="*/ 354 h 674"/>
                    <a:gd name="T18" fmla="*/ 20 w 864"/>
                    <a:gd name="T19" fmla="*/ 316 h 674"/>
                    <a:gd name="T20" fmla="*/ 18 w 864"/>
                    <a:gd name="T21" fmla="*/ 268 h 674"/>
                    <a:gd name="T22" fmla="*/ 74 w 864"/>
                    <a:gd name="T23" fmla="*/ 242 h 674"/>
                    <a:gd name="T24" fmla="*/ 96 w 864"/>
                    <a:gd name="T25" fmla="*/ 194 h 674"/>
                    <a:gd name="T26" fmla="*/ 122 w 864"/>
                    <a:gd name="T27" fmla="*/ 164 h 674"/>
                    <a:gd name="T28" fmla="*/ 170 w 864"/>
                    <a:gd name="T29" fmla="*/ 120 h 674"/>
                    <a:gd name="T30" fmla="*/ 218 w 864"/>
                    <a:gd name="T31" fmla="*/ 112 h 674"/>
                    <a:gd name="T32" fmla="*/ 242 w 864"/>
                    <a:gd name="T33" fmla="*/ 168 h 674"/>
                    <a:gd name="T34" fmla="*/ 312 w 864"/>
                    <a:gd name="T35" fmla="*/ 198 h 674"/>
                    <a:gd name="T36" fmla="*/ 386 w 864"/>
                    <a:gd name="T37" fmla="*/ 220 h 674"/>
                    <a:gd name="T38" fmla="*/ 476 w 864"/>
                    <a:gd name="T39" fmla="*/ 228 h 674"/>
                    <a:gd name="T40" fmla="*/ 542 w 864"/>
                    <a:gd name="T41" fmla="*/ 198 h 674"/>
                    <a:gd name="T42" fmla="*/ 600 w 864"/>
                    <a:gd name="T43" fmla="*/ 164 h 674"/>
                    <a:gd name="T44" fmla="*/ 656 w 864"/>
                    <a:gd name="T45" fmla="*/ 138 h 674"/>
                    <a:gd name="T46" fmla="*/ 600 w 864"/>
                    <a:gd name="T47" fmla="*/ 108 h 674"/>
                    <a:gd name="T48" fmla="*/ 648 w 864"/>
                    <a:gd name="T49" fmla="*/ 64 h 674"/>
                    <a:gd name="T50" fmla="*/ 676 w 864"/>
                    <a:gd name="T51" fmla="*/ 4 h 674"/>
                    <a:gd name="T52" fmla="*/ 744 w 864"/>
                    <a:gd name="T53" fmla="*/ 18 h 674"/>
                    <a:gd name="T54" fmla="*/ 762 w 864"/>
                    <a:gd name="T55" fmla="*/ 78 h 674"/>
                    <a:gd name="T56" fmla="*/ 814 w 864"/>
                    <a:gd name="T57" fmla="*/ 120 h 674"/>
                    <a:gd name="T58" fmla="*/ 856 w 864"/>
                    <a:gd name="T59" fmla="*/ 138 h 674"/>
                    <a:gd name="T60" fmla="*/ 814 w 864"/>
                    <a:gd name="T61" fmla="*/ 180 h 674"/>
                    <a:gd name="T62" fmla="*/ 796 w 864"/>
                    <a:gd name="T63" fmla="*/ 220 h 674"/>
                    <a:gd name="T64" fmla="*/ 748 w 864"/>
                    <a:gd name="T65" fmla="*/ 242 h 674"/>
                    <a:gd name="T66" fmla="*/ 696 w 864"/>
                    <a:gd name="T67" fmla="*/ 284 h 674"/>
                    <a:gd name="T68" fmla="*/ 688 w 864"/>
                    <a:gd name="T69" fmla="*/ 268 h 674"/>
                    <a:gd name="T70" fmla="*/ 628 w 864"/>
                    <a:gd name="T71" fmla="*/ 286 h 674"/>
                    <a:gd name="T72" fmla="*/ 662 w 864"/>
                    <a:gd name="T73" fmla="*/ 320 h 674"/>
                    <a:gd name="T74" fmla="*/ 666 w 864"/>
                    <a:gd name="T75" fmla="*/ 340 h 674"/>
                    <a:gd name="T76" fmla="*/ 662 w 864"/>
                    <a:gd name="T77" fmla="*/ 384 h 674"/>
                    <a:gd name="T78" fmla="*/ 662 w 864"/>
                    <a:gd name="T79" fmla="*/ 424 h 674"/>
                    <a:gd name="T80" fmla="*/ 676 w 864"/>
                    <a:gd name="T81" fmla="*/ 448 h 674"/>
                    <a:gd name="T82" fmla="*/ 680 w 864"/>
                    <a:gd name="T83" fmla="*/ 470 h 674"/>
                    <a:gd name="T84" fmla="*/ 670 w 864"/>
                    <a:gd name="T85" fmla="*/ 496 h 674"/>
                    <a:gd name="T86" fmla="*/ 658 w 864"/>
                    <a:gd name="T87" fmla="*/ 522 h 674"/>
                    <a:gd name="T88" fmla="*/ 648 w 864"/>
                    <a:gd name="T89" fmla="*/ 540 h 674"/>
                    <a:gd name="T90" fmla="*/ 626 w 864"/>
                    <a:gd name="T91" fmla="*/ 564 h 674"/>
                    <a:gd name="T92" fmla="*/ 588 w 864"/>
                    <a:gd name="T93" fmla="*/ 592 h 674"/>
                    <a:gd name="T94" fmla="*/ 562 w 864"/>
                    <a:gd name="T95" fmla="*/ 592 h 674"/>
                    <a:gd name="T96" fmla="*/ 536 w 864"/>
                    <a:gd name="T97" fmla="*/ 616 h 674"/>
                    <a:gd name="T98" fmla="*/ 514 w 864"/>
                    <a:gd name="T99" fmla="*/ 620 h 674"/>
                    <a:gd name="T100" fmla="*/ 486 w 864"/>
                    <a:gd name="T101" fmla="*/ 616 h 674"/>
                    <a:gd name="T102" fmla="*/ 430 w 864"/>
                    <a:gd name="T103" fmla="*/ 592 h 674"/>
                    <a:gd name="T104" fmla="*/ 402 w 864"/>
                    <a:gd name="T105" fmla="*/ 620 h 674"/>
                    <a:gd name="T106" fmla="*/ 364 w 864"/>
                    <a:gd name="T107" fmla="*/ 586 h 674"/>
                    <a:gd name="T108" fmla="*/ 670 w 864"/>
                    <a:gd name="T109" fmla="*/ 556 h 674"/>
                    <a:gd name="T110" fmla="*/ 670 w 864"/>
                    <a:gd name="T111" fmla="*/ 600 h 674"/>
                    <a:gd name="T112" fmla="*/ 498 w 864"/>
                    <a:gd name="T113" fmla="*/ 662 h 674"/>
                    <a:gd name="T114" fmla="*/ 524 w 864"/>
                    <a:gd name="T115" fmla="*/ 656 h 674"/>
                    <a:gd name="T116" fmla="*/ 684 w 864"/>
                    <a:gd name="T117" fmla="*/ 458 h 674"/>
                    <a:gd name="T118" fmla="*/ 520 w 864"/>
                    <a:gd name="T119" fmla="*/ 622 h 674"/>
                    <a:gd name="T120" fmla="*/ 566 w 864"/>
                    <a:gd name="T121" fmla="*/ 590 h 674"/>
                    <a:gd name="T122" fmla="*/ 628 w 864"/>
                    <a:gd name="T123" fmla="*/ 564 h 674"/>
                    <a:gd name="T124" fmla="*/ 576 w 864"/>
                    <a:gd name="T125" fmla="*/ 604 h 6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864" h="674">
                      <a:moveTo>
                        <a:pt x="342" y="574"/>
                      </a:moveTo>
                      <a:lnTo>
                        <a:pt x="342" y="570"/>
                      </a:lnTo>
                      <a:lnTo>
                        <a:pt x="338" y="570"/>
                      </a:lnTo>
                      <a:lnTo>
                        <a:pt x="342" y="570"/>
                      </a:lnTo>
                      <a:lnTo>
                        <a:pt x="342" y="566"/>
                      </a:lnTo>
                      <a:lnTo>
                        <a:pt x="342" y="564"/>
                      </a:lnTo>
                      <a:lnTo>
                        <a:pt x="338" y="564"/>
                      </a:lnTo>
                      <a:lnTo>
                        <a:pt x="338" y="560"/>
                      </a:lnTo>
                      <a:lnTo>
                        <a:pt x="338" y="556"/>
                      </a:lnTo>
                      <a:lnTo>
                        <a:pt x="342" y="556"/>
                      </a:lnTo>
                      <a:lnTo>
                        <a:pt x="342" y="552"/>
                      </a:lnTo>
                      <a:lnTo>
                        <a:pt x="342" y="548"/>
                      </a:lnTo>
                      <a:lnTo>
                        <a:pt x="346" y="548"/>
                      </a:lnTo>
                      <a:lnTo>
                        <a:pt x="346" y="544"/>
                      </a:lnTo>
                      <a:lnTo>
                        <a:pt x="348" y="540"/>
                      </a:lnTo>
                      <a:lnTo>
                        <a:pt x="352" y="540"/>
                      </a:lnTo>
                      <a:lnTo>
                        <a:pt x="352" y="536"/>
                      </a:lnTo>
                      <a:lnTo>
                        <a:pt x="356" y="536"/>
                      </a:lnTo>
                      <a:lnTo>
                        <a:pt x="352" y="536"/>
                      </a:lnTo>
                      <a:lnTo>
                        <a:pt x="352" y="534"/>
                      </a:lnTo>
                      <a:lnTo>
                        <a:pt x="356" y="534"/>
                      </a:lnTo>
                      <a:lnTo>
                        <a:pt x="356" y="530"/>
                      </a:lnTo>
                      <a:lnTo>
                        <a:pt x="356" y="526"/>
                      </a:lnTo>
                      <a:lnTo>
                        <a:pt x="356" y="522"/>
                      </a:lnTo>
                      <a:lnTo>
                        <a:pt x="356" y="518"/>
                      </a:lnTo>
                      <a:lnTo>
                        <a:pt x="356" y="514"/>
                      </a:lnTo>
                      <a:lnTo>
                        <a:pt x="356" y="510"/>
                      </a:lnTo>
                      <a:lnTo>
                        <a:pt x="356" y="508"/>
                      </a:lnTo>
                      <a:lnTo>
                        <a:pt x="352" y="508"/>
                      </a:lnTo>
                      <a:lnTo>
                        <a:pt x="352" y="504"/>
                      </a:lnTo>
                      <a:lnTo>
                        <a:pt x="352" y="508"/>
                      </a:lnTo>
                      <a:lnTo>
                        <a:pt x="348" y="508"/>
                      </a:lnTo>
                      <a:lnTo>
                        <a:pt x="348" y="504"/>
                      </a:lnTo>
                      <a:lnTo>
                        <a:pt x="348" y="500"/>
                      </a:lnTo>
                      <a:lnTo>
                        <a:pt x="346" y="500"/>
                      </a:lnTo>
                      <a:lnTo>
                        <a:pt x="346" y="496"/>
                      </a:lnTo>
                      <a:lnTo>
                        <a:pt x="346" y="492"/>
                      </a:lnTo>
                      <a:lnTo>
                        <a:pt x="342" y="492"/>
                      </a:lnTo>
                      <a:lnTo>
                        <a:pt x="342" y="488"/>
                      </a:lnTo>
                      <a:lnTo>
                        <a:pt x="338" y="488"/>
                      </a:lnTo>
                      <a:lnTo>
                        <a:pt x="338" y="492"/>
                      </a:lnTo>
                      <a:lnTo>
                        <a:pt x="334" y="492"/>
                      </a:lnTo>
                      <a:lnTo>
                        <a:pt x="334" y="496"/>
                      </a:lnTo>
                      <a:lnTo>
                        <a:pt x="334" y="492"/>
                      </a:lnTo>
                      <a:lnTo>
                        <a:pt x="330" y="492"/>
                      </a:lnTo>
                      <a:lnTo>
                        <a:pt x="328" y="492"/>
                      </a:lnTo>
                      <a:lnTo>
                        <a:pt x="328" y="488"/>
                      </a:lnTo>
                      <a:lnTo>
                        <a:pt x="324" y="492"/>
                      </a:lnTo>
                      <a:lnTo>
                        <a:pt x="324" y="488"/>
                      </a:lnTo>
                      <a:lnTo>
                        <a:pt x="328" y="484"/>
                      </a:lnTo>
                      <a:lnTo>
                        <a:pt x="324" y="480"/>
                      </a:lnTo>
                      <a:lnTo>
                        <a:pt x="324" y="478"/>
                      </a:lnTo>
                      <a:lnTo>
                        <a:pt x="324" y="480"/>
                      </a:lnTo>
                      <a:lnTo>
                        <a:pt x="320" y="480"/>
                      </a:lnTo>
                      <a:lnTo>
                        <a:pt x="320" y="478"/>
                      </a:lnTo>
                      <a:lnTo>
                        <a:pt x="324" y="478"/>
                      </a:lnTo>
                      <a:lnTo>
                        <a:pt x="324" y="474"/>
                      </a:lnTo>
                      <a:lnTo>
                        <a:pt x="320" y="478"/>
                      </a:lnTo>
                      <a:lnTo>
                        <a:pt x="320" y="474"/>
                      </a:lnTo>
                      <a:lnTo>
                        <a:pt x="320" y="470"/>
                      </a:lnTo>
                      <a:lnTo>
                        <a:pt x="316" y="474"/>
                      </a:lnTo>
                      <a:lnTo>
                        <a:pt x="312" y="474"/>
                      </a:lnTo>
                      <a:lnTo>
                        <a:pt x="312" y="478"/>
                      </a:lnTo>
                      <a:lnTo>
                        <a:pt x="308" y="478"/>
                      </a:lnTo>
                      <a:lnTo>
                        <a:pt x="308" y="480"/>
                      </a:lnTo>
                      <a:lnTo>
                        <a:pt x="304" y="478"/>
                      </a:lnTo>
                      <a:lnTo>
                        <a:pt x="302" y="478"/>
                      </a:lnTo>
                      <a:lnTo>
                        <a:pt x="302" y="474"/>
                      </a:lnTo>
                      <a:lnTo>
                        <a:pt x="298" y="474"/>
                      </a:lnTo>
                      <a:lnTo>
                        <a:pt x="298" y="478"/>
                      </a:lnTo>
                      <a:lnTo>
                        <a:pt x="294" y="478"/>
                      </a:lnTo>
                      <a:lnTo>
                        <a:pt x="290" y="480"/>
                      </a:lnTo>
                      <a:lnTo>
                        <a:pt x="290" y="484"/>
                      </a:lnTo>
                      <a:lnTo>
                        <a:pt x="286" y="484"/>
                      </a:lnTo>
                      <a:lnTo>
                        <a:pt x="282" y="484"/>
                      </a:lnTo>
                      <a:lnTo>
                        <a:pt x="278" y="488"/>
                      </a:lnTo>
                      <a:lnTo>
                        <a:pt x="278" y="492"/>
                      </a:lnTo>
                      <a:lnTo>
                        <a:pt x="274" y="492"/>
                      </a:lnTo>
                      <a:lnTo>
                        <a:pt x="272" y="496"/>
                      </a:lnTo>
                      <a:lnTo>
                        <a:pt x="272" y="500"/>
                      </a:lnTo>
                      <a:lnTo>
                        <a:pt x="268" y="500"/>
                      </a:lnTo>
                      <a:lnTo>
                        <a:pt x="264" y="504"/>
                      </a:lnTo>
                      <a:lnTo>
                        <a:pt x="264" y="500"/>
                      </a:lnTo>
                      <a:lnTo>
                        <a:pt x="264" y="504"/>
                      </a:lnTo>
                      <a:lnTo>
                        <a:pt x="260" y="504"/>
                      </a:lnTo>
                      <a:lnTo>
                        <a:pt x="256" y="504"/>
                      </a:lnTo>
                      <a:lnTo>
                        <a:pt x="256" y="500"/>
                      </a:lnTo>
                      <a:lnTo>
                        <a:pt x="252" y="500"/>
                      </a:lnTo>
                      <a:lnTo>
                        <a:pt x="252" y="496"/>
                      </a:lnTo>
                      <a:lnTo>
                        <a:pt x="248" y="496"/>
                      </a:lnTo>
                      <a:lnTo>
                        <a:pt x="248" y="500"/>
                      </a:lnTo>
                      <a:lnTo>
                        <a:pt x="246" y="500"/>
                      </a:lnTo>
                      <a:lnTo>
                        <a:pt x="246" y="496"/>
                      </a:lnTo>
                      <a:lnTo>
                        <a:pt x="242" y="496"/>
                      </a:lnTo>
                      <a:lnTo>
                        <a:pt x="238" y="496"/>
                      </a:lnTo>
                      <a:lnTo>
                        <a:pt x="238" y="492"/>
                      </a:lnTo>
                      <a:lnTo>
                        <a:pt x="234" y="492"/>
                      </a:lnTo>
                      <a:lnTo>
                        <a:pt x="230" y="492"/>
                      </a:lnTo>
                      <a:lnTo>
                        <a:pt x="230" y="496"/>
                      </a:lnTo>
                      <a:lnTo>
                        <a:pt x="226" y="496"/>
                      </a:lnTo>
                      <a:lnTo>
                        <a:pt x="222" y="500"/>
                      </a:lnTo>
                      <a:lnTo>
                        <a:pt x="222" y="504"/>
                      </a:lnTo>
                      <a:lnTo>
                        <a:pt x="218" y="504"/>
                      </a:lnTo>
                      <a:lnTo>
                        <a:pt x="218" y="508"/>
                      </a:lnTo>
                      <a:lnTo>
                        <a:pt x="218" y="510"/>
                      </a:lnTo>
                      <a:lnTo>
                        <a:pt x="216" y="510"/>
                      </a:lnTo>
                      <a:lnTo>
                        <a:pt x="216" y="508"/>
                      </a:lnTo>
                      <a:lnTo>
                        <a:pt x="216" y="504"/>
                      </a:lnTo>
                      <a:lnTo>
                        <a:pt x="216" y="500"/>
                      </a:lnTo>
                      <a:lnTo>
                        <a:pt x="216" y="496"/>
                      </a:lnTo>
                      <a:lnTo>
                        <a:pt x="212" y="496"/>
                      </a:lnTo>
                      <a:lnTo>
                        <a:pt x="208" y="500"/>
                      </a:lnTo>
                      <a:lnTo>
                        <a:pt x="204" y="500"/>
                      </a:lnTo>
                      <a:lnTo>
                        <a:pt x="200" y="500"/>
                      </a:lnTo>
                      <a:lnTo>
                        <a:pt x="200" y="504"/>
                      </a:lnTo>
                      <a:lnTo>
                        <a:pt x="200" y="500"/>
                      </a:lnTo>
                      <a:lnTo>
                        <a:pt x="200" y="504"/>
                      </a:lnTo>
                      <a:lnTo>
                        <a:pt x="196" y="504"/>
                      </a:lnTo>
                      <a:lnTo>
                        <a:pt x="196" y="500"/>
                      </a:lnTo>
                      <a:lnTo>
                        <a:pt x="192" y="500"/>
                      </a:lnTo>
                      <a:lnTo>
                        <a:pt x="192" y="504"/>
                      </a:lnTo>
                      <a:lnTo>
                        <a:pt x="192" y="500"/>
                      </a:lnTo>
                      <a:lnTo>
                        <a:pt x="188" y="500"/>
                      </a:lnTo>
                      <a:lnTo>
                        <a:pt x="186" y="496"/>
                      </a:lnTo>
                      <a:lnTo>
                        <a:pt x="182" y="500"/>
                      </a:lnTo>
                      <a:lnTo>
                        <a:pt x="178" y="500"/>
                      </a:lnTo>
                      <a:lnTo>
                        <a:pt x="178" y="496"/>
                      </a:lnTo>
                      <a:lnTo>
                        <a:pt x="178" y="500"/>
                      </a:lnTo>
                      <a:lnTo>
                        <a:pt x="174" y="500"/>
                      </a:lnTo>
                      <a:lnTo>
                        <a:pt x="174" y="496"/>
                      </a:lnTo>
                      <a:lnTo>
                        <a:pt x="170" y="492"/>
                      </a:lnTo>
                      <a:lnTo>
                        <a:pt x="166" y="492"/>
                      </a:lnTo>
                      <a:lnTo>
                        <a:pt x="162" y="492"/>
                      </a:lnTo>
                      <a:lnTo>
                        <a:pt x="162" y="488"/>
                      </a:lnTo>
                      <a:lnTo>
                        <a:pt x="162" y="484"/>
                      </a:lnTo>
                      <a:lnTo>
                        <a:pt x="162" y="488"/>
                      </a:lnTo>
                      <a:lnTo>
                        <a:pt x="160" y="488"/>
                      </a:lnTo>
                      <a:lnTo>
                        <a:pt x="156" y="488"/>
                      </a:lnTo>
                      <a:lnTo>
                        <a:pt x="156" y="484"/>
                      </a:lnTo>
                      <a:lnTo>
                        <a:pt x="152" y="484"/>
                      </a:lnTo>
                      <a:lnTo>
                        <a:pt x="152" y="480"/>
                      </a:lnTo>
                      <a:lnTo>
                        <a:pt x="152" y="478"/>
                      </a:lnTo>
                      <a:lnTo>
                        <a:pt x="148" y="478"/>
                      </a:lnTo>
                      <a:lnTo>
                        <a:pt x="148" y="474"/>
                      </a:lnTo>
                      <a:lnTo>
                        <a:pt x="144" y="474"/>
                      </a:lnTo>
                      <a:lnTo>
                        <a:pt x="144" y="478"/>
                      </a:lnTo>
                      <a:lnTo>
                        <a:pt x="140" y="478"/>
                      </a:lnTo>
                      <a:lnTo>
                        <a:pt x="140" y="474"/>
                      </a:lnTo>
                      <a:lnTo>
                        <a:pt x="136" y="474"/>
                      </a:lnTo>
                      <a:lnTo>
                        <a:pt x="136" y="470"/>
                      </a:lnTo>
                      <a:lnTo>
                        <a:pt x="132" y="470"/>
                      </a:lnTo>
                      <a:lnTo>
                        <a:pt x="132" y="466"/>
                      </a:lnTo>
                      <a:lnTo>
                        <a:pt x="130" y="466"/>
                      </a:lnTo>
                      <a:lnTo>
                        <a:pt x="126" y="462"/>
                      </a:lnTo>
                      <a:lnTo>
                        <a:pt x="122" y="458"/>
                      </a:lnTo>
                      <a:lnTo>
                        <a:pt x="122" y="462"/>
                      </a:lnTo>
                      <a:lnTo>
                        <a:pt x="122" y="458"/>
                      </a:lnTo>
                      <a:lnTo>
                        <a:pt x="122" y="454"/>
                      </a:lnTo>
                      <a:lnTo>
                        <a:pt x="118" y="454"/>
                      </a:lnTo>
                      <a:lnTo>
                        <a:pt x="114" y="454"/>
                      </a:lnTo>
                      <a:lnTo>
                        <a:pt x="110" y="454"/>
                      </a:lnTo>
                      <a:lnTo>
                        <a:pt x="110" y="458"/>
                      </a:lnTo>
                      <a:lnTo>
                        <a:pt x="106" y="462"/>
                      </a:lnTo>
                      <a:lnTo>
                        <a:pt x="106" y="458"/>
                      </a:lnTo>
                      <a:lnTo>
                        <a:pt x="104" y="458"/>
                      </a:lnTo>
                      <a:lnTo>
                        <a:pt x="106" y="458"/>
                      </a:lnTo>
                      <a:lnTo>
                        <a:pt x="104" y="458"/>
                      </a:lnTo>
                      <a:lnTo>
                        <a:pt x="104" y="454"/>
                      </a:lnTo>
                      <a:lnTo>
                        <a:pt x="100" y="454"/>
                      </a:lnTo>
                      <a:lnTo>
                        <a:pt x="96" y="452"/>
                      </a:lnTo>
                      <a:lnTo>
                        <a:pt x="92" y="452"/>
                      </a:lnTo>
                      <a:lnTo>
                        <a:pt x="96" y="448"/>
                      </a:lnTo>
                      <a:lnTo>
                        <a:pt x="92" y="448"/>
                      </a:lnTo>
                      <a:lnTo>
                        <a:pt x="88" y="444"/>
                      </a:lnTo>
                      <a:lnTo>
                        <a:pt x="84" y="444"/>
                      </a:lnTo>
                      <a:lnTo>
                        <a:pt x="80" y="444"/>
                      </a:lnTo>
                      <a:lnTo>
                        <a:pt x="80" y="440"/>
                      </a:lnTo>
                      <a:lnTo>
                        <a:pt x="80" y="436"/>
                      </a:lnTo>
                      <a:lnTo>
                        <a:pt x="76" y="436"/>
                      </a:lnTo>
                      <a:lnTo>
                        <a:pt x="74" y="436"/>
                      </a:lnTo>
                      <a:lnTo>
                        <a:pt x="74" y="440"/>
                      </a:lnTo>
                      <a:lnTo>
                        <a:pt x="74" y="436"/>
                      </a:lnTo>
                      <a:lnTo>
                        <a:pt x="74" y="432"/>
                      </a:lnTo>
                      <a:lnTo>
                        <a:pt x="74" y="428"/>
                      </a:lnTo>
                      <a:lnTo>
                        <a:pt x="74" y="424"/>
                      </a:lnTo>
                      <a:lnTo>
                        <a:pt x="70" y="424"/>
                      </a:lnTo>
                      <a:lnTo>
                        <a:pt x="70" y="422"/>
                      </a:lnTo>
                      <a:lnTo>
                        <a:pt x="70" y="418"/>
                      </a:lnTo>
                      <a:lnTo>
                        <a:pt x="70" y="414"/>
                      </a:lnTo>
                      <a:lnTo>
                        <a:pt x="74" y="414"/>
                      </a:lnTo>
                      <a:lnTo>
                        <a:pt x="74" y="418"/>
                      </a:lnTo>
                      <a:lnTo>
                        <a:pt x="76" y="418"/>
                      </a:lnTo>
                      <a:lnTo>
                        <a:pt x="80" y="414"/>
                      </a:lnTo>
                      <a:lnTo>
                        <a:pt x="80" y="418"/>
                      </a:lnTo>
                      <a:lnTo>
                        <a:pt x="84" y="414"/>
                      </a:lnTo>
                      <a:lnTo>
                        <a:pt x="84" y="410"/>
                      </a:lnTo>
                      <a:lnTo>
                        <a:pt x="80" y="410"/>
                      </a:lnTo>
                      <a:lnTo>
                        <a:pt x="80" y="406"/>
                      </a:lnTo>
                      <a:lnTo>
                        <a:pt x="80" y="402"/>
                      </a:lnTo>
                      <a:lnTo>
                        <a:pt x="76" y="402"/>
                      </a:lnTo>
                      <a:lnTo>
                        <a:pt x="76" y="398"/>
                      </a:lnTo>
                      <a:lnTo>
                        <a:pt x="74" y="398"/>
                      </a:lnTo>
                      <a:lnTo>
                        <a:pt x="74" y="396"/>
                      </a:lnTo>
                      <a:lnTo>
                        <a:pt x="74" y="392"/>
                      </a:lnTo>
                      <a:lnTo>
                        <a:pt x="74" y="388"/>
                      </a:lnTo>
                      <a:lnTo>
                        <a:pt x="74" y="384"/>
                      </a:lnTo>
                      <a:lnTo>
                        <a:pt x="76" y="384"/>
                      </a:lnTo>
                      <a:lnTo>
                        <a:pt x="76" y="380"/>
                      </a:lnTo>
                      <a:lnTo>
                        <a:pt x="74" y="376"/>
                      </a:lnTo>
                      <a:lnTo>
                        <a:pt x="70" y="376"/>
                      </a:lnTo>
                      <a:lnTo>
                        <a:pt x="66" y="376"/>
                      </a:lnTo>
                      <a:lnTo>
                        <a:pt x="66" y="372"/>
                      </a:lnTo>
                      <a:lnTo>
                        <a:pt x="66" y="368"/>
                      </a:lnTo>
                      <a:lnTo>
                        <a:pt x="62" y="366"/>
                      </a:lnTo>
                      <a:lnTo>
                        <a:pt x="58" y="368"/>
                      </a:lnTo>
                      <a:lnTo>
                        <a:pt x="60" y="368"/>
                      </a:lnTo>
                      <a:lnTo>
                        <a:pt x="58" y="368"/>
                      </a:lnTo>
                      <a:lnTo>
                        <a:pt x="56" y="366"/>
                      </a:lnTo>
                      <a:lnTo>
                        <a:pt x="58" y="366"/>
                      </a:lnTo>
                      <a:lnTo>
                        <a:pt x="52" y="364"/>
                      </a:lnTo>
                      <a:lnTo>
                        <a:pt x="52" y="362"/>
                      </a:lnTo>
                      <a:lnTo>
                        <a:pt x="50" y="358"/>
                      </a:lnTo>
                      <a:lnTo>
                        <a:pt x="48" y="358"/>
                      </a:lnTo>
                      <a:lnTo>
                        <a:pt x="44" y="358"/>
                      </a:lnTo>
                      <a:lnTo>
                        <a:pt x="44" y="354"/>
                      </a:lnTo>
                      <a:lnTo>
                        <a:pt x="42" y="354"/>
                      </a:lnTo>
                      <a:lnTo>
                        <a:pt x="40" y="354"/>
                      </a:lnTo>
                      <a:lnTo>
                        <a:pt x="36" y="354"/>
                      </a:lnTo>
                      <a:lnTo>
                        <a:pt x="36" y="350"/>
                      </a:lnTo>
                      <a:lnTo>
                        <a:pt x="32" y="350"/>
                      </a:lnTo>
                      <a:lnTo>
                        <a:pt x="32" y="346"/>
                      </a:lnTo>
                      <a:lnTo>
                        <a:pt x="36" y="346"/>
                      </a:lnTo>
                      <a:lnTo>
                        <a:pt x="32" y="342"/>
                      </a:lnTo>
                      <a:lnTo>
                        <a:pt x="32" y="342"/>
                      </a:lnTo>
                      <a:lnTo>
                        <a:pt x="30" y="340"/>
                      </a:lnTo>
                      <a:lnTo>
                        <a:pt x="26" y="338"/>
                      </a:lnTo>
                      <a:lnTo>
                        <a:pt x="24" y="336"/>
                      </a:lnTo>
                      <a:lnTo>
                        <a:pt x="24" y="336"/>
                      </a:lnTo>
                      <a:lnTo>
                        <a:pt x="20" y="332"/>
                      </a:lnTo>
                      <a:lnTo>
                        <a:pt x="18" y="332"/>
                      </a:lnTo>
                      <a:lnTo>
                        <a:pt x="14" y="332"/>
                      </a:lnTo>
                      <a:lnTo>
                        <a:pt x="10" y="328"/>
                      </a:lnTo>
                      <a:lnTo>
                        <a:pt x="14" y="328"/>
                      </a:lnTo>
                      <a:lnTo>
                        <a:pt x="18" y="324"/>
                      </a:lnTo>
                      <a:lnTo>
                        <a:pt x="18" y="328"/>
                      </a:lnTo>
                      <a:lnTo>
                        <a:pt x="20" y="324"/>
                      </a:lnTo>
                      <a:lnTo>
                        <a:pt x="20" y="320"/>
                      </a:lnTo>
                      <a:lnTo>
                        <a:pt x="18" y="320"/>
                      </a:lnTo>
                      <a:lnTo>
                        <a:pt x="18" y="316"/>
                      </a:lnTo>
                      <a:lnTo>
                        <a:pt x="20" y="316"/>
                      </a:lnTo>
                      <a:lnTo>
                        <a:pt x="18" y="316"/>
                      </a:lnTo>
                      <a:lnTo>
                        <a:pt x="18" y="312"/>
                      </a:lnTo>
                      <a:lnTo>
                        <a:pt x="18" y="310"/>
                      </a:lnTo>
                      <a:lnTo>
                        <a:pt x="18" y="306"/>
                      </a:lnTo>
                      <a:lnTo>
                        <a:pt x="18" y="302"/>
                      </a:lnTo>
                      <a:lnTo>
                        <a:pt x="14" y="302"/>
                      </a:lnTo>
                      <a:lnTo>
                        <a:pt x="10" y="298"/>
                      </a:lnTo>
                      <a:lnTo>
                        <a:pt x="6" y="298"/>
                      </a:lnTo>
                      <a:lnTo>
                        <a:pt x="6" y="302"/>
                      </a:lnTo>
                      <a:lnTo>
                        <a:pt x="4" y="302"/>
                      </a:lnTo>
                      <a:lnTo>
                        <a:pt x="4" y="298"/>
                      </a:lnTo>
                      <a:lnTo>
                        <a:pt x="4" y="294"/>
                      </a:lnTo>
                      <a:lnTo>
                        <a:pt x="4" y="290"/>
                      </a:lnTo>
                      <a:lnTo>
                        <a:pt x="0" y="286"/>
                      </a:lnTo>
                      <a:lnTo>
                        <a:pt x="4" y="286"/>
                      </a:lnTo>
                      <a:lnTo>
                        <a:pt x="4" y="284"/>
                      </a:lnTo>
                      <a:lnTo>
                        <a:pt x="6" y="284"/>
                      </a:lnTo>
                      <a:lnTo>
                        <a:pt x="6" y="280"/>
                      </a:lnTo>
                      <a:lnTo>
                        <a:pt x="4" y="280"/>
                      </a:lnTo>
                      <a:lnTo>
                        <a:pt x="4" y="276"/>
                      </a:lnTo>
                      <a:lnTo>
                        <a:pt x="6" y="272"/>
                      </a:lnTo>
                      <a:lnTo>
                        <a:pt x="10" y="272"/>
                      </a:lnTo>
                      <a:lnTo>
                        <a:pt x="14" y="272"/>
                      </a:lnTo>
                      <a:lnTo>
                        <a:pt x="14" y="268"/>
                      </a:lnTo>
                      <a:lnTo>
                        <a:pt x="18" y="268"/>
                      </a:lnTo>
                      <a:lnTo>
                        <a:pt x="18" y="264"/>
                      </a:lnTo>
                      <a:lnTo>
                        <a:pt x="20" y="264"/>
                      </a:lnTo>
                      <a:lnTo>
                        <a:pt x="24" y="264"/>
                      </a:lnTo>
                      <a:lnTo>
                        <a:pt x="24" y="260"/>
                      </a:lnTo>
                      <a:lnTo>
                        <a:pt x="28" y="260"/>
                      </a:lnTo>
                      <a:lnTo>
                        <a:pt x="28" y="264"/>
                      </a:lnTo>
                      <a:lnTo>
                        <a:pt x="28" y="268"/>
                      </a:lnTo>
                      <a:lnTo>
                        <a:pt x="32" y="268"/>
                      </a:lnTo>
                      <a:lnTo>
                        <a:pt x="36" y="264"/>
                      </a:lnTo>
                      <a:lnTo>
                        <a:pt x="40" y="264"/>
                      </a:lnTo>
                      <a:lnTo>
                        <a:pt x="40" y="268"/>
                      </a:lnTo>
                      <a:lnTo>
                        <a:pt x="40" y="264"/>
                      </a:lnTo>
                      <a:lnTo>
                        <a:pt x="44" y="264"/>
                      </a:lnTo>
                      <a:lnTo>
                        <a:pt x="44" y="260"/>
                      </a:lnTo>
                      <a:lnTo>
                        <a:pt x="44" y="254"/>
                      </a:lnTo>
                      <a:lnTo>
                        <a:pt x="48" y="254"/>
                      </a:lnTo>
                      <a:lnTo>
                        <a:pt x="50" y="254"/>
                      </a:lnTo>
                      <a:lnTo>
                        <a:pt x="54" y="254"/>
                      </a:lnTo>
                      <a:lnTo>
                        <a:pt x="58" y="254"/>
                      </a:lnTo>
                      <a:lnTo>
                        <a:pt x="62" y="254"/>
                      </a:lnTo>
                      <a:lnTo>
                        <a:pt x="66" y="254"/>
                      </a:lnTo>
                      <a:lnTo>
                        <a:pt x="66" y="250"/>
                      </a:lnTo>
                      <a:lnTo>
                        <a:pt x="66" y="246"/>
                      </a:lnTo>
                      <a:lnTo>
                        <a:pt x="70" y="246"/>
                      </a:lnTo>
                      <a:lnTo>
                        <a:pt x="74" y="242"/>
                      </a:lnTo>
                      <a:lnTo>
                        <a:pt x="76" y="242"/>
                      </a:lnTo>
                      <a:lnTo>
                        <a:pt x="76" y="238"/>
                      </a:lnTo>
                      <a:lnTo>
                        <a:pt x="80" y="238"/>
                      </a:lnTo>
                      <a:lnTo>
                        <a:pt x="84" y="238"/>
                      </a:lnTo>
                      <a:lnTo>
                        <a:pt x="88" y="238"/>
                      </a:lnTo>
                      <a:lnTo>
                        <a:pt x="88" y="234"/>
                      </a:lnTo>
                      <a:lnTo>
                        <a:pt x="92" y="234"/>
                      </a:lnTo>
                      <a:lnTo>
                        <a:pt x="96" y="234"/>
                      </a:lnTo>
                      <a:lnTo>
                        <a:pt x="96" y="230"/>
                      </a:lnTo>
                      <a:lnTo>
                        <a:pt x="92" y="230"/>
                      </a:lnTo>
                      <a:lnTo>
                        <a:pt x="96" y="230"/>
                      </a:lnTo>
                      <a:lnTo>
                        <a:pt x="96" y="228"/>
                      </a:lnTo>
                      <a:lnTo>
                        <a:pt x="92" y="228"/>
                      </a:lnTo>
                      <a:lnTo>
                        <a:pt x="92" y="224"/>
                      </a:lnTo>
                      <a:lnTo>
                        <a:pt x="96" y="220"/>
                      </a:lnTo>
                      <a:lnTo>
                        <a:pt x="100" y="216"/>
                      </a:lnTo>
                      <a:lnTo>
                        <a:pt x="96" y="216"/>
                      </a:lnTo>
                      <a:lnTo>
                        <a:pt x="100" y="214"/>
                      </a:lnTo>
                      <a:lnTo>
                        <a:pt x="104" y="214"/>
                      </a:lnTo>
                      <a:lnTo>
                        <a:pt x="104" y="210"/>
                      </a:lnTo>
                      <a:lnTo>
                        <a:pt x="100" y="206"/>
                      </a:lnTo>
                      <a:lnTo>
                        <a:pt x="100" y="202"/>
                      </a:lnTo>
                      <a:lnTo>
                        <a:pt x="100" y="198"/>
                      </a:lnTo>
                      <a:lnTo>
                        <a:pt x="96" y="198"/>
                      </a:lnTo>
                      <a:lnTo>
                        <a:pt x="96" y="194"/>
                      </a:lnTo>
                      <a:lnTo>
                        <a:pt x="96" y="190"/>
                      </a:lnTo>
                      <a:lnTo>
                        <a:pt x="96" y="186"/>
                      </a:lnTo>
                      <a:lnTo>
                        <a:pt x="96" y="184"/>
                      </a:lnTo>
                      <a:lnTo>
                        <a:pt x="100" y="184"/>
                      </a:lnTo>
                      <a:lnTo>
                        <a:pt x="100" y="180"/>
                      </a:lnTo>
                      <a:lnTo>
                        <a:pt x="96" y="180"/>
                      </a:lnTo>
                      <a:lnTo>
                        <a:pt x="92" y="180"/>
                      </a:lnTo>
                      <a:lnTo>
                        <a:pt x="88" y="180"/>
                      </a:lnTo>
                      <a:lnTo>
                        <a:pt x="92" y="176"/>
                      </a:lnTo>
                      <a:lnTo>
                        <a:pt x="96" y="176"/>
                      </a:lnTo>
                      <a:lnTo>
                        <a:pt x="100" y="172"/>
                      </a:lnTo>
                      <a:lnTo>
                        <a:pt x="104" y="172"/>
                      </a:lnTo>
                      <a:lnTo>
                        <a:pt x="106" y="172"/>
                      </a:lnTo>
                      <a:lnTo>
                        <a:pt x="110" y="172"/>
                      </a:lnTo>
                      <a:lnTo>
                        <a:pt x="110" y="168"/>
                      </a:lnTo>
                      <a:lnTo>
                        <a:pt x="114" y="168"/>
                      </a:lnTo>
                      <a:lnTo>
                        <a:pt x="114" y="172"/>
                      </a:lnTo>
                      <a:lnTo>
                        <a:pt x="118" y="172"/>
                      </a:lnTo>
                      <a:lnTo>
                        <a:pt x="122" y="172"/>
                      </a:lnTo>
                      <a:lnTo>
                        <a:pt x="126" y="172"/>
                      </a:lnTo>
                      <a:lnTo>
                        <a:pt x="130" y="172"/>
                      </a:lnTo>
                      <a:lnTo>
                        <a:pt x="130" y="168"/>
                      </a:lnTo>
                      <a:lnTo>
                        <a:pt x="126" y="168"/>
                      </a:lnTo>
                      <a:lnTo>
                        <a:pt x="126" y="164"/>
                      </a:lnTo>
                      <a:lnTo>
                        <a:pt x="122" y="164"/>
                      </a:lnTo>
                      <a:lnTo>
                        <a:pt x="126" y="160"/>
                      </a:lnTo>
                      <a:lnTo>
                        <a:pt x="126" y="158"/>
                      </a:lnTo>
                      <a:lnTo>
                        <a:pt x="126" y="154"/>
                      </a:lnTo>
                      <a:lnTo>
                        <a:pt x="126" y="150"/>
                      </a:lnTo>
                      <a:lnTo>
                        <a:pt x="130" y="150"/>
                      </a:lnTo>
                      <a:lnTo>
                        <a:pt x="130" y="146"/>
                      </a:lnTo>
                      <a:lnTo>
                        <a:pt x="130" y="142"/>
                      </a:lnTo>
                      <a:lnTo>
                        <a:pt x="132" y="138"/>
                      </a:lnTo>
                      <a:lnTo>
                        <a:pt x="132" y="134"/>
                      </a:lnTo>
                      <a:lnTo>
                        <a:pt x="132" y="130"/>
                      </a:lnTo>
                      <a:lnTo>
                        <a:pt x="136" y="130"/>
                      </a:lnTo>
                      <a:lnTo>
                        <a:pt x="140" y="134"/>
                      </a:lnTo>
                      <a:lnTo>
                        <a:pt x="144" y="134"/>
                      </a:lnTo>
                      <a:lnTo>
                        <a:pt x="148" y="134"/>
                      </a:lnTo>
                      <a:lnTo>
                        <a:pt x="152" y="134"/>
                      </a:lnTo>
                      <a:lnTo>
                        <a:pt x="156" y="134"/>
                      </a:lnTo>
                      <a:lnTo>
                        <a:pt x="160" y="138"/>
                      </a:lnTo>
                      <a:lnTo>
                        <a:pt x="162" y="138"/>
                      </a:lnTo>
                      <a:lnTo>
                        <a:pt x="162" y="134"/>
                      </a:lnTo>
                      <a:lnTo>
                        <a:pt x="166" y="134"/>
                      </a:lnTo>
                      <a:lnTo>
                        <a:pt x="170" y="134"/>
                      </a:lnTo>
                      <a:lnTo>
                        <a:pt x="170" y="130"/>
                      </a:lnTo>
                      <a:lnTo>
                        <a:pt x="170" y="128"/>
                      </a:lnTo>
                      <a:lnTo>
                        <a:pt x="170" y="124"/>
                      </a:lnTo>
                      <a:lnTo>
                        <a:pt x="170" y="120"/>
                      </a:lnTo>
                      <a:lnTo>
                        <a:pt x="170" y="116"/>
                      </a:lnTo>
                      <a:lnTo>
                        <a:pt x="170" y="112"/>
                      </a:lnTo>
                      <a:lnTo>
                        <a:pt x="170" y="108"/>
                      </a:lnTo>
                      <a:lnTo>
                        <a:pt x="174" y="108"/>
                      </a:lnTo>
                      <a:lnTo>
                        <a:pt x="174" y="104"/>
                      </a:lnTo>
                      <a:lnTo>
                        <a:pt x="178" y="104"/>
                      </a:lnTo>
                      <a:lnTo>
                        <a:pt x="182" y="104"/>
                      </a:lnTo>
                      <a:lnTo>
                        <a:pt x="186" y="104"/>
                      </a:lnTo>
                      <a:lnTo>
                        <a:pt x="186" y="102"/>
                      </a:lnTo>
                      <a:lnTo>
                        <a:pt x="186" y="98"/>
                      </a:lnTo>
                      <a:lnTo>
                        <a:pt x="186" y="94"/>
                      </a:lnTo>
                      <a:lnTo>
                        <a:pt x="188" y="94"/>
                      </a:lnTo>
                      <a:lnTo>
                        <a:pt x="192" y="94"/>
                      </a:lnTo>
                      <a:lnTo>
                        <a:pt x="196" y="94"/>
                      </a:lnTo>
                      <a:lnTo>
                        <a:pt x="200" y="90"/>
                      </a:lnTo>
                      <a:lnTo>
                        <a:pt x="200" y="94"/>
                      </a:lnTo>
                      <a:lnTo>
                        <a:pt x="204" y="94"/>
                      </a:lnTo>
                      <a:lnTo>
                        <a:pt x="200" y="98"/>
                      </a:lnTo>
                      <a:lnTo>
                        <a:pt x="204" y="102"/>
                      </a:lnTo>
                      <a:lnTo>
                        <a:pt x="204" y="104"/>
                      </a:lnTo>
                      <a:lnTo>
                        <a:pt x="208" y="104"/>
                      </a:lnTo>
                      <a:lnTo>
                        <a:pt x="212" y="108"/>
                      </a:lnTo>
                      <a:lnTo>
                        <a:pt x="212" y="112"/>
                      </a:lnTo>
                      <a:lnTo>
                        <a:pt x="216" y="112"/>
                      </a:lnTo>
                      <a:lnTo>
                        <a:pt x="218" y="112"/>
                      </a:lnTo>
                      <a:lnTo>
                        <a:pt x="218" y="116"/>
                      </a:lnTo>
                      <a:lnTo>
                        <a:pt x="222" y="116"/>
                      </a:lnTo>
                      <a:lnTo>
                        <a:pt x="226" y="116"/>
                      </a:lnTo>
                      <a:lnTo>
                        <a:pt x="230" y="120"/>
                      </a:lnTo>
                      <a:lnTo>
                        <a:pt x="230" y="116"/>
                      </a:lnTo>
                      <a:lnTo>
                        <a:pt x="234" y="116"/>
                      </a:lnTo>
                      <a:lnTo>
                        <a:pt x="234" y="120"/>
                      </a:lnTo>
                      <a:lnTo>
                        <a:pt x="238" y="120"/>
                      </a:lnTo>
                      <a:lnTo>
                        <a:pt x="238" y="124"/>
                      </a:lnTo>
                      <a:lnTo>
                        <a:pt x="238" y="128"/>
                      </a:lnTo>
                      <a:lnTo>
                        <a:pt x="238" y="130"/>
                      </a:lnTo>
                      <a:lnTo>
                        <a:pt x="242" y="130"/>
                      </a:lnTo>
                      <a:lnTo>
                        <a:pt x="242" y="134"/>
                      </a:lnTo>
                      <a:lnTo>
                        <a:pt x="246" y="134"/>
                      </a:lnTo>
                      <a:lnTo>
                        <a:pt x="246" y="138"/>
                      </a:lnTo>
                      <a:lnTo>
                        <a:pt x="246" y="142"/>
                      </a:lnTo>
                      <a:lnTo>
                        <a:pt x="248" y="142"/>
                      </a:lnTo>
                      <a:lnTo>
                        <a:pt x="246" y="142"/>
                      </a:lnTo>
                      <a:lnTo>
                        <a:pt x="248" y="146"/>
                      </a:lnTo>
                      <a:lnTo>
                        <a:pt x="246" y="150"/>
                      </a:lnTo>
                      <a:lnTo>
                        <a:pt x="246" y="154"/>
                      </a:lnTo>
                      <a:lnTo>
                        <a:pt x="246" y="158"/>
                      </a:lnTo>
                      <a:lnTo>
                        <a:pt x="242" y="160"/>
                      </a:lnTo>
                      <a:lnTo>
                        <a:pt x="242" y="164"/>
                      </a:lnTo>
                      <a:lnTo>
                        <a:pt x="242" y="168"/>
                      </a:lnTo>
                      <a:lnTo>
                        <a:pt x="246" y="168"/>
                      </a:lnTo>
                      <a:lnTo>
                        <a:pt x="246" y="172"/>
                      </a:lnTo>
                      <a:lnTo>
                        <a:pt x="248" y="172"/>
                      </a:lnTo>
                      <a:lnTo>
                        <a:pt x="252" y="172"/>
                      </a:lnTo>
                      <a:lnTo>
                        <a:pt x="252" y="176"/>
                      </a:lnTo>
                      <a:lnTo>
                        <a:pt x="260" y="176"/>
                      </a:lnTo>
                      <a:lnTo>
                        <a:pt x="264" y="176"/>
                      </a:lnTo>
                      <a:lnTo>
                        <a:pt x="268" y="176"/>
                      </a:lnTo>
                      <a:lnTo>
                        <a:pt x="272" y="176"/>
                      </a:lnTo>
                      <a:lnTo>
                        <a:pt x="274" y="176"/>
                      </a:lnTo>
                      <a:lnTo>
                        <a:pt x="278" y="176"/>
                      </a:lnTo>
                      <a:lnTo>
                        <a:pt x="282" y="176"/>
                      </a:lnTo>
                      <a:lnTo>
                        <a:pt x="282" y="180"/>
                      </a:lnTo>
                      <a:lnTo>
                        <a:pt x="286" y="180"/>
                      </a:lnTo>
                      <a:lnTo>
                        <a:pt x="290" y="180"/>
                      </a:lnTo>
                      <a:lnTo>
                        <a:pt x="290" y="184"/>
                      </a:lnTo>
                      <a:lnTo>
                        <a:pt x="294" y="184"/>
                      </a:lnTo>
                      <a:lnTo>
                        <a:pt x="294" y="186"/>
                      </a:lnTo>
                      <a:lnTo>
                        <a:pt x="298" y="186"/>
                      </a:lnTo>
                      <a:lnTo>
                        <a:pt x="298" y="190"/>
                      </a:lnTo>
                      <a:lnTo>
                        <a:pt x="304" y="190"/>
                      </a:lnTo>
                      <a:lnTo>
                        <a:pt x="308" y="190"/>
                      </a:lnTo>
                      <a:lnTo>
                        <a:pt x="308" y="194"/>
                      </a:lnTo>
                      <a:lnTo>
                        <a:pt x="312" y="194"/>
                      </a:lnTo>
                      <a:lnTo>
                        <a:pt x="312" y="198"/>
                      </a:lnTo>
                      <a:lnTo>
                        <a:pt x="312" y="202"/>
                      </a:lnTo>
                      <a:lnTo>
                        <a:pt x="312" y="206"/>
                      </a:lnTo>
                      <a:lnTo>
                        <a:pt x="316" y="206"/>
                      </a:lnTo>
                      <a:lnTo>
                        <a:pt x="316" y="210"/>
                      </a:lnTo>
                      <a:lnTo>
                        <a:pt x="316" y="214"/>
                      </a:lnTo>
                      <a:lnTo>
                        <a:pt x="320" y="214"/>
                      </a:lnTo>
                      <a:lnTo>
                        <a:pt x="324" y="216"/>
                      </a:lnTo>
                      <a:lnTo>
                        <a:pt x="324" y="220"/>
                      </a:lnTo>
                      <a:lnTo>
                        <a:pt x="328" y="220"/>
                      </a:lnTo>
                      <a:lnTo>
                        <a:pt x="330" y="220"/>
                      </a:lnTo>
                      <a:lnTo>
                        <a:pt x="334" y="220"/>
                      </a:lnTo>
                      <a:lnTo>
                        <a:pt x="338" y="220"/>
                      </a:lnTo>
                      <a:lnTo>
                        <a:pt x="342" y="220"/>
                      </a:lnTo>
                      <a:lnTo>
                        <a:pt x="346" y="220"/>
                      </a:lnTo>
                      <a:lnTo>
                        <a:pt x="348" y="224"/>
                      </a:lnTo>
                      <a:lnTo>
                        <a:pt x="352" y="224"/>
                      </a:lnTo>
                      <a:lnTo>
                        <a:pt x="356" y="224"/>
                      </a:lnTo>
                      <a:lnTo>
                        <a:pt x="360" y="224"/>
                      </a:lnTo>
                      <a:lnTo>
                        <a:pt x="364" y="224"/>
                      </a:lnTo>
                      <a:lnTo>
                        <a:pt x="368" y="224"/>
                      </a:lnTo>
                      <a:lnTo>
                        <a:pt x="372" y="224"/>
                      </a:lnTo>
                      <a:lnTo>
                        <a:pt x="374" y="224"/>
                      </a:lnTo>
                      <a:lnTo>
                        <a:pt x="378" y="220"/>
                      </a:lnTo>
                      <a:lnTo>
                        <a:pt x="382" y="220"/>
                      </a:lnTo>
                      <a:lnTo>
                        <a:pt x="386" y="220"/>
                      </a:lnTo>
                      <a:lnTo>
                        <a:pt x="386" y="224"/>
                      </a:lnTo>
                      <a:lnTo>
                        <a:pt x="390" y="224"/>
                      </a:lnTo>
                      <a:lnTo>
                        <a:pt x="394" y="224"/>
                      </a:lnTo>
                      <a:lnTo>
                        <a:pt x="398" y="224"/>
                      </a:lnTo>
                      <a:lnTo>
                        <a:pt x="402" y="228"/>
                      </a:lnTo>
                      <a:lnTo>
                        <a:pt x="402" y="230"/>
                      </a:lnTo>
                      <a:lnTo>
                        <a:pt x="408" y="230"/>
                      </a:lnTo>
                      <a:lnTo>
                        <a:pt x="412" y="230"/>
                      </a:lnTo>
                      <a:lnTo>
                        <a:pt x="416" y="234"/>
                      </a:lnTo>
                      <a:lnTo>
                        <a:pt x="420" y="234"/>
                      </a:lnTo>
                      <a:lnTo>
                        <a:pt x="420" y="238"/>
                      </a:lnTo>
                      <a:lnTo>
                        <a:pt x="428" y="238"/>
                      </a:lnTo>
                      <a:lnTo>
                        <a:pt x="430" y="238"/>
                      </a:lnTo>
                      <a:lnTo>
                        <a:pt x="438" y="238"/>
                      </a:lnTo>
                      <a:lnTo>
                        <a:pt x="438" y="242"/>
                      </a:lnTo>
                      <a:lnTo>
                        <a:pt x="442" y="242"/>
                      </a:lnTo>
                      <a:lnTo>
                        <a:pt x="446" y="238"/>
                      </a:lnTo>
                      <a:lnTo>
                        <a:pt x="450" y="238"/>
                      </a:lnTo>
                      <a:lnTo>
                        <a:pt x="454" y="238"/>
                      </a:lnTo>
                      <a:lnTo>
                        <a:pt x="458" y="234"/>
                      </a:lnTo>
                      <a:lnTo>
                        <a:pt x="460" y="234"/>
                      </a:lnTo>
                      <a:lnTo>
                        <a:pt x="464" y="230"/>
                      </a:lnTo>
                      <a:lnTo>
                        <a:pt x="468" y="228"/>
                      </a:lnTo>
                      <a:lnTo>
                        <a:pt x="472" y="228"/>
                      </a:lnTo>
                      <a:lnTo>
                        <a:pt x="476" y="228"/>
                      </a:lnTo>
                      <a:lnTo>
                        <a:pt x="480" y="228"/>
                      </a:lnTo>
                      <a:lnTo>
                        <a:pt x="484" y="228"/>
                      </a:lnTo>
                      <a:lnTo>
                        <a:pt x="490" y="228"/>
                      </a:lnTo>
                      <a:lnTo>
                        <a:pt x="494" y="228"/>
                      </a:lnTo>
                      <a:lnTo>
                        <a:pt x="498" y="228"/>
                      </a:lnTo>
                      <a:lnTo>
                        <a:pt x="502" y="228"/>
                      </a:lnTo>
                      <a:lnTo>
                        <a:pt x="506" y="228"/>
                      </a:lnTo>
                      <a:lnTo>
                        <a:pt x="510" y="228"/>
                      </a:lnTo>
                      <a:lnTo>
                        <a:pt x="510" y="224"/>
                      </a:lnTo>
                      <a:lnTo>
                        <a:pt x="514" y="224"/>
                      </a:lnTo>
                      <a:lnTo>
                        <a:pt x="516" y="224"/>
                      </a:lnTo>
                      <a:lnTo>
                        <a:pt x="516" y="220"/>
                      </a:lnTo>
                      <a:lnTo>
                        <a:pt x="520" y="220"/>
                      </a:lnTo>
                      <a:lnTo>
                        <a:pt x="520" y="216"/>
                      </a:lnTo>
                      <a:lnTo>
                        <a:pt x="524" y="216"/>
                      </a:lnTo>
                      <a:lnTo>
                        <a:pt x="524" y="214"/>
                      </a:lnTo>
                      <a:lnTo>
                        <a:pt x="528" y="214"/>
                      </a:lnTo>
                      <a:lnTo>
                        <a:pt x="528" y="210"/>
                      </a:lnTo>
                      <a:lnTo>
                        <a:pt x="532" y="210"/>
                      </a:lnTo>
                      <a:lnTo>
                        <a:pt x="532" y="206"/>
                      </a:lnTo>
                      <a:lnTo>
                        <a:pt x="536" y="206"/>
                      </a:lnTo>
                      <a:lnTo>
                        <a:pt x="540" y="206"/>
                      </a:lnTo>
                      <a:lnTo>
                        <a:pt x="540" y="202"/>
                      </a:lnTo>
                      <a:lnTo>
                        <a:pt x="542" y="202"/>
                      </a:lnTo>
                      <a:lnTo>
                        <a:pt x="542" y="198"/>
                      </a:lnTo>
                      <a:lnTo>
                        <a:pt x="540" y="194"/>
                      </a:lnTo>
                      <a:lnTo>
                        <a:pt x="536" y="190"/>
                      </a:lnTo>
                      <a:lnTo>
                        <a:pt x="536" y="186"/>
                      </a:lnTo>
                      <a:lnTo>
                        <a:pt x="536" y="184"/>
                      </a:lnTo>
                      <a:lnTo>
                        <a:pt x="540" y="180"/>
                      </a:lnTo>
                      <a:lnTo>
                        <a:pt x="540" y="176"/>
                      </a:lnTo>
                      <a:lnTo>
                        <a:pt x="542" y="176"/>
                      </a:lnTo>
                      <a:lnTo>
                        <a:pt x="546" y="176"/>
                      </a:lnTo>
                      <a:lnTo>
                        <a:pt x="550" y="176"/>
                      </a:lnTo>
                      <a:lnTo>
                        <a:pt x="554" y="180"/>
                      </a:lnTo>
                      <a:lnTo>
                        <a:pt x="558" y="180"/>
                      </a:lnTo>
                      <a:lnTo>
                        <a:pt x="562" y="180"/>
                      </a:lnTo>
                      <a:lnTo>
                        <a:pt x="566" y="180"/>
                      </a:lnTo>
                      <a:lnTo>
                        <a:pt x="570" y="180"/>
                      </a:lnTo>
                      <a:lnTo>
                        <a:pt x="570" y="176"/>
                      </a:lnTo>
                      <a:lnTo>
                        <a:pt x="572" y="176"/>
                      </a:lnTo>
                      <a:lnTo>
                        <a:pt x="576" y="176"/>
                      </a:lnTo>
                      <a:lnTo>
                        <a:pt x="576" y="172"/>
                      </a:lnTo>
                      <a:lnTo>
                        <a:pt x="580" y="168"/>
                      </a:lnTo>
                      <a:lnTo>
                        <a:pt x="584" y="168"/>
                      </a:lnTo>
                      <a:lnTo>
                        <a:pt x="588" y="168"/>
                      </a:lnTo>
                      <a:lnTo>
                        <a:pt x="592" y="168"/>
                      </a:lnTo>
                      <a:lnTo>
                        <a:pt x="596" y="168"/>
                      </a:lnTo>
                      <a:lnTo>
                        <a:pt x="596" y="164"/>
                      </a:lnTo>
                      <a:lnTo>
                        <a:pt x="600" y="164"/>
                      </a:lnTo>
                      <a:lnTo>
                        <a:pt x="600" y="160"/>
                      </a:lnTo>
                      <a:lnTo>
                        <a:pt x="602" y="160"/>
                      </a:lnTo>
                      <a:lnTo>
                        <a:pt x="602" y="158"/>
                      </a:lnTo>
                      <a:lnTo>
                        <a:pt x="606" y="154"/>
                      </a:lnTo>
                      <a:lnTo>
                        <a:pt x="606" y="150"/>
                      </a:lnTo>
                      <a:lnTo>
                        <a:pt x="610" y="150"/>
                      </a:lnTo>
                      <a:lnTo>
                        <a:pt x="614" y="150"/>
                      </a:lnTo>
                      <a:lnTo>
                        <a:pt x="618" y="150"/>
                      </a:lnTo>
                      <a:lnTo>
                        <a:pt x="618" y="146"/>
                      </a:lnTo>
                      <a:lnTo>
                        <a:pt x="622" y="146"/>
                      </a:lnTo>
                      <a:lnTo>
                        <a:pt x="622" y="142"/>
                      </a:lnTo>
                      <a:lnTo>
                        <a:pt x="622" y="146"/>
                      </a:lnTo>
                      <a:lnTo>
                        <a:pt x="626" y="146"/>
                      </a:lnTo>
                      <a:lnTo>
                        <a:pt x="626" y="142"/>
                      </a:lnTo>
                      <a:lnTo>
                        <a:pt x="628" y="142"/>
                      </a:lnTo>
                      <a:lnTo>
                        <a:pt x="632" y="142"/>
                      </a:lnTo>
                      <a:lnTo>
                        <a:pt x="636" y="142"/>
                      </a:lnTo>
                      <a:lnTo>
                        <a:pt x="640" y="142"/>
                      </a:lnTo>
                      <a:lnTo>
                        <a:pt x="640" y="138"/>
                      </a:lnTo>
                      <a:lnTo>
                        <a:pt x="640" y="142"/>
                      </a:lnTo>
                      <a:lnTo>
                        <a:pt x="644" y="142"/>
                      </a:lnTo>
                      <a:lnTo>
                        <a:pt x="648" y="142"/>
                      </a:lnTo>
                      <a:lnTo>
                        <a:pt x="652" y="142"/>
                      </a:lnTo>
                      <a:lnTo>
                        <a:pt x="656" y="142"/>
                      </a:lnTo>
                      <a:lnTo>
                        <a:pt x="656" y="138"/>
                      </a:lnTo>
                      <a:lnTo>
                        <a:pt x="656" y="134"/>
                      </a:lnTo>
                      <a:lnTo>
                        <a:pt x="652" y="130"/>
                      </a:lnTo>
                      <a:lnTo>
                        <a:pt x="648" y="130"/>
                      </a:lnTo>
                      <a:lnTo>
                        <a:pt x="648" y="128"/>
                      </a:lnTo>
                      <a:lnTo>
                        <a:pt x="648" y="124"/>
                      </a:lnTo>
                      <a:lnTo>
                        <a:pt x="644" y="124"/>
                      </a:lnTo>
                      <a:lnTo>
                        <a:pt x="640" y="120"/>
                      </a:lnTo>
                      <a:lnTo>
                        <a:pt x="636" y="116"/>
                      </a:lnTo>
                      <a:lnTo>
                        <a:pt x="632" y="116"/>
                      </a:lnTo>
                      <a:lnTo>
                        <a:pt x="628" y="116"/>
                      </a:lnTo>
                      <a:lnTo>
                        <a:pt x="626" y="116"/>
                      </a:lnTo>
                      <a:lnTo>
                        <a:pt x="622" y="116"/>
                      </a:lnTo>
                      <a:lnTo>
                        <a:pt x="622" y="120"/>
                      </a:lnTo>
                      <a:lnTo>
                        <a:pt x="618" y="124"/>
                      </a:lnTo>
                      <a:lnTo>
                        <a:pt x="614" y="120"/>
                      </a:lnTo>
                      <a:lnTo>
                        <a:pt x="614" y="116"/>
                      </a:lnTo>
                      <a:lnTo>
                        <a:pt x="610" y="116"/>
                      </a:lnTo>
                      <a:lnTo>
                        <a:pt x="606" y="120"/>
                      </a:lnTo>
                      <a:lnTo>
                        <a:pt x="602" y="116"/>
                      </a:lnTo>
                      <a:lnTo>
                        <a:pt x="602" y="120"/>
                      </a:lnTo>
                      <a:lnTo>
                        <a:pt x="600" y="120"/>
                      </a:lnTo>
                      <a:lnTo>
                        <a:pt x="596" y="116"/>
                      </a:lnTo>
                      <a:lnTo>
                        <a:pt x="592" y="112"/>
                      </a:lnTo>
                      <a:lnTo>
                        <a:pt x="596" y="112"/>
                      </a:lnTo>
                      <a:lnTo>
                        <a:pt x="600" y="108"/>
                      </a:lnTo>
                      <a:lnTo>
                        <a:pt x="596" y="104"/>
                      </a:lnTo>
                      <a:lnTo>
                        <a:pt x="600" y="102"/>
                      </a:lnTo>
                      <a:lnTo>
                        <a:pt x="602" y="98"/>
                      </a:lnTo>
                      <a:lnTo>
                        <a:pt x="600" y="98"/>
                      </a:lnTo>
                      <a:lnTo>
                        <a:pt x="602" y="94"/>
                      </a:lnTo>
                      <a:lnTo>
                        <a:pt x="602" y="90"/>
                      </a:lnTo>
                      <a:lnTo>
                        <a:pt x="606" y="90"/>
                      </a:lnTo>
                      <a:lnTo>
                        <a:pt x="606" y="86"/>
                      </a:lnTo>
                      <a:lnTo>
                        <a:pt x="606" y="82"/>
                      </a:lnTo>
                      <a:lnTo>
                        <a:pt x="610" y="78"/>
                      </a:lnTo>
                      <a:lnTo>
                        <a:pt x="614" y="78"/>
                      </a:lnTo>
                      <a:lnTo>
                        <a:pt x="618" y="82"/>
                      </a:lnTo>
                      <a:lnTo>
                        <a:pt x="622" y="82"/>
                      </a:lnTo>
                      <a:lnTo>
                        <a:pt x="626" y="82"/>
                      </a:lnTo>
                      <a:lnTo>
                        <a:pt x="628" y="82"/>
                      </a:lnTo>
                      <a:lnTo>
                        <a:pt x="632" y="78"/>
                      </a:lnTo>
                      <a:lnTo>
                        <a:pt x="636" y="78"/>
                      </a:lnTo>
                      <a:lnTo>
                        <a:pt x="636" y="74"/>
                      </a:lnTo>
                      <a:lnTo>
                        <a:pt x="640" y="74"/>
                      </a:lnTo>
                      <a:lnTo>
                        <a:pt x="644" y="74"/>
                      </a:lnTo>
                      <a:lnTo>
                        <a:pt x="648" y="72"/>
                      </a:lnTo>
                      <a:lnTo>
                        <a:pt x="648" y="68"/>
                      </a:lnTo>
                      <a:lnTo>
                        <a:pt x="644" y="68"/>
                      </a:lnTo>
                      <a:lnTo>
                        <a:pt x="644" y="64"/>
                      </a:lnTo>
                      <a:lnTo>
                        <a:pt x="648" y="64"/>
                      </a:lnTo>
                      <a:lnTo>
                        <a:pt x="648" y="60"/>
                      </a:lnTo>
                      <a:lnTo>
                        <a:pt x="652" y="60"/>
                      </a:lnTo>
                      <a:lnTo>
                        <a:pt x="652" y="56"/>
                      </a:lnTo>
                      <a:lnTo>
                        <a:pt x="652" y="52"/>
                      </a:lnTo>
                      <a:lnTo>
                        <a:pt x="656" y="48"/>
                      </a:lnTo>
                      <a:lnTo>
                        <a:pt x="656" y="46"/>
                      </a:lnTo>
                      <a:lnTo>
                        <a:pt x="656" y="42"/>
                      </a:lnTo>
                      <a:lnTo>
                        <a:pt x="658" y="42"/>
                      </a:lnTo>
                      <a:lnTo>
                        <a:pt x="658" y="38"/>
                      </a:lnTo>
                      <a:lnTo>
                        <a:pt x="662" y="38"/>
                      </a:lnTo>
                      <a:lnTo>
                        <a:pt x="662" y="34"/>
                      </a:lnTo>
                      <a:lnTo>
                        <a:pt x="666" y="34"/>
                      </a:lnTo>
                      <a:lnTo>
                        <a:pt x="666" y="30"/>
                      </a:lnTo>
                      <a:lnTo>
                        <a:pt x="666" y="26"/>
                      </a:lnTo>
                      <a:lnTo>
                        <a:pt x="666" y="22"/>
                      </a:lnTo>
                      <a:lnTo>
                        <a:pt x="666" y="18"/>
                      </a:lnTo>
                      <a:lnTo>
                        <a:pt x="662" y="18"/>
                      </a:lnTo>
                      <a:lnTo>
                        <a:pt x="658" y="18"/>
                      </a:lnTo>
                      <a:lnTo>
                        <a:pt x="656" y="18"/>
                      </a:lnTo>
                      <a:lnTo>
                        <a:pt x="658" y="16"/>
                      </a:lnTo>
                      <a:lnTo>
                        <a:pt x="662" y="12"/>
                      </a:lnTo>
                      <a:lnTo>
                        <a:pt x="666" y="8"/>
                      </a:lnTo>
                      <a:lnTo>
                        <a:pt x="670" y="4"/>
                      </a:lnTo>
                      <a:lnTo>
                        <a:pt x="674" y="4"/>
                      </a:lnTo>
                      <a:lnTo>
                        <a:pt x="676" y="4"/>
                      </a:lnTo>
                      <a:lnTo>
                        <a:pt x="680" y="4"/>
                      </a:lnTo>
                      <a:lnTo>
                        <a:pt x="680" y="0"/>
                      </a:lnTo>
                      <a:lnTo>
                        <a:pt x="684" y="0"/>
                      </a:lnTo>
                      <a:lnTo>
                        <a:pt x="688" y="0"/>
                      </a:lnTo>
                      <a:lnTo>
                        <a:pt x="692" y="0"/>
                      </a:lnTo>
                      <a:lnTo>
                        <a:pt x="696" y="0"/>
                      </a:lnTo>
                      <a:lnTo>
                        <a:pt x="698" y="0"/>
                      </a:lnTo>
                      <a:lnTo>
                        <a:pt x="702" y="0"/>
                      </a:lnTo>
                      <a:lnTo>
                        <a:pt x="706" y="0"/>
                      </a:lnTo>
                      <a:lnTo>
                        <a:pt x="710" y="0"/>
                      </a:lnTo>
                      <a:lnTo>
                        <a:pt x="714" y="0"/>
                      </a:lnTo>
                      <a:lnTo>
                        <a:pt x="714" y="4"/>
                      </a:lnTo>
                      <a:lnTo>
                        <a:pt x="718" y="4"/>
                      </a:lnTo>
                      <a:lnTo>
                        <a:pt x="718" y="8"/>
                      </a:lnTo>
                      <a:lnTo>
                        <a:pt x="722" y="8"/>
                      </a:lnTo>
                      <a:lnTo>
                        <a:pt x="726" y="8"/>
                      </a:lnTo>
                      <a:lnTo>
                        <a:pt x="728" y="8"/>
                      </a:lnTo>
                      <a:lnTo>
                        <a:pt x="732" y="8"/>
                      </a:lnTo>
                      <a:lnTo>
                        <a:pt x="736" y="8"/>
                      </a:lnTo>
                      <a:lnTo>
                        <a:pt x="736" y="12"/>
                      </a:lnTo>
                      <a:lnTo>
                        <a:pt x="740" y="16"/>
                      </a:lnTo>
                      <a:lnTo>
                        <a:pt x="744" y="16"/>
                      </a:lnTo>
                      <a:lnTo>
                        <a:pt x="740" y="16"/>
                      </a:lnTo>
                      <a:lnTo>
                        <a:pt x="740" y="18"/>
                      </a:lnTo>
                      <a:lnTo>
                        <a:pt x="744" y="18"/>
                      </a:lnTo>
                      <a:lnTo>
                        <a:pt x="744" y="22"/>
                      </a:lnTo>
                      <a:lnTo>
                        <a:pt x="744" y="26"/>
                      </a:lnTo>
                      <a:lnTo>
                        <a:pt x="748" y="26"/>
                      </a:lnTo>
                      <a:lnTo>
                        <a:pt x="748" y="30"/>
                      </a:lnTo>
                      <a:lnTo>
                        <a:pt x="748" y="34"/>
                      </a:lnTo>
                      <a:lnTo>
                        <a:pt x="748" y="38"/>
                      </a:lnTo>
                      <a:lnTo>
                        <a:pt x="752" y="38"/>
                      </a:lnTo>
                      <a:lnTo>
                        <a:pt x="752" y="42"/>
                      </a:lnTo>
                      <a:lnTo>
                        <a:pt x="752" y="46"/>
                      </a:lnTo>
                      <a:lnTo>
                        <a:pt x="756" y="46"/>
                      </a:lnTo>
                      <a:lnTo>
                        <a:pt x="752" y="46"/>
                      </a:lnTo>
                      <a:lnTo>
                        <a:pt x="752" y="48"/>
                      </a:lnTo>
                      <a:lnTo>
                        <a:pt x="756" y="48"/>
                      </a:lnTo>
                      <a:lnTo>
                        <a:pt x="756" y="46"/>
                      </a:lnTo>
                      <a:lnTo>
                        <a:pt x="756" y="48"/>
                      </a:lnTo>
                      <a:lnTo>
                        <a:pt x="756" y="52"/>
                      </a:lnTo>
                      <a:lnTo>
                        <a:pt x="756" y="56"/>
                      </a:lnTo>
                      <a:lnTo>
                        <a:pt x="758" y="56"/>
                      </a:lnTo>
                      <a:lnTo>
                        <a:pt x="758" y="60"/>
                      </a:lnTo>
                      <a:lnTo>
                        <a:pt x="758" y="64"/>
                      </a:lnTo>
                      <a:lnTo>
                        <a:pt x="758" y="68"/>
                      </a:lnTo>
                      <a:lnTo>
                        <a:pt x="762" y="68"/>
                      </a:lnTo>
                      <a:lnTo>
                        <a:pt x="762" y="72"/>
                      </a:lnTo>
                      <a:lnTo>
                        <a:pt x="762" y="74"/>
                      </a:lnTo>
                      <a:lnTo>
                        <a:pt x="762" y="78"/>
                      </a:lnTo>
                      <a:lnTo>
                        <a:pt x="766" y="78"/>
                      </a:lnTo>
                      <a:lnTo>
                        <a:pt x="766" y="82"/>
                      </a:lnTo>
                      <a:lnTo>
                        <a:pt x="770" y="82"/>
                      </a:lnTo>
                      <a:lnTo>
                        <a:pt x="774" y="82"/>
                      </a:lnTo>
                      <a:lnTo>
                        <a:pt x="778" y="82"/>
                      </a:lnTo>
                      <a:lnTo>
                        <a:pt x="782" y="82"/>
                      </a:lnTo>
                      <a:lnTo>
                        <a:pt x="782" y="86"/>
                      </a:lnTo>
                      <a:lnTo>
                        <a:pt x="784" y="86"/>
                      </a:lnTo>
                      <a:lnTo>
                        <a:pt x="788" y="86"/>
                      </a:lnTo>
                      <a:lnTo>
                        <a:pt x="792" y="86"/>
                      </a:lnTo>
                      <a:lnTo>
                        <a:pt x="792" y="90"/>
                      </a:lnTo>
                      <a:lnTo>
                        <a:pt x="796" y="94"/>
                      </a:lnTo>
                      <a:lnTo>
                        <a:pt x="800" y="98"/>
                      </a:lnTo>
                      <a:lnTo>
                        <a:pt x="804" y="98"/>
                      </a:lnTo>
                      <a:lnTo>
                        <a:pt x="808" y="98"/>
                      </a:lnTo>
                      <a:lnTo>
                        <a:pt x="808" y="102"/>
                      </a:lnTo>
                      <a:lnTo>
                        <a:pt x="804" y="102"/>
                      </a:lnTo>
                      <a:lnTo>
                        <a:pt x="808" y="104"/>
                      </a:lnTo>
                      <a:lnTo>
                        <a:pt x="808" y="108"/>
                      </a:lnTo>
                      <a:lnTo>
                        <a:pt x="808" y="112"/>
                      </a:lnTo>
                      <a:lnTo>
                        <a:pt x="808" y="116"/>
                      </a:lnTo>
                      <a:lnTo>
                        <a:pt x="812" y="116"/>
                      </a:lnTo>
                      <a:lnTo>
                        <a:pt x="812" y="120"/>
                      </a:lnTo>
                      <a:lnTo>
                        <a:pt x="812" y="124"/>
                      </a:lnTo>
                      <a:lnTo>
                        <a:pt x="814" y="120"/>
                      </a:lnTo>
                      <a:lnTo>
                        <a:pt x="818" y="120"/>
                      </a:lnTo>
                      <a:lnTo>
                        <a:pt x="818" y="124"/>
                      </a:lnTo>
                      <a:lnTo>
                        <a:pt x="822" y="124"/>
                      </a:lnTo>
                      <a:lnTo>
                        <a:pt x="826" y="124"/>
                      </a:lnTo>
                      <a:lnTo>
                        <a:pt x="826" y="120"/>
                      </a:lnTo>
                      <a:lnTo>
                        <a:pt x="830" y="120"/>
                      </a:lnTo>
                      <a:lnTo>
                        <a:pt x="834" y="120"/>
                      </a:lnTo>
                      <a:lnTo>
                        <a:pt x="834" y="116"/>
                      </a:lnTo>
                      <a:lnTo>
                        <a:pt x="838" y="116"/>
                      </a:lnTo>
                      <a:lnTo>
                        <a:pt x="840" y="112"/>
                      </a:lnTo>
                      <a:lnTo>
                        <a:pt x="844" y="112"/>
                      </a:lnTo>
                      <a:lnTo>
                        <a:pt x="848" y="112"/>
                      </a:lnTo>
                      <a:lnTo>
                        <a:pt x="852" y="108"/>
                      </a:lnTo>
                      <a:lnTo>
                        <a:pt x="856" y="108"/>
                      </a:lnTo>
                      <a:lnTo>
                        <a:pt x="860" y="108"/>
                      </a:lnTo>
                      <a:lnTo>
                        <a:pt x="864" y="108"/>
                      </a:lnTo>
                      <a:lnTo>
                        <a:pt x="864" y="112"/>
                      </a:lnTo>
                      <a:lnTo>
                        <a:pt x="864" y="116"/>
                      </a:lnTo>
                      <a:lnTo>
                        <a:pt x="864" y="120"/>
                      </a:lnTo>
                      <a:lnTo>
                        <a:pt x="864" y="128"/>
                      </a:lnTo>
                      <a:lnTo>
                        <a:pt x="860" y="128"/>
                      </a:lnTo>
                      <a:lnTo>
                        <a:pt x="856" y="128"/>
                      </a:lnTo>
                      <a:lnTo>
                        <a:pt x="856" y="130"/>
                      </a:lnTo>
                      <a:lnTo>
                        <a:pt x="856" y="134"/>
                      </a:lnTo>
                      <a:lnTo>
                        <a:pt x="856" y="138"/>
                      </a:lnTo>
                      <a:lnTo>
                        <a:pt x="856" y="142"/>
                      </a:lnTo>
                      <a:lnTo>
                        <a:pt x="852" y="142"/>
                      </a:lnTo>
                      <a:lnTo>
                        <a:pt x="852" y="146"/>
                      </a:lnTo>
                      <a:lnTo>
                        <a:pt x="852" y="150"/>
                      </a:lnTo>
                      <a:lnTo>
                        <a:pt x="852" y="154"/>
                      </a:lnTo>
                      <a:lnTo>
                        <a:pt x="848" y="154"/>
                      </a:lnTo>
                      <a:lnTo>
                        <a:pt x="848" y="158"/>
                      </a:lnTo>
                      <a:lnTo>
                        <a:pt x="848" y="160"/>
                      </a:lnTo>
                      <a:lnTo>
                        <a:pt x="848" y="164"/>
                      </a:lnTo>
                      <a:lnTo>
                        <a:pt x="844" y="164"/>
                      </a:lnTo>
                      <a:lnTo>
                        <a:pt x="840" y="164"/>
                      </a:lnTo>
                      <a:lnTo>
                        <a:pt x="840" y="168"/>
                      </a:lnTo>
                      <a:lnTo>
                        <a:pt x="840" y="172"/>
                      </a:lnTo>
                      <a:lnTo>
                        <a:pt x="840" y="176"/>
                      </a:lnTo>
                      <a:lnTo>
                        <a:pt x="838" y="176"/>
                      </a:lnTo>
                      <a:lnTo>
                        <a:pt x="834" y="172"/>
                      </a:lnTo>
                      <a:lnTo>
                        <a:pt x="830" y="172"/>
                      </a:lnTo>
                      <a:lnTo>
                        <a:pt x="826" y="172"/>
                      </a:lnTo>
                      <a:lnTo>
                        <a:pt x="826" y="168"/>
                      </a:lnTo>
                      <a:lnTo>
                        <a:pt x="822" y="168"/>
                      </a:lnTo>
                      <a:lnTo>
                        <a:pt x="822" y="172"/>
                      </a:lnTo>
                      <a:lnTo>
                        <a:pt x="822" y="176"/>
                      </a:lnTo>
                      <a:lnTo>
                        <a:pt x="818" y="176"/>
                      </a:lnTo>
                      <a:lnTo>
                        <a:pt x="814" y="176"/>
                      </a:lnTo>
                      <a:lnTo>
                        <a:pt x="814" y="180"/>
                      </a:lnTo>
                      <a:lnTo>
                        <a:pt x="814" y="176"/>
                      </a:lnTo>
                      <a:lnTo>
                        <a:pt x="812" y="180"/>
                      </a:lnTo>
                      <a:lnTo>
                        <a:pt x="812" y="184"/>
                      </a:lnTo>
                      <a:lnTo>
                        <a:pt x="814" y="184"/>
                      </a:lnTo>
                      <a:lnTo>
                        <a:pt x="814" y="190"/>
                      </a:lnTo>
                      <a:lnTo>
                        <a:pt x="814" y="194"/>
                      </a:lnTo>
                      <a:lnTo>
                        <a:pt x="814" y="198"/>
                      </a:lnTo>
                      <a:lnTo>
                        <a:pt x="814" y="206"/>
                      </a:lnTo>
                      <a:lnTo>
                        <a:pt x="814" y="210"/>
                      </a:lnTo>
                      <a:lnTo>
                        <a:pt x="814" y="214"/>
                      </a:lnTo>
                      <a:lnTo>
                        <a:pt x="814" y="216"/>
                      </a:lnTo>
                      <a:lnTo>
                        <a:pt x="812" y="216"/>
                      </a:lnTo>
                      <a:lnTo>
                        <a:pt x="812" y="220"/>
                      </a:lnTo>
                      <a:lnTo>
                        <a:pt x="812" y="216"/>
                      </a:lnTo>
                      <a:lnTo>
                        <a:pt x="808" y="216"/>
                      </a:lnTo>
                      <a:lnTo>
                        <a:pt x="808" y="220"/>
                      </a:lnTo>
                      <a:lnTo>
                        <a:pt x="804" y="220"/>
                      </a:lnTo>
                      <a:lnTo>
                        <a:pt x="808" y="224"/>
                      </a:lnTo>
                      <a:lnTo>
                        <a:pt x="808" y="228"/>
                      </a:lnTo>
                      <a:lnTo>
                        <a:pt x="804" y="228"/>
                      </a:lnTo>
                      <a:lnTo>
                        <a:pt x="804" y="224"/>
                      </a:lnTo>
                      <a:lnTo>
                        <a:pt x="800" y="220"/>
                      </a:lnTo>
                      <a:lnTo>
                        <a:pt x="800" y="216"/>
                      </a:lnTo>
                      <a:lnTo>
                        <a:pt x="796" y="216"/>
                      </a:lnTo>
                      <a:lnTo>
                        <a:pt x="796" y="220"/>
                      </a:lnTo>
                      <a:lnTo>
                        <a:pt x="792" y="220"/>
                      </a:lnTo>
                      <a:lnTo>
                        <a:pt x="792" y="224"/>
                      </a:lnTo>
                      <a:lnTo>
                        <a:pt x="792" y="228"/>
                      </a:lnTo>
                      <a:lnTo>
                        <a:pt x="788" y="228"/>
                      </a:lnTo>
                      <a:lnTo>
                        <a:pt x="784" y="228"/>
                      </a:lnTo>
                      <a:lnTo>
                        <a:pt x="784" y="230"/>
                      </a:lnTo>
                      <a:lnTo>
                        <a:pt x="784" y="234"/>
                      </a:lnTo>
                      <a:lnTo>
                        <a:pt x="782" y="234"/>
                      </a:lnTo>
                      <a:lnTo>
                        <a:pt x="778" y="234"/>
                      </a:lnTo>
                      <a:lnTo>
                        <a:pt x="774" y="234"/>
                      </a:lnTo>
                      <a:lnTo>
                        <a:pt x="770" y="234"/>
                      </a:lnTo>
                      <a:lnTo>
                        <a:pt x="770" y="238"/>
                      </a:lnTo>
                      <a:lnTo>
                        <a:pt x="770" y="242"/>
                      </a:lnTo>
                      <a:lnTo>
                        <a:pt x="774" y="242"/>
                      </a:lnTo>
                      <a:lnTo>
                        <a:pt x="774" y="246"/>
                      </a:lnTo>
                      <a:lnTo>
                        <a:pt x="770" y="246"/>
                      </a:lnTo>
                      <a:lnTo>
                        <a:pt x="766" y="246"/>
                      </a:lnTo>
                      <a:lnTo>
                        <a:pt x="762" y="246"/>
                      </a:lnTo>
                      <a:lnTo>
                        <a:pt x="758" y="246"/>
                      </a:lnTo>
                      <a:lnTo>
                        <a:pt x="758" y="242"/>
                      </a:lnTo>
                      <a:lnTo>
                        <a:pt x="756" y="242"/>
                      </a:lnTo>
                      <a:lnTo>
                        <a:pt x="756" y="238"/>
                      </a:lnTo>
                      <a:lnTo>
                        <a:pt x="752" y="238"/>
                      </a:lnTo>
                      <a:lnTo>
                        <a:pt x="752" y="242"/>
                      </a:lnTo>
                      <a:lnTo>
                        <a:pt x="748" y="242"/>
                      </a:lnTo>
                      <a:lnTo>
                        <a:pt x="748" y="246"/>
                      </a:lnTo>
                      <a:lnTo>
                        <a:pt x="748" y="250"/>
                      </a:lnTo>
                      <a:lnTo>
                        <a:pt x="744" y="250"/>
                      </a:lnTo>
                      <a:lnTo>
                        <a:pt x="744" y="254"/>
                      </a:lnTo>
                      <a:lnTo>
                        <a:pt x="740" y="256"/>
                      </a:lnTo>
                      <a:lnTo>
                        <a:pt x="736" y="256"/>
                      </a:lnTo>
                      <a:lnTo>
                        <a:pt x="736" y="260"/>
                      </a:lnTo>
                      <a:lnTo>
                        <a:pt x="732" y="260"/>
                      </a:lnTo>
                      <a:lnTo>
                        <a:pt x="728" y="260"/>
                      </a:lnTo>
                      <a:lnTo>
                        <a:pt x="728" y="264"/>
                      </a:lnTo>
                      <a:lnTo>
                        <a:pt x="726" y="264"/>
                      </a:lnTo>
                      <a:lnTo>
                        <a:pt x="728" y="264"/>
                      </a:lnTo>
                      <a:lnTo>
                        <a:pt x="726" y="264"/>
                      </a:lnTo>
                      <a:lnTo>
                        <a:pt x="722" y="268"/>
                      </a:lnTo>
                      <a:lnTo>
                        <a:pt x="718" y="272"/>
                      </a:lnTo>
                      <a:lnTo>
                        <a:pt x="718" y="276"/>
                      </a:lnTo>
                      <a:lnTo>
                        <a:pt x="714" y="276"/>
                      </a:lnTo>
                      <a:lnTo>
                        <a:pt x="710" y="276"/>
                      </a:lnTo>
                      <a:lnTo>
                        <a:pt x="706" y="276"/>
                      </a:lnTo>
                      <a:lnTo>
                        <a:pt x="706" y="280"/>
                      </a:lnTo>
                      <a:lnTo>
                        <a:pt x="702" y="280"/>
                      </a:lnTo>
                      <a:lnTo>
                        <a:pt x="702" y="276"/>
                      </a:lnTo>
                      <a:lnTo>
                        <a:pt x="702" y="280"/>
                      </a:lnTo>
                      <a:lnTo>
                        <a:pt x="698" y="280"/>
                      </a:lnTo>
                      <a:lnTo>
                        <a:pt x="696" y="284"/>
                      </a:lnTo>
                      <a:lnTo>
                        <a:pt x="692" y="284"/>
                      </a:lnTo>
                      <a:lnTo>
                        <a:pt x="692" y="286"/>
                      </a:lnTo>
                      <a:lnTo>
                        <a:pt x="688" y="284"/>
                      </a:lnTo>
                      <a:lnTo>
                        <a:pt x="688" y="286"/>
                      </a:lnTo>
                      <a:lnTo>
                        <a:pt x="684" y="290"/>
                      </a:lnTo>
                      <a:lnTo>
                        <a:pt x="680" y="290"/>
                      </a:lnTo>
                      <a:lnTo>
                        <a:pt x="680" y="294"/>
                      </a:lnTo>
                      <a:lnTo>
                        <a:pt x="676" y="298"/>
                      </a:lnTo>
                      <a:lnTo>
                        <a:pt x="674" y="298"/>
                      </a:lnTo>
                      <a:lnTo>
                        <a:pt x="674" y="294"/>
                      </a:lnTo>
                      <a:lnTo>
                        <a:pt x="676" y="294"/>
                      </a:lnTo>
                      <a:lnTo>
                        <a:pt x="676" y="290"/>
                      </a:lnTo>
                      <a:lnTo>
                        <a:pt x="680" y="290"/>
                      </a:lnTo>
                      <a:lnTo>
                        <a:pt x="676" y="290"/>
                      </a:lnTo>
                      <a:lnTo>
                        <a:pt x="676" y="286"/>
                      </a:lnTo>
                      <a:lnTo>
                        <a:pt x="680" y="286"/>
                      </a:lnTo>
                      <a:lnTo>
                        <a:pt x="676" y="286"/>
                      </a:lnTo>
                      <a:lnTo>
                        <a:pt x="676" y="284"/>
                      </a:lnTo>
                      <a:lnTo>
                        <a:pt x="674" y="284"/>
                      </a:lnTo>
                      <a:lnTo>
                        <a:pt x="676" y="280"/>
                      </a:lnTo>
                      <a:lnTo>
                        <a:pt x="676" y="276"/>
                      </a:lnTo>
                      <a:lnTo>
                        <a:pt x="680" y="276"/>
                      </a:lnTo>
                      <a:lnTo>
                        <a:pt x="684" y="272"/>
                      </a:lnTo>
                      <a:lnTo>
                        <a:pt x="684" y="268"/>
                      </a:lnTo>
                      <a:lnTo>
                        <a:pt x="688" y="268"/>
                      </a:lnTo>
                      <a:lnTo>
                        <a:pt x="688" y="264"/>
                      </a:lnTo>
                      <a:lnTo>
                        <a:pt x="684" y="260"/>
                      </a:lnTo>
                      <a:lnTo>
                        <a:pt x="684" y="256"/>
                      </a:lnTo>
                      <a:lnTo>
                        <a:pt x="680" y="256"/>
                      </a:lnTo>
                      <a:lnTo>
                        <a:pt x="676" y="256"/>
                      </a:lnTo>
                      <a:lnTo>
                        <a:pt x="674" y="256"/>
                      </a:lnTo>
                      <a:lnTo>
                        <a:pt x="670" y="256"/>
                      </a:lnTo>
                      <a:lnTo>
                        <a:pt x="670" y="260"/>
                      </a:lnTo>
                      <a:lnTo>
                        <a:pt x="666" y="264"/>
                      </a:lnTo>
                      <a:lnTo>
                        <a:pt x="662" y="264"/>
                      </a:lnTo>
                      <a:lnTo>
                        <a:pt x="662" y="268"/>
                      </a:lnTo>
                      <a:lnTo>
                        <a:pt x="658" y="272"/>
                      </a:lnTo>
                      <a:lnTo>
                        <a:pt x="656" y="272"/>
                      </a:lnTo>
                      <a:lnTo>
                        <a:pt x="656" y="276"/>
                      </a:lnTo>
                      <a:lnTo>
                        <a:pt x="652" y="276"/>
                      </a:lnTo>
                      <a:lnTo>
                        <a:pt x="648" y="280"/>
                      </a:lnTo>
                      <a:lnTo>
                        <a:pt x="648" y="284"/>
                      </a:lnTo>
                      <a:lnTo>
                        <a:pt x="648" y="286"/>
                      </a:lnTo>
                      <a:lnTo>
                        <a:pt x="644" y="286"/>
                      </a:lnTo>
                      <a:lnTo>
                        <a:pt x="644" y="290"/>
                      </a:lnTo>
                      <a:lnTo>
                        <a:pt x="640" y="290"/>
                      </a:lnTo>
                      <a:lnTo>
                        <a:pt x="636" y="290"/>
                      </a:lnTo>
                      <a:lnTo>
                        <a:pt x="632" y="290"/>
                      </a:lnTo>
                      <a:lnTo>
                        <a:pt x="628" y="290"/>
                      </a:lnTo>
                      <a:lnTo>
                        <a:pt x="628" y="286"/>
                      </a:lnTo>
                      <a:lnTo>
                        <a:pt x="626" y="290"/>
                      </a:lnTo>
                      <a:lnTo>
                        <a:pt x="622" y="294"/>
                      </a:lnTo>
                      <a:lnTo>
                        <a:pt x="622" y="298"/>
                      </a:lnTo>
                      <a:lnTo>
                        <a:pt x="622" y="302"/>
                      </a:lnTo>
                      <a:lnTo>
                        <a:pt x="622" y="306"/>
                      </a:lnTo>
                      <a:lnTo>
                        <a:pt x="626" y="306"/>
                      </a:lnTo>
                      <a:lnTo>
                        <a:pt x="626" y="310"/>
                      </a:lnTo>
                      <a:lnTo>
                        <a:pt x="628" y="310"/>
                      </a:lnTo>
                      <a:lnTo>
                        <a:pt x="632" y="310"/>
                      </a:lnTo>
                      <a:lnTo>
                        <a:pt x="636" y="310"/>
                      </a:lnTo>
                      <a:lnTo>
                        <a:pt x="640" y="310"/>
                      </a:lnTo>
                      <a:lnTo>
                        <a:pt x="640" y="312"/>
                      </a:lnTo>
                      <a:lnTo>
                        <a:pt x="644" y="312"/>
                      </a:lnTo>
                      <a:lnTo>
                        <a:pt x="644" y="316"/>
                      </a:lnTo>
                      <a:lnTo>
                        <a:pt x="644" y="320"/>
                      </a:lnTo>
                      <a:lnTo>
                        <a:pt x="640" y="320"/>
                      </a:lnTo>
                      <a:lnTo>
                        <a:pt x="640" y="324"/>
                      </a:lnTo>
                      <a:lnTo>
                        <a:pt x="644" y="328"/>
                      </a:lnTo>
                      <a:lnTo>
                        <a:pt x="648" y="328"/>
                      </a:lnTo>
                      <a:lnTo>
                        <a:pt x="652" y="328"/>
                      </a:lnTo>
                      <a:lnTo>
                        <a:pt x="656" y="328"/>
                      </a:lnTo>
                      <a:lnTo>
                        <a:pt x="656" y="324"/>
                      </a:lnTo>
                      <a:lnTo>
                        <a:pt x="658" y="324"/>
                      </a:lnTo>
                      <a:lnTo>
                        <a:pt x="658" y="320"/>
                      </a:lnTo>
                      <a:lnTo>
                        <a:pt x="662" y="320"/>
                      </a:lnTo>
                      <a:lnTo>
                        <a:pt x="662" y="316"/>
                      </a:lnTo>
                      <a:lnTo>
                        <a:pt x="666" y="316"/>
                      </a:lnTo>
                      <a:lnTo>
                        <a:pt x="670" y="316"/>
                      </a:lnTo>
                      <a:lnTo>
                        <a:pt x="674" y="320"/>
                      </a:lnTo>
                      <a:lnTo>
                        <a:pt x="676" y="320"/>
                      </a:lnTo>
                      <a:lnTo>
                        <a:pt x="676" y="324"/>
                      </a:lnTo>
                      <a:lnTo>
                        <a:pt x="680" y="324"/>
                      </a:lnTo>
                      <a:lnTo>
                        <a:pt x="684" y="324"/>
                      </a:lnTo>
                      <a:lnTo>
                        <a:pt x="684" y="320"/>
                      </a:lnTo>
                      <a:lnTo>
                        <a:pt x="688" y="320"/>
                      </a:lnTo>
                      <a:lnTo>
                        <a:pt x="684" y="320"/>
                      </a:lnTo>
                      <a:lnTo>
                        <a:pt x="688" y="324"/>
                      </a:lnTo>
                      <a:lnTo>
                        <a:pt x="692" y="324"/>
                      </a:lnTo>
                      <a:lnTo>
                        <a:pt x="692" y="328"/>
                      </a:lnTo>
                      <a:lnTo>
                        <a:pt x="688" y="332"/>
                      </a:lnTo>
                      <a:lnTo>
                        <a:pt x="692" y="332"/>
                      </a:lnTo>
                      <a:lnTo>
                        <a:pt x="688" y="336"/>
                      </a:lnTo>
                      <a:lnTo>
                        <a:pt x="688" y="332"/>
                      </a:lnTo>
                      <a:lnTo>
                        <a:pt x="684" y="332"/>
                      </a:lnTo>
                      <a:lnTo>
                        <a:pt x="680" y="336"/>
                      </a:lnTo>
                      <a:lnTo>
                        <a:pt x="676" y="336"/>
                      </a:lnTo>
                      <a:lnTo>
                        <a:pt x="674" y="336"/>
                      </a:lnTo>
                      <a:lnTo>
                        <a:pt x="674" y="340"/>
                      </a:lnTo>
                      <a:lnTo>
                        <a:pt x="670" y="340"/>
                      </a:lnTo>
                      <a:lnTo>
                        <a:pt x="666" y="340"/>
                      </a:lnTo>
                      <a:lnTo>
                        <a:pt x="670" y="340"/>
                      </a:lnTo>
                      <a:lnTo>
                        <a:pt x="670" y="342"/>
                      </a:lnTo>
                      <a:lnTo>
                        <a:pt x="666" y="342"/>
                      </a:lnTo>
                      <a:lnTo>
                        <a:pt x="666" y="346"/>
                      </a:lnTo>
                      <a:lnTo>
                        <a:pt x="662" y="350"/>
                      </a:lnTo>
                      <a:lnTo>
                        <a:pt x="658" y="350"/>
                      </a:lnTo>
                      <a:lnTo>
                        <a:pt x="662" y="346"/>
                      </a:lnTo>
                      <a:lnTo>
                        <a:pt x="658" y="346"/>
                      </a:lnTo>
                      <a:lnTo>
                        <a:pt x="658" y="350"/>
                      </a:lnTo>
                      <a:lnTo>
                        <a:pt x="658" y="354"/>
                      </a:lnTo>
                      <a:lnTo>
                        <a:pt x="656" y="354"/>
                      </a:lnTo>
                      <a:lnTo>
                        <a:pt x="656" y="358"/>
                      </a:lnTo>
                      <a:lnTo>
                        <a:pt x="652" y="358"/>
                      </a:lnTo>
                      <a:lnTo>
                        <a:pt x="652" y="362"/>
                      </a:lnTo>
                      <a:lnTo>
                        <a:pt x="648" y="362"/>
                      </a:lnTo>
                      <a:lnTo>
                        <a:pt x="648" y="366"/>
                      </a:lnTo>
                      <a:lnTo>
                        <a:pt x="648" y="368"/>
                      </a:lnTo>
                      <a:lnTo>
                        <a:pt x="644" y="368"/>
                      </a:lnTo>
                      <a:lnTo>
                        <a:pt x="644" y="372"/>
                      </a:lnTo>
                      <a:lnTo>
                        <a:pt x="648" y="372"/>
                      </a:lnTo>
                      <a:lnTo>
                        <a:pt x="648" y="376"/>
                      </a:lnTo>
                      <a:lnTo>
                        <a:pt x="652" y="376"/>
                      </a:lnTo>
                      <a:lnTo>
                        <a:pt x="656" y="380"/>
                      </a:lnTo>
                      <a:lnTo>
                        <a:pt x="658" y="380"/>
                      </a:lnTo>
                      <a:lnTo>
                        <a:pt x="662" y="384"/>
                      </a:lnTo>
                      <a:lnTo>
                        <a:pt x="662" y="388"/>
                      </a:lnTo>
                      <a:lnTo>
                        <a:pt x="662" y="392"/>
                      </a:lnTo>
                      <a:lnTo>
                        <a:pt x="662" y="396"/>
                      </a:lnTo>
                      <a:lnTo>
                        <a:pt x="666" y="398"/>
                      </a:lnTo>
                      <a:lnTo>
                        <a:pt x="666" y="402"/>
                      </a:lnTo>
                      <a:lnTo>
                        <a:pt x="670" y="406"/>
                      </a:lnTo>
                      <a:lnTo>
                        <a:pt x="670" y="410"/>
                      </a:lnTo>
                      <a:lnTo>
                        <a:pt x="670" y="414"/>
                      </a:lnTo>
                      <a:lnTo>
                        <a:pt x="674" y="414"/>
                      </a:lnTo>
                      <a:lnTo>
                        <a:pt x="674" y="418"/>
                      </a:lnTo>
                      <a:lnTo>
                        <a:pt x="676" y="418"/>
                      </a:lnTo>
                      <a:lnTo>
                        <a:pt x="676" y="422"/>
                      </a:lnTo>
                      <a:lnTo>
                        <a:pt x="680" y="424"/>
                      </a:lnTo>
                      <a:lnTo>
                        <a:pt x="680" y="428"/>
                      </a:lnTo>
                      <a:lnTo>
                        <a:pt x="684" y="428"/>
                      </a:lnTo>
                      <a:lnTo>
                        <a:pt x="684" y="432"/>
                      </a:lnTo>
                      <a:lnTo>
                        <a:pt x="680" y="432"/>
                      </a:lnTo>
                      <a:lnTo>
                        <a:pt x="680" y="428"/>
                      </a:lnTo>
                      <a:lnTo>
                        <a:pt x="676" y="428"/>
                      </a:lnTo>
                      <a:lnTo>
                        <a:pt x="674" y="428"/>
                      </a:lnTo>
                      <a:lnTo>
                        <a:pt x="670" y="428"/>
                      </a:lnTo>
                      <a:lnTo>
                        <a:pt x="670" y="424"/>
                      </a:lnTo>
                      <a:lnTo>
                        <a:pt x="666" y="424"/>
                      </a:lnTo>
                      <a:lnTo>
                        <a:pt x="662" y="422"/>
                      </a:lnTo>
                      <a:lnTo>
                        <a:pt x="662" y="424"/>
                      </a:lnTo>
                      <a:lnTo>
                        <a:pt x="658" y="424"/>
                      </a:lnTo>
                      <a:lnTo>
                        <a:pt x="656" y="424"/>
                      </a:lnTo>
                      <a:lnTo>
                        <a:pt x="656" y="422"/>
                      </a:lnTo>
                      <a:lnTo>
                        <a:pt x="656" y="418"/>
                      </a:lnTo>
                      <a:lnTo>
                        <a:pt x="652" y="418"/>
                      </a:lnTo>
                      <a:lnTo>
                        <a:pt x="652" y="422"/>
                      </a:lnTo>
                      <a:lnTo>
                        <a:pt x="656" y="422"/>
                      </a:lnTo>
                      <a:lnTo>
                        <a:pt x="652" y="422"/>
                      </a:lnTo>
                      <a:lnTo>
                        <a:pt x="656" y="422"/>
                      </a:lnTo>
                      <a:lnTo>
                        <a:pt x="656" y="424"/>
                      </a:lnTo>
                      <a:lnTo>
                        <a:pt x="658" y="424"/>
                      </a:lnTo>
                      <a:lnTo>
                        <a:pt x="662" y="424"/>
                      </a:lnTo>
                      <a:lnTo>
                        <a:pt x="666" y="424"/>
                      </a:lnTo>
                      <a:lnTo>
                        <a:pt x="666" y="428"/>
                      </a:lnTo>
                      <a:lnTo>
                        <a:pt x="670" y="428"/>
                      </a:lnTo>
                      <a:lnTo>
                        <a:pt x="674" y="428"/>
                      </a:lnTo>
                      <a:lnTo>
                        <a:pt x="674" y="432"/>
                      </a:lnTo>
                      <a:lnTo>
                        <a:pt x="676" y="436"/>
                      </a:lnTo>
                      <a:lnTo>
                        <a:pt x="680" y="436"/>
                      </a:lnTo>
                      <a:lnTo>
                        <a:pt x="680" y="440"/>
                      </a:lnTo>
                      <a:lnTo>
                        <a:pt x="680" y="444"/>
                      </a:lnTo>
                      <a:lnTo>
                        <a:pt x="684" y="444"/>
                      </a:lnTo>
                      <a:lnTo>
                        <a:pt x="684" y="448"/>
                      </a:lnTo>
                      <a:lnTo>
                        <a:pt x="680" y="448"/>
                      </a:lnTo>
                      <a:lnTo>
                        <a:pt x="676" y="448"/>
                      </a:lnTo>
                      <a:lnTo>
                        <a:pt x="674" y="448"/>
                      </a:lnTo>
                      <a:lnTo>
                        <a:pt x="674" y="452"/>
                      </a:lnTo>
                      <a:lnTo>
                        <a:pt x="670" y="452"/>
                      </a:lnTo>
                      <a:lnTo>
                        <a:pt x="670" y="454"/>
                      </a:lnTo>
                      <a:lnTo>
                        <a:pt x="666" y="454"/>
                      </a:lnTo>
                      <a:lnTo>
                        <a:pt x="662" y="454"/>
                      </a:lnTo>
                      <a:lnTo>
                        <a:pt x="658" y="458"/>
                      </a:lnTo>
                      <a:lnTo>
                        <a:pt x="662" y="458"/>
                      </a:lnTo>
                      <a:lnTo>
                        <a:pt x="662" y="454"/>
                      </a:lnTo>
                      <a:lnTo>
                        <a:pt x="666" y="458"/>
                      </a:lnTo>
                      <a:lnTo>
                        <a:pt x="666" y="462"/>
                      </a:lnTo>
                      <a:lnTo>
                        <a:pt x="666" y="458"/>
                      </a:lnTo>
                      <a:lnTo>
                        <a:pt x="670" y="458"/>
                      </a:lnTo>
                      <a:lnTo>
                        <a:pt x="674" y="454"/>
                      </a:lnTo>
                      <a:lnTo>
                        <a:pt x="676" y="454"/>
                      </a:lnTo>
                      <a:lnTo>
                        <a:pt x="676" y="458"/>
                      </a:lnTo>
                      <a:lnTo>
                        <a:pt x="680" y="462"/>
                      </a:lnTo>
                      <a:lnTo>
                        <a:pt x="684" y="462"/>
                      </a:lnTo>
                      <a:lnTo>
                        <a:pt x="684" y="466"/>
                      </a:lnTo>
                      <a:lnTo>
                        <a:pt x="680" y="466"/>
                      </a:lnTo>
                      <a:lnTo>
                        <a:pt x="680" y="470"/>
                      </a:lnTo>
                      <a:lnTo>
                        <a:pt x="676" y="470"/>
                      </a:lnTo>
                      <a:lnTo>
                        <a:pt x="676" y="474"/>
                      </a:lnTo>
                      <a:lnTo>
                        <a:pt x="676" y="470"/>
                      </a:lnTo>
                      <a:lnTo>
                        <a:pt x="680" y="470"/>
                      </a:lnTo>
                      <a:lnTo>
                        <a:pt x="684" y="470"/>
                      </a:lnTo>
                      <a:lnTo>
                        <a:pt x="684" y="474"/>
                      </a:lnTo>
                      <a:lnTo>
                        <a:pt x="684" y="478"/>
                      </a:lnTo>
                      <a:lnTo>
                        <a:pt x="680" y="478"/>
                      </a:lnTo>
                      <a:lnTo>
                        <a:pt x="680" y="474"/>
                      </a:lnTo>
                      <a:lnTo>
                        <a:pt x="680" y="478"/>
                      </a:lnTo>
                      <a:lnTo>
                        <a:pt x="676" y="478"/>
                      </a:lnTo>
                      <a:lnTo>
                        <a:pt x="676" y="474"/>
                      </a:lnTo>
                      <a:lnTo>
                        <a:pt x="676" y="478"/>
                      </a:lnTo>
                      <a:lnTo>
                        <a:pt x="680" y="478"/>
                      </a:lnTo>
                      <a:lnTo>
                        <a:pt x="680" y="480"/>
                      </a:lnTo>
                      <a:lnTo>
                        <a:pt x="676" y="480"/>
                      </a:lnTo>
                      <a:lnTo>
                        <a:pt x="680" y="484"/>
                      </a:lnTo>
                      <a:lnTo>
                        <a:pt x="676" y="484"/>
                      </a:lnTo>
                      <a:lnTo>
                        <a:pt x="674" y="484"/>
                      </a:lnTo>
                      <a:lnTo>
                        <a:pt x="676" y="484"/>
                      </a:lnTo>
                      <a:lnTo>
                        <a:pt x="676" y="488"/>
                      </a:lnTo>
                      <a:lnTo>
                        <a:pt x="676" y="492"/>
                      </a:lnTo>
                      <a:lnTo>
                        <a:pt x="680" y="492"/>
                      </a:lnTo>
                      <a:lnTo>
                        <a:pt x="676" y="492"/>
                      </a:lnTo>
                      <a:lnTo>
                        <a:pt x="676" y="496"/>
                      </a:lnTo>
                      <a:lnTo>
                        <a:pt x="674" y="496"/>
                      </a:lnTo>
                      <a:lnTo>
                        <a:pt x="674" y="492"/>
                      </a:lnTo>
                      <a:lnTo>
                        <a:pt x="674" y="496"/>
                      </a:lnTo>
                      <a:lnTo>
                        <a:pt x="670" y="496"/>
                      </a:lnTo>
                      <a:lnTo>
                        <a:pt x="670" y="500"/>
                      </a:lnTo>
                      <a:lnTo>
                        <a:pt x="666" y="496"/>
                      </a:lnTo>
                      <a:lnTo>
                        <a:pt x="666" y="500"/>
                      </a:lnTo>
                      <a:lnTo>
                        <a:pt x="670" y="500"/>
                      </a:lnTo>
                      <a:lnTo>
                        <a:pt x="666" y="500"/>
                      </a:lnTo>
                      <a:lnTo>
                        <a:pt x="666" y="504"/>
                      </a:lnTo>
                      <a:lnTo>
                        <a:pt x="666" y="508"/>
                      </a:lnTo>
                      <a:lnTo>
                        <a:pt x="666" y="510"/>
                      </a:lnTo>
                      <a:lnTo>
                        <a:pt x="662" y="510"/>
                      </a:lnTo>
                      <a:lnTo>
                        <a:pt x="662" y="514"/>
                      </a:lnTo>
                      <a:lnTo>
                        <a:pt x="662" y="510"/>
                      </a:lnTo>
                      <a:lnTo>
                        <a:pt x="662" y="514"/>
                      </a:lnTo>
                      <a:lnTo>
                        <a:pt x="662" y="510"/>
                      </a:lnTo>
                      <a:lnTo>
                        <a:pt x="658" y="510"/>
                      </a:lnTo>
                      <a:lnTo>
                        <a:pt x="662" y="510"/>
                      </a:lnTo>
                      <a:lnTo>
                        <a:pt x="662" y="514"/>
                      </a:lnTo>
                      <a:lnTo>
                        <a:pt x="658" y="514"/>
                      </a:lnTo>
                      <a:lnTo>
                        <a:pt x="658" y="518"/>
                      </a:lnTo>
                      <a:lnTo>
                        <a:pt x="656" y="518"/>
                      </a:lnTo>
                      <a:lnTo>
                        <a:pt x="658" y="518"/>
                      </a:lnTo>
                      <a:lnTo>
                        <a:pt x="658" y="522"/>
                      </a:lnTo>
                      <a:lnTo>
                        <a:pt x="656" y="522"/>
                      </a:lnTo>
                      <a:lnTo>
                        <a:pt x="656" y="526"/>
                      </a:lnTo>
                      <a:lnTo>
                        <a:pt x="656" y="522"/>
                      </a:lnTo>
                      <a:lnTo>
                        <a:pt x="658" y="522"/>
                      </a:lnTo>
                      <a:lnTo>
                        <a:pt x="656" y="518"/>
                      </a:lnTo>
                      <a:lnTo>
                        <a:pt x="656" y="522"/>
                      </a:lnTo>
                      <a:lnTo>
                        <a:pt x="656" y="518"/>
                      </a:lnTo>
                      <a:lnTo>
                        <a:pt x="652" y="518"/>
                      </a:lnTo>
                      <a:lnTo>
                        <a:pt x="652" y="522"/>
                      </a:lnTo>
                      <a:lnTo>
                        <a:pt x="652" y="518"/>
                      </a:lnTo>
                      <a:lnTo>
                        <a:pt x="652" y="522"/>
                      </a:lnTo>
                      <a:lnTo>
                        <a:pt x="652" y="526"/>
                      </a:lnTo>
                      <a:lnTo>
                        <a:pt x="652" y="522"/>
                      </a:lnTo>
                      <a:lnTo>
                        <a:pt x="656" y="526"/>
                      </a:lnTo>
                      <a:lnTo>
                        <a:pt x="652" y="526"/>
                      </a:lnTo>
                      <a:lnTo>
                        <a:pt x="652" y="530"/>
                      </a:lnTo>
                      <a:lnTo>
                        <a:pt x="656" y="526"/>
                      </a:lnTo>
                      <a:lnTo>
                        <a:pt x="656" y="530"/>
                      </a:lnTo>
                      <a:lnTo>
                        <a:pt x="652" y="530"/>
                      </a:lnTo>
                      <a:lnTo>
                        <a:pt x="652" y="534"/>
                      </a:lnTo>
                      <a:lnTo>
                        <a:pt x="648" y="534"/>
                      </a:lnTo>
                      <a:lnTo>
                        <a:pt x="644" y="534"/>
                      </a:lnTo>
                      <a:lnTo>
                        <a:pt x="648" y="534"/>
                      </a:lnTo>
                      <a:lnTo>
                        <a:pt x="648" y="536"/>
                      </a:lnTo>
                      <a:lnTo>
                        <a:pt x="648" y="534"/>
                      </a:lnTo>
                      <a:lnTo>
                        <a:pt x="652" y="534"/>
                      </a:lnTo>
                      <a:lnTo>
                        <a:pt x="652" y="536"/>
                      </a:lnTo>
                      <a:lnTo>
                        <a:pt x="652" y="540"/>
                      </a:lnTo>
                      <a:lnTo>
                        <a:pt x="648" y="540"/>
                      </a:lnTo>
                      <a:lnTo>
                        <a:pt x="652" y="540"/>
                      </a:lnTo>
                      <a:lnTo>
                        <a:pt x="652" y="544"/>
                      </a:lnTo>
                      <a:lnTo>
                        <a:pt x="652" y="548"/>
                      </a:lnTo>
                      <a:lnTo>
                        <a:pt x="652" y="544"/>
                      </a:lnTo>
                      <a:lnTo>
                        <a:pt x="648" y="544"/>
                      </a:lnTo>
                      <a:lnTo>
                        <a:pt x="648" y="540"/>
                      </a:lnTo>
                      <a:lnTo>
                        <a:pt x="648" y="544"/>
                      </a:lnTo>
                      <a:lnTo>
                        <a:pt x="644" y="544"/>
                      </a:lnTo>
                      <a:lnTo>
                        <a:pt x="648" y="548"/>
                      </a:lnTo>
                      <a:lnTo>
                        <a:pt x="644" y="552"/>
                      </a:lnTo>
                      <a:lnTo>
                        <a:pt x="644" y="548"/>
                      </a:lnTo>
                      <a:lnTo>
                        <a:pt x="640" y="548"/>
                      </a:lnTo>
                      <a:lnTo>
                        <a:pt x="640" y="552"/>
                      </a:lnTo>
                      <a:lnTo>
                        <a:pt x="644" y="552"/>
                      </a:lnTo>
                      <a:lnTo>
                        <a:pt x="640" y="556"/>
                      </a:lnTo>
                      <a:lnTo>
                        <a:pt x="636" y="556"/>
                      </a:lnTo>
                      <a:lnTo>
                        <a:pt x="640" y="556"/>
                      </a:lnTo>
                      <a:lnTo>
                        <a:pt x="636" y="552"/>
                      </a:lnTo>
                      <a:lnTo>
                        <a:pt x="636" y="556"/>
                      </a:lnTo>
                      <a:lnTo>
                        <a:pt x="640" y="556"/>
                      </a:lnTo>
                      <a:lnTo>
                        <a:pt x="636" y="560"/>
                      </a:lnTo>
                      <a:lnTo>
                        <a:pt x="632" y="560"/>
                      </a:lnTo>
                      <a:lnTo>
                        <a:pt x="628" y="560"/>
                      </a:lnTo>
                      <a:lnTo>
                        <a:pt x="628" y="564"/>
                      </a:lnTo>
                      <a:lnTo>
                        <a:pt x="626" y="564"/>
                      </a:lnTo>
                      <a:lnTo>
                        <a:pt x="628" y="564"/>
                      </a:lnTo>
                      <a:lnTo>
                        <a:pt x="628" y="566"/>
                      </a:lnTo>
                      <a:lnTo>
                        <a:pt x="626" y="570"/>
                      </a:lnTo>
                      <a:lnTo>
                        <a:pt x="622" y="570"/>
                      </a:lnTo>
                      <a:lnTo>
                        <a:pt x="622" y="574"/>
                      </a:lnTo>
                      <a:lnTo>
                        <a:pt x="618" y="574"/>
                      </a:lnTo>
                      <a:lnTo>
                        <a:pt x="618" y="578"/>
                      </a:lnTo>
                      <a:lnTo>
                        <a:pt x="614" y="578"/>
                      </a:lnTo>
                      <a:lnTo>
                        <a:pt x="610" y="578"/>
                      </a:lnTo>
                      <a:lnTo>
                        <a:pt x="610" y="582"/>
                      </a:lnTo>
                      <a:lnTo>
                        <a:pt x="606" y="582"/>
                      </a:lnTo>
                      <a:lnTo>
                        <a:pt x="610" y="582"/>
                      </a:lnTo>
                      <a:lnTo>
                        <a:pt x="610" y="586"/>
                      </a:lnTo>
                      <a:lnTo>
                        <a:pt x="606" y="586"/>
                      </a:lnTo>
                      <a:lnTo>
                        <a:pt x="606" y="590"/>
                      </a:lnTo>
                      <a:lnTo>
                        <a:pt x="602" y="590"/>
                      </a:lnTo>
                      <a:lnTo>
                        <a:pt x="602" y="592"/>
                      </a:lnTo>
                      <a:lnTo>
                        <a:pt x="600" y="590"/>
                      </a:lnTo>
                      <a:lnTo>
                        <a:pt x="600" y="592"/>
                      </a:lnTo>
                      <a:lnTo>
                        <a:pt x="596" y="592"/>
                      </a:lnTo>
                      <a:lnTo>
                        <a:pt x="596" y="590"/>
                      </a:lnTo>
                      <a:lnTo>
                        <a:pt x="592" y="592"/>
                      </a:lnTo>
                      <a:lnTo>
                        <a:pt x="596" y="592"/>
                      </a:lnTo>
                      <a:lnTo>
                        <a:pt x="592" y="592"/>
                      </a:lnTo>
                      <a:lnTo>
                        <a:pt x="588" y="592"/>
                      </a:lnTo>
                      <a:lnTo>
                        <a:pt x="584" y="592"/>
                      </a:lnTo>
                      <a:lnTo>
                        <a:pt x="584" y="596"/>
                      </a:lnTo>
                      <a:lnTo>
                        <a:pt x="580" y="596"/>
                      </a:lnTo>
                      <a:lnTo>
                        <a:pt x="580" y="592"/>
                      </a:lnTo>
                      <a:lnTo>
                        <a:pt x="584" y="592"/>
                      </a:lnTo>
                      <a:lnTo>
                        <a:pt x="580" y="592"/>
                      </a:lnTo>
                      <a:lnTo>
                        <a:pt x="580" y="596"/>
                      </a:lnTo>
                      <a:lnTo>
                        <a:pt x="576" y="596"/>
                      </a:lnTo>
                      <a:lnTo>
                        <a:pt x="572" y="596"/>
                      </a:lnTo>
                      <a:lnTo>
                        <a:pt x="576" y="596"/>
                      </a:lnTo>
                      <a:lnTo>
                        <a:pt x="576" y="600"/>
                      </a:lnTo>
                      <a:lnTo>
                        <a:pt x="572" y="600"/>
                      </a:lnTo>
                      <a:lnTo>
                        <a:pt x="570" y="600"/>
                      </a:lnTo>
                      <a:lnTo>
                        <a:pt x="570" y="596"/>
                      </a:lnTo>
                      <a:lnTo>
                        <a:pt x="572" y="596"/>
                      </a:lnTo>
                      <a:lnTo>
                        <a:pt x="570" y="596"/>
                      </a:lnTo>
                      <a:lnTo>
                        <a:pt x="570" y="592"/>
                      </a:lnTo>
                      <a:lnTo>
                        <a:pt x="566" y="590"/>
                      </a:lnTo>
                      <a:lnTo>
                        <a:pt x="566" y="586"/>
                      </a:lnTo>
                      <a:lnTo>
                        <a:pt x="570" y="586"/>
                      </a:lnTo>
                      <a:lnTo>
                        <a:pt x="566" y="586"/>
                      </a:lnTo>
                      <a:lnTo>
                        <a:pt x="566" y="590"/>
                      </a:lnTo>
                      <a:lnTo>
                        <a:pt x="562" y="590"/>
                      </a:lnTo>
                      <a:lnTo>
                        <a:pt x="566" y="592"/>
                      </a:lnTo>
                      <a:lnTo>
                        <a:pt x="562" y="592"/>
                      </a:lnTo>
                      <a:lnTo>
                        <a:pt x="566" y="592"/>
                      </a:lnTo>
                      <a:lnTo>
                        <a:pt x="566" y="596"/>
                      </a:lnTo>
                      <a:lnTo>
                        <a:pt x="566" y="600"/>
                      </a:lnTo>
                      <a:lnTo>
                        <a:pt x="566" y="604"/>
                      </a:lnTo>
                      <a:lnTo>
                        <a:pt x="562" y="604"/>
                      </a:lnTo>
                      <a:lnTo>
                        <a:pt x="562" y="600"/>
                      </a:lnTo>
                      <a:lnTo>
                        <a:pt x="562" y="596"/>
                      </a:lnTo>
                      <a:lnTo>
                        <a:pt x="558" y="596"/>
                      </a:lnTo>
                      <a:lnTo>
                        <a:pt x="562" y="596"/>
                      </a:lnTo>
                      <a:lnTo>
                        <a:pt x="562" y="600"/>
                      </a:lnTo>
                      <a:lnTo>
                        <a:pt x="562" y="604"/>
                      </a:lnTo>
                      <a:lnTo>
                        <a:pt x="558" y="604"/>
                      </a:lnTo>
                      <a:lnTo>
                        <a:pt x="558" y="600"/>
                      </a:lnTo>
                      <a:lnTo>
                        <a:pt x="558" y="604"/>
                      </a:lnTo>
                      <a:lnTo>
                        <a:pt x="558" y="608"/>
                      </a:lnTo>
                      <a:lnTo>
                        <a:pt x="554" y="608"/>
                      </a:lnTo>
                      <a:lnTo>
                        <a:pt x="550" y="608"/>
                      </a:lnTo>
                      <a:lnTo>
                        <a:pt x="550" y="612"/>
                      </a:lnTo>
                      <a:lnTo>
                        <a:pt x="550" y="608"/>
                      </a:lnTo>
                      <a:lnTo>
                        <a:pt x="546" y="612"/>
                      </a:lnTo>
                      <a:lnTo>
                        <a:pt x="542" y="608"/>
                      </a:lnTo>
                      <a:lnTo>
                        <a:pt x="542" y="612"/>
                      </a:lnTo>
                      <a:lnTo>
                        <a:pt x="540" y="612"/>
                      </a:lnTo>
                      <a:lnTo>
                        <a:pt x="540" y="616"/>
                      </a:lnTo>
                      <a:lnTo>
                        <a:pt x="536" y="616"/>
                      </a:lnTo>
                      <a:lnTo>
                        <a:pt x="532" y="616"/>
                      </a:lnTo>
                      <a:lnTo>
                        <a:pt x="528" y="616"/>
                      </a:lnTo>
                      <a:lnTo>
                        <a:pt x="524" y="616"/>
                      </a:lnTo>
                      <a:lnTo>
                        <a:pt x="524" y="620"/>
                      </a:lnTo>
                      <a:lnTo>
                        <a:pt x="524" y="616"/>
                      </a:lnTo>
                      <a:lnTo>
                        <a:pt x="524" y="620"/>
                      </a:lnTo>
                      <a:lnTo>
                        <a:pt x="520" y="620"/>
                      </a:lnTo>
                      <a:lnTo>
                        <a:pt x="520" y="616"/>
                      </a:lnTo>
                      <a:lnTo>
                        <a:pt x="520" y="620"/>
                      </a:lnTo>
                      <a:lnTo>
                        <a:pt x="520" y="622"/>
                      </a:lnTo>
                      <a:lnTo>
                        <a:pt x="516" y="622"/>
                      </a:lnTo>
                      <a:lnTo>
                        <a:pt x="516" y="626"/>
                      </a:lnTo>
                      <a:lnTo>
                        <a:pt x="520" y="626"/>
                      </a:lnTo>
                      <a:lnTo>
                        <a:pt x="520" y="630"/>
                      </a:lnTo>
                      <a:lnTo>
                        <a:pt x="520" y="626"/>
                      </a:lnTo>
                      <a:lnTo>
                        <a:pt x="520" y="630"/>
                      </a:lnTo>
                      <a:lnTo>
                        <a:pt x="520" y="634"/>
                      </a:lnTo>
                      <a:lnTo>
                        <a:pt x="520" y="636"/>
                      </a:lnTo>
                      <a:lnTo>
                        <a:pt x="516" y="636"/>
                      </a:lnTo>
                      <a:lnTo>
                        <a:pt x="514" y="636"/>
                      </a:lnTo>
                      <a:lnTo>
                        <a:pt x="514" y="634"/>
                      </a:lnTo>
                      <a:lnTo>
                        <a:pt x="510" y="630"/>
                      </a:lnTo>
                      <a:lnTo>
                        <a:pt x="510" y="626"/>
                      </a:lnTo>
                      <a:lnTo>
                        <a:pt x="510" y="622"/>
                      </a:lnTo>
                      <a:lnTo>
                        <a:pt x="514" y="620"/>
                      </a:lnTo>
                      <a:lnTo>
                        <a:pt x="514" y="616"/>
                      </a:lnTo>
                      <a:lnTo>
                        <a:pt x="514" y="612"/>
                      </a:lnTo>
                      <a:lnTo>
                        <a:pt x="510" y="612"/>
                      </a:lnTo>
                      <a:lnTo>
                        <a:pt x="510" y="616"/>
                      </a:lnTo>
                      <a:lnTo>
                        <a:pt x="514" y="616"/>
                      </a:lnTo>
                      <a:lnTo>
                        <a:pt x="510" y="616"/>
                      </a:lnTo>
                      <a:lnTo>
                        <a:pt x="510" y="612"/>
                      </a:lnTo>
                      <a:lnTo>
                        <a:pt x="510" y="616"/>
                      </a:lnTo>
                      <a:lnTo>
                        <a:pt x="506" y="616"/>
                      </a:lnTo>
                      <a:lnTo>
                        <a:pt x="502" y="616"/>
                      </a:lnTo>
                      <a:lnTo>
                        <a:pt x="502" y="612"/>
                      </a:lnTo>
                      <a:lnTo>
                        <a:pt x="498" y="612"/>
                      </a:lnTo>
                      <a:lnTo>
                        <a:pt x="498" y="608"/>
                      </a:lnTo>
                      <a:lnTo>
                        <a:pt x="498" y="612"/>
                      </a:lnTo>
                      <a:lnTo>
                        <a:pt x="494" y="612"/>
                      </a:lnTo>
                      <a:lnTo>
                        <a:pt x="494" y="608"/>
                      </a:lnTo>
                      <a:lnTo>
                        <a:pt x="494" y="612"/>
                      </a:lnTo>
                      <a:lnTo>
                        <a:pt x="494" y="616"/>
                      </a:lnTo>
                      <a:lnTo>
                        <a:pt x="490" y="616"/>
                      </a:lnTo>
                      <a:lnTo>
                        <a:pt x="490" y="612"/>
                      </a:lnTo>
                      <a:lnTo>
                        <a:pt x="494" y="612"/>
                      </a:lnTo>
                      <a:lnTo>
                        <a:pt x="490" y="612"/>
                      </a:lnTo>
                      <a:lnTo>
                        <a:pt x="490" y="616"/>
                      </a:lnTo>
                      <a:lnTo>
                        <a:pt x="490" y="612"/>
                      </a:lnTo>
                      <a:lnTo>
                        <a:pt x="486" y="616"/>
                      </a:lnTo>
                      <a:lnTo>
                        <a:pt x="486" y="612"/>
                      </a:lnTo>
                      <a:lnTo>
                        <a:pt x="484" y="612"/>
                      </a:lnTo>
                      <a:lnTo>
                        <a:pt x="480" y="612"/>
                      </a:lnTo>
                      <a:lnTo>
                        <a:pt x="476" y="612"/>
                      </a:lnTo>
                      <a:lnTo>
                        <a:pt x="472" y="608"/>
                      </a:lnTo>
                      <a:lnTo>
                        <a:pt x="468" y="604"/>
                      </a:lnTo>
                      <a:lnTo>
                        <a:pt x="468" y="600"/>
                      </a:lnTo>
                      <a:lnTo>
                        <a:pt x="464" y="600"/>
                      </a:lnTo>
                      <a:lnTo>
                        <a:pt x="464" y="596"/>
                      </a:lnTo>
                      <a:lnTo>
                        <a:pt x="468" y="596"/>
                      </a:lnTo>
                      <a:lnTo>
                        <a:pt x="468" y="592"/>
                      </a:lnTo>
                      <a:lnTo>
                        <a:pt x="468" y="590"/>
                      </a:lnTo>
                      <a:lnTo>
                        <a:pt x="464" y="590"/>
                      </a:lnTo>
                      <a:lnTo>
                        <a:pt x="460" y="590"/>
                      </a:lnTo>
                      <a:lnTo>
                        <a:pt x="458" y="590"/>
                      </a:lnTo>
                      <a:lnTo>
                        <a:pt x="454" y="590"/>
                      </a:lnTo>
                      <a:lnTo>
                        <a:pt x="454" y="586"/>
                      </a:lnTo>
                      <a:lnTo>
                        <a:pt x="450" y="586"/>
                      </a:lnTo>
                      <a:lnTo>
                        <a:pt x="450" y="582"/>
                      </a:lnTo>
                      <a:lnTo>
                        <a:pt x="446" y="582"/>
                      </a:lnTo>
                      <a:lnTo>
                        <a:pt x="442" y="586"/>
                      </a:lnTo>
                      <a:lnTo>
                        <a:pt x="442" y="590"/>
                      </a:lnTo>
                      <a:lnTo>
                        <a:pt x="438" y="592"/>
                      </a:lnTo>
                      <a:lnTo>
                        <a:pt x="434" y="592"/>
                      </a:lnTo>
                      <a:lnTo>
                        <a:pt x="430" y="592"/>
                      </a:lnTo>
                      <a:lnTo>
                        <a:pt x="430" y="596"/>
                      </a:lnTo>
                      <a:lnTo>
                        <a:pt x="428" y="596"/>
                      </a:lnTo>
                      <a:lnTo>
                        <a:pt x="428" y="592"/>
                      </a:lnTo>
                      <a:lnTo>
                        <a:pt x="424" y="592"/>
                      </a:lnTo>
                      <a:lnTo>
                        <a:pt x="424" y="596"/>
                      </a:lnTo>
                      <a:lnTo>
                        <a:pt x="424" y="592"/>
                      </a:lnTo>
                      <a:lnTo>
                        <a:pt x="420" y="592"/>
                      </a:lnTo>
                      <a:lnTo>
                        <a:pt x="420" y="596"/>
                      </a:lnTo>
                      <a:lnTo>
                        <a:pt x="416" y="596"/>
                      </a:lnTo>
                      <a:lnTo>
                        <a:pt x="412" y="596"/>
                      </a:lnTo>
                      <a:lnTo>
                        <a:pt x="412" y="592"/>
                      </a:lnTo>
                      <a:lnTo>
                        <a:pt x="408" y="592"/>
                      </a:lnTo>
                      <a:lnTo>
                        <a:pt x="408" y="596"/>
                      </a:lnTo>
                      <a:lnTo>
                        <a:pt x="404" y="596"/>
                      </a:lnTo>
                      <a:lnTo>
                        <a:pt x="404" y="600"/>
                      </a:lnTo>
                      <a:lnTo>
                        <a:pt x="404" y="596"/>
                      </a:lnTo>
                      <a:lnTo>
                        <a:pt x="402" y="596"/>
                      </a:lnTo>
                      <a:lnTo>
                        <a:pt x="398" y="596"/>
                      </a:lnTo>
                      <a:lnTo>
                        <a:pt x="398" y="600"/>
                      </a:lnTo>
                      <a:lnTo>
                        <a:pt x="394" y="600"/>
                      </a:lnTo>
                      <a:lnTo>
                        <a:pt x="398" y="608"/>
                      </a:lnTo>
                      <a:lnTo>
                        <a:pt x="398" y="612"/>
                      </a:lnTo>
                      <a:lnTo>
                        <a:pt x="398" y="616"/>
                      </a:lnTo>
                      <a:lnTo>
                        <a:pt x="398" y="620"/>
                      </a:lnTo>
                      <a:lnTo>
                        <a:pt x="402" y="620"/>
                      </a:lnTo>
                      <a:lnTo>
                        <a:pt x="398" y="620"/>
                      </a:lnTo>
                      <a:lnTo>
                        <a:pt x="398" y="622"/>
                      </a:lnTo>
                      <a:lnTo>
                        <a:pt x="398" y="620"/>
                      </a:lnTo>
                      <a:lnTo>
                        <a:pt x="394" y="620"/>
                      </a:lnTo>
                      <a:lnTo>
                        <a:pt x="390" y="620"/>
                      </a:lnTo>
                      <a:lnTo>
                        <a:pt x="390" y="616"/>
                      </a:lnTo>
                      <a:lnTo>
                        <a:pt x="390" y="612"/>
                      </a:lnTo>
                      <a:lnTo>
                        <a:pt x="386" y="612"/>
                      </a:lnTo>
                      <a:lnTo>
                        <a:pt x="382" y="616"/>
                      </a:lnTo>
                      <a:lnTo>
                        <a:pt x="378" y="616"/>
                      </a:lnTo>
                      <a:lnTo>
                        <a:pt x="374" y="616"/>
                      </a:lnTo>
                      <a:lnTo>
                        <a:pt x="374" y="612"/>
                      </a:lnTo>
                      <a:lnTo>
                        <a:pt x="372" y="612"/>
                      </a:lnTo>
                      <a:lnTo>
                        <a:pt x="372" y="608"/>
                      </a:lnTo>
                      <a:lnTo>
                        <a:pt x="372" y="604"/>
                      </a:lnTo>
                      <a:lnTo>
                        <a:pt x="368" y="604"/>
                      </a:lnTo>
                      <a:lnTo>
                        <a:pt x="364" y="604"/>
                      </a:lnTo>
                      <a:lnTo>
                        <a:pt x="360" y="604"/>
                      </a:lnTo>
                      <a:lnTo>
                        <a:pt x="364" y="600"/>
                      </a:lnTo>
                      <a:lnTo>
                        <a:pt x="364" y="596"/>
                      </a:lnTo>
                      <a:lnTo>
                        <a:pt x="364" y="592"/>
                      </a:lnTo>
                      <a:lnTo>
                        <a:pt x="364" y="590"/>
                      </a:lnTo>
                      <a:lnTo>
                        <a:pt x="368" y="590"/>
                      </a:lnTo>
                      <a:lnTo>
                        <a:pt x="368" y="586"/>
                      </a:lnTo>
                      <a:lnTo>
                        <a:pt x="364" y="586"/>
                      </a:lnTo>
                      <a:lnTo>
                        <a:pt x="360" y="586"/>
                      </a:lnTo>
                      <a:lnTo>
                        <a:pt x="356" y="586"/>
                      </a:lnTo>
                      <a:lnTo>
                        <a:pt x="356" y="582"/>
                      </a:lnTo>
                      <a:lnTo>
                        <a:pt x="356" y="578"/>
                      </a:lnTo>
                      <a:lnTo>
                        <a:pt x="356" y="574"/>
                      </a:lnTo>
                      <a:lnTo>
                        <a:pt x="352" y="570"/>
                      </a:lnTo>
                      <a:lnTo>
                        <a:pt x="356" y="570"/>
                      </a:lnTo>
                      <a:lnTo>
                        <a:pt x="356" y="566"/>
                      </a:lnTo>
                      <a:lnTo>
                        <a:pt x="352" y="566"/>
                      </a:lnTo>
                      <a:lnTo>
                        <a:pt x="348" y="566"/>
                      </a:lnTo>
                      <a:lnTo>
                        <a:pt x="346" y="566"/>
                      </a:lnTo>
                      <a:lnTo>
                        <a:pt x="346" y="570"/>
                      </a:lnTo>
                      <a:lnTo>
                        <a:pt x="342" y="570"/>
                      </a:lnTo>
                      <a:lnTo>
                        <a:pt x="342" y="574"/>
                      </a:lnTo>
                      <a:lnTo>
                        <a:pt x="342" y="574"/>
                      </a:lnTo>
                      <a:lnTo>
                        <a:pt x="342" y="574"/>
                      </a:lnTo>
                      <a:close/>
                      <a:moveTo>
                        <a:pt x="658" y="578"/>
                      </a:moveTo>
                      <a:lnTo>
                        <a:pt x="658" y="574"/>
                      </a:lnTo>
                      <a:lnTo>
                        <a:pt x="658" y="570"/>
                      </a:lnTo>
                      <a:lnTo>
                        <a:pt x="662" y="570"/>
                      </a:lnTo>
                      <a:lnTo>
                        <a:pt x="662" y="566"/>
                      </a:lnTo>
                      <a:lnTo>
                        <a:pt x="662" y="564"/>
                      </a:lnTo>
                      <a:lnTo>
                        <a:pt x="666" y="564"/>
                      </a:lnTo>
                      <a:lnTo>
                        <a:pt x="666" y="560"/>
                      </a:lnTo>
                      <a:lnTo>
                        <a:pt x="670" y="556"/>
                      </a:lnTo>
                      <a:lnTo>
                        <a:pt x="670" y="552"/>
                      </a:lnTo>
                      <a:lnTo>
                        <a:pt x="674" y="552"/>
                      </a:lnTo>
                      <a:lnTo>
                        <a:pt x="674" y="548"/>
                      </a:lnTo>
                      <a:lnTo>
                        <a:pt x="676" y="548"/>
                      </a:lnTo>
                      <a:lnTo>
                        <a:pt x="676" y="552"/>
                      </a:lnTo>
                      <a:lnTo>
                        <a:pt x="676" y="548"/>
                      </a:lnTo>
                      <a:lnTo>
                        <a:pt x="680" y="548"/>
                      </a:lnTo>
                      <a:lnTo>
                        <a:pt x="680" y="552"/>
                      </a:lnTo>
                      <a:lnTo>
                        <a:pt x="684" y="552"/>
                      </a:lnTo>
                      <a:lnTo>
                        <a:pt x="680" y="556"/>
                      </a:lnTo>
                      <a:lnTo>
                        <a:pt x="680" y="560"/>
                      </a:lnTo>
                      <a:lnTo>
                        <a:pt x="680" y="564"/>
                      </a:lnTo>
                      <a:lnTo>
                        <a:pt x="680" y="566"/>
                      </a:lnTo>
                      <a:lnTo>
                        <a:pt x="676" y="570"/>
                      </a:lnTo>
                      <a:lnTo>
                        <a:pt x="680" y="570"/>
                      </a:lnTo>
                      <a:lnTo>
                        <a:pt x="676" y="570"/>
                      </a:lnTo>
                      <a:lnTo>
                        <a:pt x="676" y="574"/>
                      </a:lnTo>
                      <a:lnTo>
                        <a:pt x="676" y="578"/>
                      </a:lnTo>
                      <a:lnTo>
                        <a:pt x="676" y="582"/>
                      </a:lnTo>
                      <a:lnTo>
                        <a:pt x="676" y="586"/>
                      </a:lnTo>
                      <a:lnTo>
                        <a:pt x="674" y="590"/>
                      </a:lnTo>
                      <a:lnTo>
                        <a:pt x="674" y="592"/>
                      </a:lnTo>
                      <a:lnTo>
                        <a:pt x="670" y="592"/>
                      </a:lnTo>
                      <a:lnTo>
                        <a:pt x="670" y="596"/>
                      </a:lnTo>
                      <a:lnTo>
                        <a:pt x="670" y="600"/>
                      </a:lnTo>
                      <a:lnTo>
                        <a:pt x="670" y="604"/>
                      </a:lnTo>
                      <a:lnTo>
                        <a:pt x="670" y="608"/>
                      </a:lnTo>
                      <a:lnTo>
                        <a:pt x="666" y="608"/>
                      </a:lnTo>
                      <a:lnTo>
                        <a:pt x="666" y="604"/>
                      </a:lnTo>
                      <a:lnTo>
                        <a:pt x="666" y="600"/>
                      </a:lnTo>
                      <a:lnTo>
                        <a:pt x="662" y="600"/>
                      </a:lnTo>
                      <a:lnTo>
                        <a:pt x="662" y="596"/>
                      </a:lnTo>
                      <a:lnTo>
                        <a:pt x="658" y="596"/>
                      </a:lnTo>
                      <a:lnTo>
                        <a:pt x="658" y="592"/>
                      </a:lnTo>
                      <a:lnTo>
                        <a:pt x="658" y="590"/>
                      </a:lnTo>
                      <a:lnTo>
                        <a:pt x="658" y="586"/>
                      </a:lnTo>
                      <a:lnTo>
                        <a:pt x="658" y="582"/>
                      </a:lnTo>
                      <a:lnTo>
                        <a:pt x="658" y="578"/>
                      </a:lnTo>
                      <a:lnTo>
                        <a:pt x="658" y="578"/>
                      </a:lnTo>
                      <a:lnTo>
                        <a:pt x="658" y="578"/>
                      </a:lnTo>
                      <a:close/>
                      <a:moveTo>
                        <a:pt x="510" y="670"/>
                      </a:moveTo>
                      <a:lnTo>
                        <a:pt x="510" y="674"/>
                      </a:lnTo>
                      <a:lnTo>
                        <a:pt x="510" y="670"/>
                      </a:lnTo>
                      <a:lnTo>
                        <a:pt x="506" y="670"/>
                      </a:lnTo>
                      <a:lnTo>
                        <a:pt x="502" y="670"/>
                      </a:lnTo>
                      <a:lnTo>
                        <a:pt x="498" y="670"/>
                      </a:lnTo>
                      <a:lnTo>
                        <a:pt x="498" y="666"/>
                      </a:lnTo>
                      <a:lnTo>
                        <a:pt x="494" y="666"/>
                      </a:lnTo>
                      <a:lnTo>
                        <a:pt x="494" y="662"/>
                      </a:lnTo>
                      <a:lnTo>
                        <a:pt x="498" y="662"/>
                      </a:lnTo>
                      <a:lnTo>
                        <a:pt x="494" y="662"/>
                      </a:lnTo>
                      <a:lnTo>
                        <a:pt x="494" y="660"/>
                      </a:lnTo>
                      <a:lnTo>
                        <a:pt x="494" y="656"/>
                      </a:lnTo>
                      <a:lnTo>
                        <a:pt x="494" y="652"/>
                      </a:lnTo>
                      <a:lnTo>
                        <a:pt x="498" y="652"/>
                      </a:lnTo>
                      <a:lnTo>
                        <a:pt x="498" y="648"/>
                      </a:lnTo>
                      <a:lnTo>
                        <a:pt x="502" y="648"/>
                      </a:lnTo>
                      <a:lnTo>
                        <a:pt x="506" y="644"/>
                      </a:lnTo>
                      <a:lnTo>
                        <a:pt x="502" y="644"/>
                      </a:lnTo>
                      <a:lnTo>
                        <a:pt x="506" y="640"/>
                      </a:lnTo>
                      <a:lnTo>
                        <a:pt x="506" y="644"/>
                      </a:lnTo>
                      <a:lnTo>
                        <a:pt x="510" y="644"/>
                      </a:lnTo>
                      <a:lnTo>
                        <a:pt x="510" y="640"/>
                      </a:lnTo>
                      <a:lnTo>
                        <a:pt x="514" y="640"/>
                      </a:lnTo>
                      <a:lnTo>
                        <a:pt x="516" y="640"/>
                      </a:lnTo>
                      <a:lnTo>
                        <a:pt x="520" y="640"/>
                      </a:lnTo>
                      <a:lnTo>
                        <a:pt x="524" y="640"/>
                      </a:lnTo>
                      <a:lnTo>
                        <a:pt x="524" y="636"/>
                      </a:lnTo>
                      <a:lnTo>
                        <a:pt x="524" y="640"/>
                      </a:lnTo>
                      <a:lnTo>
                        <a:pt x="528" y="640"/>
                      </a:lnTo>
                      <a:lnTo>
                        <a:pt x="528" y="648"/>
                      </a:lnTo>
                      <a:lnTo>
                        <a:pt x="524" y="652"/>
                      </a:lnTo>
                      <a:lnTo>
                        <a:pt x="524" y="656"/>
                      </a:lnTo>
                      <a:lnTo>
                        <a:pt x="520" y="656"/>
                      </a:lnTo>
                      <a:lnTo>
                        <a:pt x="524" y="656"/>
                      </a:lnTo>
                      <a:lnTo>
                        <a:pt x="520" y="660"/>
                      </a:lnTo>
                      <a:lnTo>
                        <a:pt x="520" y="662"/>
                      </a:lnTo>
                      <a:lnTo>
                        <a:pt x="516" y="662"/>
                      </a:lnTo>
                      <a:lnTo>
                        <a:pt x="516" y="666"/>
                      </a:lnTo>
                      <a:lnTo>
                        <a:pt x="516" y="670"/>
                      </a:lnTo>
                      <a:lnTo>
                        <a:pt x="514" y="670"/>
                      </a:lnTo>
                      <a:lnTo>
                        <a:pt x="514" y="666"/>
                      </a:lnTo>
                      <a:lnTo>
                        <a:pt x="514" y="670"/>
                      </a:lnTo>
                      <a:lnTo>
                        <a:pt x="510" y="670"/>
                      </a:lnTo>
                      <a:lnTo>
                        <a:pt x="510" y="670"/>
                      </a:lnTo>
                      <a:lnTo>
                        <a:pt x="510" y="670"/>
                      </a:lnTo>
                      <a:close/>
                      <a:moveTo>
                        <a:pt x="674" y="428"/>
                      </a:moveTo>
                      <a:lnTo>
                        <a:pt x="676" y="428"/>
                      </a:lnTo>
                      <a:lnTo>
                        <a:pt x="676" y="432"/>
                      </a:lnTo>
                      <a:lnTo>
                        <a:pt x="680" y="432"/>
                      </a:lnTo>
                      <a:lnTo>
                        <a:pt x="684" y="432"/>
                      </a:lnTo>
                      <a:lnTo>
                        <a:pt x="680" y="432"/>
                      </a:lnTo>
                      <a:lnTo>
                        <a:pt x="680" y="436"/>
                      </a:lnTo>
                      <a:lnTo>
                        <a:pt x="676" y="432"/>
                      </a:lnTo>
                      <a:lnTo>
                        <a:pt x="674" y="432"/>
                      </a:lnTo>
                      <a:lnTo>
                        <a:pt x="674" y="428"/>
                      </a:lnTo>
                      <a:lnTo>
                        <a:pt x="674" y="428"/>
                      </a:lnTo>
                      <a:lnTo>
                        <a:pt x="674" y="428"/>
                      </a:lnTo>
                      <a:close/>
                      <a:moveTo>
                        <a:pt x="684" y="462"/>
                      </a:moveTo>
                      <a:lnTo>
                        <a:pt x="684" y="458"/>
                      </a:lnTo>
                      <a:lnTo>
                        <a:pt x="688" y="458"/>
                      </a:lnTo>
                      <a:lnTo>
                        <a:pt x="688" y="462"/>
                      </a:lnTo>
                      <a:lnTo>
                        <a:pt x="684" y="462"/>
                      </a:lnTo>
                      <a:lnTo>
                        <a:pt x="684" y="462"/>
                      </a:lnTo>
                      <a:lnTo>
                        <a:pt x="684" y="462"/>
                      </a:lnTo>
                      <a:close/>
                      <a:moveTo>
                        <a:pt x="652" y="544"/>
                      </a:moveTo>
                      <a:lnTo>
                        <a:pt x="652" y="540"/>
                      </a:lnTo>
                      <a:lnTo>
                        <a:pt x="656" y="540"/>
                      </a:lnTo>
                      <a:lnTo>
                        <a:pt x="656" y="544"/>
                      </a:lnTo>
                      <a:lnTo>
                        <a:pt x="652" y="544"/>
                      </a:lnTo>
                      <a:lnTo>
                        <a:pt x="652" y="544"/>
                      </a:lnTo>
                      <a:lnTo>
                        <a:pt x="652" y="544"/>
                      </a:lnTo>
                      <a:close/>
                      <a:moveTo>
                        <a:pt x="622" y="574"/>
                      </a:moveTo>
                      <a:lnTo>
                        <a:pt x="622" y="578"/>
                      </a:lnTo>
                      <a:lnTo>
                        <a:pt x="618" y="578"/>
                      </a:lnTo>
                      <a:lnTo>
                        <a:pt x="618" y="574"/>
                      </a:lnTo>
                      <a:lnTo>
                        <a:pt x="622" y="574"/>
                      </a:lnTo>
                      <a:lnTo>
                        <a:pt x="622" y="574"/>
                      </a:lnTo>
                      <a:lnTo>
                        <a:pt x="622" y="574"/>
                      </a:lnTo>
                      <a:close/>
                      <a:moveTo>
                        <a:pt x="520" y="622"/>
                      </a:moveTo>
                      <a:lnTo>
                        <a:pt x="524" y="622"/>
                      </a:lnTo>
                      <a:lnTo>
                        <a:pt x="520" y="622"/>
                      </a:lnTo>
                      <a:lnTo>
                        <a:pt x="516" y="622"/>
                      </a:lnTo>
                      <a:lnTo>
                        <a:pt x="520" y="622"/>
                      </a:lnTo>
                      <a:lnTo>
                        <a:pt x="520" y="622"/>
                      </a:lnTo>
                      <a:lnTo>
                        <a:pt x="520" y="622"/>
                      </a:lnTo>
                      <a:close/>
                      <a:moveTo>
                        <a:pt x="676" y="286"/>
                      </a:moveTo>
                      <a:lnTo>
                        <a:pt x="674" y="286"/>
                      </a:lnTo>
                      <a:lnTo>
                        <a:pt x="674" y="284"/>
                      </a:lnTo>
                      <a:lnTo>
                        <a:pt x="676" y="284"/>
                      </a:lnTo>
                      <a:lnTo>
                        <a:pt x="676" y="286"/>
                      </a:lnTo>
                      <a:lnTo>
                        <a:pt x="676" y="286"/>
                      </a:lnTo>
                      <a:lnTo>
                        <a:pt x="676" y="286"/>
                      </a:lnTo>
                      <a:close/>
                      <a:moveTo>
                        <a:pt x="572" y="600"/>
                      </a:moveTo>
                      <a:lnTo>
                        <a:pt x="570" y="600"/>
                      </a:lnTo>
                      <a:lnTo>
                        <a:pt x="570" y="604"/>
                      </a:lnTo>
                      <a:lnTo>
                        <a:pt x="570" y="600"/>
                      </a:lnTo>
                      <a:lnTo>
                        <a:pt x="572" y="600"/>
                      </a:lnTo>
                      <a:lnTo>
                        <a:pt x="572" y="600"/>
                      </a:lnTo>
                      <a:lnTo>
                        <a:pt x="572" y="600"/>
                      </a:lnTo>
                      <a:close/>
                      <a:moveTo>
                        <a:pt x="652" y="422"/>
                      </a:moveTo>
                      <a:lnTo>
                        <a:pt x="656" y="422"/>
                      </a:lnTo>
                      <a:lnTo>
                        <a:pt x="656" y="424"/>
                      </a:lnTo>
                      <a:lnTo>
                        <a:pt x="656" y="422"/>
                      </a:lnTo>
                      <a:lnTo>
                        <a:pt x="652" y="422"/>
                      </a:lnTo>
                      <a:lnTo>
                        <a:pt x="652" y="422"/>
                      </a:lnTo>
                      <a:lnTo>
                        <a:pt x="652" y="422"/>
                      </a:lnTo>
                      <a:close/>
                      <a:moveTo>
                        <a:pt x="566" y="592"/>
                      </a:moveTo>
                      <a:lnTo>
                        <a:pt x="562" y="590"/>
                      </a:lnTo>
                      <a:lnTo>
                        <a:pt x="566" y="590"/>
                      </a:lnTo>
                      <a:lnTo>
                        <a:pt x="566" y="592"/>
                      </a:lnTo>
                      <a:lnTo>
                        <a:pt x="566" y="592"/>
                      </a:lnTo>
                      <a:lnTo>
                        <a:pt x="566" y="592"/>
                      </a:lnTo>
                      <a:close/>
                      <a:moveTo>
                        <a:pt x="632" y="564"/>
                      </a:moveTo>
                      <a:lnTo>
                        <a:pt x="632" y="560"/>
                      </a:lnTo>
                      <a:lnTo>
                        <a:pt x="632" y="564"/>
                      </a:lnTo>
                      <a:lnTo>
                        <a:pt x="636" y="564"/>
                      </a:lnTo>
                      <a:lnTo>
                        <a:pt x="632" y="564"/>
                      </a:lnTo>
                      <a:lnTo>
                        <a:pt x="632" y="564"/>
                      </a:lnTo>
                      <a:lnTo>
                        <a:pt x="632" y="564"/>
                      </a:lnTo>
                      <a:close/>
                      <a:moveTo>
                        <a:pt x="614" y="578"/>
                      </a:moveTo>
                      <a:lnTo>
                        <a:pt x="614" y="582"/>
                      </a:lnTo>
                      <a:lnTo>
                        <a:pt x="614" y="578"/>
                      </a:lnTo>
                      <a:lnTo>
                        <a:pt x="614" y="578"/>
                      </a:lnTo>
                      <a:lnTo>
                        <a:pt x="614" y="578"/>
                      </a:lnTo>
                      <a:close/>
                      <a:moveTo>
                        <a:pt x="540" y="616"/>
                      </a:moveTo>
                      <a:lnTo>
                        <a:pt x="540" y="612"/>
                      </a:lnTo>
                      <a:lnTo>
                        <a:pt x="542" y="612"/>
                      </a:lnTo>
                      <a:lnTo>
                        <a:pt x="540" y="616"/>
                      </a:lnTo>
                      <a:lnTo>
                        <a:pt x="540" y="616"/>
                      </a:lnTo>
                      <a:lnTo>
                        <a:pt x="540" y="616"/>
                      </a:lnTo>
                      <a:close/>
                      <a:moveTo>
                        <a:pt x="628" y="564"/>
                      </a:moveTo>
                      <a:lnTo>
                        <a:pt x="628" y="560"/>
                      </a:lnTo>
                      <a:lnTo>
                        <a:pt x="632" y="564"/>
                      </a:lnTo>
                      <a:lnTo>
                        <a:pt x="628" y="564"/>
                      </a:lnTo>
                      <a:lnTo>
                        <a:pt x="628" y="564"/>
                      </a:lnTo>
                      <a:lnTo>
                        <a:pt x="628" y="564"/>
                      </a:lnTo>
                      <a:close/>
                      <a:moveTo>
                        <a:pt x="520" y="620"/>
                      </a:moveTo>
                      <a:lnTo>
                        <a:pt x="524" y="620"/>
                      </a:lnTo>
                      <a:lnTo>
                        <a:pt x="524" y="622"/>
                      </a:lnTo>
                      <a:lnTo>
                        <a:pt x="520" y="622"/>
                      </a:lnTo>
                      <a:lnTo>
                        <a:pt x="520" y="620"/>
                      </a:lnTo>
                      <a:lnTo>
                        <a:pt x="520" y="620"/>
                      </a:lnTo>
                      <a:lnTo>
                        <a:pt x="520" y="620"/>
                      </a:lnTo>
                      <a:close/>
                      <a:moveTo>
                        <a:pt x="684" y="454"/>
                      </a:moveTo>
                      <a:lnTo>
                        <a:pt x="688" y="454"/>
                      </a:lnTo>
                      <a:lnTo>
                        <a:pt x="688" y="458"/>
                      </a:lnTo>
                      <a:lnTo>
                        <a:pt x="684" y="458"/>
                      </a:lnTo>
                      <a:lnTo>
                        <a:pt x="684" y="454"/>
                      </a:lnTo>
                      <a:lnTo>
                        <a:pt x="684" y="454"/>
                      </a:lnTo>
                      <a:lnTo>
                        <a:pt x="684" y="454"/>
                      </a:lnTo>
                      <a:close/>
                      <a:moveTo>
                        <a:pt x="684" y="466"/>
                      </a:moveTo>
                      <a:lnTo>
                        <a:pt x="688" y="466"/>
                      </a:lnTo>
                      <a:lnTo>
                        <a:pt x="688" y="470"/>
                      </a:lnTo>
                      <a:lnTo>
                        <a:pt x="684" y="466"/>
                      </a:lnTo>
                      <a:lnTo>
                        <a:pt x="684" y="466"/>
                      </a:lnTo>
                      <a:lnTo>
                        <a:pt x="684" y="466"/>
                      </a:lnTo>
                      <a:close/>
                      <a:moveTo>
                        <a:pt x="572" y="600"/>
                      </a:moveTo>
                      <a:lnTo>
                        <a:pt x="576" y="600"/>
                      </a:lnTo>
                      <a:lnTo>
                        <a:pt x="576" y="604"/>
                      </a:lnTo>
                      <a:lnTo>
                        <a:pt x="572" y="600"/>
                      </a:lnTo>
                      <a:lnTo>
                        <a:pt x="572" y="604"/>
                      </a:lnTo>
                      <a:lnTo>
                        <a:pt x="572" y="600"/>
                      </a:lnTo>
                      <a:lnTo>
                        <a:pt x="572" y="600"/>
                      </a:lnTo>
                      <a:lnTo>
                        <a:pt x="572" y="600"/>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59" name="Freeform 25">
                  <a:extLst>
                    <a:ext uri="{FF2B5EF4-FFF2-40B4-BE49-F238E27FC236}">
                      <a16:creationId xmlns:a16="http://schemas.microsoft.com/office/drawing/2014/main" id="{A8D8C98A-EB44-3279-0D2E-E4333AB57680}"/>
                    </a:ext>
                  </a:extLst>
                </p:cNvPr>
                <p:cNvSpPr>
                  <a:spLocks/>
                </p:cNvSpPr>
                <p:nvPr/>
              </p:nvSpPr>
              <p:spPr bwMode="gray">
                <a:xfrm>
                  <a:off x="5589581" y="3427439"/>
                  <a:ext cx="59135" cy="31307"/>
                </a:xfrm>
                <a:custGeom>
                  <a:avLst/>
                  <a:gdLst>
                    <a:gd name="T0" fmla="*/ 14 w 34"/>
                    <a:gd name="T1" fmla="*/ 14 h 18"/>
                    <a:gd name="T2" fmla="*/ 14 w 34"/>
                    <a:gd name="T3" fmla="*/ 18 h 18"/>
                    <a:gd name="T4" fmla="*/ 10 w 34"/>
                    <a:gd name="T5" fmla="*/ 18 h 18"/>
                    <a:gd name="T6" fmla="*/ 8 w 34"/>
                    <a:gd name="T7" fmla="*/ 18 h 18"/>
                    <a:gd name="T8" fmla="*/ 8 w 34"/>
                    <a:gd name="T9" fmla="*/ 18 h 18"/>
                    <a:gd name="T10" fmla="*/ 4 w 34"/>
                    <a:gd name="T11" fmla="*/ 14 h 18"/>
                    <a:gd name="T12" fmla="*/ 4 w 34"/>
                    <a:gd name="T13" fmla="*/ 14 h 18"/>
                    <a:gd name="T14" fmla="*/ 0 w 34"/>
                    <a:gd name="T15" fmla="*/ 10 h 18"/>
                    <a:gd name="T16" fmla="*/ 4 w 34"/>
                    <a:gd name="T17" fmla="*/ 10 h 18"/>
                    <a:gd name="T18" fmla="*/ 4 w 34"/>
                    <a:gd name="T19" fmla="*/ 10 h 18"/>
                    <a:gd name="T20" fmla="*/ 4 w 34"/>
                    <a:gd name="T21" fmla="*/ 10 h 18"/>
                    <a:gd name="T22" fmla="*/ 4 w 34"/>
                    <a:gd name="T23" fmla="*/ 10 h 18"/>
                    <a:gd name="T24" fmla="*/ 4 w 34"/>
                    <a:gd name="T25" fmla="*/ 8 h 18"/>
                    <a:gd name="T26" fmla="*/ 8 w 34"/>
                    <a:gd name="T27" fmla="*/ 8 h 18"/>
                    <a:gd name="T28" fmla="*/ 8 w 34"/>
                    <a:gd name="T29" fmla="*/ 8 h 18"/>
                    <a:gd name="T30" fmla="*/ 10 w 34"/>
                    <a:gd name="T31" fmla="*/ 8 h 18"/>
                    <a:gd name="T32" fmla="*/ 10 w 34"/>
                    <a:gd name="T33" fmla="*/ 8 h 18"/>
                    <a:gd name="T34" fmla="*/ 10 w 34"/>
                    <a:gd name="T35" fmla="*/ 8 h 18"/>
                    <a:gd name="T36" fmla="*/ 10 w 34"/>
                    <a:gd name="T37" fmla="*/ 8 h 18"/>
                    <a:gd name="T38" fmla="*/ 14 w 34"/>
                    <a:gd name="T39" fmla="*/ 4 h 18"/>
                    <a:gd name="T40" fmla="*/ 18 w 34"/>
                    <a:gd name="T41" fmla="*/ 4 h 18"/>
                    <a:gd name="T42" fmla="*/ 22 w 34"/>
                    <a:gd name="T43" fmla="*/ 4 h 18"/>
                    <a:gd name="T44" fmla="*/ 22 w 34"/>
                    <a:gd name="T45" fmla="*/ 4 h 18"/>
                    <a:gd name="T46" fmla="*/ 22 w 34"/>
                    <a:gd name="T47" fmla="*/ 4 h 18"/>
                    <a:gd name="T48" fmla="*/ 30 w 34"/>
                    <a:gd name="T49" fmla="*/ 0 h 18"/>
                    <a:gd name="T50" fmla="*/ 30 w 34"/>
                    <a:gd name="T51" fmla="*/ 0 h 18"/>
                    <a:gd name="T52" fmla="*/ 34 w 34"/>
                    <a:gd name="T53" fmla="*/ 0 h 18"/>
                    <a:gd name="T54" fmla="*/ 34 w 34"/>
                    <a:gd name="T55" fmla="*/ 0 h 18"/>
                    <a:gd name="T56" fmla="*/ 30 w 34"/>
                    <a:gd name="T57" fmla="*/ 4 h 18"/>
                    <a:gd name="T58" fmla="*/ 26 w 34"/>
                    <a:gd name="T59" fmla="*/ 4 h 18"/>
                    <a:gd name="T60" fmla="*/ 26 w 34"/>
                    <a:gd name="T61" fmla="*/ 8 h 18"/>
                    <a:gd name="T62" fmla="*/ 26 w 34"/>
                    <a:gd name="T63" fmla="*/ 8 h 18"/>
                    <a:gd name="T64" fmla="*/ 26 w 34"/>
                    <a:gd name="T65" fmla="*/ 10 h 18"/>
                    <a:gd name="T66" fmla="*/ 26 w 34"/>
                    <a:gd name="T67" fmla="*/ 10 h 18"/>
                    <a:gd name="T68" fmla="*/ 26 w 34"/>
                    <a:gd name="T69" fmla="*/ 10 h 18"/>
                    <a:gd name="T70" fmla="*/ 26 w 34"/>
                    <a:gd name="T71" fmla="*/ 10 h 18"/>
                    <a:gd name="T72" fmla="*/ 26 w 34"/>
                    <a:gd name="T73" fmla="*/ 10 h 18"/>
                    <a:gd name="T74" fmla="*/ 26 w 34"/>
                    <a:gd name="T75" fmla="*/ 10 h 18"/>
                    <a:gd name="T76" fmla="*/ 22 w 34"/>
                    <a:gd name="T77" fmla="*/ 10 h 18"/>
                    <a:gd name="T78" fmla="*/ 22 w 34"/>
                    <a:gd name="T79" fmla="*/ 10 h 18"/>
                    <a:gd name="T80" fmla="*/ 22 w 34"/>
                    <a:gd name="T81" fmla="*/ 10 h 18"/>
                    <a:gd name="T82" fmla="*/ 22 w 34"/>
                    <a:gd name="T83" fmla="*/ 10 h 18"/>
                    <a:gd name="T84" fmla="*/ 22 w 34"/>
                    <a:gd name="T85" fmla="*/ 14 h 18"/>
                    <a:gd name="T86" fmla="*/ 18 w 34"/>
                    <a:gd name="T87" fmla="*/ 14 h 18"/>
                    <a:gd name="T88" fmla="*/ 14 w 34"/>
                    <a:gd name="T89" fmla="*/ 1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34" h="18">
                      <a:moveTo>
                        <a:pt x="14" y="14"/>
                      </a:moveTo>
                      <a:lnTo>
                        <a:pt x="14" y="18"/>
                      </a:lnTo>
                      <a:lnTo>
                        <a:pt x="14" y="14"/>
                      </a:lnTo>
                      <a:lnTo>
                        <a:pt x="14" y="14"/>
                      </a:lnTo>
                      <a:lnTo>
                        <a:pt x="14" y="18"/>
                      </a:lnTo>
                      <a:lnTo>
                        <a:pt x="14" y="18"/>
                      </a:lnTo>
                      <a:lnTo>
                        <a:pt x="10" y="18"/>
                      </a:lnTo>
                      <a:lnTo>
                        <a:pt x="10" y="18"/>
                      </a:lnTo>
                      <a:lnTo>
                        <a:pt x="10" y="18"/>
                      </a:lnTo>
                      <a:lnTo>
                        <a:pt x="10" y="18"/>
                      </a:lnTo>
                      <a:lnTo>
                        <a:pt x="8" y="18"/>
                      </a:lnTo>
                      <a:lnTo>
                        <a:pt x="8" y="18"/>
                      </a:lnTo>
                      <a:lnTo>
                        <a:pt x="8" y="18"/>
                      </a:lnTo>
                      <a:lnTo>
                        <a:pt x="8" y="18"/>
                      </a:lnTo>
                      <a:lnTo>
                        <a:pt x="8" y="18"/>
                      </a:lnTo>
                      <a:lnTo>
                        <a:pt x="8" y="18"/>
                      </a:lnTo>
                      <a:lnTo>
                        <a:pt x="8" y="18"/>
                      </a:lnTo>
                      <a:lnTo>
                        <a:pt x="4" y="14"/>
                      </a:lnTo>
                      <a:lnTo>
                        <a:pt x="4" y="14"/>
                      </a:lnTo>
                      <a:lnTo>
                        <a:pt x="4" y="14"/>
                      </a:lnTo>
                      <a:lnTo>
                        <a:pt x="4" y="14"/>
                      </a:lnTo>
                      <a:lnTo>
                        <a:pt x="4" y="10"/>
                      </a:lnTo>
                      <a:lnTo>
                        <a:pt x="0" y="10"/>
                      </a:lnTo>
                      <a:lnTo>
                        <a:pt x="0" y="10"/>
                      </a:lnTo>
                      <a:lnTo>
                        <a:pt x="0" y="10"/>
                      </a:lnTo>
                      <a:lnTo>
                        <a:pt x="0" y="10"/>
                      </a:lnTo>
                      <a:lnTo>
                        <a:pt x="4" y="10"/>
                      </a:lnTo>
                      <a:lnTo>
                        <a:pt x="4" y="10"/>
                      </a:lnTo>
                      <a:lnTo>
                        <a:pt x="4" y="10"/>
                      </a:lnTo>
                      <a:lnTo>
                        <a:pt x="4" y="10"/>
                      </a:lnTo>
                      <a:lnTo>
                        <a:pt x="4" y="10"/>
                      </a:lnTo>
                      <a:lnTo>
                        <a:pt x="4" y="10"/>
                      </a:lnTo>
                      <a:lnTo>
                        <a:pt x="4" y="10"/>
                      </a:lnTo>
                      <a:lnTo>
                        <a:pt x="4" y="10"/>
                      </a:lnTo>
                      <a:lnTo>
                        <a:pt x="4" y="10"/>
                      </a:lnTo>
                      <a:lnTo>
                        <a:pt x="4" y="10"/>
                      </a:lnTo>
                      <a:lnTo>
                        <a:pt x="4" y="10"/>
                      </a:lnTo>
                      <a:lnTo>
                        <a:pt x="4" y="10"/>
                      </a:lnTo>
                      <a:lnTo>
                        <a:pt x="4" y="8"/>
                      </a:lnTo>
                      <a:lnTo>
                        <a:pt x="4" y="8"/>
                      </a:lnTo>
                      <a:lnTo>
                        <a:pt x="4" y="8"/>
                      </a:lnTo>
                      <a:lnTo>
                        <a:pt x="8" y="8"/>
                      </a:lnTo>
                      <a:lnTo>
                        <a:pt x="8" y="8"/>
                      </a:lnTo>
                      <a:lnTo>
                        <a:pt x="8" y="8"/>
                      </a:lnTo>
                      <a:lnTo>
                        <a:pt x="8" y="8"/>
                      </a:lnTo>
                      <a:lnTo>
                        <a:pt x="8" y="8"/>
                      </a:lnTo>
                      <a:lnTo>
                        <a:pt x="8" y="8"/>
                      </a:lnTo>
                      <a:lnTo>
                        <a:pt x="10" y="8"/>
                      </a:lnTo>
                      <a:lnTo>
                        <a:pt x="10" y="8"/>
                      </a:lnTo>
                      <a:lnTo>
                        <a:pt x="10" y="8"/>
                      </a:lnTo>
                      <a:lnTo>
                        <a:pt x="10" y="8"/>
                      </a:lnTo>
                      <a:lnTo>
                        <a:pt x="10" y="8"/>
                      </a:lnTo>
                      <a:lnTo>
                        <a:pt x="10" y="8"/>
                      </a:lnTo>
                      <a:lnTo>
                        <a:pt x="10" y="8"/>
                      </a:lnTo>
                      <a:lnTo>
                        <a:pt x="10" y="8"/>
                      </a:lnTo>
                      <a:lnTo>
                        <a:pt x="10" y="8"/>
                      </a:lnTo>
                      <a:lnTo>
                        <a:pt x="10" y="8"/>
                      </a:lnTo>
                      <a:lnTo>
                        <a:pt x="10" y="4"/>
                      </a:lnTo>
                      <a:lnTo>
                        <a:pt x="10" y="4"/>
                      </a:lnTo>
                      <a:lnTo>
                        <a:pt x="14" y="4"/>
                      </a:lnTo>
                      <a:lnTo>
                        <a:pt x="18" y="4"/>
                      </a:lnTo>
                      <a:lnTo>
                        <a:pt x="18" y="4"/>
                      </a:lnTo>
                      <a:lnTo>
                        <a:pt x="18" y="4"/>
                      </a:lnTo>
                      <a:lnTo>
                        <a:pt x="18" y="4"/>
                      </a:lnTo>
                      <a:lnTo>
                        <a:pt x="18" y="4"/>
                      </a:lnTo>
                      <a:lnTo>
                        <a:pt x="22" y="4"/>
                      </a:lnTo>
                      <a:lnTo>
                        <a:pt x="22" y="4"/>
                      </a:lnTo>
                      <a:lnTo>
                        <a:pt x="22" y="4"/>
                      </a:lnTo>
                      <a:lnTo>
                        <a:pt x="22" y="4"/>
                      </a:lnTo>
                      <a:lnTo>
                        <a:pt x="22" y="4"/>
                      </a:lnTo>
                      <a:lnTo>
                        <a:pt x="22" y="4"/>
                      </a:lnTo>
                      <a:lnTo>
                        <a:pt x="22" y="4"/>
                      </a:lnTo>
                      <a:lnTo>
                        <a:pt x="26" y="4"/>
                      </a:lnTo>
                      <a:lnTo>
                        <a:pt x="26" y="4"/>
                      </a:lnTo>
                      <a:lnTo>
                        <a:pt x="30" y="0"/>
                      </a:lnTo>
                      <a:lnTo>
                        <a:pt x="30" y="0"/>
                      </a:lnTo>
                      <a:lnTo>
                        <a:pt x="30" y="0"/>
                      </a:lnTo>
                      <a:lnTo>
                        <a:pt x="30" y="0"/>
                      </a:lnTo>
                      <a:lnTo>
                        <a:pt x="30" y="0"/>
                      </a:lnTo>
                      <a:lnTo>
                        <a:pt x="30" y="0"/>
                      </a:lnTo>
                      <a:lnTo>
                        <a:pt x="34" y="0"/>
                      </a:lnTo>
                      <a:lnTo>
                        <a:pt x="34" y="0"/>
                      </a:lnTo>
                      <a:lnTo>
                        <a:pt x="34" y="0"/>
                      </a:lnTo>
                      <a:lnTo>
                        <a:pt x="34" y="0"/>
                      </a:lnTo>
                      <a:lnTo>
                        <a:pt x="30" y="0"/>
                      </a:lnTo>
                      <a:lnTo>
                        <a:pt x="30" y="4"/>
                      </a:lnTo>
                      <a:lnTo>
                        <a:pt x="30" y="4"/>
                      </a:lnTo>
                      <a:lnTo>
                        <a:pt x="30" y="4"/>
                      </a:lnTo>
                      <a:lnTo>
                        <a:pt x="26" y="4"/>
                      </a:lnTo>
                      <a:lnTo>
                        <a:pt x="26" y="4"/>
                      </a:lnTo>
                      <a:lnTo>
                        <a:pt x="26" y="4"/>
                      </a:lnTo>
                      <a:lnTo>
                        <a:pt x="26" y="4"/>
                      </a:lnTo>
                      <a:lnTo>
                        <a:pt x="26" y="8"/>
                      </a:lnTo>
                      <a:lnTo>
                        <a:pt x="26" y="8"/>
                      </a:lnTo>
                      <a:lnTo>
                        <a:pt x="26" y="8"/>
                      </a:lnTo>
                      <a:lnTo>
                        <a:pt x="26" y="8"/>
                      </a:lnTo>
                      <a:lnTo>
                        <a:pt x="26" y="8"/>
                      </a:lnTo>
                      <a:lnTo>
                        <a:pt x="26" y="8"/>
                      </a:lnTo>
                      <a:lnTo>
                        <a:pt x="26" y="10"/>
                      </a:lnTo>
                      <a:lnTo>
                        <a:pt x="26" y="10"/>
                      </a:lnTo>
                      <a:lnTo>
                        <a:pt x="26" y="10"/>
                      </a:lnTo>
                      <a:lnTo>
                        <a:pt x="26" y="10"/>
                      </a:lnTo>
                      <a:lnTo>
                        <a:pt x="26" y="10"/>
                      </a:lnTo>
                      <a:lnTo>
                        <a:pt x="26" y="10"/>
                      </a:lnTo>
                      <a:lnTo>
                        <a:pt x="26" y="10"/>
                      </a:lnTo>
                      <a:lnTo>
                        <a:pt x="26" y="10"/>
                      </a:lnTo>
                      <a:lnTo>
                        <a:pt x="26" y="10"/>
                      </a:lnTo>
                      <a:lnTo>
                        <a:pt x="26" y="10"/>
                      </a:lnTo>
                      <a:lnTo>
                        <a:pt x="26" y="10"/>
                      </a:lnTo>
                      <a:lnTo>
                        <a:pt x="26" y="10"/>
                      </a:lnTo>
                      <a:lnTo>
                        <a:pt x="26" y="10"/>
                      </a:lnTo>
                      <a:lnTo>
                        <a:pt x="26" y="10"/>
                      </a:lnTo>
                      <a:lnTo>
                        <a:pt x="26" y="10"/>
                      </a:lnTo>
                      <a:lnTo>
                        <a:pt x="26" y="10"/>
                      </a:lnTo>
                      <a:lnTo>
                        <a:pt x="26" y="10"/>
                      </a:lnTo>
                      <a:lnTo>
                        <a:pt x="26" y="10"/>
                      </a:lnTo>
                      <a:lnTo>
                        <a:pt x="22" y="10"/>
                      </a:lnTo>
                      <a:lnTo>
                        <a:pt x="22" y="10"/>
                      </a:lnTo>
                      <a:lnTo>
                        <a:pt x="22" y="10"/>
                      </a:lnTo>
                      <a:lnTo>
                        <a:pt x="22" y="10"/>
                      </a:lnTo>
                      <a:lnTo>
                        <a:pt x="22" y="10"/>
                      </a:lnTo>
                      <a:lnTo>
                        <a:pt x="22" y="10"/>
                      </a:lnTo>
                      <a:lnTo>
                        <a:pt x="22" y="10"/>
                      </a:lnTo>
                      <a:lnTo>
                        <a:pt x="22" y="10"/>
                      </a:lnTo>
                      <a:lnTo>
                        <a:pt x="22" y="10"/>
                      </a:lnTo>
                      <a:lnTo>
                        <a:pt x="22" y="10"/>
                      </a:lnTo>
                      <a:lnTo>
                        <a:pt x="22" y="10"/>
                      </a:lnTo>
                      <a:lnTo>
                        <a:pt x="22" y="14"/>
                      </a:lnTo>
                      <a:lnTo>
                        <a:pt x="22" y="14"/>
                      </a:lnTo>
                      <a:lnTo>
                        <a:pt x="22" y="14"/>
                      </a:lnTo>
                      <a:lnTo>
                        <a:pt x="18" y="14"/>
                      </a:lnTo>
                      <a:lnTo>
                        <a:pt x="18" y="14"/>
                      </a:lnTo>
                      <a:lnTo>
                        <a:pt x="14" y="14"/>
                      </a:lnTo>
                      <a:lnTo>
                        <a:pt x="14" y="14"/>
                      </a:lnTo>
                      <a:lnTo>
                        <a:pt x="14" y="14"/>
                      </a:lnTo>
                      <a:lnTo>
                        <a:pt x="14" y="14"/>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60" name="Freeform 26">
                  <a:extLst>
                    <a:ext uri="{FF2B5EF4-FFF2-40B4-BE49-F238E27FC236}">
                      <a16:creationId xmlns:a16="http://schemas.microsoft.com/office/drawing/2014/main" id="{2BD36C03-DD2F-06A5-3BF4-DEAD10DAF209}"/>
                    </a:ext>
                  </a:extLst>
                </p:cNvPr>
                <p:cNvSpPr>
                  <a:spLocks/>
                </p:cNvSpPr>
                <p:nvPr/>
              </p:nvSpPr>
              <p:spPr bwMode="gray">
                <a:xfrm>
                  <a:off x="5641758" y="3556143"/>
                  <a:ext cx="6958" cy="13914"/>
                </a:xfrm>
                <a:custGeom>
                  <a:avLst/>
                  <a:gdLst>
                    <a:gd name="T0" fmla="*/ 4 w 4"/>
                    <a:gd name="T1" fmla="*/ 0 h 8"/>
                    <a:gd name="T2" fmla="*/ 4 w 4"/>
                    <a:gd name="T3" fmla="*/ 0 h 8"/>
                    <a:gd name="T4" fmla="*/ 4 w 4"/>
                    <a:gd name="T5" fmla="*/ 0 h 8"/>
                    <a:gd name="T6" fmla="*/ 4 w 4"/>
                    <a:gd name="T7" fmla="*/ 0 h 8"/>
                    <a:gd name="T8" fmla="*/ 4 w 4"/>
                    <a:gd name="T9" fmla="*/ 4 h 8"/>
                    <a:gd name="T10" fmla="*/ 4 w 4"/>
                    <a:gd name="T11" fmla="*/ 4 h 8"/>
                    <a:gd name="T12" fmla="*/ 0 w 4"/>
                    <a:gd name="T13" fmla="*/ 4 h 8"/>
                    <a:gd name="T14" fmla="*/ 0 w 4"/>
                    <a:gd name="T15" fmla="*/ 4 h 8"/>
                    <a:gd name="T16" fmla="*/ 0 w 4"/>
                    <a:gd name="T17" fmla="*/ 8 h 8"/>
                    <a:gd name="T18" fmla="*/ 0 w 4"/>
                    <a:gd name="T19" fmla="*/ 8 h 8"/>
                    <a:gd name="T20" fmla="*/ 0 w 4"/>
                    <a:gd name="T21" fmla="*/ 4 h 8"/>
                    <a:gd name="T22" fmla="*/ 0 w 4"/>
                    <a:gd name="T23" fmla="*/ 4 h 8"/>
                    <a:gd name="T24" fmla="*/ 0 w 4"/>
                    <a:gd name="T25" fmla="*/ 4 h 8"/>
                    <a:gd name="T26" fmla="*/ 0 w 4"/>
                    <a:gd name="T27" fmla="*/ 4 h 8"/>
                    <a:gd name="T28" fmla="*/ 4 w 4"/>
                    <a:gd name="T29" fmla="*/ 4 h 8"/>
                    <a:gd name="T30" fmla="*/ 4 w 4"/>
                    <a:gd name="T31" fmla="*/ 0 h 8"/>
                    <a:gd name="T32" fmla="*/ 4 w 4"/>
                    <a:gd name="T33" fmla="*/ 0 h 8"/>
                    <a:gd name="T34" fmla="*/ 4 w 4"/>
                    <a:gd name="T35" fmla="*/ 0 h 8"/>
                    <a:gd name="T36" fmla="*/ 4 w 4"/>
                    <a:gd name="T37" fmla="*/ 0 h 8"/>
                    <a:gd name="T38" fmla="*/ 4 w 4"/>
                    <a:gd name="T39"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 h="8">
                      <a:moveTo>
                        <a:pt x="4" y="0"/>
                      </a:moveTo>
                      <a:lnTo>
                        <a:pt x="4" y="0"/>
                      </a:lnTo>
                      <a:lnTo>
                        <a:pt x="4" y="0"/>
                      </a:lnTo>
                      <a:lnTo>
                        <a:pt x="4" y="0"/>
                      </a:lnTo>
                      <a:lnTo>
                        <a:pt x="4" y="4"/>
                      </a:lnTo>
                      <a:lnTo>
                        <a:pt x="4" y="4"/>
                      </a:lnTo>
                      <a:lnTo>
                        <a:pt x="0" y="4"/>
                      </a:lnTo>
                      <a:lnTo>
                        <a:pt x="0" y="4"/>
                      </a:lnTo>
                      <a:lnTo>
                        <a:pt x="0" y="8"/>
                      </a:lnTo>
                      <a:lnTo>
                        <a:pt x="0" y="8"/>
                      </a:lnTo>
                      <a:lnTo>
                        <a:pt x="0" y="4"/>
                      </a:lnTo>
                      <a:lnTo>
                        <a:pt x="0" y="4"/>
                      </a:lnTo>
                      <a:lnTo>
                        <a:pt x="0" y="4"/>
                      </a:lnTo>
                      <a:lnTo>
                        <a:pt x="0" y="4"/>
                      </a:lnTo>
                      <a:lnTo>
                        <a:pt x="4" y="4"/>
                      </a:lnTo>
                      <a:lnTo>
                        <a:pt x="4" y="0"/>
                      </a:lnTo>
                      <a:lnTo>
                        <a:pt x="4" y="0"/>
                      </a:lnTo>
                      <a:lnTo>
                        <a:pt x="4" y="0"/>
                      </a:lnTo>
                      <a:lnTo>
                        <a:pt x="4" y="0"/>
                      </a:lnTo>
                      <a:lnTo>
                        <a:pt x="4" y="0"/>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61" name="Freeform 28">
                  <a:extLst>
                    <a:ext uri="{FF2B5EF4-FFF2-40B4-BE49-F238E27FC236}">
                      <a16:creationId xmlns:a16="http://schemas.microsoft.com/office/drawing/2014/main" id="{0975FA48-CB1D-8DF7-9BED-2BDAE323160A}"/>
                    </a:ext>
                  </a:extLst>
                </p:cNvPr>
                <p:cNvSpPr>
                  <a:spLocks noEditPoints="1"/>
                </p:cNvSpPr>
                <p:nvPr/>
              </p:nvSpPr>
              <p:spPr bwMode="gray">
                <a:xfrm>
                  <a:off x="7141005" y="4342288"/>
                  <a:ext cx="1127046" cy="504385"/>
                </a:xfrm>
                <a:custGeom>
                  <a:avLst/>
                  <a:gdLst>
                    <a:gd name="T0" fmla="*/ 316 w 648"/>
                    <a:gd name="T1" fmla="*/ 34 h 290"/>
                    <a:gd name="T2" fmla="*/ 122 w 648"/>
                    <a:gd name="T3" fmla="*/ 108 h 290"/>
                    <a:gd name="T4" fmla="*/ 434 w 648"/>
                    <a:gd name="T5" fmla="*/ 138 h 290"/>
                    <a:gd name="T6" fmla="*/ 550 w 648"/>
                    <a:gd name="T7" fmla="*/ 204 h 290"/>
                    <a:gd name="T8" fmla="*/ 520 w 648"/>
                    <a:gd name="T9" fmla="*/ 222 h 290"/>
                    <a:gd name="T10" fmla="*/ 398 w 648"/>
                    <a:gd name="T11" fmla="*/ 276 h 290"/>
                    <a:gd name="T12" fmla="*/ 152 w 648"/>
                    <a:gd name="T13" fmla="*/ 156 h 290"/>
                    <a:gd name="T14" fmla="*/ 106 w 648"/>
                    <a:gd name="T15" fmla="*/ 178 h 290"/>
                    <a:gd name="T16" fmla="*/ 50 w 648"/>
                    <a:gd name="T17" fmla="*/ 78 h 290"/>
                    <a:gd name="T18" fmla="*/ 22 w 648"/>
                    <a:gd name="T19" fmla="*/ 10 h 290"/>
                    <a:gd name="T20" fmla="*/ 84 w 648"/>
                    <a:gd name="T21" fmla="*/ 64 h 290"/>
                    <a:gd name="T22" fmla="*/ 118 w 648"/>
                    <a:gd name="T23" fmla="*/ 108 h 290"/>
                    <a:gd name="T24" fmla="*/ 276 w 648"/>
                    <a:gd name="T25" fmla="*/ 70 h 290"/>
                    <a:gd name="T26" fmla="*/ 312 w 648"/>
                    <a:gd name="T27" fmla="*/ 48 h 290"/>
                    <a:gd name="T28" fmla="*/ 316 w 648"/>
                    <a:gd name="T29" fmla="*/ 116 h 290"/>
                    <a:gd name="T30" fmla="*/ 278 w 648"/>
                    <a:gd name="T31" fmla="*/ 170 h 290"/>
                    <a:gd name="T32" fmla="*/ 212 w 648"/>
                    <a:gd name="T33" fmla="*/ 150 h 290"/>
                    <a:gd name="T34" fmla="*/ 200 w 648"/>
                    <a:gd name="T35" fmla="*/ 70 h 290"/>
                    <a:gd name="T36" fmla="*/ 18 w 648"/>
                    <a:gd name="T37" fmla="*/ 64 h 290"/>
                    <a:gd name="T38" fmla="*/ 464 w 648"/>
                    <a:gd name="T39" fmla="*/ 66 h 290"/>
                    <a:gd name="T40" fmla="*/ 468 w 648"/>
                    <a:gd name="T41" fmla="*/ 116 h 290"/>
                    <a:gd name="T42" fmla="*/ 386 w 648"/>
                    <a:gd name="T43" fmla="*/ 156 h 290"/>
                    <a:gd name="T44" fmla="*/ 358 w 648"/>
                    <a:gd name="T45" fmla="*/ 160 h 290"/>
                    <a:gd name="T46" fmla="*/ 334 w 648"/>
                    <a:gd name="T47" fmla="*/ 152 h 290"/>
                    <a:gd name="T48" fmla="*/ 358 w 648"/>
                    <a:gd name="T49" fmla="*/ 90 h 290"/>
                    <a:gd name="T50" fmla="*/ 412 w 648"/>
                    <a:gd name="T51" fmla="*/ 92 h 290"/>
                    <a:gd name="T52" fmla="*/ 368 w 648"/>
                    <a:gd name="T53" fmla="*/ 122 h 290"/>
                    <a:gd name="T54" fmla="*/ 36 w 648"/>
                    <a:gd name="T55" fmla="*/ 82 h 290"/>
                    <a:gd name="T56" fmla="*/ 114 w 648"/>
                    <a:gd name="T57" fmla="*/ 90 h 290"/>
                    <a:gd name="T58" fmla="*/ 134 w 648"/>
                    <a:gd name="T59" fmla="*/ 100 h 290"/>
                    <a:gd name="T60" fmla="*/ 498 w 648"/>
                    <a:gd name="T61" fmla="*/ 104 h 290"/>
                    <a:gd name="T62" fmla="*/ 130 w 648"/>
                    <a:gd name="T63" fmla="*/ 112 h 290"/>
                    <a:gd name="T64" fmla="*/ 576 w 648"/>
                    <a:gd name="T65" fmla="*/ 182 h 290"/>
                    <a:gd name="T66" fmla="*/ 528 w 648"/>
                    <a:gd name="T67" fmla="*/ 156 h 290"/>
                    <a:gd name="T68" fmla="*/ 516 w 648"/>
                    <a:gd name="T69" fmla="*/ 116 h 290"/>
                    <a:gd name="T70" fmla="*/ 572 w 648"/>
                    <a:gd name="T71" fmla="*/ 156 h 290"/>
                    <a:gd name="T72" fmla="*/ 648 w 648"/>
                    <a:gd name="T73" fmla="*/ 212 h 290"/>
                    <a:gd name="T74" fmla="*/ 502 w 648"/>
                    <a:gd name="T75" fmla="*/ 108 h 290"/>
                    <a:gd name="T76" fmla="*/ 58 w 648"/>
                    <a:gd name="T77" fmla="*/ 130 h 290"/>
                    <a:gd name="T78" fmla="*/ 394 w 648"/>
                    <a:gd name="T79" fmla="*/ 122 h 290"/>
                    <a:gd name="T80" fmla="*/ 156 w 648"/>
                    <a:gd name="T81" fmla="*/ 146 h 290"/>
                    <a:gd name="T82" fmla="*/ 420 w 648"/>
                    <a:gd name="T83" fmla="*/ 134 h 290"/>
                    <a:gd name="T84" fmla="*/ 70 w 648"/>
                    <a:gd name="T85" fmla="*/ 150 h 290"/>
                    <a:gd name="T86" fmla="*/ 484 w 648"/>
                    <a:gd name="T87" fmla="*/ 160 h 290"/>
                    <a:gd name="T88" fmla="*/ 164 w 648"/>
                    <a:gd name="T89" fmla="*/ 152 h 290"/>
                    <a:gd name="T90" fmla="*/ 458 w 648"/>
                    <a:gd name="T91" fmla="*/ 156 h 290"/>
                    <a:gd name="T92" fmla="*/ 386 w 648"/>
                    <a:gd name="T93" fmla="*/ 196 h 290"/>
                    <a:gd name="T94" fmla="*/ 104 w 648"/>
                    <a:gd name="T95" fmla="*/ 196 h 290"/>
                    <a:gd name="T96" fmla="*/ 182 w 648"/>
                    <a:gd name="T97" fmla="*/ 234 h 290"/>
                    <a:gd name="T98" fmla="*/ 186 w 648"/>
                    <a:gd name="T99" fmla="*/ 212 h 290"/>
                    <a:gd name="T100" fmla="*/ 268 w 648"/>
                    <a:gd name="T101" fmla="*/ 234 h 290"/>
                    <a:gd name="T102" fmla="*/ 558 w 648"/>
                    <a:gd name="T103" fmla="*/ 212 h 290"/>
                    <a:gd name="T104" fmla="*/ 260 w 648"/>
                    <a:gd name="T105" fmla="*/ 226 h 290"/>
                    <a:gd name="T106" fmla="*/ 602 w 648"/>
                    <a:gd name="T107" fmla="*/ 238 h 290"/>
                    <a:gd name="T108" fmla="*/ 378 w 648"/>
                    <a:gd name="T109" fmla="*/ 252 h 290"/>
                    <a:gd name="T110" fmla="*/ 334 w 648"/>
                    <a:gd name="T111" fmla="*/ 252 h 290"/>
                    <a:gd name="T112" fmla="*/ 334 w 648"/>
                    <a:gd name="T113" fmla="*/ 246 h 290"/>
                    <a:gd name="T114" fmla="*/ 298 w 648"/>
                    <a:gd name="T115" fmla="*/ 250 h 290"/>
                    <a:gd name="T116" fmla="*/ 342 w 648"/>
                    <a:gd name="T117" fmla="*/ 264 h 290"/>
                    <a:gd name="T118" fmla="*/ 398 w 648"/>
                    <a:gd name="T119" fmla="*/ 280 h 290"/>
                    <a:gd name="T120" fmla="*/ 412 w 648"/>
                    <a:gd name="T121" fmla="*/ 242 h 290"/>
                    <a:gd name="T122" fmla="*/ 402 w 648"/>
                    <a:gd name="T123" fmla="*/ 268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48" h="290">
                      <a:moveTo>
                        <a:pt x="114" y="92"/>
                      </a:moveTo>
                      <a:lnTo>
                        <a:pt x="110" y="92"/>
                      </a:lnTo>
                      <a:lnTo>
                        <a:pt x="110" y="90"/>
                      </a:lnTo>
                      <a:lnTo>
                        <a:pt x="114" y="90"/>
                      </a:lnTo>
                      <a:lnTo>
                        <a:pt x="114" y="92"/>
                      </a:lnTo>
                      <a:lnTo>
                        <a:pt x="114" y="92"/>
                      </a:lnTo>
                      <a:lnTo>
                        <a:pt x="114" y="92"/>
                      </a:lnTo>
                      <a:close/>
                      <a:moveTo>
                        <a:pt x="460" y="156"/>
                      </a:moveTo>
                      <a:lnTo>
                        <a:pt x="458" y="156"/>
                      </a:lnTo>
                      <a:lnTo>
                        <a:pt x="460" y="156"/>
                      </a:lnTo>
                      <a:lnTo>
                        <a:pt x="460" y="156"/>
                      </a:lnTo>
                      <a:lnTo>
                        <a:pt x="460" y="156"/>
                      </a:lnTo>
                      <a:close/>
                      <a:moveTo>
                        <a:pt x="302" y="160"/>
                      </a:moveTo>
                      <a:lnTo>
                        <a:pt x="302" y="164"/>
                      </a:lnTo>
                      <a:lnTo>
                        <a:pt x="298" y="164"/>
                      </a:lnTo>
                      <a:lnTo>
                        <a:pt x="302" y="160"/>
                      </a:lnTo>
                      <a:lnTo>
                        <a:pt x="302" y="160"/>
                      </a:lnTo>
                      <a:lnTo>
                        <a:pt x="302" y="160"/>
                      </a:lnTo>
                      <a:close/>
                      <a:moveTo>
                        <a:pt x="446" y="34"/>
                      </a:moveTo>
                      <a:lnTo>
                        <a:pt x="446" y="30"/>
                      </a:lnTo>
                      <a:lnTo>
                        <a:pt x="446" y="26"/>
                      </a:lnTo>
                      <a:lnTo>
                        <a:pt x="450" y="30"/>
                      </a:lnTo>
                      <a:lnTo>
                        <a:pt x="446" y="30"/>
                      </a:lnTo>
                      <a:lnTo>
                        <a:pt x="446" y="34"/>
                      </a:lnTo>
                      <a:lnTo>
                        <a:pt x="446" y="34"/>
                      </a:lnTo>
                      <a:lnTo>
                        <a:pt x="446" y="34"/>
                      </a:lnTo>
                      <a:close/>
                      <a:moveTo>
                        <a:pt x="320" y="30"/>
                      </a:moveTo>
                      <a:lnTo>
                        <a:pt x="320" y="34"/>
                      </a:lnTo>
                      <a:lnTo>
                        <a:pt x="324" y="34"/>
                      </a:lnTo>
                      <a:lnTo>
                        <a:pt x="320" y="34"/>
                      </a:lnTo>
                      <a:lnTo>
                        <a:pt x="320" y="30"/>
                      </a:lnTo>
                      <a:lnTo>
                        <a:pt x="320" y="30"/>
                      </a:lnTo>
                      <a:lnTo>
                        <a:pt x="320" y="30"/>
                      </a:lnTo>
                      <a:close/>
                      <a:moveTo>
                        <a:pt x="316" y="34"/>
                      </a:moveTo>
                      <a:lnTo>
                        <a:pt x="320" y="34"/>
                      </a:lnTo>
                      <a:lnTo>
                        <a:pt x="316" y="34"/>
                      </a:lnTo>
                      <a:lnTo>
                        <a:pt x="316" y="34"/>
                      </a:lnTo>
                      <a:lnTo>
                        <a:pt x="316" y="34"/>
                      </a:lnTo>
                      <a:close/>
                      <a:moveTo>
                        <a:pt x="446" y="36"/>
                      </a:moveTo>
                      <a:lnTo>
                        <a:pt x="442" y="34"/>
                      </a:lnTo>
                      <a:lnTo>
                        <a:pt x="446" y="34"/>
                      </a:lnTo>
                      <a:lnTo>
                        <a:pt x="446" y="36"/>
                      </a:lnTo>
                      <a:lnTo>
                        <a:pt x="446" y="36"/>
                      </a:lnTo>
                      <a:lnTo>
                        <a:pt x="446" y="36"/>
                      </a:lnTo>
                      <a:close/>
                      <a:moveTo>
                        <a:pt x="434" y="44"/>
                      </a:moveTo>
                      <a:lnTo>
                        <a:pt x="430" y="44"/>
                      </a:lnTo>
                      <a:lnTo>
                        <a:pt x="430" y="40"/>
                      </a:lnTo>
                      <a:lnTo>
                        <a:pt x="430" y="36"/>
                      </a:lnTo>
                      <a:lnTo>
                        <a:pt x="430" y="40"/>
                      </a:lnTo>
                      <a:lnTo>
                        <a:pt x="434" y="44"/>
                      </a:lnTo>
                      <a:lnTo>
                        <a:pt x="434" y="44"/>
                      </a:lnTo>
                      <a:lnTo>
                        <a:pt x="434" y="44"/>
                      </a:lnTo>
                      <a:close/>
                      <a:moveTo>
                        <a:pt x="312" y="40"/>
                      </a:moveTo>
                      <a:lnTo>
                        <a:pt x="316" y="44"/>
                      </a:lnTo>
                      <a:lnTo>
                        <a:pt x="312" y="44"/>
                      </a:lnTo>
                      <a:lnTo>
                        <a:pt x="312" y="40"/>
                      </a:lnTo>
                      <a:lnTo>
                        <a:pt x="312" y="40"/>
                      </a:lnTo>
                      <a:lnTo>
                        <a:pt x="312" y="40"/>
                      </a:lnTo>
                      <a:close/>
                      <a:moveTo>
                        <a:pt x="316" y="44"/>
                      </a:moveTo>
                      <a:lnTo>
                        <a:pt x="320" y="44"/>
                      </a:lnTo>
                      <a:lnTo>
                        <a:pt x="316" y="48"/>
                      </a:lnTo>
                      <a:lnTo>
                        <a:pt x="316" y="44"/>
                      </a:lnTo>
                      <a:lnTo>
                        <a:pt x="316" y="44"/>
                      </a:lnTo>
                      <a:lnTo>
                        <a:pt x="316" y="44"/>
                      </a:lnTo>
                      <a:close/>
                      <a:moveTo>
                        <a:pt x="488" y="108"/>
                      </a:moveTo>
                      <a:lnTo>
                        <a:pt x="484" y="104"/>
                      </a:lnTo>
                      <a:lnTo>
                        <a:pt x="484" y="100"/>
                      </a:lnTo>
                      <a:lnTo>
                        <a:pt x="488" y="104"/>
                      </a:lnTo>
                      <a:lnTo>
                        <a:pt x="488" y="108"/>
                      </a:lnTo>
                      <a:lnTo>
                        <a:pt x="488" y="108"/>
                      </a:lnTo>
                      <a:lnTo>
                        <a:pt x="488" y="108"/>
                      </a:lnTo>
                      <a:close/>
                      <a:moveTo>
                        <a:pt x="122" y="108"/>
                      </a:moveTo>
                      <a:lnTo>
                        <a:pt x="118" y="108"/>
                      </a:lnTo>
                      <a:lnTo>
                        <a:pt x="122" y="108"/>
                      </a:lnTo>
                      <a:lnTo>
                        <a:pt x="122" y="108"/>
                      </a:lnTo>
                      <a:lnTo>
                        <a:pt x="122" y="108"/>
                      </a:lnTo>
                      <a:close/>
                      <a:moveTo>
                        <a:pt x="454" y="108"/>
                      </a:moveTo>
                      <a:lnTo>
                        <a:pt x="454" y="112"/>
                      </a:lnTo>
                      <a:lnTo>
                        <a:pt x="450" y="112"/>
                      </a:lnTo>
                      <a:lnTo>
                        <a:pt x="450" y="108"/>
                      </a:lnTo>
                      <a:lnTo>
                        <a:pt x="454" y="108"/>
                      </a:lnTo>
                      <a:lnTo>
                        <a:pt x="454" y="108"/>
                      </a:lnTo>
                      <a:lnTo>
                        <a:pt x="454" y="108"/>
                      </a:lnTo>
                      <a:close/>
                      <a:moveTo>
                        <a:pt x="378" y="108"/>
                      </a:moveTo>
                      <a:lnTo>
                        <a:pt x="374" y="108"/>
                      </a:lnTo>
                      <a:lnTo>
                        <a:pt x="378" y="108"/>
                      </a:lnTo>
                      <a:lnTo>
                        <a:pt x="378" y="108"/>
                      </a:lnTo>
                      <a:lnTo>
                        <a:pt x="378" y="108"/>
                      </a:lnTo>
                      <a:close/>
                      <a:moveTo>
                        <a:pt x="378" y="112"/>
                      </a:moveTo>
                      <a:lnTo>
                        <a:pt x="374" y="112"/>
                      </a:lnTo>
                      <a:lnTo>
                        <a:pt x="374" y="108"/>
                      </a:lnTo>
                      <a:lnTo>
                        <a:pt x="378" y="108"/>
                      </a:lnTo>
                      <a:lnTo>
                        <a:pt x="378" y="112"/>
                      </a:lnTo>
                      <a:lnTo>
                        <a:pt x="378" y="112"/>
                      </a:lnTo>
                      <a:lnTo>
                        <a:pt x="378" y="112"/>
                      </a:lnTo>
                      <a:close/>
                      <a:moveTo>
                        <a:pt x="454" y="112"/>
                      </a:moveTo>
                      <a:lnTo>
                        <a:pt x="454" y="116"/>
                      </a:lnTo>
                      <a:lnTo>
                        <a:pt x="454" y="112"/>
                      </a:lnTo>
                      <a:lnTo>
                        <a:pt x="454" y="112"/>
                      </a:lnTo>
                      <a:lnTo>
                        <a:pt x="454" y="112"/>
                      </a:lnTo>
                      <a:close/>
                      <a:moveTo>
                        <a:pt x="562" y="120"/>
                      </a:moveTo>
                      <a:lnTo>
                        <a:pt x="562" y="122"/>
                      </a:lnTo>
                      <a:lnTo>
                        <a:pt x="562" y="120"/>
                      </a:lnTo>
                      <a:lnTo>
                        <a:pt x="562" y="120"/>
                      </a:lnTo>
                      <a:lnTo>
                        <a:pt x="562" y="120"/>
                      </a:lnTo>
                      <a:close/>
                      <a:moveTo>
                        <a:pt x="434" y="138"/>
                      </a:moveTo>
                      <a:lnTo>
                        <a:pt x="434" y="142"/>
                      </a:lnTo>
                      <a:lnTo>
                        <a:pt x="434" y="146"/>
                      </a:lnTo>
                      <a:lnTo>
                        <a:pt x="434" y="142"/>
                      </a:lnTo>
                      <a:lnTo>
                        <a:pt x="434" y="138"/>
                      </a:lnTo>
                      <a:lnTo>
                        <a:pt x="434" y="138"/>
                      </a:lnTo>
                      <a:lnTo>
                        <a:pt x="434" y="138"/>
                      </a:lnTo>
                      <a:close/>
                      <a:moveTo>
                        <a:pt x="472" y="164"/>
                      </a:moveTo>
                      <a:lnTo>
                        <a:pt x="476" y="164"/>
                      </a:lnTo>
                      <a:lnTo>
                        <a:pt x="472" y="164"/>
                      </a:lnTo>
                      <a:lnTo>
                        <a:pt x="472" y="164"/>
                      </a:lnTo>
                      <a:lnTo>
                        <a:pt x="472" y="164"/>
                      </a:lnTo>
                      <a:close/>
                      <a:moveTo>
                        <a:pt x="540" y="170"/>
                      </a:moveTo>
                      <a:lnTo>
                        <a:pt x="540" y="174"/>
                      </a:lnTo>
                      <a:lnTo>
                        <a:pt x="544" y="174"/>
                      </a:lnTo>
                      <a:lnTo>
                        <a:pt x="540" y="174"/>
                      </a:lnTo>
                      <a:lnTo>
                        <a:pt x="540" y="170"/>
                      </a:lnTo>
                      <a:lnTo>
                        <a:pt x="540" y="170"/>
                      </a:lnTo>
                      <a:lnTo>
                        <a:pt x="540" y="170"/>
                      </a:lnTo>
                      <a:close/>
                      <a:moveTo>
                        <a:pt x="536" y="194"/>
                      </a:moveTo>
                      <a:lnTo>
                        <a:pt x="536" y="196"/>
                      </a:lnTo>
                      <a:lnTo>
                        <a:pt x="536" y="200"/>
                      </a:lnTo>
                      <a:lnTo>
                        <a:pt x="532" y="204"/>
                      </a:lnTo>
                      <a:lnTo>
                        <a:pt x="532" y="200"/>
                      </a:lnTo>
                      <a:lnTo>
                        <a:pt x="536" y="196"/>
                      </a:lnTo>
                      <a:lnTo>
                        <a:pt x="536" y="194"/>
                      </a:lnTo>
                      <a:lnTo>
                        <a:pt x="536" y="194"/>
                      </a:lnTo>
                      <a:lnTo>
                        <a:pt x="536" y="194"/>
                      </a:lnTo>
                      <a:close/>
                      <a:moveTo>
                        <a:pt x="532" y="200"/>
                      </a:moveTo>
                      <a:lnTo>
                        <a:pt x="532" y="204"/>
                      </a:lnTo>
                      <a:lnTo>
                        <a:pt x="528" y="204"/>
                      </a:lnTo>
                      <a:lnTo>
                        <a:pt x="528" y="200"/>
                      </a:lnTo>
                      <a:lnTo>
                        <a:pt x="528" y="196"/>
                      </a:lnTo>
                      <a:lnTo>
                        <a:pt x="532" y="196"/>
                      </a:lnTo>
                      <a:lnTo>
                        <a:pt x="532" y="200"/>
                      </a:lnTo>
                      <a:lnTo>
                        <a:pt x="532" y="200"/>
                      </a:lnTo>
                      <a:lnTo>
                        <a:pt x="532" y="200"/>
                      </a:lnTo>
                      <a:close/>
                      <a:moveTo>
                        <a:pt x="550" y="204"/>
                      </a:moveTo>
                      <a:lnTo>
                        <a:pt x="550" y="208"/>
                      </a:lnTo>
                      <a:lnTo>
                        <a:pt x="554" y="208"/>
                      </a:lnTo>
                      <a:lnTo>
                        <a:pt x="554" y="212"/>
                      </a:lnTo>
                      <a:lnTo>
                        <a:pt x="550" y="208"/>
                      </a:lnTo>
                      <a:lnTo>
                        <a:pt x="550" y="204"/>
                      </a:lnTo>
                      <a:lnTo>
                        <a:pt x="550" y="204"/>
                      </a:lnTo>
                      <a:lnTo>
                        <a:pt x="550" y="204"/>
                      </a:lnTo>
                      <a:close/>
                      <a:moveTo>
                        <a:pt x="554" y="208"/>
                      </a:moveTo>
                      <a:lnTo>
                        <a:pt x="558" y="212"/>
                      </a:lnTo>
                      <a:lnTo>
                        <a:pt x="554" y="212"/>
                      </a:lnTo>
                      <a:lnTo>
                        <a:pt x="554" y="208"/>
                      </a:lnTo>
                      <a:lnTo>
                        <a:pt x="554" y="208"/>
                      </a:lnTo>
                      <a:lnTo>
                        <a:pt x="554" y="208"/>
                      </a:lnTo>
                      <a:close/>
                      <a:moveTo>
                        <a:pt x="562" y="208"/>
                      </a:moveTo>
                      <a:lnTo>
                        <a:pt x="562" y="212"/>
                      </a:lnTo>
                      <a:lnTo>
                        <a:pt x="562" y="208"/>
                      </a:lnTo>
                      <a:lnTo>
                        <a:pt x="562" y="208"/>
                      </a:lnTo>
                      <a:lnTo>
                        <a:pt x="562" y="208"/>
                      </a:lnTo>
                      <a:close/>
                      <a:moveTo>
                        <a:pt x="558" y="216"/>
                      </a:moveTo>
                      <a:lnTo>
                        <a:pt x="558" y="220"/>
                      </a:lnTo>
                      <a:lnTo>
                        <a:pt x="558" y="216"/>
                      </a:lnTo>
                      <a:lnTo>
                        <a:pt x="558" y="216"/>
                      </a:lnTo>
                      <a:lnTo>
                        <a:pt x="558" y="216"/>
                      </a:lnTo>
                      <a:close/>
                      <a:moveTo>
                        <a:pt x="614" y="216"/>
                      </a:moveTo>
                      <a:lnTo>
                        <a:pt x="614" y="220"/>
                      </a:lnTo>
                      <a:lnTo>
                        <a:pt x="618" y="220"/>
                      </a:lnTo>
                      <a:lnTo>
                        <a:pt x="614" y="220"/>
                      </a:lnTo>
                      <a:lnTo>
                        <a:pt x="614" y="216"/>
                      </a:lnTo>
                      <a:lnTo>
                        <a:pt x="614" y="216"/>
                      </a:lnTo>
                      <a:lnTo>
                        <a:pt x="614" y="216"/>
                      </a:lnTo>
                      <a:close/>
                      <a:moveTo>
                        <a:pt x="472" y="222"/>
                      </a:moveTo>
                      <a:lnTo>
                        <a:pt x="472" y="226"/>
                      </a:lnTo>
                      <a:lnTo>
                        <a:pt x="472" y="222"/>
                      </a:lnTo>
                      <a:lnTo>
                        <a:pt x="472" y="222"/>
                      </a:lnTo>
                      <a:lnTo>
                        <a:pt x="472" y="222"/>
                      </a:lnTo>
                      <a:close/>
                      <a:moveTo>
                        <a:pt x="520" y="222"/>
                      </a:moveTo>
                      <a:lnTo>
                        <a:pt x="520" y="226"/>
                      </a:lnTo>
                      <a:lnTo>
                        <a:pt x="520" y="222"/>
                      </a:lnTo>
                      <a:lnTo>
                        <a:pt x="516" y="222"/>
                      </a:lnTo>
                      <a:lnTo>
                        <a:pt x="520" y="222"/>
                      </a:lnTo>
                      <a:lnTo>
                        <a:pt x="520" y="222"/>
                      </a:lnTo>
                      <a:lnTo>
                        <a:pt x="520" y="222"/>
                      </a:lnTo>
                      <a:close/>
                      <a:moveTo>
                        <a:pt x="364" y="226"/>
                      </a:moveTo>
                      <a:lnTo>
                        <a:pt x="360" y="226"/>
                      </a:lnTo>
                      <a:lnTo>
                        <a:pt x="364" y="226"/>
                      </a:lnTo>
                      <a:lnTo>
                        <a:pt x="364" y="226"/>
                      </a:lnTo>
                      <a:lnTo>
                        <a:pt x="364" y="226"/>
                      </a:lnTo>
                      <a:close/>
                      <a:moveTo>
                        <a:pt x="506" y="230"/>
                      </a:moveTo>
                      <a:lnTo>
                        <a:pt x="510" y="226"/>
                      </a:lnTo>
                      <a:lnTo>
                        <a:pt x="510" y="230"/>
                      </a:lnTo>
                      <a:lnTo>
                        <a:pt x="506" y="230"/>
                      </a:lnTo>
                      <a:lnTo>
                        <a:pt x="506" y="230"/>
                      </a:lnTo>
                      <a:lnTo>
                        <a:pt x="506" y="230"/>
                      </a:lnTo>
                      <a:close/>
                      <a:moveTo>
                        <a:pt x="458" y="230"/>
                      </a:moveTo>
                      <a:lnTo>
                        <a:pt x="454" y="234"/>
                      </a:lnTo>
                      <a:lnTo>
                        <a:pt x="454" y="230"/>
                      </a:lnTo>
                      <a:lnTo>
                        <a:pt x="458" y="230"/>
                      </a:lnTo>
                      <a:lnTo>
                        <a:pt x="458" y="230"/>
                      </a:lnTo>
                      <a:lnTo>
                        <a:pt x="458" y="230"/>
                      </a:lnTo>
                      <a:close/>
                      <a:moveTo>
                        <a:pt x="502" y="246"/>
                      </a:moveTo>
                      <a:lnTo>
                        <a:pt x="506" y="242"/>
                      </a:lnTo>
                      <a:lnTo>
                        <a:pt x="510" y="242"/>
                      </a:lnTo>
                      <a:lnTo>
                        <a:pt x="506" y="242"/>
                      </a:lnTo>
                      <a:lnTo>
                        <a:pt x="506" y="246"/>
                      </a:lnTo>
                      <a:lnTo>
                        <a:pt x="502" y="246"/>
                      </a:lnTo>
                      <a:lnTo>
                        <a:pt x="502" y="246"/>
                      </a:lnTo>
                      <a:lnTo>
                        <a:pt x="502" y="246"/>
                      </a:lnTo>
                      <a:close/>
                      <a:moveTo>
                        <a:pt x="290" y="252"/>
                      </a:moveTo>
                      <a:lnTo>
                        <a:pt x="286" y="252"/>
                      </a:lnTo>
                      <a:lnTo>
                        <a:pt x="286" y="250"/>
                      </a:lnTo>
                      <a:lnTo>
                        <a:pt x="290" y="250"/>
                      </a:lnTo>
                      <a:lnTo>
                        <a:pt x="290" y="252"/>
                      </a:lnTo>
                      <a:lnTo>
                        <a:pt x="290" y="252"/>
                      </a:lnTo>
                      <a:lnTo>
                        <a:pt x="290" y="252"/>
                      </a:lnTo>
                      <a:close/>
                      <a:moveTo>
                        <a:pt x="398" y="276"/>
                      </a:moveTo>
                      <a:lnTo>
                        <a:pt x="402" y="276"/>
                      </a:lnTo>
                      <a:lnTo>
                        <a:pt x="398" y="280"/>
                      </a:lnTo>
                      <a:lnTo>
                        <a:pt x="398" y="276"/>
                      </a:lnTo>
                      <a:lnTo>
                        <a:pt x="398" y="276"/>
                      </a:lnTo>
                      <a:lnTo>
                        <a:pt x="398" y="276"/>
                      </a:lnTo>
                      <a:close/>
                      <a:moveTo>
                        <a:pt x="4" y="4"/>
                      </a:moveTo>
                      <a:lnTo>
                        <a:pt x="0" y="4"/>
                      </a:lnTo>
                      <a:lnTo>
                        <a:pt x="0" y="0"/>
                      </a:lnTo>
                      <a:lnTo>
                        <a:pt x="4" y="0"/>
                      </a:lnTo>
                      <a:lnTo>
                        <a:pt x="4" y="4"/>
                      </a:lnTo>
                      <a:lnTo>
                        <a:pt x="4" y="4"/>
                      </a:lnTo>
                      <a:lnTo>
                        <a:pt x="4" y="4"/>
                      </a:lnTo>
                      <a:close/>
                      <a:moveTo>
                        <a:pt x="118" y="116"/>
                      </a:moveTo>
                      <a:lnTo>
                        <a:pt x="118" y="120"/>
                      </a:lnTo>
                      <a:lnTo>
                        <a:pt x="122" y="120"/>
                      </a:lnTo>
                      <a:lnTo>
                        <a:pt x="126" y="120"/>
                      </a:lnTo>
                      <a:lnTo>
                        <a:pt x="130" y="120"/>
                      </a:lnTo>
                      <a:lnTo>
                        <a:pt x="130" y="122"/>
                      </a:lnTo>
                      <a:lnTo>
                        <a:pt x="130" y="126"/>
                      </a:lnTo>
                      <a:lnTo>
                        <a:pt x="130" y="130"/>
                      </a:lnTo>
                      <a:lnTo>
                        <a:pt x="134" y="130"/>
                      </a:lnTo>
                      <a:lnTo>
                        <a:pt x="134" y="134"/>
                      </a:lnTo>
                      <a:lnTo>
                        <a:pt x="130" y="134"/>
                      </a:lnTo>
                      <a:lnTo>
                        <a:pt x="134" y="134"/>
                      </a:lnTo>
                      <a:lnTo>
                        <a:pt x="136" y="138"/>
                      </a:lnTo>
                      <a:lnTo>
                        <a:pt x="136" y="142"/>
                      </a:lnTo>
                      <a:lnTo>
                        <a:pt x="134" y="142"/>
                      </a:lnTo>
                      <a:lnTo>
                        <a:pt x="134" y="146"/>
                      </a:lnTo>
                      <a:lnTo>
                        <a:pt x="134" y="150"/>
                      </a:lnTo>
                      <a:lnTo>
                        <a:pt x="134" y="146"/>
                      </a:lnTo>
                      <a:lnTo>
                        <a:pt x="136" y="146"/>
                      </a:lnTo>
                      <a:lnTo>
                        <a:pt x="136" y="142"/>
                      </a:lnTo>
                      <a:lnTo>
                        <a:pt x="140" y="142"/>
                      </a:lnTo>
                      <a:lnTo>
                        <a:pt x="144" y="142"/>
                      </a:lnTo>
                      <a:lnTo>
                        <a:pt x="148" y="142"/>
                      </a:lnTo>
                      <a:lnTo>
                        <a:pt x="148" y="146"/>
                      </a:lnTo>
                      <a:lnTo>
                        <a:pt x="148" y="150"/>
                      </a:lnTo>
                      <a:lnTo>
                        <a:pt x="148" y="152"/>
                      </a:lnTo>
                      <a:lnTo>
                        <a:pt x="152" y="152"/>
                      </a:lnTo>
                      <a:lnTo>
                        <a:pt x="156" y="156"/>
                      </a:lnTo>
                      <a:lnTo>
                        <a:pt x="152" y="156"/>
                      </a:lnTo>
                      <a:lnTo>
                        <a:pt x="152" y="160"/>
                      </a:lnTo>
                      <a:lnTo>
                        <a:pt x="152" y="164"/>
                      </a:lnTo>
                      <a:lnTo>
                        <a:pt x="152" y="166"/>
                      </a:lnTo>
                      <a:lnTo>
                        <a:pt x="152" y="170"/>
                      </a:lnTo>
                      <a:lnTo>
                        <a:pt x="152" y="174"/>
                      </a:lnTo>
                      <a:lnTo>
                        <a:pt x="152" y="178"/>
                      </a:lnTo>
                      <a:lnTo>
                        <a:pt x="152" y="182"/>
                      </a:lnTo>
                      <a:lnTo>
                        <a:pt x="152" y="186"/>
                      </a:lnTo>
                      <a:lnTo>
                        <a:pt x="152" y="190"/>
                      </a:lnTo>
                      <a:lnTo>
                        <a:pt x="152" y="196"/>
                      </a:lnTo>
                      <a:lnTo>
                        <a:pt x="152" y="200"/>
                      </a:lnTo>
                      <a:lnTo>
                        <a:pt x="148" y="200"/>
                      </a:lnTo>
                      <a:lnTo>
                        <a:pt x="148" y="204"/>
                      </a:lnTo>
                      <a:lnTo>
                        <a:pt x="148" y="200"/>
                      </a:lnTo>
                      <a:lnTo>
                        <a:pt x="144" y="196"/>
                      </a:lnTo>
                      <a:lnTo>
                        <a:pt x="144" y="194"/>
                      </a:lnTo>
                      <a:lnTo>
                        <a:pt x="140" y="194"/>
                      </a:lnTo>
                      <a:lnTo>
                        <a:pt x="140" y="196"/>
                      </a:lnTo>
                      <a:lnTo>
                        <a:pt x="140" y="200"/>
                      </a:lnTo>
                      <a:lnTo>
                        <a:pt x="136" y="200"/>
                      </a:lnTo>
                      <a:lnTo>
                        <a:pt x="136" y="196"/>
                      </a:lnTo>
                      <a:lnTo>
                        <a:pt x="134" y="196"/>
                      </a:lnTo>
                      <a:lnTo>
                        <a:pt x="134" y="200"/>
                      </a:lnTo>
                      <a:lnTo>
                        <a:pt x="134" y="204"/>
                      </a:lnTo>
                      <a:lnTo>
                        <a:pt x="134" y="200"/>
                      </a:lnTo>
                      <a:lnTo>
                        <a:pt x="130" y="200"/>
                      </a:lnTo>
                      <a:lnTo>
                        <a:pt x="130" y="196"/>
                      </a:lnTo>
                      <a:lnTo>
                        <a:pt x="126" y="196"/>
                      </a:lnTo>
                      <a:lnTo>
                        <a:pt x="126" y="194"/>
                      </a:lnTo>
                      <a:lnTo>
                        <a:pt x="122" y="190"/>
                      </a:lnTo>
                      <a:lnTo>
                        <a:pt x="122" y="186"/>
                      </a:lnTo>
                      <a:lnTo>
                        <a:pt x="118" y="186"/>
                      </a:lnTo>
                      <a:lnTo>
                        <a:pt x="114" y="186"/>
                      </a:lnTo>
                      <a:lnTo>
                        <a:pt x="114" y="182"/>
                      </a:lnTo>
                      <a:lnTo>
                        <a:pt x="110" y="182"/>
                      </a:lnTo>
                      <a:lnTo>
                        <a:pt x="110" y="178"/>
                      </a:lnTo>
                      <a:lnTo>
                        <a:pt x="106" y="178"/>
                      </a:lnTo>
                      <a:lnTo>
                        <a:pt x="106" y="174"/>
                      </a:lnTo>
                      <a:lnTo>
                        <a:pt x="104" y="174"/>
                      </a:lnTo>
                      <a:lnTo>
                        <a:pt x="104" y="170"/>
                      </a:lnTo>
                      <a:lnTo>
                        <a:pt x="100" y="170"/>
                      </a:lnTo>
                      <a:lnTo>
                        <a:pt x="100" y="166"/>
                      </a:lnTo>
                      <a:lnTo>
                        <a:pt x="100" y="164"/>
                      </a:lnTo>
                      <a:lnTo>
                        <a:pt x="96" y="164"/>
                      </a:lnTo>
                      <a:lnTo>
                        <a:pt x="96" y="160"/>
                      </a:lnTo>
                      <a:lnTo>
                        <a:pt x="92" y="156"/>
                      </a:lnTo>
                      <a:lnTo>
                        <a:pt x="88" y="156"/>
                      </a:lnTo>
                      <a:lnTo>
                        <a:pt x="88" y="152"/>
                      </a:lnTo>
                      <a:lnTo>
                        <a:pt x="88" y="150"/>
                      </a:lnTo>
                      <a:lnTo>
                        <a:pt x="84" y="150"/>
                      </a:lnTo>
                      <a:lnTo>
                        <a:pt x="84" y="146"/>
                      </a:lnTo>
                      <a:lnTo>
                        <a:pt x="80" y="146"/>
                      </a:lnTo>
                      <a:lnTo>
                        <a:pt x="80" y="142"/>
                      </a:lnTo>
                      <a:lnTo>
                        <a:pt x="80" y="138"/>
                      </a:lnTo>
                      <a:lnTo>
                        <a:pt x="80" y="134"/>
                      </a:lnTo>
                      <a:lnTo>
                        <a:pt x="78" y="130"/>
                      </a:lnTo>
                      <a:lnTo>
                        <a:pt x="78" y="126"/>
                      </a:lnTo>
                      <a:lnTo>
                        <a:pt x="74" y="122"/>
                      </a:lnTo>
                      <a:lnTo>
                        <a:pt x="74" y="120"/>
                      </a:lnTo>
                      <a:lnTo>
                        <a:pt x="74" y="116"/>
                      </a:lnTo>
                      <a:lnTo>
                        <a:pt x="70" y="116"/>
                      </a:lnTo>
                      <a:lnTo>
                        <a:pt x="70" y="112"/>
                      </a:lnTo>
                      <a:lnTo>
                        <a:pt x="66" y="112"/>
                      </a:lnTo>
                      <a:lnTo>
                        <a:pt x="66" y="108"/>
                      </a:lnTo>
                      <a:lnTo>
                        <a:pt x="66" y="104"/>
                      </a:lnTo>
                      <a:lnTo>
                        <a:pt x="62" y="100"/>
                      </a:lnTo>
                      <a:lnTo>
                        <a:pt x="58" y="96"/>
                      </a:lnTo>
                      <a:lnTo>
                        <a:pt x="58" y="100"/>
                      </a:lnTo>
                      <a:lnTo>
                        <a:pt x="54" y="96"/>
                      </a:lnTo>
                      <a:lnTo>
                        <a:pt x="54" y="92"/>
                      </a:lnTo>
                      <a:lnTo>
                        <a:pt x="54" y="90"/>
                      </a:lnTo>
                      <a:lnTo>
                        <a:pt x="54" y="86"/>
                      </a:lnTo>
                      <a:lnTo>
                        <a:pt x="50" y="82"/>
                      </a:lnTo>
                      <a:lnTo>
                        <a:pt x="50" y="78"/>
                      </a:lnTo>
                      <a:lnTo>
                        <a:pt x="50" y="74"/>
                      </a:lnTo>
                      <a:lnTo>
                        <a:pt x="50" y="70"/>
                      </a:lnTo>
                      <a:lnTo>
                        <a:pt x="48" y="70"/>
                      </a:lnTo>
                      <a:lnTo>
                        <a:pt x="48" y="66"/>
                      </a:lnTo>
                      <a:lnTo>
                        <a:pt x="44" y="66"/>
                      </a:lnTo>
                      <a:lnTo>
                        <a:pt x="40" y="66"/>
                      </a:lnTo>
                      <a:lnTo>
                        <a:pt x="40" y="64"/>
                      </a:lnTo>
                      <a:lnTo>
                        <a:pt x="36" y="64"/>
                      </a:lnTo>
                      <a:lnTo>
                        <a:pt x="36" y="60"/>
                      </a:lnTo>
                      <a:lnTo>
                        <a:pt x="36" y="56"/>
                      </a:lnTo>
                      <a:lnTo>
                        <a:pt x="34" y="56"/>
                      </a:lnTo>
                      <a:lnTo>
                        <a:pt x="34" y="52"/>
                      </a:lnTo>
                      <a:lnTo>
                        <a:pt x="30" y="52"/>
                      </a:lnTo>
                      <a:lnTo>
                        <a:pt x="30" y="48"/>
                      </a:lnTo>
                      <a:lnTo>
                        <a:pt x="26" y="44"/>
                      </a:lnTo>
                      <a:lnTo>
                        <a:pt x="26" y="40"/>
                      </a:lnTo>
                      <a:lnTo>
                        <a:pt x="22" y="36"/>
                      </a:lnTo>
                      <a:lnTo>
                        <a:pt x="18" y="36"/>
                      </a:lnTo>
                      <a:lnTo>
                        <a:pt x="18" y="34"/>
                      </a:lnTo>
                      <a:lnTo>
                        <a:pt x="14" y="34"/>
                      </a:lnTo>
                      <a:lnTo>
                        <a:pt x="14" y="30"/>
                      </a:lnTo>
                      <a:lnTo>
                        <a:pt x="10" y="30"/>
                      </a:lnTo>
                      <a:lnTo>
                        <a:pt x="10" y="26"/>
                      </a:lnTo>
                      <a:lnTo>
                        <a:pt x="8" y="26"/>
                      </a:lnTo>
                      <a:lnTo>
                        <a:pt x="8" y="22"/>
                      </a:lnTo>
                      <a:lnTo>
                        <a:pt x="4" y="18"/>
                      </a:lnTo>
                      <a:lnTo>
                        <a:pt x="4" y="14"/>
                      </a:lnTo>
                      <a:lnTo>
                        <a:pt x="0" y="10"/>
                      </a:lnTo>
                      <a:lnTo>
                        <a:pt x="0" y="6"/>
                      </a:lnTo>
                      <a:lnTo>
                        <a:pt x="4" y="6"/>
                      </a:lnTo>
                      <a:lnTo>
                        <a:pt x="8" y="6"/>
                      </a:lnTo>
                      <a:lnTo>
                        <a:pt x="10" y="6"/>
                      </a:lnTo>
                      <a:lnTo>
                        <a:pt x="10" y="10"/>
                      </a:lnTo>
                      <a:lnTo>
                        <a:pt x="14" y="10"/>
                      </a:lnTo>
                      <a:lnTo>
                        <a:pt x="18" y="14"/>
                      </a:lnTo>
                      <a:lnTo>
                        <a:pt x="22" y="14"/>
                      </a:lnTo>
                      <a:lnTo>
                        <a:pt x="22" y="10"/>
                      </a:lnTo>
                      <a:lnTo>
                        <a:pt x="26" y="10"/>
                      </a:lnTo>
                      <a:lnTo>
                        <a:pt x="30" y="14"/>
                      </a:lnTo>
                      <a:lnTo>
                        <a:pt x="34" y="14"/>
                      </a:lnTo>
                      <a:lnTo>
                        <a:pt x="34" y="10"/>
                      </a:lnTo>
                      <a:lnTo>
                        <a:pt x="34" y="14"/>
                      </a:lnTo>
                      <a:lnTo>
                        <a:pt x="36" y="14"/>
                      </a:lnTo>
                      <a:lnTo>
                        <a:pt x="36" y="18"/>
                      </a:lnTo>
                      <a:lnTo>
                        <a:pt x="40" y="18"/>
                      </a:lnTo>
                      <a:lnTo>
                        <a:pt x="40" y="22"/>
                      </a:lnTo>
                      <a:lnTo>
                        <a:pt x="40" y="26"/>
                      </a:lnTo>
                      <a:lnTo>
                        <a:pt x="44" y="26"/>
                      </a:lnTo>
                      <a:lnTo>
                        <a:pt x="44" y="30"/>
                      </a:lnTo>
                      <a:lnTo>
                        <a:pt x="44" y="34"/>
                      </a:lnTo>
                      <a:lnTo>
                        <a:pt x="48" y="34"/>
                      </a:lnTo>
                      <a:lnTo>
                        <a:pt x="48" y="36"/>
                      </a:lnTo>
                      <a:lnTo>
                        <a:pt x="50" y="36"/>
                      </a:lnTo>
                      <a:lnTo>
                        <a:pt x="50" y="40"/>
                      </a:lnTo>
                      <a:lnTo>
                        <a:pt x="54" y="40"/>
                      </a:lnTo>
                      <a:lnTo>
                        <a:pt x="58" y="40"/>
                      </a:lnTo>
                      <a:lnTo>
                        <a:pt x="62" y="48"/>
                      </a:lnTo>
                      <a:lnTo>
                        <a:pt x="66" y="48"/>
                      </a:lnTo>
                      <a:lnTo>
                        <a:pt x="66" y="52"/>
                      </a:lnTo>
                      <a:lnTo>
                        <a:pt x="66" y="56"/>
                      </a:lnTo>
                      <a:lnTo>
                        <a:pt x="70" y="60"/>
                      </a:lnTo>
                      <a:lnTo>
                        <a:pt x="70" y="56"/>
                      </a:lnTo>
                      <a:lnTo>
                        <a:pt x="66" y="56"/>
                      </a:lnTo>
                      <a:lnTo>
                        <a:pt x="70" y="56"/>
                      </a:lnTo>
                      <a:lnTo>
                        <a:pt x="70" y="60"/>
                      </a:lnTo>
                      <a:lnTo>
                        <a:pt x="70" y="56"/>
                      </a:lnTo>
                      <a:lnTo>
                        <a:pt x="74" y="60"/>
                      </a:lnTo>
                      <a:lnTo>
                        <a:pt x="74" y="64"/>
                      </a:lnTo>
                      <a:lnTo>
                        <a:pt x="78" y="66"/>
                      </a:lnTo>
                      <a:lnTo>
                        <a:pt x="80" y="66"/>
                      </a:lnTo>
                      <a:lnTo>
                        <a:pt x="80" y="70"/>
                      </a:lnTo>
                      <a:lnTo>
                        <a:pt x="80" y="66"/>
                      </a:lnTo>
                      <a:lnTo>
                        <a:pt x="80" y="64"/>
                      </a:lnTo>
                      <a:lnTo>
                        <a:pt x="84" y="64"/>
                      </a:lnTo>
                      <a:lnTo>
                        <a:pt x="80" y="64"/>
                      </a:lnTo>
                      <a:lnTo>
                        <a:pt x="84" y="64"/>
                      </a:lnTo>
                      <a:lnTo>
                        <a:pt x="84" y="66"/>
                      </a:lnTo>
                      <a:lnTo>
                        <a:pt x="88" y="66"/>
                      </a:lnTo>
                      <a:lnTo>
                        <a:pt x="88" y="70"/>
                      </a:lnTo>
                      <a:lnTo>
                        <a:pt x="88" y="74"/>
                      </a:lnTo>
                      <a:lnTo>
                        <a:pt x="92" y="74"/>
                      </a:lnTo>
                      <a:lnTo>
                        <a:pt x="96" y="74"/>
                      </a:lnTo>
                      <a:lnTo>
                        <a:pt x="96" y="78"/>
                      </a:lnTo>
                      <a:lnTo>
                        <a:pt x="100" y="78"/>
                      </a:lnTo>
                      <a:lnTo>
                        <a:pt x="100" y="82"/>
                      </a:lnTo>
                      <a:lnTo>
                        <a:pt x="100" y="86"/>
                      </a:lnTo>
                      <a:lnTo>
                        <a:pt x="104" y="90"/>
                      </a:lnTo>
                      <a:lnTo>
                        <a:pt x="106" y="90"/>
                      </a:lnTo>
                      <a:lnTo>
                        <a:pt x="110" y="90"/>
                      </a:lnTo>
                      <a:lnTo>
                        <a:pt x="110" y="92"/>
                      </a:lnTo>
                      <a:lnTo>
                        <a:pt x="110" y="96"/>
                      </a:lnTo>
                      <a:lnTo>
                        <a:pt x="106" y="96"/>
                      </a:lnTo>
                      <a:lnTo>
                        <a:pt x="104" y="100"/>
                      </a:lnTo>
                      <a:lnTo>
                        <a:pt x="104" y="96"/>
                      </a:lnTo>
                      <a:lnTo>
                        <a:pt x="104" y="100"/>
                      </a:lnTo>
                      <a:lnTo>
                        <a:pt x="106" y="100"/>
                      </a:lnTo>
                      <a:lnTo>
                        <a:pt x="106" y="96"/>
                      </a:lnTo>
                      <a:lnTo>
                        <a:pt x="110" y="96"/>
                      </a:lnTo>
                      <a:lnTo>
                        <a:pt x="114" y="96"/>
                      </a:lnTo>
                      <a:lnTo>
                        <a:pt x="114" y="92"/>
                      </a:lnTo>
                      <a:lnTo>
                        <a:pt x="118" y="92"/>
                      </a:lnTo>
                      <a:lnTo>
                        <a:pt x="122" y="96"/>
                      </a:lnTo>
                      <a:lnTo>
                        <a:pt x="122" y="100"/>
                      </a:lnTo>
                      <a:lnTo>
                        <a:pt x="122" y="104"/>
                      </a:lnTo>
                      <a:lnTo>
                        <a:pt x="118" y="104"/>
                      </a:lnTo>
                      <a:lnTo>
                        <a:pt x="114" y="104"/>
                      </a:lnTo>
                      <a:lnTo>
                        <a:pt x="114" y="108"/>
                      </a:lnTo>
                      <a:lnTo>
                        <a:pt x="118" y="104"/>
                      </a:lnTo>
                      <a:lnTo>
                        <a:pt x="118" y="108"/>
                      </a:lnTo>
                      <a:lnTo>
                        <a:pt x="114" y="108"/>
                      </a:lnTo>
                      <a:lnTo>
                        <a:pt x="118" y="108"/>
                      </a:lnTo>
                      <a:lnTo>
                        <a:pt x="118" y="112"/>
                      </a:lnTo>
                      <a:lnTo>
                        <a:pt x="114" y="112"/>
                      </a:lnTo>
                      <a:lnTo>
                        <a:pt x="114" y="116"/>
                      </a:lnTo>
                      <a:lnTo>
                        <a:pt x="118" y="116"/>
                      </a:lnTo>
                      <a:lnTo>
                        <a:pt x="118" y="116"/>
                      </a:lnTo>
                      <a:lnTo>
                        <a:pt x="118" y="116"/>
                      </a:lnTo>
                      <a:close/>
                      <a:moveTo>
                        <a:pt x="204" y="66"/>
                      </a:moveTo>
                      <a:lnTo>
                        <a:pt x="204" y="70"/>
                      </a:lnTo>
                      <a:lnTo>
                        <a:pt x="204" y="74"/>
                      </a:lnTo>
                      <a:lnTo>
                        <a:pt x="208" y="78"/>
                      </a:lnTo>
                      <a:lnTo>
                        <a:pt x="208" y="82"/>
                      </a:lnTo>
                      <a:lnTo>
                        <a:pt x="212" y="82"/>
                      </a:lnTo>
                      <a:lnTo>
                        <a:pt x="216" y="86"/>
                      </a:lnTo>
                      <a:lnTo>
                        <a:pt x="216" y="90"/>
                      </a:lnTo>
                      <a:lnTo>
                        <a:pt x="220" y="90"/>
                      </a:lnTo>
                      <a:lnTo>
                        <a:pt x="220" y="86"/>
                      </a:lnTo>
                      <a:lnTo>
                        <a:pt x="222" y="86"/>
                      </a:lnTo>
                      <a:lnTo>
                        <a:pt x="226" y="86"/>
                      </a:lnTo>
                      <a:lnTo>
                        <a:pt x="230" y="86"/>
                      </a:lnTo>
                      <a:lnTo>
                        <a:pt x="234" y="86"/>
                      </a:lnTo>
                      <a:lnTo>
                        <a:pt x="238" y="86"/>
                      </a:lnTo>
                      <a:lnTo>
                        <a:pt x="238" y="82"/>
                      </a:lnTo>
                      <a:lnTo>
                        <a:pt x="242" y="82"/>
                      </a:lnTo>
                      <a:lnTo>
                        <a:pt x="242" y="78"/>
                      </a:lnTo>
                      <a:lnTo>
                        <a:pt x="246" y="74"/>
                      </a:lnTo>
                      <a:lnTo>
                        <a:pt x="248" y="74"/>
                      </a:lnTo>
                      <a:lnTo>
                        <a:pt x="252" y="74"/>
                      </a:lnTo>
                      <a:lnTo>
                        <a:pt x="252" y="78"/>
                      </a:lnTo>
                      <a:lnTo>
                        <a:pt x="256" y="78"/>
                      </a:lnTo>
                      <a:lnTo>
                        <a:pt x="260" y="82"/>
                      </a:lnTo>
                      <a:lnTo>
                        <a:pt x="264" y="82"/>
                      </a:lnTo>
                      <a:lnTo>
                        <a:pt x="264" y="78"/>
                      </a:lnTo>
                      <a:lnTo>
                        <a:pt x="268" y="78"/>
                      </a:lnTo>
                      <a:lnTo>
                        <a:pt x="272" y="78"/>
                      </a:lnTo>
                      <a:lnTo>
                        <a:pt x="276" y="78"/>
                      </a:lnTo>
                      <a:lnTo>
                        <a:pt x="276" y="74"/>
                      </a:lnTo>
                      <a:lnTo>
                        <a:pt x="276" y="70"/>
                      </a:lnTo>
                      <a:lnTo>
                        <a:pt x="278" y="70"/>
                      </a:lnTo>
                      <a:lnTo>
                        <a:pt x="278" y="66"/>
                      </a:lnTo>
                      <a:lnTo>
                        <a:pt x="278" y="64"/>
                      </a:lnTo>
                      <a:lnTo>
                        <a:pt x="282" y="60"/>
                      </a:lnTo>
                      <a:lnTo>
                        <a:pt x="282" y="52"/>
                      </a:lnTo>
                      <a:lnTo>
                        <a:pt x="286" y="52"/>
                      </a:lnTo>
                      <a:lnTo>
                        <a:pt x="286" y="48"/>
                      </a:lnTo>
                      <a:lnTo>
                        <a:pt x="286" y="44"/>
                      </a:lnTo>
                      <a:lnTo>
                        <a:pt x="290" y="44"/>
                      </a:lnTo>
                      <a:lnTo>
                        <a:pt x="290" y="40"/>
                      </a:lnTo>
                      <a:lnTo>
                        <a:pt x="290" y="36"/>
                      </a:lnTo>
                      <a:lnTo>
                        <a:pt x="290" y="34"/>
                      </a:lnTo>
                      <a:lnTo>
                        <a:pt x="290" y="30"/>
                      </a:lnTo>
                      <a:lnTo>
                        <a:pt x="294" y="30"/>
                      </a:lnTo>
                      <a:lnTo>
                        <a:pt x="294" y="26"/>
                      </a:lnTo>
                      <a:lnTo>
                        <a:pt x="294" y="30"/>
                      </a:lnTo>
                      <a:lnTo>
                        <a:pt x="298" y="30"/>
                      </a:lnTo>
                      <a:lnTo>
                        <a:pt x="302" y="30"/>
                      </a:lnTo>
                      <a:lnTo>
                        <a:pt x="304" y="30"/>
                      </a:lnTo>
                      <a:lnTo>
                        <a:pt x="308" y="30"/>
                      </a:lnTo>
                      <a:lnTo>
                        <a:pt x="312" y="30"/>
                      </a:lnTo>
                      <a:lnTo>
                        <a:pt x="316" y="30"/>
                      </a:lnTo>
                      <a:lnTo>
                        <a:pt x="316" y="34"/>
                      </a:lnTo>
                      <a:lnTo>
                        <a:pt x="316" y="30"/>
                      </a:lnTo>
                      <a:lnTo>
                        <a:pt x="312" y="34"/>
                      </a:lnTo>
                      <a:lnTo>
                        <a:pt x="316" y="34"/>
                      </a:lnTo>
                      <a:lnTo>
                        <a:pt x="316" y="36"/>
                      </a:lnTo>
                      <a:lnTo>
                        <a:pt x="320" y="36"/>
                      </a:lnTo>
                      <a:lnTo>
                        <a:pt x="320" y="40"/>
                      </a:lnTo>
                      <a:lnTo>
                        <a:pt x="316" y="40"/>
                      </a:lnTo>
                      <a:lnTo>
                        <a:pt x="312" y="40"/>
                      </a:lnTo>
                      <a:lnTo>
                        <a:pt x="308" y="40"/>
                      </a:lnTo>
                      <a:lnTo>
                        <a:pt x="312" y="40"/>
                      </a:lnTo>
                      <a:lnTo>
                        <a:pt x="312" y="44"/>
                      </a:lnTo>
                      <a:lnTo>
                        <a:pt x="316" y="44"/>
                      </a:lnTo>
                      <a:lnTo>
                        <a:pt x="312" y="44"/>
                      </a:lnTo>
                      <a:lnTo>
                        <a:pt x="312" y="48"/>
                      </a:lnTo>
                      <a:lnTo>
                        <a:pt x="316" y="48"/>
                      </a:lnTo>
                      <a:lnTo>
                        <a:pt x="320" y="52"/>
                      </a:lnTo>
                      <a:lnTo>
                        <a:pt x="320" y="56"/>
                      </a:lnTo>
                      <a:lnTo>
                        <a:pt x="320" y="60"/>
                      </a:lnTo>
                      <a:lnTo>
                        <a:pt x="324" y="60"/>
                      </a:lnTo>
                      <a:lnTo>
                        <a:pt x="324" y="64"/>
                      </a:lnTo>
                      <a:lnTo>
                        <a:pt x="324" y="66"/>
                      </a:lnTo>
                      <a:lnTo>
                        <a:pt x="320" y="66"/>
                      </a:lnTo>
                      <a:lnTo>
                        <a:pt x="320" y="70"/>
                      </a:lnTo>
                      <a:lnTo>
                        <a:pt x="324" y="74"/>
                      </a:lnTo>
                      <a:lnTo>
                        <a:pt x="328" y="74"/>
                      </a:lnTo>
                      <a:lnTo>
                        <a:pt x="328" y="78"/>
                      </a:lnTo>
                      <a:lnTo>
                        <a:pt x="332" y="78"/>
                      </a:lnTo>
                      <a:lnTo>
                        <a:pt x="334" y="82"/>
                      </a:lnTo>
                      <a:lnTo>
                        <a:pt x="334" y="86"/>
                      </a:lnTo>
                      <a:lnTo>
                        <a:pt x="338" y="86"/>
                      </a:lnTo>
                      <a:lnTo>
                        <a:pt x="334" y="86"/>
                      </a:lnTo>
                      <a:lnTo>
                        <a:pt x="334" y="90"/>
                      </a:lnTo>
                      <a:lnTo>
                        <a:pt x="332" y="90"/>
                      </a:lnTo>
                      <a:lnTo>
                        <a:pt x="328" y="90"/>
                      </a:lnTo>
                      <a:lnTo>
                        <a:pt x="324" y="86"/>
                      </a:lnTo>
                      <a:lnTo>
                        <a:pt x="324" y="82"/>
                      </a:lnTo>
                      <a:lnTo>
                        <a:pt x="320" y="82"/>
                      </a:lnTo>
                      <a:lnTo>
                        <a:pt x="320" y="86"/>
                      </a:lnTo>
                      <a:lnTo>
                        <a:pt x="324" y="86"/>
                      </a:lnTo>
                      <a:lnTo>
                        <a:pt x="324" y="90"/>
                      </a:lnTo>
                      <a:lnTo>
                        <a:pt x="320" y="90"/>
                      </a:lnTo>
                      <a:lnTo>
                        <a:pt x="320" y="92"/>
                      </a:lnTo>
                      <a:lnTo>
                        <a:pt x="316" y="92"/>
                      </a:lnTo>
                      <a:lnTo>
                        <a:pt x="316" y="96"/>
                      </a:lnTo>
                      <a:lnTo>
                        <a:pt x="316" y="100"/>
                      </a:lnTo>
                      <a:lnTo>
                        <a:pt x="316" y="104"/>
                      </a:lnTo>
                      <a:lnTo>
                        <a:pt x="316" y="108"/>
                      </a:lnTo>
                      <a:lnTo>
                        <a:pt x="316" y="112"/>
                      </a:lnTo>
                      <a:lnTo>
                        <a:pt x="316" y="108"/>
                      </a:lnTo>
                      <a:lnTo>
                        <a:pt x="316" y="112"/>
                      </a:lnTo>
                      <a:lnTo>
                        <a:pt x="316" y="116"/>
                      </a:lnTo>
                      <a:lnTo>
                        <a:pt x="312" y="116"/>
                      </a:lnTo>
                      <a:lnTo>
                        <a:pt x="312" y="120"/>
                      </a:lnTo>
                      <a:lnTo>
                        <a:pt x="308" y="120"/>
                      </a:lnTo>
                      <a:lnTo>
                        <a:pt x="308" y="122"/>
                      </a:lnTo>
                      <a:lnTo>
                        <a:pt x="304" y="122"/>
                      </a:lnTo>
                      <a:lnTo>
                        <a:pt x="304" y="120"/>
                      </a:lnTo>
                      <a:lnTo>
                        <a:pt x="304" y="122"/>
                      </a:lnTo>
                      <a:lnTo>
                        <a:pt x="304" y="126"/>
                      </a:lnTo>
                      <a:lnTo>
                        <a:pt x="302" y="126"/>
                      </a:lnTo>
                      <a:lnTo>
                        <a:pt x="302" y="130"/>
                      </a:lnTo>
                      <a:lnTo>
                        <a:pt x="298" y="130"/>
                      </a:lnTo>
                      <a:lnTo>
                        <a:pt x="298" y="134"/>
                      </a:lnTo>
                      <a:lnTo>
                        <a:pt x="302" y="134"/>
                      </a:lnTo>
                      <a:lnTo>
                        <a:pt x="302" y="138"/>
                      </a:lnTo>
                      <a:lnTo>
                        <a:pt x="298" y="138"/>
                      </a:lnTo>
                      <a:lnTo>
                        <a:pt x="302" y="142"/>
                      </a:lnTo>
                      <a:lnTo>
                        <a:pt x="302" y="138"/>
                      </a:lnTo>
                      <a:lnTo>
                        <a:pt x="302" y="142"/>
                      </a:lnTo>
                      <a:lnTo>
                        <a:pt x="304" y="142"/>
                      </a:lnTo>
                      <a:lnTo>
                        <a:pt x="302" y="142"/>
                      </a:lnTo>
                      <a:lnTo>
                        <a:pt x="302" y="146"/>
                      </a:lnTo>
                      <a:lnTo>
                        <a:pt x="298" y="146"/>
                      </a:lnTo>
                      <a:lnTo>
                        <a:pt x="302" y="150"/>
                      </a:lnTo>
                      <a:lnTo>
                        <a:pt x="302" y="152"/>
                      </a:lnTo>
                      <a:lnTo>
                        <a:pt x="298" y="152"/>
                      </a:lnTo>
                      <a:lnTo>
                        <a:pt x="298" y="150"/>
                      </a:lnTo>
                      <a:lnTo>
                        <a:pt x="298" y="152"/>
                      </a:lnTo>
                      <a:lnTo>
                        <a:pt x="298" y="156"/>
                      </a:lnTo>
                      <a:lnTo>
                        <a:pt x="298" y="160"/>
                      </a:lnTo>
                      <a:lnTo>
                        <a:pt x="294" y="160"/>
                      </a:lnTo>
                      <a:lnTo>
                        <a:pt x="294" y="164"/>
                      </a:lnTo>
                      <a:lnTo>
                        <a:pt x="290" y="164"/>
                      </a:lnTo>
                      <a:lnTo>
                        <a:pt x="290" y="166"/>
                      </a:lnTo>
                      <a:lnTo>
                        <a:pt x="286" y="166"/>
                      </a:lnTo>
                      <a:lnTo>
                        <a:pt x="282" y="166"/>
                      </a:lnTo>
                      <a:lnTo>
                        <a:pt x="282" y="170"/>
                      </a:lnTo>
                      <a:lnTo>
                        <a:pt x="278" y="170"/>
                      </a:lnTo>
                      <a:lnTo>
                        <a:pt x="276" y="174"/>
                      </a:lnTo>
                      <a:lnTo>
                        <a:pt x="276" y="170"/>
                      </a:lnTo>
                      <a:lnTo>
                        <a:pt x="276" y="166"/>
                      </a:lnTo>
                      <a:lnTo>
                        <a:pt x="276" y="164"/>
                      </a:lnTo>
                      <a:lnTo>
                        <a:pt x="272" y="164"/>
                      </a:lnTo>
                      <a:lnTo>
                        <a:pt x="272" y="160"/>
                      </a:lnTo>
                      <a:lnTo>
                        <a:pt x="268" y="160"/>
                      </a:lnTo>
                      <a:lnTo>
                        <a:pt x="264" y="160"/>
                      </a:lnTo>
                      <a:lnTo>
                        <a:pt x="260" y="160"/>
                      </a:lnTo>
                      <a:lnTo>
                        <a:pt x="260" y="156"/>
                      </a:lnTo>
                      <a:lnTo>
                        <a:pt x="256" y="156"/>
                      </a:lnTo>
                      <a:lnTo>
                        <a:pt x="252" y="156"/>
                      </a:lnTo>
                      <a:lnTo>
                        <a:pt x="252" y="152"/>
                      </a:lnTo>
                      <a:lnTo>
                        <a:pt x="252" y="156"/>
                      </a:lnTo>
                      <a:lnTo>
                        <a:pt x="248" y="160"/>
                      </a:lnTo>
                      <a:lnTo>
                        <a:pt x="246" y="160"/>
                      </a:lnTo>
                      <a:lnTo>
                        <a:pt x="242" y="160"/>
                      </a:lnTo>
                      <a:lnTo>
                        <a:pt x="238" y="160"/>
                      </a:lnTo>
                      <a:lnTo>
                        <a:pt x="238" y="164"/>
                      </a:lnTo>
                      <a:lnTo>
                        <a:pt x="234" y="164"/>
                      </a:lnTo>
                      <a:lnTo>
                        <a:pt x="234" y="160"/>
                      </a:lnTo>
                      <a:lnTo>
                        <a:pt x="234" y="156"/>
                      </a:lnTo>
                      <a:lnTo>
                        <a:pt x="234" y="152"/>
                      </a:lnTo>
                      <a:lnTo>
                        <a:pt x="234" y="150"/>
                      </a:lnTo>
                      <a:lnTo>
                        <a:pt x="234" y="152"/>
                      </a:lnTo>
                      <a:lnTo>
                        <a:pt x="230" y="152"/>
                      </a:lnTo>
                      <a:lnTo>
                        <a:pt x="226" y="152"/>
                      </a:lnTo>
                      <a:lnTo>
                        <a:pt x="226" y="156"/>
                      </a:lnTo>
                      <a:lnTo>
                        <a:pt x="222" y="156"/>
                      </a:lnTo>
                      <a:lnTo>
                        <a:pt x="220" y="152"/>
                      </a:lnTo>
                      <a:lnTo>
                        <a:pt x="222" y="152"/>
                      </a:lnTo>
                      <a:lnTo>
                        <a:pt x="220" y="152"/>
                      </a:lnTo>
                      <a:lnTo>
                        <a:pt x="220" y="156"/>
                      </a:lnTo>
                      <a:lnTo>
                        <a:pt x="220" y="152"/>
                      </a:lnTo>
                      <a:lnTo>
                        <a:pt x="216" y="152"/>
                      </a:lnTo>
                      <a:lnTo>
                        <a:pt x="212" y="152"/>
                      </a:lnTo>
                      <a:lnTo>
                        <a:pt x="212" y="150"/>
                      </a:lnTo>
                      <a:lnTo>
                        <a:pt x="212" y="146"/>
                      </a:lnTo>
                      <a:lnTo>
                        <a:pt x="212" y="142"/>
                      </a:lnTo>
                      <a:lnTo>
                        <a:pt x="212" y="138"/>
                      </a:lnTo>
                      <a:lnTo>
                        <a:pt x="212" y="134"/>
                      </a:lnTo>
                      <a:lnTo>
                        <a:pt x="208" y="134"/>
                      </a:lnTo>
                      <a:lnTo>
                        <a:pt x="208" y="130"/>
                      </a:lnTo>
                      <a:lnTo>
                        <a:pt x="212" y="130"/>
                      </a:lnTo>
                      <a:lnTo>
                        <a:pt x="212" y="126"/>
                      </a:lnTo>
                      <a:lnTo>
                        <a:pt x="212" y="122"/>
                      </a:lnTo>
                      <a:lnTo>
                        <a:pt x="208" y="122"/>
                      </a:lnTo>
                      <a:lnTo>
                        <a:pt x="208" y="120"/>
                      </a:lnTo>
                      <a:lnTo>
                        <a:pt x="204" y="120"/>
                      </a:lnTo>
                      <a:lnTo>
                        <a:pt x="200" y="116"/>
                      </a:lnTo>
                      <a:lnTo>
                        <a:pt x="200" y="120"/>
                      </a:lnTo>
                      <a:lnTo>
                        <a:pt x="200" y="116"/>
                      </a:lnTo>
                      <a:lnTo>
                        <a:pt x="204" y="116"/>
                      </a:lnTo>
                      <a:lnTo>
                        <a:pt x="200" y="112"/>
                      </a:lnTo>
                      <a:lnTo>
                        <a:pt x="196" y="112"/>
                      </a:lnTo>
                      <a:lnTo>
                        <a:pt x="196" y="108"/>
                      </a:lnTo>
                      <a:lnTo>
                        <a:pt x="196" y="104"/>
                      </a:lnTo>
                      <a:lnTo>
                        <a:pt x="196" y="100"/>
                      </a:lnTo>
                      <a:lnTo>
                        <a:pt x="196" y="96"/>
                      </a:lnTo>
                      <a:lnTo>
                        <a:pt x="192" y="96"/>
                      </a:lnTo>
                      <a:lnTo>
                        <a:pt x="192" y="92"/>
                      </a:lnTo>
                      <a:lnTo>
                        <a:pt x="192" y="90"/>
                      </a:lnTo>
                      <a:lnTo>
                        <a:pt x="192" y="86"/>
                      </a:lnTo>
                      <a:lnTo>
                        <a:pt x="196" y="86"/>
                      </a:lnTo>
                      <a:lnTo>
                        <a:pt x="192" y="86"/>
                      </a:lnTo>
                      <a:lnTo>
                        <a:pt x="192" y="82"/>
                      </a:lnTo>
                      <a:lnTo>
                        <a:pt x="196" y="82"/>
                      </a:lnTo>
                      <a:lnTo>
                        <a:pt x="200" y="78"/>
                      </a:lnTo>
                      <a:lnTo>
                        <a:pt x="196" y="78"/>
                      </a:lnTo>
                      <a:lnTo>
                        <a:pt x="196" y="82"/>
                      </a:lnTo>
                      <a:lnTo>
                        <a:pt x="196" y="78"/>
                      </a:lnTo>
                      <a:lnTo>
                        <a:pt x="196" y="74"/>
                      </a:lnTo>
                      <a:lnTo>
                        <a:pt x="200" y="74"/>
                      </a:lnTo>
                      <a:lnTo>
                        <a:pt x="200" y="70"/>
                      </a:lnTo>
                      <a:lnTo>
                        <a:pt x="204" y="66"/>
                      </a:lnTo>
                      <a:lnTo>
                        <a:pt x="204" y="66"/>
                      </a:lnTo>
                      <a:lnTo>
                        <a:pt x="204" y="66"/>
                      </a:lnTo>
                      <a:close/>
                      <a:moveTo>
                        <a:pt x="182" y="36"/>
                      </a:moveTo>
                      <a:lnTo>
                        <a:pt x="182" y="34"/>
                      </a:lnTo>
                      <a:lnTo>
                        <a:pt x="182" y="30"/>
                      </a:lnTo>
                      <a:lnTo>
                        <a:pt x="186" y="30"/>
                      </a:lnTo>
                      <a:lnTo>
                        <a:pt x="186" y="34"/>
                      </a:lnTo>
                      <a:lnTo>
                        <a:pt x="186" y="36"/>
                      </a:lnTo>
                      <a:lnTo>
                        <a:pt x="186" y="40"/>
                      </a:lnTo>
                      <a:lnTo>
                        <a:pt x="182" y="40"/>
                      </a:lnTo>
                      <a:lnTo>
                        <a:pt x="182" y="36"/>
                      </a:lnTo>
                      <a:lnTo>
                        <a:pt x="186" y="36"/>
                      </a:lnTo>
                      <a:lnTo>
                        <a:pt x="182" y="36"/>
                      </a:lnTo>
                      <a:lnTo>
                        <a:pt x="182" y="36"/>
                      </a:lnTo>
                      <a:lnTo>
                        <a:pt x="182" y="36"/>
                      </a:lnTo>
                      <a:close/>
                      <a:moveTo>
                        <a:pt x="148" y="52"/>
                      </a:moveTo>
                      <a:lnTo>
                        <a:pt x="148" y="48"/>
                      </a:lnTo>
                      <a:lnTo>
                        <a:pt x="152" y="52"/>
                      </a:lnTo>
                      <a:lnTo>
                        <a:pt x="148" y="52"/>
                      </a:lnTo>
                      <a:lnTo>
                        <a:pt x="148" y="56"/>
                      </a:lnTo>
                      <a:lnTo>
                        <a:pt x="148" y="52"/>
                      </a:lnTo>
                      <a:lnTo>
                        <a:pt x="148" y="52"/>
                      </a:lnTo>
                      <a:lnTo>
                        <a:pt x="148" y="52"/>
                      </a:lnTo>
                      <a:close/>
                      <a:moveTo>
                        <a:pt x="18" y="64"/>
                      </a:moveTo>
                      <a:lnTo>
                        <a:pt x="14" y="64"/>
                      </a:lnTo>
                      <a:lnTo>
                        <a:pt x="14" y="60"/>
                      </a:lnTo>
                      <a:lnTo>
                        <a:pt x="10" y="60"/>
                      </a:lnTo>
                      <a:lnTo>
                        <a:pt x="10" y="56"/>
                      </a:lnTo>
                      <a:lnTo>
                        <a:pt x="8" y="56"/>
                      </a:lnTo>
                      <a:lnTo>
                        <a:pt x="10" y="52"/>
                      </a:lnTo>
                      <a:lnTo>
                        <a:pt x="10" y="56"/>
                      </a:lnTo>
                      <a:lnTo>
                        <a:pt x="14" y="56"/>
                      </a:lnTo>
                      <a:lnTo>
                        <a:pt x="14" y="60"/>
                      </a:lnTo>
                      <a:lnTo>
                        <a:pt x="18" y="60"/>
                      </a:lnTo>
                      <a:lnTo>
                        <a:pt x="18" y="64"/>
                      </a:lnTo>
                      <a:lnTo>
                        <a:pt x="18" y="64"/>
                      </a:lnTo>
                      <a:lnTo>
                        <a:pt x="18" y="64"/>
                      </a:lnTo>
                      <a:close/>
                      <a:moveTo>
                        <a:pt x="468" y="66"/>
                      </a:moveTo>
                      <a:lnTo>
                        <a:pt x="468" y="64"/>
                      </a:lnTo>
                      <a:lnTo>
                        <a:pt x="468" y="60"/>
                      </a:lnTo>
                      <a:lnTo>
                        <a:pt x="472" y="56"/>
                      </a:lnTo>
                      <a:lnTo>
                        <a:pt x="472" y="60"/>
                      </a:lnTo>
                      <a:lnTo>
                        <a:pt x="472" y="64"/>
                      </a:lnTo>
                      <a:lnTo>
                        <a:pt x="472" y="66"/>
                      </a:lnTo>
                      <a:lnTo>
                        <a:pt x="468" y="66"/>
                      </a:lnTo>
                      <a:lnTo>
                        <a:pt x="468" y="66"/>
                      </a:lnTo>
                      <a:lnTo>
                        <a:pt x="468" y="66"/>
                      </a:lnTo>
                      <a:close/>
                      <a:moveTo>
                        <a:pt x="30" y="66"/>
                      </a:moveTo>
                      <a:lnTo>
                        <a:pt x="30" y="64"/>
                      </a:lnTo>
                      <a:lnTo>
                        <a:pt x="26" y="64"/>
                      </a:lnTo>
                      <a:lnTo>
                        <a:pt x="30" y="64"/>
                      </a:lnTo>
                      <a:lnTo>
                        <a:pt x="30" y="66"/>
                      </a:lnTo>
                      <a:lnTo>
                        <a:pt x="30" y="66"/>
                      </a:lnTo>
                      <a:lnTo>
                        <a:pt x="30" y="66"/>
                      </a:lnTo>
                      <a:close/>
                      <a:moveTo>
                        <a:pt x="460" y="112"/>
                      </a:moveTo>
                      <a:lnTo>
                        <a:pt x="460" y="108"/>
                      </a:lnTo>
                      <a:lnTo>
                        <a:pt x="458" y="104"/>
                      </a:lnTo>
                      <a:lnTo>
                        <a:pt x="460" y="104"/>
                      </a:lnTo>
                      <a:lnTo>
                        <a:pt x="460" y="100"/>
                      </a:lnTo>
                      <a:lnTo>
                        <a:pt x="458" y="96"/>
                      </a:lnTo>
                      <a:lnTo>
                        <a:pt x="458" y="92"/>
                      </a:lnTo>
                      <a:lnTo>
                        <a:pt x="458" y="90"/>
                      </a:lnTo>
                      <a:lnTo>
                        <a:pt x="458" y="86"/>
                      </a:lnTo>
                      <a:lnTo>
                        <a:pt x="454" y="86"/>
                      </a:lnTo>
                      <a:lnTo>
                        <a:pt x="454" y="82"/>
                      </a:lnTo>
                      <a:lnTo>
                        <a:pt x="458" y="82"/>
                      </a:lnTo>
                      <a:lnTo>
                        <a:pt x="458" y="78"/>
                      </a:lnTo>
                      <a:lnTo>
                        <a:pt x="458" y="74"/>
                      </a:lnTo>
                      <a:lnTo>
                        <a:pt x="458" y="70"/>
                      </a:lnTo>
                      <a:lnTo>
                        <a:pt x="460" y="70"/>
                      </a:lnTo>
                      <a:lnTo>
                        <a:pt x="460" y="66"/>
                      </a:lnTo>
                      <a:lnTo>
                        <a:pt x="464" y="64"/>
                      </a:lnTo>
                      <a:lnTo>
                        <a:pt x="464" y="66"/>
                      </a:lnTo>
                      <a:lnTo>
                        <a:pt x="460" y="70"/>
                      </a:lnTo>
                      <a:lnTo>
                        <a:pt x="464" y="70"/>
                      </a:lnTo>
                      <a:lnTo>
                        <a:pt x="464" y="74"/>
                      </a:lnTo>
                      <a:lnTo>
                        <a:pt x="464" y="78"/>
                      </a:lnTo>
                      <a:lnTo>
                        <a:pt x="460" y="82"/>
                      </a:lnTo>
                      <a:lnTo>
                        <a:pt x="458" y="86"/>
                      </a:lnTo>
                      <a:lnTo>
                        <a:pt x="460" y="90"/>
                      </a:lnTo>
                      <a:lnTo>
                        <a:pt x="460" y="86"/>
                      </a:lnTo>
                      <a:lnTo>
                        <a:pt x="464" y="86"/>
                      </a:lnTo>
                      <a:lnTo>
                        <a:pt x="464" y="82"/>
                      </a:lnTo>
                      <a:lnTo>
                        <a:pt x="464" y="78"/>
                      </a:lnTo>
                      <a:lnTo>
                        <a:pt x="468" y="78"/>
                      </a:lnTo>
                      <a:lnTo>
                        <a:pt x="468" y="74"/>
                      </a:lnTo>
                      <a:lnTo>
                        <a:pt x="472" y="74"/>
                      </a:lnTo>
                      <a:lnTo>
                        <a:pt x="472" y="82"/>
                      </a:lnTo>
                      <a:lnTo>
                        <a:pt x="472" y="86"/>
                      </a:lnTo>
                      <a:lnTo>
                        <a:pt x="468" y="86"/>
                      </a:lnTo>
                      <a:lnTo>
                        <a:pt x="468" y="90"/>
                      </a:lnTo>
                      <a:lnTo>
                        <a:pt x="468" y="92"/>
                      </a:lnTo>
                      <a:lnTo>
                        <a:pt x="472" y="92"/>
                      </a:lnTo>
                      <a:lnTo>
                        <a:pt x="472" y="96"/>
                      </a:lnTo>
                      <a:lnTo>
                        <a:pt x="476" y="96"/>
                      </a:lnTo>
                      <a:lnTo>
                        <a:pt x="476" y="100"/>
                      </a:lnTo>
                      <a:lnTo>
                        <a:pt x="476" y="96"/>
                      </a:lnTo>
                      <a:lnTo>
                        <a:pt x="472" y="96"/>
                      </a:lnTo>
                      <a:lnTo>
                        <a:pt x="468" y="96"/>
                      </a:lnTo>
                      <a:lnTo>
                        <a:pt x="464" y="96"/>
                      </a:lnTo>
                      <a:lnTo>
                        <a:pt x="464" y="92"/>
                      </a:lnTo>
                      <a:lnTo>
                        <a:pt x="460" y="92"/>
                      </a:lnTo>
                      <a:lnTo>
                        <a:pt x="460" y="96"/>
                      </a:lnTo>
                      <a:lnTo>
                        <a:pt x="460" y="100"/>
                      </a:lnTo>
                      <a:lnTo>
                        <a:pt x="460" y="104"/>
                      </a:lnTo>
                      <a:lnTo>
                        <a:pt x="464" y="108"/>
                      </a:lnTo>
                      <a:lnTo>
                        <a:pt x="464" y="112"/>
                      </a:lnTo>
                      <a:lnTo>
                        <a:pt x="468" y="116"/>
                      </a:lnTo>
                      <a:lnTo>
                        <a:pt x="468" y="120"/>
                      </a:lnTo>
                      <a:lnTo>
                        <a:pt x="468" y="116"/>
                      </a:lnTo>
                      <a:lnTo>
                        <a:pt x="464" y="116"/>
                      </a:lnTo>
                      <a:lnTo>
                        <a:pt x="464" y="112"/>
                      </a:lnTo>
                      <a:lnTo>
                        <a:pt x="460" y="112"/>
                      </a:lnTo>
                      <a:lnTo>
                        <a:pt x="460" y="112"/>
                      </a:lnTo>
                      <a:lnTo>
                        <a:pt x="460" y="112"/>
                      </a:lnTo>
                      <a:close/>
                      <a:moveTo>
                        <a:pt x="92" y="70"/>
                      </a:moveTo>
                      <a:lnTo>
                        <a:pt x="92" y="74"/>
                      </a:lnTo>
                      <a:lnTo>
                        <a:pt x="88" y="74"/>
                      </a:lnTo>
                      <a:lnTo>
                        <a:pt x="88" y="70"/>
                      </a:lnTo>
                      <a:lnTo>
                        <a:pt x="88" y="66"/>
                      </a:lnTo>
                      <a:lnTo>
                        <a:pt x="92" y="66"/>
                      </a:lnTo>
                      <a:lnTo>
                        <a:pt x="92" y="70"/>
                      </a:lnTo>
                      <a:lnTo>
                        <a:pt x="92" y="70"/>
                      </a:lnTo>
                      <a:lnTo>
                        <a:pt x="92" y="70"/>
                      </a:lnTo>
                      <a:close/>
                      <a:moveTo>
                        <a:pt x="398" y="120"/>
                      </a:moveTo>
                      <a:lnTo>
                        <a:pt x="394" y="120"/>
                      </a:lnTo>
                      <a:lnTo>
                        <a:pt x="390" y="120"/>
                      </a:lnTo>
                      <a:lnTo>
                        <a:pt x="390" y="122"/>
                      </a:lnTo>
                      <a:lnTo>
                        <a:pt x="386" y="122"/>
                      </a:lnTo>
                      <a:lnTo>
                        <a:pt x="386" y="126"/>
                      </a:lnTo>
                      <a:lnTo>
                        <a:pt x="382" y="126"/>
                      </a:lnTo>
                      <a:lnTo>
                        <a:pt x="382" y="130"/>
                      </a:lnTo>
                      <a:lnTo>
                        <a:pt x="378" y="130"/>
                      </a:lnTo>
                      <a:lnTo>
                        <a:pt x="374" y="130"/>
                      </a:lnTo>
                      <a:lnTo>
                        <a:pt x="374" y="134"/>
                      </a:lnTo>
                      <a:lnTo>
                        <a:pt x="372" y="134"/>
                      </a:lnTo>
                      <a:lnTo>
                        <a:pt x="368" y="134"/>
                      </a:lnTo>
                      <a:lnTo>
                        <a:pt x="368" y="138"/>
                      </a:lnTo>
                      <a:lnTo>
                        <a:pt x="372" y="138"/>
                      </a:lnTo>
                      <a:lnTo>
                        <a:pt x="374" y="138"/>
                      </a:lnTo>
                      <a:lnTo>
                        <a:pt x="374" y="142"/>
                      </a:lnTo>
                      <a:lnTo>
                        <a:pt x="378" y="146"/>
                      </a:lnTo>
                      <a:lnTo>
                        <a:pt x="378" y="150"/>
                      </a:lnTo>
                      <a:lnTo>
                        <a:pt x="382" y="150"/>
                      </a:lnTo>
                      <a:lnTo>
                        <a:pt x="382" y="152"/>
                      </a:lnTo>
                      <a:lnTo>
                        <a:pt x="382" y="156"/>
                      </a:lnTo>
                      <a:lnTo>
                        <a:pt x="386" y="156"/>
                      </a:lnTo>
                      <a:lnTo>
                        <a:pt x="382" y="156"/>
                      </a:lnTo>
                      <a:lnTo>
                        <a:pt x="382" y="160"/>
                      </a:lnTo>
                      <a:lnTo>
                        <a:pt x="382" y="164"/>
                      </a:lnTo>
                      <a:lnTo>
                        <a:pt x="382" y="166"/>
                      </a:lnTo>
                      <a:lnTo>
                        <a:pt x="386" y="166"/>
                      </a:lnTo>
                      <a:lnTo>
                        <a:pt x="386" y="170"/>
                      </a:lnTo>
                      <a:lnTo>
                        <a:pt x="390" y="170"/>
                      </a:lnTo>
                      <a:lnTo>
                        <a:pt x="390" y="174"/>
                      </a:lnTo>
                      <a:lnTo>
                        <a:pt x="390" y="170"/>
                      </a:lnTo>
                      <a:lnTo>
                        <a:pt x="390" y="174"/>
                      </a:lnTo>
                      <a:lnTo>
                        <a:pt x="390" y="178"/>
                      </a:lnTo>
                      <a:lnTo>
                        <a:pt x="386" y="178"/>
                      </a:lnTo>
                      <a:lnTo>
                        <a:pt x="382" y="178"/>
                      </a:lnTo>
                      <a:lnTo>
                        <a:pt x="378" y="178"/>
                      </a:lnTo>
                      <a:lnTo>
                        <a:pt x="378" y="182"/>
                      </a:lnTo>
                      <a:lnTo>
                        <a:pt x="378" y="186"/>
                      </a:lnTo>
                      <a:lnTo>
                        <a:pt x="374" y="186"/>
                      </a:lnTo>
                      <a:lnTo>
                        <a:pt x="372" y="182"/>
                      </a:lnTo>
                      <a:lnTo>
                        <a:pt x="372" y="178"/>
                      </a:lnTo>
                      <a:lnTo>
                        <a:pt x="372" y="174"/>
                      </a:lnTo>
                      <a:lnTo>
                        <a:pt x="374" y="174"/>
                      </a:lnTo>
                      <a:lnTo>
                        <a:pt x="374" y="170"/>
                      </a:lnTo>
                      <a:lnTo>
                        <a:pt x="372" y="170"/>
                      </a:lnTo>
                      <a:lnTo>
                        <a:pt x="368" y="170"/>
                      </a:lnTo>
                      <a:lnTo>
                        <a:pt x="368" y="166"/>
                      </a:lnTo>
                      <a:lnTo>
                        <a:pt x="364" y="164"/>
                      </a:lnTo>
                      <a:lnTo>
                        <a:pt x="364" y="160"/>
                      </a:lnTo>
                      <a:lnTo>
                        <a:pt x="364" y="156"/>
                      </a:lnTo>
                      <a:lnTo>
                        <a:pt x="364" y="152"/>
                      </a:lnTo>
                      <a:lnTo>
                        <a:pt x="364" y="150"/>
                      </a:lnTo>
                      <a:lnTo>
                        <a:pt x="360" y="146"/>
                      </a:lnTo>
                      <a:lnTo>
                        <a:pt x="360" y="150"/>
                      </a:lnTo>
                      <a:lnTo>
                        <a:pt x="358" y="152"/>
                      </a:lnTo>
                      <a:lnTo>
                        <a:pt x="354" y="152"/>
                      </a:lnTo>
                      <a:lnTo>
                        <a:pt x="354" y="156"/>
                      </a:lnTo>
                      <a:lnTo>
                        <a:pt x="358" y="156"/>
                      </a:lnTo>
                      <a:lnTo>
                        <a:pt x="358" y="160"/>
                      </a:lnTo>
                      <a:lnTo>
                        <a:pt x="358" y="164"/>
                      </a:lnTo>
                      <a:lnTo>
                        <a:pt x="358" y="166"/>
                      </a:lnTo>
                      <a:lnTo>
                        <a:pt x="358" y="170"/>
                      </a:lnTo>
                      <a:lnTo>
                        <a:pt x="358" y="174"/>
                      </a:lnTo>
                      <a:lnTo>
                        <a:pt x="358" y="178"/>
                      </a:lnTo>
                      <a:lnTo>
                        <a:pt x="358" y="182"/>
                      </a:lnTo>
                      <a:lnTo>
                        <a:pt x="358" y="186"/>
                      </a:lnTo>
                      <a:lnTo>
                        <a:pt x="354" y="190"/>
                      </a:lnTo>
                      <a:lnTo>
                        <a:pt x="358" y="194"/>
                      </a:lnTo>
                      <a:lnTo>
                        <a:pt x="358" y="196"/>
                      </a:lnTo>
                      <a:lnTo>
                        <a:pt x="354" y="196"/>
                      </a:lnTo>
                      <a:lnTo>
                        <a:pt x="350" y="196"/>
                      </a:lnTo>
                      <a:lnTo>
                        <a:pt x="350" y="200"/>
                      </a:lnTo>
                      <a:lnTo>
                        <a:pt x="346" y="200"/>
                      </a:lnTo>
                      <a:lnTo>
                        <a:pt x="346" y="196"/>
                      </a:lnTo>
                      <a:lnTo>
                        <a:pt x="342" y="196"/>
                      </a:lnTo>
                      <a:lnTo>
                        <a:pt x="342" y="194"/>
                      </a:lnTo>
                      <a:lnTo>
                        <a:pt x="342" y="190"/>
                      </a:lnTo>
                      <a:lnTo>
                        <a:pt x="346" y="186"/>
                      </a:lnTo>
                      <a:lnTo>
                        <a:pt x="342" y="186"/>
                      </a:lnTo>
                      <a:lnTo>
                        <a:pt x="342" y="182"/>
                      </a:lnTo>
                      <a:lnTo>
                        <a:pt x="346" y="182"/>
                      </a:lnTo>
                      <a:lnTo>
                        <a:pt x="346" y="178"/>
                      </a:lnTo>
                      <a:lnTo>
                        <a:pt x="346" y="174"/>
                      </a:lnTo>
                      <a:lnTo>
                        <a:pt x="346" y="170"/>
                      </a:lnTo>
                      <a:lnTo>
                        <a:pt x="346" y="166"/>
                      </a:lnTo>
                      <a:lnTo>
                        <a:pt x="342" y="164"/>
                      </a:lnTo>
                      <a:lnTo>
                        <a:pt x="346" y="164"/>
                      </a:lnTo>
                      <a:lnTo>
                        <a:pt x="342" y="160"/>
                      </a:lnTo>
                      <a:lnTo>
                        <a:pt x="338" y="160"/>
                      </a:lnTo>
                      <a:lnTo>
                        <a:pt x="338" y="164"/>
                      </a:lnTo>
                      <a:lnTo>
                        <a:pt x="338" y="160"/>
                      </a:lnTo>
                      <a:lnTo>
                        <a:pt x="338" y="164"/>
                      </a:lnTo>
                      <a:lnTo>
                        <a:pt x="334" y="164"/>
                      </a:lnTo>
                      <a:lnTo>
                        <a:pt x="334" y="160"/>
                      </a:lnTo>
                      <a:lnTo>
                        <a:pt x="334" y="156"/>
                      </a:lnTo>
                      <a:lnTo>
                        <a:pt x="334" y="152"/>
                      </a:lnTo>
                      <a:lnTo>
                        <a:pt x="334" y="150"/>
                      </a:lnTo>
                      <a:lnTo>
                        <a:pt x="338" y="146"/>
                      </a:lnTo>
                      <a:lnTo>
                        <a:pt x="338" y="142"/>
                      </a:lnTo>
                      <a:lnTo>
                        <a:pt x="338" y="138"/>
                      </a:lnTo>
                      <a:lnTo>
                        <a:pt x="342" y="138"/>
                      </a:lnTo>
                      <a:lnTo>
                        <a:pt x="342" y="134"/>
                      </a:lnTo>
                      <a:lnTo>
                        <a:pt x="342" y="138"/>
                      </a:lnTo>
                      <a:lnTo>
                        <a:pt x="342" y="134"/>
                      </a:lnTo>
                      <a:lnTo>
                        <a:pt x="342" y="130"/>
                      </a:lnTo>
                      <a:lnTo>
                        <a:pt x="342" y="126"/>
                      </a:lnTo>
                      <a:lnTo>
                        <a:pt x="342" y="122"/>
                      </a:lnTo>
                      <a:lnTo>
                        <a:pt x="342" y="120"/>
                      </a:lnTo>
                      <a:lnTo>
                        <a:pt x="346" y="120"/>
                      </a:lnTo>
                      <a:lnTo>
                        <a:pt x="346" y="116"/>
                      </a:lnTo>
                      <a:lnTo>
                        <a:pt x="346" y="112"/>
                      </a:lnTo>
                      <a:lnTo>
                        <a:pt x="350" y="116"/>
                      </a:lnTo>
                      <a:lnTo>
                        <a:pt x="350" y="120"/>
                      </a:lnTo>
                      <a:lnTo>
                        <a:pt x="350" y="116"/>
                      </a:lnTo>
                      <a:lnTo>
                        <a:pt x="350" y="112"/>
                      </a:lnTo>
                      <a:lnTo>
                        <a:pt x="346" y="112"/>
                      </a:lnTo>
                      <a:lnTo>
                        <a:pt x="346" y="108"/>
                      </a:lnTo>
                      <a:lnTo>
                        <a:pt x="350" y="108"/>
                      </a:lnTo>
                      <a:lnTo>
                        <a:pt x="350" y="104"/>
                      </a:lnTo>
                      <a:lnTo>
                        <a:pt x="346" y="104"/>
                      </a:lnTo>
                      <a:lnTo>
                        <a:pt x="346" y="100"/>
                      </a:lnTo>
                      <a:lnTo>
                        <a:pt x="346" y="104"/>
                      </a:lnTo>
                      <a:lnTo>
                        <a:pt x="350" y="104"/>
                      </a:lnTo>
                      <a:lnTo>
                        <a:pt x="350" y="100"/>
                      </a:lnTo>
                      <a:lnTo>
                        <a:pt x="350" y="96"/>
                      </a:lnTo>
                      <a:lnTo>
                        <a:pt x="350" y="92"/>
                      </a:lnTo>
                      <a:lnTo>
                        <a:pt x="354" y="92"/>
                      </a:lnTo>
                      <a:lnTo>
                        <a:pt x="350" y="92"/>
                      </a:lnTo>
                      <a:lnTo>
                        <a:pt x="350" y="90"/>
                      </a:lnTo>
                      <a:lnTo>
                        <a:pt x="354" y="90"/>
                      </a:lnTo>
                      <a:lnTo>
                        <a:pt x="354" y="86"/>
                      </a:lnTo>
                      <a:lnTo>
                        <a:pt x="358" y="86"/>
                      </a:lnTo>
                      <a:lnTo>
                        <a:pt x="358" y="90"/>
                      </a:lnTo>
                      <a:lnTo>
                        <a:pt x="360" y="90"/>
                      </a:lnTo>
                      <a:lnTo>
                        <a:pt x="360" y="86"/>
                      </a:lnTo>
                      <a:lnTo>
                        <a:pt x="364" y="82"/>
                      </a:lnTo>
                      <a:lnTo>
                        <a:pt x="360" y="82"/>
                      </a:lnTo>
                      <a:lnTo>
                        <a:pt x="364" y="78"/>
                      </a:lnTo>
                      <a:lnTo>
                        <a:pt x="368" y="78"/>
                      </a:lnTo>
                      <a:lnTo>
                        <a:pt x="368" y="82"/>
                      </a:lnTo>
                      <a:lnTo>
                        <a:pt x="372" y="82"/>
                      </a:lnTo>
                      <a:lnTo>
                        <a:pt x="372" y="86"/>
                      </a:lnTo>
                      <a:lnTo>
                        <a:pt x="374" y="86"/>
                      </a:lnTo>
                      <a:lnTo>
                        <a:pt x="378" y="82"/>
                      </a:lnTo>
                      <a:lnTo>
                        <a:pt x="378" y="86"/>
                      </a:lnTo>
                      <a:lnTo>
                        <a:pt x="382" y="86"/>
                      </a:lnTo>
                      <a:lnTo>
                        <a:pt x="386" y="86"/>
                      </a:lnTo>
                      <a:lnTo>
                        <a:pt x="390" y="86"/>
                      </a:lnTo>
                      <a:lnTo>
                        <a:pt x="390" y="90"/>
                      </a:lnTo>
                      <a:lnTo>
                        <a:pt x="394" y="86"/>
                      </a:lnTo>
                      <a:lnTo>
                        <a:pt x="398" y="86"/>
                      </a:lnTo>
                      <a:lnTo>
                        <a:pt x="402" y="86"/>
                      </a:lnTo>
                      <a:lnTo>
                        <a:pt x="402" y="90"/>
                      </a:lnTo>
                      <a:lnTo>
                        <a:pt x="402" y="86"/>
                      </a:lnTo>
                      <a:lnTo>
                        <a:pt x="404" y="90"/>
                      </a:lnTo>
                      <a:lnTo>
                        <a:pt x="408" y="86"/>
                      </a:lnTo>
                      <a:lnTo>
                        <a:pt x="412" y="86"/>
                      </a:lnTo>
                      <a:lnTo>
                        <a:pt x="412" y="82"/>
                      </a:lnTo>
                      <a:lnTo>
                        <a:pt x="416" y="82"/>
                      </a:lnTo>
                      <a:lnTo>
                        <a:pt x="416" y="78"/>
                      </a:lnTo>
                      <a:lnTo>
                        <a:pt x="420" y="78"/>
                      </a:lnTo>
                      <a:lnTo>
                        <a:pt x="420" y="74"/>
                      </a:lnTo>
                      <a:lnTo>
                        <a:pt x="424" y="74"/>
                      </a:lnTo>
                      <a:lnTo>
                        <a:pt x="424" y="78"/>
                      </a:lnTo>
                      <a:lnTo>
                        <a:pt x="424" y="82"/>
                      </a:lnTo>
                      <a:lnTo>
                        <a:pt x="420" y="82"/>
                      </a:lnTo>
                      <a:lnTo>
                        <a:pt x="420" y="86"/>
                      </a:lnTo>
                      <a:lnTo>
                        <a:pt x="416" y="90"/>
                      </a:lnTo>
                      <a:lnTo>
                        <a:pt x="416" y="92"/>
                      </a:lnTo>
                      <a:lnTo>
                        <a:pt x="412" y="92"/>
                      </a:lnTo>
                      <a:lnTo>
                        <a:pt x="412" y="96"/>
                      </a:lnTo>
                      <a:lnTo>
                        <a:pt x="408" y="96"/>
                      </a:lnTo>
                      <a:lnTo>
                        <a:pt x="404" y="96"/>
                      </a:lnTo>
                      <a:lnTo>
                        <a:pt x="402" y="96"/>
                      </a:lnTo>
                      <a:lnTo>
                        <a:pt x="398" y="96"/>
                      </a:lnTo>
                      <a:lnTo>
                        <a:pt x="394" y="96"/>
                      </a:lnTo>
                      <a:lnTo>
                        <a:pt x="394" y="92"/>
                      </a:lnTo>
                      <a:lnTo>
                        <a:pt x="390" y="92"/>
                      </a:lnTo>
                      <a:lnTo>
                        <a:pt x="386" y="92"/>
                      </a:lnTo>
                      <a:lnTo>
                        <a:pt x="382" y="92"/>
                      </a:lnTo>
                      <a:lnTo>
                        <a:pt x="378" y="92"/>
                      </a:lnTo>
                      <a:lnTo>
                        <a:pt x="378" y="96"/>
                      </a:lnTo>
                      <a:lnTo>
                        <a:pt x="374" y="96"/>
                      </a:lnTo>
                      <a:lnTo>
                        <a:pt x="374" y="92"/>
                      </a:lnTo>
                      <a:lnTo>
                        <a:pt x="372" y="92"/>
                      </a:lnTo>
                      <a:lnTo>
                        <a:pt x="368" y="92"/>
                      </a:lnTo>
                      <a:lnTo>
                        <a:pt x="368" y="96"/>
                      </a:lnTo>
                      <a:lnTo>
                        <a:pt x="364" y="96"/>
                      </a:lnTo>
                      <a:lnTo>
                        <a:pt x="364" y="92"/>
                      </a:lnTo>
                      <a:lnTo>
                        <a:pt x="360" y="92"/>
                      </a:lnTo>
                      <a:lnTo>
                        <a:pt x="358" y="92"/>
                      </a:lnTo>
                      <a:lnTo>
                        <a:pt x="358" y="96"/>
                      </a:lnTo>
                      <a:lnTo>
                        <a:pt x="354" y="96"/>
                      </a:lnTo>
                      <a:lnTo>
                        <a:pt x="354" y="100"/>
                      </a:lnTo>
                      <a:lnTo>
                        <a:pt x="354" y="104"/>
                      </a:lnTo>
                      <a:lnTo>
                        <a:pt x="350" y="104"/>
                      </a:lnTo>
                      <a:lnTo>
                        <a:pt x="350" y="108"/>
                      </a:lnTo>
                      <a:lnTo>
                        <a:pt x="354" y="112"/>
                      </a:lnTo>
                      <a:lnTo>
                        <a:pt x="354" y="116"/>
                      </a:lnTo>
                      <a:lnTo>
                        <a:pt x="354" y="120"/>
                      </a:lnTo>
                      <a:lnTo>
                        <a:pt x="358" y="120"/>
                      </a:lnTo>
                      <a:lnTo>
                        <a:pt x="360" y="120"/>
                      </a:lnTo>
                      <a:lnTo>
                        <a:pt x="360" y="122"/>
                      </a:lnTo>
                      <a:lnTo>
                        <a:pt x="360" y="126"/>
                      </a:lnTo>
                      <a:lnTo>
                        <a:pt x="364" y="126"/>
                      </a:lnTo>
                      <a:lnTo>
                        <a:pt x="368" y="126"/>
                      </a:lnTo>
                      <a:lnTo>
                        <a:pt x="368" y="122"/>
                      </a:lnTo>
                      <a:lnTo>
                        <a:pt x="372" y="120"/>
                      </a:lnTo>
                      <a:lnTo>
                        <a:pt x="372" y="116"/>
                      </a:lnTo>
                      <a:lnTo>
                        <a:pt x="374" y="116"/>
                      </a:lnTo>
                      <a:lnTo>
                        <a:pt x="374" y="120"/>
                      </a:lnTo>
                      <a:lnTo>
                        <a:pt x="378" y="120"/>
                      </a:lnTo>
                      <a:lnTo>
                        <a:pt x="382" y="120"/>
                      </a:lnTo>
                      <a:lnTo>
                        <a:pt x="382" y="116"/>
                      </a:lnTo>
                      <a:lnTo>
                        <a:pt x="386" y="116"/>
                      </a:lnTo>
                      <a:lnTo>
                        <a:pt x="390" y="116"/>
                      </a:lnTo>
                      <a:lnTo>
                        <a:pt x="394" y="116"/>
                      </a:lnTo>
                      <a:lnTo>
                        <a:pt x="390" y="116"/>
                      </a:lnTo>
                      <a:lnTo>
                        <a:pt x="390" y="112"/>
                      </a:lnTo>
                      <a:lnTo>
                        <a:pt x="394" y="112"/>
                      </a:lnTo>
                      <a:lnTo>
                        <a:pt x="398" y="112"/>
                      </a:lnTo>
                      <a:lnTo>
                        <a:pt x="398" y="116"/>
                      </a:lnTo>
                      <a:lnTo>
                        <a:pt x="398" y="120"/>
                      </a:lnTo>
                      <a:lnTo>
                        <a:pt x="398" y="120"/>
                      </a:lnTo>
                      <a:lnTo>
                        <a:pt x="398" y="120"/>
                      </a:lnTo>
                      <a:close/>
                      <a:moveTo>
                        <a:pt x="104" y="78"/>
                      </a:moveTo>
                      <a:lnTo>
                        <a:pt x="104" y="82"/>
                      </a:lnTo>
                      <a:lnTo>
                        <a:pt x="104" y="78"/>
                      </a:lnTo>
                      <a:lnTo>
                        <a:pt x="100" y="78"/>
                      </a:lnTo>
                      <a:lnTo>
                        <a:pt x="96" y="78"/>
                      </a:lnTo>
                      <a:lnTo>
                        <a:pt x="96" y="74"/>
                      </a:lnTo>
                      <a:lnTo>
                        <a:pt x="100" y="74"/>
                      </a:lnTo>
                      <a:lnTo>
                        <a:pt x="104" y="78"/>
                      </a:lnTo>
                      <a:lnTo>
                        <a:pt x="104" y="78"/>
                      </a:lnTo>
                      <a:lnTo>
                        <a:pt x="104" y="78"/>
                      </a:lnTo>
                      <a:close/>
                      <a:moveTo>
                        <a:pt x="36" y="92"/>
                      </a:moveTo>
                      <a:lnTo>
                        <a:pt x="36" y="90"/>
                      </a:lnTo>
                      <a:lnTo>
                        <a:pt x="34" y="90"/>
                      </a:lnTo>
                      <a:lnTo>
                        <a:pt x="34" y="86"/>
                      </a:lnTo>
                      <a:lnTo>
                        <a:pt x="30" y="86"/>
                      </a:lnTo>
                      <a:lnTo>
                        <a:pt x="30" y="82"/>
                      </a:lnTo>
                      <a:lnTo>
                        <a:pt x="30" y="78"/>
                      </a:lnTo>
                      <a:lnTo>
                        <a:pt x="34" y="78"/>
                      </a:lnTo>
                      <a:lnTo>
                        <a:pt x="36" y="82"/>
                      </a:lnTo>
                      <a:lnTo>
                        <a:pt x="40" y="86"/>
                      </a:lnTo>
                      <a:lnTo>
                        <a:pt x="36" y="90"/>
                      </a:lnTo>
                      <a:lnTo>
                        <a:pt x="36" y="92"/>
                      </a:lnTo>
                      <a:lnTo>
                        <a:pt x="36" y="92"/>
                      </a:lnTo>
                      <a:lnTo>
                        <a:pt x="36" y="92"/>
                      </a:lnTo>
                      <a:close/>
                      <a:moveTo>
                        <a:pt x="104" y="82"/>
                      </a:moveTo>
                      <a:lnTo>
                        <a:pt x="104" y="86"/>
                      </a:lnTo>
                      <a:lnTo>
                        <a:pt x="100" y="86"/>
                      </a:lnTo>
                      <a:lnTo>
                        <a:pt x="100" y="82"/>
                      </a:lnTo>
                      <a:lnTo>
                        <a:pt x="100" y="78"/>
                      </a:lnTo>
                      <a:lnTo>
                        <a:pt x="104" y="82"/>
                      </a:lnTo>
                      <a:lnTo>
                        <a:pt x="104" y="82"/>
                      </a:lnTo>
                      <a:lnTo>
                        <a:pt x="104" y="82"/>
                      </a:lnTo>
                      <a:close/>
                      <a:moveTo>
                        <a:pt x="134" y="86"/>
                      </a:moveTo>
                      <a:lnTo>
                        <a:pt x="134" y="90"/>
                      </a:lnTo>
                      <a:lnTo>
                        <a:pt x="134" y="86"/>
                      </a:lnTo>
                      <a:lnTo>
                        <a:pt x="130" y="86"/>
                      </a:lnTo>
                      <a:lnTo>
                        <a:pt x="130" y="82"/>
                      </a:lnTo>
                      <a:lnTo>
                        <a:pt x="134" y="82"/>
                      </a:lnTo>
                      <a:lnTo>
                        <a:pt x="134" y="86"/>
                      </a:lnTo>
                      <a:lnTo>
                        <a:pt x="134" y="86"/>
                      </a:lnTo>
                      <a:lnTo>
                        <a:pt x="134" y="86"/>
                      </a:lnTo>
                      <a:close/>
                      <a:moveTo>
                        <a:pt x="126" y="82"/>
                      </a:moveTo>
                      <a:lnTo>
                        <a:pt x="126" y="86"/>
                      </a:lnTo>
                      <a:lnTo>
                        <a:pt x="122" y="86"/>
                      </a:lnTo>
                      <a:lnTo>
                        <a:pt x="122" y="82"/>
                      </a:lnTo>
                      <a:lnTo>
                        <a:pt x="126" y="82"/>
                      </a:lnTo>
                      <a:lnTo>
                        <a:pt x="126" y="82"/>
                      </a:lnTo>
                      <a:lnTo>
                        <a:pt x="126" y="82"/>
                      </a:lnTo>
                      <a:close/>
                      <a:moveTo>
                        <a:pt x="110" y="90"/>
                      </a:moveTo>
                      <a:lnTo>
                        <a:pt x="110" y="86"/>
                      </a:lnTo>
                      <a:lnTo>
                        <a:pt x="106" y="86"/>
                      </a:lnTo>
                      <a:lnTo>
                        <a:pt x="106" y="82"/>
                      </a:lnTo>
                      <a:lnTo>
                        <a:pt x="110" y="82"/>
                      </a:lnTo>
                      <a:lnTo>
                        <a:pt x="110" y="86"/>
                      </a:lnTo>
                      <a:lnTo>
                        <a:pt x="114" y="86"/>
                      </a:lnTo>
                      <a:lnTo>
                        <a:pt x="114" y="90"/>
                      </a:lnTo>
                      <a:lnTo>
                        <a:pt x="110" y="90"/>
                      </a:lnTo>
                      <a:lnTo>
                        <a:pt x="110" y="90"/>
                      </a:lnTo>
                      <a:lnTo>
                        <a:pt x="110" y="90"/>
                      </a:lnTo>
                      <a:close/>
                      <a:moveTo>
                        <a:pt x="110" y="90"/>
                      </a:moveTo>
                      <a:lnTo>
                        <a:pt x="106" y="90"/>
                      </a:lnTo>
                      <a:lnTo>
                        <a:pt x="104" y="90"/>
                      </a:lnTo>
                      <a:lnTo>
                        <a:pt x="104" y="86"/>
                      </a:lnTo>
                      <a:lnTo>
                        <a:pt x="104" y="82"/>
                      </a:lnTo>
                      <a:lnTo>
                        <a:pt x="104" y="86"/>
                      </a:lnTo>
                      <a:lnTo>
                        <a:pt x="106" y="86"/>
                      </a:lnTo>
                      <a:lnTo>
                        <a:pt x="110" y="86"/>
                      </a:lnTo>
                      <a:lnTo>
                        <a:pt x="110" y="90"/>
                      </a:lnTo>
                      <a:lnTo>
                        <a:pt x="110" y="90"/>
                      </a:lnTo>
                      <a:lnTo>
                        <a:pt x="110" y="90"/>
                      </a:lnTo>
                      <a:close/>
                      <a:moveTo>
                        <a:pt x="118" y="86"/>
                      </a:moveTo>
                      <a:lnTo>
                        <a:pt x="114" y="86"/>
                      </a:lnTo>
                      <a:lnTo>
                        <a:pt x="114" y="82"/>
                      </a:lnTo>
                      <a:lnTo>
                        <a:pt x="114" y="86"/>
                      </a:lnTo>
                      <a:lnTo>
                        <a:pt x="118" y="86"/>
                      </a:lnTo>
                      <a:lnTo>
                        <a:pt x="118" y="86"/>
                      </a:lnTo>
                      <a:lnTo>
                        <a:pt x="118" y="86"/>
                      </a:lnTo>
                      <a:close/>
                      <a:moveTo>
                        <a:pt x="126" y="90"/>
                      </a:moveTo>
                      <a:lnTo>
                        <a:pt x="126" y="86"/>
                      </a:lnTo>
                      <a:lnTo>
                        <a:pt x="130" y="90"/>
                      </a:lnTo>
                      <a:lnTo>
                        <a:pt x="126" y="90"/>
                      </a:lnTo>
                      <a:lnTo>
                        <a:pt x="126" y="90"/>
                      </a:lnTo>
                      <a:lnTo>
                        <a:pt x="126" y="90"/>
                      </a:lnTo>
                      <a:close/>
                      <a:moveTo>
                        <a:pt x="118" y="90"/>
                      </a:moveTo>
                      <a:lnTo>
                        <a:pt x="118" y="92"/>
                      </a:lnTo>
                      <a:lnTo>
                        <a:pt x="114" y="92"/>
                      </a:lnTo>
                      <a:lnTo>
                        <a:pt x="114" y="90"/>
                      </a:lnTo>
                      <a:lnTo>
                        <a:pt x="114" y="86"/>
                      </a:lnTo>
                      <a:lnTo>
                        <a:pt x="114" y="90"/>
                      </a:lnTo>
                      <a:lnTo>
                        <a:pt x="118" y="90"/>
                      </a:lnTo>
                      <a:lnTo>
                        <a:pt x="118" y="90"/>
                      </a:lnTo>
                      <a:lnTo>
                        <a:pt x="118" y="90"/>
                      </a:lnTo>
                      <a:close/>
                      <a:moveTo>
                        <a:pt x="134" y="100"/>
                      </a:moveTo>
                      <a:lnTo>
                        <a:pt x="134" y="96"/>
                      </a:lnTo>
                      <a:lnTo>
                        <a:pt x="134" y="100"/>
                      </a:lnTo>
                      <a:lnTo>
                        <a:pt x="134" y="100"/>
                      </a:lnTo>
                      <a:lnTo>
                        <a:pt x="134" y="100"/>
                      </a:lnTo>
                      <a:close/>
                      <a:moveTo>
                        <a:pt x="50" y="100"/>
                      </a:moveTo>
                      <a:lnTo>
                        <a:pt x="48" y="100"/>
                      </a:lnTo>
                      <a:lnTo>
                        <a:pt x="50" y="100"/>
                      </a:lnTo>
                      <a:lnTo>
                        <a:pt x="50" y="100"/>
                      </a:lnTo>
                      <a:lnTo>
                        <a:pt x="50" y="100"/>
                      </a:lnTo>
                      <a:close/>
                      <a:moveTo>
                        <a:pt x="136" y="108"/>
                      </a:moveTo>
                      <a:lnTo>
                        <a:pt x="134" y="108"/>
                      </a:lnTo>
                      <a:lnTo>
                        <a:pt x="134" y="104"/>
                      </a:lnTo>
                      <a:lnTo>
                        <a:pt x="134" y="108"/>
                      </a:lnTo>
                      <a:lnTo>
                        <a:pt x="130" y="108"/>
                      </a:lnTo>
                      <a:lnTo>
                        <a:pt x="130" y="104"/>
                      </a:lnTo>
                      <a:lnTo>
                        <a:pt x="134" y="104"/>
                      </a:lnTo>
                      <a:lnTo>
                        <a:pt x="134" y="100"/>
                      </a:lnTo>
                      <a:lnTo>
                        <a:pt x="134" y="104"/>
                      </a:lnTo>
                      <a:lnTo>
                        <a:pt x="136" y="104"/>
                      </a:lnTo>
                      <a:lnTo>
                        <a:pt x="136" y="108"/>
                      </a:lnTo>
                      <a:lnTo>
                        <a:pt x="136" y="108"/>
                      </a:lnTo>
                      <a:lnTo>
                        <a:pt x="136" y="108"/>
                      </a:lnTo>
                      <a:close/>
                      <a:moveTo>
                        <a:pt x="48" y="108"/>
                      </a:moveTo>
                      <a:lnTo>
                        <a:pt x="44" y="104"/>
                      </a:lnTo>
                      <a:lnTo>
                        <a:pt x="44" y="100"/>
                      </a:lnTo>
                      <a:lnTo>
                        <a:pt x="44" y="104"/>
                      </a:lnTo>
                      <a:lnTo>
                        <a:pt x="48" y="104"/>
                      </a:lnTo>
                      <a:lnTo>
                        <a:pt x="48" y="108"/>
                      </a:lnTo>
                      <a:lnTo>
                        <a:pt x="48" y="108"/>
                      </a:lnTo>
                      <a:lnTo>
                        <a:pt x="48" y="108"/>
                      </a:lnTo>
                      <a:close/>
                      <a:moveTo>
                        <a:pt x="502" y="112"/>
                      </a:moveTo>
                      <a:lnTo>
                        <a:pt x="502" y="108"/>
                      </a:lnTo>
                      <a:lnTo>
                        <a:pt x="498" y="108"/>
                      </a:lnTo>
                      <a:lnTo>
                        <a:pt x="494" y="108"/>
                      </a:lnTo>
                      <a:lnTo>
                        <a:pt x="494" y="104"/>
                      </a:lnTo>
                      <a:lnTo>
                        <a:pt x="498" y="108"/>
                      </a:lnTo>
                      <a:lnTo>
                        <a:pt x="498" y="104"/>
                      </a:lnTo>
                      <a:lnTo>
                        <a:pt x="494" y="104"/>
                      </a:lnTo>
                      <a:lnTo>
                        <a:pt x="498" y="104"/>
                      </a:lnTo>
                      <a:lnTo>
                        <a:pt x="502" y="104"/>
                      </a:lnTo>
                      <a:lnTo>
                        <a:pt x="506" y="104"/>
                      </a:lnTo>
                      <a:lnTo>
                        <a:pt x="510" y="104"/>
                      </a:lnTo>
                      <a:lnTo>
                        <a:pt x="510" y="108"/>
                      </a:lnTo>
                      <a:lnTo>
                        <a:pt x="506" y="108"/>
                      </a:lnTo>
                      <a:lnTo>
                        <a:pt x="502" y="104"/>
                      </a:lnTo>
                      <a:lnTo>
                        <a:pt x="502" y="108"/>
                      </a:lnTo>
                      <a:lnTo>
                        <a:pt x="506" y="108"/>
                      </a:lnTo>
                      <a:lnTo>
                        <a:pt x="506" y="112"/>
                      </a:lnTo>
                      <a:lnTo>
                        <a:pt x="502" y="112"/>
                      </a:lnTo>
                      <a:lnTo>
                        <a:pt x="502" y="112"/>
                      </a:lnTo>
                      <a:lnTo>
                        <a:pt x="502" y="112"/>
                      </a:lnTo>
                      <a:close/>
                      <a:moveTo>
                        <a:pt x="48" y="112"/>
                      </a:moveTo>
                      <a:lnTo>
                        <a:pt x="44" y="112"/>
                      </a:lnTo>
                      <a:lnTo>
                        <a:pt x="44" y="108"/>
                      </a:lnTo>
                      <a:lnTo>
                        <a:pt x="48" y="108"/>
                      </a:lnTo>
                      <a:lnTo>
                        <a:pt x="48" y="112"/>
                      </a:lnTo>
                      <a:lnTo>
                        <a:pt x="48" y="112"/>
                      </a:lnTo>
                      <a:lnTo>
                        <a:pt x="48" y="112"/>
                      </a:lnTo>
                      <a:close/>
                      <a:moveTo>
                        <a:pt x="458" y="108"/>
                      </a:moveTo>
                      <a:lnTo>
                        <a:pt x="460" y="112"/>
                      </a:lnTo>
                      <a:lnTo>
                        <a:pt x="458" y="112"/>
                      </a:lnTo>
                      <a:lnTo>
                        <a:pt x="458" y="116"/>
                      </a:lnTo>
                      <a:lnTo>
                        <a:pt x="460" y="116"/>
                      </a:lnTo>
                      <a:lnTo>
                        <a:pt x="460" y="120"/>
                      </a:lnTo>
                      <a:lnTo>
                        <a:pt x="460" y="116"/>
                      </a:lnTo>
                      <a:lnTo>
                        <a:pt x="458" y="116"/>
                      </a:lnTo>
                      <a:lnTo>
                        <a:pt x="454" y="112"/>
                      </a:lnTo>
                      <a:lnTo>
                        <a:pt x="454" y="108"/>
                      </a:lnTo>
                      <a:lnTo>
                        <a:pt x="458" y="108"/>
                      </a:lnTo>
                      <a:lnTo>
                        <a:pt x="458" y="108"/>
                      </a:lnTo>
                      <a:lnTo>
                        <a:pt x="458" y="108"/>
                      </a:lnTo>
                      <a:close/>
                      <a:moveTo>
                        <a:pt x="134" y="108"/>
                      </a:moveTo>
                      <a:lnTo>
                        <a:pt x="134" y="112"/>
                      </a:lnTo>
                      <a:lnTo>
                        <a:pt x="130" y="112"/>
                      </a:lnTo>
                      <a:lnTo>
                        <a:pt x="130" y="108"/>
                      </a:lnTo>
                      <a:lnTo>
                        <a:pt x="134" y="108"/>
                      </a:lnTo>
                      <a:lnTo>
                        <a:pt x="134" y="108"/>
                      </a:lnTo>
                      <a:lnTo>
                        <a:pt x="134" y="108"/>
                      </a:lnTo>
                      <a:close/>
                      <a:moveTo>
                        <a:pt x="622" y="226"/>
                      </a:moveTo>
                      <a:lnTo>
                        <a:pt x="622" y="222"/>
                      </a:lnTo>
                      <a:lnTo>
                        <a:pt x="622" y="226"/>
                      </a:lnTo>
                      <a:lnTo>
                        <a:pt x="618" y="222"/>
                      </a:lnTo>
                      <a:lnTo>
                        <a:pt x="614" y="220"/>
                      </a:lnTo>
                      <a:lnTo>
                        <a:pt x="618" y="220"/>
                      </a:lnTo>
                      <a:lnTo>
                        <a:pt x="622" y="220"/>
                      </a:lnTo>
                      <a:lnTo>
                        <a:pt x="622" y="222"/>
                      </a:lnTo>
                      <a:lnTo>
                        <a:pt x="622" y="220"/>
                      </a:lnTo>
                      <a:lnTo>
                        <a:pt x="618" y="220"/>
                      </a:lnTo>
                      <a:lnTo>
                        <a:pt x="614" y="216"/>
                      </a:lnTo>
                      <a:lnTo>
                        <a:pt x="614" y="212"/>
                      </a:lnTo>
                      <a:lnTo>
                        <a:pt x="610" y="212"/>
                      </a:lnTo>
                      <a:lnTo>
                        <a:pt x="610" y="208"/>
                      </a:lnTo>
                      <a:lnTo>
                        <a:pt x="610" y="204"/>
                      </a:lnTo>
                      <a:lnTo>
                        <a:pt x="610" y="200"/>
                      </a:lnTo>
                      <a:lnTo>
                        <a:pt x="606" y="200"/>
                      </a:lnTo>
                      <a:lnTo>
                        <a:pt x="610" y="200"/>
                      </a:lnTo>
                      <a:lnTo>
                        <a:pt x="610" y="196"/>
                      </a:lnTo>
                      <a:lnTo>
                        <a:pt x="610" y="200"/>
                      </a:lnTo>
                      <a:lnTo>
                        <a:pt x="606" y="200"/>
                      </a:lnTo>
                      <a:lnTo>
                        <a:pt x="606" y="196"/>
                      </a:lnTo>
                      <a:lnTo>
                        <a:pt x="606" y="194"/>
                      </a:lnTo>
                      <a:lnTo>
                        <a:pt x="606" y="196"/>
                      </a:lnTo>
                      <a:lnTo>
                        <a:pt x="602" y="194"/>
                      </a:lnTo>
                      <a:lnTo>
                        <a:pt x="600" y="190"/>
                      </a:lnTo>
                      <a:lnTo>
                        <a:pt x="596" y="190"/>
                      </a:lnTo>
                      <a:lnTo>
                        <a:pt x="596" y="186"/>
                      </a:lnTo>
                      <a:lnTo>
                        <a:pt x="592" y="186"/>
                      </a:lnTo>
                      <a:lnTo>
                        <a:pt x="588" y="186"/>
                      </a:lnTo>
                      <a:lnTo>
                        <a:pt x="584" y="182"/>
                      </a:lnTo>
                      <a:lnTo>
                        <a:pt x="580" y="182"/>
                      </a:lnTo>
                      <a:lnTo>
                        <a:pt x="576" y="182"/>
                      </a:lnTo>
                      <a:lnTo>
                        <a:pt x="576" y="178"/>
                      </a:lnTo>
                      <a:lnTo>
                        <a:pt x="572" y="178"/>
                      </a:lnTo>
                      <a:lnTo>
                        <a:pt x="570" y="178"/>
                      </a:lnTo>
                      <a:lnTo>
                        <a:pt x="566" y="178"/>
                      </a:lnTo>
                      <a:lnTo>
                        <a:pt x="562" y="174"/>
                      </a:lnTo>
                      <a:lnTo>
                        <a:pt x="558" y="174"/>
                      </a:lnTo>
                      <a:lnTo>
                        <a:pt x="558" y="170"/>
                      </a:lnTo>
                      <a:lnTo>
                        <a:pt x="562" y="170"/>
                      </a:lnTo>
                      <a:lnTo>
                        <a:pt x="558" y="166"/>
                      </a:lnTo>
                      <a:lnTo>
                        <a:pt x="558" y="170"/>
                      </a:lnTo>
                      <a:lnTo>
                        <a:pt x="554" y="170"/>
                      </a:lnTo>
                      <a:lnTo>
                        <a:pt x="554" y="166"/>
                      </a:lnTo>
                      <a:lnTo>
                        <a:pt x="554" y="170"/>
                      </a:lnTo>
                      <a:lnTo>
                        <a:pt x="550" y="170"/>
                      </a:lnTo>
                      <a:lnTo>
                        <a:pt x="550" y="166"/>
                      </a:lnTo>
                      <a:lnTo>
                        <a:pt x="546" y="166"/>
                      </a:lnTo>
                      <a:lnTo>
                        <a:pt x="546" y="164"/>
                      </a:lnTo>
                      <a:lnTo>
                        <a:pt x="544" y="164"/>
                      </a:lnTo>
                      <a:lnTo>
                        <a:pt x="544" y="160"/>
                      </a:lnTo>
                      <a:lnTo>
                        <a:pt x="544" y="156"/>
                      </a:lnTo>
                      <a:lnTo>
                        <a:pt x="546" y="156"/>
                      </a:lnTo>
                      <a:lnTo>
                        <a:pt x="546" y="152"/>
                      </a:lnTo>
                      <a:lnTo>
                        <a:pt x="544" y="152"/>
                      </a:lnTo>
                      <a:lnTo>
                        <a:pt x="544" y="156"/>
                      </a:lnTo>
                      <a:lnTo>
                        <a:pt x="544" y="160"/>
                      </a:lnTo>
                      <a:lnTo>
                        <a:pt x="544" y="164"/>
                      </a:lnTo>
                      <a:lnTo>
                        <a:pt x="540" y="166"/>
                      </a:lnTo>
                      <a:lnTo>
                        <a:pt x="540" y="170"/>
                      </a:lnTo>
                      <a:lnTo>
                        <a:pt x="536" y="170"/>
                      </a:lnTo>
                      <a:lnTo>
                        <a:pt x="532" y="170"/>
                      </a:lnTo>
                      <a:lnTo>
                        <a:pt x="532" y="166"/>
                      </a:lnTo>
                      <a:lnTo>
                        <a:pt x="532" y="164"/>
                      </a:lnTo>
                      <a:lnTo>
                        <a:pt x="532" y="160"/>
                      </a:lnTo>
                      <a:lnTo>
                        <a:pt x="532" y="156"/>
                      </a:lnTo>
                      <a:lnTo>
                        <a:pt x="532" y="160"/>
                      </a:lnTo>
                      <a:lnTo>
                        <a:pt x="528" y="160"/>
                      </a:lnTo>
                      <a:lnTo>
                        <a:pt x="528" y="156"/>
                      </a:lnTo>
                      <a:lnTo>
                        <a:pt x="528" y="152"/>
                      </a:lnTo>
                      <a:lnTo>
                        <a:pt x="524" y="152"/>
                      </a:lnTo>
                      <a:lnTo>
                        <a:pt x="520" y="152"/>
                      </a:lnTo>
                      <a:lnTo>
                        <a:pt x="520" y="150"/>
                      </a:lnTo>
                      <a:lnTo>
                        <a:pt x="524" y="150"/>
                      </a:lnTo>
                      <a:lnTo>
                        <a:pt x="528" y="150"/>
                      </a:lnTo>
                      <a:lnTo>
                        <a:pt x="532" y="150"/>
                      </a:lnTo>
                      <a:lnTo>
                        <a:pt x="536" y="146"/>
                      </a:lnTo>
                      <a:lnTo>
                        <a:pt x="540" y="146"/>
                      </a:lnTo>
                      <a:lnTo>
                        <a:pt x="544" y="146"/>
                      </a:lnTo>
                      <a:lnTo>
                        <a:pt x="544" y="150"/>
                      </a:lnTo>
                      <a:lnTo>
                        <a:pt x="544" y="146"/>
                      </a:lnTo>
                      <a:lnTo>
                        <a:pt x="546" y="146"/>
                      </a:lnTo>
                      <a:lnTo>
                        <a:pt x="546" y="150"/>
                      </a:lnTo>
                      <a:lnTo>
                        <a:pt x="546" y="146"/>
                      </a:lnTo>
                      <a:lnTo>
                        <a:pt x="546" y="142"/>
                      </a:lnTo>
                      <a:lnTo>
                        <a:pt x="546" y="138"/>
                      </a:lnTo>
                      <a:lnTo>
                        <a:pt x="544" y="142"/>
                      </a:lnTo>
                      <a:lnTo>
                        <a:pt x="540" y="142"/>
                      </a:lnTo>
                      <a:lnTo>
                        <a:pt x="536" y="142"/>
                      </a:lnTo>
                      <a:lnTo>
                        <a:pt x="532" y="142"/>
                      </a:lnTo>
                      <a:lnTo>
                        <a:pt x="528" y="142"/>
                      </a:lnTo>
                      <a:lnTo>
                        <a:pt x="524" y="142"/>
                      </a:lnTo>
                      <a:lnTo>
                        <a:pt x="524" y="138"/>
                      </a:lnTo>
                      <a:lnTo>
                        <a:pt x="520" y="138"/>
                      </a:lnTo>
                      <a:lnTo>
                        <a:pt x="520" y="134"/>
                      </a:lnTo>
                      <a:lnTo>
                        <a:pt x="520" y="130"/>
                      </a:lnTo>
                      <a:lnTo>
                        <a:pt x="516" y="130"/>
                      </a:lnTo>
                      <a:lnTo>
                        <a:pt x="514" y="126"/>
                      </a:lnTo>
                      <a:lnTo>
                        <a:pt x="510" y="126"/>
                      </a:lnTo>
                      <a:lnTo>
                        <a:pt x="506" y="126"/>
                      </a:lnTo>
                      <a:lnTo>
                        <a:pt x="506" y="122"/>
                      </a:lnTo>
                      <a:lnTo>
                        <a:pt x="510" y="122"/>
                      </a:lnTo>
                      <a:lnTo>
                        <a:pt x="510" y="120"/>
                      </a:lnTo>
                      <a:lnTo>
                        <a:pt x="510" y="116"/>
                      </a:lnTo>
                      <a:lnTo>
                        <a:pt x="514" y="116"/>
                      </a:lnTo>
                      <a:lnTo>
                        <a:pt x="516" y="116"/>
                      </a:lnTo>
                      <a:lnTo>
                        <a:pt x="520" y="116"/>
                      </a:lnTo>
                      <a:lnTo>
                        <a:pt x="520" y="112"/>
                      </a:lnTo>
                      <a:lnTo>
                        <a:pt x="524" y="108"/>
                      </a:lnTo>
                      <a:lnTo>
                        <a:pt x="528" y="108"/>
                      </a:lnTo>
                      <a:lnTo>
                        <a:pt x="532" y="108"/>
                      </a:lnTo>
                      <a:lnTo>
                        <a:pt x="532" y="112"/>
                      </a:lnTo>
                      <a:lnTo>
                        <a:pt x="536" y="112"/>
                      </a:lnTo>
                      <a:lnTo>
                        <a:pt x="540" y="112"/>
                      </a:lnTo>
                      <a:lnTo>
                        <a:pt x="540" y="116"/>
                      </a:lnTo>
                      <a:lnTo>
                        <a:pt x="544" y="116"/>
                      </a:lnTo>
                      <a:lnTo>
                        <a:pt x="546" y="116"/>
                      </a:lnTo>
                      <a:lnTo>
                        <a:pt x="550" y="116"/>
                      </a:lnTo>
                      <a:lnTo>
                        <a:pt x="550" y="120"/>
                      </a:lnTo>
                      <a:lnTo>
                        <a:pt x="550" y="122"/>
                      </a:lnTo>
                      <a:lnTo>
                        <a:pt x="554" y="126"/>
                      </a:lnTo>
                      <a:lnTo>
                        <a:pt x="550" y="126"/>
                      </a:lnTo>
                      <a:lnTo>
                        <a:pt x="550" y="130"/>
                      </a:lnTo>
                      <a:lnTo>
                        <a:pt x="550" y="134"/>
                      </a:lnTo>
                      <a:lnTo>
                        <a:pt x="550" y="138"/>
                      </a:lnTo>
                      <a:lnTo>
                        <a:pt x="550" y="142"/>
                      </a:lnTo>
                      <a:lnTo>
                        <a:pt x="550" y="146"/>
                      </a:lnTo>
                      <a:lnTo>
                        <a:pt x="554" y="146"/>
                      </a:lnTo>
                      <a:lnTo>
                        <a:pt x="554" y="150"/>
                      </a:lnTo>
                      <a:lnTo>
                        <a:pt x="554" y="152"/>
                      </a:lnTo>
                      <a:lnTo>
                        <a:pt x="558" y="150"/>
                      </a:lnTo>
                      <a:lnTo>
                        <a:pt x="554" y="150"/>
                      </a:lnTo>
                      <a:lnTo>
                        <a:pt x="554" y="146"/>
                      </a:lnTo>
                      <a:lnTo>
                        <a:pt x="558" y="146"/>
                      </a:lnTo>
                      <a:lnTo>
                        <a:pt x="558" y="150"/>
                      </a:lnTo>
                      <a:lnTo>
                        <a:pt x="558" y="152"/>
                      </a:lnTo>
                      <a:lnTo>
                        <a:pt x="562" y="152"/>
                      </a:lnTo>
                      <a:lnTo>
                        <a:pt x="562" y="156"/>
                      </a:lnTo>
                      <a:lnTo>
                        <a:pt x="562" y="160"/>
                      </a:lnTo>
                      <a:lnTo>
                        <a:pt x="566" y="160"/>
                      </a:lnTo>
                      <a:lnTo>
                        <a:pt x="570" y="160"/>
                      </a:lnTo>
                      <a:lnTo>
                        <a:pt x="570" y="156"/>
                      </a:lnTo>
                      <a:lnTo>
                        <a:pt x="572" y="156"/>
                      </a:lnTo>
                      <a:lnTo>
                        <a:pt x="572" y="152"/>
                      </a:lnTo>
                      <a:lnTo>
                        <a:pt x="576" y="152"/>
                      </a:lnTo>
                      <a:lnTo>
                        <a:pt x="576" y="150"/>
                      </a:lnTo>
                      <a:lnTo>
                        <a:pt x="580" y="150"/>
                      </a:lnTo>
                      <a:lnTo>
                        <a:pt x="580" y="146"/>
                      </a:lnTo>
                      <a:lnTo>
                        <a:pt x="580" y="142"/>
                      </a:lnTo>
                      <a:lnTo>
                        <a:pt x="584" y="142"/>
                      </a:lnTo>
                      <a:lnTo>
                        <a:pt x="588" y="142"/>
                      </a:lnTo>
                      <a:lnTo>
                        <a:pt x="592" y="138"/>
                      </a:lnTo>
                      <a:lnTo>
                        <a:pt x="596" y="138"/>
                      </a:lnTo>
                      <a:lnTo>
                        <a:pt x="596" y="134"/>
                      </a:lnTo>
                      <a:lnTo>
                        <a:pt x="592" y="134"/>
                      </a:lnTo>
                      <a:lnTo>
                        <a:pt x="596" y="134"/>
                      </a:lnTo>
                      <a:lnTo>
                        <a:pt x="596" y="130"/>
                      </a:lnTo>
                      <a:lnTo>
                        <a:pt x="600" y="130"/>
                      </a:lnTo>
                      <a:lnTo>
                        <a:pt x="602" y="126"/>
                      </a:lnTo>
                      <a:lnTo>
                        <a:pt x="606" y="126"/>
                      </a:lnTo>
                      <a:lnTo>
                        <a:pt x="606" y="130"/>
                      </a:lnTo>
                      <a:lnTo>
                        <a:pt x="610" y="130"/>
                      </a:lnTo>
                      <a:lnTo>
                        <a:pt x="614" y="134"/>
                      </a:lnTo>
                      <a:lnTo>
                        <a:pt x="618" y="134"/>
                      </a:lnTo>
                      <a:lnTo>
                        <a:pt x="618" y="138"/>
                      </a:lnTo>
                      <a:lnTo>
                        <a:pt x="622" y="138"/>
                      </a:lnTo>
                      <a:lnTo>
                        <a:pt x="626" y="138"/>
                      </a:lnTo>
                      <a:lnTo>
                        <a:pt x="626" y="142"/>
                      </a:lnTo>
                      <a:lnTo>
                        <a:pt x="628" y="142"/>
                      </a:lnTo>
                      <a:lnTo>
                        <a:pt x="632" y="142"/>
                      </a:lnTo>
                      <a:lnTo>
                        <a:pt x="636" y="142"/>
                      </a:lnTo>
                      <a:lnTo>
                        <a:pt x="636" y="146"/>
                      </a:lnTo>
                      <a:lnTo>
                        <a:pt x="640" y="146"/>
                      </a:lnTo>
                      <a:lnTo>
                        <a:pt x="644" y="146"/>
                      </a:lnTo>
                      <a:lnTo>
                        <a:pt x="644" y="150"/>
                      </a:lnTo>
                      <a:lnTo>
                        <a:pt x="644" y="146"/>
                      </a:lnTo>
                      <a:lnTo>
                        <a:pt x="648" y="146"/>
                      </a:lnTo>
                      <a:lnTo>
                        <a:pt x="648" y="186"/>
                      </a:lnTo>
                      <a:lnTo>
                        <a:pt x="648" y="204"/>
                      </a:lnTo>
                      <a:lnTo>
                        <a:pt x="648" y="212"/>
                      </a:lnTo>
                      <a:lnTo>
                        <a:pt x="648" y="216"/>
                      </a:lnTo>
                      <a:lnTo>
                        <a:pt x="648" y="220"/>
                      </a:lnTo>
                      <a:lnTo>
                        <a:pt x="648" y="256"/>
                      </a:lnTo>
                      <a:lnTo>
                        <a:pt x="644" y="256"/>
                      </a:lnTo>
                      <a:lnTo>
                        <a:pt x="644" y="252"/>
                      </a:lnTo>
                      <a:lnTo>
                        <a:pt x="640" y="250"/>
                      </a:lnTo>
                      <a:lnTo>
                        <a:pt x="640" y="246"/>
                      </a:lnTo>
                      <a:lnTo>
                        <a:pt x="636" y="246"/>
                      </a:lnTo>
                      <a:lnTo>
                        <a:pt x="632" y="242"/>
                      </a:lnTo>
                      <a:lnTo>
                        <a:pt x="636" y="242"/>
                      </a:lnTo>
                      <a:lnTo>
                        <a:pt x="636" y="238"/>
                      </a:lnTo>
                      <a:lnTo>
                        <a:pt x="632" y="238"/>
                      </a:lnTo>
                      <a:lnTo>
                        <a:pt x="632" y="242"/>
                      </a:lnTo>
                      <a:lnTo>
                        <a:pt x="628" y="242"/>
                      </a:lnTo>
                      <a:lnTo>
                        <a:pt x="626" y="242"/>
                      </a:lnTo>
                      <a:lnTo>
                        <a:pt x="622" y="242"/>
                      </a:lnTo>
                      <a:lnTo>
                        <a:pt x="618" y="242"/>
                      </a:lnTo>
                      <a:lnTo>
                        <a:pt x="618" y="246"/>
                      </a:lnTo>
                      <a:lnTo>
                        <a:pt x="618" y="242"/>
                      </a:lnTo>
                      <a:lnTo>
                        <a:pt x="618" y="238"/>
                      </a:lnTo>
                      <a:lnTo>
                        <a:pt x="622" y="234"/>
                      </a:lnTo>
                      <a:lnTo>
                        <a:pt x="618" y="234"/>
                      </a:lnTo>
                      <a:lnTo>
                        <a:pt x="622" y="234"/>
                      </a:lnTo>
                      <a:lnTo>
                        <a:pt x="622" y="230"/>
                      </a:lnTo>
                      <a:lnTo>
                        <a:pt x="618" y="230"/>
                      </a:lnTo>
                      <a:lnTo>
                        <a:pt x="618" y="226"/>
                      </a:lnTo>
                      <a:lnTo>
                        <a:pt x="614" y="226"/>
                      </a:lnTo>
                      <a:lnTo>
                        <a:pt x="614" y="222"/>
                      </a:lnTo>
                      <a:lnTo>
                        <a:pt x="618" y="226"/>
                      </a:lnTo>
                      <a:lnTo>
                        <a:pt x="622" y="226"/>
                      </a:lnTo>
                      <a:lnTo>
                        <a:pt x="622" y="226"/>
                      </a:lnTo>
                      <a:lnTo>
                        <a:pt x="622" y="226"/>
                      </a:lnTo>
                      <a:close/>
                      <a:moveTo>
                        <a:pt x="502" y="108"/>
                      </a:moveTo>
                      <a:lnTo>
                        <a:pt x="502" y="112"/>
                      </a:lnTo>
                      <a:lnTo>
                        <a:pt x="498" y="112"/>
                      </a:lnTo>
                      <a:lnTo>
                        <a:pt x="502" y="108"/>
                      </a:lnTo>
                      <a:lnTo>
                        <a:pt x="502" y="108"/>
                      </a:lnTo>
                      <a:lnTo>
                        <a:pt x="502" y="108"/>
                      </a:lnTo>
                      <a:close/>
                      <a:moveTo>
                        <a:pt x="570" y="116"/>
                      </a:moveTo>
                      <a:lnTo>
                        <a:pt x="572" y="116"/>
                      </a:lnTo>
                      <a:lnTo>
                        <a:pt x="576" y="116"/>
                      </a:lnTo>
                      <a:lnTo>
                        <a:pt x="576" y="120"/>
                      </a:lnTo>
                      <a:lnTo>
                        <a:pt x="580" y="120"/>
                      </a:lnTo>
                      <a:lnTo>
                        <a:pt x="580" y="122"/>
                      </a:lnTo>
                      <a:lnTo>
                        <a:pt x="584" y="122"/>
                      </a:lnTo>
                      <a:lnTo>
                        <a:pt x="580" y="122"/>
                      </a:lnTo>
                      <a:lnTo>
                        <a:pt x="576" y="122"/>
                      </a:lnTo>
                      <a:lnTo>
                        <a:pt x="572" y="122"/>
                      </a:lnTo>
                      <a:lnTo>
                        <a:pt x="572" y="120"/>
                      </a:lnTo>
                      <a:lnTo>
                        <a:pt x="572" y="116"/>
                      </a:lnTo>
                      <a:lnTo>
                        <a:pt x="570" y="116"/>
                      </a:lnTo>
                      <a:lnTo>
                        <a:pt x="570" y="112"/>
                      </a:lnTo>
                      <a:lnTo>
                        <a:pt x="570" y="116"/>
                      </a:lnTo>
                      <a:lnTo>
                        <a:pt x="570" y="116"/>
                      </a:lnTo>
                      <a:lnTo>
                        <a:pt x="570" y="116"/>
                      </a:lnTo>
                      <a:close/>
                      <a:moveTo>
                        <a:pt x="506" y="116"/>
                      </a:moveTo>
                      <a:lnTo>
                        <a:pt x="502" y="120"/>
                      </a:lnTo>
                      <a:lnTo>
                        <a:pt x="498" y="120"/>
                      </a:lnTo>
                      <a:lnTo>
                        <a:pt x="498" y="116"/>
                      </a:lnTo>
                      <a:lnTo>
                        <a:pt x="502" y="116"/>
                      </a:lnTo>
                      <a:lnTo>
                        <a:pt x="506" y="116"/>
                      </a:lnTo>
                      <a:lnTo>
                        <a:pt x="506" y="116"/>
                      </a:lnTo>
                      <a:lnTo>
                        <a:pt x="506" y="116"/>
                      </a:lnTo>
                      <a:close/>
                      <a:moveTo>
                        <a:pt x="506" y="120"/>
                      </a:moveTo>
                      <a:lnTo>
                        <a:pt x="506" y="122"/>
                      </a:lnTo>
                      <a:lnTo>
                        <a:pt x="506" y="126"/>
                      </a:lnTo>
                      <a:lnTo>
                        <a:pt x="502" y="122"/>
                      </a:lnTo>
                      <a:lnTo>
                        <a:pt x="502" y="120"/>
                      </a:lnTo>
                      <a:lnTo>
                        <a:pt x="506" y="120"/>
                      </a:lnTo>
                      <a:lnTo>
                        <a:pt x="506" y="120"/>
                      </a:lnTo>
                      <a:lnTo>
                        <a:pt x="506" y="120"/>
                      </a:lnTo>
                      <a:close/>
                      <a:moveTo>
                        <a:pt x="58" y="130"/>
                      </a:moveTo>
                      <a:lnTo>
                        <a:pt x="54" y="130"/>
                      </a:lnTo>
                      <a:lnTo>
                        <a:pt x="58" y="130"/>
                      </a:lnTo>
                      <a:lnTo>
                        <a:pt x="58" y="134"/>
                      </a:lnTo>
                      <a:lnTo>
                        <a:pt x="54" y="134"/>
                      </a:lnTo>
                      <a:lnTo>
                        <a:pt x="50" y="130"/>
                      </a:lnTo>
                      <a:lnTo>
                        <a:pt x="50" y="126"/>
                      </a:lnTo>
                      <a:lnTo>
                        <a:pt x="48" y="122"/>
                      </a:lnTo>
                      <a:lnTo>
                        <a:pt x="48" y="120"/>
                      </a:lnTo>
                      <a:lnTo>
                        <a:pt x="50" y="120"/>
                      </a:lnTo>
                      <a:lnTo>
                        <a:pt x="54" y="122"/>
                      </a:lnTo>
                      <a:lnTo>
                        <a:pt x="54" y="126"/>
                      </a:lnTo>
                      <a:lnTo>
                        <a:pt x="58" y="130"/>
                      </a:lnTo>
                      <a:lnTo>
                        <a:pt x="58" y="130"/>
                      </a:lnTo>
                      <a:lnTo>
                        <a:pt x="58" y="130"/>
                      </a:lnTo>
                      <a:close/>
                      <a:moveTo>
                        <a:pt x="208" y="120"/>
                      </a:moveTo>
                      <a:lnTo>
                        <a:pt x="208" y="122"/>
                      </a:lnTo>
                      <a:lnTo>
                        <a:pt x="204" y="122"/>
                      </a:lnTo>
                      <a:lnTo>
                        <a:pt x="200" y="122"/>
                      </a:lnTo>
                      <a:lnTo>
                        <a:pt x="200" y="120"/>
                      </a:lnTo>
                      <a:lnTo>
                        <a:pt x="204" y="120"/>
                      </a:lnTo>
                      <a:lnTo>
                        <a:pt x="208" y="120"/>
                      </a:lnTo>
                      <a:lnTo>
                        <a:pt x="208" y="120"/>
                      </a:lnTo>
                      <a:lnTo>
                        <a:pt x="208" y="120"/>
                      </a:lnTo>
                      <a:close/>
                      <a:moveTo>
                        <a:pt x="490" y="122"/>
                      </a:moveTo>
                      <a:lnTo>
                        <a:pt x="488" y="122"/>
                      </a:lnTo>
                      <a:lnTo>
                        <a:pt x="490" y="122"/>
                      </a:lnTo>
                      <a:lnTo>
                        <a:pt x="490" y="122"/>
                      </a:lnTo>
                      <a:lnTo>
                        <a:pt x="490" y="122"/>
                      </a:lnTo>
                      <a:close/>
                      <a:moveTo>
                        <a:pt x="402" y="122"/>
                      </a:moveTo>
                      <a:lnTo>
                        <a:pt x="402" y="126"/>
                      </a:lnTo>
                      <a:lnTo>
                        <a:pt x="398" y="126"/>
                      </a:lnTo>
                      <a:lnTo>
                        <a:pt x="398" y="130"/>
                      </a:lnTo>
                      <a:lnTo>
                        <a:pt x="394" y="130"/>
                      </a:lnTo>
                      <a:lnTo>
                        <a:pt x="394" y="126"/>
                      </a:lnTo>
                      <a:lnTo>
                        <a:pt x="394" y="130"/>
                      </a:lnTo>
                      <a:lnTo>
                        <a:pt x="390" y="130"/>
                      </a:lnTo>
                      <a:lnTo>
                        <a:pt x="390" y="126"/>
                      </a:lnTo>
                      <a:lnTo>
                        <a:pt x="390" y="122"/>
                      </a:lnTo>
                      <a:lnTo>
                        <a:pt x="394" y="122"/>
                      </a:lnTo>
                      <a:lnTo>
                        <a:pt x="398" y="122"/>
                      </a:lnTo>
                      <a:lnTo>
                        <a:pt x="398" y="126"/>
                      </a:lnTo>
                      <a:lnTo>
                        <a:pt x="398" y="122"/>
                      </a:lnTo>
                      <a:lnTo>
                        <a:pt x="402" y="122"/>
                      </a:lnTo>
                      <a:lnTo>
                        <a:pt x="402" y="122"/>
                      </a:lnTo>
                      <a:lnTo>
                        <a:pt x="402" y="122"/>
                      </a:lnTo>
                      <a:close/>
                      <a:moveTo>
                        <a:pt x="464" y="130"/>
                      </a:moveTo>
                      <a:lnTo>
                        <a:pt x="460" y="130"/>
                      </a:lnTo>
                      <a:lnTo>
                        <a:pt x="458" y="130"/>
                      </a:lnTo>
                      <a:lnTo>
                        <a:pt x="454" y="130"/>
                      </a:lnTo>
                      <a:lnTo>
                        <a:pt x="454" y="126"/>
                      </a:lnTo>
                      <a:lnTo>
                        <a:pt x="458" y="126"/>
                      </a:lnTo>
                      <a:lnTo>
                        <a:pt x="460" y="126"/>
                      </a:lnTo>
                      <a:lnTo>
                        <a:pt x="464" y="130"/>
                      </a:lnTo>
                      <a:lnTo>
                        <a:pt x="464" y="130"/>
                      </a:lnTo>
                      <a:lnTo>
                        <a:pt x="464" y="130"/>
                      </a:lnTo>
                      <a:close/>
                      <a:moveTo>
                        <a:pt x="160" y="152"/>
                      </a:moveTo>
                      <a:lnTo>
                        <a:pt x="156" y="152"/>
                      </a:lnTo>
                      <a:lnTo>
                        <a:pt x="152" y="150"/>
                      </a:lnTo>
                      <a:lnTo>
                        <a:pt x="152" y="146"/>
                      </a:lnTo>
                      <a:lnTo>
                        <a:pt x="152" y="142"/>
                      </a:lnTo>
                      <a:lnTo>
                        <a:pt x="148" y="138"/>
                      </a:lnTo>
                      <a:lnTo>
                        <a:pt x="144" y="138"/>
                      </a:lnTo>
                      <a:lnTo>
                        <a:pt x="140" y="138"/>
                      </a:lnTo>
                      <a:lnTo>
                        <a:pt x="140" y="134"/>
                      </a:lnTo>
                      <a:lnTo>
                        <a:pt x="144" y="134"/>
                      </a:lnTo>
                      <a:lnTo>
                        <a:pt x="144" y="130"/>
                      </a:lnTo>
                      <a:lnTo>
                        <a:pt x="148" y="130"/>
                      </a:lnTo>
                      <a:lnTo>
                        <a:pt x="148" y="134"/>
                      </a:lnTo>
                      <a:lnTo>
                        <a:pt x="152" y="134"/>
                      </a:lnTo>
                      <a:lnTo>
                        <a:pt x="148" y="130"/>
                      </a:lnTo>
                      <a:lnTo>
                        <a:pt x="152" y="126"/>
                      </a:lnTo>
                      <a:lnTo>
                        <a:pt x="152" y="130"/>
                      </a:lnTo>
                      <a:lnTo>
                        <a:pt x="156" y="134"/>
                      </a:lnTo>
                      <a:lnTo>
                        <a:pt x="156" y="138"/>
                      </a:lnTo>
                      <a:lnTo>
                        <a:pt x="156" y="142"/>
                      </a:lnTo>
                      <a:lnTo>
                        <a:pt x="156" y="146"/>
                      </a:lnTo>
                      <a:lnTo>
                        <a:pt x="160" y="146"/>
                      </a:lnTo>
                      <a:lnTo>
                        <a:pt x="164" y="146"/>
                      </a:lnTo>
                      <a:lnTo>
                        <a:pt x="164" y="150"/>
                      </a:lnTo>
                      <a:lnTo>
                        <a:pt x="164" y="152"/>
                      </a:lnTo>
                      <a:lnTo>
                        <a:pt x="164" y="156"/>
                      </a:lnTo>
                      <a:lnTo>
                        <a:pt x="160" y="156"/>
                      </a:lnTo>
                      <a:lnTo>
                        <a:pt x="160" y="152"/>
                      </a:lnTo>
                      <a:lnTo>
                        <a:pt x="160" y="152"/>
                      </a:lnTo>
                      <a:lnTo>
                        <a:pt x="160" y="152"/>
                      </a:lnTo>
                      <a:close/>
                      <a:moveTo>
                        <a:pt x="192" y="130"/>
                      </a:moveTo>
                      <a:lnTo>
                        <a:pt x="196" y="130"/>
                      </a:lnTo>
                      <a:lnTo>
                        <a:pt x="192" y="130"/>
                      </a:lnTo>
                      <a:lnTo>
                        <a:pt x="192" y="130"/>
                      </a:lnTo>
                      <a:lnTo>
                        <a:pt x="192" y="130"/>
                      </a:lnTo>
                      <a:close/>
                      <a:moveTo>
                        <a:pt x="570" y="130"/>
                      </a:moveTo>
                      <a:lnTo>
                        <a:pt x="572" y="130"/>
                      </a:lnTo>
                      <a:lnTo>
                        <a:pt x="576" y="130"/>
                      </a:lnTo>
                      <a:lnTo>
                        <a:pt x="580" y="130"/>
                      </a:lnTo>
                      <a:lnTo>
                        <a:pt x="584" y="130"/>
                      </a:lnTo>
                      <a:lnTo>
                        <a:pt x="588" y="130"/>
                      </a:lnTo>
                      <a:lnTo>
                        <a:pt x="588" y="134"/>
                      </a:lnTo>
                      <a:lnTo>
                        <a:pt x="592" y="134"/>
                      </a:lnTo>
                      <a:lnTo>
                        <a:pt x="588" y="134"/>
                      </a:lnTo>
                      <a:lnTo>
                        <a:pt x="584" y="134"/>
                      </a:lnTo>
                      <a:lnTo>
                        <a:pt x="580" y="134"/>
                      </a:lnTo>
                      <a:lnTo>
                        <a:pt x="576" y="134"/>
                      </a:lnTo>
                      <a:lnTo>
                        <a:pt x="572" y="130"/>
                      </a:lnTo>
                      <a:lnTo>
                        <a:pt x="570" y="130"/>
                      </a:lnTo>
                      <a:lnTo>
                        <a:pt x="570" y="130"/>
                      </a:lnTo>
                      <a:lnTo>
                        <a:pt x="570" y="130"/>
                      </a:lnTo>
                      <a:close/>
                      <a:moveTo>
                        <a:pt x="412" y="130"/>
                      </a:moveTo>
                      <a:lnTo>
                        <a:pt x="416" y="130"/>
                      </a:lnTo>
                      <a:lnTo>
                        <a:pt x="420" y="130"/>
                      </a:lnTo>
                      <a:lnTo>
                        <a:pt x="424" y="130"/>
                      </a:lnTo>
                      <a:lnTo>
                        <a:pt x="428" y="134"/>
                      </a:lnTo>
                      <a:lnTo>
                        <a:pt x="424" y="134"/>
                      </a:lnTo>
                      <a:lnTo>
                        <a:pt x="420" y="134"/>
                      </a:lnTo>
                      <a:lnTo>
                        <a:pt x="416" y="134"/>
                      </a:lnTo>
                      <a:lnTo>
                        <a:pt x="416" y="138"/>
                      </a:lnTo>
                      <a:lnTo>
                        <a:pt x="412" y="138"/>
                      </a:lnTo>
                      <a:lnTo>
                        <a:pt x="412" y="134"/>
                      </a:lnTo>
                      <a:lnTo>
                        <a:pt x="412" y="130"/>
                      </a:lnTo>
                      <a:lnTo>
                        <a:pt x="412" y="130"/>
                      </a:lnTo>
                      <a:lnTo>
                        <a:pt x="412" y="130"/>
                      </a:lnTo>
                      <a:close/>
                      <a:moveTo>
                        <a:pt x="498" y="130"/>
                      </a:moveTo>
                      <a:lnTo>
                        <a:pt x="498" y="134"/>
                      </a:lnTo>
                      <a:lnTo>
                        <a:pt x="498" y="138"/>
                      </a:lnTo>
                      <a:lnTo>
                        <a:pt x="494" y="138"/>
                      </a:lnTo>
                      <a:lnTo>
                        <a:pt x="490" y="138"/>
                      </a:lnTo>
                      <a:lnTo>
                        <a:pt x="488" y="134"/>
                      </a:lnTo>
                      <a:lnTo>
                        <a:pt x="490" y="134"/>
                      </a:lnTo>
                      <a:lnTo>
                        <a:pt x="490" y="130"/>
                      </a:lnTo>
                      <a:lnTo>
                        <a:pt x="494" y="130"/>
                      </a:lnTo>
                      <a:lnTo>
                        <a:pt x="498" y="130"/>
                      </a:lnTo>
                      <a:lnTo>
                        <a:pt x="498" y="130"/>
                      </a:lnTo>
                      <a:lnTo>
                        <a:pt x="498" y="130"/>
                      </a:lnTo>
                      <a:close/>
                      <a:moveTo>
                        <a:pt x="428" y="134"/>
                      </a:moveTo>
                      <a:lnTo>
                        <a:pt x="430" y="134"/>
                      </a:lnTo>
                      <a:lnTo>
                        <a:pt x="434" y="134"/>
                      </a:lnTo>
                      <a:lnTo>
                        <a:pt x="438" y="134"/>
                      </a:lnTo>
                      <a:lnTo>
                        <a:pt x="434" y="134"/>
                      </a:lnTo>
                      <a:lnTo>
                        <a:pt x="430" y="134"/>
                      </a:lnTo>
                      <a:lnTo>
                        <a:pt x="428" y="134"/>
                      </a:lnTo>
                      <a:lnTo>
                        <a:pt x="428" y="134"/>
                      </a:lnTo>
                      <a:lnTo>
                        <a:pt x="428" y="134"/>
                      </a:lnTo>
                      <a:close/>
                      <a:moveTo>
                        <a:pt x="66" y="142"/>
                      </a:moveTo>
                      <a:lnTo>
                        <a:pt x="62" y="142"/>
                      </a:lnTo>
                      <a:lnTo>
                        <a:pt x="62" y="138"/>
                      </a:lnTo>
                      <a:lnTo>
                        <a:pt x="66" y="142"/>
                      </a:lnTo>
                      <a:lnTo>
                        <a:pt x="66" y="142"/>
                      </a:lnTo>
                      <a:lnTo>
                        <a:pt x="66" y="142"/>
                      </a:lnTo>
                      <a:close/>
                      <a:moveTo>
                        <a:pt x="70" y="150"/>
                      </a:moveTo>
                      <a:lnTo>
                        <a:pt x="70" y="152"/>
                      </a:lnTo>
                      <a:lnTo>
                        <a:pt x="70" y="150"/>
                      </a:lnTo>
                      <a:lnTo>
                        <a:pt x="66" y="150"/>
                      </a:lnTo>
                      <a:lnTo>
                        <a:pt x="66" y="146"/>
                      </a:lnTo>
                      <a:lnTo>
                        <a:pt x="70" y="146"/>
                      </a:lnTo>
                      <a:lnTo>
                        <a:pt x="70" y="150"/>
                      </a:lnTo>
                      <a:lnTo>
                        <a:pt x="70" y="150"/>
                      </a:lnTo>
                      <a:lnTo>
                        <a:pt x="70" y="150"/>
                      </a:lnTo>
                      <a:close/>
                      <a:moveTo>
                        <a:pt x="186" y="152"/>
                      </a:moveTo>
                      <a:lnTo>
                        <a:pt x="186" y="156"/>
                      </a:lnTo>
                      <a:lnTo>
                        <a:pt x="182" y="156"/>
                      </a:lnTo>
                      <a:lnTo>
                        <a:pt x="178" y="156"/>
                      </a:lnTo>
                      <a:lnTo>
                        <a:pt x="178" y="152"/>
                      </a:lnTo>
                      <a:lnTo>
                        <a:pt x="178" y="156"/>
                      </a:lnTo>
                      <a:lnTo>
                        <a:pt x="174" y="156"/>
                      </a:lnTo>
                      <a:lnTo>
                        <a:pt x="174" y="152"/>
                      </a:lnTo>
                      <a:lnTo>
                        <a:pt x="174" y="150"/>
                      </a:lnTo>
                      <a:lnTo>
                        <a:pt x="178" y="146"/>
                      </a:lnTo>
                      <a:lnTo>
                        <a:pt x="182" y="146"/>
                      </a:lnTo>
                      <a:lnTo>
                        <a:pt x="186" y="150"/>
                      </a:lnTo>
                      <a:lnTo>
                        <a:pt x="186" y="152"/>
                      </a:lnTo>
                      <a:lnTo>
                        <a:pt x="186" y="152"/>
                      </a:lnTo>
                      <a:lnTo>
                        <a:pt x="186" y="152"/>
                      </a:lnTo>
                      <a:close/>
                      <a:moveTo>
                        <a:pt x="74" y="160"/>
                      </a:moveTo>
                      <a:lnTo>
                        <a:pt x="74" y="156"/>
                      </a:lnTo>
                      <a:lnTo>
                        <a:pt x="70" y="152"/>
                      </a:lnTo>
                      <a:lnTo>
                        <a:pt x="70" y="150"/>
                      </a:lnTo>
                      <a:lnTo>
                        <a:pt x="74" y="152"/>
                      </a:lnTo>
                      <a:lnTo>
                        <a:pt x="74" y="156"/>
                      </a:lnTo>
                      <a:lnTo>
                        <a:pt x="74" y="160"/>
                      </a:lnTo>
                      <a:lnTo>
                        <a:pt x="74" y="160"/>
                      </a:lnTo>
                      <a:lnTo>
                        <a:pt x="74" y="160"/>
                      </a:lnTo>
                      <a:close/>
                      <a:moveTo>
                        <a:pt x="502" y="166"/>
                      </a:moveTo>
                      <a:lnTo>
                        <a:pt x="498" y="166"/>
                      </a:lnTo>
                      <a:lnTo>
                        <a:pt x="498" y="164"/>
                      </a:lnTo>
                      <a:lnTo>
                        <a:pt x="494" y="164"/>
                      </a:lnTo>
                      <a:lnTo>
                        <a:pt x="490" y="160"/>
                      </a:lnTo>
                      <a:lnTo>
                        <a:pt x="488" y="160"/>
                      </a:lnTo>
                      <a:lnTo>
                        <a:pt x="484" y="160"/>
                      </a:lnTo>
                      <a:lnTo>
                        <a:pt x="488" y="160"/>
                      </a:lnTo>
                      <a:lnTo>
                        <a:pt x="484" y="160"/>
                      </a:lnTo>
                      <a:lnTo>
                        <a:pt x="480" y="160"/>
                      </a:lnTo>
                      <a:lnTo>
                        <a:pt x="476" y="160"/>
                      </a:lnTo>
                      <a:lnTo>
                        <a:pt x="476" y="156"/>
                      </a:lnTo>
                      <a:lnTo>
                        <a:pt x="476" y="160"/>
                      </a:lnTo>
                      <a:lnTo>
                        <a:pt x="472" y="160"/>
                      </a:lnTo>
                      <a:lnTo>
                        <a:pt x="468" y="160"/>
                      </a:lnTo>
                      <a:lnTo>
                        <a:pt x="468" y="156"/>
                      </a:lnTo>
                      <a:lnTo>
                        <a:pt x="464" y="156"/>
                      </a:lnTo>
                      <a:lnTo>
                        <a:pt x="464" y="160"/>
                      </a:lnTo>
                      <a:lnTo>
                        <a:pt x="460" y="164"/>
                      </a:lnTo>
                      <a:lnTo>
                        <a:pt x="460" y="160"/>
                      </a:lnTo>
                      <a:lnTo>
                        <a:pt x="460" y="156"/>
                      </a:lnTo>
                      <a:lnTo>
                        <a:pt x="464" y="156"/>
                      </a:lnTo>
                      <a:lnTo>
                        <a:pt x="464" y="152"/>
                      </a:lnTo>
                      <a:lnTo>
                        <a:pt x="468" y="152"/>
                      </a:lnTo>
                      <a:lnTo>
                        <a:pt x="472" y="152"/>
                      </a:lnTo>
                      <a:lnTo>
                        <a:pt x="476" y="152"/>
                      </a:lnTo>
                      <a:lnTo>
                        <a:pt x="480" y="152"/>
                      </a:lnTo>
                      <a:lnTo>
                        <a:pt x="484" y="152"/>
                      </a:lnTo>
                      <a:lnTo>
                        <a:pt x="484" y="150"/>
                      </a:lnTo>
                      <a:lnTo>
                        <a:pt x="488" y="150"/>
                      </a:lnTo>
                      <a:lnTo>
                        <a:pt x="488" y="152"/>
                      </a:lnTo>
                      <a:lnTo>
                        <a:pt x="490" y="152"/>
                      </a:lnTo>
                      <a:lnTo>
                        <a:pt x="494" y="152"/>
                      </a:lnTo>
                      <a:lnTo>
                        <a:pt x="498" y="152"/>
                      </a:lnTo>
                      <a:lnTo>
                        <a:pt x="502" y="156"/>
                      </a:lnTo>
                      <a:lnTo>
                        <a:pt x="502" y="160"/>
                      </a:lnTo>
                      <a:lnTo>
                        <a:pt x="506" y="164"/>
                      </a:lnTo>
                      <a:lnTo>
                        <a:pt x="502" y="166"/>
                      </a:lnTo>
                      <a:lnTo>
                        <a:pt x="502" y="166"/>
                      </a:lnTo>
                      <a:lnTo>
                        <a:pt x="502" y="166"/>
                      </a:lnTo>
                      <a:close/>
                      <a:moveTo>
                        <a:pt x="164" y="152"/>
                      </a:moveTo>
                      <a:lnTo>
                        <a:pt x="166" y="152"/>
                      </a:lnTo>
                      <a:lnTo>
                        <a:pt x="164" y="152"/>
                      </a:lnTo>
                      <a:lnTo>
                        <a:pt x="164" y="152"/>
                      </a:lnTo>
                      <a:lnTo>
                        <a:pt x="164" y="152"/>
                      </a:lnTo>
                      <a:close/>
                      <a:moveTo>
                        <a:pt x="438" y="156"/>
                      </a:moveTo>
                      <a:lnTo>
                        <a:pt x="442" y="156"/>
                      </a:lnTo>
                      <a:lnTo>
                        <a:pt x="446" y="156"/>
                      </a:lnTo>
                      <a:lnTo>
                        <a:pt x="450" y="156"/>
                      </a:lnTo>
                      <a:lnTo>
                        <a:pt x="450" y="160"/>
                      </a:lnTo>
                      <a:lnTo>
                        <a:pt x="454" y="160"/>
                      </a:lnTo>
                      <a:lnTo>
                        <a:pt x="454" y="164"/>
                      </a:lnTo>
                      <a:lnTo>
                        <a:pt x="450" y="164"/>
                      </a:lnTo>
                      <a:lnTo>
                        <a:pt x="450" y="166"/>
                      </a:lnTo>
                      <a:lnTo>
                        <a:pt x="446" y="166"/>
                      </a:lnTo>
                      <a:lnTo>
                        <a:pt x="442" y="166"/>
                      </a:lnTo>
                      <a:lnTo>
                        <a:pt x="438" y="164"/>
                      </a:lnTo>
                      <a:lnTo>
                        <a:pt x="434" y="160"/>
                      </a:lnTo>
                      <a:lnTo>
                        <a:pt x="434" y="156"/>
                      </a:lnTo>
                      <a:lnTo>
                        <a:pt x="438" y="156"/>
                      </a:lnTo>
                      <a:lnTo>
                        <a:pt x="438" y="156"/>
                      </a:lnTo>
                      <a:lnTo>
                        <a:pt x="438" y="156"/>
                      </a:lnTo>
                      <a:close/>
                      <a:moveTo>
                        <a:pt x="298" y="160"/>
                      </a:moveTo>
                      <a:lnTo>
                        <a:pt x="298" y="164"/>
                      </a:lnTo>
                      <a:lnTo>
                        <a:pt x="298" y="166"/>
                      </a:lnTo>
                      <a:lnTo>
                        <a:pt x="298" y="170"/>
                      </a:lnTo>
                      <a:lnTo>
                        <a:pt x="294" y="170"/>
                      </a:lnTo>
                      <a:lnTo>
                        <a:pt x="298" y="166"/>
                      </a:lnTo>
                      <a:lnTo>
                        <a:pt x="294" y="166"/>
                      </a:lnTo>
                      <a:lnTo>
                        <a:pt x="294" y="164"/>
                      </a:lnTo>
                      <a:lnTo>
                        <a:pt x="294" y="160"/>
                      </a:lnTo>
                      <a:lnTo>
                        <a:pt x="298" y="160"/>
                      </a:lnTo>
                      <a:lnTo>
                        <a:pt x="298" y="156"/>
                      </a:lnTo>
                      <a:lnTo>
                        <a:pt x="298" y="160"/>
                      </a:lnTo>
                      <a:lnTo>
                        <a:pt x="298" y="160"/>
                      </a:lnTo>
                      <a:lnTo>
                        <a:pt x="298" y="160"/>
                      </a:lnTo>
                      <a:close/>
                      <a:moveTo>
                        <a:pt x="458" y="156"/>
                      </a:moveTo>
                      <a:lnTo>
                        <a:pt x="458" y="160"/>
                      </a:lnTo>
                      <a:lnTo>
                        <a:pt x="458" y="156"/>
                      </a:lnTo>
                      <a:lnTo>
                        <a:pt x="458" y="156"/>
                      </a:lnTo>
                      <a:lnTo>
                        <a:pt x="458" y="156"/>
                      </a:lnTo>
                      <a:close/>
                      <a:moveTo>
                        <a:pt x="464" y="164"/>
                      </a:moveTo>
                      <a:lnTo>
                        <a:pt x="468" y="164"/>
                      </a:lnTo>
                      <a:lnTo>
                        <a:pt x="468" y="166"/>
                      </a:lnTo>
                      <a:lnTo>
                        <a:pt x="464" y="166"/>
                      </a:lnTo>
                      <a:lnTo>
                        <a:pt x="468" y="164"/>
                      </a:lnTo>
                      <a:lnTo>
                        <a:pt x="464" y="164"/>
                      </a:lnTo>
                      <a:lnTo>
                        <a:pt x="464" y="166"/>
                      </a:lnTo>
                      <a:lnTo>
                        <a:pt x="460" y="166"/>
                      </a:lnTo>
                      <a:lnTo>
                        <a:pt x="460" y="164"/>
                      </a:lnTo>
                      <a:lnTo>
                        <a:pt x="464" y="164"/>
                      </a:lnTo>
                      <a:lnTo>
                        <a:pt x="464" y="164"/>
                      </a:lnTo>
                      <a:lnTo>
                        <a:pt x="464" y="164"/>
                      </a:lnTo>
                      <a:close/>
                      <a:moveTo>
                        <a:pt x="468" y="164"/>
                      </a:moveTo>
                      <a:lnTo>
                        <a:pt x="472" y="164"/>
                      </a:lnTo>
                      <a:lnTo>
                        <a:pt x="468" y="164"/>
                      </a:lnTo>
                      <a:lnTo>
                        <a:pt x="468" y="164"/>
                      </a:lnTo>
                      <a:lnTo>
                        <a:pt x="468" y="164"/>
                      </a:lnTo>
                      <a:close/>
                      <a:moveTo>
                        <a:pt x="394" y="170"/>
                      </a:moveTo>
                      <a:lnTo>
                        <a:pt x="398" y="170"/>
                      </a:lnTo>
                      <a:lnTo>
                        <a:pt x="394" y="174"/>
                      </a:lnTo>
                      <a:lnTo>
                        <a:pt x="394" y="170"/>
                      </a:lnTo>
                      <a:lnTo>
                        <a:pt x="394" y="170"/>
                      </a:lnTo>
                      <a:lnTo>
                        <a:pt x="394" y="170"/>
                      </a:lnTo>
                      <a:close/>
                      <a:moveTo>
                        <a:pt x="394" y="178"/>
                      </a:moveTo>
                      <a:lnTo>
                        <a:pt x="398" y="178"/>
                      </a:lnTo>
                      <a:lnTo>
                        <a:pt x="398" y="182"/>
                      </a:lnTo>
                      <a:lnTo>
                        <a:pt x="398" y="186"/>
                      </a:lnTo>
                      <a:lnTo>
                        <a:pt x="394" y="182"/>
                      </a:lnTo>
                      <a:lnTo>
                        <a:pt x="394" y="186"/>
                      </a:lnTo>
                      <a:lnTo>
                        <a:pt x="394" y="190"/>
                      </a:lnTo>
                      <a:lnTo>
                        <a:pt x="398" y="194"/>
                      </a:lnTo>
                      <a:lnTo>
                        <a:pt x="394" y="194"/>
                      </a:lnTo>
                      <a:lnTo>
                        <a:pt x="390" y="194"/>
                      </a:lnTo>
                      <a:lnTo>
                        <a:pt x="390" y="196"/>
                      </a:lnTo>
                      <a:lnTo>
                        <a:pt x="390" y="200"/>
                      </a:lnTo>
                      <a:lnTo>
                        <a:pt x="386" y="200"/>
                      </a:lnTo>
                      <a:lnTo>
                        <a:pt x="386" y="196"/>
                      </a:lnTo>
                      <a:lnTo>
                        <a:pt x="386" y="194"/>
                      </a:lnTo>
                      <a:lnTo>
                        <a:pt x="390" y="194"/>
                      </a:lnTo>
                      <a:lnTo>
                        <a:pt x="390" y="190"/>
                      </a:lnTo>
                      <a:lnTo>
                        <a:pt x="390" y="186"/>
                      </a:lnTo>
                      <a:lnTo>
                        <a:pt x="390" y="182"/>
                      </a:lnTo>
                      <a:lnTo>
                        <a:pt x="390" y="178"/>
                      </a:lnTo>
                      <a:lnTo>
                        <a:pt x="394" y="178"/>
                      </a:lnTo>
                      <a:lnTo>
                        <a:pt x="394" y="178"/>
                      </a:lnTo>
                      <a:lnTo>
                        <a:pt x="394" y="178"/>
                      </a:lnTo>
                      <a:close/>
                      <a:moveTo>
                        <a:pt x="390" y="182"/>
                      </a:moveTo>
                      <a:lnTo>
                        <a:pt x="390" y="186"/>
                      </a:lnTo>
                      <a:lnTo>
                        <a:pt x="386" y="190"/>
                      </a:lnTo>
                      <a:lnTo>
                        <a:pt x="386" y="194"/>
                      </a:lnTo>
                      <a:lnTo>
                        <a:pt x="382" y="194"/>
                      </a:lnTo>
                      <a:lnTo>
                        <a:pt x="382" y="190"/>
                      </a:lnTo>
                      <a:lnTo>
                        <a:pt x="382" y="186"/>
                      </a:lnTo>
                      <a:lnTo>
                        <a:pt x="382" y="182"/>
                      </a:lnTo>
                      <a:lnTo>
                        <a:pt x="386" y="182"/>
                      </a:lnTo>
                      <a:lnTo>
                        <a:pt x="390" y="182"/>
                      </a:lnTo>
                      <a:lnTo>
                        <a:pt x="390" y="182"/>
                      </a:lnTo>
                      <a:lnTo>
                        <a:pt x="390" y="182"/>
                      </a:lnTo>
                      <a:close/>
                      <a:moveTo>
                        <a:pt x="378" y="190"/>
                      </a:moveTo>
                      <a:lnTo>
                        <a:pt x="378" y="194"/>
                      </a:lnTo>
                      <a:lnTo>
                        <a:pt x="378" y="196"/>
                      </a:lnTo>
                      <a:lnTo>
                        <a:pt x="374" y="194"/>
                      </a:lnTo>
                      <a:lnTo>
                        <a:pt x="374" y="190"/>
                      </a:lnTo>
                      <a:lnTo>
                        <a:pt x="378" y="190"/>
                      </a:lnTo>
                      <a:lnTo>
                        <a:pt x="378" y="190"/>
                      </a:lnTo>
                      <a:lnTo>
                        <a:pt x="378" y="190"/>
                      </a:lnTo>
                      <a:close/>
                      <a:moveTo>
                        <a:pt x="104" y="196"/>
                      </a:moveTo>
                      <a:lnTo>
                        <a:pt x="100" y="196"/>
                      </a:lnTo>
                      <a:lnTo>
                        <a:pt x="96" y="194"/>
                      </a:lnTo>
                      <a:lnTo>
                        <a:pt x="100" y="194"/>
                      </a:lnTo>
                      <a:lnTo>
                        <a:pt x="104" y="194"/>
                      </a:lnTo>
                      <a:lnTo>
                        <a:pt x="104" y="196"/>
                      </a:lnTo>
                      <a:lnTo>
                        <a:pt x="104" y="196"/>
                      </a:lnTo>
                      <a:lnTo>
                        <a:pt x="104" y="196"/>
                      </a:lnTo>
                      <a:close/>
                      <a:moveTo>
                        <a:pt x="554" y="194"/>
                      </a:moveTo>
                      <a:lnTo>
                        <a:pt x="558" y="194"/>
                      </a:lnTo>
                      <a:lnTo>
                        <a:pt x="558" y="196"/>
                      </a:lnTo>
                      <a:lnTo>
                        <a:pt x="558" y="200"/>
                      </a:lnTo>
                      <a:lnTo>
                        <a:pt x="558" y="204"/>
                      </a:lnTo>
                      <a:lnTo>
                        <a:pt x="554" y="204"/>
                      </a:lnTo>
                      <a:lnTo>
                        <a:pt x="554" y="200"/>
                      </a:lnTo>
                      <a:lnTo>
                        <a:pt x="550" y="200"/>
                      </a:lnTo>
                      <a:lnTo>
                        <a:pt x="554" y="200"/>
                      </a:lnTo>
                      <a:lnTo>
                        <a:pt x="554" y="196"/>
                      </a:lnTo>
                      <a:lnTo>
                        <a:pt x="554" y="194"/>
                      </a:lnTo>
                      <a:lnTo>
                        <a:pt x="554" y="194"/>
                      </a:lnTo>
                      <a:lnTo>
                        <a:pt x="554" y="194"/>
                      </a:lnTo>
                      <a:close/>
                      <a:moveTo>
                        <a:pt x="248" y="200"/>
                      </a:moveTo>
                      <a:lnTo>
                        <a:pt x="246" y="200"/>
                      </a:lnTo>
                      <a:lnTo>
                        <a:pt x="248" y="200"/>
                      </a:lnTo>
                      <a:lnTo>
                        <a:pt x="248" y="200"/>
                      </a:lnTo>
                      <a:lnTo>
                        <a:pt x="248" y="200"/>
                      </a:lnTo>
                      <a:close/>
                      <a:moveTo>
                        <a:pt x="358" y="200"/>
                      </a:moveTo>
                      <a:lnTo>
                        <a:pt x="358" y="204"/>
                      </a:lnTo>
                      <a:lnTo>
                        <a:pt x="360" y="204"/>
                      </a:lnTo>
                      <a:lnTo>
                        <a:pt x="358" y="208"/>
                      </a:lnTo>
                      <a:lnTo>
                        <a:pt x="358" y="212"/>
                      </a:lnTo>
                      <a:lnTo>
                        <a:pt x="358" y="208"/>
                      </a:lnTo>
                      <a:lnTo>
                        <a:pt x="358" y="204"/>
                      </a:lnTo>
                      <a:lnTo>
                        <a:pt x="358" y="200"/>
                      </a:lnTo>
                      <a:lnTo>
                        <a:pt x="358" y="200"/>
                      </a:lnTo>
                      <a:lnTo>
                        <a:pt x="358" y="200"/>
                      </a:lnTo>
                      <a:close/>
                      <a:moveTo>
                        <a:pt x="212" y="238"/>
                      </a:moveTo>
                      <a:lnTo>
                        <a:pt x="208" y="238"/>
                      </a:lnTo>
                      <a:lnTo>
                        <a:pt x="204" y="234"/>
                      </a:lnTo>
                      <a:lnTo>
                        <a:pt x="200" y="234"/>
                      </a:lnTo>
                      <a:lnTo>
                        <a:pt x="196" y="234"/>
                      </a:lnTo>
                      <a:lnTo>
                        <a:pt x="192" y="234"/>
                      </a:lnTo>
                      <a:lnTo>
                        <a:pt x="190" y="234"/>
                      </a:lnTo>
                      <a:lnTo>
                        <a:pt x="186" y="234"/>
                      </a:lnTo>
                      <a:lnTo>
                        <a:pt x="182" y="234"/>
                      </a:lnTo>
                      <a:lnTo>
                        <a:pt x="178" y="234"/>
                      </a:lnTo>
                      <a:lnTo>
                        <a:pt x="178" y="230"/>
                      </a:lnTo>
                      <a:lnTo>
                        <a:pt x="174" y="230"/>
                      </a:lnTo>
                      <a:lnTo>
                        <a:pt x="170" y="230"/>
                      </a:lnTo>
                      <a:lnTo>
                        <a:pt x="166" y="230"/>
                      </a:lnTo>
                      <a:lnTo>
                        <a:pt x="164" y="230"/>
                      </a:lnTo>
                      <a:lnTo>
                        <a:pt x="160" y="230"/>
                      </a:lnTo>
                      <a:lnTo>
                        <a:pt x="160" y="226"/>
                      </a:lnTo>
                      <a:lnTo>
                        <a:pt x="160" y="222"/>
                      </a:lnTo>
                      <a:lnTo>
                        <a:pt x="160" y="220"/>
                      </a:lnTo>
                      <a:lnTo>
                        <a:pt x="160" y="222"/>
                      </a:lnTo>
                      <a:lnTo>
                        <a:pt x="156" y="222"/>
                      </a:lnTo>
                      <a:lnTo>
                        <a:pt x="156" y="220"/>
                      </a:lnTo>
                      <a:lnTo>
                        <a:pt x="152" y="220"/>
                      </a:lnTo>
                      <a:lnTo>
                        <a:pt x="148" y="220"/>
                      </a:lnTo>
                      <a:lnTo>
                        <a:pt x="144" y="220"/>
                      </a:lnTo>
                      <a:lnTo>
                        <a:pt x="140" y="220"/>
                      </a:lnTo>
                      <a:lnTo>
                        <a:pt x="144" y="220"/>
                      </a:lnTo>
                      <a:lnTo>
                        <a:pt x="144" y="216"/>
                      </a:lnTo>
                      <a:lnTo>
                        <a:pt x="144" y="220"/>
                      </a:lnTo>
                      <a:lnTo>
                        <a:pt x="148" y="216"/>
                      </a:lnTo>
                      <a:lnTo>
                        <a:pt x="148" y="212"/>
                      </a:lnTo>
                      <a:lnTo>
                        <a:pt x="152" y="212"/>
                      </a:lnTo>
                      <a:lnTo>
                        <a:pt x="152" y="208"/>
                      </a:lnTo>
                      <a:lnTo>
                        <a:pt x="152" y="204"/>
                      </a:lnTo>
                      <a:lnTo>
                        <a:pt x="152" y="200"/>
                      </a:lnTo>
                      <a:lnTo>
                        <a:pt x="156" y="200"/>
                      </a:lnTo>
                      <a:lnTo>
                        <a:pt x="156" y="204"/>
                      </a:lnTo>
                      <a:lnTo>
                        <a:pt x="160" y="204"/>
                      </a:lnTo>
                      <a:lnTo>
                        <a:pt x="164" y="204"/>
                      </a:lnTo>
                      <a:lnTo>
                        <a:pt x="166" y="204"/>
                      </a:lnTo>
                      <a:lnTo>
                        <a:pt x="170" y="204"/>
                      </a:lnTo>
                      <a:lnTo>
                        <a:pt x="174" y="204"/>
                      </a:lnTo>
                      <a:lnTo>
                        <a:pt x="174" y="208"/>
                      </a:lnTo>
                      <a:lnTo>
                        <a:pt x="178" y="208"/>
                      </a:lnTo>
                      <a:lnTo>
                        <a:pt x="182" y="212"/>
                      </a:lnTo>
                      <a:lnTo>
                        <a:pt x="186" y="212"/>
                      </a:lnTo>
                      <a:lnTo>
                        <a:pt x="186" y="208"/>
                      </a:lnTo>
                      <a:lnTo>
                        <a:pt x="186" y="212"/>
                      </a:lnTo>
                      <a:lnTo>
                        <a:pt x="190" y="212"/>
                      </a:lnTo>
                      <a:lnTo>
                        <a:pt x="190" y="216"/>
                      </a:lnTo>
                      <a:lnTo>
                        <a:pt x="190" y="220"/>
                      </a:lnTo>
                      <a:lnTo>
                        <a:pt x="192" y="220"/>
                      </a:lnTo>
                      <a:lnTo>
                        <a:pt x="196" y="220"/>
                      </a:lnTo>
                      <a:lnTo>
                        <a:pt x="200" y="220"/>
                      </a:lnTo>
                      <a:lnTo>
                        <a:pt x="204" y="220"/>
                      </a:lnTo>
                      <a:lnTo>
                        <a:pt x="208" y="220"/>
                      </a:lnTo>
                      <a:lnTo>
                        <a:pt x="212" y="220"/>
                      </a:lnTo>
                      <a:lnTo>
                        <a:pt x="216" y="220"/>
                      </a:lnTo>
                      <a:lnTo>
                        <a:pt x="216" y="222"/>
                      </a:lnTo>
                      <a:lnTo>
                        <a:pt x="216" y="220"/>
                      </a:lnTo>
                      <a:lnTo>
                        <a:pt x="220" y="220"/>
                      </a:lnTo>
                      <a:lnTo>
                        <a:pt x="220" y="216"/>
                      </a:lnTo>
                      <a:lnTo>
                        <a:pt x="220" y="212"/>
                      </a:lnTo>
                      <a:lnTo>
                        <a:pt x="222" y="212"/>
                      </a:lnTo>
                      <a:lnTo>
                        <a:pt x="226" y="216"/>
                      </a:lnTo>
                      <a:lnTo>
                        <a:pt x="230" y="216"/>
                      </a:lnTo>
                      <a:lnTo>
                        <a:pt x="234" y="216"/>
                      </a:lnTo>
                      <a:lnTo>
                        <a:pt x="234" y="220"/>
                      </a:lnTo>
                      <a:lnTo>
                        <a:pt x="238" y="220"/>
                      </a:lnTo>
                      <a:lnTo>
                        <a:pt x="242" y="220"/>
                      </a:lnTo>
                      <a:lnTo>
                        <a:pt x="246" y="220"/>
                      </a:lnTo>
                      <a:lnTo>
                        <a:pt x="246" y="222"/>
                      </a:lnTo>
                      <a:lnTo>
                        <a:pt x="248" y="222"/>
                      </a:lnTo>
                      <a:lnTo>
                        <a:pt x="248" y="226"/>
                      </a:lnTo>
                      <a:lnTo>
                        <a:pt x="246" y="222"/>
                      </a:lnTo>
                      <a:lnTo>
                        <a:pt x="246" y="226"/>
                      </a:lnTo>
                      <a:lnTo>
                        <a:pt x="248" y="226"/>
                      </a:lnTo>
                      <a:lnTo>
                        <a:pt x="248" y="230"/>
                      </a:lnTo>
                      <a:lnTo>
                        <a:pt x="252" y="234"/>
                      </a:lnTo>
                      <a:lnTo>
                        <a:pt x="256" y="234"/>
                      </a:lnTo>
                      <a:lnTo>
                        <a:pt x="260" y="234"/>
                      </a:lnTo>
                      <a:lnTo>
                        <a:pt x="264" y="234"/>
                      </a:lnTo>
                      <a:lnTo>
                        <a:pt x="268" y="234"/>
                      </a:lnTo>
                      <a:lnTo>
                        <a:pt x="268" y="230"/>
                      </a:lnTo>
                      <a:lnTo>
                        <a:pt x="268" y="234"/>
                      </a:lnTo>
                      <a:lnTo>
                        <a:pt x="272" y="234"/>
                      </a:lnTo>
                      <a:lnTo>
                        <a:pt x="272" y="238"/>
                      </a:lnTo>
                      <a:lnTo>
                        <a:pt x="272" y="242"/>
                      </a:lnTo>
                      <a:lnTo>
                        <a:pt x="272" y="246"/>
                      </a:lnTo>
                      <a:lnTo>
                        <a:pt x="272" y="250"/>
                      </a:lnTo>
                      <a:lnTo>
                        <a:pt x="276" y="250"/>
                      </a:lnTo>
                      <a:lnTo>
                        <a:pt x="276" y="252"/>
                      </a:lnTo>
                      <a:lnTo>
                        <a:pt x="272" y="252"/>
                      </a:lnTo>
                      <a:lnTo>
                        <a:pt x="272" y="250"/>
                      </a:lnTo>
                      <a:lnTo>
                        <a:pt x="268" y="250"/>
                      </a:lnTo>
                      <a:lnTo>
                        <a:pt x="264" y="250"/>
                      </a:lnTo>
                      <a:lnTo>
                        <a:pt x="260" y="246"/>
                      </a:lnTo>
                      <a:lnTo>
                        <a:pt x="256" y="246"/>
                      </a:lnTo>
                      <a:lnTo>
                        <a:pt x="256" y="242"/>
                      </a:lnTo>
                      <a:lnTo>
                        <a:pt x="252" y="242"/>
                      </a:lnTo>
                      <a:lnTo>
                        <a:pt x="252" y="246"/>
                      </a:lnTo>
                      <a:lnTo>
                        <a:pt x="248" y="246"/>
                      </a:lnTo>
                      <a:lnTo>
                        <a:pt x="246" y="246"/>
                      </a:lnTo>
                      <a:lnTo>
                        <a:pt x="242" y="246"/>
                      </a:lnTo>
                      <a:lnTo>
                        <a:pt x="238" y="246"/>
                      </a:lnTo>
                      <a:lnTo>
                        <a:pt x="234" y="242"/>
                      </a:lnTo>
                      <a:lnTo>
                        <a:pt x="234" y="246"/>
                      </a:lnTo>
                      <a:lnTo>
                        <a:pt x="230" y="246"/>
                      </a:lnTo>
                      <a:lnTo>
                        <a:pt x="230" y="242"/>
                      </a:lnTo>
                      <a:lnTo>
                        <a:pt x="226" y="242"/>
                      </a:lnTo>
                      <a:lnTo>
                        <a:pt x="222" y="242"/>
                      </a:lnTo>
                      <a:lnTo>
                        <a:pt x="220" y="242"/>
                      </a:lnTo>
                      <a:lnTo>
                        <a:pt x="216" y="242"/>
                      </a:lnTo>
                      <a:lnTo>
                        <a:pt x="212" y="238"/>
                      </a:lnTo>
                      <a:lnTo>
                        <a:pt x="212" y="238"/>
                      </a:lnTo>
                      <a:lnTo>
                        <a:pt x="212" y="238"/>
                      </a:lnTo>
                      <a:close/>
                      <a:moveTo>
                        <a:pt x="554" y="204"/>
                      </a:moveTo>
                      <a:lnTo>
                        <a:pt x="558" y="204"/>
                      </a:lnTo>
                      <a:lnTo>
                        <a:pt x="558" y="208"/>
                      </a:lnTo>
                      <a:lnTo>
                        <a:pt x="558" y="212"/>
                      </a:lnTo>
                      <a:lnTo>
                        <a:pt x="554" y="208"/>
                      </a:lnTo>
                      <a:lnTo>
                        <a:pt x="554" y="204"/>
                      </a:lnTo>
                      <a:lnTo>
                        <a:pt x="554" y="204"/>
                      </a:lnTo>
                      <a:lnTo>
                        <a:pt x="554" y="204"/>
                      </a:lnTo>
                      <a:close/>
                      <a:moveTo>
                        <a:pt x="550" y="208"/>
                      </a:moveTo>
                      <a:lnTo>
                        <a:pt x="554" y="208"/>
                      </a:lnTo>
                      <a:lnTo>
                        <a:pt x="554" y="212"/>
                      </a:lnTo>
                      <a:lnTo>
                        <a:pt x="554" y="216"/>
                      </a:lnTo>
                      <a:lnTo>
                        <a:pt x="554" y="220"/>
                      </a:lnTo>
                      <a:lnTo>
                        <a:pt x="550" y="220"/>
                      </a:lnTo>
                      <a:lnTo>
                        <a:pt x="550" y="212"/>
                      </a:lnTo>
                      <a:lnTo>
                        <a:pt x="550" y="208"/>
                      </a:lnTo>
                      <a:lnTo>
                        <a:pt x="550" y="208"/>
                      </a:lnTo>
                      <a:lnTo>
                        <a:pt x="550" y="208"/>
                      </a:lnTo>
                      <a:close/>
                      <a:moveTo>
                        <a:pt x="140" y="212"/>
                      </a:moveTo>
                      <a:lnTo>
                        <a:pt x="140" y="216"/>
                      </a:lnTo>
                      <a:lnTo>
                        <a:pt x="140" y="212"/>
                      </a:lnTo>
                      <a:lnTo>
                        <a:pt x="140" y="212"/>
                      </a:lnTo>
                      <a:lnTo>
                        <a:pt x="140" y="212"/>
                      </a:lnTo>
                      <a:close/>
                      <a:moveTo>
                        <a:pt x="286" y="220"/>
                      </a:moveTo>
                      <a:lnTo>
                        <a:pt x="290" y="220"/>
                      </a:lnTo>
                      <a:lnTo>
                        <a:pt x="286" y="220"/>
                      </a:lnTo>
                      <a:lnTo>
                        <a:pt x="286" y="222"/>
                      </a:lnTo>
                      <a:lnTo>
                        <a:pt x="282" y="222"/>
                      </a:lnTo>
                      <a:lnTo>
                        <a:pt x="282" y="220"/>
                      </a:lnTo>
                      <a:lnTo>
                        <a:pt x="286" y="220"/>
                      </a:lnTo>
                      <a:lnTo>
                        <a:pt x="286" y="220"/>
                      </a:lnTo>
                      <a:lnTo>
                        <a:pt x="286" y="220"/>
                      </a:lnTo>
                      <a:close/>
                      <a:moveTo>
                        <a:pt x="252" y="220"/>
                      </a:moveTo>
                      <a:lnTo>
                        <a:pt x="256" y="220"/>
                      </a:lnTo>
                      <a:lnTo>
                        <a:pt x="260" y="220"/>
                      </a:lnTo>
                      <a:lnTo>
                        <a:pt x="264" y="220"/>
                      </a:lnTo>
                      <a:lnTo>
                        <a:pt x="268" y="220"/>
                      </a:lnTo>
                      <a:lnTo>
                        <a:pt x="268" y="222"/>
                      </a:lnTo>
                      <a:lnTo>
                        <a:pt x="264" y="222"/>
                      </a:lnTo>
                      <a:lnTo>
                        <a:pt x="260" y="222"/>
                      </a:lnTo>
                      <a:lnTo>
                        <a:pt x="260" y="226"/>
                      </a:lnTo>
                      <a:lnTo>
                        <a:pt x="256" y="226"/>
                      </a:lnTo>
                      <a:lnTo>
                        <a:pt x="252" y="226"/>
                      </a:lnTo>
                      <a:lnTo>
                        <a:pt x="252" y="222"/>
                      </a:lnTo>
                      <a:lnTo>
                        <a:pt x="252" y="226"/>
                      </a:lnTo>
                      <a:lnTo>
                        <a:pt x="248" y="222"/>
                      </a:lnTo>
                      <a:lnTo>
                        <a:pt x="248" y="220"/>
                      </a:lnTo>
                      <a:lnTo>
                        <a:pt x="252" y="220"/>
                      </a:lnTo>
                      <a:lnTo>
                        <a:pt x="252" y="220"/>
                      </a:lnTo>
                      <a:lnTo>
                        <a:pt x="252" y="220"/>
                      </a:lnTo>
                      <a:close/>
                      <a:moveTo>
                        <a:pt x="516" y="222"/>
                      </a:moveTo>
                      <a:lnTo>
                        <a:pt x="516" y="226"/>
                      </a:lnTo>
                      <a:lnTo>
                        <a:pt x="516" y="230"/>
                      </a:lnTo>
                      <a:lnTo>
                        <a:pt x="514" y="234"/>
                      </a:lnTo>
                      <a:lnTo>
                        <a:pt x="514" y="238"/>
                      </a:lnTo>
                      <a:lnTo>
                        <a:pt x="510" y="238"/>
                      </a:lnTo>
                      <a:lnTo>
                        <a:pt x="506" y="238"/>
                      </a:lnTo>
                      <a:lnTo>
                        <a:pt x="510" y="234"/>
                      </a:lnTo>
                      <a:lnTo>
                        <a:pt x="510" y="230"/>
                      </a:lnTo>
                      <a:lnTo>
                        <a:pt x="514" y="226"/>
                      </a:lnTo>
                      <a:lnTo>
                        <a:pt x="514" y="222"/>
                      </a:lnTo>
                      <a:lnTo>
                        <a:pt x="516" y="222"/>
                      </a:lnTo>
                      <a:lnTo>
                        <a:pt x="516" y="222"/>
                      </a:lnTo>
                      <a:lnTo>
                        <a:pt x="516" y="222"/>
                      </a:lnTo>
                      <a:close/>
                      <a:moveTo>
                        <a:pt x="614" y="226"/>
                      </a:moveTo>
                      <a:lnTo>
                        <a:pt x="618" y="226"/>
                      </a:lnTo>
                      <a:lnTo>
                        <a:pt x="618" y="230"/>
                      </a:lnTo>
                      <a:lnTo>
                        <a:pt x="622" y="230"/>
                      </a:lnTo>
                      <a:lnTo>
                        <a:pt x="618" y="234"/>
                      </a:lnTo>
                      <a:lnTo>
                        <a:pt x="618" y="238"/>
                      </a:lnTo>
                      <a:lnTo>
                        <a:pt x="618" y="242"/>
                      </a:lnTo>
                      <a:lnTo>
                        <a:pt x="614" y="242"/>
                      </a:lnTo>
                      <a:lnTo>
                        <a:pt x="610" y="246"/>
                      </a:lnTo>
                      <a:lnTo>
                        <a:pt x="606" y="246"/>
                      </a:lnTo>
                      <a:lnTo>
                        <a:pt x="602" y="246"/>
                      </a:lnTo>
                      <a:lnTo>
                        <a:pt x="600" y="246"/>
                      </a:lnTo>
                      <a:lnTo>
                        <a:pt x="602" y="242"/>
                      </a:lnTo>
                      <a:lnTo>
                        <a:pt x="602" y="238"/>
                      </a:lnTo>
                      <a:lnTo>
                        <a:pt x="602" y="234"/>
                      </a:lnTo>
                      <a:lnTo>
                        <a:pt x="606" y="230"/>
                      </a:lnTo>
                      <a:lnTo>
                        <a:pt x="610" y="230"/>
                      </a:lnTo>
                      <a:lnTo>
                        <a:pt x="610" y="226"/>
                      </a:lnTo>
                      <a:lnTo>
                        <a:pt x="614" y="226"/>
                      </a:lnTo>
                      <a:lnTo>
                        <a:pt x="614" y="226"/>
                      </a:lnTo>
                      <a:lnTo>
                        <a:pt x="614" y="226"/>
                      </a:lnTo>
                      <a:close/>
                      <a:moveTo>
                        <a:pt x="488" y="234"/>
                      </a:moveTo>
                      <a:lnTo>
                        <a:pt x="490" y="234"/>
                      </a:lnTo>
                      <a:lnTo>
                        <a:pt x="490" y="238"/>
                      </a:lnTo>
                      <a:lnTo>
                        <a:pt x="488" y="238"/>
                      </a:lnTo>
                      <a:lnTo>
                        <a:pt x="488" y="234"/>
                      </a:lnTo>
                      <a:lnTo>
                        <a:pt x="488" y="234"/>
                      </a:lnTo>
                      <a:lnTo>
                        <a:pt x="488" y="234"/>
                      </a:lnTo>
                      <a:close/>
                      <a:moveTo>
                        <a:pt x="272" y="242"/>
                      </a:moveTo>
                      <a:lnTo>
                        <a:pt x="276" y="242"/>
                      </a:lnTo>
                      <a:lnTo>
                        <a:pt x="278" y="242"/>
                      </a:lnTo>
                      <a:lnTo>
                        <a:pt x="282" y="242"/>
                      </a:lnTo>
                      <a:lnTo>
                        <a:pt x="282" y="238"/>
                      </a:lnTo>
                      <a:lnTo>
                        <a:pt x="286" y="242"/>
                      </a:lnTo>
                      <a:lnTo>
                        <a:pt x="290" y="242"/>
                      </a:lnTo>
                      <a:lnTo>
                        <a:pt x="290" y="246"/>
                      </a:lnTo>
                      <a:lnTo>
                        <a:pt x="286" y="250"/>
                      </a:lnTo>
                      <a:lnTo>
                        <a:pt x="282" y="250"/>
                      </a:lnTo>
                      <a:lnTo>
                        <a:pt x="282" y="252"/>
                      </a:lnTo>
                      <a:lnTo>
                        <a:pt x="282" y="250"/>
                      </a:lnTo>
                      <a:lnTo>
                        <a:pt x="278" y="246"/>
                      </a:lnTo>
                      <a:lnTo>
                        <a:pt x="276" y="246"/>
                      </a:lnTo>
                      <a:lnTo>
                        <a:pt x="276" y="242"/>
                      </a:lnTo>
                      <a:lnTo>
                        <a:pt x="272" y="242"/>
                      </a:lnTo>
                      <a:lnTo>
                        <a:pt x="272" y="242"/>
                      </a:lnTo>
                      <a:lnTo>
                        <a:pt x="272" y="242"/>
                      </a:lnTo>
                      <a:close/>
                      <a:moveTo>
                        <a:pt x="390" y="250"/>
                      </a:moveTo>
                      <a:lnTo>
                        <a:pt x="386" y="250"/>
                      </a:lnTo>
                      <a:lnTo>
                        <a:pt x="386" y="252"/>
                      </a:lnTo>
                      <a:lnTo>
                        <a:pt x="382" y="252"/>
                      </a:lnTo>
                      <a:lnTo>
                        <a:pt x="378" y="252"/>
                      </a:lnTo>
                      <a:lnTo>
                        <a:pt x="374" y="252"/>
                      </a:lnTo>
                      <a:lnTo>
                        <a:pt x="372" y="252"/>
                      </a:lnTo>
                      <a:lnTo>
                        <a:pt x="368" y="252"/>
                      </a:lnTo>
                      <a:lnTo>
                        <a:pt x="364" y="256"/>
                      </a:lnTo>
                      <a:lnTo>
                        <a:pt x="364" y="252"/>
                      </a:lnTo>
                      <a:lnTo>
                        <a:pt x="360" y="252"/>
                      </a:lnTo>
                      <a:lnTo>
                        <a:pt x="358" y="252"/>
                      </a:lnTo>
                      <a:lnTo>
                        <a:pt x="354" y="252"/>
                      </a:lnTo>
                      <a:lnTo>
                        <a:pt x="350" y="252"/>
                      </a:lnTo>
                      <a:lnTo>
                        <a:pt x="350" y="250"/>
                      </a:lnTo>
                      <a:lnTo>
                        <a:pt x="350" y="246"/>
                      </a:lnTo>
                      <a:lnTo>
                        <a:pt x="354" y="246"/>
                      </a:lnTo>
                      <a:lnTo>
                        <a:pt x="354" y="242"/>
                      </a:lnTo>
                      <a:lnTo>
                        <a:pt x="358" y="242"/>
                      </a:lnTo>
                      <a:lnTo>
                        <a:pt x="360" y="246"/>
                      </a:lnTo>
                      <a:lnTo>
                        <a:pt x="364" y="246"/>
                      </a:lnTo>
                      <a:lnTo>
                        <a:pt x="368" y="246"/>
                      </a:lnTo>
                      <a:lnTo>
                        <a:pt x="368" y="250"/>
                      </a:lnTo>
                      <a:lnTo>
                        <a:pt x="372" y="250"/>
                      </a:lnTo>
                      <a:lnTo>
                        <a:pt x="374" y="246"/>
                      </a:lnTo>
                      <a:lnTo>
                        <a:pt x="378" y="246"/>
                      </a:lnTo>
                      <a:lnTo>
                        <a:pt x="378" y="250"/>
                      </a:lnTo>
                      <a:lnTo>
                        <a:pt x="382" y="250"/>
                      </a:lnTo>
                      <a:lnTo>
                        <a:pt x="386" y="250"/>
                      </a:lnTo>
                      <a:lnTo>
                        <a:pt x="386" y="246"/>
                      </a:lnTo>
                      <a:lnTo>
                        <a:pt x="390" y="246"/>
                      </a:lnTo>
                      <a:lnTo>
                        <a:pt x="394" y="242"/>
                      </a:lnTo>
                      <a:lnTo>
                        <a:pt x="390" y="242"/>
                      </a:lnTo>
                      <a:lnTo>
                        <a:pt x="394" y="242"/>
                      </a:lnTo>
                      <a:lnTo>
                        <a:pt x="394" y="246"/>
                      </a:lnTo>
                      <a:lnTo>
                        <a:pt x="390" y="246"/>
                      </a:lnTo>
                      <a:lnTo>
                        <a:pt x="390" y="250"/>
                      </a:lnTo>
                      <a:lnTo>
                        <a:pt x="390" y="250"/>
                      </a:lnTo>
                      <a:lnTo>
                        <a:pt x="390" y="250"/>
                      </a:lnTo>
                      <a:close/>
                      <a:moveTo>
                        <a:pt x="338" y="250"/>
                      </a:moveTo>
                      <a:lnTo>
                        <a:pt x="338" y="252"/>
                      </a:lnTo>
                      <a:lnTo>
                        <a:pt x="334" y="252"/>
                      </a:lnTo>
                      <a:lnTo>
                        <a:pt x="334" y="250"/>
                      </a:lnTo>
                      <a:lnTo>
                        <a:pt x="332" y="252"/>
                      </a:lnTo>
                      <a:lnTo>
                        <a:pt x="334" y="252"/>
                      </a:lnTo>
                      <a:lnTo>
                        <a:pt x="332" y="252"/>
                      </a:lnTo>
                      <a:lnTo>
                        <a:pt x="328" y="252"/>
                      </a:lnTo>
                      <a:lnTo>
                        <a:pt x="328" y="250"/>
                      </a:lnTo>
                      <a:lnTo>
                        <a:pt x="328" y="252"/>
                      </a:lnTo>
                      <a:lnTo>
                        <a:pt x="324" y="252"/>
                      </a:lnTo>
                      <a:lnTo>
                        <a:pt x="320" y="256"/>
                      </a:lnTo>
                      <a:lnTo>
                        <a:pt x="320" y="252"/>
                      </a:lnTo>
                      <a:lnTo>
                        <a:pt x="316" y="256"/>
                      </a:lnTo>
                      <a:lnTo>
                        <a:pt x="312" y="256"/>
                      </a:lnTo>
                      <a:lnTo>
                        <a:pt x="308" y="256"/>
                      </a:lnTo>
                      <a:lnTo>
                        <a:pt x="304" y="256"/>
                      </a:lnTo>
                      <a:lnTo>
                        <a:pt x="304" y="252"/>
                      </a:lnTo>
                      <a:lnTo>
                        <a:pt x="304" y="250"/>
                      </a:lnTo>
                      <a:lnTo>
                        <a:pt x="308" y="250"/>
                      </a:lnTo>
                      <a:lnTo>
                        <a:pt x="308" y="246"/>
                      </a:lnTo>
                      <a:lnTo>
                        <a:pt x="312" y="246"/>
                      </a:lnTo>
                      <a:lnTo>
                        <a:pt x="316" y="246"/>
                      </a:lnTo>
                      <a:lnTo>
                        <a:pt x="316" y="250"/>
                      </a:lnTo>
                      <a:lnTo>
                        <a:pt x="320" y="250"/>
                      </a:lnTo>
                      <a:lnTo>
                        <a:pt x="324" y="252"/>
                      </a:lnTo>
                      <a:lnTo>
                        <a:pt x="324" y="250"/>
                      </a:lnTo>
                      <a:lnTo>
                        <a:pt x="328" y="250"/>
                      </a:lnTo>
                      <a:lnTo>
                        <a:pt x="324" y="246"/>
                      </a:lnTo>
                      <a:lnTo>
                        <a:pt x="320" y="246"/>
                      </a:lnTo>
                      <a:lnTo>
                        <a:pt x="320" y="242"/>
                      </a:lnTo>
                      <a:lnTo>
                        <a:pt x="324" y="242"/>
                      </a:lnTo>
                      <a:lnTo>
                        <a:pt x="328" y="242"/>
                      </a:lnTo>
                      <a:lnTo>
                        <a:pt x="328" y="246"/>
                      </a:lnTo>
                      <a:lnTo>
                        <a:pt x="328" y="242"/>
                      </a:lnTo>
                      <a:lnTo>
                        <a:pt x="332" y="242"/>
                      </a:lnTo>
                      <a:lnTo>
                        <a:pt x="332" y="246"/>
                      </a:lnTo>
                      <a:lnTo>
                        <a:pt x="332" y="250"/>
                      </a:lnTo>
                      <a:lnTo>
                        <a:pt x="332" y="246"/>
                      </a:lnTo>
                      <a:lnTo>
                        <a:pt x="334" y="246"/>
                      </a:lnTo>
                      <a:lnTo>
                        <a:pt x="338" y="246"/>
                      </a:lnTo>
                      <a:lnTo>
                        <a:pt x="338" y="250"/>
                      </a:lnTo>
                      <a:lnTo>
                        <a:pt x="338" y="250"/>
                      </a:lnTo>
                      <a:lnTo>
                        <a:pt x="338" y="250"/>
                      </a:lnTo>
                      <a:close/>
                      <a:moveTo>
                        <a:pt x="460" y="242"/>
                      </a:moveTo>
                      <a:lnTo>
                        <a:pt x="464" y="242"/>
                      </a:lnTo>
                      <a:lnTo>
                        <a:pt x="460" y="242"/>
                      </a:lnTo>
                      <a:lnTo>
                        <a:pt x="460" y="242"/>
                      </a:lnTo>
                      <a:lnTo>
                        <a:pt x="460" y="242"/>
                      </a:lnTo>
                      <a:close/>
                      <a:moveTo>
                        <a:pt x="316" y="246"/>
                      </a:moveTo>
                      <a:lnTo>
                        <a:pt x="316" y="242"/>
                      </a:lnTo>
                      <a:lnTo>
                        <a:pt x="320" y="242"/>
                      </a:lnTo>
                      <a:lnTo>
                        <a:pt x="316" y="242"/>
                      </a:lnTo>
                      <a:lnTo>
                        <a:pt x="316" y="246"/>
                      </a:lnTo>
                      <a:lnTo>
                        <a:pt x="316" y="246"/>
                      </a:lnTo>
                      <a:lnTo>
                        <a:pt x="316" y="246"/>
                      </a:lnTo>
                      <a:close/>
                      <a:moveTo>
                        <a:pt x="618" y="242"/>
                      </a:moveTo>
                      <a:lnTo>
                        <a:pt x="618" y="246"/>
                      </a:lnTo>
                      <a:lnTo>
                        <a:pt x="614" y="246"/>
                      </a:lnTo>
                      <a:lnTo>
                        <a:pt x="614" y="242"/>
                      </a:lnTo>
                      <a:lnTo>
                        <a:pt x="618" y="242"/>
                      </a:lnTo>
                      <a:lnTo>
                        <a:pt x="618" y="242"/>
                      </a:lnTo>
                      <a:lnTo>
                        <a:pt x="618" y="242"/>
                      </a:lnTo>
                      <a:close/>
                      <a:moveTo>
                        <a:pt x="476" y="242"/>
                      </a:moveTo>
                      <a:lnTo>
                        <a:pt x="480" y="242"/>
                      </a:lnTo>
                      <a:lnTo>
                        <a:pt x="476" y="242"/>
                      </a:lnTo>
                      <a:lnTo>
                        <a:pt x="476" y="242"/>
                      </a:lnTo>
                      <a:lnTo>
                        <a:pt x="476" y="242"/>
                      </a:lnTo>
                      <a:close/>
                      <a:moveTo>
                        <a:pt x="298" y="242"/>
                      </a:moveTo>
                      <a:lnTo>
                        <a:pt x="302" y="242"/>
                      </a:lnTo>
                      <a:lnTo>
                        <a:pt x="304" y="246"/>
                      </a:lnTo>
                      <a:lnTo>
                        <a:pt x="304" y="250"/>
                      </a:lnTo>
                      <a:lnTo>
                        <a:pt x="302" y="250"/>
                      </a:lnTo>
                      <a:lnTo>
                        <a:pt x="302" y="252"/>
                      </a:lnTo>
                      <a:lnTo>
                        <a:pt x="298" y="252"/>
                      </a:lnTo>
                      <a:lnTo>
                        <a:pt x="294" y="252"/>
                      </a:lnTo>
                      <a:lnTo>
                        <a:pt x="298" y="250"/>
                      </a:lnTo>
                      <a:lnTo>
                        <a:pt x="294" y="250"/>
                      </a:lnTo>
                      <a:lnTo>
                        <a:pt x="298" y="246"/>
                      </a:lnTo>
                      <a:lnTo>
                        <a:pt x="298" y="242"/>
                      </a:lnTo>
                      <a:lnTo>
                        <a:pt x="298" y="242"/>
                      </a:lnTo>
                      <a:lnTo>
                        <a:pt x="298" y="242"/>
                      </a:lnTo>
                      <a:close/>
                      <a:moveTo>
                        <a:pt x="394" y="246"/>
                      </a:moveTo>
                      <a:lnTo>
                        <a:pt x="394" y="242"/>
                      </a:lnTo>
                      <a:lnTo>
                        <a:pt x="398" y="242"/>
                      </a:lnTo>
                      <a:lnTo>
                        <a:pt x="398" y="246"/>
                      </a:lnTo>
                      <a:lnTo>
                        <a:pt x="394" y="246"/>
                      </a:lnTo>
                      <a:lnTo>
                        <a:pt x="394" y="246"/>
                      </a:lnTo>
                      <a:lnTo>
                        <a:pt x="394" y="246"/>
                      </a:lnTo>
                      <a:close/>
                      <a:moveTo>
                        <a:pt x="342" y="246"/>
                      </a:moveTo>
                      <a:lnTo>
                        <a:pt x="346" y="246"/>
                      </a:lnTo>
                      <a:lnTo>
                        <a:pt x="346" y="250"/>
                      </a:lnTo>
                      <a:lnTo>
                        <a:pt x="342" y="250"/>
                      </a:lnTo>
                      <a:lnTo>
                        <a:pt x="342" y="252"/>
                      </a:lnTo>
                      <a:lnTo>
                        <a:pt x="342" y="250"/>
                      </a:lnTo>
                      <a:lnTo>
                        <a:pt x="342" y="246"/>
                      </a:lnTo>
                      <a:lnTo>
                        <a:pt x="342" y="246"/>
                      </a:lnTo>
                      <a:lnTo>
                        <a:pt x="342" y="246"/>
                      </a:lnTo>
                      <a:close/>
                      <a:moveTo>
                        <a:pt x="390" y="250"/>
                      </a:moveTo>
                      <a:lnTo>
                        <a:pt x="394" y="246"/>
                      </a:lnTo>
                      <a:lnTo>
                        <a:pt x="394" y="250"/>
                      </a:lnTo>
                      <a:lnTo>
                        <a:pt x="390" y="250"/>
                      </a:lnTo>
                      <a:lnTo>
                        <a:pt x="390" y="250"/>
                      </a:lnTo>
                      <a:lnTo>
                        <a:pt x="390" y="250"/>
                      </a:lnTo>
                      <a:close/>
                      <a:moveTo>
                        <a:pt x="346" y="252"/>
                      </a:moveTo>
                      <a:lnTo>
                        <a:pt x="346" y="250"/>
                      </a:lnTo>
                      <a:lnTo>
                        <a:pt x="346" y="252"/>
                      </a:lnTo>
                      <a:lnTo>
                        <a:pt x="346" y="252"/>
                      </a:lnTo>
                      <a:lnTo>
                        <a:pt x="346" y="252"/>
                      </a:lnTo>
                      <a:close/>
                      <a:moveTo>
                        <a:pt x="338" y="268"/>
                      </a:moveTo>
                      <a:lnTo>
                        <a:pt x="334" y="264"/>
                      </a:lnTo>
                      <a:lnTo>
                        <a:pt x="338" y="264"/>
                      </a:lnTo>
                      <a:lnTo>
                        <a:pt x="342" y="260"/>
                      </a:lnTo>
                      <a:lnTo>
                        <a:pt x="342" y="264"/>
                      </a:lnTo>
                      <a:lnTo>
                        <a:pt x="346" y="260"/>
                      </a:lnTo>
                      <a:lnTo>
                        <a:pt x="346" y="264"/>
                      </a:lnTo>
                      <a:lnTo>
                        <a:pt x="350" y="264"/>
                      </a:lnTo>
                      <a:lnTo>
                        <a:pt x="350" y="260"/>
                      </a:lnTo>
                      <a:lnTo>
                        <a:pt x="350" y="264"/>
                      </a:lnTo>
                      <a:lnTo>
                        <a:pt x="354" y="264"/>
                      </a:lnTo>
                      <a:lnTo>
                        <a:pt x="354" y="268"/>
                      </a:lnTo>
                      <a:lnTo>
                        <a:pt x="358" y="268"/>
                      </a:lnTo>
                      <a:lnTo>
                        <a:pt x="360" y="268"/>
                      </a:lnTo>
                      <a:lnTo>
                        <a:pt x="360" y="272"/>
                      </a:lnTo>
                      <a:lnTo>
                        <a:pt x="364" y="272"/>
                      </a:lnTo>
                      <a:lnTo>
                        <a:pt x="364" y="276"/>
                      </a:lnTo>
                      <a:lnTo>
                        <a:pt x="360" y="276"/>
                      </a:lnTo>
                      <a:lnTo>
                        <a:pt x="360" y="280"/>
                      </a:lnTo>
                      <a:lnTo>
                        <a:pt x="358" y="280"/>
                      </a:lnTo>
                      <a:lnTo>
                        <a:pt x="354" y="280"/>
                      </a:lnTo>
                      <a:lnTo>
                        <a:pt x="354" y="276"/>
                      </a:lnTo>
                      <a:lnTo>
                        <a:pt x="350" y="276"/>
                      </a:lnTo>
                      <a:lnTo>
                        <a:pt x="350" y="272"/>
                      </a:lnTo>
                      <a:lnTo>
                        <a:pt x="346" y="272"/>
                      </a:lnTo>
                      <a:lnTo>
                        <a:pt x="346" y="268"/>
                      </a:lnTo>
                      <a:lnTo>
                        <a:pt x="342" y="268"/>
                      </a:lnTo>
                      <a:lnTo>
                        <a:pt x="338" y="268"/>
                      </a:lnTo>
                      <a:lnTo>
                        <a:pt x="338" y="268"/>
                      </a:lnTo>
                      <a:lnTo>
                        <a:pt x="338" y="268"/>
                      </a:lnTo>
                      <a:close/>
                      <a:moveTo>
                        <a:pt x="374" y="282"/>
                      </a:moveTo>
                      <a:lnTo>
                        <a:pt x="374" y="280"/>
                      </a:lnTo>
                      <a:lnTo>
                        <a:pt x="378" y="280"/>
                      </a:lnTo>
                      <a:lnTo>
                        <a:pt x="378" y="282"/>
                      </a:lnTo>
                      <a:lnTo>
                        <a:pt x="374" y="282"/>
                      </a:lnTo>
                      <a:lnTo>
                        <a:pt x="374" y="282"/>
                      </a:lnTo>
                      <a:lnTo>
                        <a:pt x="374" y="282"/>
                      </a:lnTo>
                      <a:close/>
                      <a:moveTo>
                        <a:pt x="390" y="286"/>
                      </a:moveTo>
                      <a:lnTo>
                        <a:pt x="394" y="286"/>
                      </a:lnTo>
                      <a:lnTo>
                        <a:pt x="394" y="282"/>
                      </a:lnTo>
                      <a:lnTo>
                        <a:pt x="398" y="282"/>
                      </a:lnTo>
                      <a:lnTo>
                        <a:pt x="398" y="280"/>
                      </a:lnTo>
                      <a:lnTo>
                        <a:pt x="398" y="282"/>
                      </a:lnTo>
                      <a:lnTo>
                        <a:pt x="398" y="286"/>
                      </a:lnTo>
                      <a:lnTo>
                        <a:pt x="394" y="286"/>
                      </a:lnTo>
                      <a:lnTo>
                        <a:pt x="394" y="290"/>
                      </a:lnTo>
                      <a:lnTo>
                        <a:pt x="390" y="290"/>
                      </a:lnTo>
                      <a:lnTo>
                        <a:pt x="390" y="286"/>
                      </a:lnTo>
                      <a:lnTo>
                        <a:pt x="390" y="286"/>
                      </a:lnTo>
                      <a:lnTo>
                        <a:pt x="390" y="286"/>
                      </a:lnTo>
                      <a:close/>
                      <a:moveTo>
                        <a:pt x="434" y="234"/>
                      </a:moveTo>
                      <a:lnTo>
                        <a:pt x="438" y="234"/>
                      </a:lnTo>
                      <a:lnTo>
                        <a:pt x="442" y="234"/>
                      </a:lnTo>
                      <a:lnTo>
                        <a:pt x="442" y="230"/>
                      </a:lnTo>
                      <a:lnTo>
                        <a:pt x="446" y="230"/>
                      </a:lnTo>
                      <a:lnTo>
                        <a:pt x="446" y="234"/>
                      </a:lnTo>
                      <a:lnTo>
                        <a:pt x="442" y="234"/>
                      </a:lnTo>
                      <a:lnTo>
                        <a:pt x="442" y="238"/>
                      </a:lnTo>
                      <a:lnTo>
                        <a:pt x="438" y="238"/>
                      </a:lnTo>
                      <a:lnTo>
                        <a:pt x="434" y="238"/>
                      </a:lnTo>
                      <a:lnTo>
                        <a:pt x="430" y="238"/>
                      </a:lnTo>
                      <a:lnTo>
                        <a:pt x="434" y="234"/>
                      </a:lnTo>
                      <a:lnTo>
                        <a:pt x="434" y="234"/>
                      </a:lnTo>
                      <a:lnTo>
                        <a:pt x="434" y="234"/>
                      </a:lnTo>
                      <a:close/>
                      <a:moveTo>
                        <a:pt x="412" y="242"/>
                      </a:moveTo>
                      <a:lnTo>
                        <a:pt x="416" y="242"/>
                      </a:lnTo>
                      <a:lnTo>
                        <a:pt x="420" y="242"/>
                      </a:lnTo>
                      <a:lnTo>
                        <a:pt x="424" y="242"/>
                      </a:lnTo>
                      <a:lnTo>
                        <a:pt x="424" y="246"/>
                      </a:lnTo>
                      <a:lnTo>
                        <a:pt x="420" y="246"/>
                      </a:lnTo>
                      <a:lnTo>
                        <a:pt x="416" y="246"/>
                      </a:lnTo>
                      <a:lnTo>
                        <a:pt x="412" y="246"/>
                      </a:lnTo>
                      <a:lnTo>
                        <a:pt x="412" y="242"/>
                      </a:lnTo>
                      <a:lnTo>
                        <a:pt x="412" y="242"/>
                      </a:lnTo>
                      <a:lnTo>
                        <a:pt x="412" y="242"/>
                      </a:lnTo>
                      <a:close/>
                      <a:moveTo>
                        <a:pt x="404" y="246"/>
                      </a:moveTo>
                      <a:lnTo>
                        <a:pt x="408" y="246"/>
                      </a:lnTo>
                      <a:lnTo>
                        <a:pt x="408" y="242"/>
                      </a:lnTo>
                      <a:lnTo>
                        <a:pt x="412" y="242"/>
                      </a:lnTo>
                      <a:lnTo>
                        <a:pt x="412" y="246"/>
                      </a:lnTo>
                      <a:lnTo>
                        <a:pt x="408" y="246"/>
                      </a:lnTo>
                      <a:lnTo>
                        <a:pt x="408" y="250"/>
                      </a:lnTo>
                      <a:lnTo>
                        <a:pt x="408" y="246"/>
                      </a:lnTo>
                      <a:lnTo>
                        <a:pt x="404" y="246"/>
                      </a:lnTo>
                      <a:lnTo>
                        <a:pt x="404" y="246"/>
                      </a:lnTo>
                      <a:lnTo>
                        <a:pt x="404" y="246"/>
                      </a:lnTo>
                      <a:close/>
                      <a:moveTo>
                        <a:pt x="398" y="250"/>
                      </a:moveTo>
                      <a:lnTo>
                        <a:pt x="398" y="246"/>
                      </a:lnTo>
                      <a:lnTo>
                        <a:pt x="402" y="246"/>
                      </a:lnTo>
                      <a:lnTo>
                        <a:pt x="398" y="246"/>
                      </a:lnTo>
                      <a:lnTo>
                        <a:pt x="398" y="242"/>
                      </a:lnTo>
                      <a:lnTo>
                        <a:pt x="402" y="242"/>
                      </a:lnTo>
                      <a:lnTo>
                        <a:pt x="402" y="246"/>
                      </a:lnTo>
                      <a:lnTo>
                        <a:pt x="404" y="242"/>
                      </a:lnTo>
                      <a:lnTo>
                        <a:pt x="404" y="246"/>
                      </a:lnTo>
                      <a:lnTo>
                        <a:pt x="402" y="246"/>
                      </a:lnTo>
                      <a:lnTo>
                        <a:pt x="402" y="250"/>
                      </a:lnTo>
                      <a:lnTo>
                        <a:pt x="398" y="250"/>
                      </a:lnTo>
                      <a:lnTo>
                        <a:pt x="398" y="250"/>
                      </a:lnTo>
                      <a:lnTo>
                        <a:pt x="398" y="250"/>
                      </a:lnTo>
                      <a:close/>
                      <a:moveTo>
                        <a:pt x="424" y="264"/>
                      </a:moveTo>
                      <a:lnTo>
                        <a:pt x="420" y="264"/>
                      </a:lnTo>
                      <a:lnTo>
                        <a:pt x="420" y="268"/>
                      </a:lnTo>
                      <a:lnTo>
                        <a:pt x="420" y="272"/>
                      </a:lnTo>
                      <a:lnTo>
                        <a:pt x="416" y="272"/>
                      </a:lnTo>
                      <a:lnTo>
                        <a:pt x="416" y="276"/>
                      </a:lnTo>
                      <a:lnTo>
                        <a:pt x="412" y="276"/>
                      </a:lnTo>
                      <a:lnTo>
                        <a:pt x="408" y="276"/>
                      </a:lnTo>
                      <a:lnTo>
                        <a:pt x="408" y="280"/>
                      </a:lnTo>
                      <a:lnTo>
                        <a:pt x="404" y="280"/>
                      </a:lnTo>
                      <a:lnTo>
                        <a:pt x="402" y="280"/>
                      </a:lnTo>
                      <a:lnTo>
                        <a:pt x="402" y="276"/>
                      </a:lnTo>
                      <a:lnTo>
                        <a:pt x="404" y="276"/>
                      </a:lnTo>
                      <a:lnTo>
                        <a:pt x="402" y="276"/>
                      </a:lnTo>
                      <a:lnTo>
                        <a:pt x="402" y="272"/>
                      </a:lnTo>
                      <a:lnTo>
                        <a:pt x="402" y="268"/>
                      </a:lnTo>
                      <a:lnTo>
                        <a:pt x="404" y="264"/>
                      </a:lnTo>
                      <a:lnTo>
                        <a:pt x="404" y="260"/>
                      </a:lnTo>
                      <a:lnTo>
                        <a:pt x="408" y="260"/>
                      </a:lnTo>
                      <a:lnTo>
                        <a:pt x="408" y="264"/>
                      </a:lnTo>
                      <a:lnTo>
                        <a:pt x="412" y="264"/>
                      </a:lnTo>
                      <a:lnTo>
                        <a:pt x="412" y="260"/>
                      </a:lnTo>
                      <a:lnTo>
                        <a:pt x="416" y="260"/>
                      </a:lnTo>
                      <a:lnTo>
                        <a:pt x="416" y="256"/>
                      </a:lnTo>
                      <a:lnTo>
                        <a:pt x="420" y="256"/>
                      </a:lnTo>
                      <a:lnTo>
                        <a:pt x="424" y="256"/>
                      </a:lnTo>
                      <a:lnTo>
                        <a:pt x="424" y="260"/>
                      </a:lnTo>
                      <a:lnTo>
                        <a:pt x="420" y="260"/>
                      </a:lnTo>
                      <a:lnTo>
                        <a:pt x="424" y="264"/>
                      </a:lnTo>
                      <a:lnTo>
                        <a:pt x="424" y="264"/>
                      </a:lnTo>
                      <a:lnTo>
                        <a:pt x="424" y="264"/>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62" name="Freeform 29">
                  <a:extLst>
                    <a:ext uri="{FF2B5EF4-FFF2-40B4-BE49-F238E27FC236}">
                      <a16:creationId xmlns:a16="http://schemas.microsoft.com/office/drawing/2014/main" id="{9A987FBE-8D27-DA77-35EA-C292C2163D77}"/>
                    </a:ext>
                  </a:extLst>
                </p:cNvPr>
                <p:cNvSpPr>
                  <a:spLocks noEditPoints="1"/>
                </p:cNvSpPr>
                <p:nvPr/>
              </p:nvSpPr>
              <p:spPr bwMode="gray">
                <a:xfrm>
                  <a:off x="5881777" y="3291777"/>
                  <a:ext cx="473081" cy="473078"/>
                </a:xfrm>
                <a:custGeom>
                  <a:avLst/>
                  <a:gdLst>
                    <a:gd name="T0" fmla="*/ 250 w 272"/>
                    <a:gd name="T1" fmla="*/ 156 h 272"/>
                    <a:gd name="T2" fmla="*/ 242 w 272"/>
                    <a:gd name="T3" fmla="*/ 178 h 272"/>
                    <a:gd name="T4" fmla="*/ 246 w 272"/>
                    <a:gd name="T5" fmla="*/ 198 h 272"/>
                    <a:gd name="T6" fmla="*/ 264 w 272"/>
                    <a:gd name="T7" fmla="*/ 212 h 272"/>
                    <a:gd name="T8" fmla="*/ 268 w 272"/>
                    <a:gd name="T9" fmla="*/ 232 h 272"/>
                    <a:gd name="T10" fmla="*/ 264 w 272"/>
                    <a:gd name="T11" fmla="*/ 242 h 272"/>
                    <a:gd name="T12" fmla="*/ 258 w 272"/>
                    <a:gd name="T13" fmla="*/ 250 h 272"/>
                    <a:gd name="T14" fmla="*/ 250 w 272"/>
                    <a:gd name="T15" fmla="*/ 264 h 272"/>
                    <a:gd name="T16" fmla="*/ 238 w 272"/>
                    <a:gd name="T17" fmla="*/ 268 h 272"/>
                    <a:gd name="T18" fmla="*/ 228 w 272"/>
                    <a:gd name="T19" fmla="*/ 264 h 272"/>
                    <a:gd name="T20" fmla="*/ 204 w 272"/>
                    <a:gd name="T21" fmla="*/ 262 h 272"/>
                    <a:gd name="T22" fmla="*/ 190 w 272"/>
                    <a:gd name="T23" fmla="*/ 258 h 272"/>
                    <a:gd name="T24" fmla="*/ 182 w 272"/>
                    <a:gd name="T25" fmla="*/ 234 h 272"/>
                    <a:gd name="T26" fmla="*/ 164 w 272"/>
                    <a:gd name="T27" fmla="*/ 238 h 272"/>
                    <a:gd name="T28" fmla="*/ 144 w 272"/>
                    <a:gd name="T29" fmla="*/ 242 h 272"/>
                    <a:gd name="T30" fmla="*/ 126 w 272"/>
                    <a:gd name="T31" fmla="*/ 234 h 272"/>
                    <a:gd name="T32" fmla="*/ 116 w 272"/>
                    <a:gd name="T33" fmla="*/ 224 h 272"/>
                    <a:gd name="T34" fmla="*/ 100 w 272"/>
                    <a:gd name="T35" fmla="*/ 208 h 272"/>
                    <a:gd name="T36" fmla="*/ 94 w 272"/>
                    <a:gd name="T37" fmla="*/ 194 h 272"/>
                    <a:gd name="T38" fmla="*/ 86 w 272"/>
                    <a:gd name="T39" fmla="*/ 178 h 272"/>
                    <a:gd name="T40" fmla="*/ 74 w 272"/>
                    <a:gd name="T41" fmla="*/ 176 h 272"/>
                    <a:gd name="T42" fmla="*/ 68 w 272"/>
                    <a:gd name="T43" fmla="*/ 182 h 272"/>
                    <a:gd name="T44" fmla="*/ 56 w 272"/>
                    <a:gd name="T45" fmla="*/ 164 h 272"/>
                    <a:gd name="T46" fmla="*/ 52 w 272"/>
                    <a:gd name="T47" fmla="*/ 148 h 272"/>
                    <a:gd name="T48" fmla="*/ 44 w 272"/>
                    <a:gd name="T49" fmla="*/ 134 h 272"/>
                    <a:gd name="T50" fmla="*/ 30 w 272"/>
                    <a:gd name="T51" fmla="*/ 120 h 272"/>
                    <a:gd name="T52" fmla="*/ 18 w 272"/>
                    <a:gd name="T53" fmla="*/ 108 h 272"/>
                    <a:gd name="T54" fmla="*/ 26 w 272"/>
                    <a:gd name="T55" fmla="*/ 96 h 272"/>
                    <a:gd name="T56" fmla="*/ 26 w 272"/>
                    <a:gd name="T57" fmla="*/ 90 h 272"/>
                    <a:gd name="T58" fmla="*/ 30 w 272"/>
                    <a:gd name="T59" fmla="*/ 74 h 272"/>
                    <a:gd name="T60" fmla="*/ 18 w 272"/>
                    <a:gd name="T61" fmla="*/ 66 h 272"/>
                    <a:gd name="T62" fmla="*/ 12 w 272"/>
                    <a:gd name="T63" fmla="*/ 52 h 272"/>
                    <a:gd name="T64" fmla="*/ 4 w 272"/>
                    <a:gd name="T65" fmla="*/ 34 h 272"/>
                    <a:gd name="T66" fmla="*/ 4 w 272"/>
                    <a:gd name="T67" fmla="*/ 14 h 272"/>
                    <a:gd name="T68" fmla="*/ 4 w 272"/>
                    <a:gd name="T69" fmla="*/ 4 h 272"/>
                    <a:gd name="T70" fmla="*/ 14 w 272"/>
                    <a:gd name="T71" fmla="*/ 8 h 272"/>
                    <a:gd name="T72" fmla="*/ 34 w 272"/>
                    <a:gd name="T73" fmla="*/ 14 h 272"/>
                    <a:gd name="T74" fmla="*/ 48 w 272"/>
                    <a:gd name="T75" fmla="*/ 4 h 272"/>
                    <a:gd name="T76" fmla="*/ 60 w 272"/>
                    <a:gd name="T77" fmla="*/ 10 h 272"/>
                    <a:gd name="T78" fmla="*/ 64 w 272"/>
                    <a:gd name="T79" fmla="*/ 26 h 272"/>
                    <a:gd name="T80" fmla="*/ 90 w 272"/>
                    <a:gd name="T81" fmla="*/ 26 h 272"/>
                    <a:gd name="T82" fmla="*/ 108 w 272"/>
                    <a:gd name="T83" fmla="*/ 26 h 272"/>
                    <a:gd name="T84" fmla="*/ 122 w 272"/>
                    <a:gd name="T85" fmla="*/ 36 h 272"/>
                    <a:gd name="T86" fmla="*/ 142 w 272"/>
                    <a:gd name="T87" fmla="*/ 44 h 272"/>
                    <a:gd name="T88" fmla="*/ 156 w 272"/>
                    <a:gd name="T89" fmla="*/ 34 h 272"/>
                    <a:gd name="T90" fmla="*/ 174 w 272"/>
                    <a:gd name="T91" fmla="*/ 30 h 272"/>
                    <a:gd name="T92" fmla="*/ 186 w 272"/>
                    <a:gd name="T93" fmla="*/ 26 h 272"/>
                    <a:gd name="T94" fmla="*/ 208 w 272"/>
                    <a:gd name="T95" fmla="*/ 36 h 272"/>
                    <a:gd name="T96" fmla="*/ 216 w 272"/>
                    <a:gd name="T97" fmla="*/ 44 h 272"/>
                    <a:gd name="T98" fmla="*/ 234 w 272"/>
                    <a:gd name="T99" fmla="*/ 60 h 272"/>
                    <a:gd name="T100" fmla="*/ 242 w 272"/>
                    <a:gd name="T101" fmla="*/ 74 h 272"/>
                    <a:gd name="T102" fmla="*/ 242 w 272"/>
                    <a:gd name="T103" fmla="*/ 92 h 272"/>
                    <a:gd name="T104" fmla="*/ 234 w 272"/>
                    <a:gd name="T105" fmla="*/ 108 h 272"/>
                    <a:gd name="T106" fmla="*/ 234 w 272"/>
                    <a:gd name="T107" fmla="*/ 122 h 272"/>
                    <a:gd name="T108" fmla="*/ 238 w 272"/>
                    <a:gd name="T109" fmla="*/ 146 h 272"/>
                    <a:gd name="T110" fmla="*/ 168 w 272"/>
                    <a:gd name="T111" fmla="*/ 238 h 272"/>
                    <a:gd name="T112" fmla="*/ 172 w 272"/>
                    <a:gd name="T113" fmla="*/ 242 h 272"/>
                    <a:gd name="T114" fmla="*/ 168 w 272"/>
                    <a:gd name="T115" fmla="*/ 242 h 272"/>
                    <a:gd name="T116" fmla="*/ 174 w 272"/>
                    <a:gd name="T117" fmla="*/ 238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72" h="272">
                      <a:moveTo>
                        <a:pt x="238" y="146"/>
                      </a:moveTo>
                      <a:lnTo>
                        <a:pt x="238" y="148"/>
                      </a:lnTo>
                      <a:lnTo>
                        <a:pt x="238" y="152"/>
                      </a:lnTo>
                      <a:lnTo>
                        <a:pt x="242" y="156"/>
                      </a:lnTo>
                      <a:lnTo>
                        <a:pt x="246" y="156"/>
                      </a:lnTo>
                      <a:lnTo>
                        <a:pt x="250" y="156"/>
                      </a:lnTo>
                      <a:lnTo>
                        <a:pt x="250" y="160"/>
                      </a:lnTo>
                      <a:lnTo>
                        <a:pt x="254" y="160"/>
                      </a:lnTo>
                      <a:lnTo>
                        <a:pt x="254" y="164"/>
                      </a:lnTo>
                      <a:lnTo>
                        <a:pt x="250" y="168"/>
                      </a:lnTo>
                      <a:lnTo>
                        <a:pt x="246" y="176"/>
                      </a:lnTo>
                      <a:lnTo>
                        <a:pt x="242" y="178"/>
                      </a:lnTo>
                      <a:lnTo>
                        <a:pt x="242" y="182"/>
                      </a:lnTo>
                      <a:lnTo>
                        <a:pt x="238" y="182"/>
                      </a:lnTo>
                      <a:lnTo>
                        <a:pt x="238" y="186"/>
                      </a:lnTo>
                      <a:lnTo>
                        <a:pt x="242" y="186"/>
                      </a:lnTo>
                      <a:lnTo>
                        <a:pt x="246" y="194"/>
                      </a:lnTo>
                      <a:lnTo>
                        <a:pt x="246" y="198"/>
                      </a:lnTo>
                      <a:lnTo>
                        <a:pt x="250" y="202"/>
                      </a:lnTo>
                      <a:lnTo>
                        <a:pt x="250" y="206"/>
                      </a:lnTo>
                      <a:lnTo>
                        <a:pt x="254" y="208"/>
                      </a:lnTo>
                      <a:lnTo>
                        <a:pt x="258" y="208"/>
                      </a:lnTo>
                      <a:lnTo>
                        <a:pt x="262" y="212"/>
                      </a:lnTo>
                      <a:lnTo>
                        <a:pt x="264" y="212"/>
                      </a:lnTo>
                      <a:lnTo>
                        <a:pt x="264" y="216"/>
                      </a:lnTo>
                      <a:lnTo>
                        <a:pt x="264" y="220"/>
                      </a:lnTo>
                      <a:lnTo>
                        <a:pt x="264" y="224"/>
                      </a:lnTo>
                      <a:lnTo>
                        <a:pt x="264" y="228"/>
                      </a:lnTo>
                      <a:lnTo>
                        <a:pt x="264" y="232"/>
                      </a:lnTo>
                      <a:lnTo>
                        <a:pt x="268" y="232"/>
                      </a:lnTo>
                      <a:lnTo>
                        <a:pt x="272" y="232"/>
                      </a:lnTo>
                      <a:lnTo>
                        <a:pt x="272" y="234"/>
                      </a:lnTo>
                      <a:lnTo>
                        <a:pt x="272" y="238"/>
                      </a:lnTo>
                      <a:lnTo>
                        <a:pt x="272" y="242"/>
                      </a:lnTo>
                      <a:lnTo>
                        <a:pt x="268" y="242"/>
                      </a:lnTo>
                      <a:lnTo>
                        <a:pt x="264" y="242"/>
                      </a:lnTo>
                      <a:lnTo>
                        <a:pt x="264" y="246"/>
                      </a:lnTo>
                      <a:lnTo>
                        <a:pt x="262" y="246"/>
                      </a:lnTo>
                      <a:lnTo>
                        <a:pt x="258" y="246"/>
                      </a:lnTo>
                      <a:lnTo>
                        <a:pt x="258" y="250"/>
                      </a:lnTo>
                      <a:lnTo>
                        <a:pt x="258" y="246"/>
                      </a:lnTo>
                      <a:lnTo>
                        <a:pt x="258" y="250"/>
                      </a:lnTo>
                      <a:lnTo>
                        <a:pt x="254" y="250"/>
                      </a:lnTo>
                      <a:lnTo>
                        <a:pt x="254" y="254"/>
                      </a:lnTo>
                      <a:lnTo>
                        <a:pt x="254" y="258"/>
                      </a:lnTo>
                      <a:lnTo>
                        <a:pt x="250" y="258"/>
                      </a:lnTo>
                      <a:lnTo>
                        <a:pt x="250" y="262"/>
                      </a:lnTo>
                      <a:lnTo>
                        <a:pt x="250" y="264"/>
                      </a:lnTo>
                      <a:lnTo>
                        <a:pt x="250" y="268"/>
                      </a:lnTo>
                      <a:lnTo>
                        <a:pt x="246" y="268"/>
                      </a:lnTo>
                      <a:lnTo>
                        <a:pt x="246" y="272"/>
                      </a:lnTo>
                      <a:lnTo>
                        <a:pt x="242" y="272"/>
                      </a:lnTo>
                      <a:lnTo>
                        <a:pt x="242" y="268"/>
                      </a:lnTo>
                      <a:lnTo>
                        <a:pt x="238" y="268"/>
                      </a:lnTo>
                      <a:lnTo>
                        <a:pt x="234" y="268"/>
                      </a:lnTo>
                      <a:lnTo>
                        <a:pt x="234" y="264"/>
                      </a:lnTo>
                      <a:lnTo>
                        <a:pt x="232" y="264"/>
                      </a:lnTo>
                      <a:lnTo>
                        <a:pt x="232" y="268"/>
                      </a:lnTo>
                      <a:lnTo>
                        <a:pt x="232" y="264"/>
                      </a:lnTo>
                      <a:lnTo>
                        <a:pt x="228" y="264"/>
                      </a:lnTo>
                      <a:lnTo>
                        <a:pt x="224" y="264"/>
                      </a:lnTo>
                      <a:lnTo>
                        <a:pt x="220" y="264"/>
                      </a:lnTo>
                      <a:lnTo>
                        <a:pt x="216" y="264"/>
                      </a:lnTo>
                      <a:lnTo>
                        <a:pt x="212" y="264"/>
                      </a:lnTo>
                      <a:lnTo>
                        <a:pt x="208" y="262"/>
                      </a:lnTo>
                      <a:lnTo>
                        <a:pt x="204" y="262"/>
                      </a:lnTo>
                      <a:lnTo>
                        <a:pt x="202" y="262"/>
                      </a:lnTo>
                      <a:lnTo>
                        <a:pt x="202" y="264"/>
                      </a:lnTo>
                      <a:lnTo>
                        <a:pt x="198" y="262"/>
                      </a:lnTo>
                      <a:lnTo>
                        <a:pt x="194" y="262"/>
                      </a:lnTo>
                      <a:lnTo>
                        <a:pt x="190" y="262"/>
                      </a:lnTo>
                      <a:lnTo>
                        <a:pt x="190" y="258"/>
                      </a:lnTo>
                      <a:lnTo>
                        <a:pt x="186" y="258"/>
                      </a:lnTo>
                      <a:lnTo>
                        <a:pt x="186" y="254"/>
                      </a:lnTo>
                      <a:lnTo>
                        <a:pt x="186" y="246"/>
                      </a:lnTo>
                      <a:lnTo>
                        <a:pt x="186" y="242"/>
                      </a:lnTo>
                      <a:lnTo>
                        <a:pt x="182" y="238"/>
                      </a:lnTo>
                      <a:lnTo>
                        <a:pt x="182" y="234"/>
                      </a:lnTo>
                      <a:lnTo>
                        <a:pt x="178" y="234"/>
                      </a:lnTo>
                      <a:lnTo>
                        <a:pt x="174" y="234"/>
                      </a:lnTo>
                      <a:lnTo>
                        <a:pt x="172" y="234"/>
                      </a:lnTo>
                      <a:lnTo>
                        <a:pt x="168" y="234"/>
                      </a:lnTo>
                      <a:lnTo>
                        <a:pt x="164" y="234"/>
                      </a:lnTo>
                      <a:lnTo>
                        <a:pt x="164" y="238"/>
                      </a:lnTo>
                      <a:lnTo>
                        <a:pt x="164" y="242"/>
                      </a:lnTo>
                      <a:lnTo>
                        <a:pt x="160" y="242"/>
                      </a:lnTo>
                      <a:lnTo>
                        <a:pt x="156" y="242"/>
                      </a:lnTo>
                      <a:lnTo>
                        <a:pt x="152" y="246"/>
                      </a:lnTo>
                      <a:lnTo>
                        <a:pt x="148" y="242"/>
                      </a:lnTo>
                      <a:lnTo>
                        <a:pt x="144" y="242"/>
                      </a:lnTo>
                      <a:lnTo>
                        <a:pt x="142" y="242"/>
                      </a:lnTo>
                      <a:lnTo>
                        <a:pt x="138" y="242"/>
                      </a:lnTo>
                      <a:lnTo>
                        <a:pt x="134" y="238"/>
                      </a:lnTo>
                      <a:lnTo>
                        <a:pt x="134" y="234"/>
                      </a:lnTo>
                      <a:lnTo>
                        <a:pt x="130" y="234"/>
                      </a:lnTo>
                      <a:lnTo>
                        <a:pt x="126" y="234"/>
                      </a:lnTo>
                      <a:lnTo>
                        <a:pt x="126" y="232"/>
                      </a:lnTo>
                      <a:lnTo>
                        <a:pt x="122" y="232"/>
                      </a:lnTo>
                      <a:lnTo>
                        <a:pt x="122" y="228"/>
                      </a:lnTo>
                      <a:lnTo>
                        <a:pt x="118" y="228"/>
                      </a:lnTo>
                      <a:lnTo>
                        <a:pt x="118" y="224"/>
                      </a:lnTo>
                      <a:lnTo>
                        <a:pt x="116" y="224"/>
                      </a:lnTo>
                      <a:lnTo>
                        <a:pt x="112" y="220"/>
                      </a:lnTo>
                      <a:lnTo>
                        <a:pt x="108" y="220"/>
                      </a:lnTo>
                      <a:lnTo>
                        <a:pt x="104" y="220"/>
                      </a:lnTo>
                      <a:lnTo>
                        <a:pt x="104" y="216"/>
                      </a:lnTo>
                      <a:lnTo>
                        <a:pt x="100" y="212"/>
                      </a:lnTo>
                      <a:lnTo>
                        <a:pt x="100" y="208"/>
                      </a:lnTo>
                      <a:lnTo>
                        <a:pt x="100" y="206"/>
                      </a:lnTo>
                      <a:lnTo>
                        <a:pt x="98" y="206"/>
                      </a:lnTo>
                      <a:lnTo>
                        <a:pt x="98" y="202"/>
                      </a:lnTo>
                      <a:lnTo>
                        <a:pt x="98" y="198"/>
                      </a:lnTo>
                      <a:lnTo>
                        <a:pt x="94" y="198"/>
                      </a:lnTo>
                      <a:lnTo>
                        <a:pt x="94" y="194"/>
                      </a:lnTo>
                      <a:lnTo>
                        <a:pt x="94" y="190"/>
                      </a:lnTo>
                      <a:lnTo>
                        <a:pt x="90" y="190"/>
                      </a:lnTo>
                      <a:lnTo>
                        <a:pt x="90" y="186"/>
                      </a:lnTo>
                      <a:lnTo>
                        <a:pt x="90" y="182"/>
                      </a:lnTo>
                      <a:lnTo>
                        <a:pt x="86" y="182"/>
                      </a:lnTo>
                      <a:lnTo>
                        <a:pt x="86" y="178"/>
                      </a:lnTo>
                      <a:lnTo>
                        <a:pt x="82" y="178"/>
                      </a:lnTo>
                      <a:lnTo>
                        <a:pt x="78" y="182"/>
                      </a:lnTo>
                      <a:lnTo>
                        <a:pt x="78" y="178"/>
                      </a:lnTo>
                      <a:lnTo>
                        <a:pt x="74" y="178"/>
                      </a:lnTo>
                      <a:lnTo>
                        <a:pt x="70" y="176"/>
                      </a:lnTo>
                      <a:lnTo>
                        <a:pt x="74" y="176"/>
                      </a:lnTo>
                      <a:lnTo>
                        <a:pt x="74" y="172"/>
                      </a:lnTo>
                      <a:lnTo>
                        <a:pt x="70" y="172"/>
                      </a:lnTo>
                      <a:lnTo>
                        <a:pt x="68" y="176"/>
                      </a:lnTo>
                      <a:lnTo>
                        <a:pt x="70" y="178"/>
                      </a:lnTo>
                      <a:lnTo>
                        <a:pt x="70" y="182"/>
                      </a:lnTo>
                      <a:lnTo>
                        <a:pt x="68" y="182"/>
                      </a:lnTo>
                      <a:lnTo>
                        <a:pt x="64" y="182"/>
                      </a:lnTo>
                      <a:lnTo>
                        <a:pt x="64" y="178"/>
                      </a:lnTo>
                      <a:lnTo>
                        <a:pt x="60" y="176"/>
                      </a:lnTo>
                      <a:lnTo>
                        <a:pt x="56" y="176"/>
                      </a:lnTo>
                      <a:lnTo>
                        <a:pt x="56" y="172"/>
                      </a:lnTo>
                      <a:lnTo>
                        <a:pt x="56" y="164"/>
                      </a:lnTo>
                      <a:lnTo>
                        <a:pt x="52" y="164"/>
                      </a:lnTo>
                      <a:lnTo>
                        <a:pt x="52" y="160"/>
                      </a:lnTo>
                      <a:lnTo>
                        <a:pt x="52" y="156"/>
                      </a:lnTo>
                      <a:lnTo>
                        <a:pt x="52" y="152"/>
                      </a:lnTo>
                      <a:lnTo>
                        <a:pt x="56" y="148"/>
                      </a:lnTo>
                      <a:lnTo>
                        <a:pt x="52" y="148"/>
                      </a:lnTo>
                      <a:lnTo>
                        <a:pt x="52" y="146"/>
                      </a:lnTo>
                      <a:lnTo>
                        <a:pt x="52" y="142"/>
                      </a:lnTo>
                      <a:lnTo>
                        <a:pt x="48" y="142"/>
                      </a:lnTo>
                      <a:lnTo>
                        <a:pt x="48" y="138"/>
                      </a:lnTo>
                      <a:lnTo>
                        <a:pt x="44" y="138"/>
                      </a:lnTo>
                      <a:lnTo>
                        <a:pt x="44" y="134"/>
                      </a:lnTo>
                      <a:lnTo>
                        <a:pt x="40" y="134"/>
                      </a:lnTo>
                      <a:lnTo>
                        <a:pt x="38" y="130"/>
                      </a:lnTo>
                      <a:lnTo>
                        <a:pt x="34" y="126"/>
                      </a:lnTo>
                      <a:lnTo>
                        <a:pt x="30" y="126"/>
                      </a:lnTo>
                      <a:lnTo>
                        <a:pt x="30" y="122"/>
                      </a:lnTo>
                      <a:lnTo>
                        <a:pt x="30" y="120"/>
                      </a:lnTo>
                      <a:lnTo>
                        <a:pt x="26" y="120"/>
                      </a:lnTo>
                      <a:lnTo>
                        <a:pt x="26" y="116"/>
                      </a:lnTo>
                      <a:lnTo>
                        <a:pt x="22" y="116"/>
                      </a:lnTo>
                      <a:lnTo>
                        <a:pt x="22" y="112"/>
                      </a:lnTo>
                      <a:lnTo>
                        <a:pt x="22" y="108"/>
                      </a:lnTo>
                      <a:lnTo>
                        <a:pt x="18" y="108"/>
                      </a:lnTo>
                      <a:lnTo>
                        <a:pt x="22" y="108"/>
                      </a:lnTo>
                      <a:lnTo>
                        <a:pt x="22" y="104"/>
                      </a:lnTo>
                      <a:lnTo>
                        <a:pt x="22" y="100"/>
                      </a:lnTo>
                      <a:lnTo>
                        <a:pt x="18" y="100"/>
                      </a:lnTo>
                      <a:lnTo>
                        <a:pt x="22" y="96"/>
                      </a:lnTo>
                      <a:lnTo>
                        <a:pt x="26" y="96"/>
                      </a:lnTo>
                      <a:lnTo>
                        <a:pt x="22" y="96"/>
                      </a:lnTo>
                      <a:lnTo>
                        <a:pt x="22" y="92"/>
                      </a:lnTo>
                      <a:lnTo>
                        <a:pt x="26" y="92"/>
                      </a:lnTo>
                      <a:lnTo>
                        <a:pt x="26" y="90"/>
                      </a:lnTo>
                      <a:lnTo>
                        <a:pt x="26" y="92"/>
                      </a:lnTo>
                      <a:lnTo>
                        <a:pt x="26" y="90"/>
                      </a:lnTo>
                      <a:lnTo>
                        <a:pt x="30" y="90"/>
                      </a:lnTo>
                      <a:lnTo>
                        <a:pt x="30" y="86"/>
                      </a:lnTo>
                      <a:lnTo>
                        <a:pt x="30" y="82"/>
                      </a:lnTo>
                      <a:lnTo>
                        <a:pt x="26" y="78"/>
                      </a:lnTo>
                      <a:lnTo>
                        <a:pt x="30" y="78"/>
                      </a:lnTo>
                      <a:lnTo>
                        <a:pt x="30" y="74"/>
                      </a:lnTo>
                      <a:lnTo>
                        <a:pt x="34" y="74"/>
                      </a:lnTo>
                      <a:lnTo>
                        <a:pt x="30" y="74"/>
                      </a:lnTo>
                      <a:lnTo>
                        <a:pt x="26" y="74"/>
                      </a:lnTo>
                      <a:lnTo>
                        <a:pt x="22" y="70"/>
                      </a:lnTo>
                      <a:lnTo>
                        <a:pt x="18" y="70"/>
                      </a:lnTo>
                      <a:lnTo>
                        <a:pt x="18" y="66"/>
                      </a:lnTo>
                      <a:lnTo>
                        <a:pt x="18" y="64"/>
                      </a:lnTo>
                      <a:lnTo>
                        <a:pt x="14" y="64"/>
                      </a:lnTo>
                      <a:lnTo>
                        <a:pt x="14" y="60"/>
                      </a:lnTo>
                      <a:lnTo>
                        <a:pt x="14" y="56"/>
                      </a:lnTo>
                      <a:lnTo>
                        <a:pt x="12" y="56"/>
                      </a:lnTo>
                      <a:lnTo>
                        <a:pt x="12" y="52"/>
                      </a:lnTo>
                      <a:lnTo>
                        <a:pt x="12" y="48"/>
                      </a:lnTo>
                      <a:lnTo>
                        <a:pt x="12" y="44"/>
                      </a:lnTo>
                      <a:lnTo>
                        <a:pt x="8" y="44"/>
                      </a:lnTo>
                      <a:lnTo>
                        <a:pt x="8" y="40"/>
                      </a:lnTo>
                      <a:lnTo>
                        <a:pt x="8" y="36"/>
                      </a:lnTo>
                      <a:lnTo>
                        <a:pt x="4" y="34"/>
                      </a:lnTo>
                      <a:lnTo>
                        <a:pt x="4" y="30"/>
                      </a:lnTo>
                      <a:lnTo>
                        <a:pt x="8" y="26"/>
                      </a:lnTo>
                      <a:lnTo>
                        <a:pt x="4" y="26"/>
                      </a:lnTo>
                      <a:lnTo>
                        <a:pt x="4" y="22"/>
                      </a:lnTo>
                      <a:lnTo>
                        <a:pt x="4" y="18"/>
                      </a:lnTo>
                      <a:lnTo>
                        <a:pt x="4" y="14"/>
                      </a:lnTo>
                      <a:lnTo>
                        <a:pt x="4" y="10"/>
                      </a:lnTo>
                      <a:lnTo>
                        <a:pt x="0" y="8"/>
                      </a:lnTo>
                      <a:lnTo>
                        <a:pt x="0" y="4"/>
                      </a:lnTo>
                      <a:lnTo>
                        <a:pt x="4" y="4"/>
                      </a:lnTo>
                      <a:lnTo>
                        <a:pt x="4" y="8"/>
                      </a:lnTo>
                      <a:lnTo>
                        <a:pt x="4" y="4"/>
                      </a:lnTo>
                      <a:lnTo>
                        <a:pt x="8" y="4"/>
                      </a:lnTo>
                      <a:lnTo>
                        <a:pt x="8" y="0"/>
                      </a:lnTo>
                      <a:lnTo>
                        <a:pt x="12" y="0"/>
                      </a:lnTo>
                      <a:lnTo>
                        <a:pt x="12" y="4"/>
                      </a:lnTo>
                      <a:lnTo>
                        <a:pt x="14" y="4"/>
                      </a:lnTo>
                      <a:lnTo>
                        <a:pt x="14" y="8"/>
                      </a:lnTo>
                      <a:lnTo>
                        <a:pt x="18" y="10"/>
                      </a:lnTo>
                      <a:lnTo>
                        <a:pt x="18" y="14"/>
                      </a:lnTo>
                      <a:lnTo>
                        <a:pt x="22" y="14"/>
                      </a:lnTo>
                      <a:lnTo>
                        <a:pt x="26" y="14"/>
                      </a:lnTo>
                      <a:lnTo>
                        <a:pt x="30" y="14"/>
                      </a:lnTo>
                      <a:lnTo>
                        <a:pt x="34" y="14"/>
                      </a:lnTo>
                      <a:lnTo>
                        <a:pt x="38" y="14"/>
                      </a:lnTo>
                      <a:lnTo>
                        <a:pt x="38" y="10"/>
                      </a:lnTo>
                      <a:lnTo>
                        <a:pt x="40" y="10"/>
                      </a:lnTo>
                      <a:lnTo>
                        <a:pt x="44" y="8"/>
                      </a:lnTo>
                      <a:lnTo>
                        <a:pt x="48" y="8"/>
                      </a:lnTo>
                      <a:lnTo>
                        <a:pt x="48" y="4"/>
                      </a:lnTo>
                      <a:lnTo>
                        <a:pt x="52" y="0"/>
                      </a:lnTo>
                      <a:lnTo>
                        <a:pt x="56" y="0"/>
                      </a:lnTo>
                      <a:lnTo>
                        <a:pt x="60" y="4"/>
                      </a:lnTo>
                      <a:lnTo>
                        <a:pt x="64" y="8"/>
                      </a:lnTo>
                      <a:lnTo>
                        <a:pt x="60" y="8"/>
                      </a:lnTo>
                      <a:lnTo>
                        <a:pt x="60" y="10"/>
                      </a:lnTo>
                      <a:lnTo>
                        <a:pt x="60" y="14"/>
                      </a:lnTo>
                      <a:lnTo>
                        <a:pt x="56" y="14"/>
                      </a:lnTo>
                      <a:lnTo>
                        <a:pt x="60" y="18"/>
                      </a:lnTo>
                      <a:lnTo>
                        <a:pt x="60" y="22"/>
                      </a:lnTo>
                      <a:lnTo>
                        <a:pt x="64" y="22"/>
                      </a:lnTo>
                      <a:lnTo>
                        <a:pt x="64" y="26"/>
                      </a:lnTo>
                      <a:lnTo>
                        <a:pt x="68" y="26"/>
                      </a:lnTo>
                      <a:lnTo>
                        <a:pt x="68" y="22"/>
                      </a:lnTo>
                      <a:lnTo>
                        <a:pt x="70" y="22"/>
                      </a:lnTo>
                      <a:lnTo>
                        <a:pt x="82" y="26"/>
                      </a:lnTo>
                      <a:lnTo>
                        <a:pt x="86" y="26"/>
                      </a:lnTo>
                      <a:lnTo>
                        <a:pt x="90" y="26"/>
                      </a:lnTo>
                      <a:lnTo>
                        <a:pt x="94" y="22"/>
                      </a:lnTo>
                      <a:lnTo>
                        <a:pt x="98" y="22"/>
                      </a:lnTo>
                      <a:lnTo>
                        <a:pt x="100" y="22"/>
                      </a:lnTo>
                      <a:lnTo>
                        <a:pt x="104" y="18"/>
                      </a:lnTo>
                      <a:lnTo>
                        <a:pt x="104" y="22"/>
                      </a:lnTo>
                      <a:lnTo>
                        <a:pt x="108" y="26"/>
                      </a:lnTo>
                      <a:lnTo>
                        <a:pt x="112" y="30"/>
                      </a:lnTo>
                      <a:lnTo>
                        <a:pt x="112" y="34"/>
                      </a:lnTo>
                      <a:lnTo>
                        <a:pt x="116" y="34"/>
                      </a:lnTo>
                      <a:lnTo>
                        <a:pt x="116" y="36"/>
                      </a:lnTo>
                      <a:lnTo>
                        <a:pt x="118" y="36"/>
                      </a:lnTo>
                      <a:lnTo>
                        <a:pt x="122" y="36"/>
                      </a:lnTo>
                      <a:lnTo>
                        <a:pt x="126" y="36"/>
                      </a:lnTo>
                      <a:lnTo>
                        <a:pt x="126" y="40"/>
                      </a:lnTo>
                      <a:lnTo>
                        <a:pt x="130" y="40"/>
                      </a:lnTo>
                      <a:lnTo>
                        <a:pt x="134" y="44"/>
                      </a:lnTo>
                      <a:lnTo>
                        <a:pt x="138" y="44"/>
                      </a:lnTo>
                      <a:lnTo>
                        <a:pt x="142" y="44"/>
                      </a:lnTo>
                      <a:lnTo>
                        <a:pt x="144" y="44"/>
                      </a:lnTo>
                      <a:lnTo>
                        <a:pt x="148" y="44"/>
                      </a:lnTo>
                      <a:lnTo>
                        <a:pt x="152" y="40"/>
                      </a:lnTo>
                      <a:lnTo>
                        <a:pt x="152" y="36"/>
                      </a:lnTo>
                      <a:lnTo>
                        <a:pt x="156" y="36"/>
                      </a:lnTo>
                      <a:lnTo>
                        <a:pt x="156" y="34"/>
                      </a:lnTo>
                      <a:lnTo>
                        <a:pt x="160" y="34"/>
                      </a:lnTo>
                      <a:lnTo>
                        <a:pt x="160" y="30"/>
                      </a:lnTo>
                      <a:lnTo>
                        <a:pt x="164" y="30"/>
                      </a:lnTo>
                      <a:lnTo>
                        <a:pt x="168" y="30"/>
                      </a:lnTo>
                      <a:lnTo>
                        <a:pt x="172" y="30"/>
                      </a:lnTo>
                      <a:lnTo>
                        <a:pt x="174" y="30"/>
                      </a:lnTo>
                      <a:lnTo>
                        <a:pt x="174" y="26"/>
                      </a:lnTo>
                      <a:lnTo>
                        <a:pt x="178" y="26"/>
                      </a:lnTo>
                      <a:lnTo>
                        <a:pt x="182" y="26"/>
                      </a:lnTo>
                      <a:lnTo>
                        <a:pt x="182" y="30"/>
                      </a:lnTo>
                      <a:lnTo>
                        <a:pt x="186" y="30"/>
                      </a:lnTo>
                      <a:lnTo>
                        <a:pt x="186" y="26"/>
                      </a:lnTo>
                      <a:lnTo>
                        <a:pt x="190" y="30"/>
                      </a:lnTo>
                      <a:lnTo>
                        <a:pt x="190" y="34"/>
                      </a:lnTo>
                      <a:lnTo>
                        <a:pt x="194" y="34"/>
                      </a:lnTo>
                      <a:lnTo>
                        <a:pt x="202" y="36"/>
                      </a:lnTo>
                      <a:lnTo>
                        <a:pt x="204" y="40"/>
                      </a:lnTo>
                      <a:lnTo>
                        <a:pt x="208" y="36"/>
                      </a:lnTo>
                      <a:lnTo>
                        <a:pt x="208" y="40"/>
                      </a:lnTo>
                      <a:lnTo>
                        <a:pt x="208" y="36"/>
                      </a:lnTo>
                      <a:lnTo>
                        <a:pt x="212" y="36"/>
                      </a:lnTo>
                      <a:lnTo>
                        <a:pt x="212" y="40"/>
                      </a:lnTo>
                      <a:lnTo>
                        <a:pt x="216" y="40"/>
                      </a:lnTo>
                      <a:lnTo>
                        <a:pt x="216" y="44"/>
                      </a:lnTo>
                      <a:lnTo>
                        <a:pt x="220" y="48"/>
                      </a:lnTo>
                      <a:lnTo>
                        <a:pt x="224" y="48"/>
                      </a:lnTo>
                      <a:lnTo>
                        <a:pt x="228" y="52"/>
                      </a:lnTo>
                      <a:lnTo>
                        <a:pt x="228" y="56"/>
                      </a:lnTo>
                      <a:lnTo>
                        <a:pt x="232" y="60"/>
                      </a:lnTo>
                      <a:lnTo>
                        <a:pt x="234" y="60"/>
                      </a:lnTo>
                      <a:lnTo>
                        <a:pt x="238" y="60"/>
                      </a:lnTo>
                      <a:lnTo>
                        <a:pt x="242" y="60"/>
                      </a:lnTo>
                      <a:lnTo>
                        <a:pt x="242" y="64"/>
                      </a:lnTo>
                      <a:lnTo>
                        <a:pt x="242" y="66"/>
                      </a:lnTo>
                      <a:lnTo>
                        <a:pt x="242" y="70"/>
                      </a:lnTo>
                      <a:lnTo>
                        <a:pt x="242" y="74"/>
                      </a:lnTo>
                      <a:lnTo>
                        <a:pt x="242" y="78"/>
                      </a:lnTo>
                      <a:lnTo>
                        <a:pt x="246" y="78"/>
                      </a:lnTo>
                      <a:lnTo>
                        <a:pt x="242" y="82"/>
                      </a:lnTo>
                      <a:lnTo>
                        <a:pt x="242" y="86"/>
                      </a:lnTo>
                      <a:lnTo>
                        <a:pt x="242" y="90"/>
                      </a:lnTo>
                      <a:lnTo>
                        <a:pt x="242" y="92"/>
                      </a:lnTo>
                      <a:lnTo>
                        <a:pt x="238" y="96"/>
                      </a:lnTo>
                      <a:lnTo>
                        <a:pt x="234" y="96"/>
                      </a:lnTo>
                      <a:lnTo>
                        <a:pt x="238" y="100"/>
                      </a:lnTo>
                      <a:lnTo>
                        <a:pt x="234" y="100"/>
                      </a:lnTo>
                      <a:lnTo>
                        <a:pt x="234" y="104"/>
                      </a:lnTo>
                      <a:lnTo>
                        <a:pt x="234" y="108"/>
                      </a:lnTo>
                      <a:lnTo>
                        <a:pt x="234" y="112"/>
                      </a:lnTo>
                      <a:lnTo>
                        <a:pt x="234" y="116"/>
                      </a:lnTo>
                      <a:lnTo>
                        <a:pt x="238" y="116"/>
                      </a:lnTo>
                      <a:lnTo>
                        <a:pt x="238" y="120"/>
                      </a:lnTo>
                      <a:lnTo>
                        <a:pt x="234" y="120"/>
                      </a:lnTo>
                      <a:lnTo>
                        <a:pt x="234" y="122"/>
                      </a:lnTo>
                      <a:lnTo>
                        <a:pt x="234" y="126"/>
                      </a:lnTo>
                      <a:lnTo>
                        <a:pt x="234" y="130"/>
                      </a:lnTo>
                      <a:lnTo>
                        <a:pt x="234" y="134"/>
                      </a:lnTo>
                      <a:lnTo>
                        <a:pt x="238" y="138"/>
                      </a:lnTo>
                      <a:lnTo>
                        <a:pt x="238" y="142"/>
                      </a:lnTo>
                      <a:lnTo>
                        <a:pt x="238" y="146"/>
                      </a:lnTo>
                      <a:lnTo>
                        <a:pt x="238" y="146"/>
                      </a:lnTo>
                      <a:lnTo>
                        <a:pt x="238" y="146"/>
                      </a:lnTo>
                      <a:close/>
                      <a:moveTo>
                        <a:pt x="164" y="238"/>
                      </a:moveTo>
                      <a:lnTo>
                        <a:pt x="164" y="242"/>
                      </a:lnTo>
                      <a:lnTo>
                        <a:pt x="164" y="238"/>
                      </a:lnTo>
                      <a:lnTo>
                        <a:pt x="168" y="238"/>
                      </a:lnTo>
                      <a:lnTo>
                        <a:pt x="164" y="238"/>
                      </a:lnTo>
                      <a:lnTo>
                        <a:pt x="164" y="238"/>
                      </a:lnTo>
                      <a:lnTo>
                        <a:pt x="164" y="238"/>
                      </a:lnTo>
                      <a:close/>
                      <a:moveTo>
                        <a:pt x="174" y="238"/>
                      </a:moveTo>
                      <a:lnTo>
                        <a:pt x="172" y="238"/>
                      </a:lnTo>
                      <a:lnTo>
                        <a:pt x="172" y="242"/>
                      </a:lnTo>
                      <a:lnTo>
                        <a:pt x="168" y="242"/>
                      </a:lnTo>
                      <a:lnTo>
                        <a:pt x="164" y="242"/>
                      </a:lnTo>
                      <a:lnTo>
                        <a:pt x="160" y="246"/>
                      </a:lnTo>
                      <a:lnTo>
                        <a:pt x="160" y="242"/>
                      </a:lnTo>
                      <a:lnTo>
                        <a:pt x="164" y="242"/>
                      </a:lnTo>
                      <a:lnTo>
                        <a:pt x="168" y="242"/>
                      </a:lnTo>
                      <a:lnTo>
                        <a:pt x="168" y="238"/>
                      </a:lnTo>
                      <a:lnTo>
                        <a:pt x="172" y="238"/>
                      </a:lnTo>
                      <a:lnTo>
                        <a:pt x="172" y="234"/>
                      </a:lnTo>
                      <a:lnTo>
                        <a:pt x="174" y="238"/>
                      </a:lnTo>
                      <a:lnTo>
                        <a:pt x="174" y="238"/>
                      </a:lnTo>
                      <a:lnTo>
                        <a:pt x="174" y="238"/>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63" name="Freeform 30">
                  <a:extLst>
                    <a:ext uri="{FF2B5EF4-FFF2-40B4-BE49-F238E27FC236}">
                      <a16:creationId xmlns:a16="http://schemas.microsoft.com/office/drawing/2014/main" id="{30035F22-8257-7031-6688-E3E3C8963C2D}"/>
                    </a:ext>
                  </a:extLst>
                </p:cNvPr>
                <p:cNvSpPr>
                  <a:spLocks/>
                </p:cNvSpPr>
                <p:nvPr/>
              </p:nvSpPr>
              <p:spPr bwMode="gray">
                <a:xfrm>
                  <a:off x="5753071" y="3368304"/>
                  <a:ext cx="240019" cy="267846"/>
                </a:xfrm>
                <a:custGeom>
                  <a:avLst/>
                  <a:gdLst>
                    <a:gd name="T0" fmla="*/ 4 w 138"/>
                    <a:gd name="T1" fmla="*/ 90 h 154"/>
                    <a:gd name="T2" fmla="*/ 14 w 138"/>
                    <a:gd name="T3" fmla="*/ 68 h 154"/>
                    <a:gd name="T4" fmla="*/ 34 w 138"/>
                    <a:gd name="T5" fmla="*/ 56 h 154"/>
                    <a:gd name="T6" fmla="*/ 34 w 138"/>
                    <a:gd name="T7" fmla="*/ 40 h 154"/>
                    <a:gd name="T8" fmla="*/ 38 w 138"/>
                    <a:gd name="T9" fmla="*/ 38 h 154"/>
                    <a:gd name="T10" fmla="*/ 38 w 138"/>
                    <a:gd name="T11" fmla="*/ 34 h 154"/>
                    <a:gd name="T12" fmla="*/ 38 w 138"/>
                    <a:gd name="T13" fmla="*/ 18 h 154"/>
                    <a:gd name="T14" fmla="*/ 52 w 138"/>
                    <a:gd name="T15" fmla="*/ 4 h 154"/>
                    <a:gd name="T16" fmla="*/ 56 w 138"/>
                    <a:gd name="T17" fmla="*/ 0 h 154"/>
                    <a:gd name="T18" fmla="*/ 60 w 138"/>
                    <a:gd name="T19" fmla="*/ 0 h 154"/>
                    <a:gd name="T20" fmla="*/ 74 w 138"/>
                    <a:gd name="T21" fmla="*/ 4 h 154"/>
                    <a:gd name="T22" fmla="*/ 74 w 138"/>
                    <a:gd name="T23" fmla="*/ 0 h 154"/>
                    <a:gd name="T24" fmla="*/ 78 w 138"/>
                    <a:gd name="T25" fmla="*/ 4 h 154"/>
                    <a:gd name="T26" fmla="*/ 82 w 138"/>
                    <a:gd name="T27" fmla="*/ 4 h 154"/>
                    <a:gd name="T28" fmla="*/ 86 w 138"/>
                    <a:gd name="T29" fmla="*/ 4 h 154"/>
                    <a:gd name="T30" fmla="*/ 86 w 138"/>
                    <a:gd name="T31" fmla="*/ 8 h 154"/>
                    <a:gd name="T32" fmla="*/ 86 w 138"/>
                    <a:gd name="T33" fmla="*/ 10 h 154"/>
                    <a:gd name="T34" fmla="*/ 90 w 138"/>
                    <a:gd name="T35" fmla="*/ 14 h 154"/>
                    <a:gd name="T36" fmla="*/ 90 w 138"/>
                    <a:gd name="T37" fmla="*/ 18 h 154"/>
                    <a:gd name="T38" fmla="*/ 94 w 138"/>
                    <a:gd name="T39" fmla="*/ 18 h 154"/>
                    <a:gd name="T40" fmla="*/ 96 w 138"/>
                    <a:gd name="T41" fmla="*/ 26 h 154"/>
                    <a:gd name="T42" fmla="*/ 100 w 138"/>
                    <a:gd name="T43" fmla="*/ 30 h 154"/>
                    <a:gd name="T44" fmla="*/ 104 w 138"/>
                    <a:gd name="T45" fmla="*/ 30 h 154"/>
                    <a:gd name="T46" fmla="*/ 108 w 138"/>
                    <a:gd name="T47" fmla="*/ 30 h 154"/>
                    <a:gd name="T48" fmla="*/ 104 w 138"/>
                    <a:gd name="T49" fmla="*/ 30 h 154"/>
                    <a:gd name="T50" fmla="*/ 104 w 138"/>
                    <a:gd name="T51" fmla="*/ 38 h 154"/>
                    <a:gd name="T52" fmla="*/ 104 w 138"/>
                    <a:gd name="T53" fmla="*/ 40 h 154"/>
                    <a:gd name="T54" fmla="*/ 100 w 138"/>
                    <a:gd name="T55" fmla="*/ 44 h 154"/>
                    <a:gd name="T56" fmla="*/ 96 w 138"/>
                    <a:gd name="T57" fmla="*/ 48 h 154"/>
                    <a:gd name="T58" fmla="*/ 100 w 138"/>
                    <a:gd name="T59" fmla="*/ 52 h 154"/>
                    <a:gd name="T60" fmla="*/ 96 w 138"/>
                    <a:gd name="T61" fmla="*/ 56 h 154"/>
                    <a:gd name="T62" fmla="*/ 96 w 138"/>
                    <a:gd name="T63" fmla="*/ 60 h 154"/>
                    <a:gd name="T64" fmla="*/ 96 w 138"/>
                    <a:gd name="T65" fmla="*/ 64 h 154"/>
                    <a:gd name="T66" fmla="*/ 100 w 138"/>
                    <a:gd name="T67" fmla="*/ 70 h 154"/>
                    <a:gd name="T68" fmla="*/ 100 w 138"/>
                    <a:gd name="T69" fmla="*/ 74 h 154"/>
                    <a:gd name="T70" fmla="*/ 104 w 138"/>
                    <a:gd name="T71" fmla="*/ 74 h 154"/>
                    <a:gd name="T72" fmla="*/ 104 w 138"/>
                    <a:gd name="T73" fmla="*/ 78 h 154"/>
                    <a:gd name="T74" fmla="*/ 104 w 138"/>
                    <a:gd name="T75" fmla="*/ 82 h 154"/>
                    <a:gd name="T76" fmla="*/ 108 w 138"/>
                    <a:gd name="T77" fmla="*/ 82 h 154"/>
                    <a:gd name="T78" fmla="*/ 112 w 138"/>
                    <a:gd name="T79" fmla="*/ 86 h 154"/>
                    <a:gd name="T80" fmla="*/ 116 w 138"/>
                    <a:gd name="T81" fmla="*/ 90 h 154"/>
                    <a:gd name="T82" fmla="*/ 120 w 138"/>
                    <a:gd name="T83" fmla="*/ 94 h 154"/>
                    <a:gd name="T84" fmla="*/ 126 w 138"/>
                    <a:gd name="T85" fmla="*/ 98 h 154"/>
                    <a:gd name="T86" fmla="*/ 130 w 138"/>
                    <a:gd name="T87" fmla="*/ 104 h 154"/>
                    <a:gd name="T88" fmla="*/ 126 w 138"/>
                    <a:gd name="T89" fmla="*/ 116 h 154"/>
                    <a:gd name="T90" fmla="*/ 130 w 138"/>
                    <a:gd name="T91" fmla="*/ 120 h 154"/>
                    <a:gd name="T92" fmla="*/ 130 w 138"/>
                    <a:gd name="T93" fmla="*/ 130 h 154"/>
                    <a:gd name="T94" fmla="*/ 138 w 138"/>
                    <a:gd name="T95" fmla="*/ 134 h 154"/>
                    <a:gd name="T96" fmla="*/ 138 w 138"/>
                    <a:gd name="T97" fmla="*/ 138 h 154"/>
                    <a:gd name="T98" fmla="*/ 134 w 138"/>
                    <a:gd name="T99" fmla="*/ 138 h 154"/>
                    <a:gd name="T100" fmla="*/ 130 w 138"/>
                    <a:gd name="T101" fmla="*/ 138 h 154"/>
                    <a:gd name="T102" fmla="*/ 124 w 138"/>
                    <a:gd name="T103" fmla="*/ 134 h 154"/>
                    <a:gd name="T104" fmla="*/ 120 w 138"/>
                    <a:gd name="T105" fmla="*/ 138 h 154"/>
                    <a:gd name="T106" fmla="*/ 116 w 138"/>
                    <a:gd name="T107" fmla="*/ 150 h 154"/>
                    <a:gd name="T108" fmla="*/ 112 w 138"/>
                    <a:gd name="T109" fmla="*/ 154 h 154"/>
                    <a:gd name="T110" fmla="*/ 104 w 138"/>
                    <a:gd name="T111" fmla="*/ 154 h 154"/>
                    <a:gd name="T112" fmla="*/ 38 w 138"/>
                    <a:gd name="T113" fmla="*/ 112 h 154"/>
                    <a:gd name="T114" fmla="*/ 8 w 138"/>
                    <a:gd name="T115" fmla="*/ 98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8" h="154">
                      <a:moveTo>
                        <a:pt x="8" y="98"/>
                      </a:moveTo>
                      <a:lnTo>
                        <a:pt x="8" y="98"/>
                      </a:lnTo>
                      <a:lnTo>
                        <a:pt x="8" y="94"/>
                      </a:lnTo>
                      <a:lnTo>
                        <a:pt x="4" y="94"/>
                      </a:lnTo>
                      <a:lnTo>
                        <a:pt x="4" y="94"/>
                      </a:lnTo>
                      <a:lnTo>
                        <a:pt x="4" y="90"/>
                      </a:lnTo>
                      <a:lnTo>
                        <a:pt x="0" y="74"/>
                      </a:lnTo>
                      <a:lnTo>
                        <a:pt x="0" y="74"/>
                      </a:lnTo>
                      <a:lnTo>
                        <a:pt x="4" y="74"/>
                      </a:lnTo>
                      <a:lnTo>
                        <a:pt x="8" y="70"/>
                      </a:lnTo>
                      <a:lnTo>
                        <a:pt x="12" y="68"/>
                      </a:lnTo>
                      <a:lnTo>
                        <a:pt x="14" y="68"/>
                      </a:lnTo>
                      <a:lnTo>
                        <a:pt x="18" y="64"/>
                      </a:lnTo>
                      <a:lnTo>
                        <a:pt x="18" y="64"/>
                      </a:lnTo>
                      <a:lnTo>
                        <a:pt x="22" y="64"/>
                      </a:lnTo>
                      <a:lnTo>
                        <a:pt x="26" y="60"/>
                      </a:lnTo>
                      <a:lnTo>
                        <a:pt x="34" y="56"/>
                      </a:lnTo>
                      <a:lnTo>
                        <a:pt x="34" y="56"/>
                      </a:lnTo>
                      <a:lnTo>
                        <a:pt x="34" y="52"/>
                      </a:lnTo>
                      <a:lnTo>
                        <a:pt x="34" y="48"/>
                      </a:lnTo>
                      <a:lnTo>
                        <a:pt x="34" y="44"/>
                      </a:lnTo>
                      <a:lnTo>
                        <a:pt x="34" y="44"/>
                      </a:lnTo>
                      <a:lnTo>
                        <a:pt x="34" y="40"/>
                      </a:lnTo>
                      <a:lnTo>
                        <a:pt x="34" y="40"/>
                      </a:lnTo>
                      <a:lnTo>
                        <a:pt x="34" y="40"/>
                      </a:lnTo>
                      <a:lnTo>
                        <a:pt x="34" y="40"/>
                      </a:lnTo>
                      <a:lnTo>
                        <a:pt x="34" y="40"/>
                      </a:lnTo>
                      <a:lnTo>
                        <a:pt x="38" y="38"/>
                      </a:lnTo>
                      <a:lnTo>
                        <a:pt x="38" y="38"/>
                      </a:lnTo>
                      <a:lnTo>
                        <a:pt x="38" y="38"/>
                      </a:lnTo>
                      <a:lnTo>
                        <a:pt x="38" y="38"/>
                      </a:lnTo>
                      <a:lnTo>
                        <a:pt x="38" y="38"/>
                      </a:lnTo>
                      <a:lnTo>
                        <a:pt x="38" y="38"/>
                      </a:lnTo>
                      <a:lnTo>
                        <a:pt x="38" y="34"/>
                      </a:lnTo>
                      <a:lnTo>
                        <a:pt x="38" y="34"/>
                      </a:lnTo>
                      <a:lnTo>
                        <a:pt x="38" y="34"/>
                      </a:lnTo>
                      <a:lnTo>
                        <a:pt x="38" y="30"/>
                      </a:lnTo>
                      <a:lnTo>
                        <a:pt x="38" y="30"/>
                      </a:lnTo>
                      <a:lnTo>
                        <a:pt x="38" y="26"/>
                      </a:lnTo>
                      <a:lnTo>
                        <a:pt x="38" y="26"/>
                      </a:lnTo>
                      <a:lnTo>
                        <a:pt x="38" y="18"/>
                      </a:lnTo>
                      <a:lnTo>
                        <a:pt x="38" y="18"/>
                      </a:lnTo>
                      <a:lnTo>
                        <a:pt x="38" y="14"/>
                      </a:lnTo>
                      <a:lnTo>
                        <a:pt x="44" y="14"/>
                      </a:lnTo>
                      <a:lnTo>
                        <a:pt x="52" y="8"/>
                      </a:lnTo>
                      <a:lnTo>
                        <a:pt x="52" y="8"/>
                      </a:lnTo>
                      <a:lnTo>
                        <a:pt x="52" y="4"/>
                      </a:lnTo>
                      <a:lnTo>
                        <a:pt x="52" y="4"/>
                      </a:lnTo>
                      <a:lnTo>
                        <a:pt x="52" y="4"/>
                      </a:lnTo>
                      <a:lnTo>
                        <a:pt x="52" y="4"/>
                      </a:lnTo>
                      <a:lnTo>
                        <a:pt x="56" y="4"/>
                      </a:lnTo>
                      <a:lnTo>
                        <a:pt x="56" y="4"/>
                      </a:lnTo>
                      <a:lnTo>
                        <a:pt x="56" y="0"/>
                      </a:lnTo>
                      <a:lnTo>
                        <a:pt x="56" y="0"/>
                      </a:lnTo>
                      <a:lnTo>
                        <a:pt x="56" y="0"/>
                      </a:lnTo>
                      <a:lnTo>
                        <a:pt x="60" y="0"/>
                      </a:lnTo>
                      <a:lnTo>
                        <a:pt x="60" y="0"/>
                      </a:lnTo>
                      <a:lnTo>
                        <a:pt x="60" y="0"/>
                      </a:lnTo>
                      <a:lnTo>
                        <a:pt x="60" y="0"/>
                      </a:lnTo>
                      <a:lnTo>
                        <a:pt x="60" y="0"/>
                      </a:lnTo>
                      <a:lnTo>
                        <a:pt x="64" y="0"/>
                      </a:lnTo>
                      <a:lnTo>
                        <a:pt x="68" y="4"/>
                      </a:lnTo>
                      <a:lnTo>
                        <a:pt x="70" y="4"/>
                      </a:lnTo>
                      <a:lnTo>
                        <a:pt x="70" y="4"/>
                      </a:lnTo>
                      <a:lnTo>
                        <a:pt x="74" y="4"/>
                      </a:lnTo>
                      <a:lnTo>
                        <a:pt x="74" y="4"/>
                      </a:lnTo>
                      <a:lnTo>
                        <a:pt x="74" y="0"/>
                      </a:lnTo>
                      <a:lnTo>
                        <a:pt x="74" y="0"/>
                      </a:lnTo>
                      <a:lnTo>
                        <a:pt x="74" y="0"/>
                      </a:lnTo>
                      <a:lnTo>
                        <a:pt x="74" y="0"/>
                      </a:lnTo>
                      <a:lnTo>
                        <a:pt x="74" y="0"/>
                      </a:lnTo>
                      <a:lnTo>
                        <a:pt x="74" y="0"/>
                      </a:lnTo>
                      <a:lnTo>
                        <a:pt x="78" y="0"/>
                      </a:lnTo>
                      <a:lnTo>
                        <a:pt x="78" y="4"/>
                      </a:lnTo>
                      <a:lnTo>
                        <a:pt x="78" y="4"/>
                      </a:lnTo>
                      <a:lnTo>
                        <a:pt x="78" y="4"/>
                      </a:lnTo>
                      <a:lnTo>
                        <a:pt x="78" y="4"/>
                      </a:lnTo>
                      <a:lnTo>
                        <a:pt x="78" y="4"/>
                      </a:lnTo>
                      <a:lnTo>
                        <a:pt x="78" y="8"/>
                      </a:lnTo>
                      <a:lnTo>
                        <a:pt x="78" y="8"/>
                      </a:lnTo>
                      <a:lnTo>
                        <a:pt x="78" y="8"/>
                      </a:lnTo>
                      <a:lnTo>
                        <a:pt x="78" y="8"/>
                      </a:lnTo>
                      <a:lnTo>
                        <a:pt x="82" y="8"/>
                      </a:lnTo>
                      <a:lnTo>
                        <a:pt x="82" y="4"/>
                      </a:lnTo>
                      <a:lnTo>
                        <a:pt x="82" y="4"/>
                      </a:lnTo>
                      <a:lnTo>
                        <a:pt x="82" y="4"/>
                      </a:lnTo>
                      <a:lnTo>
                        <a:pt x="82" y="4"/>
                      </a:lnTo>
                      <a:lnTo>
                        <a:pt x="82" y="4"/>
                      </a:lnTo>
                      <a:lnTo>
                        <a:pt x="82" y="4"/>
                      </a:lnTo>
                      <a:lnTo>
                        <a:pt x="86" y="4"/>
                      </a:lnTo>
                      <a:lnTo>
                        <a:pt x="86" y="4"/>
                      </a:lnTo>
                      <a:lnTo>
                        <a:pt x="86" y="4"/>
                      </a:lnTo>
                      <a:lnTo>
                        <a:pt x="86" y="4"/>
                      </a:lnTo>
                      <a:lnTo>
                        <a:pt x="86" y="4"/>
                      </a:lnTo>
                      <a:lnTo>
                        <a:pt x="86" y="8"/>
                      </a:lnTo>
                      <a:lnTo>
                        <a:pt x="86" y="8"/>
                      </a:lnTo>
                      <a:lnTo>
                        <a:pt x="86" y="8"/>
                      </a:lnTo>
                      <a:lnTo>
                        <a:pt x="86" y="8"/>
                      </a:lnTo>
                      <a:lnTo>
                        <a:pt x="86" y="8"/>
                      </a:lnTo>
                      <a:lnTo>
                        <a:pt x="86" y="10"/>
                      </a:lnTo>
                      <a:lnTo>
                        <a:pt x="86" y="10"/>
                      </a:lnTo>
                      <a:lnTo>
                        <a:pt x="86" y="10"/>
                      </a:lnTo>
                      <a:lnTo>
                        <a:pt x="86" y="10"/>
                      </a:lnTo>
                      <a:lnTo>
                        <a:pt x="86" y="10"/>
                      </a:lnTo>
                      <a:lnTo>
                        <a:pt x="90" y="10"/>
                      </a:lnTo>
                      <a:lnTo>
                        <a:pt x="90" y="10"/>
                      </a:lnTo>
                      <a:lnTo>
                        <a:pt x="90" y="10"/>
                      </a:lnTo>
                      <a:lnTo>
                        <a:pt x="90" y="14"/>
                      </a:lnTo>
                      <a:lnTo>
                        <a:pt x="90" y="14"/>
                      </a:lnTo>
                      <a:lnTo>
                        <a:pt x="90" y="14"/>
                      </a:lnTo>
                      <a:lnTo>
                        <a:pt x="90" y="14"/>
                      </a:lnTo>
                      <a:lnTo>
                        <a:pt x="90" y="14"/>
                      </a:lnTo>
                      <a:lnTo>
                        <a:pt x="90" y="18"/>
                      </a:lnTo>
                      <a:lnTo>
                        <a:pt x="90" y="18"/>
                      </a:lnTo>
                      <a:lnTo>
                        <a:pt x="90" y="18"/>
                      </a:lnTo>
                      <a:lnTo>
                        <a:pt x="90" y="18"/>
                      </a:lnTo>
                      <a:lnTo>
                        <a:pt x="90" y="18"/>
                      </a:lnTo>
                      <a:lnTo>
                        <a:pt x="94" y="18"/>
                      </a:lnTo>
                      <a:lnTo>
                        <a:pt x="94" y="18"/>
                      </a:lnTo>
                      <a:lnTo>
                        <a:pt x="94" y="18"/>
                      </a:lnTo>
                      <a:lnTo>
                        <a:pt x="94" y="18"/>
                      </a:lnTo>
                      <a:lnTo>
                        <a:pt x="94" y="22"/>
                      </a:lnTo>
                      <a:lnTo>
                        <a:pt x="94" y="22"/>
                      </a:lnTo>
                      <a:lnTo>
                        <a:pt x="94" y="26"/>
                      </a:lnTo>
                      <a:lnTo>
                        <a:pt x="94" y="26"/>
                      </a:lnTo>
                      <a:lnTo>
                        <a:pt x="96" y="26"/>
                      </a:lnTo>
                      <a:lnTo>
                        <a:pt x="96" y="26"/>
                      </a:lnTo>
                      <a:lnTo>
                        <a:pt x="96" y="26"/>
                      </a:lnTo>
                      <a:lnTo>
                        <a:pt x="96" y="26"/>
                      </a:lnTo>
                      <a:lnTo>
                        <a:pt x="96" y="26"/>
                      </a:lnTo>
                      <a:lnTo>
                        <a:pt x="96" y="26"/>
                      </a:lnTo>
                      <a:lnTo>
                        <a:pt x="100" y="30"/>
                      </a:lnTo>
                      <a:lnTo>
                        <a:pt x="100" y="30"/>
                      </a:lnTo>
                      <a:lnTo>
                        <a:pt x="100" y="30"/>
                      </a:lnTo>
                      <a:lnTo>
                        <a:pt x="100" y="30"/>
                      </a:lnTo>
                      <a:lnTo>
                        <a:pt x="100" y="30"/>
                      </a:lnTo>
                      <a:lnTo>
                        <a:pt x="100" y="30"/>
                      </a:lnTo>
                      <a:lnTo>
                        <a:pt x="104" y="30"/>
                      </a:lnTo>
                      <a:lnTo>
                        <a:pt x="104" y="30"/>
                      </a:lnTo>
                      <a:lnTo>
                        <a:pt x="104" y="30"/>
                      </a:lnTo>
                      <a:lnTo>
                        <a:pt x="104" y="30"/>
                      </a:lnTo>
                      <a:lnTo>
                        <a:pt x="104" y="30"/>
                      </a:lnTo>
                      <a:lnTo>
                        <a:pt x="108" y="30"/>
                      </a:lnTo>
                      <a:lnTo>
                        <a:pt x="108" y="30"/>
                      </a:lnTo>
                      <a:lnTo>
                        <a:pt x="108" y="30"/>
                      </a:lnTo>
                      <a:lnTo>
                        <a:pt x="108" y="30"/>
                      </a:lnTo>
                      <a:lnTo>
                        <a:pt x="108" y="30"/>
                      </a:lnTo>
                      <a:lnTo>
                        <a:pt x="108" y="30"/>
                      </a:lnTo>
                      <a:lnTo>
                        <a:pt x="104" y="30"/>
                      </a:lnTo>
                      <a:lnTo>
                        <a:pt x="104" y="30"/>
                      </a:lnTo>
                      <a:lnTo>
                        <a:pt x="104" y="30"/>
                      </a:lnTo>
                      <a:lnTo>
                        <a:pt x="104" y="30"/>
                      </a:lnTo>
                      <a:lnTo>
                        <a:pt x="104" y="34"/>
                      </a:lnTo>
                      <a:lnTo>
                        <a:pt x="100" y="34"/>
                      </a:lnTo>
                      <a:lnTo>
                        <a:pt x="104" y="38"/>
                      </a:lnTo>
                      <a:lnTo>
                        <a:pt x="104" y="38"/>
                      </a:lnTo>
                      <a:lnTo>
                        <a:pt x="104" y="38"/>
                      </a:lnTo>
                      <a:lnTo>
                        <a:pt x="104" y="38"/>
                      </a:lnTo>
                      <a:lnTo>
                        <a:pt x="104" y="40"/>
                      </a:lnTo>
                      <a:lnTo>
                        <a:pt x="104" y="40"/>
                      </a:lnTo>
                      <a:lnTo>
                        <a:pt x="104" y="40"/>
                      </a:lnTo>
                      <a:lnTo>
                        <a:pt x="104" y="40"/>
                      </a:lnTo>
                      <a:lnTo>
                        <a:pt x="104" y="44"/>
                      </a:lnTo>
                      <a:lnTo>
                        <a:pt x="104" y="44"/>
                      </a:lnTo>
                      <a:lnTo>
                        <a:pt x="100" y="44"/>
                      </a:lnTo>
                      <a:lnTo>
                        <a:pt x="100" y="44"/>
                      </a:lnTo>
                      <a:lnTo>
                        <a:pt x="100" y="44"/>
                      </a:lnTo>
                      <a:lnTo>
                        <a:pt x="100" y="44"/>
                      </a:lnTo>
                      <a:lnTo>
                        <a:pt x="100" y="44"/>
                      </a:lnTo>
                      <a:lnTo>
                        <a:pt x="100" y="48"/>
                      </a:lnTo>
                      <a:lnTo>
                        <a:pt x="100" y="44"/>
                      </a:lnTo>
                      <a:lnTo>
                        <a:pt x="100" y="48"/>
                      </a:lnTo>
                      <a:lnTo>
                        <a:pt x="100" y="48"/>
                      </a:lnTo>
                      <a:lnTo>
                        <a:pt x="96" y="48"/>
                      </a:lnTo>
                      <a:lnTo>
                        <a:pt x="96" y="48"/>
                      </a:lnTo>
                      <a:lnTo>
                        <a:pt x="96" y="48"/>
                      </a:lnTo>
                      <a:lnTo>
                        <a:pt x="96" y="48"/>
                      </a:lnTo>
                      <a:lnTo>
                        <a:pt x="96" y="52"/>
                      </a:lnTo>
                      <a:lnTo>
                        <a:pt x="96" y="52"/>
                      </a:lnTo>
                      <a:lnTo>
                        <a:pt x="100" y="52"/>
                      </a:lnTo>
                      <a:lnTo>
                        <a:pt x="96" y="52"/>
                      </a:lnTo>
                      <a:lnTo>
                        <a:pt x="96" y="52"/>
                      </a:lnTo>
                      <a:lnTo>
                        <a:pt x="96" y="52"/>
                      </a:lnTo>
                      <a:lnTo>
                        <a:pt x="94" y="56"/>
                      </a:lnTo>
                      <a:lnTo>
                        <a:pt x="96" y="56"/>
                      </a:lnTo>
                      <a:lnTo>
                        <a:pt x="96" y="56"/>
                      </a:lnTo>
                      <a:lnTo>
                        <a:pt x="96" y="56"/>
                      </a:lnTo>
                      <a:lnTo>
                        <a:pt x="96" y="56"/>
                      </a:lnTo>
                      <a:lnTo>
                        <a:pt x="96" y="56"/>
                      </a:lnTo>
                      <a:lnTo>
                        <a:pt x="96" y="60"/>
                      </a:lnTo>
                      <a:lnTo>
                        <a:pt x="96" y="60"/>
                      </a:lnTo>
                      <a:lnTo>
                        <a:pt x="96" y="60"/>
                      </a:lnTo>
                      <a:lnTo>
                        <a:pt x="96" y="64"/>
                      </a:lnTo>
                      <a:lnTo>
                        <a:pt x="94" y="64"/>
                      </a:lnTo>
                      <a:lnTo>
                        <a:pt x="94" y="64"/>
                      </a:lnTo>
                      <a:lnTo>
                        <a:pt x="94" y="64"/>
                      </a:lnTo>
                      <a:lnTo>
                        <a:pt x="96" y="64"/>
                      </a:lnTo>
                      <a:lnTo>
                        <a:pt x="96" y="64"/>
                      </a:lnTo>
                      <a:lnTo>
                        <a:pt x="96" y="68"/>
                      </a:lnTo>
                      <a:lnTo>
                        <a:pt x="96" y="68"/>
                      </a:lnTo>
                      <a:lnTo>
                        <a:pt x="96" y="68"/>
                      </a:lnTo>
                      <a:lnTo>
                        <a:pt x="96" y="70"/>
                      </a:lnTo>
                      <a:lnTo>
                        <a:pt x="100" y="70"/>
                      </a:lnTo>
                      <a:lnTo>
                        <a:pt x="100" y="70"/>
                      </a:lnTo>
                      <a:lnTo>
                        <a:pt x="100" y="70"/>
                      </a:lnTo>
                      <a:lnTo>
                        <a:pt x="100" y="70"/>
                      </a:lnTo>
                      <a:lnTo>
                        <a:pt x="100" y="70"/>
                      </a:lnTo>
                      <a:lnTo>
                        <a:pt x="100" y="70"/>
                      </a:lnTo>
                      <a:lnTo>
                        <a:pt x="100" y="70"/>
                      </a:lnTo>
                      <a:lnTo>
                        <a:pt x="100" y="74"/>
                      </a:lnTo>
                      <a:lnTo>
                        <a:pt x="100" y="74"/>
                      </a:lnTo>
                      <a:lnTo>
                        <a:pt x="100" y="74"/>
                      </a:lnTo>
                      <a:lnTo>
                        <a:pt x="104" y="74"/>
                      </a:lnTo>
                      <a:lnTo>
                        <a:pt x="104" y="74"/>
                      </a:lnTo>
                      <a:lnTo>
                        <a:pt x="104" y="74"/>
                      </a:lnTo>
                      <a:lnTo>
                        <a:pt x="104" y="74"/>
                      </a:lnTo>
                      <a:lnTo>
                        <a:pt x="104" y="74"/>
                      </a:lnTo>
                      <a:lnTo>
                        <a:pt x="104" y="74"/>
                      </a:lnTo>
                      <a:lnTo>
                        <a:pt x="104" y="78"/>
                      </a:lnTo>
                      <a:lnTo>
                        <a:pt x="104" y="78"/>
                      </a:lnTo>
                      <a:lnTo>
                        <a:pt x="104" y="78"/>
                      </a:lnTo>
                      <a:lnTo>
                        <a:pt x="104" y="78"/>
                      </a:lnTo>
                      <a:lnTo>
                        <a:pt x="104" y="82"/>
                      </a:lnTo>
                      <a:lnTo>
                        <a:pt x="104" y="82"/>
                      </a:lnTo>
                      <a:lnTo>
                        <a:pt x="104" y="82"/>
                      </a:lnTo>
                      <a:lnTo>
                        <a:pt x="104" y="82"/>
                      </a:lnTo>
                      <a:lnTo>
                        <a:pt x="104" y="82"/>
                      </a:lnTo>
                      <a:lnTo>
                        <a:pt x="104" y="82"/>
                      </a:lnTo>
                      <a:lnTo>
                        <a:pt x="104" y="82"/>
                      </a:lnTo>
                      <a:lnTo>
                        <a:pt x="108" y="82"/>
                      </a:lnTo>
                      <a:lnTo>
                        <a:pt x="108" y="82"/>
                      </a:lnTo>
                      <a:lnTo>
                        <a:pt x="108" y="82"/>
                      </a:lnTo>
                      <a:lnTo>
                        <a:pt x="108" y="82"/>
                      </a:lnTo>
                      <a:lnTo>
                        <a:pt x="108" y="82"/>
                      </a:lnTo>
                      <a:lnTo>
                        <a:pt x="108" y="82"/>
                      </a:lnTo>
                      <a:lnTo>
                        <a:pt x="112" y="86"/>
                      </a:lnTo>
                      <a:lnTo>
                        <a:pt x="112" y="86"/>
                      </a:lnTo>
                      <a:lnTo>
                        <a:pt x="112" y="86"/>
                      </a:lnTo>
                      <a:lnTo>
                        <a:pt x="112" y="86"/>
                      </a:lnTo>
                      <a:lnTo>
                        <a:pt x="112" y="86"/>
                      </a:lnTo>
                      <a:lnTo>
                        <a:pt x="116" y="90"/>
                      </a:lnTo>
                      <a:lnTo>
                        <a:pt x="116" y="90"/>
                      </a:lnTo>
                      <a:lnTo>
                        <a:pt x="116" y="90"/>
                      </a:lnTo>
                      <a:lnTo>
                        <a:pt x="116" y="90"/>
                      </a:lnTo>
                      <a:lnTo>
                        <a:pt x="116" y="90"/>
                      </a:lnTo>
                      <a:lnTo>
                        <a:pt x="116" y="90"/>
                      </a:lnTo>
                      <a:lnTo>
                        <a:pt x="120" y="90"/>
                      </a:lnTo>
                      <a:lnTo>
                        <a:pt x="120" y="90"/>
                      </a:lnTo>
                      <a:lnTo>
                        <a:pt x="120" y="94"/>
                      </a:lnTo>
                      <a:lnTo>
                        <a:pt x="120" y="94"/>
                      </a:lnTo>
                      <a:lnTo>
                        <a:pt x="120" y="94"/>
                      </a:lnTo>
                      <a:lnTo>
                        <a:pt x="120" y="94"/>
                      </a:lnTo>
                      <a:lnTo>
                        <a:pt x="120" y="94"/>
                      </a:lnTo>
                      <a:lnTo>
                        <a:pt x="124" y="94"/>
                      </a:lnTo>
                      <a:lnTo>
                        <a:pt x="124" y="94"/>
                      </a:lnTo>
                      <a:lnTo>
                        <a:pt x="124" y="94"/>
                      </a:lnTo>
                      <a:lnTo>
                        <a:pt x="124" y="98"/>
                      </a:lnTo>
                      <a:lnTo>
                        <a:pt x="126" y="98"/>
                      </a:lnTo>
                      <a:lnTo>
                        <a:pt x="126" y="100"/>
                      </a:lnTo>
                      <a:lnTo>
                        <a:pt x="126" y="100"/>
                      </a:lnTo>
                      <a:lnTo>
                        <a:pt x="126" y="104"/>
                      </a:lnTo>
                      <a:lnTo>
                        <a:pt x="130" y="104"/>
                      </a:lnTo>
                      <a:lnTo>
                        <a:pt x="130" y="104"/>
                      </a:lnTo>
                      <a:lnTo>
                        <a:pt x="130" y="104"/>
                      </a:lnTo>
                      <a:lnTo>
                        <a:pt x="126" y="108"/>
                      </a:lnTo>
                      <a:lnTo>
                        <a:pt x="126" y="108"/>
                      </a:lnTo>
                      <a:lnTo>
                        <a:pt x="126" y="112"/>
                      </a:lnTo>
                      <a:lnTo>
                        <a:pt x="126" y="112"/>
                      </a:lnTo>
                      <a:lnTo>
                        <a:pt x="126" y="112"/>
                      </a:lnTo>
                      <a:lnTo>
                        <a:pt x="126" y="116"/>
                      </a:lnTo>
                      <a:lnTo>
                        <a:pt x="126" y="116"/>
                      </a:lnTo>
                      <a:lnTo>
                        <a:pt x="126" y="116"/>
                      </a:lnTo>
                      <a:lnTo>
                        <a:pt x="126" y="116"/>
                      </a:lnTo>
                      <a:lnTo>
                        <a:pt x="126" y="120"/>
                      </a:lnTo>
                      <a:lnTo>
                        <a:pt x="130" y="120"/>
                      </a:lnTo>
                      <a:lnTo>
                        <a:pt x="130" y="120"/>
                      </a:lnTo>
                      <a:lnTo>
                        <a:pt x="130" y="120"/>
                      </a:lnTo>
                      <a:lnTo>
                        <a:pt x="130" y="120"/>
                      </a:lnTo>
                      <a:lnTo>
                        <a:pt x="130" y="128"/>
                      </a:lnTo>
                      <a:lnTo>
                        <a:pt x="130" y="128"/>
                      </a:lnTo>
                      <a:lnTo>
                        <a:pt x="130" y="128"/>
                      </a:lnTo>
                      <a:lnTo>
                        <a:pt x="130" y="130"/>
                      </a:lnTo>
                      <a:lnTo>
                        <a:pt x="134" y="130"/>
                      </a:lnTo>
                      <a:lnTo>
                        <a:pt x="134" y="130"/>
                      </a:lnTo>
                      <a:lnTo>
                        <a:pt x="134" y="130"/>
                      </a:lnTo>
                      <a:lnTo>
                        <a:pt x="134" y="130"/>
                      </a:lnTo>
                      <a:lnTo>
                        <a:pt x="138" y="134"/>
                      </a:lnTo>
                      <a:lnTo>
                        <a:pt x="138" y="134"/>
                      </a:lnTo>
                      <a:lnTo>
                        <a:pt x="138" y="134"/>
                      </a:lnTo>
                      <a:lnTo>
                        <a:pt x="138" y="138"/>
                      </a:lnTo>
                      <a:lnTo>
                        <a:pt x="138" y="138"/>
                      </a:lnTo>
                      <a:lnTo>
                        <a:pt x="138" y="138"/>
                      </a:lnTo>
                      <a:lnTo>
                        <a:pt x="138" y="138"/>
                      </a:lnTo>
                      <a:lnTo>
                        <a:pt x="138" y="138"/>
                      </a:lnTo>
                      <a:lnTo>
                        <a:pt x="138" y="138"/>
                      </a:lnTo>
                      <a:lnTo>
                        <a:pt x="138" y="138"/>
                      </a:lnTo>
                      <a:lnTo>
                        <a:pt x="134" y="138"/>
                      </a:lnTo>
                      <a:lnTo>
                        <a:pt x="134" y="138"/>
                      </a:lnTo>
                      <a:lnTo>
                        <a:pt x="134" y="138"/>
                      </a:lnTo>
                      <a:lnTo>
                        <a:pt x="134" y="138"/>
                      </a:lnTo>
                      <a:lnTo>
                        <a:pt x="134" y="138"/>
                      </a:lnTo>
                      <a:lnTo>
                        <a:pt x="134" y="138"/>
                      </a:lnTo>
                      <a:lnTo>
                        <a:pt x="134" y="138"/>
                      </a:lnTo>
                      <a:lnTo>
                        <a:pt x="134" y="138"/>
                      </a:lnTo>
                      <a:lnTo>
                        <a:pt x="130" y="138"/>
                      </a:lnTo>
                      <a:lnTo>
                        <a:pt x="130" y="138"/>
                      </a:lnTo>
                      <a:lnTo>
                        <a:pt x="130" y="138"/>
                      </a:lnTo>
                      <a:lnTo>
                        <a:pt x="130" y="138"/>
                      </a:lnTo>
                      <a:lnTo>
                        <a:pt x="126" y="134"/>
                      </a:lnTo>
                      <a:lnTo>
                        <a:pt x="124" y="134"/>
                      </a:lnTo>
                      <a:lnTo>
                        <a:pt x="124" y="134"/>
                      </a:lnTo>
                      <a:lnTo>
                        <a:pt x="124" y="134"/>
                      </a:lnTo>
                      <a:lnTo>
                        <a:pt x="120" y="138"/>
                      </a:lnTo>
                      <a:lnTo>
                        <a:pt x="120" y="138"/>
                      </a:lnTo>
                      <a:lnTo>
                        <a:pt x="120" y="138"/>
                      </a:lnTo>
                      <a:lnTo>
                        <a:pt x="120" y="138"/>
                      </a:lnTo>
                      <a:lnTo>
                        <a:pt x="120" y="138"/>
                      </a:lnTo>
                      <a:lnTo>
                        <a:pt x="120" y="138"/>
                      </a:lnTo>
                      <a:lnTo>
                        <a:pt x="120" y="142"/>
                      </a:lnTo>
                      <a:lnTo>
                        <a:pt x="116" y="146"/>
                      </a:lnTo>
                      <a:lnTo>
                        <a:pt x="116" y="146"/>
                      </a:lnTo>
                      <a:lnTo>
                        <a:pt x="116" y="146"/>
                      </a:lnTo>
                      <a:lnTo>
                        <a:pt x="116" y="146"/>
                      </a:lnTo>
                      <a:lnTo>
                        <a:pt x="116" y="150"/>
                      </a:lnTo>
                      <a:lnTo>
                        <a:pt x="116" y="150"/>
                      </a:lnTo>
                      <a:lnTo>
                        <a:pt x="112" y="150"/>
                      </a:lnTo>
                      <a:lnTo>
                        <a:pt x="112" y="154"/>
                      </a:lnTo>
                      <a:lnTo>
                        <a:pt x="112" y="154"/>
                      </a:lnTo>
                      <a:lnTo>
                        <a:pt x="112" y="154"/>
                      </a:lnTo>
                      <a:lnTo>
                        <a:pt x="112" y="154"/>
                      </a:lnTo>
                      <a:lnTo>
                        <a:pt x="112" y="154"/>
                      </a:lnTo>
                      <a:lnTo>
                        <a:pt x="112" y="154"/>
                      </a:lnTo>
                      <a:lnTo>
                        <a:pt x="112" y="154"/>
                      </a:lnTo>
                      <a:lnTo>
                        <a:pt x="112" y="154"/>
                      </a:lnTo>
                      <a:lnTo>
                        <a:pt x="108" y="154"/>
                      </a:lnTo>
                      <a:lnTo>
                        <a:pt x="104" y="154"/>
                      </a:lnTo>
                      <a:lnTo>
                        <a:pt x="86" y="154"/>
                      </a:lnTo>
                      <a:lnTo>
                        <a:pt x="70" y="138"/>
                      </a:lnTo>
                      <a:lnTo>
                        <a:pt x="60" y="130"/>
                      </a:lnTo>
                      <a:lnTo>
                        <a:pt x="60" y="128"/>
                      </a:lnTo>
                      <a:lnTo>
                        <a:pt x="48" y="116"/>
                      </a:lnTo>
                      <a:lnTo>
                        <a:pt x="38" y="112"/>
                      </a:lnTo>
                      <a:lnTo>
                        <a:pt x="22" y="100"/>
                      </a:lnTo>
                      <a:lnTo>
                        <a:pt x="18" y="100"/>
                      </a:lnTo>
                      <a:lnTo>
                        <a:pt x="12" y="98"/>
                      </a:lnTo>
                      <a:lnTo>
                        <a:pt x="8" y="98"/>
                      </a:lnTo>
                      <a:lnTo>
                        <a:pt x="8" y="98"/>
                      </a:lnTo>
                      <a:lnTo>
                        <a:pt x="8" y="98"/>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64" name="Freeform 31">
                  <a:extLst>
                    <a:ext uri="{FF2B5EF4-FFF2-40B4-BE49-F238E27FC236}">
                      <a16:creationId xmlns:a16="http://schemas.microsoft.com/office/drawing/2014/main" id="{F2DE9E40-E4D0-FD8A-86D7-26607CEC7E2B}"/>
                    </a:ext>
                  </a:extLst>
                </p:cNvPr>
                <p:cNvSpPr>
                  <a:spLocks noEditPoints="1"/>
                </p:cNvSpPr>
                <p:nvPr/>
              </p:nvSpPr>
              <p:spPr bwMode="gray">
                <a:xfrm>
                  <a:off x="5641758" y="3503967"/>
                  <a:ext cx="31307" cy="118270"/>
                </a:xfrm>
                <a:custGeom>
                  <a:avLst/>
                  <a:gdLst>
                    <a:gd name="T0" fmla="*/ 14 w 18"/>
                    <a:gd name="T1" fmla="*/ 46 h 68"/>
                    <a:gd name="T2" fmla="*/ 14 w 18"/>
                    <a:gd name="T3" fmla="*/ 50 h 68"/>
                    <a:gd name="T4" fmla="*/ 12 w 18"/>
                    <a:gd name="T5" fmla="*/ 56 h 68"/>
                    <a:gd name="T6" fmla="*/ 12 w 18"/>
                    <a:gd name="T7" fmla="*/ 60 h 68"/>
                    <a:gd name="T8" fmla="*/ 12 w 18"/>
                    <a:gd name="T9" fmla="*/ 60 h 68"/>
                    <a:gd name="T10" fmla="*/ 12 w 18"/>
                    <a:gd name="T11" fmla="*/ 68 h 68"/>
                    <a:gd name="T12" fmla="*/ 8 w 18"/>
                    <a:gd name="T13" fmla="*/ 68 h 68"/>
                    <a:gd name="T14" fmla="*/ 8 w 18"/>
                    <a:gd name="T15" fmla="*/ 68 h 68"/>
                    <a:gd name="T16" fmla="*/ 4 w 18"/>
                    <a:gd name="T17" fmla="*/ 52 h 68"/>
                    <a:gd name="T18" fmla="*/ 4 w 18"/>
                    <a:gd name="T19" fmla="*/ 46 h 68"/>
                    <a:gd name="T20" fmla="*/ 0 w 18"/>
                    <a:gd name="T21" fmla="*/ 38 h 68"/>
                    <a:gd name="T22" fmla="*/ 4 w 18"/>
                    <a:gd name="T23" fmla="*/ 34 h 68"/>
                    <a:gd name="T24" fmla="*/ 4 w 18"/>
                    <a:gd name="T25" fmla="*/ 30 h 68"/>
                    <a:gd name="T26" fmla="*/ 4 w 18"/>
                    <a:gd name="T27" fmla="*/ 26 h 68"/>
                    <a:gd name="T28" fmla="*/ 8 w 18"/>
                    <a:gd name="T29" fmla="*/ 22 h 68"/>
                    <a:gd name="T30" fmla="*/ 8 w 18"/>
                    <a:gd name="T31" fmla="*/ 20 h 68"/>
                    <a:gd name="T32" fmla="*/ 12 w 18"/>
                    <a:gd name="T33" fmla="*/ 8 h 68"/>
                    <a:gd name="T34" fmla="*/ 12 w 18"/>
                    <a:gd name="T35" fmla="*/ 8 h 68"/>
                    <a:gd name="T36" fmla="*/ 12 w 18"/>
                    <a:gd name="T37" fmla="*/ 8 h 68"/>
                    <a:gd name="T38" fmla="*/ 12 w 18"/>
                    <a:gd name="T39" fmla="*/ 4 h 68"/>
                    <a:gd name="T40" fmla="*/ 14 w 18"/>
                    <a:gd name="T41" fmla="*/ 4 h 68"/>
                    <a:gd name="T42" fmla="*/ 18 w 18"/>
                    <a:gd name="T43" fmla="*/ 4 h 68"/>
                    <a:gd name="T44" fmla="*/ 18 w 18"/>
                    <a:gd name="T45" fmla="*/ 0 h 68"/>
                    <a:gd name="T46" fmla="*/ 18 w 18"/>
                    <a:gd name="T47" fmla="*/ 0 h 68"/>
                    <a:gd name="T48" fmla="*/ 18 w 18"/>
                    <a:gd name="T49" fmla="*/ 0 h 68"/>
                    <a:gd name="T50" fmla="*/ 18 w 18"/>
                    <a:gd name="T51" fmla="*/ 4 h 68"/>
                    <a:gd name="T52" fmla="*/ 18 w 18"/>
                    <a:gd name="T53" fmla="*/ 8 h 68"/>
                    <a:gd name="T54" fmla="*/ 18 w 18"/>
                    <a:gd name="T55" fmla="*/ 8 h 68"/>
                    <a:gd name="T56" fmla="*/ 18 w 18"/>
                    <a:gd name="T57" fmla="*/ 12 h 68"/>
                    <a:gd name="T58" fmla="*/ 18 w 18"/>
                    <a:gd name="T59" fmla="*/ 16 h 68"/>
                    <a:gd name="T60" fmla="*/ 14 w 18"/>
                    <a:gd name="T61" fmla="*/ 12 h 68"/>
                    <a:gd name="T62" fmla="*/ 14 w 18"/>
                    <a:gd name="T63" fmla="*/ 12 h 68"/>
                    <a:gd name="T64" fmla="*/ 12 w 18"/>
                    <a:gd name="T65" fmla="*/ 16 h 68"/>
                    <a:gd name="T66" fmla="*/ 12 w 18"/>
                    <a:gd name="T67" fmla="*/ 20 h 68"/>
                    <a:gd name="T68" fmla="*/ 12 w 18"/>
                    <a:gd name="T69" fmla="*/ 22 h 68"/>
                    <a:gd name="T70" fmla="*/ 12 w 18"/>
                    <a:gd name="T71" fmla="*/ 26 h 68"/>
                    <a:gd name="T72" fmla="*/ 12 w 18"/>
                    <a:gd name="T73" fmla="*/ 26 h 68"/>
                    <a:gd name="T74" fmla="*/ 12 w 18"/>
                    <a:gd name="T75" fmla="*/ 26 h 68"/>
                    <a:gd name="T76" fmla="*/ 12 w 18"/>
                    <a:gd name="T77" fmla="*/ 30 h 68"/>
                    <a:gd name="T78" fmla="*/ 8 w 18"/>
                    <a:gd name="T79" fmla="*/ 34 h 68"/>
                    <a:gd name="T80" fmla="*/ 12 w 18"/>
                    <a:gd name="T81" fmla="*/ 34 h 68"/>
                    <a:gd name="T82" fmla="*/ 14 w 18"/>
                    <a:gd name="T83" fmla="*/ 34 h 68"/>
                    <a:gd name="T84" fmla="*/ 18 w 18"/>
                    <a:gd name="T85" fmla="*/ 30 h 68"/>
                    <a:gd name="T86" fmla="*/ 18 w 18"/>
                    <a:gd name="T87" fmla="*/ 34 h 68"/>
                    <a:gd name="T88" fmla="*/ 18 w 18"/>
                    <a:gd name="T89" fmla="*/ 38 h 68"/>
                    <a:gd name="T90" fmla="*/ 14 w 18"/>
                    <a:gd name="T91" fmla="*/ 42 h 68"/>
                    <a:gd name="T92" fmla="*/ 14 w 18"/>
                    <a:gd name="T93" fmla="*/ 26 h 68"/>
                    <a:gd name="T94" fmla="*/ 14 w 18"/>
                    <a:gd name="T95" fmla="*/ 26 h 68"/>
                    <a:gd name="T96" fmla="*/ 14 w 18"/>
                    <a:gd name="T97" fmla="*/ 26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8" h="68">
                      <a:moveTo>
                        <a:pt x="14" y="42"/>
                      </a:moveTo>
                      <a:lnTo>
                        <a:pt x="14" y="42"/>
                      </a:lnTo>
                      <a:lnTo>
                        <a:pt x="14" y="42"/>
                      </a:lnTo>
                      <a:lnTo>
                        <a:pt x="14" y="46"/>
                      </a:lnTo>
                      <a:lnTo>
                        <a:pt x="14" y="46"/>
                      </a:lnTo>
                      <a:lnTo>
                        <a:pt x="14" y="46"/>
                      </a:lnTo>
                      <a:lnTo>
                        <a:pt x="14" y="50"/>
                      </a:lnTo>
                      <a:lnTo>
                        <a:pt x="14" y="50"/>
                      </a:lnTo>
                      <a:lnTo>
                        <a:pt x="12" y="52"/>
                      </a:lnTo>
                      <a:lnTo>
                        <a:pt x="12" y="52"/>
                      </a:lnTo>
                      <a:lnTo>
                        <a:pt x="12" y="52"/>
                      </a:lnTo>
                      <a:lnTo>
                        <a:pt x="12" y="56"/>
                      </a:lnTo>
                      <a:lnTo>
                        <a:pt x="12" y="56"/>
                      </a:lnTo>
                      <a:lnTo>
                        <a:pt x="12" y="56"/>
                      </a:lnTo>
                      <a:lnTo>
                        <a:pt x="12" y="60"/>
                      </a:lnTo>
                      <a:lnTo>
                        <a:pt x="12" y="60"/>
                      </a:lnTo>
                      <a:lnTo>
                        <a:pt x="12" y="60"/>
                      </a:lnTo>
                      <a:lnTo>
                        <a:pt x="12" y="60"/>
                      </a:lnTo>
                      <a:lnTo>
                        <a:pt x="12" y="60"/>
                      </a:lnTo>
                      <a:lnTo>
                        <a:pt x="12" y="60"/>
                      </a:lnTo>
                      <a:lnTo>
                        <a:pt x="12" y="68"/>
                      </a:lnTo>
                      <a:lnTo>
                        <a:pt x="12" y="68"/>
                      </a:lnTo>
                      <a:lnTo>
                        <a:pt x="12" y="68"/>
                      </a:lnTo>
                      <a:lnTo>
                        <a:pt x="12" y="68"/>
                      </a:lnTo>
                      <a:lnTo>
                        <a:pt x="12" y="68"/>
                      </a:lnTo>
                      <a:lnTo>
                        <a:pt x="12" y="68"/>
                      </a:lnTo>
                      <a:lnTo>
                        <a:pt x="12" y="68"/>
                      </a:lnTo>
                      <a:lnTo>
                        <a:pt x="8" y="68"/>
                      </a:lnTo>
                      <a:lnTo>
                        <a:pt x="8" y="68"/>
                      </a:lnTo>
                      <a:lnTo>
                        <a:pt x="8" y="68"/>
                      </a:lnTo>
                      <a:lnTo>
                        <a:pt x="8" y="68"/>
                      </a:lnTo>
                      <a:lnTo>
                        <a:pt x="8" y="68"/>
                      </a:lnTo>
                      <a:lnTo>
                        <a:pt x="8" y="64"/>
                      </a:lnTo>
                      <a:lnTo>
                        <a:pt x="8" y="60"/>
                      </a:lnTo>
                      <a:lnTo>
                        <a:pt x="8" y="56"/>
                      </a:lnTo>
                      <a:lnTo>
                        <a:pt x="4" y="52"/>
                      </a:lnTo>
                      <a:lnTo>
                        <a:pt x="4" y="52"/>
                      </a:lnTo>
                      <a:lnTo>
                        <a:pt x="4" y="52"/>
                      </a:lnTo>
                      <a:lnTo>
                        <a:pt x="4" y="50"/>
                      </a:lnTo>
                      <a:lnTo>
                        <a:pt x="4" y="46"/>
                      </a:lnTo>
                      <a:lnTo>
                        <a:pt x="4" y="46"/>
                      </a:lnTo>
                      <a:lnTo>
                        <a:pt x="0" y="38"/>
                      </a:lnTo>
                      <a:lnTo>
                        <a:pt x="0" y="38"/>
                      </a:lnTo>
                      <a:lnTo>
                        <a:pt x="0" y="38"/>
                      </a:lnTo>
                      <a:lnTo>
                        <a:pt x="0" y="34"/>
                      </a:lnTo>
                      <a:lnTo>
                        <a:pt x="0" y="34"/>
                      </a:lnTo>
                      <a:lnTo>
                        <a:pt x="4" y="34"/>
                      </a:lnTo>
                      <a:lnTo>
                        <a:pt x="4" y="34"/>
                      </a:lnTo>
                      <a:lnTo>
                        <a:pt x="4" y="30"/>
                      </a:lnTo>
                      <a:lnTo>
                        <a:pt x="4" y="30"/>
                      </a:lnTo>
                      <a:lnTo>
                        <a:pt x="4" y="30"/>
                      </a:lnTo>
                      <a:lnTo>
                        <a:pt x="4" y="30"/>
                      </a:lnTo>
                      <a:lnTo>
                        <a:pt x="4" y="30"/>
                      </a:lnTo>
                      <a:lnTo>
                        <a:pt x="4" y="30"/>
                      </a:lnTo>
                      <a:lnTo>
                        <a:pt x="4" y="30"/>
                      </a:lnTo>
                      <a:lnTo>
                        <a:pt x="4" y="26"/>
                      </a:lnTo>
                      <a:lnTo>
                        <a:pt x="8" y="26"/>
                      </a:lnTo>
                      <a:lnTo>
                        <a:pt x="8" y="22"/>
                      </a:lnTo>
                      <a:lnTo>
                        <a:pt x="8" y="22"/>
                      </a:lnTo>
                      <a:lnTo>
                        <a:pt x="8" y="22"/>
                      </a:lnTo>
                      <a:lnTo>
                        <a:pt x="8" y="20"/>
                      </a:lnTo>
                      <a:lnTo>
                        <a:pt x="8" y="20"/>
                      </a:lnTo>
                      <a:lnTo>
                        <a:pt x="8" y="20"/>
                      </a:lnTo>
                      <a:lnTo>
                        <a:pt x="8" y="20"/>
                      </a:lnTo>
                      <a:lnTo>
                        <a:pt x="8" y="16"/>
                      </a:lnTo>
                      <a:lnTo>
                        <a:pt x="8" y="16"/>
                      </a:lnTo>
                      <a:lnTo>
                        <a:pt x="8" y="12"/>
                      </a:lnTo>
                      <a:lnTo>
                        <a:pt x="12" y="8"/>
                      </a:lnTo>
                      <a:lnTo>
                        <a:pt x="12" y="8"/>
                      </a:lnTo>
                      <a:lnTo>
                        <a:pt x="12" y="8"/>
                      </a:lnTo>
                      <a:lnTo>
                        <a:pt x="12" y="8"/>
                      </a:lnTo>
                      <a:lnTo>
                        <a:pt x="12" y="8"/>
                      </a:lnTo>
                      <a:lnTo>
                        <a:pt x="12" y="8"/>
                      </a:lnTo>
                      <a:lnTo>
                        <a:pt x="12" y="8"/>
                      </a:lnTo>
                      <a:lnTo>
                        <a:pt x="12" y="8"/>
                      </a:lnTo>
                      <a:lnTo>
                        <a:pt x="12" y="8"/>
                      </a:lnTo>
                      <a:lnTo>
                        <a:pt x="12" y="4"/>
                      </a:lnTo>
                      <a:lnTo>
                        <a:pt x="12" y="4"/>
                      </a:lnTo>
                      <a:lnTo>
                        <a:pt x="12" y="4"/>
                      </a:lnTo>
                      <a:lnTo>
                        <a:pt x="12" y="4"/>
                      </a:lnTo>
                      <a:lnTo>
                        <a:pt x="12" y="4"/>
                      </a:lnTo>
                      <a:lnTo>
                        <a:pt x="12" y="4"/>
                      </a:lnTo>
                      <a:lnTo>
                        <a:pt x="14" y="4"/>
                      </a:lnTo>
                      <a:lnTo>
                        <a:pt x="14" y="4"/>
                      </a:lnTo>
                      <a:lnTo>
                        <a:pt x="14" y="4"/>
                      </a:lnTo>
                      <a:lnTo>
                        <a:pt x="14" y="4"/>
                      </a:lnTo>
                      <a:lnTo>
                        <a:pt x="14" y="4"/>
                      </a:lnTo>
                      <a:lnTo>
                        <a:pt x="18" y="4"/>
                      </a:lnTo>
                      <a:lnTo>
                        <a:pt x="18" y="0"/>
                      </a:lnTo>
                      <a:lnTo>
                        <a:pt x="18" y="0"/>
                      </a:lnTo>
                      <a:lnTo>
                        <a:pt x="18" y="0"/>
                      </a:lnTo>
                      <a:lnTo>
                        <a:pt x="18" y="0"/>
                      </a:lnTo>
                      <a:lnTo>
                        <a:pt x="18" y="0"/>
                      </a:lnTo>
                      <a:lnTo>
                        <a:pt x="18" y="0"/>
                      </a:lnTo>
                      <a:lnTo>
                        <a:pt x="18" y="0"/>
                      </a:lnTo>
                      <a:lnTo>
                        <a:pt x="18" y="0"/>
                      </a:lnTo>
                      <a:lnTo>
                        <a:pt x="18" y="0"/>
                      </a:lnTo>
                      <a:lnTo>
                        <a:pt x="18" y="0"/>
                      </a:lnTo>
                      <a:lnTo>
                        <a:pt x="18" y="0"/>
                      </a:lnTo>
                      <a:lnTo>
                        <a:pt x="18" y="0"/>
                      </a:lnTo>
                      <a:lnTo>
                        <a:pt x="18" y="4"/>
                      </a:lnTo>
                      <a:lnTo>
                        <a:pt x="18" y="4"/>
                      </a:lnTo>
                      <a:lnTo>
                        <a:pt x="18" y="4"/>
                      </a:lnTo>
                      <a:lnTo>
                        <a:pt x="18" y="4"/>
                      </a:lnTo>
                      <a:lnTo>
                        <a:pt x="18" y="4"/>
                      </a:lnTo>
                      <a:lnTo>
                        <a:pt x="18" y="8"/>
                      </a:lnTo>
                      <a:lnTo>
                        <a:pt x="18" y="8"/>
                      </a:lnTo>
                      <a:lnTo>
                        <a:pt x="18" y="8"/>
                      </a:lnTo>
                      <a:lnTo>
                        <a:pt x="18" y="8"/>
                      </a:lnTo>
                      <a:lnTo>
                        <a:pt x="18" y="8"/>
                      </a:lnTo>
                      <a:lnTo>
                        <a:pt x="18" y="8"/>
                      </a:lnTo>
                      <a:lnTo>
                        <a:pt x="18" y="8"/>
                      </a:lnTo>
                      <a:lnTo>
                        <a:pt x="18" y="8"/>
                      </a:lnTo>
                      <a:lnTo>
                        <a:pt x="18" y="12"/>
                      </a:lnTo>
                      <a:lnTo>
                        <a:pt x="18" y="12"/>
                      </a:lnTo>
                      <a:lnTo>
                        <a:pt x="18" y="12"/>
                      </a:lnTo>
                      <a:lnTo>
                        <a:pt x="18" y="12"/>
                      </a:lnTo>
                      <a:lnTo>
                        <a:pt x="18" y="16"/>
                      </a:lnTo>
                      <a:lnTo>
                        <a:pt x="18" y="16"/>
                      </a:lnTo>
                      <a:lnTo>
                        <a:pt x="18" y="16"/>
                      </a:lnTo>
                      <a:lnTo>
                        <a:pt x="14" y="16"/>
                      </a:lnTo>
                      <a:lnTo>
                        <a:pt x="14" y="12"/>
                      </a:lnTo>
                      <a:lnTo>
                        <a:pt x="14" y="12"/>
                      </a:lnTo>
                      <a:lnTo>
                        <a:pt x="14" y="12"/>
                      </a:lnTo>
                      <a:lnTo>
                        <a:pt x="14" y="12"/>
                      </a:lnTo>
                      <a:lnTo>
                        <a:pt x="14" y="12"/>
                      </a:lnTo>
                      <a:lnTo>
                        <a:pt x="14" y="12"/>
                      </a:lnTo>
                      <a:lnTo>
                        <a:pt x="14" y="12"/>
                      </a:lnTo>
                      <a:lnTo>
                        <a:pt x="12" y="16"/>
                      </a:lnTo>
                      <a:lnTo>
                        <a:pt x="12" y="16"/>
                      </a:lnTo>
                      <a:lnTo>
                        <a:pt x="12" y="16"/>
                      </a:lnTo>
                      <a:lnTo>
                        <a:pt x="12" y="16"/>
                      </a:lnTo>
                      <a:lnTo>
                        <a:pt x="12" y="16"/>
                      </a:lnTo>
                      <a:lnTo>
                        <a:pt x="12" y="16"/>
                      </a:lnTo>
                      <a:lnTo>
                        <a:pt x="12" y="20"/>
                      </a:lnTo>
                      <a:lnTo>
                        <a:pt x="12" y="20"/>
                      </a:lnTo>
                      <a:lnTo>
                        <a:pt x="12" y="20"/>
                      </a:lnTo>
                      <a:lnTo>
                        <a:pt x="12" y="22"/>
                      </a:lnTo>
                      <a:lnTo>
                        <a:pt x="12" y="22"/>
                      </a:lnTo>
                      <a:lnTo>
                        <a:pt x="12" y="22"/>
                      </a:lnTo>
                      <a:lnTo>
                        <a:pt x="12" y="22"/>
                      </a:lnTo>
                      <a:lnTo>
                        <a:pt x="12" y="26"/>
                      </a:lnTo>
                      <a:lnTo>
                        <a:pt x="12" y="26"/>
                      </a:lnTo>
                      <a:lnTo>
                        <a:pt x="12" y="26"/>
                      </a:lnTo>
                      <a:lnTo>
                        <a:pt x="12" y="26"/>
                      </a:lnTo>
                      <a:lnTo>
                        <a:pt x="12" y="26"/>
                      </a:lnTo>
                      <a:lnTo>
                        <a:pt x="12" y="26"/>
                      </a:lnTo>
                      <a:lnTo>
                        <a:pt x="12" y="26"/>
                      </a:lnTo>
                      <a:lnTo>
                        <a:pt x="14" y="26"/>
                      </a:lnTo>
                      <a:lnTo>
                        <a:pt x="14" y="26"/>
                      </a:lnTo>
                      <a:lnTo>
                        <a:pt x="12" y="26"/>
                      </a:lnTo>
                      <a:lnTo>
                        <a:pt x="12" y="26"/>
                      </a:lnTo>
                      <a:lnTo>
                        <a:pt x="12" y="30"/>
                      </a:lnTo>
                      <a:lnTo>
                        <a:pt x="12" y="30"/>
                      </a:lnTo>
                      <a:lnTo>
                        <a:pt x="12" y="30"/>
                      </a:lnTo>
                      <a:lnTo>
                        <a:pt x="12" y="30"/>
                      </a:lnTo>
                      <a:lnTo>
                        <a:pt x="12" y="30"/>
                      </a:lnTo>
                      <a:lnTo>
                        <a:pt x="12" y="30"/>
                      </a:lnTo>
                      <a:lnTo>
                        <a:pt x="12" y="34"/>
                      </a:lnTo>
                      <a:lnTo>
                        <a:pt x="8" y="34"/>
                      </a:lnTo>
                      <a:lnTo>
                        <a:pt x="8" y="34"/>
                      </a:lnTo>
                      <a:lnTo>
                        <a:pt x="8" y="34"/>
                      </a:lnTo>
                      <a:lnTo>
                        <a:pt x="8" y="34"/>
                      </a:lnTo>
                      <a:lnTo>
                        <a:pt x="12" y="34"/>
                      </a:lnTo>
                      <a:lnTo>
                        <a:pt x="12" y="34"/>
                      </a:lnTo>
                      <a:lnTo>
                        <a:pt x="14" y="34"/>
                      </a:lnTo>
                      <a:lnTo>
                        <a:pt x="14" y="34"/>
                      </a:lnTo>
                      <a:lnTo>
                        <a:pt x="14" y="34"/>
                      </a:lnTo>
                      <a:lnTo>
                        <a:pt x="14" y="34"/>
                      </a:lnTo>
                      <a:lnTo>
                        <a:pt x="14" y="30"/>
                      </a:lnTo>
                      <a:lnTo>
                        <a:pt x="18" y="30"/>
                      </a:lnTo>
                      <a:lnTo>
                        <a:pt x="18" y="30"/>
                      </a:lnTo>
                      <a:lnTo>
                        <a:pt x="18" y="34"/>
                      </a:lnTo>
                      <a:lnTo>
                        <a:pt x="18" y="34"/>
                      </a:lnTo>
                      <a:lnTo>
                        <a:pt x="18" y="34"/>
                      </a:lnTo>
                      <a:lnTo>
                        <a:pt x="18" y="34"/>
                      </a:lnTo>
                      <a:lnTo>
                        <a:pt x="14" y="38"/>
                      </a:lnTo>
                      <a:lnTo>
                        <a:pt x="14" y="38"/>
                      </a:lnTo>
                      <a:lnTo>
                        <a:pt x="18" y="38"/>
                      </a:lnTo>
                      <a:lnTo>
                        <a:pt x="18" y="38"/>
                      </a:lnTo>
                      <a:lnTo>
                        <a:pt x="18" y="38"/>
                      </a:lnTo>
                      <a:lnTo>
                        <a:pt x="14" y="42"/>
                      </a:lnTo>
                      <a:lnTo>
                        <a:pt x="14" y="42"/>
                      </a:lnTo>
                      <a:lnTo>
                        <a:pt x="14" y="42"/>
                      </a:lnTo>
                      <a:lnTo>
                        <a:pt x="14" y="42"/>
                      </a:lnTo>
                      <a:close/>
                      <a:moveTo>
                        <a:pt x="14" y="26"/>
                      </a:moveTo>
                      <a:lnTo>
                        <a:pt x="14" y="26"/>
                      </a:lnTo>
                      <a:lnTo>
                        <a:pt x="14" y="26"/>
                      </a:lnTo>
                      <a:lnTo>
                        <a:pt x="14" y="26"/>
                      </a:lnTo>
                      <a:lnTo>
                        <a:pt x="14" y="26"/>
                      </a:lnTo>
                      <a:lnTo>
                        <a:pt x="14" y="26"/>
                      </a:lnTo>
                      <a:lnTo>
                        <a:pt x="14" y="26"/>
                      </a:lnTo>
                      <a:lnTo>
                        <a:pt x="14" y="26"/>
                      </a:lnTo>
                      <a:lnTo>
                        <a:pt x="14" y="26"/>
                      </a:lnTo>
                      <a:lnTo>
                        <a:pt x="14" y="26"/>
                      </a:lnTo>
                      <a:lnTo>
                        <a:pt x="14" y="26"/>
                      </a:lnTo>
                      <a:lnTo>
                        <a:pt x="14" y="26"/>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65" name="Freeform 32">
                  <a:extLst>
                    <a:ext uri="{FF2B5EF4-FFF2-40B4-BE49-F238E27FC236}">
                      <a16:creationId xmlns:a16="http://schemas.microsoft.com/office/drawing/2014/main" id="{7F854619-1137-256F-BCFF-0FD067B5E3AB}"/>
                    </a:ext>
                  </a:extLst>
                </p:cNvPr>
                <p:cNvSpPr>
                  <a:spLocks noEditPoints="1"/>
                </p:cNvSpPr>
                <p:nvPr/>
              </p:nvSpPr>
              <p:spPr bwMode="gray">
                <a:xfrm>
                  <a:off x="7746088" y="3220869"/>
                  <a:ext cx="546130" cy="699181"/>
                </a:xfrm>
                <a:custGeom>
                  <a:avLst/>
                  <a:gdLst>
                    <a:gd name="T0" fmla="*/ 98 w 314"/>
                    <a:gd name="T1" fmla="*/ 250 h 402"/>
                    <a:gd name="T2" fmla="*/ 278 w 314"/>
                    <a:gd name="T3" fmla="*/ 70 h 402"/>
                    <a:gd name="T4" fmla="*/ 240 w 314"/>
                    <a:gd name="T5" fmla="*/ 60 h 402"/>
                    <a:gd name="T6" fmla="*/ 248 w 314"/>
                    <a:gd name="T7" fmla="*/ 78 h 402"/>
                    <a:gd name="T8" fmla="*/ 228 w 314"/>
                    <a:gd name="T9" fmla="*/ 66 h 402"/>
                    <a:gd name="T10" fmla="*/ 244 w 314"/>
                    <a:gd name="T11" fmla="*/ 48 h 402"/>
                    <a:gd name="T12" fmla="*/ 258 w 314"/>
                    <a:gd name="T13" fmla="*/ 26 h 402"/>
                    <a:gd name="T14" fmla="*/ 270 w 314"/>
                    <a:gd name="T15" fmla="*/ 12 h 402"/>
                    <a:gd name="T16" fmla="*/ 296 w 314"/>
                    <a:gd name="T17" fmla="*/ 34 h 402"/>
                    <a:gd name="T18" fmla="*/ 310 w 314"/>
                    <a:gd name="T19" fmla="*/ 42 h 402"/>
                    <a:gd name="T20" fmla="*/ 296 w 314"/>
                    <a:gd name="T21" fmla="*/ 52 h 402"/>
                    <a:gd name="T22" fmla="*/ 252 w 314"/>
                    <a:gd name="T23" fmla="*/ 8 h 402"/>
                    <a:gd name="T24" fmla="*/ 226 w 314"/>
                    <a:gd name="T25" fmla="*/ 66 h 402"/>
                    <a:gd name="T26" fmla="*/ 136 w 314"/>
                    <a:gd name="T27" fmla="*/ 216 h 402"/>
                    <a:gd name="T28" fmla="*/ 116 w 314"/>
                    <a:gd name="T29" fmla="*/ 224 h 402"/>
                    <a:gd name="T30" fmla="*/ 120 w 314"/>
                    <a:gd name="T31" fmla="*/ 208 h 402"/>
                    <a:gd name="T32" fmla="*/ 136 w 314"/>
                    <a:gd name="T33" fmla="*/ 194 h 402"/>
                    <a:gd name="T34" fmla="*/ 166 w 314"/>
                    <a:gd name="T35" fmla="*/ 190 h 402"/>
                    <a:gd name="T36" fmla="*/ 176 w 314"/>
                    <a:gd name="T37" fmla="*/ 194 h 402"/>
                    <a:gd name="T38" fmla="*/ 188 w 314"/>
                    <a:gd name="T39" fmla="*/ 164 h 402"/>
                    <a:gd name="T40" fmla="*/ 192 w 314"/>
                    <a:gd name="T41" fmla="*/ 172 h 402"/>
                    <a:gd name="T42" fmla="*/ 218 w 314"/>
                    <a:gd name="T43" fmla="*/ 148 h 402"/>
                    <a:gd name="T44" fmla="*/ 236 w 314"/>
                    <a:gd name="T45" fmla="*/ 118 h 402"/>
                    <a:gd name="T46" fmla="*/ 232 w 314"/>
                    <a:gd name="T47" fmla="*/ 96 h 402"/>
                    <a:gd name="T48" fmla="*/ 248 w 314"/>
                    <a:gd name="T49" fmla="*/ 90 h 402"/>
                    <a:gd name="T50" fmla="*/ 252 w 314"/>
                    <a:gd name="T51" fmla="*/ 82 h 402"/>
                    <a:gd name="T52" fmla="*/ 262 w 314"/>
                    <a:gd name="T53" fmla="*/ 116 h 402"/>
                    <a:gd name="T54" fmla="*/ 254 w 314"/>
                    <a:gd name="T55" fmla="*/ 142 h 402"/>
                    <a:gd name="T56" fmla="*/ 244 w 314"/>
                    <a:gd name="T57" fmla="*/ 172 h 402"/>
                    <a:gd name="T58" fmla="*/ 236 w 314"/>
                    <a:gd name="T59" fmla="*/ 202 h 402"/>
                    <a:gd name="T60" fmla="*/ 228 w 314"/>
                    <a:gd name="T61" fmla="*/ 198 h 402"/>
                    <a:gd name="T62" fmla="*/ 214 w 314"/>
                    <a:gd name="T63" fmla="*/ 202 h 402"/>
                    <a:gd name="T64" fmla="*/ 196 w 314"/>
                    <a:gd name="T65" fmla="*/ 208 h 402"/>
                    <a:gd name="T66" fmla="*/ 184 w 314"/>
                    <a:gd name="T67" fmla="*/ 212 h 402"/>
                    <a:gd name="T68" fmla="*/ 176 w 314"/>
                    <a:gd name="T69" fmla="*/ 230 h 402"/>
                    <a:gd name="T70" fmla="*/ 166 w 314"/>
                    <a:gd name="T71" fmla="*/ 212 h 402"/>
                    <a:gd name="T72" fmla="*/ 210 w 314"/>
                    <a:gd name="T73" fmla="*/ 148 h 402"/>
                    <a:gd name="T74" fmla="*/ 214 w 314"/>
                    <a:gd name="T75" fmla="*/ 142 h 402"/>
                    <a:gd name="T76" fmla="*/ 80 w 314"/>
                    <a:gd name="T77" fmla="*/ 216 h 402"/>
                    <a:gd name="T78" fmla="*/ 158 w 314"/>
                    <a:gd name="T79" fmla="*/ 220 h 402"/>
                    <a:gd name="T80" fmla="*/ 150 w 314"/>
                    <a:gd name="T81" fmla="*/ 234 h 402"/>
                    <a:gd name="T82" fmla="*/ 132 w 314"/>
                    <a:gd name="T83" fmla="*/ 246 h 402"/>
                    <a:gd name="T84" fmla="*/ 124 w 314"/>
                    <a:gd name="T85" fmla="*/ 234 h 402"/>
                    <a:gd name="T86" fmla="*/ 146 w 314"/>
                    <a:gd name="T87" fmla="*/ 220 h 402"/>
                    <a:gd name="T88" fmla="*/ 80 w 314"/>
                    <a:gd name="T89" fmla="*/ 224 h 402"/>
                    <a:gd name="T90" fmla="*/ 128 w 314"/>
                    <a:gd name="T91" fmla="*/ 220 h 402"/>
                    <a:gd name="T92" fmla="*/ 90 w 314"/>
                    <a:gd name="T93" fmla="*/ 238 h 402"/>
                    <a:gd name="T94" fmla="*/ 106 w 314"/>
                    <a:gd name="T95" fmla="*/ 230 h 402"/>
                    <a:gd name="T96" fmla="*/ 120 w 314"/>
                    <a:gd name="T97" fmla="*/ 246 h 402"/>
                    <a:gd name="T98" fmla="*/ 106 w 314"/>
                    <a:gd name="T99" fmla="*/ 272 h 402"/>
                    <a:gd name="T100" fmla="*/ 98 w 314"/>
                    <a:gd name="T101" fmla="*/ 272 h 402"/>
                    <a:gd name="T102" fmla="*/ 98 w 314"/>
                    <a:gd name="T103" fmla="*/ 258 h 402"/>
                    <a:gd name="T104" fmla="*/ 98 w 314"/>
                    <a:gd name="T105" fmla="*/ 246 h 402"/>
                    <a:gd name="T106" fmla="*/ 90 w 314"/>
                    <a:gd name="T107" fmla="*/ 228 h 402"/>
                    <a:gd name="T108" fmla="*/ 86 w 314"/>
                    <a:gd name="T109" fmla="*/ 234 h 402"/>
                    <a:gd name="T110" fmla="*/ 76 w 314"/>
                    <a:gd name="T111" fmla="*/ 250 h 402"/>
                    <a:gd name="T112" fmla="*/ 90 w 314"/>
                    <a:gd name="T113" fmla="*/ 258 h 402"/>
                    <a:gd name="T114" fmla="*/ 98 w 314"/>
                    <a:gd name="T115" fmla="*/ 294 h 402"/>
                    <a:gd name="T116" fmla="*/ 86 w 314"/>
                    <a:gd name="T117" fmla="*/ 324 h 402"/>
                    <a:gd name="T118" fmla="*/ 60 w 314"/>
                    <a:gd name="T119" fmla="*/ 362 h 402"/>
                    <a:gd name="T120" fmla="*/ 68 w 314"/>
                    <a:gd name="T121" fmla="*/ 354 h 402"/>
                    <a:gd name="T122" fmla="*/ 12 w 314"/>
                    <a:gd name="T123" fmla="*/ 398 h 4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14" h="402">
                      <a:moveTo>
                        <a:pt x="128" y="228"/>
                      </a:moveTo>
                      <a:lnTo>
                        <a:pt x="124" y="228"/>
                      </a:lnTo>
                      <a:lnTo>
                        <a:pt x="124" y="224"/>
                      </a:lnTo>
                      <a:lnTo>
                        <a:pt x="124" y="228"/>
                      </a:lnTo>
                      <a:lnTo>
                        <a:pt x="124" y="224"/>
                      </a:lnTo>
                      <a:lnTo>
                        <a:pt x="128" y="224"/>
                      </a:lnTo>
                      <a:lnTo>
                        <a:pt x="128" y="228"/>
                      </a:lnTo>
                      <a:lnTo>
                        <a:pt x="128" y="228"/>
                      </a:lnTo>
                      <a:lnTo>
                        <a:pt x="128" y="228"/>
                      </a:lnTo>
                      <a:close/>
                      <a:moveTo>
                        <a:pt x="94" y="254"/>
                      </a:moveTo>
                      <a:lnTo>
                        <a:pt x="98" y="250"/>
                      </a:lnTo>
                      <a:lnTo>
                        <a:pt x="98" y="254"/>
                      </a:lnTo>
                      <a:lnTo>
                        <a:pt x="94" y="254"/>
                      </a:lnTo>
                      <a:lnTo>
                        <a:pt x="94" y="254"/>
                      </a:lnTo>
                      <a:lnTo>
                        <a:pt x="94" y="254"/>
                      </a:lnTo>
                      <a:close/>
                      <a:moveTo>
                        <a:pt x="288" y="56"/>
                      </a:moveTo>
                      <a:lnTo>
                        <a:pt x="284" y="60"/>
                      </a:lnTo>
                      <a:lnTo>
                        <a:pt x="282" y="60"/>
                      </a:lnTo>
                      <a:lnTo>
                        <a:pt x="282" y="62"/>
                      </a:lnTo>
                      <a:lnTo>
                        <a:pt x="282" y="66"/>
                      </a:lnTo>
                      <a:lnTo>
                        <a:pt x="282" y="70"/>
                      </a:lnTo>
                      <a:lnTo>
                        <a:pt x="278" y="70"/>
                      </a:lnTo>
                      <a:lnTo>
                        <a:pt x="274" y="66"/>
                      </a:lnTo>
                      <a:lnTo>
                        <a:pt x="270" y="66"/>
                      </a:lnTo>
                      <a:lnTo>
                        <a:pt x="266" y="62"/>
                      </a:lnTo>
                      <a:lnTo>
                        <a:pt x="262" y="62"/>
                      </a:lnTo>
                      <a:lnTo>
                        <a:pt x="262" y="60"/>
                      </a:lnTo>
                      <a:lnTo>
                        <a:pt x="258" y="60"/>
                      </a:lnTo>
                      <a:lnTo>
                        <a:pt x="254" y="60"/>
                      </a:lnTo>
                      <a:lnTo>
                        <a:pt x="252" y="62"/>
                      </a:lnTo>
                      <a:lnTo>
                        <a:pt x="248" y="62"/>
                      </a:lnTo>
                      <a:lnTo>
                        <a:pt x="244" y="60"/>
                      </a:lnTo>
                      <a:lnTo>
                        <a:pt x="240" y="60"/>
                      </a:lnTo>
                      <a:lnTo>
                        <a:pt x="240" y="62"/>
                      </a:lnTo>
                      <a:lnTo>
                        <a:pt x="236" y="62"/>
                      </a:lnTo>
                      <a:lnTo>
                        <a:pt x="236" y="66"/>
                      </a:lnTo>
                      <a:lnTo>
                        <a:pt x="240" y="66"/>
                      </a:lnTo>
                      <a:lnTo>
                        <a:pt x="244" y="66"/>
                      </a:lnTo>
                      <a:lnTo>
                        <a:pt x="244" y="70"/>
                      </a:lnTo>
                      <a:lnTo>
                        <a:pt x="248" y="70"/>
                      </a:lnTo>
                      <a:lnTo>
                        <a:pt x="248" y="74"/>
                      </a:lnTo>
                      <a:lnTo>
                        <a:pt x="252" y="74"/>
                      </a:lnTo>
                      <a:lnTo>
                        <a:pt x="248" y="74"/>
                      </a:lnTo>
                      <a:lnTo>
                        <a:pt x="248" y="78"/>
                      </a:lnTo>
                      <a:lnTo>
                        <a:pt x="244" y="74"/>
                      </a:lnTo>
                      <a:lnTo>
                        <a:pt x="240" y="78"/>
                      </a:lnTo>
                      <a:lnTo>
                        <a:pt x="240" y="82"/>
                      </a:lnTo>
                      <a:lnTo>
                        <a:pt x="236" y="82"/>
                      </a:lnTo>
                      <a:lnTo>
                        <a:pt x="232" y="82"/>
                      </a:lnTo>
                      <a:lnTo>
                        <a:pt x="232" y="78"/>
                      </a:lnTo>
                      <a:lnTo>
                        <a:pt x="236" y="74"/>
                      </a:lnTo>
                      <a:lnTo>
                        <a:pt x="236" y="70"/>
                      </a:lnTo>
                      <a:lnTo>
                        <a:pt x="232" y="70"/>
                      </a:lnTo>
                      <a:lnTo>
                        <a:pt x="232" y="66"/>
                      </a:lnTo>
                      <a:lnTo>
                        <a:pt x="228" y="66"/>
                      </a:lnTo>
                      <a:lnTo>
                        <a:pt x="228" y="62"/>
                      </a:lnTo>
                      <a:lnTo>
                        <a:pt x="232" y="62"/>
                      </a:lnTo>
                      <a:lnTo>
                        <a:pt x="232" y="60"/>
                      </a:lnTo>
                      <a:lnTo>
                        <a:pt x="232" y="56"/>
                      </a:lnTo>
                      <a:lnTo>
                        <a:pt x="236" y="56"/>
                      </a:lnTo>
                      <a:lnTo>
                        <a:pt x="240" y="56"/>
                      </a:lnTo>
                      <a:lnTo>
                        <a:pt x="240" y="52"/>
                      </a:lnTo>
                      <a:lnTo>
                        <a:pt x="240" y="48"/>
                      </a:lnTo>
                      <a:lnTo>
                        <a:pt x="240" y="46"/>
                      </a:lnTo>
                      <a:lnTo>
                        <a:pt x="244" y="46"/>
                      </a:lnTo>
                      <a:lnTo>
                        <a:pt x="244" y="48"/>
                      </a:lnTo>
                      <a:lnTo>
                        <a:pt x="248" y="48"/>
                      </a:lnTo>
                      <a:lnTo>
                        <a:pt x="252" y="48"/>
                      </a:lnTo>
                      <a:lnTo>
                        <a:pt x="252" y="46"/>
                      </a:lnTo>
                      <a:lnTo>
                        <a:pt x="254" y="46"/>
                      </a:lnTo>
                      <a:lnTo>
                        <a:pt x="254" y="42"/>
                      </a:lnTo>
                      <a:lnTo>
                        <a:pt x="252" y="38"/>
                      </a:lnTo>
                      <a:lnTo>
                        <a:pt x="254" y="38"/>
                      </a:lnTo>
                      <a:lnTo>
                        <a:pt x="254" y="34"/>
                      </a:lnTo>
                      <a:lnTo>
                        <a:pt x="258" y="34"/>
                      </a:lnTo>
                      <a:lnTo>
                        <a:pt x="258" y="30"/>
                      </a:lnTo>
                      <a:lnTo>
                        <a:pt x="258" y="26"/>
                      </a:lnTo>
                      <a:lnTo>
                        <a:pt x="258" y="22"/>
                      </a:lnTo>
                      <a:lnTo>
                        <a:pt x="258" y="20"/>
                      </a:lnTo>
                      <a:lnTo>
                        <a:pt x="258" y="16"/>
                      </a:lnTo>
                      <a:lnTo>
                        <a:pt x="258" y="12"/>
                      </a:lnTo>
                      <a:lnTo>
                        <a:pt x="254" y="8"/>
                      </a:lnTo>
                      <a:lnTo>
                        <a:pt x="258" y="4"/>
                      </a:lnTo>
                      <a:lnTo>
                        <a:pt x="262" y="0"/>
                      </a:lnTo>
                      <a:lnTo>
                        <a:pt x="262" y="4"/>
                      </a:lnTo>
                      <a:lnTo>
                        <a:pt x="266" y="4"/>
                      </a:lnTo>
                      <a:lnTo>
                        <a:pt x="266" y="8"/>
                      </a:lnTo>
                      <a:lnTo>
                        <a:pt x="270" y="12"/>
                      </a:lnTo>
                      <a:lnTo>
                        <a:pt x="270" y="16"/>
                      </a:lnTo>
                      <a:lnTo>
                        <a:pt x="274" y="16"/>
                      </a:lnTo>
                      <a:lnTo>
                        <a:pt x="274" y="20"/>
                      </a:lnTo>
                      <a:lnTo>
                        <a:pt x="278" y="20"/>
                      </a:lnTo>
                      <a:lnTo>
                        <a:pt x="278" y="22"/>
                      </a:lnTo>
                      <a:lnTo>
                        <a:pt x="282" y="26"/>
                      </a:lnTo>
                      <a:lnTo>
                        <a:pt x="284" y="26"/>
                      </a:lnTo>
                      <a:lnTo>
                        <a:pt x="284" y="30"/>
                      </a:lnTo>
                      <a:lnTo>
                        <a:pt x="288" y="30"/>
                      </a:lnTo>
                      <a:lnTo>
                        <a:pt x="292" y="30"/>
                      </a:lnTo>
                      <a:lnTo>
                        <a:pt x="296" y="34"/>
                      </a:lnTo>
                      <a:lnTo>
                        <a:pt x="300" y="34"/>
                      </a:lnTo>
                      <a:lnTo>
                        <a:pt x="302" y="34"/>
                      </a:lnTo>
                      <a:lnTo>
                        <a:pt x="302" y="30"/>
                      </a:lnTo>
                      <a:lnTo>
                        <a:pt x="306" y="30"/>
                      </a:lnTo>
                      <a:lnTo>
                        <a:pt x="306" y="26"/>
                      </a:lnTo>
                      <a:lnTo>
                        <a:pt x="310" y="26"/>
                      </a:lnTo>
                      <a:lnTo>
                        <a:pt x="306" y="30"/>
                      </a:lnTo>
                      <a:lnTo>
                        <a:pt x="306" y="34"/>
                      </a:lnTo>
                      <a:lnTo>
                        <a:pt x="306" y="38"/>
                      </a:lnTo>
                      <a:lnTo>
                        <a:pt x="306" y="42"/>
                      </a:lnTo>
                      <a:lnTo>
                        <a:pt x="310" y="42"/>
                      </a:lnTo>
                      <a:lnTo>
                        <a:pt x="306" y="42"/>
                      </a:lnTo>
                      <a:lnTo>
                        <a:pt x="306" y="46"/>
                      </a:lnTo>
                      <a:lnTo>
                        <a:pt x="310" y="46"/>
                      </a:lnTo>
                      <a:lnTo>
                        <a:pt x="314" y="46"/>
                      </a:lnTo>
                      <a:lnTo>
                        <a:pt x="310" y="46"/>
                      </a:lnTo>
                      <a:lnTo>
                        <a:pt x="310" y="48"/>
                      </a:lnTo>
                      <a:lnTo>
                        <a:pt x="306" y="48"/>
                      </a:lnTo>
                      <a:lnTo>
                        <a:pt x="302" y="52"/>
                      </a:lnTo>
                      <a:lnTo>
                        <a:pt x="302" y="48"/>
                      </a:lnTo>
                      <a:lnTo>
                        <a:pt x="300" y="52"/>
                      </a:lnTo>
                      <a:lnTo>
                        <a:pt x="296" y="52"/>
                      </a:lnTo>
                      <a:lnTo>
                        <a:pt x="292" y="52"/>
                      </a:lnTo>
                      <a:lnTo>
                        <a:pt x="288" y="52"/>
                      </a:lnTo>
                      <a:lnTo>
                        <a:pt x="288" y="56"/>
                      </a:lnTo>
                      <a:lnTo>
                        <a:pt x="288" y="56"/>
                      </a:lnTo>
                      <a:lnTo>
                        <a:pt x="288" y="56"/>
                      </a:lnTo>
                      <a:close/>
                      <a:moveTo>
                        <a:pt x="248" y="4"/>
                      </a:moveTo>
                      <a:lnTo>
                        <a:pt x="248" y="8"/>
                      </a:lnTo>
                      <a:lnTo>
                        <a:pt x="248" y="4"/>
                      </a:lnTo>
                      <a:lnTo>
                        <a:pt x="248" y="4"/>
                      </a:lnTo>
                      <a:lnTo>
                        <a:pt x="248" y="4"/>
                      </a:lnTo>
                      <a:close/>
                      <a:moveTo>
                        <a:pt x="252" y="8"/>
                      </a:moveTo>
                      <a:lnTo>
                        <a:pt x="252" y="12"/>
                      </a:lnTo>
                      <a:lnTo>
                        <a:pt x="252" y="8"/>
                      </a:lnTo>
                      <a:lnTo>
                        <a:pt x="252" y="8"/>
                      </a:lnTo>
                      <a:lnTo>
                        <a:pt x="252" y="8"/>
                      </a:lnTo>
                      <a:close/>
                      <a:moveTo>
                        <a:pt x="226" y="66"/>
                      </a:moveTo>
                      <a:lnTo>
                        <a:pt x="228" y="66"/>
                      </a:lnTo>
                      <a:lnTo>
                        <a:pt x="226" y="66"/>
                      </a:lnTo>
                      <a:lnTo>
                        <a:pt x="226" y="70"/>
                      </a:lnTo>
                      <a:lnTo>
                        <a:pt x="226" y="66"/>
                      </a:lnTo>
                      <a:lnTo>
                        <a:pt x="226" y="66"/>
                      </a:lnTo>
                      <a:lnTo>
                        <a:pt x="226" y="66"/>
                      </a:lnTo>
                      <a:close/>
                      <a:moveTo>
                        <a:pt x="154" y="208"/>
                      </a:moveTo>
                      <a:lnTo>
                        <a:pt x="150" y="208"/>
                      </a:lnTo>
                      <a:lnTo>
                        <a:pt x="150" y="212"/>
                      </a:lnTo>
                      <a:lnTo>
                        <a:pt x="146" y="212"/>
                      </a:lnTo>
                      <a:lnTo>
                        <a:pt x="150" y="212"/>
                      </a:lnTo>
                      <a:lnTo>
                        <a:pt x="146" y="216"/>
                      </a:lnTo>
                      <a:lnTo>
                        <a:pt x="142" y="212"/>
                      </a:lnTo>
                      <a:lnTo>
                        <a:pt x="142" y="216"/>
                      </a:lnTo>
                      <a:lnTo>
                        <a:pt x="140" y="216"/>
                      </a:lnTo>
                      <a:lnTo>
                        <a:pt x="136" y="220"/>
                      </a:lnTo>
                      <a:lnTo>
                        <a:pt x="136" y="216"/>
                      </a:lnTo>
                      <a:lnTo>
                        <a:pt x="132" y="216"/>
                      </a:lnTo>
                      <a:lnTo>
                        <a:pt x="132" y="220"/>
                      </a:lnTo>
                      <a:lnTo>
                        <a:pt x="128" y="220"/>
                      </a:lnTo>
                      <a:lnTo>
                        <a:pt x="128" y="216"/>
                      </a:lnTo>
                      <a:lnTo>
                        <a:pt x="124" y="216"/>
                      </a:lnTo>
                      <a:lnTo>
                        <a:pt x="124" y="220"/>
                      </a:lnTo>
                      <a:lnTo>
                        <a:pt x="124" y="224"/>
                      </a:lnTo>
                      <a:lnTo>
                        <a:pt x="120" y="224"/>
                      </a:lnTo>
                      <a:lnTo>
                        <a:pt x="124" y="228"/>
                      </a:lnTo>
                      <a:lnTo>
                        <a:pt x="120" y="228"/>
                      </a:lnTo>
                      <a:lnTo>
                        <a:pt x="116" y="224"/>
                      </a:lnTo>
                      <a:lnTo>
                        <a:pt x="112" y="224"/>
                      </a:lnTo>
                      <a:lnTo>
                        <a:pt x="110" y="224"/>
                      </a:lnTo>
                      <a:lnTo>
                        <a:pt x="106" y="224"/>
                      </a:lnTo>
                      <a:lnTo>
                        <a:pt x="106" y="220"/>
                      </a:lnTo>
                      <a:lnTo>
                        <a:pt x="106" y="216"/>
                      </a:lnTo>
                      <a:lnTo>
                        <a:pt x="110" y="216"/>
                      </a:lnTo>
                      <a:lnTo>
                        <a:pt x="112" y="216"/>
                      </a:lnTo>
                      <a:lnTo>
                        <a:pt x="112" y="212"/>
                      </a:lnTo>
                      <a:lnTo>
                        <a:pt x="116" y="212"/>
                      </a:lnTo>
                      <a:lnTo>
                        <a:pt x="116" y="208"/>
                      </a:lnTo>
                      <a:lnTo>
                        <a:pt x="120" y="208"/>
                      </a:lnTo>
                      <a:lnTo>
                        <a:pt x="120" y="204"/>
                      </a:lnTo>
                      <a:lnTo>
                        <a:pt x="124" y="204"/>
                      </a:lnTo>
                      <a:lnTo>
                        <a:pt x="124" y="202"/>
                      </a:lnTo>
                      <a:lnTo>
                        <a:pt x="128" y="202"/>
                      </a:lnTo>
                      <a:lnTo>
                        <a:pt x="128" y="198"/>
                      </a:lnTo>
                      <a:lnTo>
                        <a:pt x="132" y="198"/>
                      </a:lnTo>
                      <a:lnTo>
                        <a:pt x="128" y="198"/>
                      </a:lnTo>
                      <a:lnTo>
                        <a:pt x="132" y="198"/>
                      </a:lnTo>
                      <a:lnTo>
                        <a:pt x="132" y="194"/>
                      </a:lnTo>
                      <a:lnTo>
                        <a:pt x="136" y="198"/>
                      </a:lnTo>
                      <a:lnTo>
                        <a:pt x="136" y="194"/>
                      </a:lnTo>
                      <a:lnTo>
                        <a:pt x="140" y="194"/>
                      </a:lnTo>
                      <a:lnTo>
                        <a:pt x="140" y="198"/>
                      </a:lnTo>
                      <a:lnTo>
                        <a:pt x="142" y="198"/>
                      </a:lnTo>
                      <a:lnTo>
                        <a:pt x="142" y="194"/>
                      </a:lnTo>
                      <a:lnTo>
                        <a:pt x="142" y="198"/>
                      </a:lnTo>
                      <a:lnTo>
                        <a:pt x="146" y="198"/>
                      </a:lnTo>
                      <a:lnTo>
                        <a:pt x="150" y="194"/>
                      </a:lnTo>
                      <a:lnTo>
                        <a:pt x="154" y="194"/>
                      </a:lnTo>
                      <a:lnTo>
                        <a:pt x="158" y="194"/>
                      </a:lnTo>
                      <a:lnTo>
                        <a:pt x="162" y="194"/>
                      </a:lnTo>
                      <a:lnTo>
                        <a:pt x="166" y="190"/>
                      </a:lnTo>
                      <a:lnTo>
                        <a:pt x="166" y="194"/>
                      </a:lnTo>
                      <a:lnTo>
                        <a:pt x="170" y="198"/>
                      </a:lnTo>
                      <a:lnTo>
                        <a:pt x="170" y="194"/>
                      </a:lnTo>
                      <a:lnTo>
                        <a:pt x="170" y="198"/>
                      </a:lnTo>
                      <a:lnTo>
                        <a:pt x="170" y="194"/>
                      </a:lnTo>
                      <a:lnTo>
                        <a:pt x="170" y="198"/>
                      </a:lnTo>
                      <a:lnTo>
                        <a:pt x="172" y="198"/>
                      </a:lnTo>
                      <a:lnTo>
                        <a:pt x="172" y="194"/>
                      </a:lnTo>
                      <a:lnTo>
                        <a:pt x="176" y="194"/>
                      </a:lnTo>
                      <a:lnTo>
                        <a:pt x="176" y="190"/>
                      </a:lnTo>
                      <a:lnTo>
                        <a:pt x="176" y="194"/>
                      </a:lnTo>
                      <a:lnTo>
                        <a:pt x="176" y="190"/>
                      </a:lnTo>
                      <a:lnTo>
                        <a:pt x="176" y="186"/>
                      </a:lnTo>
                      <a:lnTo>
                        <a:pt x="176" y="182"/>
                      </a:lnTo>
                      <a:lnTo>
                        <a:pt x="180" y="182"/>
                      </a:lnTo>
                      <a:lnTo>
                        <a:pt x="180" y="178"/>
                      </a:lnTo>
                      <a:lnTo>
                        <a:pt x="184" y="178"/>
                      </a:lnTo>
                      <a:lnTo>
                        <a:pt x="184" y="174"/>
                      </a:lnTo>
                      <a:lnTo>
                        <a:pt x="188" y="174"/>
                      </a:lnTo>
                      <a:lnTo>
                        <a:pt x="188" y="172"/>
                      </a:lnTo>
                      <a:lnTo>
                        <a:pt x="188" y="168"/>
                      </a:lnTo>
                      <a:lnTo>
                        <a:pt x="188" y="164"/>
                      </a:lnTo>
                      <a:lnTo>
                        <a:pt x="188" y="160"/>
                      </a:lnTo>
                      <a:lnTo>
                        <a:pt x="192" y="160"/>
                      </a:lnTo>
                      <a:lnTo>
                        <a:pt x="192" y="156"/>
                      </a:lnTo>
                      <a:lnTo>
                        <a:pt x="196" y="156"/>
                      </a:lnTo>
                      <a:lnTo>
                        <a:pt x="196" y="160"/>
                      </a:lnTo>
                      <a:lnTo>
                        <a:pt x="192" y="160"/>
                      </a:lnTo>
                      <a:lnTo>
                        <a:pt x="192" y="164"/>
                      </a:lnTo>
                      <a:lnTo>
                        <a:pt x="188" y="164"/>
                      </a:lnTo>
                      <a:lnTo>
                        <a:pt x="188" y="168"/>
                      </a:lnTo>
                      <a:lnTo>
                        <a:pt x="192" y="168"/>
                      </a:lnTo>
                      <a:lnTo>
                        <a:pt x="192" y="172"/>
                      </a:lnTo>
                      <a:lnTo>
                        <a:pt x="196" y="172"/>
                      </a:lnTo>
                      <a:lnTo>
                        <a:pt x="196" y="168"/>
                      </a:lnTo>
                      <a:lnTo>
                        <a:pt x="198" y="168"/>
                      </a:lnTo>
                      <a:lnTo>
                        <a:pt x="202" y="168"/>
                      </a:lnTo>
                      <a:lnTo>
                        <a:pt x="206" y="164"/>
                      </a:lnTo>
                      <a:lnTo>
                        <a:pt x="210" y="164"/>
                      </a:lnTo>
                      <a:lnTo>
                        <a:pt x="214" y="160"/>
                      </a:lnTo>
                      <a:lnTo>
                        <a:pt x="214" y="156"/>
                      </a:lnTo>
                      <a:lnTo>
                        <a:pt x="218" y="156"/>
                      </a:lnTo>
                      <a:lnTo>
                        <a:pt x="218" y="152"/>
                      </a:lnTo>
                      <a:lnTo>
                        <a:pt x="218" y="148"/>
                      </a:lnTo>
                      <a:lnTo>
                        <a:pt x="222" y="148"/>
                      </a:lnTo>
                      <a:lnTo>
                        <a:pt x="226" y="148"/>
                      </a:lnTo>
                      <a:lnTo>
                        <a:pt x="226" y="146"/>
                      </a:lnTo>
                      <a:lnTo>
                        <a:pt x="226" y="142"/>
                      </a:lnTo>
                      <a:lnTo>
                        <a:pt x="228" y="138"/>
                      </a:lnTo>
                      <a:lnTo>
                        <a:pt x="228" y="134"/>
                      </a:lnTo>
                      <a:lnTo>
                        <a:pt x="228" y="130"/>
                      </a:lnTo>
                      <a:lnTo>
                        <a:pt x="232" y="126"/>
                      </a:lnTo>
                      <a:lnTo>
                        <a:pt x="232" y="122"/>
                      </a:lnTo>
                      <a:lnTo>
                        <a:pt x="232" y="118"/>
                      </a:lnTo>
                      <a:lnTo>
                        <a:pt x="236" y="118"/>
                      </a:lnTo>
                      <a:lnTo>
                        <a:pt x="236" y="116"/>
                      </a:lnTo>
                      <a:lnTo>
                        <a:pt x="232" y="116"/>
                      </a:lnTo>
                      <a:lnTo>
                        <a:pt x="232" y="112"/>
                      </a:lnTo>
                      <a:lnTo>
                        <a:pt x="228" y="112"/>
                      </a:lnTo>
                      <a:lnTo>
                        <a:pt x="228" y="108"/>
                      </a:lnTo>
                      <a:lnTo>
                        <a:pt x="228" y="112"/>
                      </a:lnTo>
                      <a:lnTo>
                        <a:pt x="232" y="112"/>
                      </a:lnTo>
                      <a:lnTo>
                        <a:pt x="232" y="108"/>
                      </a:lnTo>
                      <a:lnTo>
                        <a:pt x="232" y="104"/>
                      </a:lnTo>
                      <a:lnTo>
                        <a:pt x="232" y="100"/>
                      </a:lnTo>
                      <a:lnTo>
                        <a:pt x="232" y="96"/>
                      </a:lnTo>
                      <a:lnTo>
                        <a:pt x="236" y="96"/>
                      </a:lnTo>
                      <a:lnTo>
                        <a:pt x="236" y="92"/>
                      </a:lnTo>
                      <a:lnTo>
                        <a:pt x="240" y="90"/>
                      </a:lnTo>
                      <a:lnTo>
                        <a:pt x="236" y="90"/>
                      </a:lnTo>
                      <a:lnTo>
                        <a:pt x="240" y="90"/>
                      </a:lnTo>
                      <a:lnTo>
                        <a:pt x="240" y="86"/>
                      </a:lnTo>
                      <a:lnTo>
                        <a:pt x="244" y="86"/>
                      </a:lnTo>
                      <a:lnTo>
                        <a:pt x="244" y="90"/>
                      </a:lnTo>
                      <a:lnTo>
                        <a:pt x="244" y="92"/>
                      </a:lnTo>
                      <a:lnTo>
                        <a:pt x="248" y="92"/>
                      </a:lnTo>
                      <a:lnTo>
                        <a:pt x="248" y="90"/>
                      </a:lnTo>
                      <a:lnTo>
                        <a:pt x="248" y="92"/>
                      </a:lnTo>
                      <a:lnTo>
                        <a:pt x="252" y="92"/>
                      </a:lnTo>
                      <a:lnTo>
                        <a:pt x="252" y="90"/>
                      </a:lnTo>
                      <a:lnTo>
                        <a:pt x="252" y="86"/>
                      </a:lnTo>
                      <a:lnTo>
                        <a:pt x="248" y="86"/>
                      </a:lnTo>
                      <a:lnTo>
                        <a:pt x="244" y="90"/>
                      </a:lnTo>
                      <a:lnTo>
                        <a:pt x="244" y="86"/>
                      </a:lnTo>
                      <a:lnTo>
                        <a:pt x="244" y="82"/>
                      </a:lnTo>
                      <a:lnTo>
                        <a:pt x="248" y="78"/>
                      </a:lnTo>
                      <a:lnTo>
                        <a:pt x="248" y="82"/>
                      </a:lnTo>
                      <a:lnTo>
                        <a:pt x="252" y="82"/>
                      </a:lnTo>
                      <a:lnTo>
                        <a:pt x="254" y="82"/>
                      </a:lnTo>
                      <a:lnTo>
                        <a:pt x="254" y="86"/>
                      </a:lnTo>
                      <a:lnTo>
                        <a:pt x="254" y="92"/>
                      </a:lnTo>
                      <a:lnTo>
                        <a:pt x="254" y="96"/>
                      </a:lnTo>
                      <a:lnTo>
                        <a:pt x="254" y="100"/>
                      </a:lnTo>
                      <a:lnTo>
                        <a:pt x="258" y="100"/>
                      </a:lnTo>
                      <a:lnTo>
                        <a:pt x="258" y="104"/>
                      </a:lnTo>
                      <a:lnTo>
                        <a:pt x="258" y="108"/>
                      </a:lnTo>
                      <a:lnTo>
                        <a:pt x="262" y="108"/>
                      </a:lnTo>
                      <a:lnTo>
                        <a:pt x="262" y="112"/>
                      </a:lnTo>
                      <a:lnTo>
                        <a:pt x="262" y="116"/>
                      </a:lnTo>
                      <a:lnTo>
                        <a:pt x="262" y="118"/>
                      </a:lnTo>
                      <a:lnTo>
                        <a:pt x="262" y="122"/>
                      </a:lnTo>
                      <a:lnTo>
                        <a:pt x="258" y="122"/>
                      </a:lnTo>
                      <a:lnTo>
                        <a:pt x="258" y="126"/>
                      </a:lnTo>
                      <a:lnTo>
                        <a:pt x="258" y="130"/>
                      </a:lnTo>
                      <a:lnTo>
                        <a:pt x="254" y="130"/>
                      </a:lnTo>
                      <a:lnTo>
                        <a:pt x="258" y="130"/>
                      </a:lnTo>
                      <a:lnTo>
                        <a:pt x="254" y="130"/>
                      </a:lnTo>
                      <a:lnTo>
                        <a:pt x="254" y="134"/>
                      </a:lnTo>
                      <a:lnTo>
                        <a:pt x="254" y="138"/>
                      </a:lnTo>
                      <a:lnTo>
                        <a:pt x="254" y="142"/>
                      </a:lnTo>
                      <a:lnTo>
                        <a:pt x="252" y="142"/>
                      </a:lnTo>
                      <a:lnTo>
                        <a:pt x="248" y="142"/>
                      </a:lnTo>
                      <a:lnTo>
                        <a:pt x="248" y="146"/>
                      </a:lnTo>
                      <a:lnTo>
                        <a:pt x="248" y="148"/>
                      </a:lnTo>
                      <a:lnTo>
                        <a:pt x="248" y="152"/>
                      </a:lnTo>
                      <a:lnTo>
                        <a:pt x="248" y="156"/>
                      </a:lnTo>
                      <a:lnTo>
                        <a:pt x="248" y="160"/>
                      </a:lnTo>
                      <a:lnTo>
                        <a:pt x="248" y="164"/>
                      </a:lnTo>
                      <a:lnTo>
                        <a:pt x="248" y="168"/>
                      </a:lnTo>
                      <a:lnTo>
                        <a:pt x="244" y="168"/>
                      </a:lnTo>
                      <a:lnTo>
                        <a:pt x="244" y="172"/>
                      </a:lnTo>
                      <a:lnTo>
                        <a:pt x="244" y="174"/>
                      </a:lnTo>
                      <a:lnTo>
                        <a:pt x="244" y="178"/>
                      </a:lnTo>
                      <a:lnTo>
                        <a:pt x="240" y="182"/>
                      </a:lnTo>
                      <a:lnTo>
                        <a:pt x="244" y="182"/>
                      </a:lnTo>
                      <a:lnTo>
                        <a:pt x="244" y="186"/>
                      </a:lnTo>
                      <a:lnTo>
                        <a:pt x="244" y="190"/>
                      </a:lnTo>
                      <a:lnTo>
                        <a:pt x="244" y="194"/>
                      </a:lnTo>
                      <a:lnTo>
                        <a:pt x="240" y="194"/>
                      </a:lnTo>
                      <a:lnTo>
                        <a:pt x="240" y="198"/>
                      </a:lnTo>
                      <a:lnTo>
                        <a:pt x="240" y="202"/>
                      </a:lnTo>
                      <a:lnTo>
                        <a:pt x="236" y="202"/>
                      </a:lnTo>
                      <a:lnTo>
                        <a:pt x="236" y="204"/>
                      </a:lnTo>
                      <a:lnTo>
                        <a:pt x="232" y="204"/>
                      </a:lnTo>
                      <a:lnTo>
                        <a:pt x="232" y="208"/>
                      </a:lnTo>
                      <a:lnTo>
                        <a:pt x="228" y="204"/>
                      </a:lnTo>
                      <a:lnTo>
                        <a:pt x="232" y="204"/>
                      </a:lnTo>
                      <a:lnTo>
                        <a:pt x="232" y="202"/>
                      </a:lnTo>
                      <a:lnTo>
                        <a:pt x="232" y="198"/>
                      </a:lnTo>
                      <a:lnTo>
                        <a:pt x="236" y="194"/>
                      </a:lnTo>
                      <a:lnTo>
                        <a:pt x="232" y="194"/>
                      </a:lnTo>
                      <a:lnTo>
                        <a:pt x="228" y="194"/>
                      </a:lnTo>
                      <a:lnTo>
                        <a:pt x="228" y="198"/>
                      </a:lnTo>
                      <a:lnTo>
                        <a:pt x="228" y="202"/>
                      </a:lnTo>
                      <a:lnTo>
                        <a:pt x="226" y="198"/>
                      </a:lnTo>
                      <a:lnTo>
                        <a:pt x="226" y="202"/>
                      </a:lnTo>
                      <a:lnTo>
                        <a:pt x="222" y="202"/>
                      </a:lnTo>
                      <a:lnTo>
                        <a:pt x="222" y="204"/>
                      </a:lnTo>
                      <a:lnTo>
                        <a:pt x="222" y="208"/>
                      </a:lnTo>
                      <a:lnTo>
                        <a:pt x="218" y="212"/>
                      </a:lnTo>
                      <a:lnTo>
                        <a:pt x="218" y="208"/>
                      </a:lnTo>
                      <a:lnTo>
                        <a:pt x="218" y="204"/>
                      </a:lnTo>
                      <a:lnTo>
                        <a:pt x="218" y="202"/>
                      </a:lnTo>
                      <a:lnTo>
                        <a:pt x="214" y="202"/>
                      </a:lnTo>
                      <a:lnTo>
                        <a:pt x="214" y="204"/>
                      </a:lnTo>
                      <a:lnTo>
                        <a:pt x="210" y="208"/>
                      </a:lnTo>
                      <a:lnTo>
                        <a:pt x="206" y="212"/>
                      </a:lnTo>
                      <a:lnTo>
                        <a:pt x="210" y="212"/>
                      </a:lnTo>
                      <a:lnTo>
                        <a:pt x="206" y="212"/>
                      </a:lnTo>
                      <a:lnTo>
                        <a:pt x="202" y="212"/>
                      </a:lnTo>
                      <a:lnTo>
                        <a:pt x="198" y="212"/>
                      </a:lnTo>
                      <a:lnTo>
                        <a:pt x="196" y="212"/>
                      </a:lnTo>
                      <a:lnTo>
                        <a:pt x="192" y="212"/>
                      </a:lnTo>
                      <a:lnTo>
                        <a:pt x="196" y="212"/>
                      </a:lnTo>
                      <a:lnTo>
                        <a:pt x="196" y="208"/>
                      </a:lnTo>
                      <a:lnTo>
                        <a:pt x="192" y="208"/>
                      </a:lnTo>
                      <a:lnTo>
                        <a:pt x="192" y="204"/>
                      </a:lnTo>
                      <a:lnTo>
                        <a:pt x="192" y="208"/>
                      </a:lnTo>
                      <a:lnTo>
                        <a:pt x="192" y="212"/>
                      </a:lnTo>
                      <a:lnTo>
                        <a:pt x="188" y="208"/>
                      </a:lnTo>
                      <a:lnTo>
                        <a:pt x="188" y="204"/>
                      </a:lnTo>
                      <a:lnTo>
                        <a:pt x="192" y="204"/>
                      </a:lnTo>
                      <a:lnTo>
                        <a:pt x="188" y="204"/>
                      </a:lnTo>
                      <a:lnTo>
                        <a:pt x="188" y="208"/>
                      </a:lnTo>
                      <a:lnTo>
                        <a:pt x="184" y="208"/>
                      </a:lnTo>
                      <a:lnTo>
                        <a:pt x="184" y="212"/>
                      </a:lnTo>
                      <a:lnTo>
                        <a:pt x="188" y="212"/>
                      </a:lnTo>
                      <a:lnTo>
                        <a:pt x="188" y="216"/>
                      </a:lnTo>
                      <a:lnTo>
                        <a:pt x="192" y="216"/>
                      </a:lnTo>
                      <a:lnTo>
                        <a:pt x="192" y="220"/>
                      </a:lnTo>
                      <a:lnTo>
                        <a:pt x="188" y="220"/>
                      </a:lnTo>
                      <a:lnTo>
                        <a:pt x="184" y="220"/>
                      </a:lnTo>
                      <a:lnTo>
                        <a:pt x="180" y="220"/>
                      </a:lnTo>
                      <a:lnTo>
                        <a:pt x="180" y="224"/>
                      </a:lnTo>
                      <a:lnTo>
                        <a:pt x="180" y="228"/>
                      </a:lnTo>
                      <a:lnTo>
                        <a:pt x="176" y="228"/>
                      </a:lnTo>
                      <a:lnTo>
                        <a:pt x="176" y="230"/>
                      </a:lnTo>
                      <a:lnTo>
                        <a:pt x="172" y="234"/>
                      </a:lnTo>
                      <a:lnTo>
                        <a:pt x="170" y="230"/>
                      </a:lnTo>
                      <a:lnTo>
                        <a:pt x="170" y="228"/>
                      </a:lnTo>
                      <a:lnTo>
                        <a:pt x="166" y="228"/>
                      </a:lnTo>
                      <a:lnTo>
                        <a:pt x="166" y="224"/>
                      </a:lnTo>
                      <a:lnTo>
                        <a:pt x="166" y="220"/>
                      </a:lnTo>
                      <a:lnTo>
                        <a:pt x="166" y="216"/>
                      </a:lnTo>
                      <a:lnTo>
                        <a:pt x="170" y="216"/>
                      </a:lnTo>
                      <a:lnTo>
                        <a:pt x="170" y="212"/>
                      </a:lnTo>
                      <a:lnTo>
                        <a:pt x="170" y="208"/>
                      </a:lnTo>
                      <a:lnTo>
                        <a:pt x="166" y="212"/>
                      </a:lnTo>
                      <a:lnTo>
                        <a:pt x="162" y="212"/>
                      </a:lnTo>
                      <a:lnTo>
                        <a:pt x="158" y="208"/>
                      </a:lnTo>
                      <a:lnTo>
                        <a:pt x="154" y="208"/>
                      </a:lnTo>
                      <a:lnTo>
                        <a:pt x="154" y="212"/>
                      </a:lnTo>
                      <a:lnTo>
                        <a:pt x="154" y="208"/>
                      </a:lnTo>
                      <a:lnTo>
                        <a:pt x="154" y="208"/>
                      </a:lnTo>
                      <a:lnTo>
                        <a:pt x="154" y="208"/>
                      </a:lnTo>
                      <a:close/>
                      <a:moveTo>
                        <a:pt x="214" y="142"/>
                      </a:moveTo>
                      <a:lnTo>
                        <a:pt x="214" y="146"/>
                      </a:lnTo>
                      <a:lnTo>
                        <a:pt x="210" y="146"/>
                      </a:lnTo>
                      <a:lnTo>
                        <a:pt x="210" y="148"/>
                      </a:lnTo>
                      <a:lnTo>
                        <a:pt x="214" y="146"/>
                      </a:lnTo>
                      <a:lnTo>
                        <a:pt x="214" y="148"/>
                      </a:lnTo>
                      <a:lnTo>
                        <a:pt x="210" y="152"/>
                      </a:lnTo>
                      <a:lnTo>
                        <a:pt x="206" y="152"/>
                      </a:lnTo>
                      <a:lnTo>
                        <a:pt x="210" y="152"/>
                      </a:lnTo>
                      <a:lnTo>
                        <a:pt x="210" y="148"/>
                      </a:lnTo>
                      <a:lnTo>
                        <a:pt x="210" y="146"/>
                      </a:lnTo>
                      <a:lnTo>
                        <a:pt x="210" y="142"/>
                      </a:lnTo>
                      <a:lnTo>
                        <a:pt x="214" y="142"/>
                      </a:lnTo>
                      <a:lnTo>
                        <a:pt x="214" y="142"/>
                      </a:lnTo>
                      <a:lnTo>
                        <a:pt x="214" y="142"/>
                      </a:lnTo>
                      <a:close/>
                      <a:moveTo>
                        <a:pt x="140" y="178"/>
                      </a:moveTo>
                      <a:lnTo>
                        <a:pt x="140" y="182"/>
                      </a:lnTo>
                      <a:lnTo>
                        <a:pt x="136" y="182"/>
                      </a:lnTo>
                      <a:lnTo>
                        <a:pt x="140" y="178"/>
                      </a:lnTo>
                      <a:lnTo>
                        <a:pt x="140" y="178"/>
                      </a:lnTo>
                      <a:lnTo>
                        <a:pt x="140" y="178"/>
                      </a:lnTo>
                      <a:close/>
                      <a:moveTo>
                        <a:pt x="84" y="212"/>
                      </a:moveTo>
                      <a:lnTo>
                        <a:pt x="84" y="216"/>
                      </a:lnTo>
                      <a:lnTo>
                        <a:pt x="84" y="220"/>
                      </a:lnTo>
                      <a:lnTo>
                        <a:pt x="84" y="216"/>
                      </a:lnTo>
                      <a:lnTo>
                        <a:pt x="80" y="216"/>
                      </a:lnTo>
                      <a:lnTo>
                        <a:pt x="84" y="212"/>
                      </a:lnTo>
                      <a:lnTo>
                        <a:pt x="84" y="212"/>
                      </a:lnTo>
                      <a:lnTo>
                        <a:pt x="84" y="212"/>
                      </a:lnTo>
                      <a:close/>
                      <a:moveTo>
                        <a:pt x="158" y="220"/>
                      </a:moveTo>
                      <a:lnTo>
                        <a:pt x="158" y="216"/>
                      </a:lnTo>
                      <a:lnTo>
                        <a:pt x="162" y="216"/>
                      </a:lnTo>
                      <a:lnTo>
                        <a:pt x="162" y="212"/>
                      </a:lnTo>
                      <a:lnTo>
                        <a:pt x="162" y="216"/>
                      </a:lnTo>
                      <a:lnTo>
                        <a:pt x="162" y="220"/>
                      </a:lnTo>
                      <a:lnTo>
                        <a:pt x="158" y="220"/>
                      </a:lnTo>
                      <a:lnTo>
                        <a:pt x="158" y="220"/>
                      </a:lnTo>
                      <a:lnTo>
                        <a:pt x="158" y="220"/>
                      </a:lnTo>
                      <a:close/>
                      <a:moveTo>
                        <a:pt x="154" y="212"/>
                      </a:moveTo>
                      <a:lnTo>
                        <a:pt x="154" y="216"/>
                      </a:lnTo>
                      <a:lnTo>
                        <a:pt x="150" y="216"/>
                      </a:lnTo>
                      <a:lnTo>
                        <a:pt x="150" y="212"/>
                      </a:lnTo>
                      <a:lnTo>
                        <a:pt x="154" y="212"/>
                      </a:lnTo>
                      <a:lnTo>
                        <a:pt x="154" y="212"/>
                      </a:lnTo>
                      <a:lnTo>
                        <a:pt x="154" y="212"/>
                      </a:lnTo>
                      <a:close/>
                      <a:moveTo>
                        <a:pt x="154" y="230"/>
                      </a:moveTo>
                      <a:lnTo>
                        <a:pt x="154" y="234"/>
                      </a:lnTo>
                      <a:lnTo>
                        <a:pt x="150" y="234"/>
                      </a:lnTo>
                      <a:lnTo>
                        <a:pt x="150" y="238"/>
                      </a:lnTo>
                      <a:lnTo>
                        <a:pt x="150" y="234"/>
                      </a:lnTo>
                      <a:lnTo>
                        <a:pt x="146" y="234"/>
                      </a:lnTo>
                      <a:lnTo>
                        <a:pt x="146" y="230"/>
                      </a:lnTo>
                      <a:lnTo>
                        <a:pt x="142" y="230"/>
                      </a:lnTo>
                      <a:lnTo>
                        <a:pt x="142" y="234"/>
                      </a:lnTo>
                      <a:lnTo>
                        <a:pt x="140" y="234"/>
                      </a:lnTo>
                      <a:lnTo>
                        <a:pt x="140" y="238"/>
                      </a:lnTo>
                      <a:lnTo>
                        <a:pt x="136" y="242"/>
                      </a:lnTo>
                      <a:lnTo>
                        <a:pt x="136" y="246"/>
                      </a:lnTo>
                      <a:lnTo>
                        <a:pt x="132" y="246"/>
                      </a:lnTo>
                      <a:lnTo>
                        <a:pt x="128" y="246"/>
                      </a:lnTo>
                      <a:lnTo>
                        <a:pt x="132" y="246"/>
                      </a:lnTo>
                      <a:lnTo>
                        <a:pt x="132" y="242"/>
                      </a:lnTo>
                      <a:lnTo>
                        <a:pt x="128" y="242"/>
                      </a:lnTo>
                      <a:lnTo>
                        <a:pt x="128" y="246"/>
                      </a:lnTo>
                      <a:lnTo>
                        <a:pt x="128" y="242"/>
                      </a:lnTo>
                      <a:lnTo>
                        <a:pt x="128" y="238"/>
                      </a:lnTo>
                      <a:lnTo>
                        <a:pt x="124" y="238"/>
                      </a:lnTo>
                      <a:lnTo>
                        <a:pt x="124" y="234"/>
                      </a:lnTo>
                      <a:lnTo>
                        <a:pt x="120" y="234"/>
                      </a:lnTo>
                      <a:lnTo>
                        <a:pt x="124" y="234"/>
                      </a:lnTo>
                      <a:lnTo>
                        <a:pt x="128" y="230"/>
                      </a:lnTo>
                      <a:lnTo>
                        <a:pt x="128" y="228"/>
                      </a:lnTo>
                      <a:lnTo>
                        <a:pt x="132" y="228"/>
                      </a:lnTo>
                      <a:lnTo>
                        <a:pt x="132" y="224"/>
                      </a:lnTo>
                      <a:lnTo>
                        <a:pt x="132" y="220"/>
                      </a:lnTo>
                      <a:lnTo>
                        <a:pt x="136" y="220"/>
                      </a:lnTo>
                      <a:lnTo>
                        <a:pt x="136" y="224"/>
                      </a:lnTo>
                      <a:lnTo>
                        <a:pt x="140" y="224"/>
                      </a:lnTo>
                      <a:lnTo>
                        <a:pt x="142" y="224"/>
                      </a:lnTo>
                      <a:lnTo>
                        <a:pt x="142" y="220"/>
                      </a:lnTo>
                      <a:lnTo>
                        <a:pt x="146" y="220"/>
                      </a:lnTo>
                      <a:lnTo>
                        <a:pt x="146" y="216"/>
                      </a:lnTo>
                      <a:lnTo>
                        <a:pt x="150" y="216"/>
                      </a:lnTo>
                      <a:lnTo>
                        <a:pt x="154" y="220"/>
                      </a:lnTo>
                      <a:lnTo>
                        <a:pt x="158" y="220"/>
                      </a:lnTo>
                      <a:lnTo>
                        <a:pt x="158" y="224"/>
                      </a:lnTo>
                      <a:lnTo>
                        <a:pt x="158" y="228"/>
                      </a:lnTo>
                      <a:lnTo>
                        <a:pt x="154" y="230"/>
                      </a:lnTo>
                      <a:lnTo>
                        <a:pt x="154" y="230"/>
                      </a:lnTo>
                      <a:lnTo>
                        <a:pt x="154" y="230"/>
                      </a:lnTo>
                      <a:close/>
                      <a:moveTo>
                        <a:pt x="84" y="220"/>
                      </a:moveTo>
                      <a:lnTo>
                        <a:pt x="80" y="224"/>
                      </a:lnTo>
                      <a:lnTo>
                        <a:pt x="80" y="220"/>
                      </a:lnTo>
                      <a:lnTo>
                        <a:pt x="80" y="216"/>
                      </a:lnTo>
                      <a:lnTo>
                        <a:pt x="84" y="216"/>
                      </a:lnTo>
                      <a:lnTo>
                        <a:pt x="84" y="220"/>
                      </a:lnTo>
                      <a:lnTo>
                        <a:pt x="84" y="220"/>
                      </a:lnTo>
                      <a:lnTo>
                        <a:pt x="84" y="220"/>
                      </a:lnTo>
                      <a:close/>
                      <a:moveTo>
                        <a:pt x="128" y="220"/>
                      </a:moveTo>
                      <a:lnTo>
                        <a:pt x="124" y="220"/>
                      </a:lnTo>
                      <a:lnTo>
                        <a:pt x="128" y="220"/>
                      </a:lnTo>
                      <a:lnTo>
                        <a:pt x="128" y="220"/>
                      </a:lnTo>
                      <a:lnTo>
                        <a:pt x="128" y="220"/>
                      </a:lnTo>
                      <a:close/>
                      <a:moveTo>
                        <a:pt x="86" y="250"/>
                      </a:moveTo>
                      <a:lnTo>
                        <a:pt x="90" y="250"/>
                      </a:lnTo>
                      <a:lnTo>
                        <a:pt x="90" y="246"/>
                      </a:lnTo>
                      <a:lnTo>
                        <a:pt x="86" y="246"/>
                      </a:lnTo>
                      <a:lnTo>
                        <a:pt x="86" y="242"/>
                      </a:lnTo>
                      <a:lnTo>
                        <a:pt x="90" y="242"/>
                      </a:lnTo>
                      <a:lnTo>
                        <a:pt x="90" y="246"/>
                      </a:lnTo>
                      <a:lnTo>
                        <a:pt x="90" y="242"/>
                      </a:lnTo>
                      <a:lnTo>
                        <a:pt x="86" y="238"/>
                      </a:lnTo>
                      <a:lnTo>
                        <a:pt x="86" y="234"/>
                      </a:lnTo>
                      <a:lnTo>
                        <a:pt x="90" y="238"/>
                      </a:lnTo>
                      <a:lnTo>
                        <a:pt x="90" y="234"/>
                      </a:lnTo>
                      <a:lnTo>
                        <a:pt x="90" y="230"/>
                      </a:lnTo>
                      <a:lnTo>
                        <a:pt x="90" y="234"/>
                      </a:lnTo>
                      <a:lnTo>
                        <a:pt x="94" y="234"/>
                      </a:lnTo>
                      <a:lnTo>
                        <a:pt x="94" y="230"/>
                      </a:lnTo>
                      <a:lnTo>
                        <a:pt x="98" y="230"/>
                      </a:lnTo>
                      <a:lnTo>
                        <a:pt x="98" y="228"/>
                      </a:lnTo>
                      <a:lnTo>
                        <a:pt x="102" y="224"/>
                      </a:lnTo>
                      <a:lnTo>
                        <a:pt x="106" y="224"/>
                      </a:lnTo>
                      <a:lnTo>
                        <a:pt x="106" y="228"/>
                      </a:lnTo>
                      <a:lnTo>
                        <a:pt x="106" y="230"/>
                      </a:lnTo>
                      <a:lnTo>
                        <a:pt x="110" y="230"/>
                      </a:lnTo>
                      <a:lnTo>
                        <a:pt x="112" y="230"/>
                      </a:lnTo>
                      <a:lnTo>
                        <a:pt x="116" y="230"/>
                      </a:lnTo>
                      <a:lnTo>
                        <a:pt x="116" y="234"/>
                      </a:lnTo>
                      <a:lnTo>
                        <a:pt x="112" y="234"/>
                      </a:lnTo>
                      <a:lnTo>
                        <a:pt x="112" y="238"/>
                      </a:lnTo>
                      <a:lnTo>
                        <a:pt x="116" y="238"/>
                      </a:lnTo>
                      <a:lnTo>
                        <a:pt x="120" y="238"/>
                      </a:lnTo>
                      <a:lnTo>
                        <a:pt x="116" y="238"/>
                      </a:lnTo>
                      <a:lnTo>
                        <a:pt x="120" y="242"/>
                      </a:lnTo>
                      <a:lnTo>
                        <a:pt x="120" y="246"/>
                      </a:lnTo>
                      <a:lnTo>
                        <a:pt x="116" y="246"/>
                      </a:lnTo>
                      <a:lnTo>
                        <a:pt x="116" y="250"/>
                      </a:lnTo>
                      <a:lnTo>
                        <a:pt x="116" y="254"/>
                      </a:lnTo>
                      <a:lnTo>
                        <a:pt x="112" y="254"/>
                      </a:lnTo>
                      <a:lnTo>
                        <a:pt x="112" y="258"/>
                      </a:lnTo>
                      <a:lnTo>
                        <a:pt x="112" y="260"/>
                      </a:lnTo>
                      <a:lnTo>
                        <a:pt x="112" y="264"/>
                      </a:lnTo>
                      <a:lnTo>
                        <a:pt x="112" y="268"/>
                      </a:lnTo>
                      <a:lnTo>
                        <a:pt x="112" y="272"/>
                      </a:lnTo>
                      <a:lnTo>
                        <a:pt x="110" y="272"/>
                      </a:lnTo>
                      <a:lnTo>
                        <a:pt x="106" y="272"/>
                      </a:lnTo>
                      <a:lnTo>
                        <a:pt x="110" y="272"/>
                      </a:lnTo>
                      <a:lnTo>
                        <a:pt x="110" y="276"/>
                      </a:lnTo>
                      <a:lnTo>
                        <a:pt x="106" y="276"/>
                      </a:lnTo>
                      <a:lnTo>
                        <a:pt x="102" y="280"/>
                      </a:lnTo>
                      <a:lnTo>
                        <a:pt x="102" y="276"/>
                      </a:lnTo>
                      <a:lnTo>
                        <a:pt x="102" y="272"/>
                      </a:lnTo>
                      <a:lnTo>
                        <a:pt x="102" y="268"/>
                      </a:lnTo>
                      <a:lnTo>
                        <a:pt x="102" y="264"/>
                      </a:lnTo>
                      <a:lnTo>
                        <a:pt x="102" y="268"/>
                      </a:lnTo>
                      <a:lnTo>
                        <a:pt x="98" y="268"/>
                      </a:lnTo>
                      <a:lnTo>
                        <a:pt x="98" y="272"/>
                      </a:lnTo>
                      <a:lnTo>
                        <a:pt x="102" y="272"/>
                      </a:lnTo>
                      <a:lnTo>
                        <a:pt x="102" y="276"/>
                      </a:lnTo>
                      <a:lnTo>
                        <a:pt x="98" y="276"/>
                      </a:lnTo>
                      <a:lnTo>
                        <a:pt x="94" y="276"/>
                      </a:lnTo>
                      <a:lnTo>
                        <a:pt x="94" y="272"/>
                      </a:lnTo>
                      <a:lnTo>
                        <a:pt x="98" y="268"/>
                      </a:lnTo>
                      <a:lnTo>
                        <a:pt x="94" y="264"/>
                      </a:lnTo>
                      <a:lnTo>
                        <a:pt x="94" y="260"/>
                      </a:lnTo>
                      <a:lnTo>
                        <a:pt x="94" y="258"/>
                      </a:lnTo>
                      <a:lnTo>
                        <a:pt x="94" y="260"/>
                      </a:lnTo>
                      <a:lnTo>
                        <a:pt x="98" y="258"/>
                      </a:lnTo>
                      <a:lnTo>
                        <a:pt x="98" y="254"/>
                      </a:lnTo>
                      <a:lnTo>
                        <a:pt x="102" y="250"/>
                      </a:lnTo>
                      <a:lnTo>
                        <a:pt x="98" y="250"/>
                      </a:lnTo>
                      <a:lnTo>
                        <a:pt x="102" y="246"/>
                      </a:lnTo>
                      <a:lnTo>
                        <a:pt x="98" y="246"/>
                      </a:lnTo>
                      <a:lnTo>
                        <a:pt x="98" y="242"/>
                      </a:lnTo>
                      <a:lnTo>
                        <a:pt x="98" y="238"/>
                      </a:lnTo>
                      <a:lnTo>
                        <a:pt x="94" y="238"/>
                      </a:lnTo>
                      <a:lnTo>
                        <a:pt x="94" y="242"/>
                      </a:lnTo>
                      <a:lnTo>
                        <a:pt x="94" y="246"/>
                      </a:lnTo>
                      <a:lnTo>
                        <a:pt x="98" y="246"/>
                      </a:lnTo>
                      <a:lnTo>
                        <a:pt x="98" y="250"/>
                      </a:lnTo>
                      <a:lnTo>
                        <a:pt x="94" y="250"/>
                      </a:lnTo>
                      <a:lnTo>
                        <a:pt x="94" y="246"/>
                      </a:lnTo>
                      <a:lnTo>
                        <a:pt x="90" y="246"/>
                      </a:lnTo>
                      <a:lnTo>
                        <a:pt x="90" y="250"/>
                      </a:lnTo>
                      <a:lnTo>
                        <a:pt x="86" y="250"/>
                      </a:lnTo>
                      <a:lnTo>
                        <a:pt x="86" y="250"/>
                      </a:lnTo>
                      <a:lnTo>
                        <a:pt x="86" y="250"/>
                      </a:lnTo>
                      <a:close/>
                      <a:moveTo>
                        <a:pt x="86" y="230"/>
                      </a:moveTo>
                      <a:lnTo>
                        <a:pt x="86" y="228"/>
                      </a:lnTo>
                      <a:lnTo>
                        <a:pt x="90" y="228"/>
                      </a:lnTo>
                      <a:lnTo>
                        <a:pt x="86" y="228"/>
                      </a:lnTo>
                      <a:lnTo>
                        <a:pt x="86" y="230"/>
                      </a:lnTo>
                      <a:lnTo>
                        <a:pt x="86" y="230"/>
                      </a:lnTo>
                      <a:lnTo>
                        <a:pt x="86" y="230"/>
                      </a:lnTo>
                      <a:close/>
                      <a:moveTo>
                        <a:pt x="86" y="234"/>
                      </a:moveTo>
                      <a:lnTo>
                        <a:pt x="86" y="238"/>
                      </a:lnTo>
                      <a:lnTo>
                        <a:pt x="84" y="238"/>
                      </a:lnTo>
                      <a:lnTo>
                        <a:pt x="84" y="234"/>
                      </a:lnTo>
                      <a:lnTo>
                        <a:pt x="86" y="234"/>
                      </a:lnTo>
                      <a:lnTo>
                        <a:pt x="86" y="234"/>
                      </a:lnTo>
                      <a:lnTo>
                        <a:pt x="86" y="234"/>
                      </a:lnTo>
                      <a:close/>
                      <a:moveTo>
                        <a:pt x="80" y="242"/>
                      </a:moveTo>
                      <a:lnTo>
                        <a:pt x="80" y="246"/>
                      </a:lnTo>
                      <a:lnTo>
                        <a:pt x="80" y="242"/>
                      </a:lnTo>
                      <a:lnTo>
                        <a:pt x="80" y="238"/>
                      </a:lnTo>
                      <a:lnTo>
                        <a:pt x="80" y="242"/>
                      </a:lnTo>
                      <a:lnTo>
                        <a:pt x="80" y="242"/>
                      </a:lnTo>
                      <a:lnTo>
                        <a:pt x="80" y="242"/>
                      </a:lnTo>
                      <a:close/>
                      <a:moveTo>
                        <a:pt x="72" y="250"/>
                      </a:moveTo>
                      <a:lnTo>
                        <a:pt x="72" y="246"/>
                      </a:lnTo>
                      <a:lnTo>
                        <a:pt x="76" y="246"/>
                      </a:lnTo>
                      <a:lnTo>
                        <a:pt x="76" y="250"/>
                      </a:lnTo>
                      <a:lnTo>
                        <a:pt x="72" y="250"/>
                      </a:lnTo>
                      <a:lnTo>
                        <a:pt x="72" y="250"/>
                      </a:lnTo>
                      <a:lnTo>
                        <a:pt x="72" y="250"/>
                      </a:lnTo>
                      <a:close/>
                      <a:moveTo>
                        <a:pt x="90" y="258"/>
                      </a:moveTo>
                      <a:lnTo>
                        <a:pt x="90" y="254"/>
                      </a:lnTo>
                      <a:lnTo>
                        <a:pt x="94" y="250"/>
                      </a:lnTo>
                      <a:lnTo>
                        <a:pt x="94" y="254"/>
                      </a:lnTo>
                      <a:lnTo>
                        <a:pt x="94" y="258"/>
                      </a:lnTo>
                      <a:lnTo>
                        <a:pt x="90" y="258"/>
                      </a:lnTo>
                      <a:lnTo>
                        <a:pt x="90" y="258"/>
                      </a:lnTo>
                      <a:lnTo>
                        <a:pt x="90" y="258"/>
                      </a:lnTo>
                      <a:close/>
                      <a:moveTo>
                        <a:pt x="106" y="284"/>
                      </a:moveTo>
                      <a:lnTo>
                        <a:pt x="106" y="286"/>
                      </a:lnTo>
                      <a:lnTo>
                        <a:pt x="106" y="290"/>
                      </a:lnTo>
                      <a:lnTo>
                        <a:pt x="106" y="286"/>
                      </a:lnTo>
                      <a:lnTo>
                        <a:pt x="106" y="284"/>
                      </a:lnTo>
                      <a:lnTo>
                        <a:pt x="106" y="284"/>
                      </a:lnTo>
                      <a:lnTo>
                        <a:pt x="106" y="284"/>
                      </a:lnTo>
                      <a:close/>
                      <a:moveTo>
                        <a:pt x="98" y="290"/>
                      </a:moveTo>
                      <a:lnTo>
                        <a:pt x="102" y="290"/>
                      </a:lnTo>
                      <a:lnTo>
                        <a:pt x="102" y="294"/>
                      </a:lnTo>
                      <a:lnTo>
                        <a:pt x="98" y="294"/>
                      </a:lnTo>
                      <a:lnTo>
                        <a:pt x="98" y="290"/>
                      </a:lnTo>
                      <a:lnTo>
                        <a:pt x="98" y="290"/>
                      </a:lnTo>
                      <a:lnTo>
                        <a:pt x="98" y="290"/>
                      </a:lnTo>
                      <a:close/>
                      <a:moveTo>
                        <a:pt x="86" y="324"/>
                      </a:moveTo>
                      <a:lnTo>
                        <a:pt x="86" y="328"/>
                      </a:lnTo>
                      <a:lnTo>
                        <a:pt x="84" y="328"/>
                      </a:lnTo>
                      <a:lnTo>
                        <a:pt x="84" y="332"/>
                      </a:lnTo>
                      <a:lnTo>
                        <a:pt x="80" y="328"/>
                      </a:lnTo>
                      <a:lnTo>
                        <a:pt x="84" y="328"/>
                      </a:lnTo>
                      <a:lnTo>
                        <a:pt x="86" y="324"/>
                      </a:lnTo>
                      <a:lnTo>
                        <a:pt x="86" y="324"/>
                      </a:lnTo>
                      <a:lnTo>
                        <a:pt x="86" y="324"/>
                      </a:lnTo>
                      <a:close/>
                      <a:moveTo>
                        <a:pt x="76" y="336"/>
                      </a:moveTo>
                      <a:lnTo>
                        <a:pt x="80" y="340"/>
                      </a:lnTo>
                      <a:lnTo>
                        <a:pt x="76" y="340"/>
                      </a:lnTo>
                      <a:lnTo>
                        <a:pt x="76" y="336"/>
                      </a:lnTo>
                      <a:lnTo>
                        <a:pt x="76" y="336"/>
                      </a:lnTo>
                      <a:lnTo>
                        <a:pt x="76" y="336"/>
                      </a:lnTo>
                      <a:close/>
                      <a:moveTo>
                        <a:pt x="68" y="354"/>
                      </a:moveTo>
                      <a:lnTo>
                        <a:pt x="68" y="358"/>
                      </a:lnTo>
                      <a:lnTo>
                        <a:pt x="64" y="362"/>
                      </a:lnTo>
                      <a:lnTo>
                        <a:pt x="60" y="362"/>
                      </a:lnTo>
                      <a:lnTo>
                        <a:pt x="60" y="366"/>
                      </a:lnTo>
                      <a:lnTo>
                        <a:pt x="60" y="370"/>
                      </a:lnTo>
                      <a:lnTo>
                        <a:pt x="56" y="370"/>
                      </a:lnTo>
                      <a:lnTo>
                        <a:pt x="56" y="366"/>
                      </a:lnTo>
                      <a:lnTo>
                        <a:pt x="60" y="366"/>
                      </a:lnTo>
                      <a:lnTo>
                        <a:pt x="60" y="362"/>
                      </a:lnTo>
                      <a:lnTo>
                        <a:pt x="64" y="362"/>
                      </a:lnTo>
                      <a:lnTo>
                        <a:pt x="64" y="358"/>
                      </a:lnTo>
                      <a:lnTo>
                        <a:pt x="60" y="358"/>
                      </a:lnTo>
                      <a:lnTo>
                        <a:pt x="64" y="358"/>
                      </a:lnTo>
                      <a:lnTo>
                        <a:pt x="68" y="354"/>
                      </a:lnTo>
                      <a:lnTo>
                        <a:pt x="68" y="354"/>
                      </a:lnTo>
                      <a:lnTo>
                        <a:pt x="68" y="354"/>
                      </a:lnTo>
                      <a:close/>
                      <a:moveTo>
                        <a:pt x="24" y="392"/>
                      </a:moveTo>
                      <a:lnTo>
                        <a:pt x="28" y="392"/>
                      </a:lnTo>
                      <a:lnTo>
                        <a:pt x="24" y="392"/>
                      </a:lnTo>
                      <a:lnTo>
                        <a:pt x="24" y="392"/>
                      </a:lnTo>
                      <a:lnTo>
                        <a:pt x="24" y="392"/>
                      </a:lnTo>
                      <a:close/>
                      <a:moveTo>
                        <a:pt x="8" y="398"/>
                      </a:moveTo>
                      <a:lnTo>
                        <a:pt x="12" y="398"/>
                      </a:lnTo>
                      <a:lnTo>
                        <a:pt x="12" y="396"/>
                      </a:lnTo>
                      <a:lnTo>
                        <a:pt x="12" y="398"/>
                      </a:lnTo>
                      <a:lnTo>
                        <a:pt x="8" y="398"/>
                      </a:lnTo>
                      <a:lnTo>
                        <a:pt x="8" y="398"/>
                      </a:lnTo>
                      <a:lnTo>
                        <a:pt x="8" y="398"/>
                      </a:lnTo>
                      <a:close/>
                      <a:moveTo>
                        <a:pt x="4" y="398"/>
                      </a:moveTo>
                      <a:lnTo>
                        <a:pt x="4" y="402"/>
                      </a:lnTo>
                      <a:lnTo>
                        <a:pt x="0" y="402"/>
                      </a:lnTo>
                      <a:lnTo>
                        <a:pt x="0" y="398"/>
                      </a:lnTo>
                      <a:lnTo>
                        <a:pt x="4" y="398"/>
                      </a:lnTo>
                      <a:lnTo>
                        <a:pt x="4" y="398"/>
                      </a:lnTo>
                      <a:lnTo>
                        <a:pt x="4" y="398"/>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66" name="Freeform 33">
                  <a:extLst>
                    <a:ext uri="{FF2B5EF4-FFF2-40B4-BE49-F238E27FC236}">
                      <a16:creationId xmlns:a16="http://schemas.microsoft.com/office/drawing/2014/main" id="{72537875-F421-C6EF-076E-C3B9984744B5}"/>
                    </a:ext>
                  </a:extLst>
                </p:cNvPr>
                <p:cNvSpPr>
                  <a:spLocks/>
                </p:cNvSpPr>
                <p:nvPr/>
              </p:nvSpPr>
              <p:spPr bwMode="gray">
                <a:xfrm>
                  <a:off x="5662630" y="3497010"/>
                  <a:ext cx="100877" cy="139141"/>
                </a:xfrm>
                <a:custGeom>
                  <a:avLst/>
                  <a:gdLst>
                    <a:gd name="T0" fmla="*/ 6 w 58"/>
                    <a:gd name="T1" fmla="*/ 34 h 80"/>
                    <a:gd name="T2" fmla="*/ 6 w 58"/>
                    <a:gd name="T3" fmla="*/ 34 h 80"/>
                    <a:gd name="T4" fmla="*/ 6 w 58"/>
                    <a:gd name="T5" fmla="*/ 30 h 80"/>
                    <a:gd name="T6" fmla="*/ 6 w 58"/>
                    <a:gd name="T7" fmla="*/ 30 h 80"/>
                    <a:gd name="T8" fmla="*/ 6 w 58"/>
                    <a:gd name="T9" fmla="*/ 26 h 80"/>
                    <a:gd name="T10" fmla="*/ 6 w 58"/>
                    <a:gd name="T11" fmla="*/ 26 h 80"/>
                    <a:gd name="T12" fmla="*/ 6 w 58"/>
                    <a:gd name="T13" fmla="*/ 24 h 80"/>
                    <a:gd name="T14" fmla="*/ 6 w 58"/>
                    <a:gd name="T15" fmla="*/ 20 h 80"/>
                    <a:gd name="T16" fmla="*/ 6 w 58"/>
                    <a:gd name="T17" fmla="*/ 16 h 80"/>
                    <a:gd name="T18" fmla="*/ 6 w 58"/>
                    <a:gd name="T19" fmla="*/ 16 h 80"/>
                    <a:gd name="T20" fmla="*/ 6 w 58"/>
                    <a:gd name="T21" fmla="*/ 12 h 80"/>
                    <a:gd name="T22" fmla="*/ 10 w 58"/>
                    <a:gd name="T23" fmla="*/ 12 h 80"/>
                    <a:gd name="T24" fmla="*/ 14 w 58"/>
                    <a:gd name="T25" fmla="*/ 16 h 80"/>
                    <a:gd name="T26" fmla="*/ 14 w 58"/>
                    <a:gd name="T27" fmla="*/ 16 h 80"/>
                    <a:gd name="T28" fmla="*/ 14 w 58"/>
                    <a:gd name="T29" fmla="*/ 16 h 80"/>
                    <a:gd name="T30" fmla="*/ 18 w 58"/>
                    <a:gd name="T31" fmla="*/ 20 h 80"/>
                    <a:gd name="T32" fmla="*/ 18 w 58"/>
                    <a:gd name="T33" fmla="*/ 20 h 80"/>
                    <a:gd name="T34" fmla="*/ 22 w 58"/>
                    <a:gd name="T35" fmla="*/ 20 h 80"/>
                    <a:gd name="T36" fmla="*/ 22 w 58"/>
                    <a:gd name="T37" fmla="*/ 20 h 80"/>
                    <a:gd name="T38" fmla="*/ 26 w 58"/>
                    <a:gd name="T39" fmla="*/ 20 h 80"/>
                    <a:gd name="T40" fmla="*/ 32 w 58"/>
                    <a:gd name="T41" fmla="*/ 16 h 80"/>
                    <a:gd name="T42" fmla="*/ 32 w 58"/>
                    <a:gd name="T43" fmla="*/ 16 h 80"/>
                    <a:gd name="T44" fmla="*/ 40 w 58"/>
                    <a:gd name="T45" fmla="*/ 8 h 80"/>
                    <a:gd name="T46" fmla="*/ 48 w 58"/>
                    <a:gd name="T47" fmla="*/ 4 h 80"/>
                    <a:gd name="T48" fmla="*/ 52 w 58"/>
                    <a:gd name="T49" fmla="*/ 0 h 80"/>
                    <a:gd name="T50" fmla="*/ 54 w 58"/>
                    <a:gd name="T51" fmla="*/ 20 h 80"/>
                    <a:gd name="T52" fmla="*/ 58 w 58"/>
                    <a:gd name="T53" fmla="*/ 20 h 80"/>
                    <a:gd name="T54" fmla="*/ 58 w 58"/>
                    <a:gd name="T55" fmla="*/ 24 h 80"/>
                    <a:gd name="T56" fmla="*/ 54 w 58"/>
                    <a:gd name="T57" fmla="*/ 26 h 80"/>
                    <a:gd name="T58" fmla="*/ 40 w 58"/>
                    <a:gd name="T59" fmla="*/ 30 h 80"/>
                    <a:gd name="T60" fmla="*/ 36 w 58"/>
                    <a:gd name="T61" fmla="*/ 34 h 80"/>
                    <a:gd name="T62" fmla="*/ 28 w 58"/>
                    <a:gd name="T63" fmla="*/ 34 h 80"/>
                    <a:gd name="T64" fmla="*/ 32 w 58"/>
                    <a:gd name="T65" fmla="*/ 42 h 80"/>
                    <a:gd name="T66" fmla="*/ 36 w 58"/>
                    <a:gd name="T67" fmla="*/ 46 h 80"/>
                    <a:gd name="T68" fmla="*/ 36 w 58"/>
                    <a:gd name="T69" fmla="*/ 56 h 80"/>
                    <a:gd name="T70" fmla="*/ 32 w 58"/>
                    <a:gd name="T71" fmla="*/ 64 h 80"/>
                    <a:gd name="T72" fmla="*/ 22 w 58"/>
                    <a:gd name="T73" fmla="*/ 68 h 80"/>
                    <a:gd name="T74" fmla="*/ 18 w 58"/>
                    <a:gd name="T75" fmla="*/ 76 h 80"/>
                    <a:gd name="T76" fmla="*/ 6 w 58"/>
                    <a:gd name="T77" fmla="*/ 76 h 80"/>
                    <a:gd name="T78" fmla="*/ 0 w 58"/>
                    <a:gd name="T79" fmla="*/ 76 h 80"/>
                    <a:gd name="T80" fmla="*/ 0 w 58"/>
                    <a:gd name="T81" fmla="*/ 76 h 80"/>
                    <a:gd name="T82" fmla="*/ 0 w 58"/>
                    <a:gd name="T83" fmla="*/ 72 h 80"/>
                    <a:gd name="T84" fmla="*/ 0 w 58"/>
                    <a:gd name="T85" fmla="*/ 72 h 80"/>
                    <a:gd name="T86" fmla="*/ 0 w 58"/>
                    <a:gd name="T87" fmla="*/ 72 h 80"/>
                    <a:gd name="T88" fmla="*/ 0 w 58"/>
                    <a:gd name="T89" fmla="*/ 64 h 80"/>
                    <a:gd name="T90" fmla="*/ 0 w 58"/>
                    <a:gd name="T91" fmla="*/ 64 h 80"/>
                    <a:gd name="T92" fmla="*/ 0 w 58"/>
                    <a:gd name="T93" fmla="*/ 64 h 80"/>
                    <a:gd name="T94" fmla="*/ 0 w 58"/>
                    <a:gd name="T95" fmla="*/ 60 h 80"/>
                    <a:gd name="T96" fmla="*/ 0 w 58"/>
                    <a:gd name="T97" fmla="*/ 56 h 80"/>
                    <a:gd name="T98" fmla="*/ 0 w 58"/>
                    <a:gd name="T99" fmla="*/ 56 h 80"/>
                    <a:gd name="T100" fmla="*/ 2 w 58"/>
                    <a:gd name="T101" fmla="*/ 54 h 80"/>
                    <a:gd name="T102" fmla="*/ 2 w 58"/>
                    <a:gd name="T103" fmla="*/ 50 h 80"/>
                    <a:gd name="T104" fmla="*/ 2 w 58"/>
                    <a:gd name="T105" fmla="*/ 46 h 80"/>
                    <a:gd name="T106" fmla="*/ 2 w 58"/>
                    <a:gd name="T107" fmla="*/ 46 h 80"/>
                    <a:gd name="T108" fmla="*/ 6 w 58"/>
                    <a:gd name="T109" fmla="*/ 42 h 80"/>
                    <a:gd name="T110" fmla="*/ 6 w 58"/>
                    <a:gd name="T111" fmla="*/ 42 h 80"/>
                    <a:gd name="T112" fmla="*/ 2 w 58"/>
                    <a:gd name="T113" fmla="*/ 42 h 80"/>
                    <a:gd name="T114" fmla="*/ 6 w 58"/>
                    <a:gd name="T115" fmla="*/ 38 h 80"/>
                    <a:gd name="T116" fmla="*/ 6 w 58"/>
                    <a:gd name="T117" fmla="*/ 38 h 80"/>
                    <a:gd name="T118" fmla="*/ 6 w 58"/>
                    <a:gd name="T119" fmla="*/ 34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8" h="80">
                      <a:moveTo>
                        <a:pt x="6" y="34"/>
                      </a:moveTo>
                      <a:lnTo>
                        <a:pt x="6" y="34"/>
                      </a:lnTo>
                      <a:lnTo>
                        <a:pt x="6" y="34"/>
                      </a:lnTo>
                      <a:lnTo>
                        <a:pt x="6" y="34"/>
                      </a:lnTo>
                      <a:lnTo>
                        <a:pt x="6" y="34"/>
                      </a:lnTo>
                      <a:lnTo>
                        <a:pt x="6" y="30"/>
                      </a:lnTo>
                      <a:lnTo>
                        <a:pt x="6" y="30"/>
                      </a:lnTo>
                      <a:lnTo>
                        <a:pt x="6" y="30"/>
                      </a:lnTo>
                      <a:lnTo>
                        <a:pt x="6" y="30"/>
                      </a:lnTo>
                      <a:lnTo>
                        <a:pt x="6" y="26"/>
                      </a:lnTo>
                      <a:lnTo>
                        <a:pt x="6" y="26"/>
                      </a:lnTo>
                      <a:lnTo>
                        <a:pt x="6" y="26"/>
                      </a:lnTo>
                      <a:lnTo>
                        <a:pt x="6" y="24"/>
                      </a:lnTo>
                      <a:lnTo>
                        <a:pt x="6" y="24"/>
                      </a:lnTo>
                      <a:lnTo>
                        <a:pt x="6" y="20"/>
                      </a:lnTo>
                      <a:lnTo>
                        <a:pt x="6" y="20"/>
                      </a:lnTo>
                      <a:lnTo>
                        <a:pt x="6" y="20"/>
                      </a:lnTo>
                      <a:lnTo>
                        <a:pt x="6" y="16"/>
                      </a:lnTo>
                      <a:lnTo>
                        <a:pt x="6" y="16"/>
                      </a:lnTo>
                      <a:lnTo>
                        <a:pt x="6" y="16"/>
                      </a:lnTo>
                      <a:lnTo>
                        <a:pt x="6" y="16"/>
                      </a:lnTo>
                      <a:lnTo>
                        <a:pt x="6" y="12"/>
                      </a:lnTo>
                      <a:lnTo>
                        <a:pt x="10" y="12"/>
                      </a:lnTo>
                      <a:lnTo>
                        <a:pt x="10" y="12"/>
                      </a:lnTo>
                      <a:lnTo>
                        <a:pt x="10" y="12"/>
                      </a:lnTo>
                      <a:lnTo>
                        <a:pt x="14" y="16"/>
                      </a:lnTo>
                      <a:lnTo>
                        <a:pt x="14" y="16"/>
                      </a:lnTo>
                      <a:lnTo>
                        <a:pt x="14" y="16"/>
                      </a:lnTo>
                      <a:lnTo>
                        <a:pt x="14" y="16"/>
                      </a:lnTo>
                      <a:lnTo>
                        <a:pt x="14" y="16"/>
                      </a:lnTo>
                      <a:lnTo>
                        <a:pt x="14" y="16"/>
                      </a:lnTo>
                      <a:lnTo>
                        <a:pt x="18" y="20"/>
                      </a:lnTo>
                      <a:lnTo>
                        <a:pt x="18" y="20"/>
                      </a:lnTo>
                      <a:lnTo>
                        <a:pt x="18" y="20"/>
                      </a:lnTo>
                      <a:lnTo>
                        <a:pt x="18" y="20"/>
                      </a:lnTo>
                      <a:lnTo>
                        <a:pt x="22" y="20"/>
                      </a:lnTo>
                      <a:lnTo>
                        <a:pt x="22" y="20"/>
                      </a:lnTo>
                      <a:lnTo>
                        <a:pt x="22" y="20"/>
                      </a:lnTo>
                      <a:lnTo>
                        <a:pt x="26" y="20"/>
                      </a:lnTo>
                      <a:lnTo>
                        <a:pt x="26" y="20"/>
                      </a:lnTo>
                      <a:lnTo>
                        <a:pt x="28" y="16"/>
                      </a:lnTo>
                      <a:lnTo>
                        <a:pt x="32" y="16"/>
                      </a:lnTo>
                      <a:lnTo>
                        <a:pt x="32" y="16"/>
                      </a:lnTo>
                      <a:lnTo>
                        <a:pt x="32" y="16"/>
                      </a:lnTo>
                      <a:lnTo>
                        <a:pt x="36" y="12"/>
                      </a:lnTo>
                      <a:lnTo>
                        <a:pt x="40" y="8"/>
                      </a:lnTo>
                      <a:lnTo>
                        <a:pt x="44" y="4"/>
                      </a:lnTo>
                      <a:lnTo>
                        <a:pt x="48" y="4"/>
                      </a:lnTo>
                      <a:lnTo>
                        <a:pt x="52" y="0"/>
                      </a:lnTo>
                      <a:lnTo>
                        <a:pt x="52" y="0"/>
                      </a:lnTo>
                      <a:lnTo>
                        <a:pt x="54" y="16"/>
                      </a:lnTo>
                      <a:lnTo>
                        <a:pt x="54" y="20"/>
                      </a:lnTo>
                      <a:lnTo>
                        <a:pt x="54" y="20"/>
                      </a:lnTo>
                      <a:lnTo>
                        <a:pt x="58" y="20"/>
                      </a:lnTo>
                      <a:lnTo>
                        <a:pt x="58" y="24"/>
                      </a:lnTo>
                      <a:lnTo>
                        <a:pt x="58" y="24"/>
                      </a:lnTo>
                      <a:lnTo>
                        <a:pt x="54" y="26"/>
                      </a:lnTo>
                      <a:lnTo>
                        <a:pt x="54" y="26"/>
                      </a:lnTo>
                      <a:lnTo>
                        <a:pt x="48" y="30"/>
                      </a:lnTo>
                      <a:lnTo>
                        <a:pt x="40" y="30"/>
                      </a:lnTo>
                      <a:lnTo>
                        <a:pt x="40" y="30"/>
                      </a:lnTo>
                      <a:lnTo>
                        <a:pt x="36" y="34"/>
                      </a:lnTo>
                      <a:lnTo>
                        <a:pt x="32" y="34"/>
                      </a:lnTo>
                      <a:lnTo>
                        <a:pt x="28" y="34"/>
                      </a:lnTo>
                      <a:lnTo>
                        <a:pt x="26" y="34"/>
                      </a:lnTo>
                      <a:lnTo>
                        <a:pt x="32" y="42"/>
                      </a:lnTo>
                      <a:lnTo>
                        <a:pt x="32" y="46"/>
                      </a:lnTo>
                      <a:lnTo>
                        <a:pt x="36" y="46"/>
                      </a:lnTo>
                      <a:lnTo>
                        <a:pt x="40" y="54"/>
                      </a:lnTo>
                      <a:lnTo>
                        <a:pt x="36" y="56"/>
                      </a:lnTo>
                      <a:lnTo>
                        <a:pt x="32" y="64"/>
                      </a:lnTo>
                      <a:lnTo>
                        <a:pt x="32" y="64"/>
                      </a:lnTo>
                      <a:lnTo>
                        <a:pt x="28" y="64"/>
                      </a:lnTo>
                      <a:lnTo>
                        <a:pt x="22" y="68"/>
                      </a:lnTo>
                      <a:lnTo>
                        <a:pt x="22" y="72"/>
                      </a:lnTo>
                      <a:lnTo>
                        <a:pt x="18" y="76"/>
                      </a:lnTo>
                      <a:lnTo>
                        <a:pt x="14" y="80"/>
                      </a:lnTo>
                      <a:lnTo>
                        <a:pt x="6" y="76"/>
                      </a:lnTo>
                      <a:lnTo>
                        <a:pt x="2" y="76"/>
                      </a:lnTo>
                      <a:lnTo>
                        <a:pt x="0" y="76"/>
                      </a:lnTo>
                      <a:lnTo>
                        <a:pt x="0" y="76"/>
                      </a:lnTo>
                      <a:lnTo>
                        <a:pt x="0" y="76"/>
                      </a:lnTo>
                      <a:lnTo>
                        <a:pt x="0" y="72"/>
                      </a:lnTo>
                      <a:lnTo>
                        <a:pt x="0" y="72"/>
                      </a:lnTo>
                      <a:lnTo>
                        <a:pt x="0" y="72"/>
                      </a:lnTo>
                      <a:lnTo>
                        <a:pt x="0" y="72"/>
                      </a:lnTo>
                      <a:lnTo>
                        <a:pt x="0" y="72"/>
                      </a:lnTo>
                      <a:lnTo>
                        <a:pt x="0" y="72"/>
                      </a:lnTo>
                      <a:lnTo>
                        <a:pt x="0" y="64"/>
                      </a:lnTo>
                      <a:lnTo>
                        <a:pt x="0" y="64"/>
                      </a:lnTo>
                      <a:lnTo>
                        <a:pt x="0" y="64"/>
                      </a:lnTo>
                      <a:lnTo>
                        <a:pt x="0" y="64"/>
                      </a:lnTo>
                      <a:lnTo>
                        <a:pt x="0" y="64"/>
                      </a:lnTo>
                      <a:lnTo>
                        <a:pt x="0" y="64"/>
                      </a:lnTo>
                      <a:lnTo>
                        <a:pt x="0" y="60"/>
                      </a:lnTo>
                      <a:lnTo>
                        <a:pt x="0" y="60"/>
                      </a:lnTo>
                      <a:lnTo>
                        <a:pt x="0" y="60"/>
                      </a:lnTo>
                      <a:lnTo>
                        <a:pt x="0" y="56"/>
                      </a:lnTo>
                      <a:lnTo>
                        <a:pt x="0" y="56"/>
                      </a:lnTo>
                      <a:lnTo>
                        <a:pt x="0" y="56"/>
                      </a:lnTo>
                      <a:lnTo>
                        <a:pt x="2" y="54"/>
                      </a:lnTo>
                      <a:lnTo>
                        <a:pt x="2" y="54"/>
                      </a:lnTo>
                      <a:lnTo>
                        <a:pt x="2" y="50"/>
                      </a:lnTo>
                      <a:lnTo>
                        <a:pt x="2" y="50"/>
                      </a:lnTo>
                      <a:lnTo>
                        <a:pt x="2" y="50"/>
                      </a:lnTo>
                      <a:lnTo>
                        <a:pt x="2" y="46"/>
                      </a:lnTo>
                      <a:lnTo>
                        <a:pt x="2" y="46"/>
                      </a:lnTo>
                      <a:lnTo>
                        <a:pt x="2" y="46"/>
                      </a:lnTo>
                      <a:lnTo>
                        <a:pt x="2" y="46"/>
                      </a:lnTo>
                      <a:lnTo>
                        <a:pt x="6" y="42"/>
                      </a:lnTo>
                      <a:lnTo>
                        <a:pt x="6" y="42"/>
                      </a:lnTo>
                      <a:lnTo>
                        <a:pt x="6" y="42"/>
                      </a:lnTo>
                      <a:lnTo>
                        <a:pt x="2" y="42"/>
                      </a:lnTo>
                      <a:lnTo>
                        <a:pt x="2" y="42"/>
                      </a:lnTo>
                      <a:lnTo>
                        <a:pt x="6" y="38"/>
                      </a:lnTo>
                      <a:lnTo>
                        <a:pt x="6" y="38"/>
                      </a:lnTo>
                      <a:lnTo>
                        <a:pt x="6" y="38"/>
                      </a:lnTo>
                      <a:lnTo>
                        <a:pt x="6" y="38"/>
                      </a:lnTo>
                      <a:lnTo>
                        <a:pt x="6" y="34"/>
                      </a:lnTo>
                      <a:lnTo>
                        <a:pt x="6" y="34"/>
                      </a:lnTo>
                      <a:lnTo>
                        <a:pt x="6" y="34"/>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67" name="Freeform 34">
                  <a:extLst>
                    <a:ext uri="{FF2B5EF4-FFF2-40B4-BE49-F238E27FC236}">
                      <a16:creationId xmlns:a16="http://schemas.microsoft.com/office/drawing/2014/main" id="{B1B3FA6B-81EF-81AB-76CE-7E407431B6AB}"/>
                    </a:ext>
                  </a:extLst>
                </p:cNvPr>
                <p:cNvSpPr>
                  <a:spLocks/>
                </p:cNvSpPr>
                <p:nvPr/>
              </p:nvSpPr>
              <p:spPr bwMode="gray">
                <a:xfrm>
                  <a:off x="5940912" y="2731737"/>
                  <a:ext cx="1005295" cy="525256"/>
                </a:xfrm>
                <a:custGeom>
                  <a:avLst/>
                  <a:gdLst>
                    <a:gd name="T0" fmla="*/ 388 w 578"/>
                    <a:gd name="T1" fmla="*/ 254 h 302"/>
                    <a:gd name="T2" fmla="*/ 372 w 578"/>
                    <a:gd name="T3" fmla="*/ 262 h 302"/>
                    <a:gd name="T4" fmla="*/ 342 w 578"/>
                    <a:gd name="T5" fmla="*/ 272 h 302"/>
                    <a:gd name="T6" fmla="*/ 316 w 578"/>
                    <a:gd name="T7" fmla="*/ 294 h 302"/>
                    <a:gd name="T8" fmla="*/ 306 w 578"/>
                    <a:gd name="T9" fmla="*/ 292 h 302"/>
                    <a:gd name="T10" fmla="*/ 278 w 578"/>
                    <a:gd name="T11" fmla="*/ 272 h 302"/>
                    <a:gd name="T12" fmla="*/ 264 w 578"/>
                    <a:gd name="T13" fmla="*/ 248 h 302"/>
                    <a:gd name="T14" fmla="*/ 220 w 578"/>
                    <a:gd name="T15" fmla="*/ 248 h 302"/>
                    <a:gd name="T16" fmla="*/ 156 w 578"/>
                    <a:gd name="T17" fmla="*/ 210 h 302"/>
                    <a:gd name="T18" fmla="*/ 136 w 578"/>
                    <a:gd name="T19" fmla="*/ 254 h 302"/>
                    <a:gd name="T20" fmla="*/ 134 w 578"/>
                    <a:gd name="T21" fmla="*/ 292 h 302"/>
                    <a:gd name="T22" fmla="*/ 110 w 578"/>
                    <a:gd name="T23" fmla="*/ 268 h 302"/>
                    <a:gd name="T24" fmla="*/ 76 w 578"/>
                    <a:gd name="T25" fmla="*/ 288 h 302"/>
                    <a:gd name="T26" fmla="*/ 44 w 578"/>
                    <a:gd name="T27" fmla="*/ 258 h 302"/>
                    <a:gd name="T28" fmla="*/ 36 w 578"/>
                    <a:gd name="T29" fmla="*/ 214 h 302"/>
                    <a:gd name="T30" fmla="*/ 36 w 578"/>
                    <a:gd name="T31" fmla="*/ 188 h 302"/>
                    <a:gd name="T32" fmla="*/ 30 w 578"/>
                    <a:gd name="T33" fmla="*/ 168 h 302"/>
                    <a:gd name="T34" fmla="*/ 6 w 578"/>
                    <a:gd name="T35" fmla="*/ 150 h 302"/>
                    <a:gd name="T36" fmla="*/ 6 w 578"/>
                    <a:gd name="T37" fmla="*/ 128 h 302"/>
                    <a:gd name="T38" fmla="*/ 18 w 578"/>
                    <a:gd name="T39" fmla="*/ 110 h 302"/>
                    <a:gd name="T40" fmla="*/ 34 w 578"/>
                    <a:gd name="T41" fmla="*/ 112 h 302"/>
                    <a:gd name="T42" fmla="*/ 44 w 578"/>
                    <a:gd name="T43" fmla="*/ 90 h 302"/>
                    <a:gd name="T44" fmla="*/ 62 w 578"/>
                    <a:gd name="T45" fmla="*/ 84 h 302"/>
                    <a:gd name="T46" fmla="*/ 76 w 578"/>
                    <a:gd name="T47" fmla="*/ 80 h 302"/>
                    <a:gd name="T48" fmla="*/ 100 w 578"/>
                    <a:gd name="T49" fmla="*/ 84 h 302"/>
                    <a:gd name="T50" fmla="*/ 114 w 578"/>
                    <a:gd name="T51" fmla="*/ 102 h 302"/>
                    <a:gd name="T52" fmla="*/ 130 w 578"/>
                    <a:gd name="T53" fmla="*/ 106 h 302"/>
                    <a:gd name="T54" fmla="*/ 160 w 578"/>
                    <a:gd name="T55" fmla="*/ 98 h 302"/>
                    <a:gd name="T56" fmla="*/ 178 w 578"/>
                    <a:gd name="T57" fmla="*/ 102 h 302"/>
                    <a:gd name="T58" fmla="*/ 204 w 578"/>
                    <a:gd name="T59" fmla="*/ 102 h 302"/>
                    <a:gd name="T60" fmla="*/ 204 w 578"/>
                    <a:gd name="T61" fmla="*/ 84 h 302"/>
                    <a:gd name="T62" fmla="*/ 204 w 578"/>
                    <a:gd name="T63" fmla="*/ 68 h 302"/>
                    <a:gd name="T64" fmla="*/ 216 w 578"/>
                    <a:gd name="T65" fmla="*/ 54 h 302"/>
                    <a:gd name="T66" fmla="*/ 208 w 578"/>
                    <a:gd name="T67" fmla="*/ 46 h 302"/>
                    <a:gd name="T68" fmla="*/ 208 w 578"/>
                    <a:gd name="T69" fmla="*/ 38 h 302"/>
                    <a:gd name="T70" fmla="*/ 226 w 578"/>
                    <a:gd name="T71" fmla="*/ 30 h 302"/>
                    <a:gd name="T72" fmla="*/ 256 w 578"/>
                    <a:gd name="T73" fmla="*/ 24 h 302"/>
                    <a:gd name="T74" fmla="*/ 276 w 578"/>
                    <a:gd name="T75" fmla="*/ 20 h 302"/>
                    <a:gd name="T76" fmla="*/ 306 w 578"/>
                    <a:gd name="T77" fmla="*/ 8 h 302"/>
                    <a:gd name="T78" fmla="*/ 332 w 578"/>
                    <a:gd name="T79" fmla="*/ 4 h 302"/>
                    <a:gd name="T80" fmla="*/ 354 w 578"/>
                    <a:gd name="T81" fmla="*/ 16 h 302"/>
                    <a:gd name="T82" fmla="*/ 366 w 578"/>
                    <a:gd name="T83" fmla="*/ 28 h 302"/>
                    <a:gd name="T84" fmla="*/ 368 w 578"/>
                    <a:gd name="T85" fmla="*/ 30 h 302"/>
                    <a:gd name="T86" fmla="*/ 380 w 578"/>
                    <a:gd name="T87" fmla="*/ 34 h 302"/>
                    <a:gd name="T88" fmla="*/ 398 w 578"/>
                    <a:gd name="T89" fmla="*/ 38 h 302"/>
                    <a:gd name="T90" fmla="*/ 420 w 578"/>
                    <a:gd name="T91" fmla="*/ 24 h 302"/>
                    <a:gd name="T92" fmla="*/ 436 w 578"/>
                    <a:gd name="T93" fmla="*/ 38 h 302"/>
                    <a:gd name="T94" fmla="*/ 462 w 578"/>
                    <a:gd name="T95" fmla="*/ 68 h 302"/>
                    <a:gd name="T96" fmla="*/ 480 w 578"/>
                    <a:gd name="T97" fmla="*/ 90 h 302"/>
                    <a:gd name="T98" fmla="*/ 498 w 578"/>
                    <a:gd name="T99" fmla="*/ 98 h 302"/>
                    <a:gd name="T100" fmla="*/ 524 w 578"/>
                    <a:gd name="T101" fmla="*/ 94 h 302"/>
                    <a:gd name="T102" fmla="*/ 548 w 578"/>
                    <a:gd name="T103" fmla="*/ 116 h 302"/>
                    <a:gd name="T104" fmla="*/ 566 w 578"/>
                    <a:gd name="T105" fmla="*/ 124 h 302"/>
                    <a:gd name="T106" fmla="*/ 570 w 578"/>
                    <a:gd name="T107" fmla="*/ 136 h 302"/>
                    <a:gd name="T108" fmla="*/ 554 w 578"/>
                    <a:gd name="T109" fmla="*/ 158 h 302"/>
                    <a:gd name="T110" fmla="*/ 540 w 578"/>
                    <a:gd name="T111" fmla="*/ 176 h 302"/>
                    <a:gd name="T112" fmla="*/ 514 w 578"/>
                    <a:gd name="T113" fmla="*/ 188 h 302"/>
                    <a:gd name="T114" fmla="*/ 514 w 578"/>
                    <a:gd name="T115" fmla="*/ 214 h 302"/>
                    <a:gd name="T116" fmla="*/ 484 w 578"/>
                    <a:gd name="T117" fmla="*/ 214 h 302"/>
                    <a:gd name="T118" fmla="*/ 480 w 578"/>
                    <a:gd name="T119" fmla="*/ 232 h 302"/>
                    <a:gd name="T120" fmla="*/ 484 w 578"/>
                    <a:gd name="T121" fmla="*/ 258 h 302"/>
                    <a:gd name="T122" fmla="*/ 466 w 578"/>
                    <a:gd name="T123" fmla="*/ 268 h 302"/>
                    <a:gd name="T124" fmla="*/ 436 w 578"/>
                    <a:gd name="T125" fmla="*/ 258 h 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578" h="302">
                      <a:moveTo>
                        <a:pt x="416" y="258"/>
                      </a:moveTo>
                      <a:lnTo>
                        <a:pt x="412" y="262"/>
                      </a:lnTo>
                      <a:lnTo>
                        <a:pt x="408" y="262"/>
                      </a:lnTo>
                      <a:lnTo>
                        <a:pt x="408" y="258"/>
                      </a:lnTo>
                      <a:lnTo>
                        <a:pt x="406" y="258"/>
                      </a:lnTo>
                      <a:lnTo>
                        <a:pt x="402" y="258"/>
                      </a:lnTo>
                      <a:lnTo>
                        <a:pt x="398" y="254"/>
                      </a:lnTo>
                      <a:lnTo>
                        <a:pt x="394" y="254"/>
                      </a:lnTo>
                      <a:lnTo>
                        <a:pt x="392" y="254"/>
                      </a:lnTo>
                      <a:lnTo>
                        <a:pt x="388" y="254"/>
                      </a:lnTo>
                      <a:lnTo>
                        <a:pt x="384" y="254"/>
                      </a:lnTo>
                      <a:lnTo>
                        <a:pt x="384" y="258"/>
                      </a:lnTo>
                      <a:lnTo>
                        <a:pt x="384" y="262"/>
                      </a:lnTo>
                      <a:lnTo>
                        <a:pt x="384" y="266"/>
                      </a:lnTo>
                      <a:lnTo>
                        <a:pt x="384" y="268"/>
                      </a:lnTo>
                      <a:lnTo>
                        <a:pt x="380" y="268"/>
                      </a:lnTo>
                      <a:lnTo>
                        <a:pt x="380" y="266"/>
                      </a:lnTo>
                      <a:lnTo>
                        <a:pt x="376" y="266"/>
                      </a:lnTo>
                      <a:lnTo>
                        <a:pt x="372" y="266"/>
                      </a:lnTo>
                      <a:lnTo>
                        <a:pt x="372" y="262"/>
                      </a:lnTo>
                      <a:lnTo>
                        <a:pt x="368" y="262"/>
                      </a:lnTo>
                      <a:lnTo>
                        <a:pt x="366" y="262"/>
                      </a:lnTo>
                      <a:lnTo>
                        <a:pt x="362" y="262"/>
                      </a:lnTo>
                      <a:lnTo>
                        <a:pt x="358" y="262"/>
                      </a:lnTo>
                      <a:lnTo>
                        <a:pt x="354" y="262"/>
                      </a:lnTo>
                      <a:lnTo>
                        <a:pt x="350" y="262"/>
                      </a:lnTo>
                      <a:lnTo>
                        <a:pt x="350" y="266"/>
                      </a:lnTo>
                      <a:lnTo>
                        <a:pt x="346" y="268"/>
                      </a:lnTo>
                      <a:lnTo>
                        <a:pt x="346" y="272"/>
                      </a:lnTo>
                      <a:lnTo>
                        <a:pt x="342" y="272"/>
                      </a:lnTo>
                      <a:lnTo>
                        <a:pt x="342" y="276"/>
                      </a:lnTo>
                      <a:lnTo>
                        <a:pt x="338" y="272"/>
                      </a:lnTo>
                      <a:lnTo>
                        <a:pt x="338" y="276"/>
                      </a:lnTo>
                      <a:lnTo>
                        <a:pt x="336" y="280"/>
                      </a:lnTo>
                      <a:lnTo>
                        <a:pt x="332" y="284"/>
                      </a:lnTo>
                      <a:lnTo>
                        <a:pt x="328" y="284"/>
                      </a:lnTo>
                      <a:lnTo>
                        <a:pt x="324" y="288"/>
                      </a:lnTo>
                      <a:lnTo>
                        <a:pt x="320" y="288"/>
                      </a:lnTo>
                      <a:lnTo>
                        <a:pt x="320" y="292"/>
                      </a:lnTo>
                      <a:lnTo>
                        <a:pt x="316" y="294"/>
                      </a:lnTo>
                      <a:lnTo>
                        <a:pt x="316" y="298"/>
                      </a:lnTo>
                      <a:lnTo>
                        <a:pt x="312" y="298"/>
                      </a:lnTo>
                      <a:lnTo>
                        <a:pt x="312" y="302"/>
                      </a:lnTo>
                      <a:lnTo>
                        <a:pt x="316" y="302"/>
                      </a:lnTo>
                      <a:lnTo>
                        <a:pt x="312" y="302"/>
                      </a:lnTo>
                      <a:lnTo>
                        <a:pt x="308" y="302"/>
                      </a:lnTo>
                      <a:lnTo>
                        <a:pt x="306" y="298"/>
                      </a:lnTo>
                      <a:lnTo>
                        <a:pt x="308" y="294"/>
                      </a:lnTo>
                      <a:lnTo>
                        <a:pt x="306" y="294"/>
                      </a:lnTo>
                      <a:lnTo>
                        <a:pt x="306" y="292"/>
                      </a:lnTo>
                      <a:lnTo>
                        <a:pt x="302" y="292"/>
                      </a:lnTo>
                      <a:lnTo>
                        <a:pt x="298" y="292"/>
                      </a:lnTo>
                      <a:lnTo>
                        <a:pt x="294" y="292"/>
                      </a:lnTo>
                      <a:lnTo>
                        <a:pt x="290" y="292"/>
                      </a:lnTo>
                      <a:lnTo>
                        <a:pt x="286" y="292"/>
                      </a:lnTo>
                      <a:lnTo>
                        <a:pt x="286" y="288"/>
                      </a:lnTo>
                      <a:lnTo>
                        <a:pt x="286" y="280"/>
                      </a:lnTo>
                      <a:lnTo>
                        <a:pt x="282" y="276"/>
                      </a:lnTo>
                      <a:lnTo>
                        <a:pt x="278" y="276"/>
                      </a:lnTo>
                      <a:lnTo>
                        <a:pt x="278" y="272"/>
                      </a:lnTo>
                      <a:lnTo>
                        <a:pt x="278" y="268"/>
                      </a:lnTo>
                      <a:lnTo>
                        <a:pt x="278" y="266"/>
                      </a:lnTo>
                      <a:lnTo>
                        <a:pt x="278" y="262"/>
                      </a:lnTo>
                      <a:lnTo>
                        <a:pt x="278" y="258"/>
                      </a:lnTo>
                      <a:lnTo>
                        <a:pt x="276" y="258"/>
                      </a:lnTo>
                      <a:lnTo>
                        <a:pt x="272" y="254"/>
                      </a:lnTo>
                      <a:lnTo>
                        <a:pt x="272" y="252"/>
                      </a:lnTo>
                      <a:lnTo>
                        <a:pt x="268" y="252"/>
                      </a:lnTo>
                      <a:lnTo>
                        <a:pt x="268" y="248"/>
                      </a:lnTo>
                      <a:lnTo>
                        <a:pt x="264" y="248"/>
                      </a:lnTo>
                      <a:lnTo>
                        <a:pt x="264" y="244"/>
                      </a:lnTo>
                      <a:lnTo>
                        <a:pt x="260" y="244"/>
                      </a:lnTo>
                      <a:lnTo>
                        <a:pt x="256" y="248"/>
                      </a:lnTo>
                      <a:lnTo>
                        <a:pt x="250" y="248"/>
                      </a:lnTo>
                      <a:lnTo>
                        <a:pt x="246" y="248"/>
                      </a:lnTo>
                      <a:lnTo>
                        <a:pt x="242" y="244"/>
                      </a:lnTo>
                      <a:lnTo>
                        <a:pt x="238" y="244"/>
                      </a:lnTo>
                      <a:lnTo>
                        <a:pt x="230" y="248"/>
                      </a:lnTo>
                      <a:lnTo>
                        <a:pt x="226" y="248"/>
                      </a:lnTo>
                      <a:lnTo>
                        <a:pt x="220" y="248"/>
                      </a:lnTo>
                      <a:lnTo>
                        <a:pt x="220" y="244"/>
                      </a:lnTo>
                      <a:lnTo>
                        <a:pt x="216" y="240"/>
                      </a:lnTo>
                      <a:lnTo>
                        <a:pt x="212" y="236"/>
                      </a:lnTo>
                      <a:lnTo>
                        <a:pt x="208" y="232"/>
                      </a:lnTo>
                      <a:lnTo>
                        <a:pt x="186" y="218"/>
                      </a:lnTo>
                      <a:lnTo>
                        <a:pt x="170" y="206"/>
                      </a:lnTo>
                      <a:lnTo>
                        <a:pt x="166" y="206"/>
                      </a:lnTo>
                      <a:lnTo>
                        <a:pt x="164" y="210"/>
                      </a:lnTo>
                      <a:lnTo>
                        <a:pt x="160" y="210"/>
                      </a:lnTo>
                      <a:lnTo>
                        <a:pt x="156" y="210"/>
                      </a:lnTo>
                      <a:lnTo>
                        <a:pt x="152" y="214"/>
                      </a:lnTo>
                      <a:lnTo>
                        <a:pt x="144" y="214"/>
                      </a:lnTo>
                      <a:lnTo>
                        <a:pt x="140" y="218"/>
                      </a:lnTo>
                      <a:lnTo>
                        <a:pt x="136" y="218"/>
                      </a:lnTo>
                      <a:lnTo>
                        <a:pt x="136" y="222"/>
                      </a:lnTo>
                      <a:lnTo>
                        <a:pt x="136" y="228"/>
                      </a:lnTo>
                      <a:lnTo>
                        <a:pt x="136" y="240"/>
                      </a:lnTo>
                      <a:lnTo>
                        <a:pt x="136" y="244"/>
                      </a:lnTo>
                      <a:lnTo>
                        <a:pt x="136" y="252"/>
                      </a:lnTo>
                      <a:lnTo>
                        <a:pt x="136" y="254"/>
                      </a:lnTo>
                      <a:lnTo>
                        <a:pt x="136" y="258"/>
                      </a:lnTo>
                      <a:lnTo>
                        <a:pt x="136" y="262"/>
                      </a:lnTo>
                      <a:lnTo>
                        <a:pt x="136" y="266"/>
                      </a:lnTo>
                      <a:lnTo>
                        <a:pt x="136" y="272"/>
                      </a:lnTo>
                      <a:lnTo>
                        <a:pt x="136" y="280"/>
                      </a:lnTo>
                      <a:lnTo>
                        <a:pt x="136" y="284"/>
                      </a:lnTo>
                      <a:lnTo>
                        <a:pt x="136" y="288"/>
                      </a:lnTo>
                      <a:lnTo>
                        <a:pt x="136" y="292"/>
                      </a:lnTo>
                      <a:lnTo>
                        <a:pt x="134" y="288"/>
                      </a:lnTo>
                      <a:lnTo>
                        <a:pt x="134" y="292"/>
                      </a:lnTo>
                      <a:lnTo>
                        <a:pt x="130" y="292"/>
                      </a:lnTo>
                      <a:lnTo>
                        <a:pt x="126" y="292"/>
                      </a:lnTo>
                      <a:lnTo>
                        <a:pt x="126" y="288"/>
                      </a:lnTo>
                      <a:lnTo>
                        <a:pt x="126" y="284"/>
                      </a:lnTo>
                      <a:lnTo>
                        <a:pt x="122" y="284"/>
                      </a:lnTo>
                      <a:lnTo>
                        <a:pt x="122" y="280"/>
                      </a:lnTo>
                      <a:lnTo>
                        <a:pt x="118" y="276"/>
                      </a:lnTo>
                      <a:lnTo>
                        <a:pt x="114" y="272"/>
                      </a:lnTo>
                      <a:lnTo>
                        <a:pt x="110" y="272"/>
                      </a:lnTo>
                      <a:lnTo>
                        <a:pt x="110" y="268"/>
                      </a:lnTo>
                      <a:lnTo>
                        <a:pt x="106" y="268"/>
                      </a:lnTo>
                      <a:lnTo>
                        <a:pt x="104" y="268"/>
                      </a:lnTo>
                      <a:lnTo>
                        <a:pt x="100" y="272"/>
                      </a:lnTo>
                      <a:lnTo>
                        <a:pt x="96" y="272"/>
                      </a:lnTo>
                      <a:lnTo>
                        <a:pt x="92" y="272"/>
                      </a:lnTo>
                      <a:lnTo>
                        <a:pt x="92" y="276"/>
                      </a:lnTo>
                      <a:lnTo>
                        <a:pt x="88" y="276"/>
                      </a:lnTo>
                      <a:lnTo>
                        <a:pt x="84" y="280"/>
                      </a:lnTo>
                      <a:lnTo>
                        <a:pt x="80" y="284"/>
                      </a:lnTo>
                      <a:lnTo>
                        <a:pt x="76" y="288"/>
                      </a:lnTo>
                      <a:lnTo>
                        <a:pt x="74" y="288"/>
                      </a:lnTo>
                      <a:lnTo>
                        <a:pt x="66" y="292"/>
                      </a:lnTo>
                      <a:lnTo>
                        <a:pt x="66" y="288"/>
                      </a:lnTo>
                      <a:lnTo>
                        <a:pt x="62" y="284"/>
                      </a:lnTo>
                      <a:lnTo>
                        <a:pt x="60" y="280"/>
                      </a:lnTo>
                      <a:lnTo>
                        <a:pt x="60" y="276"/>
                      </a:lnTo>
                      <a:lnTo>
                        <a:pt x="56" y="272"/>
                      </a:lnTo>
                      <a:lnTo>
                        <a:pt x="52" y="268"/>
                      </a:lnTo>
                      <a:lnTo>
                        <a:pt x="48" y="262"/>
                      </a:lnTo>
                      <a:lnTo>
                        <a:pt x="44" y="258"/>
                      </a:lnTo>
                      <a:lnTo>
                        <a:pt x="44" y="254"/>
                      </a:lnTo>
                      <a:lnTo>
                        <a:pt x="40" y="252"/>
                      </a:lnTo>
                      <a:lnTo>
                        <a:pt x="40" y="248"/>
                      </a:lnTo>
                      <a:lnTo>
                        <a:pt x="36" y="240"/>
                      </a:lnTo>
                      <a:lnTo>
                        <a:pt x="36" y="236"/>
                      </a:lnTo>
                      <a:lnTo>
                        <a:pt x="36" y="232"/>
                      </a:lnTo>
                      <a:lnTo>
                        <a:pt x="34" y="224"/>
                      </a:lnTo>
                      <a:lnTo>
                        <a:pt x="34" y="222"/>
                      </a:lnTo>
                      <a:lnTo>
                        <a:pt x="34" y="218"/>
                      </a:lnTo>
                      <a:lnTo>
                        <a:pt x="36" y="214"/>
                      </a:lnTo>
                      <a:lnTo>
                        <a:pt x="40" y="210"/>
                      </a:lnTo>
                      <a:lnTo>
                        <a:pt x="44" y="206"/>
                      </a:lnTo>
                      <a:lnTo>
                        <a:pt x="48" y="202"/>
                      </a:lnTo>
                      <a:lnTo>
                        <a:pt x="52" y="202"/>
                      </a:lnTo>
                      <a:lnTo>
                        <a:pt x="52" y="198"/>
                      </a:lnTo>
                      <a:lnTo>
                        <a:pt x="48" y="198"/>
                      </a:lnTo>
                      <a:lnTo>
                        <a:pt x="44" y="196"/>
                      </a:lnTo>
                      <a:lnTo>
                        <a:pt x="40" y="196"/>
                      </a:lnTo>
                      <a:lnTo>
                        <a:pt x="40" y="192"/>
                      </a:lnTo>
                      <a:lnTo>
                        <a:pt x="36" y="188"/>
                      </a:lnTo>
                      <a:lnTo>
                        <a:pt x="34" y="188"/>
                      </a:lnTo>
                      <a:lnTo>
                        <a:pt x="30" y="188"/>
                      </a:lnTo>
                      <a:lnTo>
                        <a:pt x="30" y="184"/>
                      </a:lnTo>
                      <a:lnTo>
                        <a:pt x="34" y="180"/>
                      </a:lnTo>
                      <a:lnTo>
                        <a:pt x="34" y="184"/>
                      </a:lnTo>
                      <a:lnTo>
                        <a:pt x="36" y="184"/>
                      </a:lnTo>
                      <a:lnTo>
                        <a:pt x="36" y="180"/>
                      </a:lnTo>
                      <a:lnTo>
                        <a:pt x="34" y="176"/>
                      </a:lnTo>
                      <a:lnTo>
                        <a:pt x="34" y="172"/>
                      </a:lnTo>
                      <a:lnTo>
                        <a:pt x="30" y="168"/>
                      </a:lnTo>
                      <a:lnTo>
                        <a:pt x="26" y="166"/>
                      </a:lnTo>
                      <a:lnTo>
                        <a:pt x="26" y="162"/>
                      </a:lnTo>
                      <a:lnTo>
                        <a:pt x="22" y="162"/>
                      </a:lnTo>
                      <a:lnTo>
                        <a:pt x="18" y="162"/>
                      </a:lnTo>
                      <a:lnTo>
                        <a:pt x="14" y="162"/>
                      </a:lnTo>
                      <a:lnTo>
                        <a:pt x="10" y="162"/>
                      </a:lnTo>
                      <a:lnTo>
                        <a:pt x="10" y="158"/>
                      </a:lnTo>
                      <a:lnTo>
                        <a:pt x="10" y="154"/>
                      </a:lnTo>
                      <a:lnTo>
                        <a:pt x="10" y="150"/>
                      </a:lnTo>
                      <a:lnTo>
                        <a:pt x="6" y="150"/>
                      </a:lnTo>
                      <a:lnTo>
                        <a:pt x="4" y="150"/>
                      </a:lnTo>
                      <a:lnTo>
                        <a:pt x="0" y="146"/>
                      </a:lnTo>
                      <a:lnTo>
                        <a:pt x="4" y="146"/>
                      </a:lnTo>
                      <a:lnTo>
                        <a:pt x="4" y="142"/>
                      </a:lnTo>
                      <a:lnTo>
                        <a:pt x="6" y="140"/>
                      </a:lnTo>
                      <a:lnTo>
                        <a:pt x="6" y="136"/>
                      </a:lnTo>
                      <a:lnTo>
                        <a:pt x="10" y="136"/>
                      </a:lnTo>
                      <a:lnTo>
                        <a:pt x="10" y="132"/>
                      </a:lnTo>
                      <a:lnTo>
                        <a:pt x="6" y="132"/>
                      </a:lnTo>
                      <a:lnTo>
                        <a:pt x="6" y="128"/>
                      </a:lnTo>
                      <a:lnTo>
                        <a:pt x="6" y="124"/>
                      </a:lnTo>
                      <a:lnTo>
                        <a:pt x="6" y="116"/>
                      </a:lnTo>
                      <a:lnTo>
                        <a:pt x="10" y="116"/>
                      </a:lnTo>
                      <a:lnTo>
                        <a:pt x="14" y="116"/>
                      </a:lnTo>
                      <a:lnTo>
                        <a:pt x="14" y="112"/>
                      </a:lnTo>
                      <a:lnTo>
                        <a:pt x="10" y="112"/>
                      </a:lnTo>
                      <a:lnTo>
                        <a:pt x="14" y="110"/>
                      </a:lnTo>
                      <a:lnTo>
                        <a:pt x="14" y="106"/>
                      </a:lnTo>
                      <a:lnTo>
                        <a:pt x="18" y="106"/>
                      </a:lnTo>
                      <a:lnTo>
                        <a:pt x="18" y="110"/>
                      </a:lnTo>
                      <a:lnTo>
                        <a:pt x="22" y="110"/>
                      </a:lnTo>
                      <a:lnTo>
                        <a:pt x="22" y="112"/>
                      </a:lnTo>
                      <a:lnTo>
                        <a:pt x="26" y="112"/>
                      </a:lnTo>
                      <a:lnTo>
                        <a:pt x="26" y="116"/>
                      </a:lnTo>
                      <a:lnTo>
                        <a:pt x="30" y="120"/>
                      </a:lnTo>
                      <a:lnTo>
                        <a:pt x="30" y="116"/>
                      </a:lnTo>
                      <a:lnTo>
                        <a:pt x="34" y="116"/>
                      </a:lnTo>
                      <a:lnTo>
                        <a:pt x="36" y="116"/>
                      </a:lnTo>
                      <a:lnTo>
                        <a:pt x="36" y="112"/>
                      </a:lnTo>
                      <a:lnTo>
                        <a:pt x="34" y="112"/>
                      </a:lnTo>
                      <a:lnTo>
                        <a:pt x="34" y="110"/>
                      </a:lnTo>
                      <a:lnTo>
                        <a:pt x="34" y="106"/>
                      </a:lnTo>
                      <a:lnTo>
                        <a:pt x="34" y="102"/>
                      </a:lnTo>
                      <a:lnTo>
                        <a:pt x="36" y="102"/>
                      </a:lnTo>
                      <a:lnTo>
                        <a:pt x="36" y="98"/>
                      </a:lnTo>
                      <a:lnTo>
                        <a:pt x="40" y="98"/>
                      </a:lnTo>
                      <a:lnTo>
                        <a:pt x="44" y="98"/>
                      </a:lnTo>
                      <a:lnTo>
                        <a:pt x="40" y="94"/>
                      </a:lnTo>
                      <a:lnTo>
                        <a:pt x="44" y="94"/>
                      </a:lnTo>
                      <a:lnTo>
                        <a:pt x="44" y="90"/>
                      </a:lnTo>
                      <a:lnTo>
                        <a:pt x="44" y="94"/>
                      </a:lnTo>
                      <a:lnTo>
                        <a:pt x="48" y="90"/>
                      </a:lnTo>
                      <a:lnTo>
                        <a:pt x="52" y="90"/>
                      </a:lnTo>
                      <a:lnTo>
                        <a:pt x="56" y="90"/>
                      </a:lnTo>
                      <a:lnTo>
                        <a:pt x="56" y="86"/>
                      </a:lnTo>
                      <a:lnTo>
                        <a:pt x="60" y="86"/>
                      </a:lnTo>
                      <a:lnTo>
                        <a:pt x="60" y="84"/>
                      </a:lnTo>
                      <a:lnTo>
                        <a:pt x="60" y="80"/>
                      </a:lnTo>
                      <a:lnTo>
                        <a:pt x="60" y="84"/>
                      </a:lnTo>
                      <a:lnTo>
                        <a:pt x="62" y="84"/>
                      </a:lnTo>
                      <a:lnTo>
                        <a:pt x="62" y="80"/>
                      </a:lnTo>
                      <a:lnTo>
                        <a:pt x="66" y="80"/>
                      </a:lnTo>
                      <a:lnTo>
                        <a:pt x="70" y="80"/>
                      </a:lnTo>
                      <a:lnTo>
                        <a:pt x="70" y="84"/>
                      </a:lnTo>
                      <a:lnTo>
                        <a:pt x="74" y="84"/>
                      </a:lnTo>
                      <a:lnTo>
                        <a:pt x="74" y="86"/>
                      </a:lnTo>
                      <a:lnTo>
                        <a:pt x="76" y="84"/>
                      </a:lnTo>
                      <a:lnTo>
                        <a:pt x="74" y="84"/>
                      </a:lnTo>
                      <a:lnTo>
                        <a:pt x="76" y="84"/>
                      </a:lnTo>
                      <a:lnTo>
                        <a:pt x="76" y="80"/>
                      </a:lnTo>
                      <a:lnTo>
                        <a:pt x="80" y="80"/>
                      </a:lnTo>
                      <a:lnTo>
                        <a:pt x="84" y="80"/>
                      </a:lnTo>
                      <a:lnTo>
                        <a:pt x="84" y="84"/>
                      </a:lnTo>
                      <a:lnTo>
                        <a:pt x="88" y="86"/>
                      </a:lnTo>
                      <a:lnTo>
                        <a:pt x="88" y="84"/>
                      </a:lnTo>
                      <a:lnTo>
                        <a:pt x="92" y="84"/>
                      </a:lnTo>
                      <a:lnTo>
                        <a:pt x="92" y="86"/>
                      </a:lnTo>
                      <a:lnTo>
                        <a:pt x="92" y="84"/>
                      </a:lnTo>
                      <a:lnTo>
                        <a:pt x="96" y="84"/>
                      </a:lnTo>
                      <a:lnTo>
                        <a:pt x="100" y="84"/>
                      </a:lnTo>
                      <a:lnTo>
                        <a:pt x="104" y="86"/>
                      </a:lnTo>
                      <a:lnTo>
                        <a:pt x="100" y="86"/>
                      </a:lnTo>
                      <a:lnTo>
                        <a:pt x="104" y="90"/>
                      </a:lnTo>
                      <a:lnTo>
                        <a:pt x="106" y="90"/>
                      </a:lnTo>
                      <a:lnTo>
                        <a:pt x="106" y="94"/>
                      </a:lnTo>
                      <a:lnTo>
                        <a:pt x="110" y="94"/>
                      </a:lnTo>
                      <a:lnTo>
                        <a:pt x="110" y="98"/>
                      </a:lnTo>
                      <a:lnTo>
                        <a:pt x="114" y="98"/>
                      </a:lnTo>
                      <a:lnTo>
                        <a:pt x="110" y="102"/>
                      </a:lnTo>
                      <a:lnTo>
                        <a:pt x="114" y="102"/>
                      </a:lnTo>
                      <a:lnTo>
                        <a:pt x="114" y="106"/>
                      </a:lnTo>
                      <a:lnTo>
                        <a:pt x="118" y="102"/>
                      </a:lnTo>
                      <a:lnTo>
                        <a:pt x="114" y="102"/>
                      </a:lnTo>
                      <a:lnTo>
                        <a:pt x="114" y="98"/>
                      </a:lnTo>
                      <a:lnTo>
                        <a:pt x="114" y="94"/>
                      </a:lnTo>
                      <a:lnTo>
                        <a:pt x="118" y="94"/>
                      </a:lnTo>
                      <a:lnTo>
                        <a:pt x="122" y="98"/>
                      </a:lnTo>
                      <a:lnTo>
                        <a:pt x="126" y="102"/>
                      </a:lnTo>
                      <a:lnTo>
                        <a:pt x="130" y="102"/>
                      </a:lnTo>
                      <a:lnTo>
                        <a:pt x="130" y="106"/>
                      </a:lnTo>
                      <a:lnTo>
                        <a:pt x="134" y="102"/>
                      </a:lnTo>
                      <a:lnTo>
                        <a:pt x="136" y="102"/>
                      </a:lnTo>
                      <a:lnTo>
                        <a:pt x="136" y="98"/>
                      </a:lnTo>
                      <a:lnTo>
                        <a:pt x="140" y="98"/>
                      </a:lnTo>
                      <a:lnTo>
                        <a:pt x="140" y="94"/>
                      </a:lnTo>
                      <a:lnTo>
                        <a:pt x="144" y="94"/>
                      </a:lnTo>
                      <a:lnTo>
                        <a:pt x="148" y="94"/>
                      </a:lnTo>
                      <a:lnTo>
                        <a:pt x="152" y="94"/>
                      </a:lnTo>
                      <a:lnTo>
                        <a:pt x="156" y="98"/>
                      </a:lnTo>
                      <a:lnTo>
                        <a:pt x="160" y="98"/>
                      </a:lnTo>
                      <a:lnTo>
                        <a:pt x="160" y="94"/>
                      </a:lnTo>
                      <a:lnTo>
                        <a:pt x="160" y="90"/>
                      </a:lnTo>
                      <a:lnTo>
                        <a:pt x="164" y="94"/>
                      </a:lnTo>
                      <a:lnTo>
                        <a:pt x="166" y="94"/>
                      </a:lnTo>
                      <a:lnTo>
                        <a:pt x="166" y="90"/>
                      </a:lnTo>
                      <a:lnTo>
                        <a:pt x="170" y="90"/>
                      </a:lnTo>
                      <a:lnTo>
                        <a:pt x="170" y="94"/>
                      </a:lnTo>
                      <a:lnTo>
                        <a:pt x="170" y="98"/>
                      </a:lnTo>
                      <a:lnTo>
                        <a:pt x="174" y="98"/>
                      </a:lnTo>
                      <a:lnTo>
                        <a:pt x="178" y="102"/>
                      </a:lnTo>
                      <a:lnTo>
                        <a:pt x="182" y="102"/>
                      </a:lnTo>
                      <a:lnTo>
                        <a:pt x="186" y="102"/>
                      </a:lnTo>
                      <a:lnTo>
                        <a:pt x="186" y="106"/>
                      </a:lnTo>
                      <a:lnTo>
                        <a:pt x="190" y="106"/>
                      </a:lnTo>
                      <a:lnTo>
                        <a:pt x="190" y="102"/>
                      </a:lnTo>
                      <a:lnTo>
                        <a:pt x="190" y="98"/>
                      </a:lnTo>
                      <a:lnTo>
                        <a:pt x="192" y="98"/>
                      </a:lnTo>
                      <a:lnTo>
                        <a:pt x="196" y="102"/>
                      </a:lnTo>
                      <a:lnTo>
                        <a:pt x="200" y="102"/>
                      </a:lnTo>
                      <a:lnTo>
                        <a:pt x="204" y="102"/>
                      </a:lnTo>
                      <a:lnTo>
                        <a:pt x="208" y="102"/>
                      </a:lnTo>
                      <a:lnTo>
                        <a:pt x="212" y="98"/>
                      </a:lnTo>
                      <a:lnTo>
                        <a:pt x="212" y="94"/>
                      </a:lnTo>
                      <a:lnTo>
                        <a:pt x="216" y="90"/>
                      </a:lnTo>
                      <a:lnTo>
                        <a:pt x="216" y="86"/>
                      </a:lnTo>
                      <a:lnTo>
                        <a:pt x="212" y="86"/>
                      </a:lnTo>
                      <a:lnTo>
                        <a:pt x="208" y="84"/>
                      </a:lnTo>
                      <a:lnTo>
                        <a:pt x="208" y="86"/>
                      </a:lnTo>
                      <a:lnTo>
                        <a:pt x="208" y="84"/>
                      </a:lnTo>
                      <a:lnTo>
                        <a:pt x="204" y="84"/>
                      </a:lnTo>
                      <a:lnTo>
                        <a:pt x="200" y="84"/>
                      </a:lnTo>
                      <a:lnTo>
                        <a:pt x="196" y="80"/>
                      </a:lnTo>
                      <a:lnTo>
                        <a:pt x="200" y="80"/>
                      </a:lnTo>
                      <a:lnTo>
                        <a:pt x="196" y="80"/>
                      </a:lnTo>
                      <a:lnTo>
                        <a:pt x="196" y="76"/>
                      </a:lnTo>
                      <a:lnTo>
                        <a:pt x="192" y="76"/>
                      </a:lnTo>
                      <a:lnTo>
                        <a:pt x="192" y="72"/>
                      </a:lnTo>
                      <a:lnTo>
                        <a:pt x="196" y="72"/>
                      </a:lnTo>
                      <a:lnTo>
                        <a:pt x="200" y="72"/>
                      </a:lnTo>
                      <a:lnTo>
                        <a:pt x="204" y="68"/>
                      </a:lnTo>
                      <a:lnTo>
                        <a:pt x="208" y="68"/>
                      </a:lnTo>
                      <a:lnTo>
                        <a:pt x="208" y="64"/>
                      </a:lnTo>
                      <a:lnTo>
                        <a:pt x="204" y="64"/>
                      </a:lnTo>
                      <a:lnTo>
                        <a:pt x="204" y="60"/>
                      </a:lnTo>
                      <a:lnTo>
                        <a:pt x="200" y="60"/>
                      </a:lnTo>
                      <a:lnTo>
                        <a:pt x="200" y="56"/>
                      </a:lnTo>
                      <a:lnTo>
                        <a:pt x="204" y="56"/>
                      </a:lnTo>
                      <a:lnTo>
                        <a:pt x="208" y="54"/>
                      </a:lnTo>
                      <a:lnTo>
                        <a:pt x="212" y="54"/>
                      </a:lnTo>
                      <a:lnTo>
                        <a:pt x="216" y="54"/>
                      </a:lnTo>
                      <a:lnTo>
                        <a:pt x="220" y="54"/>
                      </a:lnTo>
                      <a:lnTo>
                        <a:pt x="222" y="54"/>
                      </a:lnTo>
                      <a:lnTo>
                        <a:pt x="222" y="50"/>
                      </a:lnTo>
                      <a:lnTo>
                        <a:pt x="220" y="50"/>
                      </a:lnTo>
                      <a:lnTo>
                        <a:pt x="216" y="50"/>
                      </a:lnTo>
                      <a:lnTo>
                        <a:pt x="216" y="46"/>
                      </a:lnTo>
                      <a:lnTo>
                        <a:pt x="216" y="50"/>
                      </a:lnTo>
                      <a:lnTo>
                        <a:pt x="212" y="50"/>
                      </a:lnTo>
                      <a:lnTo>
                        <a:pt x="212" y="46"/>
                      </a:lnTo>
                      <a:lnTo>
                        <a:pt x="208" y="46"/>
                      </a:lnTo>
                      <a:lnTo>
                        <a:pt x="208" y="42"/>
                      </a:lnTo>
                      <a:lnTo>
                        <a:pt x="212" y="42"/>
                      </a:lnTo>
                      <a:lnTo>
                        <a:pt x="216" y="42"/>
                      </a:lnTo>
                      <a:lnTo>
                        <a:pt x="216" y="38"/>
                      </a:lnTo>
                      <a:lnTo>
                        <a:pt x="212" y="38"/>
                      </a:lnTo>
                      <a:lnTo>
                        <a:pt x="212" y="42"/>
                      </a:lnTo>
                      <a:lnTo>
                        <a:pt x="208" y="42"/>
                      </a:lnTo>
                      <a:lnTo>
                        <a:pt x="208" y="38"/>
                      </a:lnTo>
                      <a:lnTo>
                        <a:pt x="204" y="38"/>
                      </a:lnTo>
                      <a:lnTo>
                        <a:pt x="208" y="38"/>
                      </a:lnTo>
                      <a:lnTo>
                        <a:pt x="208" y="34"/>
                      </a:lnTo>
                      <a:lnTo>
                        <a:pt x="204" y="34"/>
                      </a:lnTo>
                      <a:lnTo>
                        <a:pt x="208" y="30"/>
                      </a:lnTo>
                      <a:lnTo>
                        <a:pt x="212" y="30"/>
                      </a:lnTo>
                      <a:lnTo>
                        <a:pt x="216" y="30"/>
                      </a:lnTo>
                      <a:lnTo>
                        <a:pt x="220" y="30"/>
                      </a:lnTo>
                      <a:lnTo>
                        <a:pt x="222" y="30"/>
                      </a:lnTo>
                      <a:lnTo>
                        <a:pt x="226" y="30"/>
                      </a:lnTo>
                      <a:lnTo>
                        <a:pt x="226" y="34"/>
                      </a:lnTo>
                      <a:lnTo>
                        <a:pt x="226" y="30"/>
                      </a:lnTo>
                      <a:lnTo>
                        <a:pt x="230" y="30"/>
                      </a:lnTo>
                      <a:lnTo>
                        <a:pt x="234" y="30"/>
                      </a:lnTo>
                      <a:lnTo>
                        <a:pt x="234" y="28"/>
                      </a:lnTo>
                      <a:lnTo>
                        <a:pt x="238" y="28"/>
                      </a:lnTo>
                      <a:lnTo>
                        <a:pt x="242" y="28"/>
                      </a:lnTo>
                      <a:lnTo>
                        <a:pt x="246" y="28"/>
                      </a:lnTo>
                      <a:lnTo>
                        <a:pt x="250" y="28"/>
                      </a:lnTo>
                      <a:lnTo>
                        <a:pt x="250" y="24"/>
                      </a:lnTo>
                      <a:lnTo>
                        <a:pt x="252" y="24"/>
                      </a:lnTo>
                      <a:lnTo>
                        <a:pt x="256" y="24"/>
                      </a:lnTo>
                      <a:lnTo>
                        <a:pt x="260" y="24"/>
                      </a:lnTo>
                      <a:lnTo>
                        <a:pt x="264" y="24"/>
                      </a:lnTo>
                      <a:lnTo>
                        <a:pt x="268" y="24"/>
                      </a:lnTo>
                      <a:lnTo>
                        <a:pt x="264" y="24"/>
                      </a:lnTo>
                      <a:lnTo>
                        <a:pt x="264" y="20"/>
                      </a:lnTo>
                      <a:lnTo>
                        <a:pt x="268" y="20"/>
                      </a:lnTo>
                      <a:lnTo>
                        <a:pt x="268" y="16"/>
                      </a:lnTo>
                      <a:lnTo>
                        <a:pt x="272" y="16"/>
                      </a:lnTo>
                      <a:lnTo>
                        <a:pt x="272" y="20"/>
                      </a:lnTo>
                      <a:lnTo>
                        <a:pt x="276" y="20"/>
                      </a:lnTo>
                      <a:lnTo>
                        <a:pt x="276" y="16"/>
                      </a:lnTo>
                      <a:lnTo>
                        <a:pt x="278" y="16"/>
                      </a:lnTo>
                      <a:lnTo>
                        <a:pt x="282" y="16"/>
                      </a:lnTo>
                      <a:lnTo>
                        <a:pt x="286" y="16"/>
                      </a:lnTo>
                      <a:lnTo>
                        <a:pt x="290" y="16"/>
                      </a:lnTo>
                      <a:lnTo>
                        <a:pt x="294" y="12"/>
                      </a:lnTo>
                      <a:lnTo>
                        <a:pt x="298" y="12"/>
                      </a:lnTo>
                      <a:lnTo>
                        <a:pt x="302" y="12"/>
                      </a:lnTo>
                      <a:lnTo>
                        <a:pt x="302" y="8"/>
                      </a:lnTo>
                      <a:lnTo>
                        <a:pt x="306" y="8"/>
                      </a:lnTo>
                      <a:lnTo>
                        <a:pt x="306" y="12"/>
                      </a:lnTo>
                      <a:lnTo>
                        <a:pt x="308" y="8"/>
                      </a:lnTo>
                      <a:lnTo>
                        <a:pt x="308" y="4"/>
                      </a:lnTo>
                      <a:lnTo>
                        <a:pt x="312" y="4"/>
                      </a:lnTo>
                      <a:lnTo>
                        <a:pt x="316" y="0"/>
                      </a:lnTo>
                      <a:lnTo>
                        <a:pt x="320" y="4"/>
                      </a:lnTo>
                      <a:lnTo>
                        <a:pt x="320" y="0"/>
                      </a:lnTo>
                      <a:lnTo>
                        <a:pt x="324" y="0"/>
                      </a:lnTo>
                      <a:lnTo>
                        <a:pt x="328" y="0"/>
                      </a:lnTo>
                      <a:lnTo>
                        <a:pt x="332" y="4"/>
                      </a:lnTo>
                      <a:lnTo>
                        <a:pt x="336" y="4"/>
                      </a:lnTo>
                      <a:lnTo>
                        <a:pt x="338" y="4"/>
                      </a:lnTo>
                      <a:lnTo>
                        <a:pt x="342" y="4"/>
                      </a:lnTo>
                      <a:lnTo>
                        <a:pt x="342" y="0"/>
                      </a:lnTo>
                      <a:lnTo>
                        <a:pt x="346" y="0"/>
                      </a:lnTo>
                      <a:lnTo>
                        <a:pt x="346" y="4"/>
                      </a:lnTo>
                      <a:lnTo>
                        <a:pt x="346" y="8"/>
                      </a:lnTo>
                      <a:lnTo>
                        <a:pt x="346" y="12"/>
                      </a:lnTo>
                      <a:lnTo>
                        <a:pt x="350" y="16"/>
                      </a:lnTo>
                      <a:lnTo>
                        <a:pt x="354" y="16"/>
                      </a:lnTo>
                      <a:lnTo>
                        <a:pt x="350" y="16"/>
                      </a:lnTo>
                      <a:lnTo>
                        <a:pt x="350" y="20"/>
                      </a:lnTo>
                      <a:lnTo>
                        <a:pt x="350" y="24"/>
                      </a:lnTo>
                      <a:lnTo>
                        <a:pt x="346" y="24"/>
                      </a:lnTo>
                      <a:lnTo>
                        <a:pt x="350" y="24"/>
                      </a:lnTo>
                      <a:lnTo>
                        <a:pt x="350" y="28"/>
                      </a:lnTo>
                      <a:lnTo>
                        <a:pt x="354" y="28"/>
                      </a:lnTo>
                      <a:lnTo>
                        <a:pt x="358" y="28"/>
                      </a:lnTo>
                      <a:lnTo>
                        <a:pt x="362" y="28"/>
                      </a:lnTo>
                      <a:lnTo>
                        <a:pt x="366" y="28"/>
                      </a:lnTo>
                      <a:lnTo>
                        <a:pt x="362" y="24"/>
                      </a:lnTo>
                      <a:lnTo>
                        <a:pt x="366" y="24"/>
                      </a:lnTo>
                      <a:lnTo>
                        <a:pt x="368" y="28"/>
                      </a:lnTo>
                      <a:lnTo>
                        <a:pt x="366" y="28"/>
                      </a:lnTo>
                      <a:lnTo>
                        <a:pt x="368" y="28"/>
                      </a:lnTo>
                      <a:lnTo>
                        <a:pt x="368" y="30"/>
                      </a:lnTo>
                      <a:lnTo>
                        <a:pt x="368" y="34"/>
                      </a:lnTo>
                      <a:lnTo>
                        <a:pt x="368" y="30"/>
                      </a:lnTo>
                      <a:lnTo>
                        <a:pt x="372" y="30"/>
                      </a:lnTo>
                      <a:lnTo>
                        <a:pt x="368" y="30"/>
                      </a:lnTo>
                      <a:lnTo>
                        <a:pt x="368" y="28"/>
                      </a:lnTo>
                      <a:lnTo>
                        <a:pt x="372" y="28"/>
                      </a:lnTo>
                      <a:lnTo>
                        <a:pt x="376" y="28"/>
                      </a:lnTo>
                      <a:lnTo>
                        <a:pt x="376" y="30"/>
                      </a:lnTo>
                      <a:lnTo>
                        <a:pt x="380" y="30"/>
                      </a:lnTo>
                      <a:lnTo>
                        <a:pt x="384" y="30"/>
                      </a:lnTo>
                      <a:lnTo>
                        <a:pt x="388" y="30"/>
                      </a:lnTo>
                      <a:lnTo>
                        <a:pt x="388" y="34"/>
                      </a:lnTo>
                      <a:lnTo>
                        <a:pt x="384" y="34"/>
                      </a:lnTo>
                      <a:lnTo>
                        <a:pt x="380" y="34"/>
                      </a:lnTo>
                      <a:lnTo>
                        <a:pt x="380" y="38"/>
                      </a:lnTo>
                      <a:lnTo>
                        <a:pt x="380" y="42"/>
                      </a:lnTo>
                      <a:lnTo>
                        <a:pt x="384" y="42"/>
                      </a:lnTo>
                      <a:lnTo>
                        <a:pt x="380" y="42"/>
                      </a:lnTo>
                      <a:lnTo>
                        <a:pt x="384" y="42"/>
                      </a:lnTo>
                      <a:lnTo>
                        <a:pt x="388" y="38"/>
                      </a:lnTo>
                      <a:lnTo>
                        <a:pt x="392" y="38"/>
                      </a:lnTo>
                      <a:lnTo>
                        <a:pt x="394" y="38"/>
                      </a:lnTo>
                      <a:lnTo>
                        <a:pt x="394" y="42"/>
                      </a:lnTo>
                      <a:lnTo>
                        <a:pt x="398" y="38"/>
                      </a:lnTo>
                      <a:lnTo>
                        <a:pt x="394" y="38"/>
                      </a:lnTo>
                      <a:lnTo>
                        <a:pt x="398" y="38"/>
                      </a:lnTo>
                      <a:lnTo>
                        <a:pt x="398" y="34"/>
                      </a:lnTo>
                      <a:lnTo>
                        <a:pt x="402" y="34"/>
                      </a:lnTo>
                      <a:lnTo>
                        <a:pt x="406" y="34"/>
                      </a:lnTo>
                      <a:lnTo>
                        <a:pt x="408" y="30"/>
                      </a:lnTo>
                      <a:lnTo>
                        <a:pt x="412" y="28"/>
                      </a:lnTo>
                      <a:lnTo>
                        <a:pt x="416" y="28"/>
                      </a:lnTo>
                      <a:lnTo>
                        <a:pt x="420" y="28"/>
                      </a:lnTo>
                      <a:lnTo>
                        <a:pt x="420" y="24"/>
                      </a:lnTo>
                      <a:lnTo>
                        <a:pt x="424" y="24"/>
                      </a:lnTo>
                      <a:lnTo>
                        <a:pt x="428" y="24"/>
                      </a:lnTo>
                      <a:lnTo>
                        <a:pt x="428" y="20"/>
                      </a:lnTo>
                      <a:lnTo>
                        <a:pt x="432" y="24"/>
                      </a:lnTo>
                      <a:lnTo>
                        <a:pt x="428" y="28"/>
                      </a:lnTo>
                      <a:lnTo>
                        <a:pt x="424" y="28"/>
                      </a:lnTo>
                      <a:lnTo>
                        <a:pt x="424" y="30"/>
                      </a:lnTo>
                      <a:lnTo>
                        <a:pt x="428" y="34"/>
                      </a:lnTo>
                      <a:lnTo>
                        <a:pt x="432" y="34"/>
                      </a:lnTo>
                      <a:lnTo>
                        <a:pt x="436" y="38"/>
                      </a:lnTo>
                      <a:lnTo>
                        <a:pt x="438" y="42"/>
                      </a:lnTo>
                      <a:lnTo>
                        <a:pt x="442" y="46"/>
                      </a:lnTo>
                      <a:lnTo>
                        <a:pt x="446" y="46"/>
                      </a:lnTo>
                      <a:lnTo>
                        <a:pt x="446" y="50"/>
                      </a:lnTo>
                      <a:lnTo>
                        <a:pt x="450" y="56"/>
                      </a:lnTo>
                      <a:lnTo>
                        <a:pt x="454" y="56"/>
                      </a:lnTo>
                      <a:lnTo>
                        <a:pt x="454" y="60"/>
                      </a:lnTo>
                      <a:lnTo>
                        <a:pt x="454" y="64"/>
                      </a:lnTo>
                      <a:lnTo>
                        <a:pt x="458" y="64"/>
                      </a:lnTo>
                      <a:lnTo>
                        <a:pt x="462" y="68"/>
                      </a:lnTo>
                      <a:lnTo>
                        <a:pt x="466" y="80"/>
                      </a:lnTo>
                      <a:lnTo>
                        <a:pt x="468" y="84"/>
                      </a:lnTo>
                      <a:lnTo>
                        <a:pt x="468" y="86"/>
                      </a:lnTo>
                      <a:lnTo>
                        <a:pt x="468" y="90"/>
                      </a:lnTo>
                      <a:lnTo>
                        <a:pt x="472" y="90"/>
                      </a:lnTo>
                      <a:lnTo>
                        <a:pt x="472" y="98"/>
                      </a:lnTo>
                      <a:lnTo>
                        <a:pt x="476" y="98"/>
                      </a:lnTo>
                      <a:lnTo>
                        <a:pt x="480" y="98"/>
                      </a:lnTo>
                      <a:lnTo>
                        <a:pt x="480" y="94"/>
                      </a:lnTo>
                      <a:lnTo>
                        <a:pt x="480" y="90"/>
                      </a:lnTo>
                      <a:lnTo>
                        <a:pt x="484" y="90"/>
                      </a:lnTo>
                      <a:lnTo>
                        <a:pt x="484" y="86"/>
                      </a:lnTo>
                      <a:lnTo>
                        <a:pt x="488" y="90"/>
                      </a:lnTo>
                      <a:lnTo>
                        <a:pt x="492" y="90"/>
                      </a:lnTo>
                      <a:lnTo>
                        <a:pt x="492" y="94"/>
                      </a:lnTo>
                      <a:lnTo>
                        <a:pt x="496" y="94"/>
                      </a:lnTo>
                      <a:lnTo>
                        <a:pt x="496" y="98"/>
                      </a:lnTo>
                      <a:lnTo>
                        <a:pt x="496" y="102"/>
                      </a:lnTo>
                      <a:lnTo>
                        <a:pt x="498" y="102"/>
                      </a:lnTo>
                      <a:lnTo>
                        <a:pt x="498" y="98"/>
                      </a:lnTo>
                      <a:lnTo>
                        <a:pt x="502" y="98"/>
                      </a:lnTo>
                      <a:lnTo>
                        <a:pt x="502" y="102"/>
                      </a:lnTo>
                      <a:lnTo>
                        <a:pt x="506" y="102"/>
                      </a:lnTo>
                      <a:lnTo>
                        <a:pt x="510" y="98"/>
                      </a:lnTo>
                      <a:lnTo>
                        <a:pt x="510" y="102"/>
                      </a:lnTo>
                      <a:lnTo>
                        <a:pt x="514" y="98"/>
                      </a:lnTo>
                      <a:lnTo>
                        <a:pt x="518" y="98"/>
                      </a:lnTo>
                      <a:lnTo>
                        <a:pt x="518" y="94"/>
                      </a:lnTo>
                      <a:lnTo>
                        <a:pt x="522" y="94"/>
                      </a:lnTo>
                      <a:lnTo>
                        <a:pt x="524" y="94"/>
                      </a:lnTo>
                      <a:lnTo>
                        <a:pt x="528" y="98"/>
                      </a:lnTo>
                      <a:lnTo>
                        <a:pt x="532" y="98"/>
                      </a:lnTo>
                      <a:lnTo>
                        <a:pt x="532" y="102"/>
                      </a:lnTo>
                      <a:lnTo>
                        <a:pt x="536" y="106"/>
                      </a:lnTo>
                      <a:lnTo>
                        <a:pt x="536" y="110"/>
                      </a:lnTo>
                      <a:lnTo>
                        <a:pt x="536" y="112"/>
                      </a:lnTo>
                      <a:lnTo>
                        <a:pt x="540" y="112"/>
                      </a:lnTo>
                      <a:lnTo>
                        <a:pt x="544" y="112"/>
                      </a:lnTo>
                      <a:lnTo>
                        <a:pt x="548" y="112"/>
                      </a:lnTo>
                      <a:lnTo>
                        <a:pt x="548" y="116"/>
                      </a:lnTo>
                      <a:lnTo>
                        <a:pt x="544" y="116"/>
                      </a:lnTo>
                      <a:lnTo>
                        <a:pt x="548" y="116"/>
                      </a:lnTo>
                      <a:lnTo>
                        <a:pt x="548" y="120"/>
                      </a:lnTo>
                      <a:lnTo>
                        <a:pt x="548" y="124"/>
                      </a:lnTo>
                      <a:lnTo>
                        <a:pt x="552" y="124"/>
                      </a:lnTo>
                      <a:lnTo>
                        <a:pt x="554" y="124"/>
                      </a:lnTo>
                      <a:lnTo>
                        <a:pt x="558" y="124"/>
                      </a:lnTo>
                      <a:lnTo>
                        <a:pt x="562" y="128"/>
                      </a:lnTo>
                      <a:lnTo>
                        <a:pt x="562" y="124"/>
                      </a:lnTo>
                      <a:lnTo>
                        <a:pt x="566" y="124"/>
                      </a:lnTo>
                      <a:lnTo>
                        <a:pt x="566" y="120"/>
                      </a:lnTo>
                      <a:lnTo>
                        <a:pt x="570" y="120"/>
                      </a:lnTo>
                      <a:lnTo>
                        <a:pt x="570" y="124"/>
                      </a:lnTo>
                      <a:lnTo>
                        <a:pt x="574" y="124"/>
                      </a:lnTo>
                      <a:lnTo>
                        <a:pt x="574" y="128"/>
                      </a:lnTo>
                      <a:lnTo>
                        <a:pt x="574" y="132"/>
                      </a:lnTo>
                      <a:lnTo>
                        <a:pt x="578" y="132"/>
                      </a:lnTo>
                      <a:lnTo>
                        <a:pt x="578" y="136"/>
                      </a:lnTo>
                      <a:lnTo>
                        <a:pt x="574" y="136"/>
                      </a:lnTo>
                      <a:lnTo>
                        <a:pt x="570" y="136"/>
                      </a:lnTo>
                      <a:lnTo>
                        <a:pt x="570" y="140"/>
                      </a:lnTo>
                      <a:lnTo>
                        <a:pt x="570" y="142"/>
                      </a:lnTo>
                      <a:lnTo>
                        <a:pt x="570" y="146"/>
                      </a:lnTo>
                      <a:lnTo>
                        <a:pt x="566" y="146"/>
                      </a:lnTo>
                      <a:lnTo>
                        <a:pt x="562" y="146"/>
                      </a:lnTo>
                      <a:lnTo>
                        <a:pt x="558" y="146"/>
                      </a:lnTo>
                      <a:lnTo>
                        <a:pt x="558" y="150"/>
                      </a:lnTo>
                      <a:lnTo>
                        <a:pt x="554" y="150"/>
                      </a:lnTo>
                      <a:lnTo>
                        <a:pt x="554" y="154"/>
                      </a:lnTo>
                      <a:lnTo>
                        <a:pt x="554" y="158"/>
                      </a:lnTo>
                      <a:lnTo>
                        <a:pt x="554" y="162"/>
                      </a:lnTo>
                      <a:lnTo>
                        <a:pt x="554" y="166"/>
                      </a:lnTo>
                      <a:lnTo>
                        <a:pt x="554" y="168"/>
                      </a:lnTo>
                      <a:lnTo>
                        <a:pt x="554" y="172"/>
                      </a:lnTo>
                      <a:lnTo>
                        <a:pt x="554" y="176"/>
                      </a:lnTo>
                      <a:lnTo>
                        <a:pt x="552" y="176"/>
                      </a:lnTo>
                      <a:lnTo>
                        <a:pt x="548" y="176"/>
                      </a:lnTo>
                      <a:lnTo>
                        <a:pt x="548" y="180"/>
                      </a:lnTo>
                      <a:lnTo>
                        <a:pt x="544" y="180"/>
                      </a:lnTo>
                      <a:lnTo>
                        <a:pt x="540" y="176"/>
                      </a:lnTo>
                      <a:lnTo>
                        <a:pt x="536" y="176"/>
                      </a:lnTo>
                      <a:lnTo>
                        <a:pt x="532" y="176"/>
                      </a:lnTo>
                      <a:lnTo>
                        <a:pt x="528" y="176"/>
                      </a:lnTo>
                      <a:lnTo>
                        <a:pt x="524" y="176"/>
                      </a:lnTo>
                      <a:lnTo>
                        <a:pt x="522" y="172"/>
                      </a:lnTo>
                      <a:lnTo>
                        <a:pt x="518" y="172"/>
                      </a:lnTo>
                      <a:lnTo>
                        <a:pt x="518" y="176"/>
                      </a:lnTo>
                      <a:lnTo>
                        <a:pt x="518" y="180"/>
                      </a:lnTo>
                      <a:lnTo>
                        <a:pt x="514" y="184"/>
                      </a:lnTo>
                      <a:lnTo>
                        <a:pt x="514" y="188"/>
                      </a:lnTo>
                      <a:lnTo>
                        <a:pt x="514" y="192"/>
                      </a:lnTo>
                      <a:lnTo>
                        <a:pt x="510" y="192"/>
                      </a:lnTo>
                      <a:lnTo>
                        <a:pt x="510" y="196"/>
                      </a:lnTo>
                      <a:lnTo>
                        <a:pt x="510" y="198"/>
                      </a:lnTo>
                      <a:lnTo>
                        <a:pt x="510" y="202"/>
                      </a:lnTo>
                      <a:lnTo>
                        <a:pt x="506" y="206"/>
                      </a:lnTo>
                      <a:lnTo>
                        <a:pt x="510" y="206"/>
                      </a:lnTo>
                      <a:lnTo>
                        <a:pt x="510" y="210"/>
                      </a:lnTo>
                      <a:lnTo>
                        <a:pt x="514" y="210"/>
                      </a:lnTo>
                      <a:lnTo>
                        <a:pt x="514" y="214"/>
                      </a:lnTo>
                      <a:lnTo>
                        <a:pt x="510" y="214"/>
                      </a:lnTo>
                      <a:lnTo>
                        <a:pt x="506" y="214"/>
                      </a:lnTo>
                      <a:lnTo>
                        <a:pt x="502" y="214"/>
                      </a:lnTo>
                      <a:lnTo>
                        <a:pt x="498" y="214"/>
                      </a:lnTo>
                      <a:lnTo>
                        <a:pt x="498" y="210"/>
                      </a:lnTo>
                      <a:lnTo>
                        <a:pt x="496" y="210"/>
                      </a:lnTo>
                      <a:lnTo>
                        <a:pt x="496" y="214"/>
                      </a:lnTo>
                      <a:lnTo>
                        <a:pt x="492" y="214"/>
                      </a:lnTo>
                      <a:lnTo>
                        <a:pt x="488" y="214"/>
                      </a:lnTo>
                      <a:lnTo>
                        <a:pt x="484" y="214"/>
                      </a:lnTo>
                      <a:lnTo>
                        <a:pt x="480" y="218"/>
                      </a:lnTo>
                      <a:lnTo>
                        <a:pt x="476" y="218"/>
                      </a:lnTo>
                      <a:lnTo>
                        <a:pt x="472" y="222"/>
                      </a:lnTo>
                      <a:lnTo>
                        <a:pt x="476" y="222"/>
                      </a:lnTo>
                      <a:lnTo>
                        <a:pt x="480" y="222"/>
                      </a:lnTo>
                      <a:lnTo>
                        <a:pt x="484" y="222"/>
                      </a:lnTo>
                      <a:lnTo>
                        <a:pt x="484" y="224"/>
                      </a:lnTo>
                      <a:lnTo>
                        <a:pt x="480" y="224"/>
                      </a:lnTo>
                      <a:lnTo>
                        <a:pt x="480" y="228"/>
                      </a:lnTo>
                      <a:lnTo>
                        <a:pt x="480" y="232"/>
                      </a:lnTo>
                      <a:lnTo>
                        <a:pt x="480" y="236"/>
                      </a:lnTo>
                      <a:lnTo>
                        <a:pt x="480" y="240"/>
                      </a:lnTo>
                      <a:lnTo>
                        <a:pt x="484" y="240"/>
                      </a:lnTo>
                      <a:lnTo>
                        <a:pt x="484" y="244"/>
                      </a:lnTo>
                      <a:lnTo>
                        <a:pt x="484" y="248"/>
                      </a:lnTo>
                      <a:lnTo>
                        <a:pt x="488" y="252"/>
                      </a:lnTo>
                      <a:lnTo>
                        <a:pt x="488" y="254"/>
                      </a:lnTo>
                      <a:lnTo>
                        <a:pt x="484" y="254"/>
                      </a:lnTo>
                      <a:lnTo>
                        <a:pt x="480" y="258"/>
                      </a:lnTo>
                      <a:lnTo>
                        <a:pt x="484" y="258"/>
                      </a:lnTo>
                      <a:lnTo>
                        <a:pt x="480" y="262"/>
                      </a:lnTo>
                      <a:lnTo>
                        <a:pt x="476" y="266"/>
                      </a:lnTo>
                      <a:lnTo>
                        <a:pt x="476" y="268"/>
                      </a:lnTo>
                      <a:lnTo>
                        <a:pt x="480" y="268"/>
                      </a:lnTo>
                      <a:lnTo>
                        <a:pt x="480" y="272"/>
                      </a:lnTo>
                      <a:lnTo>
                        <a:pt x="476" y="272"/>
                      </a:lnTo>
                      <a:lnTo>
                        <a:pt x="476" y="268"/>
                      </a:lnTo>
                      <a:lnTo>
                        <a:pt x="472" y="268"/>
                      </a:lnTo>
                      <a:lnTo>
                        <a:pt x="468" y="268"/>
                      </a:lnTo>
                      <a:lnTo>
                        <a:pt x="466" y="268"/>
                      </a:lnTo>
                      <a:lnTo>
                        <a:pt x="466" y="266"/>
                      </a:lnTo>
                      <a:lnTo>
                        <a:pt x="466" y="262"/>
                      </a:lnTo>
                      <a:lnTo>
                        <a:pt x="462" y="262"/>
                      </a:lnTo>
                      <a:lnTo>
                        <a:pt x="458" y="262"/>
                      </a:lnTo>
                      <a:lnTo>
                        <a:pt x="454" y="258"/>
                      </a:lnTo>
                      <a:lnTo>
                        <a:pt x="450" y="258"/>
                      </a:lnTo>
                      <a:lnTo>
                        <a:pt x="446" y="258"/>
                      </a:lnTo>
                      <a:lnTo>
                        <a:pt x="442" y="258"/>
                      </a:lnTo>
                      <a:lnTo>
                        <a:pt x="438" y="258"/>
                      </a:lnTo>
                      <a:lnTo>
                        <a:pt x="436" y="258"/>
                      </a:lnTo>
                      <a:lnTo>
                        <a:pt x="432" y="258"/>
                      </a:lnTo>
                      <a:lnTo>
                        <a:pt x="428" y="258"/>
                      </a:lnTo>
                      <a:lnTo>
                        <a:pt x="424" y="258"/>
                      </a:lnTo>
                      <a:lnTo>
                        <a:pt x="420" y="258"/>
                      </a:lnTo>
                      <a:lnTo>
                        <a:pt x="416" y="258"/>
                      </a:lnTo>
                      <a:lnTo>
                        <a:pt x="416" y="258"/>
                      </a:lnTo>
                      <a:lnTo>
                        <a:pt x="416" y="258"/>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68" name="Freeform 35">
                  <a:extLst>
                    <a:ext uri="{FF2B5EF4-FFF2-40B4-BE49-F238E27FC236}">
                      <a16:creationId xmlns:a16="http://schemas.microsoft.com/office/drawing/2014/main" id="{54FBF0E7-1F4B-A2F4-C216-47907E37E2AD}"/>
                    </a:ext>
                  </a:extLst>
                </p:cNvPr>
                <p:cNvSpPr>
                  <a:spLocks noEditPoints="1"/>
                </p:cNvSpPr>
                <p:nvPr/>
              </p:nvSpPr>
              <p:spPr bwMode="gray">
                <a:xfrm>
                  <a:off x="5947869" y="3604843"/>
                  <a:ext cx="45221" cy="48699"/>
                </a:xfrm>
                <a:custGeom>
                  <a:avLst/>
                  <a:gdLst>
                    <a:gd name="T0" fmla="*/ 10 w 26"/>
                    <a:gd name="T1" fmla="*/ 22 h 28"/>
                    <a:gd name="T2" fmla="*/ 4 w 26"/>
                    <a:gd name="T3" fmla="*/ 18 h 28"/>
                    <a:gd name="T4" fmla="*/ 0 w 26"/>
                    <a:gd name="T5" fmla="*/ 18 h 28"/>
                    <a:gd name="T6" fmla="*/ 0 w 26"/>
                    <a:gd name="T7" fmla="*/ 18 h 28"/>
                    <a:gd name="T8" fmla="*/ 0 w 26"/>
                    <a:gd name="T9" fmla="*/ 18 h 28"/>
                    <a:gd name="T10" fmla="*/ 0 w 26"/>
                    <a:gd name="T11" fmla="*/ 18 h 28"/>
                    <a:gd name="T12" fmla="*/ 0 w 26"/>
                    <a:gd name="T13" fmla="*/ 18 h 28"/>
                    <a:gd name="T14" fmla="*/ 4 w 26"/>
                    <a:gd name="T15" fmla="*/ 14 h 28"/>
                    <a:gd name="T16" fmla="*/ 4 w 26"/>
                    <a:gd name="T17" fmla="*/ 10 h 28"/>
                    <a:gd name="T18" fmla="*/ 4 w 26"/>
                    <a:gd name="T19" fmla="*/ 10 h 28"/>
                    <a:gd name="T20" fmla="*/ 6 w 26"/>
                    <a:gd name="T21" fmla="*/ 6 h 28"/>
                    <a:gd name="T22" fmla="*/ 6 w 26"/>
                    <a:gd name="T23" fmla="*/ 2 h 28"/>
                    <a:gd name="T24" fmla="*/ 6 w 26"/>
                    <a:gd name="T25" fmla="*/ 2 h 28"/>
                    <a:gd name="T26" fmla="*/ 6 w 26"/>
                    <a:gd name="T27" fmla="*/ 2 h 28"/>
                    <a:gd name="T28" fmla="*/ 10 w 26"/>
                    <a:gd name="T29" fmla="*/ 0 h 28"/>
                    <a:gd name="T30" fmla="*/ 14 w 26"/>
                    <a:gd name="T31" fmla="*/ 0 h 28"/>
                    <a:gd name="T32" fmla="*/ 18 w 26"/>
                    <a:gd name="T33" fmla="*/ 2 h 28"/>
                    <a:gd name="T34" fmla="*/ 18 w 26"/>
                    <a:gd name="T35" fmla="*/ 6 h 28"/>
                    <a:gd name="T36" fmla="*/ 18 w 26"/>
                    <a:gd name="T37" fmla="*/ 6 h 28"/>
                    <a:gd name="T38" fmla="*/ 18 w 26"/>
                    <a:gd name="T39" fmla="*/ 6 h 28"/>
                    <a:gd name="T40" fmla="*/ 22 w 26"/>
                    <a:gd name="T41" fmla="*/ 10 h 28"/>
                    <a:gd name="T42" fmla="*/ 22 w 26"/>
                    <a:gd name="T43" fmla="*/ 10 h 28"/>
                    <a:gd name="T44" fmla="*/ 18 w 26"/>
                    <a:gd name="T45" fmla="*/ 10 h 28"/>
                    <a:gd name="T46" fmla="*/ 18 w 26"/>
                    <a:gd name="T47" fmla="*/ 10 h 28"/>
                    <a:gd name="T48" fmla="*/ 14 w 26"/>
                    <a:gd name="T49" fmla="*/ 14 h 28"/>
                    <a:gd name="T50" fmla="*/ 14 w 26"/>
                    <a:gd name="T51" fmla="*/ 14 h 28"/>
                    <a:gd name="T52" fmla="*/ 18 w 26"/>
                    <a:gd name="T53" fmla="*/ 14 h 28"/>
                    <a:gd name="T54" fmla="*/ 18 w 26"/>
                    <a:gd name="T55" fmla="*/ 14 h 28"/>
                    <a:gd name="T56" fmla="*/ 18 w 26"/>
                    <a:gd name="T57" fmla="*/ 14 h 28"/>
                    <a:gd name="T58" fmla="*/ 18 w 26"/>
                    <a:gd name="T59" fmla="*/ 14 h 28"/>
                    <a:gd name="T60" fmla="*/ 18 w 26"/>
                    <a:gd name="T61" fmla="*/ 18 h 28"/>
                    <a:gd name="T62" fmla="*/ 22 w 26"/>
                    <a:gd name="T63" fmla="*/ 18 h 28"/>
                    <a:gd name="T64" fmla="*/ 22 w 26"/>
                    <a:gd name="T65" fmla="*/ 22 h 28"/>
                    <a:gd name="T66" fmla="*/ 22 w 26"/>
                    <a:gd name="T67" fmla="*/ 26 h 28"/>
                    <a:gd name="T68" fmla="*/ 26 w 26"/>
                    <a:gd name="T69" fmla="*/ 26 h 28"/>
                    <a:gd name="T70" fmla="*/ 26 w 26"/>
                    <a:gd name="T71" fmla="*/ 26 h 28"/>
                    <a:gd name="T72" fmla="*/ 22 w 26"/>
                    <a:gd name="T73" fmla="*/ 28 h 28"/>
                    <a:gd name="T74" fmla="*/ 14 w 26"/>
                    <a:gd name="T75" fmla="*/ 28 h 28"/>
                    <a:gd name="T76" fmla="*/ 14 w 26"/>
                    <a:gd name="T77" fmla="*/ 26 h 28"/>
                    <a:gd name="T78" fmla="*/ 14 w 26"/>
                    <a:gd name="T79" fmla="*/ 26 h 28"/>
                    <a:gd name="T80" fmla="*/ 10 w 26"/>
                    <a:gd name="T81" fmla="*/ 22 h 28"/>
                    <a:gd name="T82" fmla="*/ 10 w 26"/>
                    <a:gd name="T83" fmla="*/ 22 h 28"/>
                    <a:gd name="T84" fmla="*/ 10 w 26"/>
                    <a:gd name="T85" fmla="*/ 22 h 28"/>
                    <a:gd name="T86" fmla="*/ 22 w 26"/>
                    <a:gd name="T87" fmla="*/ 2 h 28"/>
                    <a:gd name="T88" fmla="*/ 22 w 26"/>
                    <a:gd name="T89" fmla="*/ 6 h 28"/>
                    <a:gd name="T90" fmla="*/ 22 w 26"/>
                    <a:gd name="T91" fmla="*/ 6 h 28"/>
                    <a:gd name="T92" fmla="*/ 26 w 26"/>
                    <a:gd name="T93" fmla="*/ 6 h 28"/>
                    <a:gd name="T94" fmla="*/ 26 w 26"/>
                    <a:gd name="T95" fmla="*/ 6 h 28"/>
                    <a:gd name="T96" fmla="*/ 22 w 26"/>
                    <a:gd name="T97" fmla="*/ 6 h 28"/>
                    <a:gd name="T98" fmla="*/ 22 w 26"/>
                    <a:gd name="T99" fmla="*/ 10 h 28"/>
                    <a:gd name="T100" fmla="*/ 22 w 26"/>
                    <a:gd name="T101" fmla="*/ 10 h 28"/>
                    <a:gd name="T102" fmla="*/ 22 w 26"/>
                    <a:gd name="T103" fmla="*/ 10 h 28"/>
                    <a:gd name="T104" fmla="*/ 22 w 26"/>
                    <a:gd name="T105" fmla="*/ 10 h 28"/>
                    <a:gd name="T106" fmla="*/ 22 w 26"/>
                    <a:gd name="T107" fmla="*/ 10 h 28"/>
                    <a:gd name="T108" fmla="*/ 22 w 26"/>
                    <a:gd name="T109" fmla="*/ 10 h 28"/>
                    <a:gd name="T110" fmla="*/ 22 w 26"/>
                    <a:gd name="T111" fmla="*/ 2 h 28"/>
                    <a:gd name="T112" fmla="*/ 22 w 26"/>
                    <a:gd name="T113" fmla="*/ 2 h 28"/>
                    <a:gd name="T114" fmla="*/ 22 w 26"/>
                    <a:gd name="T115" fmla="*/ 2 h 28"/>
                    <a:gd name="T116" fmla="*/ 22 w 26"/>
                    <a:gd name="T117" fmla="*/ 2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6" h="28">
                      <a:moveTo>
                        <a:pt x="10" y="22"/>
                      </a:moveTo>
                      <a:lnTo>
                        <a:pt x="10" y="22"/>
                      </a:lnTo>
                      <a:lnTo>
                        <a:pt x="4" y="18"/>
                      </a:lnTo>
                      <a:lnTo>
                        <a:pt x="4" y="18"/>
                      </a:lnTo>
                      <a:lnTo>
                        <a:pt x="0" y="18"/>
                      </a:lnTo>
                      <a:lnTo>
                        <a:pt x="0" y="18"/>
                      </a:lnTo>
                      <a:lnTo>
                        <a:pt x="0" y="18"/>
                      </a:lnTo>
                      <a:lnTo>
                        <a:pt x="0" y="18"/>
                      </a:lnTo>
                      <a:lnTo>
                        <a:pt x="0" y="18"/>
                      </a:lnTo>
                      <a:lnTo>
                        <a:pt x="0" y="18"/>
                      </a:lnTo>
                      <a:lnTo>
                        <a:pt x="0" y="18"/>
                      </a:lnTo>
                      <a:lnTo>
                        <a:pt x="0" y="18"/>
                      </a:lnTo>
                      <a:lnTo>
                        <a:pt x="0" y="18"/>
                      </a:lnTo>
                      <a:lnTo>
                        <a:pt x="0" y="18"/>
                      </a:lnTo>
                      <a:lnTo>
                        <a:pt x="0" y="14"/>
                      </a:lnTo>
                      <a:lnTo>
                        <a:pt x="4" y="14"/>
                      </a:lnTo>
                      <a:lnTo>
                        <a:pt x="4" y="14"/>
                      </a:lnTo>
                      <a:lnTo>
                        <a:pt x="4" y="10"/>
                      </a:lnTo>
                      <a:lnTo>
                        <a:pt x="4" y="10"/>
                      </a:lnTo>
                      <a:lnTo>
                        <a:pt x="4" y="10"/>
                      </a:lnTo>
                      <a:lnTo>
                        <a:pt x="4" y="10"/>
                      </a:lnTo>
                      <a:lnTo>
                        <a:pt x="6" y="6"/>
                      </a:lnTo>
                      <a:lnTo>
                        <a:pt x="6" y="2"/>
                      </a:lnTo>
                      <a:lnTo>
                        <a:pt x="6" y="2"/>
                      </a:lnTo>
                      <a:lnTo>
                        <a:pt x="6" y="2"/>
                      </a:lnTo>
                      <a:lnTo>
                        <a:pt x="6" y="2"/>
                      </a:lnTo>
                      <a:lnTo>
                        <a:pt x="6" y="2"/>
                      </a:lnTo>
                      <a:lnTo>
                        <a:pt x="6" y="2"/>
                      </a:lnTo>
                      <a:lnTo>
                        <a:pt x="10" y="0"/>
                      </a:lnTo>
                      <a:lnTo>
                        <a:pt x="10" y="0"/>
                      </a:lnTo>
                      <a:lnTo>
                        <a:pt x="10" y="0"/>
                      </a:lnTo>
                      <a:lnTo>
                        <a:pt x="14" y="0"/>
                      </a:lnTo>
                      <a:lnTo>
                        <a:pt x="18" y="2"/>
                      </a:lnTo>
                      <a:lnTo>
                        <a:pt x="18" y="2"/>
                      </a:lnTo>
                      <a:lnTo>
                        <a:pt x="18" y="2"/>
                      </a:lnTo>
                      <a:lnTo>
                        <a:pt x="18" y="6"/>
                      </a:lnTo>
                      <a:lnTo>
                        <a:pt x="18" y="6"/>
                      </a:lnTo>
                      <a:lnTo>
                        <a:pt x="18" y="6"/>
                      </a:lnTo>
                      <a:lnTo>
                        <a:pt x="18" y="6"/>
                      </a:lnTo>
                      <a:lnTo>
                        <a:pt x="18" y="6"/>
                      </a:lnTo>
                      <a:lnTo>
                        <a:pt x="18" y="6"/>
                      </a:lnTo>
                      <a:lnTo>
                        <a:pt x="22" y="10"/>
                      </a:lnTo>
                      <a:lnTo>
                        <a:pt x="22" y="10"/>
                      </a:lnTo>
                      <a:lnTo>
                        <a:pt x="22" y="10"/>
                      </a:lnTo>
                      <a:lnTo>
                        <a:pt x="22" y="10"/>
                      </a:lnTo>
                      <a:lnTo>
                        <a:pt x="18" y="10"/>
                      </a:lnTo>
                      <a:lnTo>
                        <a:pt x="18" y="10"/>
                      </a:lnTo>
                      <a:lnTo>
                        <a:pt x="18" y="10"/>
                      </a:lnTo>
                      <a:lnTo>
                        <a:pt x="18" y="10"/>
                      </a:lnTo>
                      <a:lnTo>
                        <a:pt x="14" y="14"/>
                      </a:lnTo>
                      <a:lnTo>
                        <a:pt x="14" y="14"/>
                      </a:lnTo>
                      <a:lnTo>
                        <a:pt x="14" y="14"/>
                      </a:lnTo>
                      <a:lnTo>
                        <a:pt x="18" y="14"/>
                      </a:lnTo>
                      <a:lnTo>
                        <a:pt x="18" y="14"/>
                      </a:lnTo>
                      <a:lnTo>
                        <a:pt x="18" y="14"/>
                      </a:lnTo>
                      <a:lnTo>
                        <a:pt x="18" y="14"/>
                      </a:lnTo>
                      <a:lnTo>
                        <a:pt x="18" y="14"/>
                      </a:lnTo>
                      <a:lnTo>
                        <a:pt x="18" y="14"/>
                      </a:lnTo>
                      <a:lnTo>
                        <a:pt x="18" y="14"/>
                      </a:lnTo>
                      <a:lnTo>
                        <a:pt x="18" y="14"/>
                      </a:lnTo>
                      <a:lnTo>
                        <a:pt x="18" y="14"/>
                      </a:lnTo>
                      <a:lnTo>
                        <a:pt x="18" y="18"/>
                      </a:lnTo>
                      <a:lnTo>
                        <a:pt x="22" y="18"/>
                      </a:lnTo>
                      <a:lnTo>
                        <a:pt x="22" y="18"/>
                      </a:lnTo>
                      <a:lnTo>
                        <a:pt x="22" y="22"/>
                      </a:lnTo>
                      <a:lnTo>
                        <a:pt x="22" y="22"/>
                      </a:lnTo>
                      <a:lnTo>
                        <a:pt x="22" y="22"/>
                      </a:lnTo>
                      <a:lnTo>
                        <a:pt x="22" y="26"/>
                      </a:lnTo>
                      <a:lnTo>
                        <a:pt x="26" y="26"/>
                      </a:lnTo>
                      <a:lnTo>
                        <a:pt x="26" y="26"/>
                      </a:lnTo>
                      <a:lnTo>
                        <a:pt x="26" y="26"/>
                      </a:lnTo>
                      <a:lnTo>
                        <a:pt x="26" y="26"/>
                      </a:lnTo>
                      <a:lnTo>
                        <a:pt x="26" y="28"/>
                      </a:lnTo>
                      <a:lnTo>
                        <a:pt x="22" y="28"/>
                      </a:lnTo>
                      <a:lnTo>
                        <a:pt x="14" y="28"/>
                      </a:lnTo>
                      <a:lnTo>
                        <a:pt x="14" y="28"/>
                      </a:lnTo>
                      <a:lnTo>
                        <a:pt x="14" y="28"/>
                      </a:lnTo>
                      <a:lnTo>
                        <a:pt x="14" y="26"/>
                      </a:lnTo>
                      <a:lnTo>
                        <a:pt x="14" y="26"/>
                      </a:lnTo>
                      <a:lnTo>
                        <a:pt x="14" y="26"/>
                      </a:lnTo>
                      <a:lnTo>
                        <a:pt x="14" y="26"/>
                      </a:lnTo>
                      <a:lnTo>
                        <a:pt x="10" y="22"/>
                      </a:lnTo>
                      <a:lnTo>
                        <a:pt x="10" y="22"/>
                      </a:lnTo>
                      <a:lnTo>
                        <a:pt x="10" y="22"/>
                      </a:lnTo>
                      <a:lnTo>
                        <a:pt x="10" y="22"/>
                      </a:lnTo>
                      <a:lnTo>
                        <a:pt x="10" y="22"/>
                      </a:lnTo>
                      <a:close/>
                      <a:moveTo>
                        <a:pt x="22" y="2"/>
                      </a:moveTo>
                      <a:lnTo>
                        <a:pt x="22" y="2"/>
                      </a:lnTo>
                      <a:lnTo>
                        <a:pt x="22" y="2"/>
                      </a:lnTo>
                      <a:lnTo>
                        <a:pt x="22" y="6"/>
                      </a:lnTo>
                      <a:lnTo>
                        <a:pt x="22" y="6"/>
                      </a:lnTo>
                      <a:lnTo>
                        <a:pt x="22" y="6"/>
                      </a:lnTo>
                      <a:lnTo>
                        <a:pt x="22" y="6"/>
                      </a:lnTo>
                      <a:lnTo>
                        <a:pt x="26" y="6"/>
                      </a:lnTo>
                      <a:lnTo>
                        <a:pt x="26" y="6"/>
                      </a:lnTo>
                      <a:lnTo>
                        <a:pt x="26" y="6"/>
                      </a:lnTo>
                      <a:lnTo>
                        <a:pt x="22" y="6"/>
                      </a:lnTo>
                      <a:lnTo>
                        <a:pt x="22" y="6"/>
                      </a:lnTo>
                      <a:lnTo>
                        <a:pt x="22" y="6"/>
                      </a:lnTo>
                      <a:lnTo>
                        <a:pt x="22" y="10"/>
                      </a:lnTo>
                      <a:lnTo>
                        <a:pt x="22" y="10"/>
                      </a:lnTo>
                      <a:lnTo>
                        <a:pt x="22" y="10"/>
                      </a:lnTo>
                      <a:lnTo>
                        <a:pt x="22" y="10"/>
                      </a:lnTo>
                      <a:lnTo>
                        <a:pt x="22" y="10"/>
                      </a:lnTo>
                      <a:lnTo>
                        <a:pt x="22" y="10"/>
                      </a:lnTo>
                      <a:lnTo>
                        <a:pt x="22" y="10"/>
                      </a:lnTo>
                      <a:lnTo>
                        <a:pt x="22" y="10"/>
                      </a:lnTo>
                      <a:lnTo>
                        <a:pt x="22" y="10"/>
                      </a:lnTo>
                      <a:lnTo>
                        <a:pt x="22" y="10"/>
                      </a:lnTo>
                      <a:lnTo>
                        <a:pt x="22" y="10"/>
                      </a:lnTo>
                      <a:lnTo>
                        <a:pt x="18" y="6"/>
                      </a:lnTo>
                      <a:lnTo>
                        <a:pt x="22" y="2"/>
                      </a:lnTo>
                      <a:lnTo>
                        <a:pt x="22" y="2"/>
                      </a:lnTo>
                      <a:lnTo>
                        <a:pt x="22" y="2"/>
                      </a:lnTo>
                      <a:lnTo>
                        <a:pt x="22" y="2"/>
                      </a:lnTo>
                      <a:lnTo>
                        <a:pt x="22" y="2"/>
                      </a:lnTo>
                      <a:lnTo>
                        <a:pt x="22" y="2"/>
                      </a:lnTo>
                      <a:lnTo>
                        <a:pt x="22" y="2"/>
                      </a:lnTo>
                      <a:lnTo>
                        <a:pt x="22" y="2"/>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69" name="Freeform 36">
                  <a:extLst>
                    <a:ext uri="{FF2B5EF4-FFF2-40B4-BE49-F238E27FC236}">
                      <a16:creationId xmlns:a16="http://schemas.microsoft.com/office/drawing/2014/main" id="{D4095945-9145-F53F-C34F-C8284002C89C}"/>
                    </a:ext>
                  </a:extLst>
                </p:cNvPr>
                <p:cNvSpPr>
                  <a:spLocks/>
                </p:cNvSpPr>
                <p:nvPr/>
              </p:nvSpPr>
              <p:spPr bwMode="gray">
                <a:xfrm>
                  <a:off x="6504434" y="3176986"/>
                  <a:ext cx="271325" cy="132184"/>
                </a:xfrm>
                <a:custGeom>
                  <a:avLst/>
                  <a:gdLst>
                    <a:gd name="T0" fmla="*/ 74 w 156"/>
                    <a:gd name="T1" fmla="*/ 54 h 76"/>
                    <a:gd name="T2" fmla="*/ 68 w 156"/>
                    <a:gd name="T3" fmla="*/ 58 h 76"/>
                    <a:gd name="T4" fmla="*/ 68 w 156"/>
                    <a:gd name="T5" fmla="*/ 66 h 76"/>
                    <a:gd name="T6" fmla="*/ 60 w 156"/>
                    <a:gd name="T7" fmla="*/ 68 h 76"/>
                    <a:gd name="T8" fmla="*/ 52 w 156"/>
                    <a:gd name="T9" fmla="*/ 72 h 76"/>
                    <a:gd name="T10" fmla="*/ 42 w 156"/>
                    <a:gd name="T11" fmla="*/ 72 h 76"/>
                    <a:gd name="T12" fmla="*/ 38 w 156"/>
                    <a:gd name="T13" fmla="*/ 72 h 76"/>
                    <a:gd name="T14" fmla="*/ 30 w 156"/>
                    <a:gd name="T15" fmla="*/ 68 h 76"/>
                    <a:gd name="T16" fmla="*/ 30 w 156"/>
                    <a:gd name="T17" fmla="*/ 68 h 76"/>
                    <a:gd name="T18" fmla="*/ 22 w 156"/>
                    <a:gd name="T19" fmla="*/ 68 h 76"/>
                    <a:gd name="T20" fmla="*/ 14 w 156"/>
                    <a:gd name="T21" fmla="*/ 66 h 76"/>
                    <a:gd name="T22" fmla="*/ 8 w 156"/>
                    <a:gd name="T23" fmla="*/ 68 h 76"/>
                    <a:gd name="T24" fmla="*/ 0 w 156"/>
                    <a:gd name="T25" fmla="*/ 66 h 76"/>
                    <a:gd name="T26" fmla="*/ 0 w 156"/>
                    <a:gd name="T27" fmla="*/ 62 h 76"/>
                    <a:gd name="T28" fmla="*/ 8 w 156"/>
                    <a:gd name="T29" fmla="*/ 58 h 76"/>
                    <a:gd name="T30" fmla="*/ 18 w 156"/>
                    <a:gd name="T31" fmla="*/ 58 h 76"/>
                    <a:gd name="T32" fmla="*/ 18 w 156"/>
                    <a:gd name="T33" fmla="*/ 62 h 76"/>
                    <a:gd name="T34" fmla="*/ 22 w 156"/>
                    <a:gd name="T35" fmla="*/ 54 h 76"/>
                    <a:gd name="T36" fmla="*/ 34 w 156"/>
                    <a:gd name="T37" fmla="*/ 58 h 76"/>
                    <a:gd name="T38" fmla="*/ 44 w 156"/>
                    <a:gd name="T39" fmla="*/ 50 h 76"/>
                    <a:gd name="T40" fmla="*/ 48 w 156"/>
                    <a:gd name="T41" fmla="*/ 50 h 76"/>
                    <a:gd name="T42" fmla="*/ 52 w 156"/>
                    <a:gd name="T43" fmla="*/ 42 h 76"/>
                    <a:gd name="T44" fmla="*/ 48 w 156"/>
                    <a:gd name="T45" fmla="*/ 42 h 76"/>
                    <a:gd name="T46" fmla="*/ 42 w 156"/>
                    <a:gd name="T47" fmla="*/ 36 h 76"/>
                    <a:gd name="T48" fmla="*/ 34 w 156"/>
                    <a:gd name="T49" fmla="*/ 28 h 76"/>
                    <a:gd name="T50" fmla="*/ 30 w 156"/>
                    <a:gd name="T51" fmla="*/ 36 h 76"/>
                    <a:gd name="T52" fmla="*/ 30 w 156"/>
                    <a:gd name="T53" fmla="*/ 40 h 76"/>
                    <a:gd name="T54" fmla="*/ 22 w 156"/>
                    <a:gd name="T55" fmla="*/ 32 h 76"/>
                    <a:gd name="T56" fmla="*/ 12 w 156"/>
                    <a:gd name="T57" fmla="*/ 32 h 76"/>
                    <a:gd name="T58" fmla="*/ 14 w 156"/>
                    <a:gd name="T59" fmla="*/ 24 h 76"/>
                    <a:gd name="T60" fmla="*/ 22 w 156"/>
                    <a:gd name="T61" fmla="*/ 20 h 76"/>
                    <a:gd name="T62" fmla="*/ 22 w 156"/>
                    <a:gd name="T63" fmla="*/ 16 h 76"/>
                    <a:gd name="T64" fmla="*/ 26 w 156"/>
                    <a:gd name="T65" fmla="*/ 6 h 76"/>
                    <a:gd name="T66" fmla="*/ 38 w 156"/>
                    <a:gd name="T67" fmla="*/ 6 h 76"/>
                    <a:gd name="T68" fmla="*/ 48 w 156"/>
                    <a:gd name="T69" fmla="*/ 6 h 76"/>
                    <a:gd name="T70" fmla="*/ 56 w 156"/>
                    <a:gd name="T71" fmla="*/ 10 h 76"/>
                    <a:gd name="T72" fmla="*/ 60 w 156"/>
                    <a:gd name="T73" fmla="*/ 10 h 76"/>
                    <a:gd name="T74" fmla="*/ 60 w 156"/>
                    <a:gd name="T75" fmla="*/ 0 h 76"/>
                    <a:gd name="T76" fmla="*/ 72 w 156"/>
                    <a:gd name="T77" fmla="*/ 0 h 76"/>
                    <a:gd name="T78" fmla="*/ 82 w 156"/>
                    <a:gd name="T79" fmla="*/ 4 h 76"/>
                    <a:gd name="T80" fmla="*/ 88 w 156"/>
                    <a:gd name="T81" fmla="*/ 6 h 76"/>
                    <a:gd name="T82" fmla="*/ 100 w 156"/>
                    <a:gd name="T83" fmla="*/ 4 h 76"/>
                    <a:gd name="T84" fmla="*/ 112 w 156"/>
                    <a:gd name="T85" fmla="*/ 4 h 76"/>
                    <a:gd name="T86" fmla="*/ 122 w 156"/>
                    <a:gd name="T87" fmla="*/ 4 h 76"/>
                    <a:gd name="T88" fmla="*/ 134 w 156"/>
                    <a:gd name="T89" fmla="*/ 6 h 76"/>
                    <a:gd name="T90" fmla="*/ 142 w 156"/>
                    <a:gd name="T91" fmla="*/ 10 h 76"/>
                    <a:gd name="T92" fmla="*/ 148 w 156"/>
                    <a:gd name="T93" fmla="*/ 14 h 76"/>
                    <a:gd name="T94" fmla="*/ 156 w 156"/>
                    <a:gd name="T95" fmla="*/ 16 h 76"/>
                    <a:gd name="T96" fmla="*/ 148 w 156"/>
                    <a:gd name="T97" fmla="*/ 20 h 76"/>
                    <a:gd name="T98" fmla="*/ 142 w 156"/>
                    <a:gd name="T99" fmla="*/ 24 h 76"/>
                    <a:gd name="T100" fmla="*/ 134 w 156"/>
                    <a:gd name="T101" fmla="*/ 28 h 76"/>
                    <a:gd name="T102" fmla="*/ 126 w 156"/>
                    <a:gd name="T103" fmla="*/ 36 h 76"/>
                    <a:gd name="T104" fmla="*/ 118 w 156"/>
                    <a:gd name="T105" fmla="*/ 40 h 76"/>
                    <a:gd name="T106" fmla="*/ 108 w 156"/>
                    <a:gd name="T107" fmla="*/ 40 h 76"/>
                    <a:gd name="T108" fmla="*/ 104 w 156"/>
                    <a:gd name="T109" fmla="*/ 50 h 76"/>
                    <a:gd name="T110" fmla="*/ 100 w 156"/>
                    <a:gd name="T111" fmla="*/ 50 h 76"/>
                    <a:gd name="T112" fmla="*/ 88 w 156"/>
                    <a:gd name="T113" fmla="*/ 54 h 76"/>
                    <a:gd name="T114" fmla="*/ 86 w 156"/>
                    <a:gd name="T115" fmla="*/ 46 h 76"/>
                    <a:gd name="T116" fmla="*/ 78 w 156"/>
                    <a:gd name="T117" fmla="*/ 50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56" h="76">
                      <a:moveTo>
                        <a:pt x="78" y="50"/>
                      </a:moveTo>
                      <a:lnTo>
                        <a:pt x="78" y="54"/>
                      </a:lnTo>
                      <a:lnTo>
                        <a:pt x="74" y="54"/>
                      </a:lnTo>
                      <a:lnTo>
                        <a:pt x="74" y="58"/>
                      </a:lnTo>
                      <a:lnTo>
                        <a:pt x="72" y="58"/>
                      </a:lnTo>
                      <a:lnTo>
                        <a:pt x="68" y="58"/>
                      </a:lnTo>
                      <a:lnTo>
                        <a:pt x="64" y="62"/>
                      </a:lnTo>
                      <a:lnTo>
                        <a:pt x="64" y="66"/>
                      </a:lnTo>
                      <a:lnTo>
                        <a:pt x="68" y="66"/>
                      </a:lnTo>
                      <a:lnTo>
                        <a:pt x="68" y="68"/>
                      </a:lnTo>
                      <a:lnTo>
                        <a:pt x="64" y="68"/>
                      </a:lnTo>
                      <a:lnTo>
                        <a:pt x="60" y="68"/>
                      </a:lnTo>
                      <a:lnTo>
                        <a:pt x="56" y="68"/>
                      </a:lnTo>
                      <a:lnTo>
                        <a:pt x="56" y="72"/>
                      </a:lnTo>
                      <a:lnTo>
                        <a:pt x="52" y="72"/>
                      </a:lnTo>
                      <a:lnTo>
                        <a:pt x="48" y="72"/>
                      </a:lnTo>
                      <a:lnTo>
                        <a:pt x="44" y="72"/>
                      </a:lnTo>
                      <a:lnTo>
                        <a:pt x="42" y="72"/>
                      </a:lnTo>
                      <a:lnTo>
                        <a:pt x="42" y="76"/>
                      </a:lnTo>
                      <a:lnTo>
                        <a:pt x="42" y="72"/>
                      </a:lnTo>
                      <a:lnTo>
                        <a:pt x="38" y="72"/>
                      </a:lnTo>
                      <a:lnTo>
                        <a:pt x="34" y="72"/>
                      </a:lnTo>
                      <a:lnTo>
                        <a:pt x="34" y="68"/>
                      </a:lnTo>
                      <a:lnTo>
                        <a:pt x="30" y="68"/>
                      </a:lnTo>
                      <a:lnTo>
                        <a:pt x="34" y="68"/>
                      </a:lnTo>
                      <a:lnTo>
                        <a:pt x="30" y="66"/>
                      </a:lnTo>
                      <a:lnTo>
                        <a:pt x="30" y="68"/>
                      </a:lnTo>
                      <a:lnTo>
                        <a:pt x="26" y="68"/>
                      </a:lnTo>
                      <a:lnTo>
                        <a:pt x="22" y="72"/>
                      </a:lnTo>
                      <a:lnTo>
                        <a:pt x="22" y="68"/>
                      </a:lnTo>
                      <a:lnTo>
                        <a:pt x="18" y="68"/>
                      </a:lnTo>
                      <a:lnTo>
                        <a:pt x="18" y="66"/>
                      </a:lnTo>
                      <a:lnTo>
                        <a:pt x="14" y="66"/>
                      </a:lnTo>
                      <a:lnTo>
                        <a:pt x="14" y="68"/>
                      </a:lnTo>
                      <a:lnTo>
                        <a:pt x="12" y="68"/>
                      </a:lnTo>
                      <a:lnTo>
                        <a:pt x="8" y="68"/>
                      </a:lnTo>
                      <a:lnTo>
                        <a:pt x="4" y="68"/>
                      </a:lnTo>
                      <a:lnTo>
                        <a:pt x="0" y="68"/>
                      </a:lnTo>
                      <a:lnTo>
                        <a:pt x="0" y="66"/>
                      </a:lnTo>
                      <a:lnTo>
                        <a:pt x="0" y="62"/>
                      </a:lnTo>
                      <a:lnTo>
                        <a:pt x="0" y="58"/>
                      </a:lnTo>
                      <a:lnTo>
                        <a:pt x="0" y="62"/>
                      </a:lnTo>
                      <a:lnTo>
                        <a:pt x="4" y="62"/>
                      </a:lnTo>
                      <a:lnTo>
                        <a:pt x="4" y="58"/>
                      </a:lnTo>
                      <a:lnTo>
                        <a:pt x="8" y="58"/>
                      </a:lnTo>
                      <a:lnTo>
                        <a:pt x="12" y="54"/>
                      </a:lnTo>
                      <a:lnTo>
                        <a:pt x="14" y="58"/>
                      </a:lnTo>
                      <a:lnTo>
                        <a:pt x="18" y="58"/>
                      </a:lnTo>
                      <a:lnTo>
                        <a:pt x="18" y="62"/>
                      </a:lnTo>
                      <a:lnTo>
                        <a:pt x="14" y="62"/>
                      </a:lnTo>
                      <a:lnTo>
                        <a:pt x="18" y="62"/>
                      </a:lnTo>
                      <a:lnTo>
                        <a:pt x="18" y="58"/>
                      </a:lnTo>
                      <a:lnTo>
                        <a:pt x="22" y="58"/>
                      </a:lnTo>
                      <a:lnTo>
                        <a:pt x="22" y="54"/>
                      </a:lnTo>
                      <a:lnTo>
                        <a:pt x="26" y="54"/>
                      </a:lnTo>
                      <a:lnTo>
                        <a:pt x="30" y="54"/>
                      </a:lnTo>
                      <a:lnTo>
                        <a:pt x="34" y="58"/>
                      </a:lnTo>
                      <a:lnTo>
                        <a:pt x="38" y="54"/>
                      </a:lnTo>
                      <a:lnTo>
                        <a:pt x="42" y="50"/>
                      </a:lnTo>
                      <a:lnTo>
                        <a:pt x="44" y="50"/>
                      </a:lnTo>
                      <a:lnTo>
                        <a:pt x="44" y="46"/>
                      </a:lnTo>
                      <a:lnTo>
                        <a:pt x="44" y="50"/>
                      </a:lnTo>
                      <a:lnTo>
                        <a:pt x="48" y="50"/>
                      </a:lnTo>
                      <a:lnTo>
                        <a:pt x="48" y="46"/>
                      </a:lnTo>
                      <a:lnTo>
                        <a:pt x="52" y="46"/>
                      </a:lnTo>
                      <a:lnTo>
                        <a:pt x="52" y="42"/>
                      </a:lnTo>
                      <a:lnTo>
                        <a:pt x="56" y="42"/>
                      </a:lnTo>
                      <a:lnTo>
                        <a:pt x="52" y="42"/>
                      </a:lnTo>
                      <a:lnTo>
                        <a:pt x="48" y="42"/>
                      </a:lnTo>
                      <a:lnTo>
                        <a:pt x="44" y="40"/>
                      </a:lnTo>
                      <a:lnTo>
                        <a:pt x="42" y="40"/>
                      </a:lnTo>
                      <a:lnTo>
                        <a:pt x="42" y="36"/>
                      </a:lnTo>
                      <a:lnTo>
                        <a:pt x="38" y="36"/>
                      </a:lnTo>
                      <a:lnTo>
                        <a:pt x="38" y="32"/>
                      </a:lnTo>
                      <a:lnTo>
                        <a:pt x="34" y="28"/>
                      </a:lnTo>
                      <a:lnTo>
                        <a:pt x="34" y="32"/>
                      </a:lnTo>
                      <a:lnTo>
                        <a:pt x="34" y="36"/>
                      </a:lnTo>
                      <a:lnTo>
                        <a:pt x="30" y="36"/>
                      </a:lnTo>
                      <a:lnTo>
                        <a:pt x="30" y="32"/>
                      </a:lnTo>
                      <a:lnTo>
                        <a:pt x="30" y="36"/>
                      </a:lnTo>
                      <a:lnTo>
                        <a:pt x="30" y="40"/>
                      </a:lnTo>
                      <a:lnTo>
                        <a:pt x="26" y="36"/>
                      </a:lnTo>
                      <a:lnTo>
                        <a:pt x="22" y="36"/>
                      </a:lnTo>
                      <a:lnTo>
                        <a:pt x="22" y="32"/>
                      </a:lnTo>
                      <a:lnTo>
                        <a:pt x="18" y="32"/>
                      </a:lnTo>
                      <a:lnTo>
                        <a:pt x="14" y="32"/>
                      </a:lnTo>
                      <a:lnTo>
                        <a:pt x="12" y="32"/>
                      </a:lnTo>
                      <a:lnTo>
                        <a:pt x="12" y="28"/>
                      </a:lnTo>
                      <a:lnTo>
                        <a:pt x="14" y="28"/>
                      </a:lnTo>
                      <a:lnTo>
                        <a:pt x="14" y="24"/>
                      </a:lnTo>
                      <a:lnTo>
                        <a:pt x="18" y="24"/>
                      </a:lnTo>
                      <a:lnTo>
                        <a:pt x="18" y="20"/>
                      </a:lnTo>
                      <a:lnTo>
                        <a:pt x="22" y="20"/>
                      </a:lnTo>
                      <a:lnTo>
                        <a:pt x="26" y="16"/>
                      </a:lnTo>
                      <a:lnTo>
                        <a:pt x="26" y="14"/>
                      </a:lnTo>
                      <a:lnTo>
                        <a:pt x="22" y="16"/>
                      </a:lnTo>
                      <a:lnTo>
                        <a:pt x="22" y="14"/>
                      </a:lnTo>
                      <a:lnTo>
                        <a:pt x="26" y="10"/>
                      </a:lnTo>
                      <a:lnTo>
                        <a:pt x="26" y="6"/>
                      </a:lnTo>
                      <a:lnTo>
                        <a:pt x="30" y="6"/>
                      </a:lnTo>
                      <a:lnTo>
                        <a:pt x="34" y="6"/>
                      </a:lnTo>
                      <a:lnTo>
                        <a:pt x="38" y="6"/>
                      </a:lnTo>
                      <a:lnTo>
                        <a:pt x="42" y="6"/>
                      </a:lnTo>
                      <a:lnTo>
                        <a:pt x="44" y="6"/>
                      </a:lnTo>
                      <a:lnTo>
                        <a:pt x="48" y="6"/>
                      </a:lnTo>
                      <a:lnTo>
                        <a:pt x="48" y="10"/>
                      </a:lnTo>
                      <a:lnTo>
                        <a:pt x="52" y="10"/>
                      </a:lnTo>
                      <a:lnTo>
                        <a:pt x="56" y="10"/>
                      </a:lnTo>
                      <a:lnTo>
                        <a:pt x="56" y="14"/>
                      </a:lnTo>
                      <a:lnTo>
                        <a:pt x="60" y="14"/>
                      </a:lnTo>
                      <a:lnTo>
                        <a:pt x="60" y="10"/>
                      </a:lnTo>
                      <a:lnTo>
                        <a:pt x="60" y="6"/>
                      </a:lnTo>
                      <a:lnTo>
                        <a:pt x="60" y="4"/>
                      </a:lnTo>
                      <a:lnTo>
                        <a:pt x="60" y="0"/>
                      </a:lnTo>
                      <a:lnTo>
                        <a:pt x="64" y="0"/>
                      </a:lnTo>
                      <a:lnTo>
                        <a:pt x="68" y="0"/>
                      </a:lnTo>
                      <a:lnTo>
                        <a:pt x="72" y="0"/>
                      </a:lnTo>
                      <a:lnTo>
                        <a:pt x="74" y="0"/>
                      </a:lnTo>
                      <a:lnTo>
                        <a:pt x="78" y="4"/>
                      </a:lnTo>
                      <a:lnTo>
                        <a:pt x="82" y="4"/>
                      </a:lnTo>
                      <a:lnTo>
                        <a:pt x="86" y="4"/>
                      </a:lnTo>
                      <a:lnTo>
                        <a:pt x="86" y="6"/>
                      </a:lnTo>
                      <a:lnTo>
                        <a:pt x="88" y="6"/>
                      </a:lnTo>
                      <a:lnTo>
                        <a:pt x="92" y="4"/>
                      </a:lnTo>
                      <a:lnTo>
                        <a:pt x="96" y="4"/>
                      </a:lnTo>
                      <a:lnTo>
                        <a:pt x="100" y="4"/>
                      </a:lnTo>
                      <a:lnTo>
                        <a:pt x="104" y="4"/>
                      </a:lnTo>
                      <a:lnTo>
                        <a:pt x="108" y="4"/>
                      </a:lnTo>
                      <a:lnTo>
                        <a:pt x="112" y="4"/>
                      </a:lnTo>
                      <a:lnTo>
                        <a:pt x="116" y="4"/>
                      </a:lnTo>
                      <a:lnTo>
                        <a:pt x="118" y="4"/>
                      </a:lnTo>
                      <a:lnTo>
                        <a:pt x="122" y="4"/>
                      </a:lnTo>
                      <a:lnTo>
                        <a:pt x="126" y="4"/>
                      </a:lnTo>
                      <a:lnTo>
                        <a:pt x="130" y="4"/>
                      </a:lnTo>
                      <a:lnTo>
                        <a:pt x="134" y="6"/>
                      </a:lnTo>
                      <a:lnTo>
                        <a:pt x="138" y="6"/>
                      </a:lnTo>
                      <a:lnTo>
                        <a:pt x="142" y="6"/>
                      </a:lnTo>
                      <a:lnTo>
                        <a:pt x="142" y="10"/>
                      </a:lnTo>
                      <a:lnTo>
                        <a:pt x="142" y="14"/>
                      </a:lnTo>
                      <a:lnTo>
                        <a:pt x="146" y="14"/>
                      </a:lnTo>
                      <a:lnTo>
                        <a:pt x="148" y="14"/>
                      </a:lnTo>
                      <a:lnTo>
                        <a:pt x="152" y="14"/>
                      </a:lnTo>
                      <a:lnTo>
                        <a:pt x="152" y="16"/>
                      </a:lnTo>
                      <a:lnTo>
                        <a:pt x="156" y="16"/>
                      </a:lnTo>
                      <a:lnTo>
                        <a:pt x="156" y="20"/>
                      </a:lnTo>
                      <a:lnTo>
                        <a:pt x="152" y="20"/>
                      </a:lnTo>
                      <a:lnTo>
                        <a:pt x="148" y="20"/>
                      </a:lnTo>
                      <a:lnTo>
                        <a:pt x="148" y="24"/>
                      </a:lnTo>
                      <a:lnTo>
                        <a:pt x="146" y="24"/>
                      </a:lnTo>
                      <a:lnTo>
                        <a:pt x="142" y="24"/>
                      </a:lnTo>
                      <a:lnTo>
                        <a:pt x="138" y="24"/>
                      </a:lnTo>
                      <a:lnTo>
                        <a:pt x="138" y="28"/>
                      </a:lnTo>
                      <a:lnTo>
                        <a:pt x="134" y="28"/>
                      </a:lnTo>
                      <a:lnTo>
                        <a:pt x="130" y="32"/>
                      </a:lnTo>
                      <a:lnTo>
                        <a:pt x="126" y="32"/>
                      </a:lnTo>
                      <a:lnTo>
                        <a:pt x="126" y="36"/>
                      </a:lnTo>
                      <a:lnTo>
                        <a:pt x="126" y="40"/>
                      </a:lnTo>
                      <a:lnTo>
                        <a:pt x="122" y="40"/>
                      </a:lnTo>
                      <a:lnTo>
                        <a:pt x="118" y="40"/>
                      </a:lnTo>
                      <a:lnTo>
                        <a:pt x="116" y="40"/>
                      </a:lnTo>
                      <a:lnTo>
                        <a:pt x="112" y="40"/>
                      </a:lnTo>
                      <a:lnTo>
                        <a:pt x="108" y="40"/>
                      </a:lnTo>
                      <a:lnTo>
                        <a:pt x="104" y="40"/>
                      </a:lnTo>
                      <a:lnTo>
                        <a:pt x="104" y="46"/>
                      </a:lnTo>
                      <a:lnTo>
                        <a:pt x="104" y="50"/>
                      </a:lnTo>
                      <a:lnTo>
                        <a:pt x="100" y="50"/>
                      </a:lnTo>
                      <a:lnTo>
                        <a:pt x="100" y="54"/>
                      </a:lnTo>
                      <a:lnTo>
                        <a:pt x="100" y="50"/>
                      </a:lnTo>
                      <a:lnTo>
                        <a:pt x="96" y="50"/>
                      </a:lnTo>
                      <a:lnTo>
                        <a:pt x="92" y="54"/>
                      </a:lnTo>
                      <a:lnTo>
                        <a:pt x="88" y="54"/>
                      </a:lnTo>
                      <a:lnTo>
                        <a:pt x="88" y="50"/>
                      </a:lnTo>
                      <a:lnTo>
                        <a:pt x="88" y="46"/>
                      </a:lnTo>
                      <a:lnTo>
                        <a:pt x="86" y="46"/>
                      </a:lnTo>
                      <a:lnTo>
                        <a:pt x="86" y="50"/>
                      </a:lnTo>
                      <a:lnTo>
                        <a:pt x="82" y="50"/>
                      </a:lnTo>
                      <a:lnTo>
                        <a:pt x="78" y="50"/>
                      </a:lnTo>
                      <a:lnTo>
                        <a:pt x="78" y="50"/>
                      </a:lnTo>
                      <a:lnTo>
                        <a:pt x="78" y="50"/>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70" name="Freeform 37">
                  <a:extLst>
                    <a:ext uri="{FF2B5EF4-FFF2-40B4-BE49-F238E27FC236}">
                      <a16:creationId xmlns:a16="http://schemas.microsoft.com/office/drawing/2014/main" id="{6C91B5CA-224C-DF0D-3A22-8806B7CCDAEA}"/>
                    </a:ext>
                  </a:extLst>
                </p:cNvPr>
                <p:cNvSpPr>
                  <a:spLocks/>
                </p:cNvSpPr>
                <p:nvPr/>
              </p:nvSpPr>
              <p:spPr bwMode="gray">
                <a:xfrm>
                  <a:off x="7259275" y="3844862"/>
                  <a:ext cx="191319" cy="257411"/>
                </a:xfrm>
                <a:custGeom>
                  <a:avLst/>
                  <a:gdLst>
                    <a:gd name="T0" fmla="*/ 54 w 110"/>
                    <a:gd name="T1" fmla="*/ 72 h 148"/>
                    <a:gd name="T2" fmla="*/ 46 w 110"/>
                    <a:gd name="T3" fmla="*/ 72 h 148"/>
                    <a:gd name="T4" fmla="*/ 34 w 110"/>
                    <a:gd name="T5" fmla="*/ 80 h 148"/>
                    <a:gd name="T6" fmla="*/ 26 w 110"/>
                    <a:gd name="T7" fmla="*/ 72 h 148"/>
                    <a:gd name="T8" fmla="*/ 20 w 110"/>
                    <a:gd name="T9" fmla="*/ 80 h 148"/>
                    <a:gd name="T10" fmla="*/ 12 w 110"/>
                    <a:gd name="T11" fmla="*/ 88 h 148"/>
                    <a:gd name="T12" fmla="*/ 16 w 110"/>
                    <a:gd name="T13" fmla="*/ 76 h 148"/>
                    <a:gd name="T14" fmla="*/ 16 w 110"/>
                    <a:gd name="T15" fmla="*/ 62 h 148"/>
                    <a:gd name="T16" fmla="*/ 16 w 110"/>
                    <a:gd name="T17" fmla="*/ 54 h 148"/>
                    <a:gd name="T18" fmla="*/ 4 w 110"/>
                    <a:gd name="T19" fmla="*/ 50 h 148"/>
                    <a:gd name="T20" fmla="*/ 4 w 110"/>
                    <a:gd name="T21" fmla="*/ 40 h 148"/>
                    <a:gd name="T22" fmla="*/ 0 w 110"/>
                    <a:gd name="T23" fmla="*/ 36 h 148"/>
                    <a:gd name="T24" fmla="*/ 8 w 110"/>
                    <a:gd name="T25" fmla="*/ 30 h 148"/>
                    <a:gd name="T26" fmla="*/ 8 w 110"/>
                    <a:gd name="T27" fmla="*/ 22 h 148"/>
                    <a:gd name="T28" fmla="*/ 16 w 110"/>
                    <a:gd name="T29" fmla="*/ 14 h 148"/>
                    <a:gd name="T30" fmla="*/ 24 w 110"/>
                    <a:gd name="T31" fmla="*/ 22 h 148"/>
                    <a:gd name="T32" fmla="*/ 24 w 110"/>
                    <a:gd name="T33" fmla="*/ 22 h 148"/>
                    <a:gd name="T34" fmla="*/ 20 w 110"/>
                    <a:gd name="T35" fmla="*/ 4 h 148"/>
                    <a:gd name="T36" fmla="*/ 30 w 110"/>
                    <a:gd name="T37" fmla="*/ 0 h 148"/>
                    <a:gd name="T38" fmla="*/ 38 w 110"/>
                    <a:gd name="T39" fmla="*/ 10 h 148"/>
                    <a:gd name="T40" fmla="*/ 38 w 110"/>
                    <a:gd name="T41" fmla="*/ 18 h 148"/>
                    <a:gd name="T42" fmla="*/ 42 w 110"/>
                    <a:gd name="T43" fmla="*/ 26 h 148"/>
                    <a:gd name="T44" fmla="*/ 50 w 110"/>
                    <a:gd name="T45" fmla="*/ 32 h 148"/>
                    <a:gd name="T46" fmla="*/ 60 w 110"/>
                    <a:gd name="T47" fmla="*/ 30 h 148"/>
                    <a:gd name="T48" fmla="*/ 68 w 110"/>
                    <a:gd name="T49" fmla="*/ 40 h 148"/>
                    <a:gd name="T50" fmla="*/ 64 w 110"/>
                    <a:gd name="T51" fmla="*/ 50 h 148"/>
                    <a:gd name="T52" fmla="*/ 56 w 110"/>
                    <a:gd name="T53" fmla="*/ 50 h 148"/>
                    <a:gd name="T54" fmla="*/ 54 w 110"/>
                    <a:gd name="T55" fmla="*/ 54 h 148"/>
                    <a:gd name="T56" fmla="*/ 64 w 110"/>
                    <a:gd name="T57" fmla="*/ 66 h 148"/>
                    <a:gd name="T58" fmla="*/ 72 w 110"/>
                    <a:gd name="T59" fmla="*/ 72 h 148"/>
                    <a:gd name="T60" fmla="*/ 80 w 110"/>
                    <a:gd name="T61" fmla="*/ 80 h 148"/>
                    <a:gd name="T62" fmla="*/ 86 w 110"/>
                    <a:gd name="T63" fmla="*/ 88 h 148"/>
                    <a:gd name="T64" fmla="*/ 90 w 110"/>
                    <a:gd name="T65" fmla="*/ 98 h 148"/>
                    <a:gd name="T66" fmla="*/ 98 w 110"/>
                    <a:gd name="T67" fmla="*/ 102 h 148"/>
                    <a:gd name="T68" fmla="*/ 106 w 110"/>
                    <a:gd name="T69" fmla="*/ 110 h 148"/>
                    <a:gd name="T70" fmla="*/ 102 w 110"/>
                    <a:gd name="T71" fmla="*/ 122 h 148"/>
                    <a:gd name="T72" fmla="*/ 106 w 110"/>
                    <a:gd name="T73" fmla="*/ 128 h 148"/>
                    <a:gd name="T74" fmla="*/ 102 w 110"/>
                    <a:gd name="T75" fmla="*/ 140 h 148"/>
                    <a:gd name="T76" fmla="*/ 90 w 110"/>
                    <a:gd name="T77" fmla="*/ 140 h 148"/>
                    <a:gd name="T78" fmla="*/ 86 w 110"/>
                    <a:gd name="T79" fmla="*/ 144 h 148"/>
                    <a:gd name="T80" fmla="*/ 80 w 110"/>
                    <a:gd name="T81" fmla="*/ 144 h 148"/>
                    <a:gd name="T82" fmla="*/ 72 w 110"/>
                    <a:gd name="T83" fmla="*/ 144 h 148"/>
                    <a:gd name="T84" fmla="*/ 76 w 110"/>
                    <a:gd name="T85" fmla="*/ 132 h 148"/>
                    <a:gd name="T86" fmla="*/ 80 w 110"/>
                    <a:gd name="T87" fmla="*/ 124 h 148"/>
                    <a:gd name="T88" fmla="*/ 76 w 110"/>
                    <a:gd name="T89" fmla="*/ 114 h 148"/>
                    <a:gd name="T90" fmla="*/ 68 w 110"/>
                    <a:gd name="T91" fmla="*/ 102 h 148"/>
                    <a:gd name="T92" fmla="*/ 64 w 110"/>
                    <a:gd name="T93" fmla="*/ 96 h 148"/>
                    <a:gd name="T94" fmla="*/ 64 w 110"/>
                    <a:gd name="T95" fmla="*/ 88 h 148"/>
                    <a:gd name="T96" fmla="*/ 60 w 110"/>
                    <a:gd name="T97" fmla="*/ 80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10" h="148">
                      <a:moveTo>
                        <a:pt x="60" y="80"/>
                      </a:moveTo>
                      <a:lnTo>
                        <a:pt x="56" y="76"/>
                      </a:lnTo>
                      <a:lnTo>
                        <a:pt x="56" y="72"/>
                      </a:lnTo>
                      <a:lnTo>
                        <a:pt x="54" y="72"/>
                      </a:lnTo>
                      <a:lnTo>
                        <a:pt x="50" y="72"/>
                      </a:lnTo>
                      <a:lnTo>
                        <a:pt x="50" y="70"/>
                      </a:lnTo>
                      <a:lnTo>
                        <a:pt x="46" y="70"/>
                      </a:lnTo>
                      <a:lnTo>
                        <a:pt x="46" y="72"/>
                      </a:lnTo>
                      <a:lnTo>
                        <a:pt x="42" y="76"/>
                      </a:lnTo>
                      <a:lnTo>
                        <a:pt x="38" y="76"/>
                      </a:lnTo>
                      <a:lnTo>
                        <a:pt x="38" y="80"/>
                      </a:lnTo>
                      <a:lnTo>
                        <a:pt x="34" y="80"/>
                      </a:lnTo>
                      <a:lnTo>
                        <a:pt x="34" y="76"/>
                      </a:lnTo>
                      <a:lnTo>
                        <a:pt x="30" y="76"/>
                      </a:lnTo>
                      <a:lnTo>
                        <a:pt x="30" y="72"/>
                      </a:lnTo>
                      <a:lnTo>
                        <a:pt x="26" y="72"/>
                      </a:lnTo>
                      <a:lnTo>
                        <a:pt x="26" y="76"/>
                      </a:lnTo>
                      <a:lnTo>
                        <a:pt x="24" y="76"/>
                      </a:lnTo>
                      <a:lnTo>
                        <a:pt x="24" y="80"/>
                      </a:lnTo>
                      <a:lnTo>
                        <a:pt x="20" y="80"/>
                      </a:lnTo>
                      <a:lnTo>
                        <a:pt x="20" y="84"/>
                      </a:lnTo>
                      <a:lnTo>
                        <a:pt x="16" y="84"/>
                      </a:lnTo>
                      <a:lnTo>
                        <a:pt x="16" y="88"/>
                      </a:lnTo>
                      <a:lnTo>
                        <a:pt x="12" y="88"/>
                      </a:lnTo>
                      <a:lnTo>
                        <a:pt x="12" y="84"/>
                      </a:lnTo>
                      <a:lnTo>
                        <a:pt x="12" y="80"/>
                      </a:lnTo>
                      <a:lnTo>
                        <a:pt x="16" y="80"/>
                      </a:lnTo>
                      <a:lnTo>
                        <a:pt x="16" y="76"/>
                      </a:lnTo>
                      <a:lnTo>
                        <a:pt x="16" y="72"/>
                      </a:lnTo>
                      <a:lnTo>
                        <a:pt x="16" y="70"/>
                      </a:lnTo>
                      <a:lnTo>
                        <a:pt x="16" y="66"/>
                      </a:lnTo>
                      <a:lnTo>
                        <a:pt x="16" y="62"/>
                      </a:lnTo>
                      <a:lnTo>
                        <a:pt x="20" y="62"/>
                      </a:lnTo>
                      <a:lnTo>
                        <a:pt x="20" y="58"/>
                      </a:lnTo>
                      <a:lnTo>
                        <a:pt x="16" y="58"/>
                      </a:lnTo>
                      <a:lnTo>
                        <a:pt x="16" y="54"/>
                      </a:lnTo>
                      <a:lnTo>
                        <a:pt x="16" y="50"/>
                      </a:lnTo>
                      <a:lnTo>
                        <a:pt x="12" y="50"/>
                      </a:lnTo>
                      <a:lnTo>
                        <a:pt x="8" y="50"/>
                      </a:lnTo>
                      <a:lnTo>
                        <a:pt x="4" y="50"/>
                      </a:lnTo>
                      <a:lnTo>
                        <a:pt x="4" y="46"/>
                      </a:lnTo>
                      <a:lnTo>
                        <a:pt x="8" y="44"/>
                      </a:lnTo>
                      <a:lnTo>
                        <a:pt x="8" y="40"/>
                      </a:lnTo>
                      <a:lnTo>
                        <a:pt x="4" y="40"/>
                      </a:lnTo>
                      <a:lnTo>
                        <a:pt x="4" y="36"/>
                      </a:lnTo>
                      <a:lnTo>
                        <a:pt x="0" y="36"/>
                      </a:lnTo>
                      <a:lnTo>
                        <a:pt x="0" y="40"/>
                      </a:lnTo>
                      <a:lnTo>
                        <a:pt x="0" y="36"/>
                      </a:lnTo>
                      <a:lnTo>
                        <a:pt x="0" y="32"/>
                      </a:lnTo>
                      <a:lnTo>
                        <a:pt x="0" y="30"/>
                      </a:lnTo>
                      <a:lnTo>
                        <a:pt x="4" y="30"/>
                      </a:lnTo>
                      <a:lnTo>
                        <a:pt x="8" y="30"/>
                      </a:lnTo>
                      <a:lnTo>
                        <a:pt x="4" y="30"/>
                      </a:lnTo>
                      <a:lnTo>
                        <a:pt x="4" y="26"/>
                      </a:lnTo>
                      <a:lnTo>
                        <a:pt x="8" y="26"/>
                      </a:lnTo>
                      <a:lnTo>
                        <a:pt x="8" y="22"/>
                      </a:lnTo>
                      <a:lnTo>
                        <a:pt x="12" y="22"/>
                      </a:lnTo>
                      <a:lnTo>
                        <a:pt x="12" y="18"/>
                      </a:lnTo>
                      <a:lnTo>
                        <a:pt x="16" y="18"/>
                      </a:lnTo>
                      <a:lnTo>
                        <a:pt x="16" y="14"/>
                      </a:lnTo>
                      <a:lnTo>
                        <a:pt x="16" y="18"/>
                      </a:lnTo>
                      <a:lnTo>
                        <a:pt x="16" y="22"/>
                      </a:lnTo>
                      <a:lnTo>
                        <a:pt x="20" y="22"/>
                      </a:lnTo>
                      <a:lnTo>
                        <a:pt x="24" y="22"/>
                      </a:lnTo>
                      <a:lnTo>
                        <a:pt x="24" y="26"/>
                      </a:lnTo>
                      <a:lnTo>
                        <a:pt x="24" y="22"/>
                      </a:lnTo>
                      <a:lnTo>
                        <a:pt x="26" y="22"/>
                      </a:lnTo>
                      <a:lnTo>
                        <a:pt x="24" y="22"/>
                      </a:lnTo>
                      <a:lnTo>
                        <a:pt x="24" y="18"/>
                      </a:lnTo>
                      <a:lnTo>
                        <a:pt x="24" y="14"/>
                      </a:lnTo>
                      <a:lnTo>
                        <a:pt x="24" y="10"/>
                      </a:lnTo>
                      <a:lnTo>
                        <a:pt x="20" y="4"/>
                      </a:lnTo>
                      <a:lnTo>
                        <a:pt x="24" y="4"/>
                      </a:lnTo>
                      <a:lnTo>
                        <a:pt x="24" y="0"/>
                      </a:lnTo>
                      <a:lnTo>
                        <a:pt x="26" y="0"/>
                      </a:lnTo>
                      <a:lnTo>
                        <a:pt x="30" y="0"/>
                      </a:lnTo>
                      <a:lnTo>
                        <a:pt x="30" y="4"/>
                      </a:lnTo>
                      <a:lnTo>
                        <a:pt x="34" y="6"/>
                      </a:lnTo>
                      <a:lnTo>
                        <a:pt x="34" y="10"/>
                      </a:lnTo>
                      <a:lnTo>
                        <a:pt x="38" y="10"/>
                      </a:lnTo>
                      <a:lnTo>
                        <a:pt x="38" y="14"/>
                      </a:lnTo>
                      <a:lnTo>
                        <a:pt x="42" y="14"/>
                      </a:lnTo>
                      <a:lnTo>
                        <a:pt x="42" y="18"/>
                      </a:lnTo>
                      <a:lnTo>
                        <a:pt x="38" y="18"/>
                      </a:lnTo>
                      <a:lnTo>
                        <a:pt x="42" y="18"/>
                      </a:lnTo>
                      <a:lnTo>
                        <a:pt x="38" y="22"/>
                      </a:lnTo>
                      <a:lnTo>
                        <a:pt x="42" y="22"/>
                      </a:lnTo>
                      <a:lnTo>
                        <a:pt x="42" y="26"/>
                      </a:lnTo>
                      <a:lnTo>
                        <a:pt x="42" y="30"/>
                      </a:lnTo>
                      <a:lnTo>
                        <a:pt x="46" y="30"/>
                      </a:lnTo>
                      <a:lnTo>
                        <a:pt x="50" y="30"/>
                      </a:lnTo>
                      <a:lnTo>
                        <a:pt x="50" y="32"/>
                      </a:lnTo>
                      <a:lnTo>
                        <a:pt x="54" y="32"/>
                      </a:lnTo>
                      <a:lnTo>
                        <a:pt x="54" y="30"/>
                      </a:lnTo>
                      <a:lnTo>
                        <a:pt x="56" y="26"/>
                      </a:lnTo>
                      <a:lnTo>
                        <a:pt x="60" y="30"/>
                      </a:lnTo>
                      <a:lnTo>
                        <a:pt x="64" y="32"/>
                      </a:lnTo>
                      <a:lnTo>
                        <a:pt x="60" y="36"/>
                      </a:lnTo>
                      <a:lnTo>
                        <a:pt x="64" y="36"/>
                      </a:lnTo>
                      <a:lnTo>
                        <a:pt x="68" y="40"/>
                      </a:lnTo>
                      <a:lnTo>
                        <a:pt x="68" y="44"/>
                      </a:lnTo>
                      <a:lnTo>
                        <a:pt x="68" y="46"/>
                      </a:lnTo>
                      <a:lnTo>
                        <a:pt x="64" y="46"/>
                      </a:lnTo>
                      <a:lnTo>
                        <a:pt x="64" y="50"/>
                      </a:lnTo>
                      <a:lnTo>
                        <a:pt x="60" y="50"/>
                      </a:lnTo>
                      <a:lnTo>
                        <a:pt x="60" y="46"/>
                      </a:lnTo>
                      <a:lnTo>
                        <a:pt x="56" y="46"/>
                      </a:lnTo>
                      <a:lnTo>
                        <a:pt x="56" y="50"/>
                      </a:lnTo>
                      <a:lnTo>
                        <a:pt x="56" y="46"/>
                      </a:lnTo>
                      <a:lnTo>
                        <a:pt x="56" y="50"/>
                      </a:lnTo>
                      <a:lnTo>
                        <a:pt x="56" y="54"/>
                      </a:lnTo>
                      <a:lnTo>
                        <a:pt x="54" y="54"/>
                      </a:lnTo>
                      <a:lnTo>
                        <a:pt x="56" y="58"/>
                      </a:lnTo>
                      <a:lnTo>
                        <a:pt x="60" y="58"/>
                      </a:lnTo>
                      <a:lnTo>
                        <a:pt x="64" y="62"/>
                      </a:lnTo>
                      <a:lnTo>
                        <a:pt x="64" y="66"/>
                      </a:lnTo>
                      <a:lnTo>
                        <a:pt x="68" y="66"/>
                      </a:lnTo>
                      <a:lnTo>
                        <a:pt x="72" y="66"/>
                      </a:lnTo>
                      <a:lnTo>
                        <a:pt x="72" y="70"/>
                      </a:lnTo>
                      <a:lnTo>
                        <a:pt x="72" y="72"/>
                      </a:lnTo>
                      <a:lnTo>
                        <a:pt x="76" y="72"/>
                      </a:lnTo>
                      <a:lnTo>
                        <a:pt x="76" y="76"/>
                      </a:lnTo>
                      <a:lnTo>
                        <a:pt x="80" y="76"/>
                      </a:lnTo>
                      <a:lnTo>
                        <a:pt x="80" y="80"/>
                      </a:lnTo>
                      <a:lnTo>
                        <a:pt x="80" y="84"/>
                      </a:lnTo>
                      <a:lnTo>
                        <a:pt x="84" y="84"/>
                      </a:lnTo>
                      <a:lnTo>
                        <a:pt x="84" y="88"/>
                      </a:lnTo>
                      <a:lnTo>
                        <a:pt x="86" y="88"/>
                      </a:lnTo>
                      <a:lnTo>
                        <a:pt x="86" y="92"/>
                      </a:lnTo>
                      <a:lnTo>
                        <a:pt x="90" y="92"/>
                      </a:lnTo>
                      <a:lnTo>
                        <a:pt x="90" y="96"/>
                      </a:lnTo>
                      <a:lnTo>
                        <a:pt x="90" y="98"/>
                      </a:lnTo>
                      <a:lnTo>
                        <a:pt x="90" y="102"/>
                      </a:lnTo>
                      <a:lnTo>
                        <a:pt x="94" y="106"/>
                      </a:lnTo>
                      <a:lnTo>
                        <a:pt x="94" y="102"/>
                      </a:lnTo>
                      <a:lnTo>
                        <a:pt x="98" y="102"/>
                      </a:lnTo>
                      <a:lnTo>
                        <a:pt x="98" y="106"/>
                      </a:lnTo>
                      <a:lnTo>
                        <a:pt x="102" y="106"/>
                      </a:lnTo>
                      <a:lnTo>
                        <a:pt x="102" y="110"/>
                      </a:lnTo>
                      <a:lnTo>
                        <a:pt x="106" y="110"/>
                      </a:lnTo>
                      <a:lnTo>
                        <a:pt x="106" y="114"/>
                      </a:lnTo>
                      <a:lnTo>
                        <a:pt x="102" y="114"/>
                      </a:lnTo>
                      <a:lnTo>
                        <a:pt x="102" y="118"/>
                      </a:lnTo>
                      <a:lnTo>
                        <a:pt x="102" y="122"/>
                      </a:lnTo>
                      <a:lnTo>
                        <a:pt x="106" y="122"/>
                      </a:lnTo>
                      <a:lnTo>
                        <a:pt x="106" y="124"/>
                      </a:lnTo>
                      <a:lnTo>
                        <a:pt x="110" y="124"/>
                      </a:lnTo>
                      <a:lnTo>
                        <a:pt x="106" y="128"/>
                      </a:lnTo>
                      <a:lnTo>
                        <a:pt x="106" y="132"/>
                      </a:lnTo>
                      <a:lnTo>
                        <a:pt x="106" y="136"/>
                      </a:lnTo>
                      <a:lnTo>
                        <a:pt x="102" y="136"/>
                      </a:lnTo>
                      <a:lnTo>
                        <a:pt x="102" y="140"/>
                      </a:lnTo>
                      <a:lnTo>
                        <a:pt x="94" y="144"/>
                      </a:lnTo>
                      <a:lnTo>
                        <a:pt x="94" y="140"/>
                      </a:lnTo>
                      <a:lnTo>
                        <a:pt x="90" y="136"/>
                      </a:lnTo>
                      <a:lnTo>
                        <a:pt x="90" y="140"/>
                      </a:lnTo>
                      <a:lnTo>
                        <a:pt x="86" y="140"/>
                      </a:lnTo>
                      <a:lnTo>
                        <a:pt x="84" y="140"/>
                      </a:lnTo>
                      <a:lnTo>
                        <a:pt x="84" y="144"/>
                      </a:lnTo>
                      <a:lnTo>
                        <a:pt x="86" y="144"/>
                      </a:lnTo>
                      <a:lnTo>
                        <a:pt x="86" y="148"/>
                      </a:lnTo>
                      <a:lnTo>
                        <a:pt x="84" y="148"/>
                      </a:lnTo>
                      <a:lnTo>
                        <a:pt x="80" y="148"/>
                      </a:lnTo>
                      <a:lnTo>
                        <a:pt x="80" y="144"/>
                      </a:lnTo>
                      <a:lnTo>
                        <a:pt x="76" y="144"/>
                      </a:lnTo>
                      <a:lnTo>
                        <a:pt x="76" y="148"/>
                      </a:lnTo>
                      <a:lnTo>
                        <a:pt x="76" y="144"/>
                      </a:lnTo>
                      <a:lnTo>
                        <a:pt x="72" y="144"/>
                      </a:lnTo>
                      <a:lnTo>
                        <a:pt x="72" y="140"/>
                      </a:lnTo>
                      <a:lnTo>
                        <a:pt x="76" y="140"/>
                      </a:lnTo>
                      <a:lnTo>
                        <a:pt x="76" y="136"/>
                      </a:lnTo>
                      <a:lnTo>
                        <a:pt x="76" y="132"/>
                      </a:lnTo>
                      <a:lnTo>
                        <a:pt x="80" y="132"/>
                      </a:lnTo>
                      <a:lnTo>
                        <a:pt x="80" y="128"/>
                      </a:lnTo>
                      <a:lnTo>
                        <a:pt x="76" y="128"/>
                      </a:lnTo>
                      <a:lnTo>
                        <a:pt x="80" y="124"/>
                      </a:lnTo>
                      <a:lnTo>
                        <a:pt x="80" y="122"/>
                      </a:lnTo>
                      <a:lnTo>
                        <a:pt x="80" y="118"/>
                      </a:lnTo>
                      <a:lnTo>
                        <a:pt x="76" y="118"/>
                      </a:lnTo>
                      <a:lnTo>
                        <a:pt x="76" y="114"/>
                      </a:lnTo>
                      <a:lnTo>
                        <a:pt x="72" y="114"/>
                      </a:lnTo>
                      <a:lnTo>
                        <a:pt x="72" y="110"/>
                      </a:lnTo>
                      <a:lnTo>
                        <a:pt x="68" y="106"/>
                      </a:lnTo>
                      <a:lnTo>
                        <a:pt x="68" y="102"/>
                      </a:lnTo>
                      <a:lnTo>
                        <a:pt x="64" y="102"/>
                      </a:lnTo>
                      <a:lnTo>
                        <a:pt x="68" y="102"/>
                      </a:lnTo>
                      <a:lnTo>
                        <a:pt x="68" y="98"/>
                      </a:lnTo>
                      <a:lnTo>
                        <a:pt x="64" y="96"/>
                      </a:lnTo>
                      <a:lnTo>
                        <a:pt x="68" y="96"/>
                      </a:lnTo>
                      <a:lnTo>
                        <a:pt x="68" y="92"/>
                      </a:lnTo>
                      <a:lnTo>
                        <a:pt x="68" y="88"/>
                      </a:lnTo>
                      <a:lnTo>
                        <a:pt x="64" y="88"/>
                      </a:lnTo>
                      <a:lnTo>
                        <a:pt x="64" y="84"/>
                      </a:lnTo>
                      <a:lnTo>
                        <a:pt x="60" y="84"/>
                      </a:lnTo>
                      <a:lnTo>
                        <a:pt x="60" y="80"/>
                      </a:lnTo>
                      <a:lnTo>
                        <a:pt x="60" y="80"/>
                      </a:lnTo>
                      <a:lnTo>
                        <a:pt x="60" y="80"/>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71" name="Freeform 38">
                  <a:extLst>
                    <a:ext uri="{FF2B5EF4-FFF2-40B4-BE49-F238E27FC236}">
                      <a16:creationId xmlns:a16="http://schemas.microsoft.com/office/drawing/2014/main" id="{4E8FD88B-D1F2-FC13-48D4-ECB847A239A9}"/>
                    </a:ext>
                  </a:extLst>
                </p:cNvPr>
                <p:cNvSpPr>
                  <a:spLocks/>
                </p:cNvSpPr>
                <p:nvPr/>
              </p:nvSpPr>
              <p:spPr bwMode="gray">
                <a:xfrm>
                  <a:off x="5662630" y="3458745"/>
                  <a:ext cx="38264" cy="52178"/>
                </a:xfrm>
                <a:custGeom>
                  <a:avLst/>
                  <a:gdLst>
                    <a:gd name="T0" fmla="*/ 14 w 22"/>
                    <a:gd name="T1" fmla="*/ 0 h 30"/>
                    <a:gd name="T2" fmla="*/ 14 w 22"/>
                    <a:gd name="T3" fmla="*/ 0 h 30"/>
                    <a:gd name="T4" fmla="*/ 14 w 22"/>
                    <a:gd name="T5" fmla="*/ 0 h 30"/>
                    <a:gd name="T6" fmla="*/ 18 w 22"/>
                    <a:gd name="T7" fmla="*/ 0 h 30"/>
                    <a:gd name="T8" fmla="*/ 18 w 22"/>
                    <a:gd name="T9" fmla="*/ 0 h 30"/>
                    <a:gd name="T10" fmla="*/ 18 w 22"/>
                    <a:gd name="T11" fmla="*/ 0 h 30"/>
                    <a:gd name="T12" fmla="*/ 18 w 22"/>
                    <a:gd name="T13" fmla="*/ 0 h 30"/>
                    <a:gd name="T14" fmla="*/ 22 w 22"/>
                    <a:gd name="T15" fmla="*/ 4 h 30"/>
                    <a:gd name="T16" fmla="*/ 22 w 22"/>
                    <a:gd name="T17" fmla="*/ 8 h 30"/>
                    <a:gd name="T18" fmla="*/ 22 w 22"/>
                    <a:gd name="T19" fmla="*/ 8 h 30"/>
                    <a:gd name="T20" fmla="*/ 18 w 22"/>
                    <a:gd name="T21" fmla="*/ 12 h 30"/>
                    <a:gd name="T22" fmla="*/ 18 w 22"/>
                    <a:gd name="T23" fmla="*/ 12 h 30"/>
                    <a:gd name="T24" fmla="*/ 18 w 22"/>
                    <a:gd name="T25" fmla="*/ 16 h 30"/>
                    <a:gd name="T26" fmla="*/ 18 w 22"/>
                    <a:gd name="T27" fmla="*/ 16 h 30"/>
                    <a:gd name="T28" fmla="*/ 18 w 22"/>
                    <a:gd name="T29" fmla="*/ 16 h 30"/>
                    <a:gd name="T30" fmla="*/ 14 w 22"/>
                    <a:gd name="T31" fmla="*/ 16 h 30"/>
                    <a:gd name="T32" fmla="*/ 10 w 22"/>
                    <a:gd name="T33" fmla="*/ 20 h 30"/>
                    <a:gd name="T34" fmla="*/ 14 w 22"/>
                    <a:gd name="T35" fmla="*/ 20 h 30"/>
                    <a:gd name="T36" fmla="*/ 14 w 22"/>
                    <a:gd name="T37" fmla="*/ 20 h 30"/>
                    <a:gd name="T38" fmla="*/ 10 w 22"/>
                    <a:gd name="T39" fmla="*/ 22 h 30"/>
                    <a:gd name="T40" fmla="*/ 10 w 22"/>
                    <a:gd name="T41" fmla="*/ 22 h 30"/>
                    <a:gd name="T42" fmla="*/ 10 w 22"/>
                    <a:gd name="T43" fmla="*/ 22 h 30"/>
                    <a:gd name="T44" fmla="*/ 10 w 22"/>
                    <a:gd name="T45" fmla="*/ 22 h 30"/>
                    <a:gd name="T46" fmla="*/ 6 w 22"/>
                    <a:gd name="T47" fmla="*/ 26 h 30"/>
                    <a:gd name="T48" fmla="*/ 6 w 22"/>
                    <a:gd name="T49" fmla="*/ 26 h 30"/>
                    <a:gd name="T50" fmla="*/ 6 w 22"/>
                    <a:gd name="T51" fmla="*/ 26 h 30"/>
                    <a:gd name="T52" fmla="*/ 6 w 22"/>
                    <a:gd name="T53" fmla="*/ 30 h 30"/>
                    <a:gd name="T54" fmla="*/ 2 w 22"/>
                    <a:gd name="T55" fmla="*/ 30 h 30"/>
                    <a:gd name="T56" fmla="*/ 2 w 22"/>
                    <a:gd name="T57" fmla="*/ 30 h 30"/>
                    <a:gd name="T58" fmla="*/ 0 w 22"/>
                    <a:gd name="T59" fmla="*/ 30 h 30"/>
                    <a:gd name="T60" fmla="*/ 0 w 22"/>
                    <a:gd name="T61" fmla="*/ 26 h 30"/>
                    <a:gd name="T62" fmla="*/ 2 w 22"/>
                    <a:gd name="T63" fmla="*/ 26 h 30"/>
                    <a:gd name="T64" fmla="*/ 2 w 22"/>
                    <a:gd name="T65" fmla="*/ 22 h 30"/>
                    <a:gd name="T66" fmla="*/ 2 w 22"/>
                    <a:gd name="T67" fmla="*/ 22 h 30"/>
                    <a:gd name="T68" fmla="*/ 2 w 22"/>
                    <a:gd name="T69" fmla="*/ 22 h 30"/>
                    <a:gd name="T70" fmla="*/ 2 w 22"/>
                    <a:gd name="T71" fmla="*/ 20 h 30"/>
                    <a:gd name="T72" fmla="*/ 2 w 22"/>
                    <a:gd name="T73" fmla="*/ 20 h 30"/>
                    <a:gd name="T74" fmla="*/ 6 w 22"/>
                    <a:gd name="T75" fmla="*/ 16 h 30"/>
                    <a:gd name="T76" fmla="*/ 6 w 22"/>
                    <a:gd name="T77" fmla="*/ 16 h 30"/>
                    <a:gd name="T78" fmla="*/ 6 w 22"/>
                    <a:gd name="T79" fmla="*/ 16 h 30"/>
                    <a:gd name="T80" fmla="*/ 6 w 22"/>
                    <a:gd name="T81" fmla="*/ 12 h 30"/>
                    <a:gd name="T82" fmla="*/ 6 w 22"/>
                    <a:gd name="T83" fmla="*/ 12 h 30"/>
                    <a:gd name="T84" fmla="*/ 6 w 22"/>
                    <a:gd name="T85" fmla="*/ 8 h 30"/>
                    <a:gd name="T86" fmla="*/ 6 w 22"/>
                    <a:gd name="T87" fmla="*/ 8 h 30"/>
                    <a:gd name="T88" fmla="*/ 6 w 22"/>
                    <a:gd name="T89" fmla="*/ 8 h 30"/>
                    <a:gd name="T90" fmla="*/ 10 w 22"/>
                    <a:gd name="T91" fmla="*/ 4 h 30"/>
                    <a:gd name="T92" fmla="*/ 14 w 22"/>
                    <a:gd name="T93" fmla="*/ 0 h 30"/>
                    <a:gd name="T94" fmla="*/ 14 w 22"/>
                    <a:gd name="T95" fmla="*/ 0 h 30"/>
                    <a:gd name="T96" fmla="*/ 14 w 22"/>
                    <a:gd name="T9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 h="30">
                      <a:moveTo>
                        <a:pt x="14" y="0"/>
                      </a:moveTo>
                      <a:lnTo>
                        <a:pt x="14" y="0"/>
                      </a:lnTo>
                      <a:lnTo>
                        <a:pt x="14" y="0"/>
                      </a:lnTo>
                      <a:lnTo>
                        <a:pt x="14" y="0"/>
                      </a:lnTo>
                      <a:lnTo>
                        <a:pt x="14" y="0"/>
                      </a:lnTo>
                      <a:lnTo>
                        <a:pt x="14" y="0"/>
                      </a:lnTo>
                      <a:lnTo>
                        <a:pt x="18" y="0"/>
                      </a:lnTo>
                      <a:lnTo>
                        <a:pt x="18" y="0"/>
                      </a:lnTo>
                      <a:lnTo>
                        <a:pt x="18" y="0"/>
                      </a:lnTo>
                      <a:lnTo>
                        <a:pt x="18" y="0"/>
                      </a:lnTo>
                      <a:lnTo>
                        <a:pt x="18" y="0"/>
                      </a:lnTo>
                      <a:lnTo>
                        <a:pt x="18" y="0"/>
                      </a:lnTo>
                      <a:lnTo>
                        <a:pt x="18" y="4"/>
                      </a:lnTo>
                      <a:lnTo>
                        <a:pt x="18" y="0"/>
                      </a:lnTo>
                      <a:lnTo>
                        <a:pt x="18" y="4"/>
                      </a:lnTo>
                      <a:lnTo>
                        <a:pt x="22" y="4"/>
                      </a:lnTo>
                      <a:lnTo>
                        <a:pt x="22" y="4"/>
                      </a:lnTo>
                      <a:lnTo>
                        <a:pt x="22" y="8"/>
                      </a:lnTo>
                      <a:lnTo>
                        <a:pt x="22" y="8"/>
                      </a:lnTo>
                      <a:lnTo>
                        <a:pt x="22" y="8"/>
                      </a:lnTo>
                      <a:lnTo>
                        <a:pt x="18" y="12"/>
                      </a:lnTo>
                      <a:lnTo>
                        <a:pt x="18" y="12"/>
                      </a:lnTo>
                      <a:lnTo>
                        <a:pt x="18" y="12"/>
                      </a:lnTo>
                      <a:lnTo>
                        <a:pt x="18" y="12"/>
                      </a:lnTo>
                      <a:lnTo>
                        <a:pt x="18" y="16"/>
                      </a:lnTo>
                      <a:lnTo>
                        <a:pt x="18" y="16"/>
                      </a:lnTo>
                      <a:lnTo>
                        <a:pt x="18" y="16"/>
                      </a:lnTo>
                      <a:lnTo>
                        <a:pt x="18" y="16"/>
                      </a:lnTo>
                      <a:lnTo>
                        <a:pt x="18" y="16"/>
                      </a:lnTo>
                      <a:lnTo>
                        <a:pt x="18" y="16"/>
                      </a:lnTo>
                      <a:lnTo>
                        <a:pt x="14" y="16"/>
                      </a:lnTo>
                      <a:lnTo>
                        <a:pt x="14" y="16"/>
                      </a:lnTo>
                      <a:lnTo>
                        <a:pt x="14" y="16"/>
                      </a:lnTo>
                      <a:lnTo>
                        <a:pt x="10" y="20"/>
                      </a:lnTo>
                      <a:lnTo>
                        <a:pt x="10" y="20"/>
                      </a:lnTo>
                      <a:lnTo>
                        <a:pt x="14" y="20"/>
                      </a:lnTo>
                      <a:lnTo>
                        <a:pt x="14" y="20"/>
                      </a:lnTo>
                      <a:lnTo>
                        <a:pt x="14" y="20"/>
                      </a:lnTo>
                      <a:lnTo>
                        <a:pt x="10" y="22"/>
                      </a:lnTo>
                      <a:lnTo>
                        <a:pt x="10" y="22"/>
                      </a:lnTo>
                      <a:lnTo>
                        <a:pt x="10" y="22"/>
                      </a:lnTo>
                      <a:lnTo>
                        <a:pt x="10" y="22"/>
                      </a:lnTo>
                      <a:lnTo>
                        <a:pt x="10" y="22"/>
                      </a:lnTo>
                      <a:lnTo>
                        <a:pt x="10" y="22"/>
                      </a:lnTo>
                      <a:lnTo>
                        <a:pt x="10" y="22"/>
                      </a:lnTo>
                      <a:lnTo>
                        <a:pt x="10" y="22"/>
                      </a:lnTo>
                      <a:lnTo>
                        <a:pt x="10" y="22"/>
                      </a:lnTo>
                      <a:lnTo>
                        <a:pt x="6" y="26"/>
                      </a:lnTo>
                      <a:lnTo>
                        <a:pt x="6" y="26"/>
                      </a:lnTo>
                      <a:lnTo>
                        <a:pt x="6" y="26"/>
                      </a:lnTo>
                      <a:lnTo>
                        <a:pt x="6" y="26"/>
                      </a:lnTo>
                      <a:lnTo>
                        <a:pt x="6" y="26"/>
                      </a:lnTo>
                      <a:lnTo>
                        <a:pt x="6" y="26"/>
                      </a:lnTo>
                      <a:lnTo>
                        <a:pt x="6" y="30"/>
                      </a:lnTo>
                      <a:lnTo>
                        <a:pt x="2" y="30"/>
                      </a:lnTo>
                      <a:lnTo>
                        <a:pt x="2" y="30"/>
                      </a:lnTo>
                      <a:lnTo>
                        <a:pt x="2" y="30"/>
                      </a:lnTo>
                      <a:lnTo>
                        <a:pt x="2" y="30"/>
                      </a:lnTo>
                      <a:lnTo>
                        <a:pt x="2" y="30"/>
                      </a:lnTo>
                      <a:lnTo>
                        <a:pt x="0" y="30"/>
                      </a:lnTo>
                      <a:lnTo>
                        <a:pt x="0" y="30"/>
                      </a:lnTo>
                      <a:lnTo>
                        <a:pt x="0" y="26"/>
                      </a:lnTo>
                      <a:lnTo>
                        <a:pt x="2" y="26"/>
                      </a:lnTo>
                      <a:lnTo>
                        <a:pt x="2" y="26"/>
                      </a:lnTo>
                      <a:lnTo>
                        <a:pt x="2" y="26"/>
                      </a:lnTo>
                      <a:lnTo>
                        <a:pt x="2" y="22"/>
                      </a:lnTo>
                      <a:lnTo>
                        <a:pt x="2" y="22"/>
                      </a:lnTo>
                      <a:lnTo>
                        <a:pt x="2" y="22"/>
                      </a:lnTo>
                      <a:lnTo>
                        <a:pt x="2" y="22"/>
                      </a:lnTo>
                      <a:lnTo>
                        <a:pt x="2" y="22"/>
                      </a:lnTo>
                      <a:lnTo>
                        <a:pt x="2" y="20"/>
                      </a:lnTo>
                      <a:lnTo>
                        <a:pt x="2" y="20"/>
                      </a:lnTo>
                      <a:lnTo>
                        <a:pt x="2" y="20"/>
                      </a:lnTo>
                      <a:lnTo>
                        <a:pt x="2" y="20"/>
                      </a:lnTo>
                      <a:lnTo>
                        <a:pt x="2" y="16"/>
                      </a:lnTo>
                      <a:lnTo>
                        <a:pt x="6" y="16"/>
                      </a:lnTo>
                      <a:lnTo>
                        <a:pt x="6" y="16"/>
                      </a:lnTo>
                      <a:lnTo>
                        <a:pt x="6" y="16"/>
                      </a:lnTo>
                      <a:lnTo>
                        <a:pt x="6" y="16"/>
                      </a:lnTo>
                      <a:lnTo>
                        <a:pt x="6" y="16"/>
                      </a:lnTo>
                      <a:lnTo>
                        <a:pt x="6" y="16"/>
                      </a:lnTo>
                      <a:lnTo>
                        <a:pt x="6" y="12"/>
                      </a:lnTo>
                      <a:lnTo>
                        <a:pt x="6" y="16"/>
                      </a:lnTo>
                      <a:lnTo>
                        <a:pt x="6" y="12"/>
                      </a:lnTo>
                      <a:lnTo>
                        <a:pt x="6" y="12"/>
                      </a:lnTo>
                      <a:lnTo>
                        <a:pt x="6" y="8"/>
                      </a:lnTo>
                      <a:lnTo>
                        <a:pt x="6" y="8"/>
                      </a:lnTo>
                      <a:lnTo>
                        <a:pt x="6" y="8"/>
                      </a:lnTo>
                      <a:lnTo>
                        <a:pt x="6" y="8"/>
                      </a:lnTo>
                      <a:lnTo>
                        <a:pt x="6" y="8"/>
                      </a:lnTo>
                      <a:lnTo>
                        <a:pt x="6" y="4"/>
                      </a:lnTo>
                      <a:lnTo>
                        <a:pt x="10" y="4"/>
                      </a:lnTo>
                      <a:lnTo>
                        <a:pt x="10" y="4"/>
                      </a:lnTo>
                      <a:lnTo>
                        <a:pt x="14" y="0"/>
                      </a:lnTo>
                      <a:lnTo>
                        <a:pt x="14" y="0"/>
                      </a:lnTo>
                      <a:lnTo>
                        <a:pt x="14" y="0"/>
                      </a:lnTo>
                      <a:lnTo>
                        <a:pt x="14" y="0"/>
                      </a:lnTo>
                      <a:lnTo>
                        <a:pt x="14" y="0"/>
                      </a:lnTo>
                      <a:lnTo>
                        <a:pt x="14" y="0"/>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72" name="Freeform 39">
                  <a:extLst>
                    <a:ext uri="{FF2B5EF4-FFF2-40B4-BE49-F238E27FC236}">
                      <a16:creationId xmlns:a16="http://schemas.microsoft.com/office/drawing/2014/main" id="{028949FD-CEA1-3C30-45E1-D75076415DE8}"/>
                    </a:ext>
                  </a:extLst>
                </p:cNvPr>
                <p:cNvSpPr>
                  <a:spLocks noEditPoints="1"/>
                </p:cNvSpPr>
                <p:nvPr/>
              </p:nvSpPr>
              <p:spPr bwMode="gray">
                <a:xfrm>
                  <a:off x="7248839" y="4304024"/>
                  <a:ext cx="486995" cy="194796"/>
                </a:xfrm>
                <a:custGeom>
                  <a:avLst/>
                  <a:gdLst>
                    <a:gd name="T0" fmla="*/ 8 w 280"/>
                    <a:gd name="T1" fmla="*/ 14 h 112"/>
                    <a:gd name="T2" fmla="*/ 18 w 280"/>
                    <a:gd name="T3" fmla="*/ 18 h 112"/>
                    <a:gd name="T4" fmla="*/ 22 w 280"/>
                    <a:gd name="T5" fmla="*/ 30 h 112"/>
                    <a:gd name="T6" fmla="*/ 34 w 280"/>
                    <a:gd name="T7" fmla="*/ 26 h 112"/>
                    <a:gd name="T8" fmla="*/ 42 w 280"/>
                    <a:gd name="T9" fmla="*/ 26 h 112"/>
                    <a:gd name="T10" fmla="*/ 52 w 280"/>
                    <a:gd name="T11" fmla="*/ 36 h 112"/>
                    <a:gd name="T12" fmla="*/ 52 w 280"/>
                    <a:gd name="T13" fmla="*/ 56 h 112"/>
                    <a:gd name="T14" fmla="*/ 56 w 280"/>
                    <a:gd name="T15" fmla="*/ 66 h 112"/>
                    <a:gd name="T16" fmla="*/ 60 w 280"/>
                    <a:gd name="T17" fmla="*/ 86 h 112"/>
                    <a:gd name="T18" fmla="*/ 64 w 280"/>
                    <a:gd name="T19" fmla="*/ 100 h 112"/>
                    <a:gd name="T20" fmla="*/ 56 w 280"/>
                    <a:gd name="T21" fmla="*/ 100 h 112"/>
                    <a:gd name="T22" fmla="*/ 38 w 280"/>
                    <a:gd name="T23" fmla="*/ 90 h 112"/>
                    <a:gd name="T24" fmla="*/ 22 w 280"/>
                    <a:gd name="T25" fmla="*/ 78 h 112"/>
                    <a:gd name="T26" fmla="*/ 22 w 280"/>
                    <a:gd name="T27" fmla="*/ 64 h 112"/>
                    <a:gd name="T28" fmla="*/ 14 w 280"/>
                    <a:gd name="T29" fmla="*/ 52 h 112"/>
                    <a:gd name="T30" fmla="*/ 12 w 280"/>
                    <a:gd name="T31" fmla="*/ 30 h 112"/>
                    <a:gd name="T32" fmla="*/ 242 w 280"/>
                    <a:gd name="T33" fmla="*/ 4 h 112"/>
                    <a:gd name="T34" fmla="*/ 246 w 280"/>
                    <a:gd name="T35" fmla="*/ 0 h 112"/>
                    <a:gd name="T36" fmla="*/ 254 w 280"/>
                    <a:gd name="T37" fmla="*/ 10 h 112"/>
                    <a:gd name="T38" fmla="*/ 266 w 280"/>
                    <a:gd name="T39" fmla="*/ 44 h 112"/>
                    <a:gd name="T40" fmla="*/ 258 w 280"/>
                    <a:gd name="T41" fmla="*/ 52 h 112"/>
                    <a:gd name="T42" fmla="*/ 168 w 280"/>
                    <a:gd name="T43" fmla="*/ 86 h 112"/>
                    <a:gd name="T44" fmla="*/ 210 w 280"/>
                    <a:gd name="T45" fmla="*/ 48 h 112"/>
                    <a:gd name="T46" fmla="*/ 216 w 280"/>
                    <a:gd name="T47" fmla="*/ 44 h 112"/>
                    <a:gd name="T48" fmla="*/ 224 w 280"/>
                    <a:gd name="T49" fmla="*/ 52 h 112"/>
                    <a:gd name="T50" fmla="*/ 224 w 280"/>
                    <a:gd name="T51" fmla="*/ 36 h 112"/>
                    <a:gd name="T52" fmla="*/ 232 w 280"/>
                    <a:gd name="T53" fmla="*/ 30 h 112"/>
                    <a:gd name="T54" fmla="*/ 240 w 280"/>
                    <a:gd name="T55" fmla="*/ 14 h 112"/>
                    <a:gd name="T56" fmla="*/ 242 w 280"/>
                    <a:gd name="T57" fmla="*/ 10 h 112"/>
                    <a:gd name="T58" fmla="*/ 250 w 280"/>
                    <a:gd name="T59" fmla="*/ 10 h 112"/>
                    <a:gd name="T60" fmla="*/ 258 w 280"/>
                    <a:gd name="T61" fmla="*/ 18 h 112"/>
                    <a:gd name="T62" fmla="*/ 262 w 280"/>
                    <a:gd name="T63" fmla="*/ 26 h 112"/>
                    <a:gd name="T64" fmla="*/ 272 w 280"/>
                    <a:gd name="T65" fmla="*/ 30 h 112"/>
                    <a:gd name="T66" fmla="*/ 272 w 280"/>
                    <a:gd name="T67" fmla="*/ 36 h 112"/>
                    <a:gd name="T68" fmla="*/ 262 w 280"/>
                    <a:gd name="T69" fmla="*/ 40 h 112"/>
                    <a:gd name="T70" fmla="*/ 262 w 280"/>
                    <a:gd name="T71" fmla="*/ 52 h 112"/>
                    <a:gd name="T72" fmla="*/ 242 w 280"/>
                    <a:gd name="T73" fmla="*/ 52 h 112"/>
                    <a:gd name="T74" fmla="*/ 228 w 280"/>
                    <a:gd name="T75" fmla="*/ 52 h 112"/>
                    <a:gd name="T76" fmla="*/ 224 w 280"/>
                    <a:gd name="T77" fmla="*/ 70 h 112"/>
                    <a:gd name="T78" fmla="*/ 216 w 280"/>
                    <a:gd name="T79" fmla="*/ 92 h 112"/>
                    <a:gd name="T80" fmla="*/ 202 w 280"/>
                    <a:gd name="T81" fmla="*/ 100 h 112"/>
                    <a:gd name="T82" fmla="*/ 186 w 280"/>
                    <a:gd name="T83" fmla="*/ 96 h 112"/>
                    <a:gd name="T84" fmla="*/ 172 w 280"/>
                    <a:gd name="T85" fmla="*/ 108 h 112"/>
                    <a:gd name="T86" fmla="*/ 154 w 280"/>
                    <a:gd name="T87" fmla="*/ 112 h 112"/>
                    <a:gd name="T88" fmla="*/ 142 w 280"/>
                    <a:gd name="T89" fmla="*/ 92 h 112"/>
                    <a:gd name="T90" fmla="*/ 154 w 280"/>
                    <a:gd name="T91" fmla="*/ 92 h 112"/>
                    <a:gd name="T92" fmla="*/ 160 w 280"/>
                    <a:gd name="T93" fmla="*/ 100 h 112"/>
                    <a:gd name="T94" fmla="*/ 164 w 280"/>
                    <a:gd name="T95" fmla="*/ 92 h 112"/>
                    <a:gd name="T96" fmla="*/ 164 w 280"/>
                    <a:gd name="T97" fmla="*/ 86 h 112"/>
                    <a:gd name="T98" fmla="*/ 176 w 280"/>
                    <a:gd name="T99" fmla="*/ 74 h 112"/>
                    <a:gd name="T100" fmla="*/ 194 w 280"/>
                    <a:gd name="T101" fmla="*/ 66 h 112"/>
                    <a:gd name="T102" fmla="*/ 206 w 280"/>
                    <a:gd name="T103" fmla="*/ 48 h 112"/>
                    <a:gd name="T104" fmla="*/ 4 w 280"/>
                    <a:gd name="T105" fmla="*/ 14 h 112"/>
                    <a:gd name="T106" fmla="*/ 12 w 280"/>
                    <a:gd name="T107" fmla="*/ 34 h 112"/>
                    <a:gd name="T108" fmla="*/ 12 w 280"/>
                    <a:gd name="T109" fmla="*/ 34 h 112"/>
                    <a:gd name="T110" fmla="*/ 64 w 280"/>
                    <a:gd name="T111" fmla="*/ 74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80" h="112">
                      <a:moveTo>
                        <a:pt x="12" y="30"/>
                      </a:moveTo>
                      <a:lnTo>
                        <a:pt x="12" y="26"/>
                      </a:lnTo>
                      <a:lnTo>
                        <a:pt x="12" y="22"/>
                      </a:lnTo>
                      <a:lnTo>
                        <a:pt x="12" y="18"/>
                      </a:lnTo>
                      <a:lnTo>
                        <a:pt x="8" y="18"/>
                      </a:lnTo>
                      <a:lnTo>
                        <a:pt x="8" y="14"/>
                      </a:lnTo>
                      <a:lnTo>
                        <a:pt x="8" y="10"/>
                      </a:lnTo>
                      <a:lnTo>
                        <a:pt x="12" y="10"/>
                      </a:lnTo>
                      <a:lnTo>
                        <a:pt x="12" y="14"/>
                      </a:lnTo>
                      <a:lnTo>
                        <a:pt x="14" y="14"/>
                      </a:lnTo>
                      <a:lnTo>
                        <a:pt x="18" y="14"/>
                      </a:lnTo>
                      <a:lnTo>
                        <a:pt x="18" y="18"/>
                      </a:lnTo>
                      <a:lnTo>
                        <a:pt x="22" y="18"/>
                      </a:lnTo>
                      <a:lnTo>
                        <a:pt x="22" y="22"/>
                      </a:lnTo>
                      <a:lnTo>
                        <a:pt x="18" y="22"/>
                      </a:lnTo>
                      <a:lnTo>
                        <a:pt x="18" y="26"/>
                      </a:lnTo>
                      <a:lnTo>
                        <a:pt x="22" y="26"/>
                      </a:lnTo>
                      <a:lnTo>
                        <a:pt x="22" y="30"/>
                      </a:lnTo>
                      <a:lnTo>
                        <a:pt x="22" y="26"/>
                      </a:lnTo>
                      <a:lnTo>
                        <a:pt x="26" y="26"/>
                      </a:lnTo>
                      <a:lnTo>
                        <a:pt x="26" y="22"/>
                      </a:lnTo>
                      <a:lnTo>
                        <a:pt x="30" y="22"/>
                      </a:lnTo>
                      <a:lnTo>
                        <a:pt x="30" y="26"/>
                      </a:lnTo>
                      <a:lnTo>
                        <a:pt x="34" y="26"/>
                      </a:lnTo>
                      <a:lnTo>
                        <a:pt x="34" y="22"/>
                      </a:lnTo>
                      <a:lnTo>
                        <a:pt x="34" y="18"/>
                      </a:lnTo>
                      <a:lnTo>
                        <a:pt x="38" y="18"/>
                      </a:lnTo>
                      <a:lnTo>
                        <a:pt x="42" y="18"/>
                      </a:lnTo>
                      <a:lnTo>
                        <a:pt x="42" y="22"/>
                      </a:lnTo>
                      <a:lnTo>
                        <a:pt x="42" y="26"/>
                      </a:lnTo>
                      <a:lnTo>
                        <a:pt x="44" y="26"/>
                      </a:lnTo>
                      <a:lnTo>
                        <a:pt x="44" y="30"/>
                      </a:lnTo>
                      <a:lnTo>
                        <a:pt x="48" y="30"/>
                      </a:lnTo>
                      <a:lnTo>
                        <a:pt x="48" y="34"/>
                      </a:lnTo>
                      <a:lnTo>
                        <a:pt x="52" y="34"/>
                      </a:lnTo>
                      <a:lnTo>
                        <a:pt x="52" y="36"/>
                      </a:lnTo>
                      <a:lnTo>
                        <a:pt x="52" y="40"/>
                      </a:lnTo>
                      <a:lnTo>
                        <a:pt x="56" y="44"/>
                      </a:lnTo>
                      <a:lnTo>
                        <a:pt x="56" y="48"/>
                      </a:lnTo>
                      <a:lnTo>
                        <a:pt x="56" y="52"/>
                      </a:lnTo>
                      <a:lnTo>
                        <a:pt x="52" y="52"/>
                      </a:lnTo>
                      <a:lnTo>
                        <a:pt x="52" y="56"/>
                      </a:lnTo>
                      <a:lnTo>
                        <a:pt x="52" y="60"/>
                      </a:lnTo>
                      <a:lnTo>
                        <a:pt x="52" y="64"/>
                      </a:lnTo>
                      <a:lnTo>
                        <a:pt x="56" y="64"/>
                      </a:lnTo>
                      <a:lnTo>
                        <a:pt x="56" y="66"/>
                      </a:lnTo>
                      <a:lnTo>
                        <a:pt x="52" y="66"/>
                      </a:lnTo>
                      <a:lnTo>
                        <a:pt x="56" y="66"/>
                      </a:lnTo>
                      <a:lnTo>
                        <a:pt x="56" y="70"/>
                      </a:lnTo>
                      <a:lnTo>
                        <a:pt x="56" y="74"/>
                      </a:lnTo>
                      <a:lnTo>
                        <a:pt x="56" y="78"/>
                      </a:lnTo>
                      <a:lnTo>
                        <a:pt x="60" y="78"/>
                      </a:lnTo>
                      <a:lnTo>
                        <a:pt x="60" y="82"/>
                      </a:lnTo>
                      <a:lnTo>
                        <a:pt x="60" y="86"/>
                      </a:lnTo>
                      <a:lnTo>
                        <a:pt x="64" y="86"/>
                      </a:lnTo>
                      <a:lnTo>
                        <a:pt x="64" y="90"/>
                      </a:lnTo>
                      <a:lnTo>
                        <a:pt x="64" y="92"/>
                      </a:lnTo>
                      <a:lnTo>
                        <a:pt x="68" y="96"/>
                      </a:lnTo>
                      <a:lnTo>
                        <a:pt x="68" y="100"/>
                      </a:lnTo>
                      <a:lnTo>
                        <a:pt x="64" y="100"/>
                      </a:lnTo>
                      <a:lnTo>
                        <a:pt x="64" y="96"/>
                      </a:lnTo>
                      <a:lnTo>
                        <a:pt x="64" y="100"/>
                      </a:lnTo>
                      <a:lnTo>
                        <a:pt x="60" y="100"/>
                      </a:lnTo>
                      <a:lnTo>
                        <a:pt x="56" y="100"/>
                      </a:lnTo>
                      <a:lnTo>
                        <a:pt x="56" y="104"/>
                      </a:lnTo>
                      <a:lnTo>
                        <a:pt x="56" y="100"/>
                      </a:lnTo>
                      <a:lnTo>
                        <a:pt x="52" y="100"/>
                      </a:lnTo>
                      <a:lnTo>
                        <a:pt x="52" y="96"/>
                      </a:lnTo>
                      <a:lnTo>
                        <a:pt x="48" y="96"/>
                      </a:lnTo>
                      <a:lnTo>
                        <a:pt x="44" y="92"/>
                      </a:lnTo>
                      <a:lnTo>
                        <a:pt x="42" y="90"/>
                      </a:lnTo>
                      <a:lnTo>
                        <a:pt x="38" y="90"/>
                      </a:lnTo>
                      <a:lnTo>
                        <a:pt x="38" y="86"/>
                      </a:lnTo>
                      <a:lnTo>
                        <a:pt x="34" y="86"/>
                      </a:lnTo>
                      <a:lnTo>
                        <a:pt x="34" y="82"/>
                      </a:lnTo>
                      <a:lnTo>
                        <a:pt x="30" y="82"/>
                      </a:lnTo>
                      <a:lnTo>
                        <a:pt x="26" y="78"/>
                      </a:lnTo>
                      <a:lnTo>
                        <a:pt x="22" y="78"/>
                      </a:lnTo>
                      <a:lnTo>
                        <a:pt x="22" y="74"/>
                      </a:lnTo>
                      <a:lnTo>
                        <a:pt x="26" y="74"/>
                      </a:lnTo>
                      <a:lnTo>
                        <a:pt x="26" y="70"/>
                      </a:lnTo>
                      <a:lnTo>
                        <a:pt x="22" y="70"/>
                      </a:lnTo>
                      <a:lnTo>
                        <a:pt x="22" y="66"/>
                      </a:lnTo>
                      <a:lnTo>
                        <a:pt x="22" y="64"/>
                      </a:lnTo>
                      <a:lnTo>
                        <a:pt x="18" y="64"/>
                      </a:lnTo>
                      <a:lnTo>
                        <a:pt x="18" y="60"/>
                      </a:lnTo>
                      <a:lnTo>
                        <a:pt x="14" y="60"/>
                      </a:lnTo>
                      <a:lnTo>
                        <a:pt x="14" y="56"/>
                      </a:lnTo>
                      <a:lnTo>
                        <a:pt x="18" y="56"/>
                      </a:lnTo>
                      <a:lnTo>
                        <a:pt x="14" y="52"/>
                      </a:lnTo>
                      <a:lnTo>
                        <a:pt x="14" y="48"/>
                      </a:lnTo>
                      <a:lnTo>
                        <a:pt x="14" y="44"/>
                      </a:lnTo>
                      <a:lnTo>
                        <a:pt x="12" y="40"/>
                      </a:lnTo>
                      <a:lnTo>
                        <a:pt x="12" y="36"/>
                      </a:lnTo>
                      <a:lnTo>
                        <a:pt x="12" y="34"/>
                      </a:lnTo>
                      <a:lnTo>
                        <a:pt x="12" y="30"/>
                      </a:lnTo>
                      <a:lnTo>
                        <a:pt x="12" y="30"/>
                      </a:lnTo>
                      <a:lnTo>
                        <a:pt x="12" y="30"/>
                      </a:lnTo>
                      <a:close/>
                      <a:moveTo>
                        <a:pt x="242" y="4"/>
                      </a:moveTo>
                      <a:lnTo>
                        <a:pt x="246" y="0"/>
                      </a:lnTo>
                      <a:lnTo>
                        <a:pt x="242" y="4"/>
                      </a:lnTo>
                      <a:lnTo>
                        <a:pt x="242" y="4"/>
                      </a:lnTo>
                      <a:lnTo>
                        <a:pt x="242" y="4"/>
                      </a:lnTo>
                      <a:close/>
                      <a:moveTo>
                        <a:pt x="246" y="0"/>
                      </a:moveTo>
                      <a:lnTo>
                        <a:pt x="250" y="0"/>
                      </a:lnTo>
                      <a:lnTo>
                        <a:pt x="250" y="4"/>
                      </a:lnTo>
                      <a:lnTo>
                        <a:pt x="246" y="4"/>
                      </a:lnTo>
                      <a:lnTo>
                        <a:pt x="246" y="0"/>
                      </a:lnTo>
                      <a:lnTo>
                        <a:pt x="246" y="0"/>
                      </a:lnTo>
                      <a:lnTo>
                        <a:pt x="246" y="0"/>
                      </a:lnTo>
                      <a:close/>
                      <a:moveTo>
                        <a:pt x="250" y="10"/>
                      </a:moveTo>
                      <a:lnTo>
                        <a:pt x="254" y="10"/>
                      </a:lnTo>
                      <a:lnTo>
                        <a:pt x="254" y="6"/>
                      </a:lnTo>
                      <a:lnTo>
                        <a:pt x="254" y="10"/>
                      </a:lnTo>
                      <a:lnTo>
                        <a:pt x="250" y="10"/>
                      </a:lnTo>
                      <a:lnTo>
                        <a:pt x="250" y="10"/>
                      </a:lnTo>
                      <a:lnTo>
                        <a:pt x="250" y="10"/>
                      </a:lnTo>
                      <a:close/>
                      <a:moveTo>
                        <a:pt x="266" y="44"/>
                      </a:moveTo>
                      <a:lnTo>
                        <a:pt x="270" y="44"/>
                      </a:lnTo>
                      <a:lnTo>
                        <a:pt x="266" y="44"/>
                      </a:lnTo>
                      <a:lnTo>
                        <a:pt x="266" y="44"/>
                      </a:lnTo>
                      <a:lnTo>
                        <a:pt x="266" y="44"/>
                      </a:lnTo>
                      <a:close/>
                      <a:moveTo>
                        <a:pt x="258" y="52"/>
                      </a:moveTo>
                      <a:lnTo>
                        <a:pt x="254" y="52"/>
                      </a:lnTo>
                      <a:lnTo>
                        <a:pt x="258" y="52"/>
                      </a:lnTo>
                      <a:lnTo>
                        <a:pt x="258" y="52"/>
                      </a:lnTo>
                      <a:lnTo>
                        <a:pt x="258" y="52"/>
                      </a:lnTo>
                      <a:close/>
                      <a:moveTo>
                        <a:pt x="164" y="82"/>
                      </a:moveTo>
                      <a:lnTo>
                        <a:pt x="164" y="78"/>
                      </a:lnTo>
                      <a:lnTo>
                        <a:pt x="168" y="78"/>
                      </a:lnTo>
                      <a:lnTo>
                        <a:pt x="168" y="82"/>
                      </a:lnTo>
                      <a:lnTo>
                        <a:pt x="168" y="86"/>
                      </a:lnTo>
                      <a:lnTo>
                        <a:pt x="164" y="82"/>
                      </a:lnTo>
                      <a:lnTo>
                        <a:pt x="164" y="82"/>
                      </a:lnTo>
                      <a:lnTo>
                        <a:pt x="164" y="82"/>
                      </a:lnTo>
                      <a:close/>
                      <a:moveTo>
                        <a:pt x="206" y="44"/>
                      </a:moveTo>
                      <a:lnTo>
                        <a:pt x="206" y="48"/>
                      </a:lnTo>
                      <a:lnTo>
                        <a:pt x="210" y="48"/>
                      </a:lnTo>
                      <a:lnTo>
                        <a:pt x="210" y="52"/>
                      </a:lnTo>
                      <a:lnTo>
                        <a:pt x="214" y="56"/>
                      </a:lnTo>
                      <a:lnTo>
                        <a:pt x="216" y="56"/>
                      </a:lnTo>
                      <a:lnTo>
                        <a:pt x="216" y="52"/>
                      </a:lnTo>
                      <a:lnTo>
                        <a:pt x="216" y="48"/>
                      </a:lnTo>
                      <a:lnTo>
                        <a:pt x="216" y="44"/>
                      </a:lnTo>
                      <a:lnTo>
                        <a:pt x="216" y="40"/>
                      </a:lnTo>
                      <a:lnTo>
                        <a:pt x="220" y="40"/>
                      </a:lnTo>
                      <a:lnTo>
                        <a:pt x="216" y="44"/>
                      </a:lnTo>
                      <a:lnTo>
                        <a:pt x="220" y="44"/>
                      </a:lnTo>
                      <a:lnTo>
                        <a:pt x="220" y="48"/>
                      </a:lnTo>
                      <a:lnTo>
                        <a:pt x="224" y="52"/>
                      </a:lnTo>
                      <a:lnTo>
                        <a:pt x="224" y="48"/>
                      </a:lnTo>
                      <a:lnTo>
                        <a:pt x="220" y="48"/>
                      </a:lnTo>
                      <a:lnTo>
                        <a:pt x="220" y="44"/>
                      </a:lnTo>
                      <a:lnTo>
                        <a:pt x="220" y="40"/>
                      </a:lnTo>
                      <a:lnTo>
                        <a:pt x="224" y="40"/>
                      </a:lnTo>
                      <a:lnTo>
                        <a:pt x="224" y="36"/>
                      </a:lnTo>
                      <a:lnTo>
                        <a:pt x="228" y="36"/>
                      </a:lnTo>
                      <a:lnTo>
                        <a:pt x="224" y="36"/>
                      </a:lnTo>
                      <a:lnTo>
                        <a:pt x="224" y="34"/>
                      </a:lnTo>
                      <a:lnTo>
                        <a:pt x="224" y="30"/>
                      </a:lnTo>
                      <a:lnTo>
                        <a:pt x="228" y="30"/>
                      </a:lnTo>
                      <a:lnTo>
                        <a:pt x="232" y="30"/>
                      </a:lnTo>
                      <a:lnTo>
                        <a:pt x="232" y="26"/>
                      </a:lnTo>
                      <a:lnTo>
                        <a:pt x="232" y="22"/>
                      </a:lnTo>
                      <a:lnTo>
                        <a:pt x="236" y="22"/>
                      </a:lnTo>
                      <a:lnTo>
                        <a:pt x="236" y="18"/>
                      </a:lnTo>
                      <a:lnTo>
                        <a:pt x="236" y="14"/>
                      </a:lnTo>
                      <a:lnTo>
                        <a:pt x="240" y="14"/>
                      </a:lnTo>
                      <a:lnTo>
                        <a:pt x="240" y="10"/>
                      </a:lnTo>
                      <a:lnTo>
                        <a:pt x="242" y="10"/>
                      </a:lnTo>
                      <a:lnTo>
                        <a:pt x="242" y="6"/>
                      </a:lnTo>
                      <a:lnTo>
                        <a:pt x="242" y="4"/>
                      </a:lnTo>
                      <a:lnTo>
                        <a:pt x="242" y="6"/>
                      </a:lnTo>
                      <a:lnTo>
                        <a:pt x="242" y="10"/>
                      </a:lnTo>
                      <a:lnTo>
                        <a:pt x="246" y="10"/>
                      </a:lnTo>
                      <a:lnTo>
                        <a:pt x="246" y="6"/>
                      </a:lnTo>
                      <a:lnTo>
                        <a:pt x="246" y="4"/>
                      </a:lnTo>
                      <a:lnTo>
                        <a:pt x="250" y="4"/>
                      </a:lnTo>
                      <a:lnTo>
                        <a:pt x="250" y="6"/>
                      </a:lnTo>
                      <a:lnTo>
                        <a:pt x="250" y="10"/>
                      </a:lnTo>
                      <a:lnTo>
                        <a:pt x="254" y="10"/>
                      </a:lnTo>
                      <a:lnTo>
                        <a:pt x="254" y="14"/>
                      </a:lnTo>
                      <a:lnTo>
                        <a:pt x="254" y="10"/>
                      </a:lnTo>
                      <a:lnTo>
                        <a:pt x="254" y="14"/>
                      </a:lnTo>
                      <a:lnTo>
                        <a:pt x="258" y="14"/>
                      </a:lnTo>
                      <a:lnTo>
                        <a:pt x="258" y="18"/>
                      </a:lnTo>
                      <a:lnTo>
                        <a:pt x="254" y="18"/>
                      </a:lnTo>
                      <a:lnTo>
                        <a:pt x="258" y="22"/>
                      </a:lnTo>
                      <a:lnTo>
                        <a:pt x="254" y="22"/>
                      </a:lnTo>
                      <a:lnTo>
                        <a:pt x="258" y="22"/>
                      </a:lnTo>
                      <a:lnTo>
                        <a:pt x="262" y="22"/>
                      </a:lnTo>
                      <a:lnTo>
                        <a:pt x="262" y="26"/>
                      </a:lnTo>
                      <a:lnTo>
                        <a:pt x="258" y="26"/>
                      </a:lnTo>
                      <a:lnTo>
                        <a:pt x="262" y="26"/>
                      </a:lnTo>
                      <a:lnTo>
                        <a:pt x="266" y="26"/>
                      </a:lnTo>
                      <a:lnTo>
                        <a:pt x="270" y="26"/>
                      </a:lnTo>
                      <a:lnTo>
                        <a:pt x="270" y="30"/>
                      </a:lnTo>
                      <a:lnTo>
                        <a:pt x="272" y="30"/>
                      </a:lnTo>
                      <a:lnTo>
                        <a:pt x="272" y="34"/>
                      </a:lnTo>
                      <a:lnTo>
                        <a:pt x="276" y="34"/>
                      </a:lnTo>
                      <a:lnTo>
                        <a:pt x="280" y="34"/>
                      </a:lnTo>
                      <a:lnTo>
                        <a:pt x="280" y="36"/>
                      </a:lnTo>
                      <a:lnTo>
                        <a:pt x="276" y="36"/>
                      </a:lnTo>
                      <a:lnTo>
                        <a:pt x="272" y="36"/>
                      </a:lnTo>
                      <a:lnTo>
                        <a:pt x="272" y="40"/>
                      </a:lnTo>
                      <a:lnTo>
                        <a:pt x="270" y="40"/>
                      </a:lnTo>
                      <a:lnTo>
                        <a:pt x="266" y="40"/>
                      </a:lnTo>
                      <a:lnTo>
                        <a:pt x="266" y="36"/>
                      </a:lnTo>
                      <a:lnTo>
                        <a:pt x="266" y="40"/>
                      </a:lnTo>
                      <a:lnTo>
                        <a:pt x="262" y="40"/>
                      </a:lnTo>
                      <a:lnTo>
                        <a:pt x="266" y="44"/>
                      </a:lnTo>
                      <a:lnTo>
                        <a:pt x="270" y="44"/>
                      </a:lnTo>
                      <a:lnTo>
                        <a:pt x="270" y="48"/>
                      </a:lnTo>
                      <a:lnTo>
                        <a:pt x="270" y="52"/>
                      </a:lnTo>
                      <a:lnTo>
                        <a:pt x="266" y="52"/>
                      </a:lnTo>
                      <a:lnTo>
                        <a:pt x="262" y="52"/>
                      </a:lnTo>
                      <a:lnTo>
                        <a:pt x="258" y="52"/>
                      </a:lnTo>
                      <a:lnTo>
                        <a:pt x="258" y="48"/>
                      </a:lnTo>
                      <a:lnTo>
                        <a:pt x="254" y="52"/>
                      </a:lnTo>
                      <a:lnTo>
                        <a:pt x="250" y="52"/>
                      </a:lnTo>
                      <a:lnTo>
                        <a:pt x="246" y="52"/>
                      </a:lnTo>
                      <a:lnTo>
                        <a:pt x="242" y="52"/>
                      </a:lnTo>
                      <a:lnTo>
                        <a:pt x="240" y="52"/>
                      </a:lnTo>
                      <a:lnTo>
                        <a:pt x="236" y="52"/>
                      </a:lnTo>
                      <a:lnTo>
                        <a:pt x="232" y="52"/>
                      </a:lnTo>
                      <a:lnTo>
                        <a:pt x="232" y="48"/>
                      </a:lnTo>
                      <a:lnTo>
                        <a:pt x="232" y="52"/>
                      </a:lnTo>
                      <a:lnTo>
                        <a:pt x="228" y="52"/>
                      </a:lnTo>
                      <a:lnTo>
                        <a:pt x="228" y="56"/>
                      </a:lnTo>
                      <a:lnTo>
                        <a:pt x="228" y="60"/>
                      </a:lnTo>
                      <a:lnTo>
                        <a:pt x="228" y="64"/>
                      </a:lnTo>
                      <a:lnTo>
                        <a:pt x="228" y="66"/>
                      </a:lnTo>
                      <a:lnTo>
                        <a:pt x="224" y="66"/>
                      </a:lnTo>
                      <a:lnTo>
                        <a:pt x="224" y="70"/>
                      </a:lnTo>
                      <a:lnTo>
                        <a:pt x="224" y="74"/>
                      </a:lnTo>
                      <a:lnTo>
                        <a:pt x="220" y="74"/>
                      </a:lnTo>
                      <a:lnTo>
                        <a:pt x="220" y="82"/>
                      </a:lnTo>
                      <a:lnTo>
                        <a:pt x="216" y="86"/>
                      </a:lnTo>
                      <a:lnTo>
                        <a:pt x="216" y="90"/>
                      </a:lnTo>
                      <a:lnTo>
                        <a:pt x="216" y="92"/>
                      </a:lnTo>
                      <a:lnTo>
                        <a:pt x="214" y="92"/>
                      </a:lnTo>
                      <a:lnTo>
                        <a:pt x="214" y="96"/>
                      </a:lnTo>
                      <a:lnTo>
                        <a:pt x="214" y="100"/>
                      </a:lnTo>
                      <a:lnTo>
                        <a:pt x="210" y="100"/>
                      </a:lnTo>
                      <a:lnTo>
                        <a:pt x="206" y="100"/>
                      </a:lnTo>
                      <a:lnTo>
                        <a:pt x="202" y="100"/>
                      </a:lnTo>
                      <a:lnTo>
                        <a:pt x="202" y="104"/>
                      </a:lnTo>
                      <a:lnTo>
                        <a:pt x="198" y="104"/>
                      </a:lnTo>
                      <a:lnTo>
                        <a:pt x="194" y="100"/>
                      </a:lnTo>
                      <a:lnTo>
                        <a:pt x="190" y="100"/>
                      </a:lnTo>
                      <a:lnTo>
                        <a:pt x="190" y="96"/>
                      </a:lnTo>
                      <a:lnTo>
                        <a:pt x="186" y="96"/>
                      </a:lnTo>
                      <a:lnTo>
                        <a:pt x="184" y="96"/>
                      </a:lnTo>
                      <a:lnTo>
                        <a:pt x="180" y="100"/>
                      </a:lnTo>
                      <a:lnTo>
                        <a:pt x="180" y="104"/>
                      </a:lnTo>
                      <a:lnTo>
                        <a:pt x="176" y="104"/>
                      </a:lnTo>
                      <a:lnTo>
                        <a:pt x="176" y="108"/>
                      </a:lnTo>
                      <a:lnTo>
                        <a:pt x="172" y="108"/>
                      </a:lnTo>
                      <a:lnTo>
                        <a:pt x="168" y="108"/>
                      </a:lnTo>
                      <a:lnTo>
                        <a:pt x="164" y="108"/>
                      </a:lnTo>
                      <a:lnTo>
                        <a:pt x="160" y="108"/>
                      </a:lnTo>
                      <a:lnTo>
                        <a:pt x="156" y="108"/>
                      </a:lnTo>
                      <a:lnTo>
                        <a:pt x="156" y="112"/>
                      </a:lnTo>
                      <a:lnTo>
                        <a:pt x="154" y="112"/>
                      </a:lnTo>
                      <a:lnTo>
                        <a:pt x="154" y="108"/>
                      </a:lnTo>
                      <a:lnTo>
                        <a:pt x="150" y="104"/>
                      </a:lnTo>
                      <a:lnTo>
                        <a:pt x="146" y="104"/>
                      </a:lnTo>
                      <a:lnTo>
                        <a:pt x="146" y="100"/>
                      </a:lnTo>
                      <a:lnTo>
                        <a:pt x="142" y="96"/>
                      </a:lnTo>
                      <a:lnTo>
                        <a:pt x="142" y="92"/>
                      </a:lnTo>
                      <a:lnTo>
                        <a:pt x="142" y="90"/>
                      </a:lnTo>
                      <a:lnTo>
                        <a:pt x="142" y="92"/>
                      </a:lnTo>
                      <a:lnTo>
                        <a:pt x="146" y="92"/>
                      </a:lnTo>
                      <a:lnTo>
                        <a:pt x="146" y="96"/>
                      </a:lnTo>
                      <a:lnTo>
                        <a:pt x="150" y="96"/>
                      </a:lnTo>
                      <a:lnTo>
                        <a:pt x="154" y="92"/>
                      </a:lnTo>
                      <a:lnTo>
                        <a:pt x="154" y="96"/>
                      </a:lnTo>
                      <a:lnTo>
                        <a:pt x="156" y="96"/>
                      </a:lnTo>
                      <a:lnTo>
                        <a:pt x="156" y="100"/>
                      </a:lnTo>
                      <a:lnTo>
                        <a:pt x="156" y="96"/>
                      </a:lnTo>
                      <a:lnTo>
                        <a:pt x="160" y="96"/>
                      </a:lnTo>
                      <a:lnTo>
                        <a:pt x="160" y="100"/>
                      </a:lnTo>
                      <a:lnTo>
                        <a:pt x="164" y="100"/>
                      </a:lnTo>
                      <a:lnTo>
                        <a:pt x="168" y="100"/>
                      </a:lnTo>
                      <a:lnTo>
                        <a:pt x="164" y="100"/>
                      </a:lnTo>
                      <a:lnTo>
                        <a:pt x="160" y="100"/>
                      </a:lnTo>
                      <a:lnTo>
                        <a:pt x="160" y="96"/>
                      </a:lnTo>
                      <a:lnTo>
                        <a:pt x="164" y="92"/>
                      </a:lnTo>
                      <a:lnTo>
                        <a:pt x="164" y="90"/>
                      </a:lnTo>
                      <a:lnTo>
                        <a:pt x="168" y="90"/>
                      </a:lnTo>
                      <a:lnTo>
                        <a:pt x="164" y="90"/>
                      </a:lnTo>
                      <a:lnTo>
                        <a:pt x="164" y="86"/>
                      </a:lnTo>
                      <a:lnTo>
                        <a:pt x="164" y="82"/>
                      </a:lnTo>
                      <a:lnTo>
                        <a:pt x="164" y="86"/>
                      </a:lnTo>
                      <a:lnTo>
                        <a:pt x="168" y="86"/>
                      </a:lnTo>
                      <a:lnTo>
                        <a:pt x="168" y="82"/>
                      </a:lnTo>
                      <a:lnTo>
                        <a:pt x="168" y="78"/>
                      </a:lnTo>
                      <a:lnTo>
                        <a:pt x="172" y="78"/>
                      </a:lnTo>
                      <a:lnTo>
                        <a:pt x="172" y="74"/>
                      </a:lnTo>
                      <a:lnTo>
                        <a:pt x="176" y="74"/>
                      </a:lnTo>
                      <a:lnTo>
                        <a:pt x="180" y="74"/>
                      </a:lnTo>
                      <a:lnTo>
                        <a:pt x="184" y="74"/>
                      </a:lnTo>
                      <a:lnTo>
                        <a:pt x="186" y="74"/>
                      </a:lnTo>
                      <a:lnTo>
                        <a:pt x="186" y="70"/>
                      </a:lnTo>
                      <a:lnTo>
                        <a:pt x="190" y="70"/>
                      </a:lnTo>
                      <a:lnTo>
                        <a:pt x="194" y="66"/>
                      </a:lnTo>
                      <a:lnTo>
                        <a:pt x="194" y="64"/>
                      </a:lnTo>
                      <a:lnTo>
                        <a:pt x="198" y="60"/>
                      </a:lnTo>
                      <a:lnTo>
                        <a:pt x="198" y="56"/>
                      </a:lnTo>
                      <a:lnTo>
                        <a:pt x="202" y="56"/>
                      </a:lnTo>
                      <a:lnTo>
                        <a:pt x="202" y="52"/>
                      </a:lnTo>
                      <a:lnTo>
                        <a:pt x="206" y="48"/>
                      </a:lnTo>
                      <a:lnTo>
                        <a:pt x="202" y="48"/>
                      </a:lnTo>
                      <a:lnTo>
                        <a:pt x="202" y="44"/>
                      </a:lnTo>
                      <a:lnTo>
                        <a:pt x="206" y="44"/>
                      </a:lnTo>
                      <a:lnTo>
                        <a:pt x="206" y="44"/>
                      </a:lnTo>
                      <a:lnTo>
                        <a:pt x="206" y="44"/>
                      </a:lnTo>
                      <a:close/>
                      <a:moveTo>
                        <a:pt x="4" y="14"/>
                      </a:moveTo>
                      <a:lnTo>
                        <a:pt x="4" y="18"/>
                      </a:lnTo>
                      <a:lnTo>
                        <a:pt x="0" y="14"/>
                      </a:lnTo>
                      <a:lnTo>
                        <a:pt x="4" y="14"/>
                      </a:lnTo>
                      <a:lnTo>
                        <a:pt x="4" y="14"/>
                      </a:lnTo>
                      <a:lnTo>
                        <a:pt x="4" y="14"/>
                      </a:lnTo>
                      <a:close/>
                      <a:moveTo>
                        <a:pt x="12" y="34"/>
                      </a:moveTo>
                      <a:lnTo>
                        <a:pt x="8" y="34"/>
                      </a:lnTo>
                      <a:lnTo>
                        <a:pt x="8" y="30"/>
                      </a:lnTo>
                      <a:lnTo>
                        <a:pt x="12" y="30"/>
                      </a:lnTo>
                      <a:lnTo>
                        <a:pt x="12" y="34"/>
                      </a:lnTo>
                      <a:lnTo>
                        <a:pt x="12" y="34"/>
                      </a:lnTo>
                      <a:lnTo>
                        <a:pt x="12" y="34"/>
                      </a:lnTo>
                      <a:close/>
                      <a:moveTo>
                        <a:pt x="64" y="74"/>
                      </a:moveTo>
                      <a:lnTo>
                        <a:pt x="64" y="78"/>
                      </a:lnTo>
                      <a:lnTo>
                        <a:pt x="68" y="78"/>
                      </a:lnTo>
                      <a:lnTo>
                        <a:pt x="64" y="78"/>
                      </a:lnTo>
                      <a:lnTo>
                        <a:pt x="64" y="74"/>
                      </a:lnTo>
                      <a:lnTo>
                        <a:pt x="64" y="74"/>
                      </a:lnTo>
                      <a:lnTo>
                        <a:pt x="64" y="74"/>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73" name="Freeform 40">
                  <a:extLst>
                    <a:ext uri="{FF2B5EF4-FFF2-40B4-BE49-F238E27FC236}">
                      <a16:creationId xmlns:a16="http://schemas.microsoft.com/office/drawing/2014/main" id="{1DF75793-05FA-7926-B48D-DACACFF21ACE}"/>
                    </a:ext>
                  </a:extLst>
                </p:cNvPr>
                <p:cNvSpPr>
                  <a:spLocks noEditPoints="1"/>
                </p:cNvSpPr>
                <p:nvPr/>
              </p:nvSpPr>
              <p:spPr bwMode="gray">
                <a:xfrm>
                  <a:off x="6594875" y="4310981"/>
                  <a:ext cx="13914" cy="226104"/>
                </a:xfrm>
                <a:custGeom>
                  <a:avLst/>
                  <a:gdLst>
                    <a:gd name="T0" fmla="*/ 0 w 8"/>
                    <a:gd name="T1" fmla="*/ 0 h 130"/>
                    <a:gd name="T2" fmla="*/ 0 w 8"/>
                    <a:gd name="T3" fmla="*/ 0 h 130"/>
                    <a:gd name="T4" fmla="*/ 4 w 8"/>
                    <a:gd name="T5" fmla="*/ 6 h 130"/>
                    <a:gd name="T6" fmla="*/ 4 w 8"/>
                    <a:gd name="T7" fmla="*/ 2 h 130"/>
                    <a:gd name="T8" fmla="*/ 4 w 8"/>
                    <a:gd name="T9" fmla="*/ 2 h 130"/>
                    <a:gd name="T10" fmla="*/ 0 w 8"/>
                    <a:gd name="T11" fmla="*/ 10 h 130"/>
                    <a:gd name="T12" fmla="*/ 0 w 8"/>
                    <a:gd name="T13" fmla="*/ 10 h 130"/>
                    <a:gd name="T14" fmla="*/ 0 w 8"/>
                    <a:gd name="T15" fmla="*/ 18 h 130"/>
                    <a:gd name="T16" fmla="*/ 0 w 8"/>
                    <a:gd name="T17" fmla="*/ 18 h 130"/>
                    <a:gd name="T18" fmla="*/ 4 w 8"/>
                    <a:gd name="T19" fmla="*/ 22 h 130"/>
                    <a:gd name="T20" fmla="*/ 8 w 8"/>
                    <a:gd name="T21" fmla="*/ 22 h 130"/>
                    <a:gd name="T22" fmla="*/ 8 w 8"/>
                    <a:gd name="T23" fmla="*/ 30 h 130"/>
                    <a:gd name="T24" fmla="*/ 8 w 8"/>
                    <a:gd name="T25" fmla="*/ 30 h 130"/>
                    <a:gd name="T26" fmla="*/ 8 w 8"/>
                    <a:gd name="T27" fmla="*/ 30 h 130"/>
                    <a:gd name="T28" fmla="*/ 0 w 8"/>
                    <a:gd name="T29" fmla="*/ 36 h 130"/>
                    <a:gd name="T30" fmla="*/ 0 w 8"/>
                    <a:gd name="T31" fmla="*/ 36 h 130"/>
                    <a:gd name="T32" fmla="*/ 0 w 8"/>
                    <a:gd name="T33" fmla="*/ 44 h 130"/>
                    <a:gd name="T34" fmla="*/ 0 w 8"/>
                    <a:gd name="T35" fmla="*/ 44 h 130"/>
                    <a:gd name="T36" fmla="*/ 8 w 8"/>
                    <a:gd name="T37" fmla="*/ 48 h 130"/>
                    <a:gd name="T38" fmla="*/ 8 w 8"/>
                    <a:gd name="T39" fmla="*/ 48 h 130"/>
                    <a:gd name="T40" fmla="*/ 8 w 8"/>
                    <a:gd name="T41" fmla="*/ 48 h 130"/>
                    <a:gd name="T42" fmla="*/ 8 w 8"/>
                    <a:gd name="T43" fmla="*/ 62 h 130"/>
                    <a:gd name="T44" fmla="*/ 8 w 8"/>
                    <a:gd name="T45" fmla="*/ 62 h 130"/>
                    <a:gd name="T46" fmla="*/ 8 w 8"/>
                    <a:gd name="T47" fmla="*/ 62 h 130"/>
                    <a:gd name="T48" fmla="*/ 0 w 8"/>
                    <a:gd name="T49" fmla="*/ 66 h 130"/>
                    <a:gd name="T50" fmla="*/ 0 w 8"/>
                    <a:gd name="T51" fmla="*/ 66 h 130"/>
                    <a:gd name="T52" fmla="*/ 0 w 8"/>
                    <a:gd name="T53" fmla="*/ 66 h 130"/>
                    <a:gd name="T54" fmla="*/ 0 w 8"/>
                    <a:gd name="T55" fmla="*/ 66 h 130"/>
                    <a:gd name="T56" fmla="*/ 0 w 8"/>
                    <a:gd name="T57" fmla="*/ 70 h 130"/>
                    <a:gd name="T58" fmla="*/ 0 w 8"/>
                    <a:gd name="T59" fmla="*/ 70 h 130"/>
                    <a:gd name="T60" fmla="*/ 8 w 8"/>
                    <a:gd name="T61" fmla="*/ 70 h 130"/>
                    <a:gd name="T62" fmla="*/ 8 w 8"/>
                    <a:gd name="T63" fmla="*/ 70 h 130"/>
                    <a:gd name="T64" fmla="*/ 4 w 8"/>
                    <a:gd name="T65" fmla="*/ 78 h 130"/>
                    <a:gd name="T66" fmla="*/ 4 w 8"/>
                    <a:gd name="T67" fmla="*/ 82 h 130"/>
                    <a:gd name="T68" fmla="*/ 4 w 8"/>
                    <a:gd name="T69" fmla="*/ 78 h 130"/>
                    <a:gd name="T70" fmla="*/ 8 w 8"/>
                    <a:gd name="T71" fmla="*/ 88 h 130"/>
                    <a:gd name="T72" fmla="*/ 8 w 8"/>
                    <a:gd name="T73" fmla="*/ 88 h 130"/>
                    <a:gd name="T74" fmla="*/ 8 w 8"/>
                    <a:gd name="T75" fmla="*/ 88 h 130"/>
                    <a:gd name="T76" fmla="*/ 8 w 8"/>
                    <a:gd name="T77" fmla="*/ 114 h 130"/>
                    <a:gd name="T78" fmla="*/ 8 w 8"/>
                    <a:gd name="T79" fmla="*/ 114 h 130"/>
                    <a:gd name="T80" fmla="*/ 0 w 8"/>
                    <a:gd name="T81" fmla="*/ 118 h 130"/>
                    <a:gd name="T82" fmla="*/ 0 w 8"/>
                    <a:gd name="T83" fmla="*/ 114 h 130"/>
                    <a:gd name="T84" fmla="*/ 8 w 8"/>
                    <a:gd name="T85" fmla="*/ 126 h 130"/>
                    <a:gd name="T86" fmla="*/ 8 w 8"/>
                    <a:gd name="T87" fmla="*/ 126 h 130"/>
                    <a:gd name="T88" fmla="*/ 0 w 8"/>
                    <a:gd name="T89" fmla="*/ 130 h 130"/>
                    <a:gd name="T90" fmla="*/ 0 w 8"/>
                    <a:gd name="T91" fmla="*/ 130 h 130"/>
                    <a:gd name="T92" fmla="*/ 0 w 8"/>
                    <a:gd name="T93" fmla="*/ 130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8" h="130">
                      <a:moveTo>
                        <a:pt x="0" y="0"/>
                      </a:moveTo>
                      <a:lnTo>
                        <a:pt x="0" y="0"/>
                      </a:lnTo>
                      <a:lnTo>
                        <a:pt x="0" y="0"/>
                      </a:lnTo>
                      <a:lnTo>
                        <a:pt x="0" y="0"/>
                      </a:lnTo>
                      <a:lnTo>
                        <a:pt x="0" y="0"/>
                      </a:lnTo>
                      <a:lnTo>
                        <a:pt x="0" y="0"/>
                      </a:lnTo>
                      <a:close/>
                      <a:moveTo>
                        <a:pt x="4" y="2"/>
                      </a:moveTo>
                      <a:lnTo>
                        <a:pt x="4" y="6"/>
                      </a:lnTo>
                      <a:lnTo>
                        <a:pt x="4" y="6"/>
                      </a:lnTo>
                      <a:lnTo>
                        <a:pt x="4" y="6"/>
                      </a:lnTo>
                      <a:lnTo>
                        <a:pt x="4" y="6"/>
                      </a:lnTo>
                      <a:lnTo>
                        <a:pt x="4" y="2"/>
                      </a:lnTo>
                      <a:lnTo>
                        <a:pt x="4" y="2"/>
                      </a:lnTo>
                      <a:lnTo>
                        <a:pt x="4" y="2"/>
                      </a:lnTo>
                      <a:lnTo>
                        <a:pt x="4" y="2"/>
                      </a:lnTo>
                      <a:close/>
                      <a:moveTo>
                        <a:pt x="0" y="10"/>
                      </a:moveTo>
                      <a:lnTo>
                        <a:pt x="0" y="10"/>
                      </a:lnTo>
                      <a:lnTo>
                        <a:pt x="0" y="10"/>
                      </a:lnTo>
                      <a:lnTo>
                        <a:pt x="0" y="10"/>
                      </a:lnTo>
                      <a:lnTo>
                        <a:pt x="0" y="10"/>
                      </a:lnTo>
                      <a:lnTo>
                        <a:pt x="0" y="10"/>
                      </a:lnTo>
                      <a:close/>
                      <a:moveTo>
                        <a:pt x="0" y="18"/>
                      </a:moveTo>
                      <a:lnTo>
                        <a:pt x="0" y="18"/>
                      </a:lnTo>
                      <a:lnTo>
                        <a:pt x="0" y="18"/>
                      </a:lnTo>
                      <a:lnTo>
                        <a:pt x="0" y="18"/>
                      </a:lnTo>
                      <a:lnTo>
                        <a:pt x="0" y="18"/>
                      </a:lnTo>
                      <a:lnTo>
                        <a:pt x="0" y="18"/>
                      </a:lnTo>
                      <a:close/>
                      <a:moveTo>
                        <a:pt x="8" y="22"/>
                      </a:moveTo>
                      <a:lnTo>
                        <a:pt x="8" y="22"/>
                      </a:lnTo>
                      <a:lnTo>
                        <a:pt x="4" y="22"/>
                      </a:lnTo>
                      <a:lnTo>
                        <a:pt x="8" y="22"/>
                      </a:lnTo>
                      <a:lnTo>
                        <a:pt x="8" y="22"/>
                      </a:lnTo>
                      <a:lnTo>
                        <a:pt x="8" y="22"/>
                      </a:lnTo>
                      <a:lnTo>
                        <a:pt x="8" y="22"/>
                      </a:lnTo>
                      <a:close/>
                      <a:moveTo>
                        <a:pt x="8" y="30"/>
                      </a:moveTo>
                      <a:lnTo>
                        <a:pt x="8" y="30"/>
                      </a:lnTo>
                      <a:lnTo>
                        <a:pt x="8" y="30"/>
                      </a:lnTo>
                      <a:lnTo>
                        <a:pt x="8" y="30"/>
                      </a:lnTo>
                      <a:lnTo>
                        <a:pt x="8" y="30"/>
                      </a:lnTo>
                      <a:lnTo>
                        <a:pt x="8" y="30"/>
                      </a:lnTo>
                      <a:lnTo>
                        <a:pt x="8" y="30"/>
                      </a:lnTo>
                      <a:lnTo>
                        <a:pt x="8" y="30"/>
                      </a:lnTo>
                      <a:close/>
                      <a:moveTo>
                        <a:pt x="0" y="36"/>
                      </a:moveTo>
                      <a:lnTo>
                        <a:pt x="0" y="36"/>
                      </a:lnTo>
                      <a:lnTo>
                        <a:pt x="0" y="36"/>
                      </a:lnTo>
                      <a:lnTo>
                        <a:pt x="0" y="36"/>
                      </a:lnTo>
                      <a:lnTo>
                        <a:pt x="0" y="36"/>
                      </a:lnTo>
                      <a:lnTo>
                        <a:pt x="0" y="36"/>
                      </a:lnTo>
                      <a:close/>
                      <a:moveTo>
                        <a:pt x="0" y="44"/>
                      </a:moveTo>
                      <a:lnTo>
                        <a:pt x="0" y="44"/>
                      </a:lnTo>
                      <a:lnTo>
                        <a:pt x="0" y="44"/>
                      </a:lnTo>
                      <a:lnTo>
                        <a:pt x="0" y="44"/>
                      </a:lnTo>
                      <a:lnTo>
                        <a:pt x="0" y="44"/>
                      </a:lnTo>
                      <a:lnTo>
                        <a:pt x="0" y="44"/>
                      </a:lnTo>
                      <a:lnTo>
                        <a:pt x="0" y="44"/>
                      </a:lnTo>
                      <a:lnTo>
                        <a:pt x="0" y="44"/>
                      </a:lnTo>
                      <a:close/>
                      <a:moveTo>
                        <a:pt x="8" y="48"/>
                      </a:moveTo>
                      <a:lnTo>
                        <a:pt x="8" y="48"/>
                      </a:lnTo>
                      <a:lnTo>
                        <a:pt x="8" y="48"/>
                      </a:lnTo>
                      <a:lnTo>
                        <a:pt x="8" y="48"/>
                      </a:lnTo>
                      <a:lnTo>
                        <a:pt x="8" y="48"/>
                      </a:lnTo>
                      <a:lnTo>
                        <a:pt x="8" y="48"/>
                      </a:lnTo>
                      <a:lnTo>
                        <a:pt x="8" y="48"/>
                      </a:lnTo>
                      <a:close/>
                      <a:moveTo>
                        <a:pt x="8" y="62"/>
                      </a:moveTo>
                      <a:lnTo>
                        <a:pt x="8" y="62"/>
                      </a:lnTo>
                      <a:lnTo>
                        <a:pt x="8" y="62"/>
                      </a:lnTo>
                      <a:lnTo>
                        <a:pt x="8" y="62"/>
                      </a:lnTo>
                      <a:lnTo>
                        <a:pt x="8" y="62"/>
                      </a:lnTo>
                      <a:lnTo>
                        <a:pt x="8" y="62"/>
                      </a:lnTo>
                      <a:lnTo>
                        <a:pt x="8" y="62"/>
                      </a:lnTo>
                      <a:lnTo>
                        <a:pt x="8" y="62"/>
                      </a:lnTo>
                      <a:lnTo>
                        <a:pt x="8" y="62"/>
                      </a:lnTo>
                      <a:lnTo>
                        <a:pt x="8" y="62"/>
                      </a:lnTo>
                      <a:lnTo>
                        <a:pt x="8" y="62"/>
                      </a:lnTo>
                      <a:close/>
                      <a:moveTo>
                        <a:pt x="0" y="66"/>
                      </a:moveTo>
                      <a:lnTo>
                        <a:pt x="0" y="66"/>
                      </a:lnTo>
                      <a:lnTo>
                        <a:pt x="0" y="66"/>
                      </a:lnTo>
                      <a:lnTo>
                        <a:pt x="0" y="66"/>
                      </a:lnTo>
                      <a:lnTo>
                        <a:pt x="0" y="66"/>
                      </a:lnTo>
                      <a:lnTo>
                        <a:pt x="0" y="66"/>
                      </a:lnTo>
                      <a:lnTo>
                        <a:pt x="0" y="66"/>
                      </a:lnTo>
                      <a:lnTo>
                        <a:pt x="0" y="66"/>
                      </a:lnTo>
                      <a:lnTo>
                        <a:pt x="0" y="66"/>
                      </a:lnTo>
                      <a:lnTo>
                        <a:pt x="0" y="66"/>
                      </a:lnTo>
                      <a:lnTo>
                        <a:pt x="0" y="66"/>
                      </a:lnTo>
                      <a:lnTo>
                        <a:pt x="0" y="66"/>
                      </a:lnTo>
                      <a:close/>
                      <a:moveTo>
                        <a:pt x="0" y="70"/>
                      </a:moveTo>
                      <a:lnTo>
                        <a:pt x="0" y="70"/>
                      </a:lnTo>
                      <a:lnTo>
                        <a:pt x="0" y="70"/>
                      </a:lnTo>
                      <a:lnTo>
                        <a:pt x="0" y="70"/>
                      </a:lnTo>
                      <a:lnTo>
                        <a:pt x="0" y="70"/>
                      </a:lnTo>
                      <a:lnTo>
                        <a:pt x="0" y="70"/>
                      </a:lnTo>
                      <a:close/>
                      <a:moveTo>
                        <a:pt x="8" y="70"/>
                      </a:moveTo>
                      <a:lnTo>
                        <a:pt x="8" y="70"/>
                      </a:lnTo>
                      <a:lnTo>
                        <a:pt x="8" y="70"/>
                      </a:lnTo>
                      <a:lnTo>
                        <a:pt x="8" y="70"/>
                      </a:lnTo>
                      <a:lnTo>
                        <a:pt x="8" y="70"/>
                      </a:lnTo>
                      <a:lnTo>
                        <a:pt x="8" y="70"/>
                      </a:lnTo>
                      <a:close/>
                      <a:moveTo>
                        <a:pt x="4" y="78"/>
                      </a:moveTo>
                      <a:lnTo>
                        <a:pt x="4" y="78"/>
                      </a:lnTo>
                      <a:lnTo>
                        <a:pt x="4" y="78"/>
                      </a:lnTo>
                      <a:lnTo>
                        <a:pt x="4" y="82"/>
                      </a:lnTo>
                      <a:lnTo>
                        <a:pt x="4" y="78"/>
                      </a:lnTo>
                      <a:lnTo>
                        <a:pt x="4" y="78"/>
                      </a:lnTo>
                      <a:lnTo>
                        <a:pt x="4" y="78"/>
                      </a:lnTo>
                      <a:lnTo>
                        <a:pt x="4" y="78"/>
                      </a:lnTo>
                      <a:close/>
                      <a:moveTo>
                        <a:pt x="8" y="88"/>
                      </a:moveTo>
                      <a:lnTo>
                        <a:pt x="8" y="88"/>
                      </a:lnTo>
                      <a:lnTo>
                        <a:pt x="8" y="88"/>
                      </a:lnTo>
                      <a:lnTo>
                        <a:pt x="8" y="88"/>
                      </a:lnTo>
                      <a:lnTo>
                        <a:pt x="8" y="88"/>
                      </a:lnTo>
                      <a:lnTo>
                        <a:pt x="8" y="88"/>
                      </a:lnTo>
                      <a:lnTo>
                        <a:pt x="8" y="88"/>
                      </a:lnTo>
                      <a:lnTo>
                        <a:pt x="8" y="88"/>
                      </a:lnTo>
                      <a:close/>
                      <a:moveTo>
                        <a:pt x="8" y="114"/>
                      </a:moveTo>
                      <a:lnTo>
                        <a:pt x="8" y="114"/>
                      </a:lnTo>
                      <a:lnTo>
                        <a:pt x="8" y="114"/>
                      </a:lnTo>
                      <a:lnTo>
                        <a:pt x="8" y="114"/>
                      </a:lnTo>
                      <a:lnTo>
                        <a:pt x="8" y="114"/>
                      </a:lnTo>
                      <a:lnTo>
                        <a:pt x="8" y="114"/>
                      </a:lnTo>
                      <a:close/>
                      <a:moveTo>
                        <a:pt x="0" y="114"/>
                      </a:moveTo>
                      <a:lnTo>
                        <a:pt x="0" y="114"/>
                      </a:lnTo>
                      <a:lnTo>
                        <a:pt x="0" y="118"/>
                      </a:lnTo>
                      <a:lnTo>
                        <a:pt x="0" y="114"/>
                      </a:lnTo>
                      <a:lnTo>
                        <a:pt x="0" y="114"/>
                      </a:lnTo>
                      <a:lnTo>
                        <a:pt x="0" y="114"/>
                      </a:lnTo>
                      <a:lnTo>
                        <a:pt x="0" y="114"/>
                      </a:lnTo>
                      <a:close/>
                      <a:moveTo>
                        <a:pt x="8" y="126"/>
                      </a:moveTo>
                      <a:lnTo>
                        <a:pt x="8" y="126"/>
                      </a:lnTo>
                      <a:lnTo>
                        <a:pt x="8" y="126"/>
                      </a:lnTo>
                      <a:lnTo>
                        <a:pt x="8" y="126"/>
                      </a:lnTo>
                      <a:lnTo>
                        <a:pt x="8" y="126"/>
                      </a:lnTo>
                      <a:lnTo>
                        <a:pt x="8" y="126"/>
                      </a:lnTo>
                      <a:lnTo>
                        <a:pt x="8" y="126"/>
                      </a:lnTo>
                      <a:close/>
                      <a:moveTo>
                        <a:pt x="0" y="130"/>
                      </a:moveTo>
                      <a:lnTo>
                        <a:pt x="0" y="130"/>
                      </a:lnTo>
                      <a:lnTo>
                        <a:pt x="0" y="130"/>
                      </a:lnTo>
                      <a:lnTo>
                        <a:pt x="0" y="130"/>
                      </a:lnTo>
                      <a:lnTo>
                        <a:pt x="0" y="130"/>
                      </a:lnTo>
                      <a:lnTo>
                        <a:pt x="0" y="130"/>
                      </a:lnTo>
                      <a:lnTo>
                        <a:pt x="0" y="130"/>
                      </a:lnTo>
                      <a:lnTo>
                        <a:pt x="0" y="130"/>
                      </a:lnTo>
                      <a:lnTo>
                        <a:pt x="0" y="130"/>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74" name="Freeform 41">
                  <a:extLst>
                    <a:ext uri="{FF2B5EF4-FFF2-40B4-BE49-F238E27FC236}">
                      <a16:creationId xmlns:a16="http://schemas.microsoft.com/office/drawing/2014/main" id="{4E89FA25-A2B0-2D53-29D7-2D1BE18C6816}"/>
                    </a:ext>
                  </a:extLst>
                </p:cNvPr>
                <p:cNvSpPr>
                  <a:spLocks/>
                </p:cNvSpPr>
                <p:nvPr/>
              </p:nvSpPr>
              <p:spPr bwMode="gray">
                <a:xfrm>
                  <a:off x="6956643" y="2856963"/>
                  <a:ext cx="793105" cy="368722"/>
                </a:xfrm>
                <a:custGeom>
                  <a:avLst/>
                  <a:gdLst>
                    <a:gd name="T0" fmla="*/ 400 w 456"/>
                    <a:gd name="T1" fmla="*/ 134 h 212"/>
                    <a:gd name="T2" fmla="*/ 376 w 456"/>
                    <a:gd name="T3" fmla="*/ 142 h 212"/>
                    <a:gd name="T4" fmla="*/ 358 w 456"/>
                    <a:gd name="T5" fmla="*/ 150 h 212"/>
                    <a:gd name="T6" fmla="*/ 336 w 456"/>
                    <a:gd name="T7" fmla="*/ 154 h 212"/>
                    <a:gd name="T8" fmla="*/ 340 w 456"/>
                    <a:gd name="T9" fmla="*/ 176 h 212"/>
                    <a:gd name="T10" fmla="*/ 324 w 456"/>
                    <a:gd name="T11" fmla="*/ 186 h 212"/>
                    <a:gd name="T12" fmla="*/ 310 w 456"/>
                    <a:gd name="T13" fmla="*/ 198 h 212"/>
                    <a:gd name="T14" fmla="*/ 280 w 456"/>
                    <a:gd name="T15" fmla="*/ 198 h 212"/>
                    <a:gd name="T16" fmla="*/ 254 w 456"/>
                    <a:gd name="T17" fmla="*/ 208 h 212"/>
                    <a:gd name="T18" fmla="*/ 228 w 456"/>
                    <a:gd name="T19" fmla="*/ 208 h 212"/>
                    <a:gd name="T20" fmla="*/ 202 w 456"/>
                    <a:gd name="T21" fmla="*/ 198 h 212"/>
                    <a:gd name="T22" fmla="*/ 180 w 456"/>
                    <a:gd name="T23" fmla="*/ 190 h 212"/>
                    <a:gd name="T24" fmla="*/ 152 w 456"/>
                    <a:gd name="T25" fmla="*/ 194 h 212"/>
                    <a:gd name="T26" fmla="*/ 128 w 456"/>
                    <a:gd name="T27" fmla="*/ 190 h 212"/>
                    <a:gd name="T28" fmla="*/ 112 w 456"/>
                    <a:gd name="T29" fmla="*/ 176 h 212"/>
                    <a:gd name="T30" fmla="*/ 98 w 456"/>
                    <a:gd name="T31" fmla="*/ 160 h 212"/>
                    <a:gd name="T32" fmla="*/ 84 w 456"/>
                    <a:gd name="T33" fmla="*/ 150 h 212"/>
                    <a:gd name="T34" fmla="*/ 60 w 456"/>
                    <a:gd name="T35" fmla="*/ 146 h 212"/>
                    <a:gd name="T36" fmla="*/ 42 w 456"/>
                    <a:gd name="T37" fmla="*/ 134 h 212"/>
                    <a:gd name="T38" fmla="*/ 50 w 456"/>
                    <a:gd name="T39" fmla="*/ 112 h 212"/>
                    <a:gd name="T40" fmla="*/ 38 w 456"/>
                    <a:gd name="T41" fmla="*/ 98 h 212"/>
                    <a:gd name="T42" fmla="*/ 28 w 456"/>
                    <a:gd name="T43" fmla="*/ 86 h 212"/>
                    <a:gd name="T44" fmla="*/ 8 w 456"/>
                    <a:gd name="T45" fmla="*/ 74 h 212"/>
                    <a:gd name="T46" fmla="*/ 4 w 456"/>
                    <a:gd name="T47" fmla="*/ 60 h 212"/>
                    <a:gd name="T48" fmla="*/ 20 w 456"/>
                    <a:gd name="T49" fmla="*/ 52 h 212"/>
                    <a:gd name="T50" fmla="*/ 28 w 456"/>
                    <a:gd name="T51" fmla="*/ 48 h 212"/>
                    <a:gd name="T52" fmla="*/ 42 w 456"/>
                    <a:gd name="T53" fmla="*/ 38 h 212"/>
                    <a:gd name="T54" fmla="*/ 56 w 456"/>
                    <a:gd name="T55" fmla="*/ 30 h 212"/>
                    <a:gd name="T56" fmla="*/ 76 w 456"/>
                    <a:gd name="T57" fmla="*/ 26 h 212"/>
                    <a:gd name="T58" fmla="*/ 94 w 456"/>
                    <a:gd name="T59" fmla="*/ 34 h 212"/>
                    <a:gd name="T60" fmla="*/ 110 w 456"/>
                    <a:gd name="T61" fmla="*/ 44 h 212"/>
                    <a:gd name="T62" fmla="*/ 136 w 456"/>
                    <a:gd name="T63" fmla="*/ 48 h 212"/>
                    <a:gd name="T64" fmla="*/ 150 w 456"/>
                    <a:gd name="T65" fmla="*/ 38 h 212"/>
                    <a:gd name="T66" fmla="*/ 146 w 456"/>
                    <a:gd name="T67" fmla="*/ 12 h 212"/>
                    <a:gd name="T68" fmla="*/ 156 w 456"/>
                    <a:gd name="T69" fmla="*/ 4 h 212"/>
                    <a:gd name="T70" fmla="*/ 176 w 456"/>
                    <a:gd name="T71" fmla="*/ 8 h 212"/>
                    <a:gd name="T72" fmla="*/ 198 w 456"/>
                    <a:gd name="T73" fmla="*/ 12 h 212"/>
                    <a:gd name="T74" fmla="*/ 206 w 456"/>
                    <a:gd name="T75" fmla="*/ 30 h 212"/>
                    <a:gd name="T76" fmla="*/ 220 w 456"/>
                    <a:gd name="T77" fmla="*/ 42 h 212"/>
                    <a:gd name="T78" fmla="*/ 242 w 456"/>
                    <a:gd name="T79" fmla="*/ 34 h 212"/>
                    <a:gd name="T80" fmla="*/ 262 w 456"/>
                    <a:gd name="T81" fmla="*/ 38 h 212"/>
                    <a:gd name="T82" fmla="*/ 288 w 456"/>
                    <a:gd name="T83" fmla="*/ 44 h 212"/>
                    <a:gd name="T84" fmla="*/ 306 w 456"/>
                    <a:gd name="T85" fmla="*/ 56 h 212"/>
                    <a:gd name="T86" fmla="*/ 332 w 456"/>
                    <a:gd name="T87" fmla="*/ 60 h 212"/>
                    <a:gd name="T88" fmla="*/ 354 w 456"/>
                    <a:gd name="T89" fmla="*/ 52 h 212"/>
                    <a:gd name="T90" fmla="*/ 370 w 456"/>
                    <a:gd name="T91" fmla="*/ 42 h 212"/>
                    <a:gd name="T92" fmla="*/ 388 w 456"/>
                    <a:gd name="T93" fmla="*/ 42 h 212"/>
                    <a:gd name="T94" fmla="*/ 410 w 456"/>
                    <a:gd name="T95" fmla="*/ 44 h 212"/>
                    <a:gd name="T96" fmla="*/ 400 w 456"/>
                    <a:gd name="T97" fmla="*/ 68 h 212"/>
                    <a:gd name="T98" fmla="*/ 396 w 456"/>
                    <a:gd name="T99" fmla="*/ 86 h 212"/>
                    <a:gd name="T100" fmla="*/ 414 w 456"/>
                    <a:gd name="T101" fmla="*/ 90 h 212"/>
                    <a:gd name="T102" fmla="*/ 436 w 456"/>
                    <a:gd name="T103" fmla="*/ 86 h 212"/>
                    <a:gd name="T104" fmla="*/ 456 w 456"/>
                    <a:gd name="T105" fmla="*/ 104 h 212"/>
                    <a:gd name="T106" fmla="*/ 440 w 456"/>
                    <a:gd name="T107" fmla="*/ 108 h 212"/>
                    <a:gd name="T108" fmla="*/ 422 w 456"/>
                    <a:gd name="T109" fmla="*/ 116 h 212"/>
                    <a:gd name="T110" fmla="*/ 410 w 456"/>
                    <a:gd name="T111" fmla="*/ 120 h 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456" h="212">
                      <a:moveTo>
                        <a:pt x="410" y="120"/>
                      </a:moveTo>
                      <a:lnTo>
                        <a:pt x="406" y="120"/>
                      </a:lnTo>
                      <a:lnTo>
                        <a:pt x="406" y="124"/>
                      </a:lnTo>
                      <a:lnTo>
                        <a:pt x="402" y="128"/>
                      </a:lnTo>
                      <a:lnTo>
                        <a:pt x="402" y="130"/>
                      </a:lnTo>
                      <a:lnTo>
                        <a:pt x="400" y="130"/>
                      </a:lnTo>
                      <a:lnTo>
                        <a:pt x="400" y="134"/>
                      </a:lnTo>
                      <a:lnTo>
                        <a:pt x="396" y="134"/>
                      </a:lnTo>
                      <a:lnTo>
                        <a:pt x="396" y="138"/>
                      </a:lnTo>
                      <a:lnTo>
                        <a:pt x="392" y="138"/>
                      </a:lnTo>
                      <a:lnTo>
                        <a:pt x="388" y="138"/>
                      </a:lnTo>
                      <a:lnTo>
                        <a:pt x="384" y="138"/>
                      </a:lnTo>
                      <a:lnTo>
                        <a:pt x="380" y="138"/>
                      </a:lnTo>
                      <a:lnTo>
                        <a:pt x="376" y="142"/>
                      </a:lnTo>
                      <a:lnTo>
                        <a:pt x="376" y="146"/>
                      </a:lnTo>
                      <a:lnTo>
                        <a:pt x="374" y="146"/>
                      </a:lnTo>
                      <a:lnTo>
                        <a:pt x="370" y="146"/>
                      </a:lnTo>
                      <a:lnTo>
                        <a:pt x="370" y="150"/>
                      </a:lnTo>
                      <a:lnTo>
                        <a:pt x="366" y="150"/>
                      </a:lnTo>
                      <a:lnTo>
                        <a:pt x="362" y="150"/>
                      </a:lnTo>
                      <a:lnTo>
                        <a:pt x="358" y="150"/>
                      </a:lnTo>
                      <a:lnTo>
                        <a:pt x="354" y="150"/>
                      </a:lnTo>
                      <a:lnTo>
                        <a:pt x="350" y="146"/>
                      </a:lnTo>
                      <a:lnTo>
                        <a:pt x="346" y="146"/>
                      </a:lnTo>
                      <a:lnTo>
                        <a:pt x="344" y="146"/>
                      </a:lnTo>
                      <a:lnTo>
                        <a:pt x="340" y="146"/>
                      </a:lnTo>
                      <a:lnTo>
                        <a:pt x="340" y="150"/>
                      </a:lnTo>
                      <a:lnTo>
                        <a:pt x="336" y="154"/>
                      </a:lnTo>
                      <a:lnTo>
                        <a:pt x="336" y="158"/>
                      </a:lnTo>
                      <a:lnTo>
                        <a:pt x="336" y="160"/>
                      </a:lnTo>
                      <a:lnTo>
                        <a:pt x="340" y="164"/>
                      </a:lnTo>
                      <a:lnTo>
                        <a:pt x="344" y="168"/>
                      </a:lnTo>
                      <a:lnTo>
                        <a:pt x="344" y="172"/>
                      </a:lnTo>
                      <a:lnTo>
                        <a:pt x="340" y="172"/>
                      </a:lnTo>
                      <a:lnTo>
                        <a:pt x="340" y="176"/>
                      </a:lnTo>
                      <a:lnTo>
                        <a:pt x="336" y="176"/>
                      </a:lnTo>
                      <a:lnTo>
                        <a:pt x="332" y="176"/>
                      </a:lnTo>
                      <a:lnTo>
                        <a:pt x="332" y="180"/>
                      </a:lnTo>
                      <a:lnTo>
                        <a:pt x="328" y="180"/>
                      </a:lnTo>
                      <a:lnTo>
                        <a:pt x="328" y="184"/>
                      </a:lnTo>
                      <a:lnTo>
                        <a:pt x="324" y="184"/>
                      </a:lnTo>
                      <a:lnTo>
                        <a:pt x="324" y="186"/>
                      </a:lnTo>
                      <a:lnTo>
                        <a:pt x="320" y="186"/>
                      </a:lnTo>
                      <a:lnTo>
                        <a:pt x="320" y="190"/>
                      </a:lnTo>
                      <a:lnTo>
                        <a:pt x="318" y="190"/>
                      </a:lnTo>
                      <a:lnTo>
                        <a:pt x="318" y="194"/>
                      </a:lnTo>
                      <a:lnTo>
                        <a:pt x="314" y="194"/>
                      </a:lnTo>
                      <a:lnTo>
                        <a:pt x="310" y="194"/>
                      </a:lnTo>
                      <a:lnTo>
                        <a:pt x="310" y="198"/>
                      </a:lnTo>
                      <a:lnTo>
                        <a:pt x="306" y="198"/>
                      </a:lnTo>
                      <a:lnTo>
                        <a:pt x="302" y="198"/>
                      </a:lnTo>
                      <a:lnTo>
                        <a:pt x="298" y="198"/>
                      </a:lnTo>
                      <a:lnTo>
                        <a:pt x="294" y="198"/>
                      </a:lnTo>
                      <a:lnTo>
                        <a:pt x="290" y="198"/>
                      </a:lnTo>
                      <a:lnTo>
                        <a:pt x="284" y="198"/>
                      </a:lnTo>
                      <a:lnTo>
                        <a:pt x="280" y="198"/>
                      </a:lnTo>
                      <a:lnTo>
                        <a:pt x="276" y="198"/>
                      </a:lnTo>
                      <a:lnTo>
                        <a:pt x="272" y="198"/>
                      </a:lnTo>
                      <a:lnTo>
                        <a:pt x="268" y="198"/>
                      </a:lnTo>
                      <a:lnTo>
                        <a:pt x="264" y="200"/>
                      </a:lnTo>
                      <a:lnTo>
                        <a:pt x="262" y="204"/>
                      </a:lnTo>
                      <a:lnTo>
                        <a:pt x="258" y="204"/>
                      </a:lnTo>
                      <a:lnTo>
                        <a:pt x="254" y="208"/>
                      </a:lnTo>
                      <a:lnTo>
                        <a:pt x="250" y="208"/>
                      </a:lnTo>
                      <a:lnTo>
                        <a:pt x="246" y="208"/>
                      </a:lnTo>
                      <a:lnTo>
                        <a:pt x="242" y="212"/>
                      </a:lnTo>
                      <a:lnTo>
                        <a:pt x="238" y="212"/>
                      </a:lnTo>
                      <a:lnTo>
                        <a:pt x="238" y="208"/>
                      </a:lnTo>
                      <a:lnTo>
                        <a:pt x="232" y="208"/>
                      </a:lnTo>
                      <a:lnTo>
                        <a:pt x="228" y="208"/>
                      </a:lnTo>
                      <a:lnTo>
                        <a:pt x="220" y="208"/>
                      </a:lnTo>
                      <a:lnTo>
                        <a:pt x="220" y="204"/>
                      </a:lnTo>
                      <a:lnTo>
                        <a:pt x="216" y="204"/>
                      </a:lnTo>
                      <a:lnTo>
                        <a:pt x="212" y="200"/>
                      </a:lnTo>
                      <a:lnTo>
                        <a:pt x="208" y="200"/>
                      </a:lnTo>
                      <a:lnTo>
                        <a:pt x="202" y="200"/>
                      </a:lnTo>
                      <a:lnTo>
                        <a:pt x="202" y="198"/>
                      </a:lnTo>
                      <a:lnTo>
                        <a:pt x="198" y="194"/>
                      </a:lnTo>
                      <a:lnTo>
                        <a:pt x="194" y="194"/>
                      </a:lnTo>
                      <a:lnTo>
                        <a:pt x="190" y="194"/>
                      </a:lnTo>
                      <a:lnTo>
                        <a:pt x="186" y="194"/>
                      </a:lnTo>
                      <a:lnTo>
                        <a:pt x="186" y="190"/>
                      </a:lnTo>
                      <a:lnTo>
                        <a:pt x="182" y="190"/>
                      </a:lnTo>
                      <a:lnTo>
                        <a:pt x="180" y="190"/>
                      </a:lnTo>
                      <a:lnTo>
                        <a:pt x="176" y="194"/>
                      </a:lnTo>
                      <a:lnTo>
                        <a:pt x="172" y="194"/>
                      </a:lnTo>
                      <a:lnTo>
                        <a:pt x="168" y="194"/>
                      </a:lnTo>
                      <a:lnTo>
                        <a:pt x="164" y="194"/>
                      </a:lnTo>
                      <a:lnTo>
                        <a:pt x="160" y="194"/>
                      </a:lnTo>
                      <a:lnTo>
                        <a:pt x="156" y="194"/>
                      </a:lnTo>
                      <a:lnTo>
                        <a:pt x="152" y="194"/>
                      </a:lnTo>
                      <a:lnTo>
                        <a:pt x="150" y="194"/>
                      </a:lnTo>
                      <a:lnTo>
                        <a:pt x="146" y="190"/>
                      </a:lnTo>
                      <a:lnTo>
                        <a:pt x="142" y="190"/>
                      </a:lnTo>
                      <a:lnTo>
                        <a:pt x="138" y="190"/>
                      </a:lnTo>
                      <a:lnTo>
                        <a:pt x="136" y="190"/>
                      </a:lnTo>
                      <a:lnTo>
                        <a:pt x="132" y="190"/>
                      </a:lnTo>
                      <a:lnTo>
                        <a:pt x="128" y="190"/>
                      </a:lnTo>
                      <a:lnTo>
                        <a:pt x="124" y="190"/>
                      </a:lnTo>
                      <a:lnTo>
                        <a:pt x="124" y="186"/>
                      </a:lnTo>
                      <a:lnTo>
                        <a:pt x="120" y="184"/>
                      </a:lnTo>
                      <a:lnTo>
                        <a:pt x="116" y="184"/>
                      </a:lnTo>
                      <a:lnTo>
                        <a:pt x="116" y="180"/>
                      </a:lnTo>
                      <a:lnTo>
                        <a:pt x="116" y="176"/>
                      </a:lnTo>
                      <a:lnTo>
                        <a:pt x="112" y="176"/>
                      </a:lnTo>
                      <a:lnTo>
                        <a:pt x="112" y="172"/>
                      </a:lnTo>
                      <a:lnTo>
                        <a:pt x="112" y="168"/>
                      </a:lnTo>
                      <a:lnTo>
                        <a:pt x="112" y="164"/>
                      </a:lnTo>
                      <a:lnTo>
                        <a:pt x="110" y="164"/>
                      </a:lnTo>
                      <a:lnTo>
                        <a:pt x="110" y="160"/>
                      </a:lnTo>
                      <a:lnTo>
                        <a:pt x="106" y="160"/>
                      </a:lnTo>
                      <a:lnTo>
                        <a:pt x="98" y="160"/>
                      </a:lnTo>
                      <a:lnTo>
                        <a:pt x="98" y="158"/>
                      </a:lnTo>
                      <a:lnTo>
                        <a:pt x="94" y="158"/>
                      </a:lnTo>
                      <a:lnTo>
                        <a:pt x="94" y="154"/>
                      </a:lnTo>
                      <a:lnTo>
                        <a:pt x="90" y="154"/>
                      </a:lnTo>
                      <a:lnTo>
                        <a:pt x="90" y="150"/>
                      </a:lnTo>
                      <a:lnTo>
                        <a:pt x="86" y="150"/>
                      </a:lnTo>
                      <a:lnTo>
                        <a:pt x="84" y="150"/>
                      </a:lnTo>
                      <a:lnTo>
                        <a:pt x="84" y="146"/>
                      </a:lnTo>
                      <a:lnTo>
                        <a:pt x="80" y="146"/>
                      </a:lnTo>
                      <a:lnTo>
                        <a:pt x="76" y="146"/>
                      </a:lnTo>
                      <a:lnTo>
                        <a:pt x="72" y="146"/>
                      </a:lnTo>
                      <a:lnTo>
                        <a:pt x="68" y="146"/>
                      </a:lnTo>
                      <a:lnTo>
                        <a:pt x="64" y="146"/>
                      </a:lnTo>
                      <a:lnTo>
                        <a:pt x="60" y="146"/>
                      </a:lnTo>
                      <a:lnTo>
                        <a:pt x="54" y="146"/>
                      </a:lnTo>
                      <a:lnTo>
                        <a:pt x="54" y="142"/>
                      </a:lnTo>
                      <a:lnTo>
                        <a:pt x="50" y="142"/>
                      </a:lnTo>
                      <a:lnTo>
                        <a:pt x="46" y="142"/>
                      </a:lnTo>
                      <a:lnTo>
                        <a:pt x="46" y="138"/>
                      </a:lnTo>
                      <a:lnTo>
                        <a:pt x="42" y="138"/>
                      </a:lnTo>
                      <a:lnTo>
                        <a:pt x="42" y="134"/>
                      </a:lnTo>
                      <a:lnTo>
                        <a:pt x="42" y="130"/>
                      </a:lnTo>
                      <a:lnTo>
                        <a:pt x="46" y="128"/>
                      </a:lnTo>
                      <a:lnTo>
                        <a:pt x="46" y="124"/>
                      </a:lnTo>
                      <a:lnTo>
                        <a:pt x="46" y="120"/>
                      </a:lnTo>
                      <a:lnTo>
                        <a:pt x="50" y="116"/>
                      </a:lnTo>
                      <a:lnTo>
                        <a:pt x="46" y="112"/>
                      </a:lnTo>
                      <a:lnTo>
                        <a:pt x="50" y="112"/>
                      </a:lnTo>
                      <a:lnTo>
                        <a:pt x="46" y="112"/>
                      </a:lnTo>
                      <a:lnTo>
                        <a:pt x="46" y="108"/>
                      </a:lnTo>
                      <a:lnTo>
                        <a:pt x="46" y="104"/>
                      </a:lnTo>
                      <a:lnTo>
                        <a:pt x="42" y="104"/>
                      </a:lnTo>
                      <a:lnTo>
                        <a:pt x="42" y="100"/>
                      </a:lnTo>
                      <a:lnTo>
                        <a:pt x="38" y="100"/>
                      </a:lnTo>
                      <a:lnTo>
                        <a:pt x="38" y="98"/>
                      </a:lnTo>
                      <a:lnTo>
                        <a:pt x="38" y="94"/>
                      </a:lnTo>
                      <a:lnTo>
                        <a:pt x="38" y="90"/>
                      </a:lnTo>
                      <a:lnTo>
                        <a:pt x="34" y="90"/>
                      </a:lnTo>
                      <a:lnTo>
                        <a:pt x="34" y="86"/>
                      </a:lnTo>
                      <a:lnTo>
                        <a:pt x="30" y="86"/>
                      </a:lnTo>
                      <a:lnTo>
                        <a:pt x="30" y="90"/>
                      </a:lnTo>
                      <a:lnTo>
                        <a:pt x="28" y="86"/>
                      </a:lnTo>
                      <a:lnTo>
                        <a:pt x="24" y="86"/>
                      </a:lnTo>
                      <a:lnTo>
                        <a:pt x="20" y="86"/>
                      </a:lnTo>
                      <a:lnTo>
                        <a:pt x="20" y="82"/>
                      </a:lnTo>
                      <a:lnTo>
                        <a:pt x="16" y="82"/>
                      </a:lnTo>
                      <a:lnTo>
                        <a:pt x="12" y="82"/>
                      </a:lnTo>
                      <a:lnTo>
                        <a:pt x="12" y="78"/>
                      </a:lnTo>
                      <a:lnTo>
                        <a:pt x="8" y="74"/>
                      </a:lnTo>
                      <a:lnTo>
                        <a:pt x="4" y="74"/>
                      </a:lnTo>
                      <a:lnTo>
                        <a:pt x="4" y="72"/>
                      </a:lnTo>
                      <a:lnTo>
                        <a:pt x="0" y="68"/>
                      </a:lnTo>
                      <a:lnTo>
                        <a:pt x="4" y="64"/>
                      </a:lnTo>
                      <a:lnTo>
                        <a:pt x="0" y="64"/>
                      </a:lnTo>
                      <a:lnTo>
                        <a:pt x="0" y="60"/>
                      </a:lnTo>
                      <a:lnTo>
                        <a:pt x="4" y="60"/>
                      </a:lnTo>
                      <a:lnTo>
                        <a:pt x="8" y="60"/>
                      </a:lnTo>
                      <a:lnTo>
                        <a:pt x="4" y="56"/>
                      </a:lnTo>
                      <a:lnTo>
                        <a:pt x="8" y="56"/>
                      </a:lnTo>
                      <a:lnTo>
                        <a:pt x="12" y="56"/>
                      </a:lnTo>
                      <a:lnTo>
                        <a:pt x="16" y="56"/>
                      </a:lnTo>
                      <a:lnTo>
                        <a:pt x="16" y="52"/>
                      </a:lnTo>
                      <a:lnTo>
                        <a:pt x="20" y="52"/>
                      </a:lnTo>
                      <a:lnTo>
                        <a:pt x="20" y="56"/>
                      </a:lnTo>
                      <a:lnTo>
                        <a:pt x="20" y="52"/>
                      </a:lnTo>
                      <a:lnTo>
                        <a:pt x="24" y="52"/>
                      </a:lnTo>
                      <a:lnTo>
                        <a:pt x="28" y="52"/>
                      </a:lnTo>
                      <a:lnTo>
                        <a:pt x="28" y="48"/>
                      </a:lnTo>
                      <a:lnTo>
                        <a:pt x="30" y="48"/>
                      </a:lnTo>
                      <a:lnTo>
                        <a:pt x="28" y="48"/>
                      </a:lnTo>
                      <a:lnTo>
                        <a:pt x="28" y="44"/>
                      </a:lnTo>
                      <a:lnTo>
                        <a:pt x="30" y="44"/>
                      </a:lnTo>
                      <a:lnTo>
                        <a:pt x="34" y="44"/>
                      </a:lnTo>
                      <a:lnTo>
                        <a:pt x="34" y="42"/>
                      </a:lnTo>
                      <a:lnTo>
                        <a:pt x="38" y="42"/>
                      </a:lnTo>
                      <a:lnTo>
                        <a:pt x="38" y="38"/>
                      </a:lnTo>
                      <a:lnTo>
                        <a:pt x="42" y="38"/>
                      </a:lnTo>
                      <a:lnTo>
                        <a:pt x="42" y="42"/>
                      </a:lnTo>
                      <a:lnTo>
                        <a:pt x="42" y="38"/>
                      </a:lnTo>
                      <a:lnTo>
                        <a:pt x="46" y="38"/>
                      </a:lnTo>
                      <a:lnTo>
                        <a:pt x="46" y="34"/>
                      </a:lnTo>
                      <a:lnTo>
                        <a:pt x="50" y="34"/>
                      </a:lnTo>
                      <a:lnTo>
                        <a:pt x="54" y="34"/>
                      </a:lnTo>
                      <a:lnTo>
                        <a:pt x="56" y="30"/>
                      </a:lnTo>
                      <a:lnTo>
                        <a:pt x="60" y="30"/>
                      </a:lnTo>
                      <a:lnTo>
                        <a:pt x="64" y="30"/>
                      </a:lnTo>
                      <a:lnTo>
                        <a:pt x="64" y="26"/>
                      </a:lnTo>
                      <a:lnTo>
                        <a:pt x="68" y="26"/>
                      </a:lnTo>
                      <a:lnTo>
                        <a:pt x="72" y="30"/>
                      </a:lnTo>
                      <a:lnTo>
                        <a:pt x="72" y="26"/>
                      </a:lnTo>
                      <a:lnTo>
                        <a:pt x="76" y="26"/>
                      </a:lnTo>
                      <a:lnTo>
                        <a:pt x="76" y="30"/>
                      </a:lnTo>
                      <a:lnTo>
                        <a:pt x="80" y="30"/>
                      </a:lnTo>
                      <a:lnTo>
                        <a:pt x="84" y="30"/>
                      </a:lnTo>
                      <a:lnTo>
                        <a:pt x="86" y="30"/>
                      </a:lnTo>
                      <a:lnTo>
                        <a:pt x="90" y="30"/>
                      </a:lnTo>
                      <a:lnTo>
                        <a:pt x="94" y="30"/>
                      </a:lnTo>
                      <a:lnTo>
                        <a:pt x="94" y="34"/>
                      </a:lnTo>
                      <a:lnTo>
                        <a:pt x="94" y="38"/>
                      </a:lnTo>
                      <a:lnTo>
                        <a:pt x="94" y="42"/>
                      </a:lnTo>
                      <a:lnTo>
                        <a:pt x="98" y="42"/>
                      </a:lnTo>
                      <a:lnTo>
                        <a:pt x="98" y="44"/>
                      </a:lnTo>
                      <a:lnTo>
                        <a:pt x="102" y="42"/>
                      </a:lnTo>
                      <a:lnTo>
                        <a:pt x="106" y="44"/>
                      </a:lnTo>
                      <a:lnTo>
                        <a:pt x="110" y="44"/>
                      </a:lnTo>
                      <a:lnTo>
                        <a:pt x="112" y="44"/>
                      </a:lnTo>
                      <a:lnTo>
                        <a:pt x="116" y="44"/>
                      </a:lnTo>
                      <a:lnTo>
                        <a:pt x="120" y="44"/>
                      </a:lnTo>
                      <a:lnTo>
                        <a:pt x="124" y="44"/>
                      </a:lnTo>
                      <a:lnTo>
                        <a:pt x="128" y="44"/>
                      </a:lnTo>
                      <a:lnTo>
                        <a:pt x="132" y="44"/>
                      </a:lnTo>
                      <a:lnTo>
                        <a:pt x="136" y="48"/>
                      </a:lnTo>
                      <a:lnTo>
                        <a:pt x="138" y="48"/>
                      </a:lnTo>
                      <a:lnTo>
                        <a:pt x="138" y="44"/>
                      </a:lnTo>
                      <a:lnTo>
                        <a:pt x="142" y="44"/>
                      </a:lnTo>
                      <a:lnTo>
                        <a:pt x="146" y="44"/>
                      </a:lnTo>
                      <a:lnTo>
                        <a:pt x="146" y="42"/>
                      </a:lnTo>
                      <a:lnTo>
                        <a:pt x="150" y="42"/>
                      </a:lnTo>
                      <a:lnTo>
                        <a:pt x="150" y="38"/>
                      </a:lnTo>
                      <a:lnTo>
                        <a:pt x="150" y="34"/>
                      </a:lnTo>
                      <a:lnTo>
                        <a:pt x="146" y="30"/>
                      </a:lnTo>
                      <a:lnTo>
                        <a:pt x="146" y="26"/>
                      </a:lnTo>
                      <a:lnTo>
                        <a:pt x="142" y="22"/>
                      </a:lnTo>
                      <a:lnTo>
                        <a:pt x="146" y="18"/>
                      </a:lnTo>
                      <a:lnTo>
                        <a:pt x="146" y="14"/>
                      </a:lnTo>
                      <a:lnTo>
                        <a:pt x="146" y="12"/>
                      </a:lnTo>
                      <a:lnTo>
                        <a:pt x="150" y="12"/>
                      </a:lnTo>
                      <a:lnTo>
                        <a:pt x="150" y="14"/>
                      </a:lnTo>
                      <a:lnTo>
                        <a:pt x="150" y="12"/>
                      </a:lnTo>
                      <a:lnTo>
                        <a:pt x="150" y="8"/>
                      </a:lnTo>
                      <a:lnTo>
                        <a:pt x="152" y="8"/>
                      </a:lnTo>
                      <a:lnTo>
                        <a:pt x="156" y="8"/>
                      </a:lnTo>
                      <a:lnTo>
                        <a:pt x="156" y="4"/>
                      </a:lnTo>
                      <a:lnTo>
                        <a:pt x="156" y="0"/>
                      </a:lnTo>
                      <a:lnTo>
                        <a:pt x="160" y="0"/>
                      </a:lnTo>
                      <a:lnTo>
                        <a:pt x="164" y="4"/>
                      </a:lnTo>
                      <a:lnTo>
                        <a:pt x="168" y="4"/>
                      </a:lnTo>
                      <a:lnTo>
                        <a:pt x="172" y="4"/>
                      </a:lnTo>
                      <a:lnTo>
                        <a:pt x="172" y="8"/>
                      </a:lnTo>
                      <a:lnTo>
                        <a:pt x="176" y="8"/>
                      </a:lnTo>
                      <a:lnTo>
                        <a:pt x="180" y="8"/>
                      </a:lnTo>
                      <a:lnTo>
                        <a:pt x="182" y="8"/>
                      </a:lnTo>
                      <a:lnTo>
                        <a:pt x="186" y="12"/>
                      </a:lnTo>
                      <a:lnTo>
                        <a:pt x="190" y="12"/>
                      </a:lnTo>
                      <a:lnTo>
                        <a:pt x="194" y="14"/>
                      </a:lnTo>
                      <a:lnTo>
                        <a:pt x="194" y="12"/>
                      </a:lnTo>
                      <a:lnTo>
                        <a:pt x="198" y="12"/>
                      </a:lnTo>
                      <a:lnTo>
                        <a:pt x="198" y="14"/>
                      </a:lnTo>
                      <a:lnTo>
                        <a:pt x="202" y="14"/>
                      </a:lnTo>
                      <a:lnTo>
                        <a:pt x="206" y="14"/>
                      </a:lnTo>
                      <a:lnTo>
                        <a:pt x="206" y="18"/>
                      </a:lnTo>
                      <a:lnTo>
                        <a:pt x="206" y="22"/>
                      </a:lnTo>
                      <a:lnTo>
                        <a:pt x="206" y="26"/>
                      </a:lnTo>
                      <a:lnTo>
                        <a:pt x="206" y="30"/>
                      </a:lnTo>
                      <a:lnTo>
                        <a:pt x="206" y="34"/>
                      </a:lnTo>
                      <a:lnTo>
                        <a:pt x="208" y="34"/>
                      </a:lnTo>
                      <a:lnTo>
                        <a:pt x="212" y="34"/>
                      </a:lnTo>
                      <a:lnTo>
                        <a:pt x="212" y="38"/>
                      </a:lnTo>
                      <a:lnTo>
                        <a:pt x="216" y="38"/>
                      </a:lnTo>
                      <a:lnTo>
                        <a:pt x="220" y="38"/>
                      </a:lnTo>
                      <a:lnTo>
                        <a:pt x="220" y="42"/>
                      </a:lnTo>
                      <a:lnTo>
                        <a:pt x="224" y="42"/>
                      </a:lnTo>
                      <a:lnTo>
                        <a:pt x="228" y="42"/>
                      </a:lnTo>
                      <a:lnTo>
                        <a:pt x="232" y="42"/>
                      </a:lnTo>
                      <a:lnTo>
                        <a:pt x="236" y="42"/>
                      </a:lnTo>
                      <a:lnTo>
                        <a:pt x="236" y="38"/>
                      </a:lnTo>
                      <a:lnTo>
                        <a:pt x="238" y="38"/>
                      </a:lnTo>
                      <a:lnTo>
                        <a:pt x="242" y="34"/>
                      </a:lnTo>
                      <a:lnTo>
                        <a:pt x="246" y="38"/>
                      </a:lnTo>
                      <a:lnTo>
                        <a:pt x="246" y="34"/>
                      </a:lnTo>
                      <a:lnTo>
                        <a:pt x="250" y="34"/>
                      </a:lnTo>
                      <a:lnTo>
                        <a:pt x="254" y="34"/>
                      </a:lnTo>
                      <a:lnTo>
                        <a:pt x="258" y="34"/>
                      </a:lnTo>
                      <a:lnTo>
                        <a:pt x="258" y="38"/>
                      </a:lnTo>
                      <a:lnTo>
                        <a:pt x="262" y="38"/>
                      </a:lnTo>
                      <a:lnTo>
                        <a:pt x="264" y="38"/>
                      </a:lnTo>
                      <a:lnTo>
                        <a:pt x="268" y="38"/>
                      </a:lnTo>
                      <a:lnTo>
                        <a:pt x="272" y="42"/>
                      </a:lnTo>
                      <a:lnTo>
                        <a:pt x="276" y="44"/>
                      </a:lnTo>
                      <a:lnTo>
                        <a:pt x="280" y="44"/>
                      </a:lnTo>
                      <a:lnTo>
                        <a:pt x="284" y="44"/>
                      </a:lnTo>
                      <a:lnTo>
                        <a:pt x="288" y="44"/>
                      </a:lnTo>
                      <a:lnTo>
                        <a:pt x="288" y="48"/>
                      </a:lnTo>
                      <a:lnTo>
                        <a:pt x="288" y="52"/>
                      </a:lnTo>
                      <a:lnTo>
                        <a:pt x="290" y="56"/>
                      </a:lnTo>
                      <a:lnTo>
                        <a:pt x="294" y="56"/>
                      </a:lnTo>
                      <a:lnTo>
                        <a:pt x="298" y="56"/>
                      </a:lnTo>
                      <a:lnTo>
                        <a:pt x="302" y="56"/>
                      </a:lnTo>
                      <a:lnTo>
                        <a:pt x="306" y="56"/>
                      </a:lnTo>
                      <a:lnTo>
                        <a:pt x="310" y="60"/>
                      </a:lnTo>
                      <a:lnTo>
                        <a:pt x="314" y="60"/>
                      </a:lnTo>
                      <a:lnTo>
                        <a:pt x="318" y="60"/>
                      </a:lnTo>
                      <a:lnTo>
                        <a:pt x="320" y="60"/>
                      </a:lnTo>
                      <a:lnTo>
                        <a:pt x="324" y="60"/>
                      </a:lnTo>
                      <a:lnTo>
                        <a:pt x="328" y="60"/>
                      </a:lnTo>
                      <a:lnTo>
                        <a:pt x="332" y="60"/>
                      </a:lnTo>
                      <a:lnTo>
                        <a:pt x="332" y="56"/>
                      </a:lnTo>
                      <a:lnTo>
                        <a:pt x="336" y="56"/>
                      </a:lnTo>
                      <a:lnTo>
                        <a:pt x="340" y="56"/>
                      </a:lnTo>
                      <a:lnTo>
                        <a:pt x="344" y="56"/>
                      </a:lnTo>
                      <a:lnTo>
                        <a:pt x="346" y="56"/>
                      </a:lnTo>
                      <a:lnTo>
                        <a:pt x="350" y="52"/>
                      </a:lnTo>
                      <a:lnTo>
                        <a:pt x="354" y="52"/>
                      </a:lnTo>
                      <a:lnTo>
                        <a:pt x="354" y="56"/>
                      </a:lnTo>
                      <a:lnTo>
                        <a:pt x="354" y="52"/>
                      </a:lnTo>
                      <a:lnTo>
                        <a:pt x="358" y="52"/>
                      </a:lnTo>
                      <a:lnTo>
                        <a:pt x="362" y="48"/>
                      </a:lnTo>
                      <a:lnTo>
                        <a:pt x="362" y="44"/>
                      </a:lnTo>
                      <a:lnTo>
                        <a:pt x="366" y="44"/>
                      </a:lnTo>
                      <a:lnTo>
                        <a:pt x="370" y="42"/>
                      </a:lnTo>
                      <a:lnTo>
                        <a:pt x="374" y="42"/>
                      </a:lnTo>
                      <a:lnTo>
                        <a:pt x="374" y="38"/>
                      </a:lnTo>
                      <a:lnTo>
                        <a:pt x="376" y="38"/>
                      </a:lnTo>
                      <a:lnTo>
                        <a:pt x="380" y="38"/>
                      </a:lnTo>
                      <a:lnTo>
                        <a:pt x="384" y="38"/>
                      </a:lnTo>
                      <a:lnTo>
                        <a:pt x="384" y="42"/>
                      </a:lnTo>
                      <a:lnTo>
                        <a:pt x="388" y="42"/>
                      </a:lnTo>
                      <a:lnTo>
                        <a:pt x="388" y="44"/>
                      </a:lnTo>
                      <a:lnTo>
                        <a:pt x="392" y="44"/>
                      </a:lnTo>
                      <a:lnTo>
                        <a:pt x="396" y="44"/>
                      </a:lnTo>
                      <a:lnTo>
                        <a:pt x="400" y="44"/>
                      </a:lnTo>
                      <a:lnTo>
                        <a:pt x="402" y="44"/>
                      </a:lnTo>
                      <a:lnTo>
                        <a:pt x="406" y="44"/>
                      </a:lnTo>
                      <a:lnTo>
                        <a:pt x="410" y="44"/>
                      </a:lnTo>
                      <a:lnTo>
                        <a:pt x="410" y="48"/>
                      </a:lnTo>
                      <a:lnTo>
                        <a:pt x="406" y="52"/>
                      </a:lnTo>
                      <a:lnTo>
                        <a:pt x="406" y="56"/>
                      </a:lnTo>
                      <a:lnTo>
                        <a:pt x="406" y="60"/>
                      </a:lnTo>
                      <a:lnTo>
                        <a:pt x="402" y="60"/>
                      </a:lnTo>
                      <a:lnTo>
                        <a:pt x="402" y="64"/>
                      </a:lnTo>
                      <a:lnTo>
                        <a:pt x="400" y="68"/>
                      </a:lnTo>
                      <a:lnTo>
                        <a:pt x="402" y="68"/>
                      </a:lnTo>
                      <a:lnTo>
                        <a:pt x="400" y="72"/>
                      </a:lnTo>
                      <a:lnTo>
                        <a:pt x="396" y="74"/>
                      </a:lnTo>
                      <a:lnTo>
                        <a:pt x="400" y="78"/>
                      </a:lnTo>
                      <a:lnTo>
                        <a:pt x="396" y="82"/>
                      </a:lnTo>
                      <a:lnTo>
                        <a:pt x="392" y="82"/>
                      </a:lnTo>
                      <a:lnTo>
                        <a:pt x="396" y="86"/>
                      </a:lnTo>
                      <a:lnTo>
                        <a:pt x="400" y="90"/>
                      </a:lnTo>
                      <a:lnTo>
                        <a:pt x="402" y="90"/>
                      </a:lnTo>
                      <a:lnTo>
                        <a:pt x="402" y="86"/>
                      </a:lnTo>
                      <a:lnTo>
                        <a:pt x="406" y="90"/>
                      </a:lnTo>
                      <a:lnTo>
                        <a:pt x="410" y="86"/>
                      </a:lnTo>
                      <a:lnTo>
                        <a:pt x="414" y="86"/>
                      </a:lnTo>
                      <a:lnTo>
                        <a:pt x="414" y="90"/>
                      </a:lnTo>
                      <a:lnTo>
                        <a:pt x="418" y="94"/>
                      </a:lnTo>
                      <a:lnTo>
                        <a:pt x="422" y="90"/>
                      </a:lnTo>
                      <a:lnTo>
                        <a:pt x="422" y="86"/>
                      </a:lnTo>
                      <a:lnTo>
                        <a:pt x="426" y="86"/>
                      </a:lnTo>
                      <a:lnTo>
                        <a:pt x="428" y="86"/>
                      </a:lnTo>
                      <a:lnTo>
                        <a:pt x="432" y="86"/>
                      </a:lnTo>
                      <a:lnTo>
                        <a:pt x="436" y="86"/>
                      </a:lnTo>
                      <a:lnTo>
                        <a:pt x="440" y="90"/>
                      </a:lnTo>
                      <a:lnTo>
                        <a:pt x="444" y="94"/>
                      </a:lnTo>
                      <a:lnTo>
                        <a:pt x="448" y="94"/>
                      </a:lnTo>
                      <a:lnTo>
                        <a:pt x="448" y="98"/>
                      </a:lnTo>
                      <a:lnTo>
                        <a:pt x="448" y="100"/>
                      </a:lnTo>
                      <a:lnTo>
                        <a:pt x="452" y="100"/>
                      </a:lnTo>
                      <a:lnTo>
                        <a:pt x="456" y="104"/>
                      </a:lnTo>
                      <a:lnTo>
                        <a:pt x="456" y="108"/>
                      </a:lnTo>
                      <a:lnTo>
                        <a:pt x="456" y="112"/>
                      </a:lnTo>
                      <a:lnTo>
                        <a:pt x="452" y="112"/>
                      </a:lnTo>
                      <a:lnTo>
                        <a:pt x="448" y="112"/>
                      </a:lnTo>
                      <a:lnTo>
                        <a:pt x="444" y="112"/>
                      </a:lnTo>
                      <a:lnTo>
                        <a:pt x="440" y="112"/>
                      </a:lnTo>
                      <a:lnTo>
                        <a:pt x="440" y="108"/>
                      </a:lnTo>
                      <a:lnTo>
                        <a:pt x="440" y="112"/>
                      </a:lnTo>
                      <a:lnTo>
                        <a:pt x="436" y="112"/>
                      </a:lnTo>
                      <a:lnTo>
                        <a:pt x="432" y="112"/>
                      </a:lnTo>
                      <a:lnTo>
                        <a:pt x="428" y="112"/>
                      </a:lnTo>
                      <a:lnTo>
                        <a:pt x="426" y="112"/>
                      </a:lnTo>
                      <a:lnTo>
                        <a:pt x="426" y="116"/>
                      </a:lnTo>
                      <a:lnTo>
                        <a:pt x="422" y="116"/>
                      </a:lnTo>
                      <a:lnTo>
                        <a:pt x="422" y="112"/>
                      </a:lnTo>
                      <a:lnTo>
                        <a:pt x="422" y="116"/>
                      </a:lnTo>
                      <a:lnTo>
                        <a:pt x="418" y="116"/>
                      </a:lnTo>
                      <a:lnTo>
                        <a:pt x="418" y="120"/>
                      </a:lnTo>
                      <a:lnTo>
                        <a:pt x="414" y="120"/>
                      </a:lnTo>
                      <a:lnTo>
                        <a:pt x="410" y="120"/>
                      </a:lnTo>
                      <a:lnTo>
                        <a:pt x="410" y="120"/>
                      </a:lnTo>
                      <a:lnTo>
                        <a:pt x="410" y="120"/>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75" name="Freeform 42">
                  <a:extLst>
                    <a:ext uri="{FF2B5EF4-FFF2-40B4-BE49-F238E27FC236}">
                      <a16:creationId xmlns:a16="http://schemas.microsoft.com/office/drawing/2014/main" id="{4BA8A81B-25AF-1DD7-1EE0-6E0642F25690}"/>
                    </a:ext>
                  </a:extLst>
                </p:cNvPr>
                <p:cNvSpPr>
                  <a:spLocks noEditPoints="1"/>
                </p:cNvSpPr>
                <p:nvPr/>
              </p:nvSpPr>
              <p:spPr bwMode="gray">
                <a:xfrm>
                  <a:off x="7067956" y="3653543"/>
                  <a:ext cx="219147" cy="570475"/>
                </a:xfrm>
                <a:custGeom>
                  <a:avLst/>
                  <a:gdLst>
                    <a:gd name="T0" fmla="*/ 88 w 126"/>
                    <a:gd name="T1" fmla="*/ 314 h 328"/>
                    <a:gd name="T2" fmla="*/ 88 w 126"/>
                    <a:gd name="T3" fmla="*/ 294 h 328"/>
                    <a:gd name="T4" fmla="*/ 88 w 126"/>
                    <a:gd name="T5" fmla="*/ 280 h 328"/>
                    <a:gd name="T6" fmla="*/ 86 w 126"/>
                    <a:gd name="T7" fmla="*/ 262 h 328"/>
                    <a:gd name="T8" fmla="*/ 78 w 126"/>
                    <a:gd name="T9" fmla="*/ 242 h 328"/>
                    <a:gd name="T10" fmla="*/ 78 w 126"/>
                    <a:gd name="T11" fmla="*/ 220 h 328"/>
                    <a:gd name="T12" fmla="*/ 72 w 126"/>
                    <a:gd name="T13" fmla="*/ 202 h 328"/>
                    <a:gd name="T14" fmla="*/ 64 w 126"/>
                    <a:gd name="T15" fmla="*/ 208 h 328"/>
                    <a:gd name="T16" fmla="*/ 56 w 126"/>
                    <a:gd name="T17" fmla="*/ 216 h 328"/>
                    <a:gd name="T18" fmla="*/ 42 w 126"/>
                    <a:gd name="T19" fmla="*/ 224 h 328"/>
                    <a:gd name="T20" fmla="*/ 38 w 126"/>
                    <a:gd name="T21" fmla="*/ 228 h 328"/>
                    <a:gd name="T22" fmla="*/ 34 w 126"/>
                    <a:gd name="T23" fmla="*/ 220 h 328"/>
                    <a:gd name="T24" fmla="*/ 30 w 126"/>
                    <a:gd name="T25" fmla="*/ 208 h 328"/>
                    <a:gd name="T26" fmla="*/ 30 w 126"/>
                    <a:gd name="T27" fmla="*/ 182 h 328"/>
                    <a:gd name="T28" fmla="*/ 22 w 126"/>
                    <a:gd name="T29" fmla="*/ 164 h 328"/>
                    <a:gd name="T30" fmla="*/ 18 w 126"/>
                    <a:gd name="T31" fmla="*/ 152 h 328"/>
                    <a:gd name="T32" fmla="*/ 12 w 126"/>
                    <a:gd name="T33" fmla="*/ 152 h 328"/>
                    <a:gd name="T34" fmla="*/ 12 w 126"/>
                    <a:gd name="T35" fmla="*/ 146 h 328"/>
                    <a:gd name="T36" fmla="*/ 8 w 126"/>
                    <a:gd name="T37" fmla="*/ 146 h 328"/>
                    <a:gd name="T38" fmla="*/ 4 w 126"/>
                    <a:gd name="T39" fmla="*/ 128 h 328"/>
                    <a:gd name="T40" fmla="*/ 12 w 126"/>
                    <a:gd name="T41" fmla="*/ 116 h 328"/>
                    <a:gd name="T42" fmla="*/ 12 w 126"/>
                    <a:gd name="T43" fmla="*/ 102 h 328"/>
                    <a:gd name="T44" fmla="*/ 16 w 126"/>
                    <a:gd name="T45" fmla="*/ 82 h 328"/>
                    <a:gd name="T46" fmla="*/ 30 w 126"/>
                    <a:gd name="T47" fmla="*/ 80 h 328"/>
                    <a:gd name="T48" fmla="*/ 38 w 126"/>
                    <a:gd name="T49" fmla="*/ 54 h 328"/>
                    <a:gd name="T50" fmla="*/ 46 w 126"/>
                    <a:gd name="T51" fmla="*/ 30 h 328"/>
                    <a:gd name="T52" fmla="*/ 72 w 126"/>
                    <a:gd name="T53" fmla="*/ 26 h 328"/>
                    <a:gd name="T54" fmla="*/ 72 w 126"/>
                    <a:gd name="T55" fmla="*/ 4 h 328"/>
                    <a:gd name="T56" fmla="*/ 86 w 126"/>
                    <a:gd name="T57" fmla="*/ 12 h 328"/>
                    <a:gd name="T58" fmla="*/ 92 w 126"/>
                    <a:gd name="T59" fmla="*/ 26 h 328"/>
                    <a:gd name="T60" fmla="*/ 92 w 126"/>
                    <a:gd name="T61" fmla="*/ 50 h 328"/>
                    <a:gd name="T62" fmla="*/ 78 w 126"/>
                    <a:gd name="T63" fmla="*/ 68 h 328"/>
                    <a:gd name="T64" fmla="*/ 78 w 126"/>
                    <a:gd name="T65" fmla="*/ 82 h 328"/>
                    <a:gd name="T66" fmla="*/ 92 w 126"/>
                    <a:gd name="T67" fmla="*/ 82 h 328"/>
                    <a:gd name="T68" fmla="*/ 104 w 126"/>
                    <a:gd name="T69" fmla="*/ 98 h 328"/>
                    <a:gd name="T70" fmla="*/ 104 w 126"/>
                    <a:gd name="T71" fmla="*/ 116 h 328"/>
                    <a:gd name="T72" fmla="*/ 122 w 126"/>
                    <a:gd name="T73" fmla="*/ 124 h 328"/>
                    <a:gd name="T74" fmla="*/ 114 w 126"/>
                    <a:gd name="T75" fmla="*/ 138 h 328"/>
                    <a:gd name="T76" fmla="*/ 104 w 126"/>
                    <a:gd name="T77" fmla="*/ 150 h 328"/>
                    <a:gd name="T78" fmla="*/ 88 w 126"/>
                    <a:gd name="T79" fmla="*/ 156 h 328"/>
                    <a:gd name="T80" fmla="*/ 78 w 126"/>
                    <a:gd name="T81" fmla="*/ 176 h 328"/>
                    <a:gd name="T82" fmla="*/ 78 w 126"/>
                    <a:gd name="T83" fmla="*/ 186 h 328"/>
                    <a:gd name="T84" fmla="*/ 88 w 126"/>
                    <a:gd name="T85" fmla="*/ 206 h 328"/>
                    <a:gd name="T86" fmla="*/ 88 w 126"/>
                    <a:gd name="T87" fmla="*/ 228 h 328"/>
                    <a:gd name="T88" fmla="*/ 88 w 126"/>
                    <a:gd name="T89" fmla="*/ 250 h 328"/>
                    <a:gd name="T90" fmla="*/ 100 w 126"/>
                    <a:gd name="T91" fmla="*/ 268 h 328"/>
                    <a:gd name="T92" fmla="*/ 104 w 126"/>
                    <a:gd name="T93" fmla="*/ 294 h 328"/>
                    <a:gd name="T94" fmla="*/ 92 w 126"/>
                    <a:gd name="T95" fmla="*/ 314 h 328"/>
                    <a:gd name="T96" fmla="*/ 22 w 126"/>
                    <a:gd name="T97" fmla="*/ 164 h 328"/>
                    <a:gd name="T98" fmla="*/ 8 w 126"/>
                    <a:gd name="T99" fmla="*/ 146 h 328"/>
                    <a:gd name="T100" fmla="*/ 26 w 126"/>
                    <a:gd name="T101" fmla="*/ 164 h 328"/>
                    <a:gd name="T102" fmla="*/ 74 w 126"/>
                    <a:gd name="T103" fmla="*/ 212 h 328"/>
                    <a:gd name="T104" fmla="*/ 34 w 126"/>
                    <a:gd name="T105" fmla="*/ 224 h 328"/>
                    <a:gd name="T106" fmla="*/ 82 w 126"/>
                    <a:gd name="T107" fmla="*/ 290 h 328"/>
                    <a:gd name="T108" fmla="*/ 86 w 126"/>
                    <a:gd name="T109" fmla="*/ 328 h 328"/>
                    <a:gd name="T110" fmla="*/ 86 w 126"/>
                    <a:gd name="T111" fmla="*/ 288 h 328"/>
                    <a:gd name="T112" fmla="*/ 82 w 126"/>
                    <a:gd name="T113" fmla="*/ 284 h 328"/>
                    <a:gd name="T114" fmla="*/ 88 w 126"/>
                    <a:gd name="T115" fmla="*/ 290 h 328"/>
                    <a:gd name="T116" fmla="*/ 86 w 126"/>
                    <a:gd name="T117" fmla="*/ 302 h 328"/>
                    <a:gd name="T118" fmla="*/ 82 w 126"/>
                    <a:gd name="T119" fmla="*/ 310 h 3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26" h="328">
                      <a:moveTo>
                        <a:pt x="92" y="314"/>
                      </a:moveTo>
                      <a:lnTo>
                        <a:pt x="92" y="318"/>
                      </a:lnTo>
                      <a:lnTo>
                        <a:pt x="92" y="320"/>
                      </a:lnTo>
                      <a:lnTo>
                        <a:pt x="88" y="324"/>
                      </a:lnTo>
                      <a:lnTo>
                        <a:pt x="88" y="328"/>
                      </a:lnTo>
                      <a:lnTo>
                        <a:pt x="88" y="324"/>
                      </a:lnTo>
                      <a:lnTo>
                        <a:pt x="88" y="320"/>
                      </a:lnTo>
                      <a:lnTo>
                        <a:pt x="88" y="314"/>
                      </a:lnTo>
                      <a:lnTo>
                        <a:pt x="92" y="310"/>
                      </a:lnTo>
                      <a:lnTo>
                        <a:pt x="92" y="306"/>
                      </a:lnTo>
                      <a:lnTo>
                        <a:pt x="92" y="302"/>
                      </a:lnTo>
                      <a:lnTo>
                        <a:pt x="92" y="298"/>
                      </a:lnTo>
                      <a:lnTo>
                        <a:pt x="92" y="294"/>
                      </a:lnTo>
                      <a:lnTo>
                        <a:pt x="92" y="298"/>
                      </a:lnTo>
                      <a:lnTo>
                        <a:pt x="88" y="298"/>
                      </a:lnTo>
                      <a:lnTo>
                        <a:pt x="88" y="294"/>
                      </a:lnTo>
                      <a:lnTo>
                        <a:pt x="92" y="290"/>
                      </a:lnTo>
                      <a:lnTo>
                        <a:pt x="88" y="290"/>
                      </a:lnTo>
                      <a:lnTo>
                        <a:pt x="92" y="288"/>
                      </a:lnTo>
                      <a:lnTo>
                        <a:pt x="88" y="288"/>
                      </a:lnTo>
                      <a:lnTo>
                        <a:pt x="92" y="288"/>
                      </a:lnTo>
                      <a:lnTo>
                        <a:pt x="88" y="288"/>
                      </a:lnTo>
                      <a:lnTo>
                        <a:pt x="88" y="284"/>
                      </a:lnTo>
                      <a:lnTo>
                        <a:pt x="88" y="280"/>
                      </a:lnTo>
                      <a:lnTo>
                        <a:pt x="88" y="276"/>
                      </a:lnTo>
                      <a:lnTo>
                        <a:pt x="88" y="272"/>
                      </a:lnTo>
                      <a:lnTo>
                        <a:pt x="88" y="268"/>
                      </a:lnTo>
                      <a:lnTo>
                        <a:pt x="88" y="264"/>
                      </a:lnTo>
                      <a:lnTo>
                        <a:pt x="86" y="264"/>
                      </a:lnTo>
                      <a:lnTo>
                        <a:pt x="86" y="262"/>
                      </a:lnTo>
                      <a:lnTo>
                        <a:pt x="86" y="258"/>
                      </a:lnTo>
                      <a:lnTo>
                        <a:pt x="86" y="262"/>
                      </a:lnTo>
                      <a:lnTo>
                        <a:pt x="86" y="264"/>
                      </a:lnTo>
                      <a:lnTo>
                        <a:pt x="82" y="264"/>
                      </a:lnTo>
                      <a:lnTo>
                        <a:pt x="82" y="262"/>
                      </a:lnTo>
                      <a:lnTo>
                        <a:pt x="82" y="258"/>
                      </a:lnTo>
                      <a:lnTo>
                        <a:pt x="82" y="254"/>
                      </a:lnTo>
                      <a:lnTo>
                        <a:pt x="82" y="250"/>
                      </a:lnTo>
                      <a:lnTo>
                        <a:pt x="78" y="246"/>
                      </a:lnTo>
                      <a:lnTo>
                        <a:pt x="78" y="242"/>
                      </a:lnTo>
                      <a:lnTo>
                        <a:pt x="78" y="238"/>
                      </a:lnTo>
                      <a:lnTo>
                        <a:pt x="78" y="234"/>
                      </a:lnTo>
                      <a:lnTo>
                        <a:pt x="78" y="232"/>
                      </a:lnTo>
                      <a:lnTo>
                        <a:pt x="78" y="228"/>
                      </a:lnTo>
                      <a:lnTo>
                        <a:pt x="78" y="224"/>
                      </a:lnTo>
                      <a:lnTo>
                        <a:pt x="74" y="224"/>
                      </a:lnTo>
                      <a:lnTo>
                        <a:pt x="74" y="220"/>
                      </a:lnTo>
                      <a:lnTo>
                        <a:pt x="78" y="220"/>
                      </a:lnTo>
                      <a:lnTo>
                        <a:pt x="78" y="216"/>
                      </a:lnTo>
                      <a:lnTo>
                        <a:pt x="74" y="216"/>
                      </a:lnTo>
                      <a:lnTo>
                        <a:pt x="78" y="212"/>
                      </a:lnTo>
                      <a:lnTo>
                        <a:pt x="74" y="212"/>
                      </a:lnTo>
                      <a:lnTo>
                        <a:pt x="72" y="212"/>
                      </a:lnTo>
                      <a:lnTo>
                        <a:pt x="72" y="208"/>
                      </a:lnTo>
                      <a:lnTo>
                        <a:pt x="72" y="206"/>
                      </a:lnTo>
                      <a:lnTo>
                        <a:pt x="72" y="202"/>
                      </a:lnTo>
                      <a:lnTo>
                        <a:pt x="68" y="202"/>
                      </a:lnTo>
                      <a:lnTo>
                        <a:pt x="68" y="198"/>
                      </a:lnTo>
                      <a:lnTo>
                        <a:pt x="68" y="202"/>
                      </a:lnTo>
                      <a:lnTo>
                        <a:pt x="68" y="206"/>
                      </a:lnTo>
                      <a:lnTo>
                        <a:pt x="64" y="206"/>
                      </a:lnTo>
                      <a:lnTo>
                        <a:pt x="64" y="208"/>
                      </a:lnTo>
                      <a:lnTo>
                        <a:pt x="68" y="208"/>
                      </a:lnTo>
                      <a:lnTo>
                        <a:pt x="64" y="208"/>
                      </a:lnTo>
                      <a:lnTo>
                        <a:pt x="64" y="212"/>
                      </a:lnTo>
                      <a:lnTo>
                        <a:pt x="60" y="212"/>
                      </a:lnTo>
                      <a:lnTo>
                        <a:pt x="56" y="212"/>
                      </a:lnTo>
                      <a:lnTo>
                        <a:pt x="56" y="208"/>
                      </a:lnTo>
                      <a:lnTo>
                        <a:pt x="56" y="212"/>
                      </a:lnTo>
                      <a:lnTo>
                        <a:pt x="56" y="216"/>
                      </a:lnTo>
                      <a:lnTo>
                        <a:pt x="52" y="216"/>
                      </a:lnTo>
                      <a:lnTo>
                        <a:pt x="56" y="216"/>
                      </a:lnTo>
                      <a:lnTo>
                        <a:pt x="52" y="220"/>
                      </a:lnTo>
                      <a:lnTo>
                        <a:pt x="48" y="220"/>
                      </a:lnTo>
                      <a:lnTo>
                        <a:pt x="48" y="224"/>
                      </a:lnTo>
                      <a:lnTo>
                        <a:pt x="46" y="228"/>
                      </a:lnTo>
                      <a:lnTo>
                        <a:pt x="46" y="224"/>
                      </a:lnTo>
                      <a:lnTo>
                        <a:pt x="46" y="220"/>
                      </a:lnTo>
                      <a:lnTo>
                        <a:pt x="46" y="224"/>
                      </a:lnTo>
                      <a:lnTo>
                        <a:pt x="42" y="224"/>
                      </a:lnTo>
                      <a:lnTo>
                        <a:pt x="46" y="224"/>
                      </a:lnTo>
                      <a:lnTo>
                        <a:pt x="42" y="224"/>
                      </a:lnTo>
                      <a:lnTo>
                        <a:pt x="42" y="228"/>
                      </a:lnTo>
                      <a:lnTo>
                        <a:pt x="42" y="224"/>
                      </a:lnTo>
                      <a:lnTo>
                        <a:pt x="42" y="220"/>
                      </a:lnTo>
                      <a:lnTo>
                        <a:pt x="42" y="224"/>
                      </a:lnTo>
                      <a:lnTo>
                        <a:pt x="42" y="228"/>
                      </a:lnTo>
                      <a:lnTo>
                        <a:pt x="38" y="228"/>
                      </a:lnTo>
                      <a:lnTo>
                        <a:pt x="38" y="224"/>
                      </a:lnTo>
                      <a:lnTo>
                        <a:pt x="38" y="220"/>
                      </a:lnTo>
                      <a:lnTo>
                        <a:pt x="38" y="224"/>
                      </a:lnTo>
                      <a:lnTo>
                        <a:pt x="34" y="224"/>
                      </a:lnTo>
                      <a:lnTo>
                        <a:pt x="38" y="220"/>
                      </a:lnTo>
                      <a:lnTo>
                        <a:pt x="34" y="220"/>
                      </a:lnTo>
                      <a:lnTo>
                        <a:pt x="34" y="224"/>
                      </a:lnTo>
                      <a:lnTo>
                        <a:pt x="34" y="220"/>
                      </a:lnTo>
                      <a:lnTo>
                        <a:pt x="34" y="216"/>
                      </a:lnTo>
                      <a:lnTo>
                        <a:pt x="34" y="220"/>
                      </a:lnTo>
                      <a:lnTo>
                        <a:pt x="30" y="220"/>
                      </a:lnTo>
                      <a:lnTo>
                        <a:pt x="30" y="224"/>
                      </a:lnTo>
                      <a:lnTo>
                        <a:pt x="26" y="224"/>
                      </a:lnTo>
                      <a:lnTo>
                        <a:pt x="30" y="216"/>
                      </a:lnTo>
                      <a:lnTo>
                        <a:pt x="30" y="212"/>
                      </a:lnTo>
                      <a:lnTo>
                        <a:pt x="30" y="208"/>
                      </a:lnTo>
                      <a:lnTo>
                        <a:pt x="30" y="206"/>
                      </a:lnTo>
                      <a:lnTo>
                        <a:pt x="34" y="202"/>
                      </a:lnTo>
                      <a:lnTo>
                        <a:pt x="34" y="198"/>
                      </a:lnTo>
                      <a:lnTo>
                        <a:pt x="34" y="194"/>
                      </a:lnTo>
                      <a:lnTo>
                        <a:pt x="34" y="190"/>
                      </a:lnTo>
                      <a:lnTo>
                        <a:pt x="30" y="186"/>
                      </a:lnTo>
                      <a:lnTo>
                        <a:pt x="34" y="186"/>
                      </a:lnTo>
                      <a:lnTo>
                        <a:pt x="30" y="182"/>
                      </a:lnTo>
                      <a:lnTo>
                        <a:pt x="30" y="180"/>
                      </a:lnTo>
                      <a:lnTo>
                        <a:pt x="30" y="176"/>
                      </a:lnTo>
                      <a:lnTo>
                        <a:pt x="26" y="172"/>
                      </a:lnTo>
                      <a:lnTo>
                        <a:pt x="26" y="176"/>
                      </a:lnTo>
                      <a:lnTo>
                        <a:pt x="26" y="172"/>
                      </a:lnTo>
                      <a:lnTo>
                        <a:pt x="26" y="168"/>
                      </a:lnTo>
                      <a:lnTo>
                        <a:pt x="22" y="168"/>
                      </a:lnTo>
                      <a:lnTo>
                        <a:pt x="22" y="164"/>
                      </a:lnTo>
                      <a:lnTo>
                        <a:pt x="26" y="164"/>
                      </a:lnTo>
                      <a:lnTo>
                        <a:pt x="22" y="160"/>
                      </a:lnTo>
                      <a:lnTo>
                        <a:pt x="22" y="156"/>
                      </a:lnTo>
                      <a:lnTo>
                        <a:pt x="18" y="156"/>
                      </a:lnTo>
                      <a:lnTo>
                        <a:pt x="22" y="152"/>
                      </a:lnTo>
                      <a:lnTo>
                        <a:pt x="22" y="156"/>
                      </a:lnTo>
                      <a:lnTo>
                        <a:pt x="22" y="152"/>
                      </a:lnTo>
                      <a:lnTo>
                        <a:pt x="18" y="152"/>
                      </a:lnTo>
                      <a:lnTo>
                        <a:pt x="18" y="156"/>
                      </a:lnTo>
                      <a:lnTo>
                        <a:pt x="18" y="152"/>
                      </a:lnTo>
                      <a:lnTo>
                        <a:pt x="16" y="152"/>
                      </a:lnTo>
                      <a:lnTo>
                        <a:pt x="12" y="152"/>
                      </a:lnTo>
                      <a:lnTo>
                        <a:pt x="16" y="152"/>
                      </a:lnTo>
                      <a:lnTo>
                        <a:pt x="16" y="156"/>
                      </a:lnTo>
                      <a:lnTo>
                        <a:pt x="16" y="152"/>
                      </a:lnTo>
                      <a:lnTo>
                        <a:pt x="12" y="152"/>
                      </a:lnTo>
                      <a:lnTo>
                        <a:pt x="12" y="156"/>
                      </a:lnTo>
                      <a:lnTo>
                        <a:pt x="16" y="156"/>
                      </a:lnTo>
                      <a:lnTo>
                        <a:pt x="12" y="156"/>
                      </a:lnTo>
                      <a:lnTo>
                        <a:pt x="12" y="152"/>
                      </a:lnTo>
                      <a:lnTo>
                        <a:pt x="12" y="150"/>
                      </a:lnTo>
                      <a:lnTo>
                        <a:pt x="12" y="146"/>
                      </a:lnTo>
                      <a:lnTo>
                        <a:pt x="12" y="142"/>
                      </a:lnTo>
                      <a:lnTo>
                        <a:pt x="12" y="146"/>
                      </a:lnTo>
                      <a:lnTo>
                        <a:pt x="12" y="150"/>
                      </a:lnTo>
                      <a:lnTo>
                        <a:pt x="8" y="150"/>
                      </a:lnTo>
                      <a:lnTo>
                        <a:pt x="12" y="146"/>
                      </a:lnTo>
                      <a:lnTo>
                        <a:pt x="8" y="146"/>
                      </a:lnTo>
                      <a:lnTo>
                        <a:pt x="8" y="142"/>
                      </a:lnTo>
                      <a:lnTo>
                        <a:pt x="8" y="146"/>
                      </a:lnTo>
                      <a:lnTo>
                        <a:pt x="8" y="150"/>
                      </a:lnTo>
                      <a:lnTo>
                        <a:pt x="8" y="146"/>
                      </a:lnTo>
                      <a:lnTo>
                        <a:pt x="4" y="146"/>
                      </a:lnTo>
                      <a:lnTo>
                        <a:pt x="4" y="142"/>
                      </a:lnTo>
                      <a:lnTo>
                        <a:pt x="4" y="138"/>
                      </a:lnTo>
                      <a:lnTo>
                        <a:pt x="0" y="138"/>
                      </a:lnTo>
                      <a:lnTo>
                        <a:pt x="0" y="136"/>
                      </a:lnTo>
                      <a:lnTo>
                        <a:pt x="0" y="132"/>
                      </a:lnTo>
                      <a:lnTo>
                        <a:pt x="0" y="128"/>
                      </a:lnTo>
                      <a:lnTo>
                        <a:pt x="4" y="128"/>
                      </a:lnTo>
                      <a:lnTo>
                        <a:pt x="4" y="132"/>
                      </a:lnTo>
                      <a:lnTo>
                        <a:pt x="8" y="132"/>
                      </a:lnTo>
                      <a:lnTo>
                        <a:pt x="8" y="128"/>
                      </a:lnTo>
                      <a:lnTo>
                        <a:pt x="4" y="128"/>
                      </a:lnTo>
                      <a:lnTo>
                        <a:pt x="4" y="124"/>
                      </a:lnTo>
                      <a:lnTo>
                        <a:pt x="4" y="120"/>
                      </a:lnTo>
                      <a:lnTo>
                        <a:pt x="8" y="116"/>
                      </a:lnTo>
                      <a:lnTo>
                        <a:pt x="12" y="116"/>
                      </a:lnTo>
                      <a:lnTo>
                        <a:pt x="12" y="112"/>
                      </a:lnTo>
                      <a:lnTo>
                        <a:pt x="12" y="116"/>
                      </a:lnTo>
                      <a:lnTo>
                        <a:pt x="16" y="116"/>
                      </a:lnTo>
                      <a:lnTo>
                        <a:pt x="16" y="112"/>
                      </a:lnTo>
                      <a:lnTo>
                        <a:pt x="16" y="110"/>
                      </a:lnTo>
                      <a:lnTo>
                        <a:pt x="12" y="110"/>
                      </a:lnTo>
                      <a:lnTo>
                        <a:pt x="12" y="106"/>
                      </a:lnTo>
                      <a:lnTo>
                        <a:pt x="12" y="102"/>
                      </a:lnTo>
                      <a:lnTo>
                        <a:pt x="12" y="98"/>
                      </a:lnTo>
                      <a:lnTo>
                        <a:pt x="16" y="98"/>
                      </a:lnTo>
                      <a:lnTo>
                        <a:pt x="16" y="102"/>
                      </a:lnTo>
                      <a:lnTo>
                        <a:pt x="16" y="98"/>
                      </a:lnTo>
                      <a:lnTo>
                        <a:pt x="16" y="94"/>
                      </a:lnTo>
                      <a:lnTo>
                        <a:pt x="18" y="90"/>
                      </a:lnTo>
                      <a:lnTo>
                        <a:pt x="16" y="86"/>
                      </a:lnTo>
                      <a:lnTo>
                        <a:pt x="16" y="82"/>
                      </a:lnTo>
                      <a:lnTo>
                        <a:pt x="16" y="80"/>
                      </a:lnTo>
                      <a:lnTo>
                        <a:pt x="16" y="82"/>
                      </a:lnTo>
                      <a:lnTo>
                        <a:pt x="18" y="82"/>
                      </a:lnTo>
                      <a:lnTo>
                        <a:pt x="22" y="82"/>
                      </a:lnTo>
                      <a:lnTo>
                        <a:pt x="26" y="82"/>
                      </a:lnTo>
                      <a:lnTo>
                        <a:pt x="26" y="86"/>
                      </a:lnTo>
                      <a:lnTo>
                        <a:pt x="30" y="82"/>
                      </a:lnTo>
                      <a:lnTo>
                        <a:pt x="30" y="80"/>
                      </a:lnTo>
                      <a:lnTo>
                        <a:pt x="30" y="76"/>
                      </a:lnTo>
                      <a:lnTo>
                        <a:pt x="34" y="72"/>
                      </a:lnTo>
                      <a:lnTo>
                        <a:pt x="34" y="68"/>
                      </a:lnTo>
                      <a:lnTo>
                        <a:pt x="38" y="64"/>
                      </a:lnTo>
                      <a:lnTo>
                        <a:pt x="34" y="60"/>
                      </a:lnTo>
                      <a:lnTo>
                        <a:pt x="34" y="56"/>
                      </a:lnTo>
                      <a:lnTo>
                        <a:pt x="38" y="56"/>
                      </a:lnTo>
                      <a:lnTo>
                        <a:pt x="38" y="54"/>
                      </a:lnTo>
                      <a:lnTo>
                        <a:pt x="42" y="54"/>
                      </a:lnTo>
                      <a:lnTo>
                        <a:pt x="42" y="50"/>
                      </a:lnTo>
                      <a:lnTo>
                        <a:pt x="42" y="46"/>
                      </a:lnTo>
                      <a:lnTo>
                        <a:pt x="42" y="42"/>
                      </a:lnTo>
                      <a:lnTo>
                        <a:pt x="42" y="38"/>
                      </a:lnTo>
                      <a:lnTo>
                        <a:pt x="42" y="34"/>
                      </a:lnTo>
                      <a:lnTo>
                        <a:pt x="46" y="34"/>
                      </a:lnTo>
                      <a:lnTo>
                        <a:pt x="46" y="30"/>
                      </a:lnTo>
                      <a:lnTo>
                        <a:pt x="48" y="30"/>
                      </a:lnTo>
                      <a:lnTo>
                        <a:pt x="52" y="26"/>
                      </a:lnTo>
                      <a:lnTo>
                        <a:pt x="56" y="24"/>
                      </a:lnTo>
                      <a:lnTo>
                        <a:pt x="60" y="24"/>
                      </a:lnTo>
                      <a:lnTo>
                        <a:pt x="64" y="24"/>
                      </a:lnTo>
                      <a:lnTo>
                        <a:pt x="68" y="24"/>
                      </a:lnTo>
                      <a:lnTo>
                        <a:pt x="68" y="26"/>
                      </a:lnTo>
                      <a:lnTo>
                        <a:pt x="72" y="26"/>
                      </a:lnTo>
                      <a:lnTo>
                        <a:pt x="68" y="24"/>
                      </a:lnTo>
                      <a:lnTo>
                        <a:pt x="68" y="20"/>
                      </a:lnTo>
                      <a:lnTo>
                        <a:pt x="68" y="16"/>
                      </a:lnTo>
                      <a:lnTo>
                        <a:pt x="72" y="16"/>
                      </a:lnTo>
                      <a:lnTo>
                        <a:pt x="72" y="12"/>
                      </a:lnTo>
                      <a:lnTo>
                        <a:pt x="74" y="12"/>
                      </a:lnTo>
                      <a:lnTo>
                        <a:pt x="72" y="8"/>
                      </a:lnTo>
                      <a:lnTo>
                        <a:pt x="72" y="4"/>
                      </a:lnTo>
                      <a:lnTo>
                        <a:pt x="74" y="4"/>
                      </a:lnTo>
                      <a:lnTo>
                        <a:pt x="74" y="0"/>
                      </a:lnTo>
                      <a:lnTo>
                        <a:pt x="78" y="0"/>
                      </a:lnTo>
                      <a:lnTo>
                        <a:pt x="78" y="4"/>
                      </a:lnTo>
                      <a:lnTo>
                        <a:pt x="82" y="4"/>
                      </a:lnTo>
                      <a:lnTo>
                        <a:pt x="82" y="8"/>
                      </a:lnTo>
                      <a:lnTo>
                        <a:pt x="82" y="12"/>
                      </a:lnTo>
                      <a:lnTo>
                        <a:pt x="86" y="12"/>
                      </a:lnTo>
                      <a:lnTo>
                        <a:pt x="86" y="16"/>
                      </a:lnTo>
                      <a:lnTo>
                        <a:pt x="86" y="20"/>
                      </a:lnTo>
                      <a:lnTo>
                        <a:pt x="88" y="20"/>
                      </a:lnTo>
                      <a:lnTo>
                        <a:pt x="88" y="16"/>
                      </a:lnTo>
                      <a:lnTo>
                        <a:pt x="88" y="20"/>
                      </a:lnTo>
                      <a:lnTo>
                        <a:pt x="92" y="20"/>
                      </a:lnTo>
                      <a:lnTo>
                        <a:pt x="92" y="24"/>
                      </a:lnTo>
                      <a:lnTo>
                        <a:pt x="92" y="26"/>
                      </a:lnTo>
                      <a:lnTo>
                        <a:pt x="92" y="30"/>
                      </a:lnTo>
                      <a:lnTo>
                        <a:pt x="92" y="34"/>
                      </a:lnTo>
                      <a:lnTo>
                        <a:pt x="92" y="38"/>
                      </a:lnTo>
                      <a:lnTo>
                        <a:pt x="92" y="42"/>
                      </a:lnTo>
                      <a:lnTo>
                        <a:pt x="92" y="46"/>
                      </a:lnTo>
                      <a:lnTo>
                        <a:pt x="88" y="46"/>
                      </a:lnTo>
                      <a:lnTo>
                        <a:pt x="88" y="50"/>
                      </a:lnTo>
                      <a:lnTo>
                        <a:pt x="92" y="50"/>
                      </a:lnTo>
                      <a:lnTo>
                        <a:pt x="88" y="50"/>
                      </a:lnTo>
                      <a:lnTo>
                        <a:pt x="88" y="54"/>
                      </a:lnTo>
                      <a:lnTo>
                        <a:pt x="86" y="54"/>
                      </a:lnTo>
                      <a:lnTo>
                        <a:pt x="82" y="56"/>
                      </a:lnTo>
                      <a:lnTo>
                        <a:pt x="82" y="60"/>
                      </a:lnTo>
                      <a:lnTo>
                        <a:pt x="78" y="60"/>
                      </a:lnTo>
                      <a:lnTo>
                        <a:pt x="78" y="64"/>
                      </a:lnTo>
                      <a:lnTo>
                        <a:pt x="78" y="68"/>
                      </a:lnTo>
                      <a:lnTo>
                        <a:pt x="74" y="68"/>
                      </a:lnTo>
                      <a:lnTo>
                        <a:pt x="74" y="72"/>
                      </a:lnTo>
                      <a:lnTo>
                        <a:pt x="74" y="76"/>
                      </a:lnTo>
                      <a:lnTo>
                        <a:pt x="78" y="76"/>
                      </a:lnTo>
                      <a:lnTo>
                        <a:pt x="78" y="80"/>
                      </a:lnTo>
                      <a:lnTo>
                        <a:pt x="78" y="82"/>
                      </a:lnTo>
                      <a:lnTo>
                        <a:pt x="74" y="82"/>
                      </a:lnTo>
                      <a:lnTo>
                        <a:pt x="78" y="82"/>
                      </a:lnTo>
                      <a:lnTo>
                        <a:pt x="78" y="86"/>
                      </a:lnTo>
                      <a:lnTo>
                        <a:pt x="78" y="82"/>
                      </a:lnTo>
                      <a:lnTo>
                        <a:pt x="82" y="82"/>
                      </a:lnTo>
                      <a:lnTo>
                        <a:pt x="82" y="80"/>
                      </a:lnTo>
                      <a:lnTo>
                        <a:pt x="86" y="80"/>
                      </a:lnTo>
                      <a:lnTo>
                        <a:pt x="88" y="80"/>
                      </a:lnTo>
                      <a:lnTo>
                        <a:pt x="92" y="80"/>
                      </a:lnTo>
                      <a:lnTo>
                        <a:pt x="92" y="82"/>
                      </a:lnTo>
                      <a:lnTo>
                        <a:pt x="88" y="82"/>
                      </a:lnTo>
                      <a:lnTo>
                        <a:pt x="92" y="86"/>
                      </a:lnTo>
                      <a:lnTo>
                        <a:pt x="92" y="90"/>
                      </a:lnTo>
                      <a:lnTo>
                        <a:pt x="92" y="94"/>
                      </a:lnTo>
                      <a:lnTo>
                        <a:pt x="92" y="98"/>
                      </a:lnTo>
                      <a:lnTo>
                        <a:pt x="96" y="98"/>
                      </a:lnTo>
                      <a:lnTo>
                        <a:pt x="100" y="98"/>
                      </a:lnTo>
                      <a:lnTo>
                        <a:pt x="104" y="98"/>
                      </a:lnTo>
                      <a:lnTo>
                        <a:pt x="104" y="102"/>
                      </a:lnTo>
                      <a:lnTo>
                        <a:pt x="100" y="102"/>
                      </a:lnTo>
                      <a:lnTo>
                        <a:pt x="100" y="106"/>
                      </a:lnTo>
                      <a:lnTo>
                        <a:pt x="100" y="110"/>
                      </a:lnTo>
                      <a:lnTo>
                        <a:pt x="100" y="112"/>
                      </a:lnTo>
                      <a:lnTo>
                        <a:pt x="96" y="116"/>
                      </a:lnTo>
                      <a:lnTo>
                        <a:pt x="100" y="116"/>
                      </a:lnTo>
                      <a:lnTo>
                        <a:pt x="104" y="116"/>
                      </a:lnTo>
                      <a:lnTo>
                        <a:pt x="108" y="116"/>
                      </a:lnTo>
                      <a:lnTo>
                        <a:pt x="108" y="120"/>
                      </a:lnTo>
                      <a:lnTo>
                        <a:pt x="108" y="124"/>
                      </a:lnTo>
                      <a:lnTo>
                        <a:pt x="112" y="124"/>
                      </a:lnTo>
                      <a:lnTo>
                        <a:pt x="112" y="128"/>
                      </a:lnTo>
                      <a:lnTo>
                        <a:pt x="114" y="128"/>
                      </a:lnTo>
                      <a:lnTo>
                        <a:pt x="118" y="128"/>
                      </a:lnTo>
                      <a:lnTo>
                        <a:pt x="122" y="124"/>
                      </a:lnTo>
                      <a:lnTo>
                        <a:pt x="126" y="124"/>
                      </a:lnTo>
                      <a:lnTo>
                        <a:pt x="126" y="128"/>
                      </a:lnTo>
                      <a:lnTo>
                        <a:pt x="122" y="128"/>
                      </a:lnTo>
                      <a:lnTo>
                        <a:pt x="122" y="132"/>
                      </a:lnTo>
                      <a:lnTo>
                        <a:pt x="118" y="132"/>
                      </a:lnTo>
                      <a:lnTo>
                        <a:pt x="118" y="136"/>
                      </a:lnTo>
                      <a:lnTo>
                        <a:pt x="114" y="136"/>
                      </a:lnTo>
                      <a:lnTo>
                        <a:pt x="114" y="138"/>
                      </a:lnTo>
                      <a:lnTo>
                        <a:pt x="118" y="138"/>
                      </a:lnTo>
                      <a:lnTo>
                        <a:pt x="114" y="138"/>
                      </a:lnTo>
                      <a:lnTo>
                        <a:pt x="112" y="138"/>
                      </a:lnTo>
                      <a:lnTo>
                        <a:pt x="112" y="142"/>
                      </a:lnTo>
                      <a:lnTo>
                        <a:pt x="112" y="146"/>
                      </a:lnTo>
                      <a:lnTo>
                        <a:pt x="108" y="146"/>
                      </a:lnTo>
                      <a:lnTo>
                        <a:pt x="104" y="146"/>
                      </a:lnTo>
                      <a:lnTo>
                        <a:pt x="104" y="150"/>
                      </a:lnTo>
                      <a:lnTo>
                        <a:pt x="100" y="150"/>
                      </a:lnTo>
                      <a:lnTo>
                        <a:pt x="100" y="152"/>
                      </a:lnTo>
                      <a:lnTo>
                        <a:pt x="100" y="150"/>
                      </a:lnTo>
                      <a:lnTo>
                        <a:pt x="96" y="150"/>
                      </a:lnTo>
                      <a:lnTo>
                        <a:pt x="96" y="152"/>
                      </a:lnTo>
                      <a:lnTo>
                        <a:pt x="96" y="156"/>
                      </a:lnTo>
                      <a:lnTo>
                        <a:pt x="92" y="156"/>
                      </a:lnTo>
                      <a:lnTo>
                        <a:pt x="88" y="156"/>
                      </a:lnTo>
                      <a:lnTo>
                        <a:pt x="86" y="156"/>
                      </a:lnTo>
                      <a:lnTo>
                        <a:pt x="82" y="156"/>
                      </a:lnTo>
                      <a:lnTo>
                        <a:pt x="82" y="160"/>
                      </a:lnTo>
                      <a:lnTo>
                        <a:pt x="78" y="160"/>
                      </a:lnTo>
                      <a:lnTo>
                        <a:pt x="78" y="164"/>
                      </a:lnTo>
                      <a:lnTo>
                        <a:pt x="78" y="168"/>
                      </a:lnTo>
                      <a:lnTo>
                        <a:pt x="78" y="172"/>
                      </a:lnTo>
                      <a:lnTo>
                        <a:pt x="78" y="176"/>
                      </a:lnTo>
                      <a:lnTo>
                        <a:pt x="78" y="180"/>
                      </a:lnTo>
                      <a:lnTo>
                        <a:pt x="74" y="180"/>
                      </a:lnTo>
                      <a:lnTo>
                        <a:pt x="72" y="180"/>
                      </a:lnTo>
                      <a:lnTo>
                        <a:pt x="74" y="180"/>
                      </a:lnTo>
                      <a:lnTo>
                        <a:pt x="74" y="182"/>
                      </a:lnTo>
                      <a:lnTo>
                        <a:pt x="78" y="182"/>
                      </a:lnTo>
                      <a:lnTo>
                        <a:pt x="74" y="182"/>
                      </a:lnTo>
                      <a:lnTo>
                        <a:pt x="78" y="186"/>
                      </a:lnTo>
                      <a:lnTo>
                        <a:pt x="78" y="190"/>
                      </a:lnTo>
                      <a:lnTo>
                        <a:pt x="78" y="194"/>
                      </a:lnTo>
                      <a:lnTo>
                        <a:pt x="82" y="194"/>
                      </a:lnTo>
                      <a:lnTo>
                        <a:pt x="82" y="198"/>
                      </a:lnTo>
                      <a:lnTo>
                        <a:pt x="82" y="202"/>
                      </a:lnTo>
                      <a:lnTo>
                        <a:pt x="86" y="202"/>
                      </a:lnTo>
                      <a:lnTo>
                        <a:pt x="86" y="206"/>
                      </a:lnTo>
                      <a:lnTo>
                        <a:pt x="88" y="206"/>
                      </a:lnTo>
                      <a:lnTo>
                        <a:pt x="88" y="208"/>
                      </a:lnTo>
                      <a:lnTo>
                        <a:pt x="88" y="212"/>
                      </a:lnTo>
                      <a:lnTo>
                        <a:pt x="88" y="216"/>
                      </a:lnTo>
                      <a:lnTo>
                        <a:pt x="92" y="216"/>
                      </a:lnTo>
                      <a:lnTo>
                        <a:pt x="92" y="220"/>
                      </a:lnTo>
                      <a:lnTo>
                        <a:pt x="88" y="220"/>
                      </a:lnTo>
                      <a:lnTo>
                        <a:pt x="88" y="224"/>
                      </a:lnTo>
                      <a:lnTo>
                        <a:pt x="88" y="228"/>
                      </a:lnTo>
                      <a:lnTo>
                        <a:pt x="88" y="232"/>
                      </a:lnTo>
                      <a:lnTo>
                        <a:pt x="88" y="234"/>
                      </a:lnTo>
                      <a:lnTo>
                        <a:pt x="86" y="234"/>
                      </a:lnTo>
                      <a:lnTo>
                        <a:pt x="86" y="238"/>
                      </a:lnTo>
                      <a:lnTo>
                        <a:pt x="86" y="242"/>
                      </a:lnTo>
                      <a:lnTo>
                        <a:pt x="86" y="246"/>
                      </a:lnTo>
                      <a:lnTo>
                        <a:pt x="88" y="246"/>
                      </a:lnTo>
                      <a:lnTo>
                        <a:pt x="88" y="250"/>
                      </a:lnTo>
                      <a:lnTo>
                        <a:pt x="88" y="254"/>
                      </a:lnTo>
                      <a:lnTo>
                        <a:pt x="92" y="254"/>
                      </a:lnTo>
                      <a:lnTo>
                        <a:pt x="92" y="258"/>
                      </a:lnTo>
                      <a:lnTo>
                        <a:pt x="96" y="258"/>
                      </a:lnTo>
                      <a:lnTo>
                        <a:pt x="96" y="262"/>
                      </a:lnTo>
                      <a:lnTo>
                        <a:pt x="96" y="264"/>
                      </a:lnTo>
                      <a:lnTo>
                        <a:pt x="96" y="268"/>
                      </a:lnTo>
                      <a:lnTo>
                        <a:pt x="100" y="268"/>
                      </a:lnTo>
                      <a:lnTo>
                        <a:pt x="100" y="272"/>
                      </a:lnTo>
                      <a:lnTo>
                        <a:pt x="96" y="272"/>
                      </a:lnTo>
                      <a:lnTo>
                        <a:pt x="100" y="280"/>
                      </a:lnTo>
                      <a:lnTo>
                        <a:pt x="100" y="284"/>
                      </a:lnTo>
                      <a:lnTo>
                        <a:pt x="100" y="288"/>
                      </a:lnTo>
                      <a:lnTo>
                        <a:pt x="104" y="288"/>
                      </a:lnTo>
                      <a:lnTo>
                        <a:pt x="104" y="290"/>
                      </a:lnTo>
                      <a:lnTo>
                        <a:pt x="104" y="294"/>
                      </a:lnTo>
                      <a:lnTo>
                        <a:pt x="104" y="298"/>
                      </a:lnTo>
                      <a:lnTo>
                        <a:pt x="100" y="298"/>
                      </a:lnTo>
                      <a:lnTo>
                        <a:pt x="100" y="302"/>
                      </a:lnTo>
                      <a:lnTo>
                        <a:pt x="100" y="306"/>
                      </a:lnTo>
                      <a:lnTo>
                        <a:pt x="96" y="310"/>
                      </a:lnTo>
                      <a:lnTo>
                        <a:pt x="92" y="314"/>
                      </a:lnTo>
                      <a:lnTo>
                        <a:pt x="92" y="314"/>
                      </a:lnTo>
                      <a:lnTo>
                        <a:pt x="92" y="314"/>
                      </a:lnTo>
                      <a:close/>
                      <a:moveTo>
                        <a:pt x="22" y="164"/>
                      </a:moveTo>
                      <a:lnTo>
                        <a:pt x="22" y="168"/>
                      </a:lnTo>
                      <a:lnTo>
                        <a:pt x="26" y="168"/>
                      </a:lnTo>
                      <a:lnTo>
                        <a:pt x="26" y="172"/>
                      </a:lnTo>
                      <a:lnTo>
                        <a:pt x="22" y="172"/>
                      </a:lnTo>
                      <a:lnTo>
                        <a:pt x="18" y="168"/>
                      </a:lnTo>
                      <a:lnTo>
                        <a:pt x="18" y="164"/>
                      </a:lnTo>
                      <a:lnTo>
                        <a:pt x="22" y="164"/>
                      </a:lnTo>
                      <a:lnTo>
                        <a:pt x="22" y="168"/>
                      </a:lnTo>
                      <a:lnTo>
                        <a:pt x="22" y="164"/>
                      </a:lnTo>
                      <a:lnTo>
                        <a:pt x="22" y="164"/>
                      </a:lnTo>
                      <a:lnTo>
                        <a:pt x="22" y="164"/>
                      </a:lnTo>
                      <a:close/>
                      <a:moveTo>
                        <a:pt x="8" y="146"/>
                      </a:moveTo>
                      <a:lnTo>
                        <a:pt x="8" y="150"/>
                      </a:lnTo>
                      <a:lnTo>
                        <a:pt x="8" y="146"/>
                      </a:lnTo>
                      <a:lnTo>
                        <a:pt x="8" y="146"/>
                      </a:lnTo>
                      <a:lnTo>
                        <a:pt x="8" y="146"/>
                      </a:lnTo>
                      <a:close/>
                      <a:moveTo>
                        <a:pt x="18" y="152"/>
                      </a:moveTo>
                      <a:lnTo>
                        <a:pt x="18" y="156"/>
                      </a:lnTo>
                      <a:lnTo>
                        <a:pt x="16" y="152"/>
                      </a:lnTo>
                      <a:lnTo>
                        <a:pt x="18" y="152"/>
                      </a:lnTo>
                      <a:lnTo>
                        <a:pt x="18" y="152"/>
                      </a:lnTo>
                      <a:lnTo>
                        <a:pt x="18" y="152"/>
                      </a:lnTo>
                      <a:close/>
                      <a:moveTo>
                        <a:pt x="26" y="164"/>
                      </a:moveTo>
                      <a:lnTo>
                        <a:pt x="22" y="164"/>
                      </a:lnTo>
                      <a:lnTo>
                        <a:pt x="18" y="164"/>
                      </a:lnTo>
                      <a:lnTo>
                        <a:pt x="18" y="160"/>
                      </a:lnTo>
                      <a:lnTo>
                        <a:pt x="22" y="160"/>
                      </a:lnTo>
                      <a:lnTo>
                        <a:pt x="26" y="164"/>
                      </a:lnTo>
                      <a:lnTo>
                        <a:pt x="26" y="164"/>
                      </a:lnTo>
                      <a:lnTo>
                        <a:pt x="26" y="164"/>
                      </a:lnTo>
                      <a:close/>
                      <a:moveTo>
                        <a:pt x="74" y="212"/>
                      </a:moveTo>
                      <a:lnTo>
                        <a:pt x="74" y="216"/>
                      </a:lnTo>
                      <a:lnTo>
                        <a:pt x="74" y="220"/>
                      </a:lnTo>
                      <a:lnTo>
                        <a:pt x="74" y="216"/>
                      </a:lnTo>
                      <a:lnTo>
                        <a:pt x="74" y="212"/>
                      </a:lnTo>
                      <a:lnTo>
                        <a:pt x="74" y="212"/>
                      </a:lnTo>
                      <a:lnTo>
                        <a:pt x="74" y="212"/>
                      </a:lnTo>
                      <a:close/>
                      <a:moveTo>
                        <a:pt x="34" y="220"/>
                      </a:moveTo>
                      <a:lnTo>
                        <a:pt x="34" y="224"/>
                      </a:lnTo>
                      <a:lnTo>
                        <a:pt x="30" y="224"/>
                      </a:lnTo>
                      <a:lnTo>
                        <a:pt x="34" y="220"/>
                      </a:lnTo>
                      <a:lnTo>
                        <a:pt x="34" y="220"/>
                      </a:lnTo>
                      <a:lnTo>
                        <a:pt x="34" y="220"/>
                      </a:lnTo>
                      <a:close/>
                      <a:moveTo>
                        <a:pt x="82" y="290"/>
                      </a:moveTo>
                      <a:lnTo>
                        <a:pt x="82" y="288"/>
                      </a:lnTo>
                      <a:lnTo>
                        <a:pt x="82" y="290"/>
                      </a:lnTo>
                      <a:lnTo>
                        <a:pt x="82" y="290"/>
                      </a:lnTo>
                      <a:lnTo>
                        <a:pt x="82" y="290"/>
                      </a:lnTo>
                      <a:close/>
                      <a:moveTo>
                        <a:pt x="86" y="328"/>
                      </a:moveTo>
                      <a:lnTo>
                        <a:pt x="82" y="328"/>
                      </a:lnTo>
                      <a:lnTo>
                        <a:pt x="86" y="328"/>
                      </a:lnTo>
                      <a:lnTo>
                        <a:pt x="86" y="324"/>
                      </a:lnTo>
                      <a:lnTo>
                        <a:pt x="86" y="328"/>
                      </a:lnTo>
                      <a:lnTo>
                        <a:pt x="86" y="328"/>
                      </a:lnTo>
                      <a:lnTo>
                        <a:pt x="86" y="328"/>
                      </a:lnTo>
                      <a:close/>
                      <a:moveTo>
                        <a:pt x="18" y="172"/>
                      </a:moveTo>
                      <a:lnTo>
                        <a:pt x="22" y="172"/>
                      </a:lnTo>
                      <a:lnTo>
                        <a:pt x="22" y="176"/>
                      </a:lnTo>
                      <a:lnTo>
                        <a:pt x="18" y="176"/>
                      </a:lnTo>
                      <a:lnTo>
                        <a:pt x="18" y="172"/>
                      </a:lnTo>
                      <a:lnTo>
                        <a:pt x="18" y="172"/>
                      </a:lnTo>
                      <a:lnTo>
                        <a:pt x="18" y="172"/>
                      </a:lnTo>
                      <a:close/>
                      <a:moveTo>
                        <a:pt x="86" y="288"/>
                      </a:moveTo>
                      <a:lnTo>
                        <a:pt x="86" y="284"/>
                      </a:lnTo>
                      <a:lnTo>
                        <a:pt x="86" y="280"/>
                      </a:lnTo>
                      <a:lnTo>
                        <a:pt x="88" y="284"/>
                      </a:lnTo>
                      <a:lnTo>
                        <a:pt x="86" y="288"/>
                      </a:lnTo>
                      <a:lnTo>
                        <a:pt x="86" y="288"/>
                      </a:lnTo>
                      <a:lnTo>
                        <a:pt x="86" y="288"/>
                      </a:lnTo>
                      <a:close/>
                      <a:moveTo>
                        <a:pt x="82" y="288"/>
                      </a:moveTo>
                      <a:lnTo>
                        <a:pt x="82" y="284"/>
                      </a:lnTo>
                      <a:lnTo>
                        <a:pt x="82" y="288"/>
                      </a:lnTo>
                      <a:lnTo>
                        <a:pt x="82" y="288"/>
                      </a:lnTo>
                      <a:lnTo>
                        <a:pt x="82" y="288"/>
                      </a:lnTo>
                      <a:close/>
                      <a:moveTo>
                        <a:pt x="88" y="290"/>
                      </a:moveTo>
                      <a:lnTo>
                        <a:pt x="88" y="294"/>
                      </a:lnTo>
                      <a:lnTo>
                        <a:pt x="88" y="290"/>
                      </a:lnTo>
                      <a:lnTo>
                        <a:pt x="88" y="290"/>
                      </a:lnTo>
                      <a:lnTo>
                        <a:pt x="88" y="290"/>
                      </a:lnTo>
                      <a:close/>
                      <a:moveTo>
                        <a:pt x="86" y="298"/>
                      </a:moveTo>
                      <a:lnTo>
                        <a:pt x="86" y="294"/>
                      </a:lnTo>
                      <a:lnTo>
                        <a:pt x="88" y="294"/>
                      </a:lnTo>
                      <a:lnTo>
                        <a:pt x="88" y="298"/>
                      </a:lnTo>
                      <a:lnTo>
                        <a:pt x="86" y="298"/>
                      </a:lnTo>
                      <a:lnTo>
                        <a:pt x="86" y="298"/>
                      </a:lnTo>
                      <a:lnTo>
                        <a:pt x="86" y="298"/>
                      </a:lnTo>
                      <a:close/>
                      <a:moveTo>
                        <a:pt x="86" y="302"/>
                      </a:moveTo>
                      <a:lnTo>
                        <a:pt x="86" y="298"/>
                      </a:lnTo>
                      <a:lnTo>
                        <a:pt x="86" y="294"/>
                      </a:lnTo>
                      <a:lnTo>
                        <a:pt x="86" y="298"/>
                      </a:lnTo>
                      <a:lnTo>
                        <a:pt x="86" y="302"/>
                      </a:lnTo>
                      <a:lnTo>
                        <a:pt x="86" y="302"/>
                      </a:lnTo>
                      <a:lnTo>
                        <a:pt x="86" y="302"/>
                      </a:lnTo>
                      <a:close/>
                      <a:moveTo>
                        <a:pt x="86" y="314"/>
                      </a:moveTo>
                      <a:lnTo>
                        <a:pt x="82" y="310"/>
                      </a:lnTo>
                      <a:lnTo>
                        <a:pt x="82" y="314"/>
                      </a:lnTo>
                      <a:lnTo>
                        <a:pt x="82" y="310"/>
                      </a:lnTo>
                      <a:lnTo>
                        <a:pt x="86" y="310"/>
                      </a:lnTo>
                      <a:lnTo>
                        <a:pt x="86" y="314"/>
                      </a:lnTo>
                      <a:lnTo>
                        <a:pt x="86" y="314"/>
                      </a:lnTo>
                      <a:lnTo>
                        <a:pt x="86" y="314"/>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76" name="Freeform 43">
                  <a:extLst>
                    <a:ext uri="{FF2B5EF4-FFF2-40B4-BE49-F238E27FC236}">
                      <a16:creationId xmlns:a16="http://schemas.microsoft.com/office/drawing/2014/main" id="{70792BBB-882F-4DE5-171F-307D77AB15B4}"/>
                    </a:ext>
                  </a:extLst>
                </p:cNvPr>
                <p:cNvSpPr>
                  <a:spLocks/>
                </p:cNvSpPr>
                <p:nvPr/>
              </p:nvSpPr>
              <p:spPr bwMode="gray">
                <a:xfrm>
                  <a:off x="6768802" y="3597887"/>
                  <a:ext cx="201755" cy="128704"/>
                </a:xfrm>
                <a:custGeom>
                  <a:avLst/>
                  <a:gdLst>
                    <a:gd name="T0" fmla="*/ 34 w 116"/>
                    <a:gd name="T1" fmla="*/ 48 h 74"/>
                    <a:gd name="T2" fmla="*/ 30 w 116"/>
                    <a:gd name="T3" fmla="*/ 44 h 74"/>
                    <a:gd name="T4" fmla="*/ 26 w 116"/>
                    <a:gd name="T5" fmla="*/ 44 h 74"/>
                    <a:gd name="T6" fmla="*/ 20 w 116"/>
                    <a:gd name="T7" fmla="*/ 40 h 74"/>
                    <a:gd name="T8" fmla="*/ 16 w 116"/>
                    <a:gd name="T9" fmla="*/ 36 h 74"/>
                    <a:gd name="T10" fmla="*/ 8 w 116"/>
                    <a:gd name="T11" fmla="*/ 30 h 74"/>
                    <a:gd name="T12" fmla="*/ 4 w 116"/>
                    <a:gd name="T13" fmla="*/ 30 h 74"/>
                    <a:gd name="T14" fmla="*/ 0 w 116"/>
                    <a:gd name="T15" fmla="*/ 22 h 74"/>
                    <a:gd name="T16" fmla="*/ 0 w 116"/>
                    <a:gd name="T17" fmla="*/ 18 h 74"/>
                    <a:gd name="T18" fmla="*/ 4 w 116"/>
                    <a:gd name="T19" fmla="*/ 14 h 74"/>
                    <a:gd name="T20" fmla="*/ 8 w 116"/>
                    <a:gd name="T21" fmla="*/ 10 h 74"/>
                    <a:gd name="T22" fmla="*/ 8 w 116"/>
                    <a:gd name="T23" fmla="*/ 6 h 74"/>
                    <a:gd name="T24" fmla="*/ 16 w 116"/>
                    <a:gd name="T25" fmla="*/ 4 h 74"/>
                    <a:gd name="T26" fmla="*/ 16 w 116"/>
                    <a:gd name="T27" fmla="*/ 6 h 74"/>
                    <a:gd name="T28" fmla="*/ 20 w 116"/>
                    <a:gd name="T29" fmla="*/ 0 h 74"/>
                    <a:gd name="T30" fmla="*/ 20 w 116"/>
                    <a:gd name="T31" fmla="*/ 0 h 74"/>
                    <a:gd name="T32" fmla="*/ 26 w 116"/>
                    <a:gd name="T33" fmla="*/ 0 h 74"/>
                    <a:gd name="T34" fmla="*/ 34 w 116"/>
                    <a:gd name="T35" fmla="*/ 6 h 74"/>
                    <a:gd name="T36" fmla="*/ 42 w 116"/>
                    <a:gd name="T37" fmla="*/ 10 h 74"/>
                    <a:gd name="T38" fmla="*/ 46 w 116"/>
                    <a:gd name="T39" fmla="*/ 14 h 74"/>
                    <a:gd name="T40" fmla="*/ 48 w 116"/>
                    <a:gd name="T41" fmla="*/ 22 h 74"/>
                    <a:gd name="T42" fmla="*/ 52 w 116"/>
                    <a:gd name="T43" fmla="*/ 22 h 74"/>
                    <a:gd name="T44" fmla="*/ 56 w 116"/>
                    <a:gd name="T45" fmla="*/ 22 h 74"/>
                    <a:gd name="T46" fmla="*/ 60 w 116"/>
                    <a:gd name="T47" fmla="*/ 26 h 74"/>
                    <a:gd name="T48" fmla="*/ 64 w 116"/>
                    <a:gd name="T49" fmla="*/ 30 h 74"/>
                    <a:gd name="T50" fmla="*/ 68 w 116"/>
                    <a:gd name="T51" fmla="*/ 32 h 74"/>
                    <a:gd name="T52" fmla="*/ 72 w 116"/>
                    <a:gd name="T53" fmla="*/ 32 h 74"/>
                    <a:gd name="T54" fmla="*/ 72 w 116"/>
                    <a:gd name="T55" fmla="*/ 36 h 74"/>
                    <a:gd name="T56" fmla="*/ 74 w 116"/>
                    <a:gd name="T57" fmla="*/ 36 h 74"/>
                    <a:gd name="T58" fmla="*/ 82 w 116"/>
                    <a:gd name="T59" fmla="*/ 40 h 74"/>
                    <a:gd name="T60" fmla="*/ 82 w 116"/>
                    <a:gd name="T61" fmla="*/ 44 h 74"/>
                    <a:gd name="T62" fmla="*/ 86 w 116"/>
                    <a:gd name="T63" fmla="*/ 40 h 74"/>
                    <a:gd name="T64" fmla="*/ 90 w 116"/>
                    <a:gd name="T65" fmla="*/ 44 h 74"/>
                    <a:gd name="T66" fmla="*/ 94 w 116"/>
                    <a:gd name="T67" fmla="*/ 40 h 74"/>
                    <a:gd name="T68" fmla="*/ 98 w 116"/>
                    <a:gd name="T69" fmla="*/ 44 h 74"/>
                    <a:gd name="T70" fmla="*/ 100 w 116"/>
                    <a:gd name="T71" fmla="*/ 44 h 74"/>
                    <a:gd name="T72" fmla="*/ 108 w 116"/>
                    <a:gd name="T73" fmla="*/ 48 h 74"/>
                    <a:gd name="T74" fmla="*/ 108 w 116"/>
                    <a:gd name="T75" fmla="*/ 44 h 74"/>
                    <a:gd name="T76" fmla="*/ 112 w 116"/>
                    <a:gd name="T77" fmla="*/ 44 h 74"/>
                    <a:gd name="T78" fmla="*/ 116 w 116"/>
                    <a:gd name="T79" fmla="*/ 48 h 74"/>
                    <a:gd name="T80" fmla="*/ 112 w 116"/>
                    <a:gd name="T81" fmla="*/ 56 h 74"/>
                    <a:gd name="T82" fmla="*/ 112 w 116"/>
                    <a:gd name="T83" fmla="*/ 62 h 74"/>
                    <a:gd name="T84" fmla="*/ 112 w 116"/>
                    <a:gd name="T85" fmla="*/ 70 h 74"/>
                    <a:gd name="T86" fmla="*/ 112 w 116"/>
                    <a:gd name="T87" fmla="*/ 70 h 74"/>
                    <a:gd name="T88" fmla="*/ 108 w 116"/>
                    <a:gd name="T89" fmla="*/ 70 h 74"/>
                    <a:gd name="T90" fmla="*/ 104 w 116"/>
                    <a:gd name="T91" fmla="*/ 70 h 74"/>
                    <a:gd name="T92" fmla="*/ 98 w 116"/>
                    <a:gd name="T93" fmla="*/ 70 h 74"/>
                    <a:gd name="T94" fmla="*/ 90 w 116"/>
                    <a:gd name="T95" fmla="*/ 70 h 74"/>
                    <a:gd name="T96" fmla="*/ 86 w 116"/>
                    <a:gd name="T97" fmla="*/ 66 h 74"/>
                    <a:gd name="T98" fmla="*/ 78 w 116"/>
                    <a:gd name="T99" fmla="*/ 66 h 74"/>
                    <a:gd name="T100" fmla="*/ 78 w 116"/>
                    <a:gd name="T101" fmla="*/ 62 h 74"/>
                    <a:gd name="T102" fmla="*/ 74 w 116"/>
                    <a:gd name="T103" fmla="*/ 66 h 74"/>
                    <a:gd name="T104" fmla="*/ 68 w 116"/>
                    <a:gd name="T105" fmla="*/ 60 h 74"/>
                    <a:gd name="T106" fmla="*/ 64 w 116"/>
                    <a:gd name="T107" fmla="*/ 60 h 74"/>
                    <a:gd name="T108" fmla="*/ 64 w 116"/>
                    <a:gd name="T109" fmla="*/ 56 h 74"/>
                    <a:gd name="T110" fmla="*/ 56 w 116"/>
                    <a:gd name="T111" fmla="*/ 52 h 74"/>
                    <a:gd name="T112" fmla="*/ 52 w 116"/>
                    <a:gd name="T113" fmla="*/ 56 h 74"/>
                    <a:gd name="T114" fmla="*/ 48 w 116"/>
                    <a:gd name="T115" fmla="*/ 52 h 74"/>
                    <a:gd name="T116" fmla="*/ 46 w 116"/>
                    <a:gd name="T117" fmla="*/ 56 h 74"/>
                    <a:gd name="T118" fmla="*/ 46 w 116"/>
                    <a:gd name="T119" fmla="*/ 52 h 74"/>
                    <a:gd name="T120" fmla="*/ 38 w 116"/>
                    <a:gd name="T121" fmla="*/ 52 h 74"/>
                    <a:gd name="T122" fmla="*/ 38 w 116"/>
                    <a:gd name="T123" fmla="*/ 48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16" h="74">
                      <a:moveTo>
                        <a:pt x="38" y="48"/>
                      </a:moveTo>
                      <a:lnTo>
                        <a:pt x="38" y="48"/>
                      </a:lnTo>
                      <a:lnTo>
                        <a:pt x="38" y="48"/>
                      </a:lnTo>
                      <a:lnTo>
                        <a:pt x="34" y="48"/>
                      </a:lnTo>
                      <a:lnTo>
                        <a:pt x="34" y="48"/>
                      </a:lnTo>
                      <a:lnTo>
                        <a:pt x="34" y="48"/>
                      </a:lnTo>
                      <a:lnTo>
                        <a:pt x="34" y="48"/>
                      </a:lnTo>
                      <a:lnTo>
                        <a:pt x="34" y="48"/>
                      </a:lnTo>
                      <a:lnTo>
                        <a:pt x="34" y="48"/>
                      </a:lnTo>
                      <a:lnTo>
                        <a:pt x="30" y="48"/>
                      </a:lnTo>
                      <a:lnTo>
                        <a:pt x="30" y="48"/>
                      </a:lnTo>
                      <a:lnTo>
                        <a:pt x="30" y="44"/>
                      </a:lnTo>
                      <a:lnTo>
                        <a:pt x="26" y="44"/>
                      </a:lnTo>
                      <a:lnTo>
                        <a:pt x="26" y="44"/>
                      </a:lnTo>
                      <a:lnTo>
                        <a:pt x="26" y="44"/>
                      </a:lnTo>
                      <a:lnTo>
                        <a:pt x="26" y="44"/>
                      </a:lnTo>
                      <a:lnTo>
                        <a:pt x="26" y="44"/>
                      </a:lnTo>
                      <a:lnTo>
                        <a:pt x="26" y="44"/>
                      </a:lnTo>
                      <a:lnTo>
                        <a:pt x="22" y="44"/>
                      </a:lnTo>
                      <a:lnTo>
                        <a:pt x="22" y="44"/>
                      </a:lnTo>
                      <a:lnTo>
                        <a:pt x="22" y="44"/>
                      </a:lnTo>
                      <a:lnTo>
                        <a:pt x="20" y="40"/>
                      </a:lnTo>
                      <a:lnTo>
                        <a:pt x="20" y="40"/>
                      </a:lnTo>
                      <a:lnTo>
                        <a:pt x="20" y="40"/>
                      </a:lnTo>
                      <a:lnTo>
                        <a:pt x="16" y="36"/>
                      </a:lnTo>
                      <a:lnTo>
                        <a:pt x="16" y="36"/>
                      </a:lnTo>
                      <a:lnTo>
                        <a:pt x="16" y="36"/>
                      </a:lnTo>
                      <a:lnTo>
                        <a:pt x="16" y="36"/>
                      </a:lnTo>
                      <a:lnTo>
                        <a:pt x="16" y="36"/>
                      </a:lnTo>
                      <a:lnTo>
                        <a:pt x="16" y="36"/>
                      </a:lnTo>
                      <a:lnTo>
                        <a:pt x="16" y="36"/>
                      </a:lnTo>
                      <a:lnTo>
                        <a:pt x="12" y="32"/>
                      </a:lnTo>
                      <a:lnTo>
                        <a:pt x="8" y="32"/>
                      </a:lnTo>
                      <a:lnTo>
                        <a:pt x="8" y="30"/>
                      </a:lnTo>
                      <a:lnTo>
                        <a:pt x="8" y="30"/>
                      </a:lnTo>
                      <a:lnTo>
                        <a:pt x="8" y="30"/>
                      </a:lnTo>
                      <a:lnTo>
                        <a:pt x="8" y="30"/>
                      </a:lnTo>
                      <a:lnTo>
                        <a:pt x="8" y="32"/>
                      </a:lnTo>
                      <a:lnTo>
                        <a:pt x="4" y="32"/>
                      </a:lnTo>
                      <a:lnTo>
                        <a:pt x="4" y="32"/>
                      </a:lnTo>
                      <a:lnTo>
                        <a:pt x="4" y="30"/>
                      </a:lnTo>
                      <a:lnTo>
                        <a:pt x="4" y="30"/>
                      </a:lnTo>
                      <a:lnTo>
                        <a:pt x="0" y="30"/>
                      </a:lnTo>
                      <a:lnTo>
                        <a:pt x="0" y="30"/>
                      </a:lnTo>
                      <a:lnTo>
                        <a:pt x="0" y="26"/>
                      </a:lnTo>
                      <a:lnTo>
                        <a:pt x="0" y="26"/>
                      </a:lnTo>
                      <a:lnTo>
                        <a:pt x="0" y="26"/>
                      </a:lnTo>
                      <a:lnTo>
                        <a:pt x="0" y="22"/>
                      </a:lnTo>
                      <a:lnTo>
                        <a:pt x="4" y="22"/>
                      </a:lnTo>
                      <a:lnTo>
                        <a:pt x="4" y="22"/>
                      </a:lnTo>
                      <a:lnTo>
                        <a:pt x="4" y="18"/>
                      </a:lnTo>
                      <a:lnTo>
                        <a:pt x="4" y="18"/>
                      </a:lnTo>
                      <a:lnTo>
                        <a:pt x="4" y="18"/>
                      </a:lnTo>
                      <a:lnTo>
                        <a:pt x="0" y="18"/>
                      </a:lnTo>
                      <a:lnTo>
                        <a:pt x="4" y="14"/>
                      </a:lnTo>
                      <a:lnTo>
                        <a:pt x="4" y="14"/>
                      </a:lnTo>
                      <a:lnTo>
                        <a:pt x="4" y="14"/>
                      </a:lnTo>
                      <a:lnTo>
                        <a:pt x="4" y="14"/>
                      </a:lnTo>
                      <a:lnTo>
                        <a:pt x="4" y="14"/>
                      </a:lnTo>
                      <a:lnTo>
                        <a:pt x="4" y="14"/>
                      </a:lnTo>
                      <a:lnTo>
                        <a:pt x="4" y="10"/>
                      </a:lnTo>
                      <a:lnTo>
                        <a:pt x="4" y="10"/>
                      </a:lnTo>
                      <a:lnTo>
                        <a:pt x="4" y="10"/>
                      </a:lnTo>
                      <a:lnTo>
                        <a:pt x="4" y="10"/>
                      </a:lnTo>
                      <a:lnTo>
                        <a:pt x="4" y="10"/>
                      </a:lnTo>
                      <a:lnTo>
                        <a:pt x="8" y="10"/>
                      </a:lnTo>
                      <a:lnTo>
                        <a:pt x="8" y="6"/>
                      </a:lnTo>
                      <a:lnTo>
                        <a:pt x="8" y="6"/>
                      </a:lnTo>
                      <a:lnTo>
                        <a:pt x="8" y="6"/>
                      </a:lnTo>
                      <a:lnTo>
                        <a:pt x="8" y="6"/>
                      </a:lnTo>
                      <a:lnTo>
                        <a:pt x="8" y="6"/>
                      </a:lnTo>
                      <a:lnTo>
                        <a:pt x="8" y="6"/>
                      </a:lnTo>
                      <a:lnTo>
                        <a:pt x="12" y="4"/>
                      </a:lnTo>
                      <a:lnTo>
                        <a:pt x="12" y="4"/>
                      </a:lnTo>
                      <a:lnTo>
                        <a:pt x="12" y="4"/>
                      </a:lnTo>
                      <a:lnTo>
                        <a:pt x="16" y="4"/>
                      </a:lnTo>
                      <a:lnTo>
                        <a:pt x="16" y="4"/>
                      </a:lnTo>
                      <a:lnTo>
                        <a:pt x="16" y="4"/>
                      </a:lnTo>
                      <a:lnTo>
                        <a:pt x="16" y="6"/>
                      </a:lnTo>
                      <a:lnTo>
                        <a:pt x="16" y="6"/>
                      </a:lnTo>
                      <a:lnTo>
                        <a:pt x="16" y="6"/>
                      </a:lnTo>
                      <a:lnTo>
                        <a:pt x="16" y="6"/>
                      </a:lnTo>
                      <a:lnTo>
                        <a:pt x="16" y="6"/>
                      </a:lnTo>
                      <a:lnTo>
                        <a:pt x="16" y="6"/>
                      </a:lnTo>
                      <a:lnTo>
                        <a:pt x="16" y="6"/>
                      </a:lnTo>
                      <a:lnTo>
                        <a:pt x="20" y="4"/>
                      </a:lnTo>
                      <a:lnTo>
                        <a:pt x="20" y="4"/>
                      </a:lnTo>
                      <a:lnTo>
                        <a:pt x="20" y="4"/>
                      </a:lnTo>
                      <a:lnTo>
                        <a:pt x="20" y="0"/>
                      </a:lnTo>
                      <a:lnTo>
                        <a:pt x="20" y="0"/>
                      </a:lnTo>
                      <a:lnTo>
                        <a:pt x="20" y="0"/>
                      </a:lnTo>
                      <a:lnTo>
                        <a:pt x="20" y="0"/>
                      </a:lnTo>
                      <a:lnTo>
                        <a:pt x="20" y="0"/>
                      </a:lnTo>
                      <a:lnTo>
                        <a:pt x="20" y="0"/>
                      </a:lnTo>
                      <a:lnTo>
                        <a:pt x="20" y="0"/>
                      </a:lnTo>
                      <a:lnTo>
                        <a:pt x="20" y="0"/>
                      </a:lnTo>
                      <a:lnTo>
                        <a:pt x="22" y="0"/>
                      </a:lnTo>
                      <a:lnTo>
                        <a:pt x="22" y="0"/>
                      </a:lnTo>
                      <a:lnTo>
                        <a:pt x="22" y="0"/>
                      </a:lnTo>
                      <a:lnTo>
                        <a:pt x="22" y="0"/>
                      </a:lnTo>
                      <a:lnTo>
                        <a:pt x="22" y="0"/>
                      </a:lnTo>
                      <a:lnTo>
                        <a:pt x="26" y="0"/>
                      </a:lnTo>
                      <a:lnTo>
                        <a:pt x="26" y="0"/>
                      </a:lnTo>
                      <a:lnTo>
                        <a:pt x="30" y="0"/>
                      </a:lnTo>
                      <a:lnTo>
                        <a:pt x="30" y="4"/>
                      </a:lnTo>
                      <a:lnTo>
                        <a:pt x="30" y="6"/>
                      </a:lnTo>
                      <a:lnTo>
                        <a:pt x="30" y="4"/>
                      </a:lnTo>
                      <a:lnTo>
                        <a:pt x="34" y="6"/>
                      </a:lnTo>
                      <a:lnTo>
                        <a:pt x="34" y="6"/>
                      </a:lnTo>
                      <a:lnTo>
                        <a:pt x="38" y="10"/>
                      </a:lnTo>
                      <a:lnTo>
                        <a:pt x="38" y="10"/>
                      </a:lnTo>
                      <a:lnTo>
                        <a:pt x="38" y="10"/>
                      </a:lnTo>
                      <a:lnTo>
                        <a:pt x="42" y="10"/>
                      </a:lnTo>
                      <a:lnTo>
                        <a:pt x="42" y="10"/>
                      </a:lnTo>
                      <a:lnTo>
                        <a:pt x="42" y="14"/>
                      </a:lnTo>
                      <a:lnTo>
                        <a:pt x="42" y="14"/>
                      </a:lnTo>
                      <a:lnTo>
                        <a:pt x="42" y="14"/>
                      </a:lnTo>
                      <a:lnTo>
                        <a:pt x="46" y="14"/>
                      </a:lnTo>
                      <a:lnTo>
                        <a:pt x="46" y="14"/>
                      </a:lnTo>
                      <a:lnTo>
                        <a:pt x="46" y="14"/>
                      </a:lnTo>
                      <a:lnTo>
                        <a:pt x="46" y="14"/>
                      </a:lnTo>
                      <a:lnTo>
                        <a:pt x="46" y="14"/>
                      </a:lnTo>
                      <a:lnTo>
                        <a:pt x="46" y="18"/>
                      </a:lnTo>
                      <a:lnTo>
                        <a:pt x="46" y="18"/>
                      </a:lnTo>
                      <a:lnTo>
                        <a:pt x="48" y="18"/>
                      </a:lnTo>
                      <a:lnTo>
                        <a:pt x="48" y="22"/>
                      </a:lnTo>
                      <a:lnTo>
                        <a:pt x="48" y="22"/>
                      </a:lnTo>
                      <a:lnTo>
                        <a:pt x="48" y="22"/>
                      </a:lnTo>
                      <a:lnTo>
                        <a:pt x="48" y="22"/>
                      </a:lnTo>
                      <a:lnTo>
                        <a:pt x="52" y="22"/>
                      </a:lnTo>
                      <a:lnTo>
                        <a:pt x="52" y="22"/>
                      </a:lnTo>
                      <a:lnTo>
                        <a:pt x="52" y="22"/>
                      </a:lnTo>
                      <a:lnTo>
                        <a:pt x="52" y="22"/>
                      </a:lnTo>
                      <a:lnTo>
                        <a:pt x="52" y="22"/>
                      </a:lnTo>
                      <a:lnTo>
                        <a:pt x="52" y="18"/>
                      </a:lnTo>
                      <a:lnTo>
                        <a:pt x="56" y="18"/>
                      </a:lnTo>
                      <a:lnTo>
                        <a:pt x="56" y="18"/>
                      </a:lnTo>
                      <a:lnTo>
                        <a:pt x="56" y="22"/>
                      </a:lnTo>
                      <a:lnTo>
                        <a:pt x="56" y="22"/>
                      </a:lnTo>
                      <a:lnTo>
                        <a:pt x="56" y="22"/>
                      </a:lnTo>
                      <a:lnTo>
                        <a:pt x="56" y="22"/>
                      </a:lnTo>
                      <a:lnTo>
                        <a:pt x="60" y="22"/>
                      </a:lnTo>
                      <a:lnTo>
                        <a:pt x="60" y="26"/>
                      </a:lnTo>
                      <a:lnTo>
                        <a:pt x="60" y="26"/>
                      </a:lnTo>
                      <a:lnTo>
                        <a:pt x="60" y="26"/>
                      </a:lnTo>
                      <a:lnTo>
                        <a:pt x="60" y="26"/>
                      </a:lnTo>
                      <a:lnTo>
                        <a:pt x="60" y="26"/>
                      </a:lnTo>
                      <a:lnTo>
                        <a:pt x="60" y="26"/>
                      </a:lnTo>
                      <a:lnTo>
                        <a:pt x="60" y="30"/>
                      </a:lnTo>
                      <a:lnTo>
                        <a:pt x="64" y="30"/>
                      </a:lnTo>
                      <a:lnTo>
                        <a:pt x="64" y="30"/>
                      </a:lnTo>
                      <a:lnTo>
                        <a:pt x="64" y="30"/>
                      </a:lnTo>
                      <a:lnTo>
                        <a:pt x="64" y="30"/>
                      </a:lnTo>
                      <a:lnTo>
                        <a:pt x="64" y="30"/>
                      </a:lnTo>
                      <a:lnTo>
                        <a:pt x="64" y="32"/>
                      </a:lnTo>
                      <a:lnTo>
                        <a:pt x="68" y="32"/>
                      </a:lnTo>
                      <a:lnTo>
                        <a:pt x="68" y="32"/>
                      </a:lnTo>
                      <a:lnTo>
                        <a:pt x="68" y="32"/>
                      </a:lnTo>
                      <a:lnTo>
                        <a:pt x="72" y="32"/>
                      </a:lnTo>
                      <a:lnTo>
                        <a:pt x="72" y="32"/>
                      </a:lnTo>
                      <a:lnTo>
                        <a:pt x="72" y="30"/>
                      </a:lnTo>
                      <a:lnTo>
                        <a:pt x="72" y="32"/>
                      </a:lnTo>
                      <a:lnTo>
                        <a:pt x="72" y="32"/>
                      </a:lnTo>
                      <a:lnTo>
                        <a:pt x="72" y="32"/>
                      </a:lnTo>
                      <a:lnTo>
                        <a:pt x="72" y="32"/>
                      </a:lnTo>
                      <a:lnTo>
                        <a:pt x="72" y="36"/>
                      </a:lnTo>
                      <a:lnTo>
                        <a:pt x="72" y="36"/>
                      </a:lnTo>
                      <a:lnTo>
                        <a:pt x="72" y="36"/>
                      </a:lnTo>
                      <a:lnTo>
                        <a:pt x="72" y="36"/>
                      </a:lnTo>
                      <a:lnTo>
                        <a:pt x="72" y="36"/>
                      </a:lnTo>
                      <a:lnTo>
                        <a:pt x="74" y="36"/>
                      </a:lnTo>
                      <a:lnTo>
                        <a:pt x="74" y="36"/>
                      </a:lnTo>
                      <a:lnTo>
                        <a:pt x="74" y="36"/>
                      </a:lnTo>
                      <a:lnTo>
                        <a:pt x="74" y="36"/>
                      </a:lnTo>
                      <a:lnTo>
                        <a:pt x="74" y="36"/>
                      </a:lnTo>
                      <a:lnTo>
                        <a:pt x="74" y="36"/>
                      </a:lnTo>
                      <a:lnTo>
                        <a:pt x="78" y="36"/>
                      </a:lnTo>
                      <a:lnTo>
                        <a:pt x="78" y="36"/>
                      </a:lnTo>
                      <a:lnTo>
                        <a:pt x="78" y="36"/>
                      </a:lnTo>
                      <a:lnTo>
                        <a:pt x="82" y="40"/>
                      </a:lnTo>
                      <a:lnTo>
                        <a:pt x="82" y="40"/>
                      </a:lnTo>
                      <a:lnTo>
                        <a:pt x="82" y="40"/>
                      </a:lnTo>
                      <a:lnTo>
                        <a:pt x="82" y="40"/>
                      </a:lnTo>
                      <a:lnTo>
                        <a:pt x="82" y="40"/>
                      </a:lnTo>
                      <a:lnTo>
                        <a:pt x="82" y="44"/>
                      </a:lnTo>
                      <a:lnTo>
                        <a:pt x="82" y="44"/>
                      </a:lnTo>
                      <a:lnTo>
                        <a:pt x="82" y="44"/>
                      </a:lnTo>
                      <a:lnTo>
                        <a:pt x="86" y="44"/>
                      </a:lnTo>
                      <a:lnTo>
                        <a:pt x="86" y="44"/>
                      </a:lnTo>
                      <a:lnTo>
                        <a:pt x="86" y="44"/>
                      </a:lnTo>
                      <a:lnTo>
                        <a:pt x="86" y="44"/>
                      </a:lnTo>
                      <a:lnTo>
                        <a:pt x="86" y="40"/>
                      </a:lnTo>
                      <a:lnTo>
                        <a:pt x="86" y="40"/>
                      </a:lnTo>
                      <a:lnTo>
                        <a:pt x="86" y="40"/>
                      </a:lnTo>
                      <a:lnTo>
                        <a:pt x="86" y="40"/>
                      </a:lnTo>
                      <a:lnTo>
                        <a:pt x="86" y="40"/>
                      </a:lnTo>
                      <a:lnTo>
                        <a:pt x="86" y="44"/>
                      </a:lnTo>
                      <a:lnTo>
                        <a:pt x="90" y="44"/>
                      </a:lnTo>
                      <a:lnTo>
                        <a:pt x="90" y="44"/>
                      </a:lnTo>
                      <a:lnTo>
                        <a:pt x="90" y="44"/>
                      </a:lnTo>
                      <a:lnTo>
                        <a:pt x="90" y="44"/>
                      </a:lnTo>
                      <a:lnTo>
                        <a:pt x="90" y="44"/>
                      </a:lnTo>
                      <a:lnTo>
                        <a:pt x="94" y="40"/>
                      </a:lnTo>
                      <a:lnTo>
                        <a:pt x="94" y="40"/>
                      </a:lnTo>
                      <a:lnTo>
                        <a:pt x="94" y="40"/>
                      </a:lnTo>
                      <a:lnTo>
                        <a:pt x="94" y="40"/>
                      </a:lnTo>
                      <a:lnTo>
                        <a:pt x="94" y="40"/>
                      </a:lnTo>
                      <a:lnTo>
                        <a:pt x="94" y="40"/>
                      </a:lnTo>
                      <a:lnTo>
                        <a:pt x="94" y="40"/>
                      </a:lnTo>
                      <a:lnTo>
                        <a:pt x="98" y="44"/>
                      </a:lnTo>
                      <a:lnTo>
                        <a:pt x="98" y="44"/>
                      </a:lnTo>
                      <a:lnTo>
                        <a:pt x="98" y="44"/>
                      </a:lnTo>
                      <a:lnTo>
                        <a:pt x="98" y="44"/>
                      </a:lnTo>
                      <a:lnTo>
                        <a:pt x="100" y="44"/>
                      </a:lnTo>
                      <a:lnTo>
                        <a:pt x="100" y="44"/>
                      </a:lnTo>
                      <a:lnTo>
                        <a:pt x="100" y="44"/>
                      </a:lnTo>
                      <a:lnTo>
                        <a:pt x="100" y="48"/>
                      </a:lnTo>
                      <a:lnTo>
                        <a:pt x="100" y="44"/>
                      </a:lnTo>
                      <a:lnTo>
                        <a:pt x="104" y="44"/>
                      </a:lnTo>
                      <a:lnTo>
                        <a:pt x="104" y="44"/>
                      </a:lnTo>
                      <a:lnTo>
                        <a:pt x="104" y="48"/>
                      </a:lnTo>
                      <a:lnTo>
                        <a:pt x="108" y="48"/>
                      </a:lnTo>
                      <a:lnTo>
                        <a:pt x="108" y="44"/>
                      </a:lnTo>
                      <a:lnTo>
                        <a:pt x="108" y="48"/>
                      </a:lnTo>
                      <a:lnTo>
                        <a:pt x="108" y="48"/>
                      </a:lnTo>
                      <a:lnTo>
                        <a:pt x="108" y="44"/>
                      </a:lnTo>
                      <a:lnTo>
                        <a:pt x="108" y="44"/>
                      </a:lnTo>
                      <a:lnTo>
                        <a:pt x="108" y="44"/>
                      </a:lnTo>
                      <a:lnTo>
                        <a:pt x="108" y="44"/>
                      </a:lnTo>
                      <a:lnTo>
                        <a:pt x="108" y="44"/>
                      </a:lnTo>
                      <a:lnTo>
                        <a:pt x="112" y="44"/>
                      </a:lnTo>
                      <a:lnTo>
                        <a:pt x="112" y="44"/>
                      </a:lnTo>
                      <a:lnTo>
                        <a:pt x="112" y="44"/>
                      </a:lnTo>
                      <a:lnTo>
                        <a:pt x="112" y="44"/>
                      </a:lnTo>
                      <a:lnTo>
                        <a:pt x="112" y="44"/>
                      </a:lnTo>
                      <a:lnTo>
                        <a:pt x="112" y="44"/>
                      </a:lnTo>
                      <a:lnTo>
                        <a:pt x="116" y="44"/>
                      </a:lnTo>
                      <a:lnTo>
                        <a:pt x="116" y="44"/>
                      </a:lnTo>
                      <a:lnTo>
                        <a:pt x="116" y="48"/>
                      </a:lnTo>
                      <a:lnTo>
                        <a:pt x="116" y="48"/>
                      </a:lnTo>
                      <a:lnTo>
                        <a:pt x="112" y="52"/>
                      </a:lnTo>
                      <a:lnTo>
                        <a:pt x="112" y="52"/>
                      </a:lnTo>
                      <a:lnTo>
                        <a:pt x="112" y="52"/>
                      </a:lnTo>
                      <a:lnTo>
                        <a:pt x="112" y="52"/>
                      </a:lnTo>
                      <a:lnTo>
                        <a:pt x="112" y="56"/>
                      </a:lnTo>
                      <a:lnTo>
                        <a:pt x="112" y="56"/>
                      </a:lnTo>
                      <a:lnTo>
                        <a:pt x="112" y="60"/>
                      </a:lnTo>
                      <a:lnTo>
                        <a:pt x="112" y="60"/>
                      </a:lnTo>
                      <a:lnTo>
                        <a:pt x="112" y="60"/>
                      </a:lnTo>
                      <a:lnTo>
                        <a:pt x="112" y="60"/>
                      </a:lnTo>
                      <a:lnTo>
                        <a:pt x="112" y="60"/>
                      </a:lnTo>
                      <a:lnTo>
                        <a:pt x="112" y="62"/>
                      </a:lnTo>
                      <a:lnTo>
                        <a:pt x="116" y="62"/>
                      </a:lnTo>
                      <a:lnTo>
                        <a:pt x="116" y="66"/>
                      </a:lnTo>
                      <a:lnTo>
                        <a:pt x="116" y="66"/>
                      </a:lnTo>
                      <a:lnTo>
                        <a:pt x="116" y="66"/>
                      </a:lnTo>
                      <a:lnTo>
                        <a:pt x="116" y="66"/>
                      </a:lnTo>
                      <a:lnTo>
                        <a:pt x="112" y="70"/>
                      </a:lnTo>
                      <a:lnTo>
                        <a:pt x="112" y="70"/>
                      </a:lnTo>
                      <a:lnTo>
                        <a:pt x="112" y="70"/>
                      </a:lnTo>
                      <a:lnTo>
                        <a:pt x="112" y="70"/>
                      </a:lnTo>
                      <a:lnTo>
                        <a:pt x="112" y="74"/>
                      </a:lnTo>
                      <a:lnTo>
                        <a:pt x="112" y="70"/>
                      </a:lnTo>
                      <a:lnTo>
                        <a:pt x="112" y="70"/>
                      </a:lnTo>
                      <a:lnTo>
                        <a:pt x="112" y="70"/>
                      </a:lnTo>
                      <a:lnTo>
                        <a:pt x="112" y="70"/>
                      </a:lnTo>
                      <a:lnTo>
                        <a:pt x="108" y="70"/>
                      </a:lnTo>
                      <a:lnTo>
                        <a:pt x="108" y="70"/>
                      </a:lnTo>
                      <a:lnTo>
                        <a:pt x="108" y="70"/>
                      </a:lnTo>
                      <a:lnTo>
                        <a:pt x="108" y="70"/>
                      </a:lnTo>
                      <a:lnTo>
                        <a:pt x="104" y="70"/>
                      </a:lnTo>
                      <a:lnTo>
                        <a:pt x="104" y="70"/>
                      </a:lnTo>
                      <a:lnTo>
                        <a:pt x="104" y="70"/>
                      </a:lnTo>
                      <a:lnTo>
                        <a:pt x="104" y="70"/>
                      </a:lnTo>
                      <a:lnTo>
                        <a:pt x="104" y="70"/>
                      </a:lnTo>
                      <a:lnTo>
                        <a:pt x="104" y="70"/>
                      </a:lnTo>
                      <a:lnTo>
                        <a:pt x="100" y="74"/>
                      </a:lnTo>
                      <a:lnTo>
                        <a:pt x="100" y="70"/>
                      </a:lnTo>
                      <a:lnTo>
                        <a:pt x="98" y="70"/>
                      </a:lnTo>
                      <a:lnTo>
                        <a:pt x="98" y="70"/>
                      </a:lnTo>
                      <a:lnTo>
                        <a:pt x="98" y="70"/>
                      </a:lnTo>
                      <a:lnTo>
                        <a:pt x="98" y="70"/>
                      </a:lnTo>
                      <a:lnTo>
                        <a:pt x="98" y="70"/>
                      </a:lnTo>
                      <a:lnTo>
                        <a:pt x="98" y="70"/>
                      </a:lnTo>
                      <a:lnTo>
                        <a:pt x="94" y="70"/>
                      </a:lnTo>
                      <a:lnTo>
                        <a:pt x="94" y="70"/>
                      </a:lnTo>
                      <a:lnTo>
                        <a:pt x="94" y="70"/>
                      </a:lnTo>
                      <a:lnTo>
                        <a:pt x="90" y="70"/>
                      </a:lnTo>
                      <a:lnTo>
                        <a:pt x="90" y="66"/>
                      </a:lnTo>
                      <a:lnTo>
                        <a:pt x="86" y="66"/>
                      </a:lnTo>
                      <a:lnTo>
                        <a:pt x="86" y="66"/>
                      </a:lnTo>
                      <a:lnTo>
                        <a:pt x="86" y="66"/>
                      </a:lnTo>
                      <a:lnTo>
                        <a:pt x="86" y="66"/>
                      </a:lnTo>
                      <a:lnTo>
                        <a:pt x="86" y="66"/>
                      </a:lnTo>
                      <a:lnTo>
                        <a:pt x="86" y="66"/>
                      </a:lnTo>
                      <a:lnTo>
                        <a:pt x="82" y="66"/>
                      </a:lnTo>
                      <a:lnTo>
                        <a:pt x="82" y="66"/>
                      </a:lnTo>
                      <a:lnTo>
                        <a:pt x="82" y="66"/>
                      </a:lnTo>
                      <a:lnTo>
                        <a:pt x="82" y="70"/>
                      </a:lnTo>
                      <a:lnTo>
                        <a:pt x="78" y="66"/>
                      </a:lnTo>
                      <a:lnTo>
                        <a:pt x="78" y="66"/>
                      </a:lnTo>
                      <a:lnTo>
                        <a:pt x="78" y="66"/>
                      </a:lnTo>
                      <a:lnTo>
                        <a:pt x="78" y="66"/>
                      </a:lnTo>
                      <a:lnTo>
                        <a:pt x="78" y="66"/>
                      </a:lnTo>
                      <a:lnTo>
                        <a:pt x="78" y="62"/>
                      </a:lnTo>
                      <a:lnTo>
                        <a:pt x="78" y="62"/>
                      </a:lnTo>
                      <a:lnTo>
                        <a:pt x="78" y="62"/>
                      </a:lnTo>
                      <a:lnTo>
                        <a:pt x="78" y="62"/>
                      </a:lnTo>
                      <a:lnTo>
                        <a:pt x="74" y="62"/>
                      </a:lnTo>
                      <a:lnTo>
                        <a:pt x="74" y="66"/>
                      </a:lnTo>
                      <a:lnTo>
                        <a:pt x="74" y="66"/>
                      </a:lnTo>
                      <a:lnTo>
                        <a:pt x="74" y="66"/>
                      </a:lnTo>
                      <a:lnTo>
                        <a:pt x="74" y="66"/>
                      </a:lnTo>
                      <a:lnTo>
                        <a:pt x="72" y="66"/>
                      </a:lnTo>
                      <a:lnTo>
                        <a:pt x="72" y="66"/>
                      </a:lnTo>
                      <a:lnTo>
                        <a:pt x="72" y="62"/>
                      </a:lnTo>
                      <a:lnTo>
                        <a:pt x="68" y="62"/>
                      </a:lnTo>
                      <a:lnTo>
                        <a:pt x="68" y="60"/>
                      </a:lnTo>
                      <a:lnTo>
                        <a:pt x="68" y="60"/>
                      </a:lnTo>
                      <a:lnTo>
                        <a:pt x="68" y="60"/>
                      </a:lnTo>
                      <a:lnTo>
                        <a:pt x="68" y="60"/>
                      </a:lnTo>
                      <a:lnTo>
                        <a:pt x="64" y="60"/>
                      </a:lnTo>
                      <a:lnTo>
                        <a:pt x="64" y="60"/>
                      </a:lnTo>
                      <a:lnTo>
                        <a:pt x="64" y="60"/>
                      </a:lnTo>
                      <a:lnTo>
                        <a:pt x="64" y="60"/>
                      </a:lnTo>
                      <a:lnTo>
                        <a:pt x="64" y="60"/>
                      </a:lnTo>
                      <a:lnTo>
                        <a:pt x="64" y="56"/>
                      </a:lnTo>
                      <a:lnTo>
                        <a:pt x="64" y="56"/>
                      </a:lnTo>
                      <a:lnTo>
                        <a:pt x="64" y="56"/>
                      </a:lnTo>
                      <a:lnTo>
                        <a:pt x="64" y="56"/>
                      </a:lnTo>
                      <a:lnTo>
                        <a:pt x="64" y="56"/>
                      </a:lnTo>
                      <a:lnTo>
                        <a:pt x="64" y="56"/>
                      </a:lnTo>
                      <a:lnTo>
                        <a:pt x="60" y="56"/>
                      </a:lnTo>
                      <a:lnTo>
                        <a:pt x="60" y="56"/>
                      </a:lnTo>
                      <a:lnTo>
                        <a:pt x="60" y="56"/>
                      </a:lnTo>
                      <a:lnTo>
                        <a:pt x="56" y="52"/>
                      </a:lnTo>
                      <a:lnTo>
                        <a:pt x="56" y="52"/>
                      </a:lnTo>
                      <a:lnTo>
                        <a:pt x="56" y="52"/>
                      </a:lnTo>
                      <a:lnTo>
                        <a:pt x="56" y="52"/>
                      </a:lnTo>
                      <a:lnTo>
                        <a:pt x="52" y="52"/>
                      </a:lnTo>
                      <a:lnTo>
                        <a:pt x="52" y="52"/>
                      </a:lnTo>
                      <a:lnTo>
                        <a:pt x="52" y="56"/>
                      </a:lnTo>
                      <a:lnTo>
                        <a:pt x="52" y="56"/>
                      </a:lnTo>
                      <a:lnTo>
                        <a:pt x="52" y="56"/>
                      </a:lnTo>
                      <a:lnTo>
                        <a:pt x="52" y="56"/>
                      </a:lnTo>
                      <a:lnTo>
                        <a:pt x="52" y="56"/>
                      </a:lnTo>
                      <a:lnTo>
                        <a:pt x="52" y="52"/>
                      </a:lnTo>
                      <a:lnTo>
                        <a:pt x="48" y="52"/>
                      </a:lnTo>
                      <a:lnTo>
                        <a:pt x="48" y="52"/>
                      </a:lnTo>
                      <a:lnTo>
                        <a:pt x="48" y="52"/>
                      </a:lnTo>
                      <a:lnTo>
                        <a:pt x="48" y="52"/>
                      </a:lnTo>
                      <a:lnTo>
                        <a:pt x="46" y="52"/>
                      </a:lnTo>
                      <a:lnTo>
                        <a:pt x="46" y="56"/>
                      </a:lnTo>
                      <a:lnTo>
                        <a:pt x="46" y="56"/>
                      </a:lnTo>
                      <a:lnTo>
                        <a:pt x="46" y="56"/>
                      </a:lnTo>
                      <a:lnTo>
                        <a:pt x="46" y="56"/>
                      </a:lnTo>
                      <a:lnTo>
                        <a:pt x="46" y="56"/>
                      </a:lnTo>
                      <a:lnTo>
                        <a:pt x="46" y="56"/>
                      </a:lnTo>
                      <a:lnTo>
                        <a:pt x="46" y="56"/>
                      </a:lnTo>
                      <a:lnTo>
                        <a:pt x="46" y="52"/>
                      </a:lnTo>
                      <a:lnTo>
                        <a:pt x="42" y="52"/>
                      </a:lnTo>
                      <a:lnTo>
                        <a:pt x="42" y="52"/>
                      </a:lnTo>
                      <a:lnTo>
                        <a:pt x="42" y="52"/>
                      </a:lnTo>
                      <a:lnTo>
                        <a:pt x="42" y="52"/>
                      </a:lnTo>
                      <a:lnTo>
                        <a:pt x="38" y="52"/>
                      </a:lnTo>
                      <a:lnTo>
                        <a:pt x="38" y="52"/>
                      </a:lnTo>
                      <a:lnTo>
                        <a:pt x="38" y="52"/>
                      </a:lnTo>
                      <a:lnTo>
                        <a:pt x="38" y="48"/>
                      </a:lnTo>
                      <a:lnTo>
                        <a:pt x="38" y="48"/>
                      </a:lnTo>
                      <a:lnTo>
                        <a:pt x="38" y="48"/>
                      </a:lnTo>
                      <a:lnTo>
                        <a:pt x="38" y="48"/>
                      </a:lnTo>
                      <a:lnTo>
                        <a:pt x="38" y="48"/>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77" name="Freeform 44">
                  <a:extLst>
                    <a:ext uri="{FF2B5EF4-FFF2-40B4-BE49-F238E27FC236}">
                      <a16:creationId xmlns:a16="http://schemas.microsoft.com/office/drawing/2014/main" id="{9D93854C-B9A4-81F5-6824-E961B262D17F}"/>
                    </a:ext>
                  </a:extLst>
                </p:cNvPr>
                <p:cNvSpPr>
                  <a:spLocks/>
                </p:cNvSpPr>
                <p:nvPr/>
              </p:nvSpPr>
              <p:spPr bwMode="gray">
                <a:xfrm>
                  <a:off x="7857583" y="3183944"/>
                  <a:ext cx="156534" cy="173926"/>
                </a:xfrm>
                <a:custGeom>
                  <a:avLst/>
                  <a:gdLst>
                    <a:gd name="T0" fmla="*/ 46 w 90"/>
                    <a:gd name="T1" fmla="*/ 72 h 100"/>
                    <a:gd name="T2" fmla="*/ 52 w 90"/>
                    <a:gd name="T3" fmla="*/ 76 h 100"/>
                    <a:gd name="T4" fmla="*/ 56 w 90"/>
                    <a:gd name="T5" fmla="*/ 80 h 100"/>
                    <a:gd name="T6" fmla="*/ 56 w 90"/>
                    <a:gd name="T7" fmla="*/ 84 h 100"/>
                    <a:gd name="T8" fmla="*/ 56 w 90"/>
                    <a:gd name="T9" fmla="*/ 88 h 100"/>
                    <a:gd name="T10" fmla="*/ 52 w 90"/>
                    <a:gd name="T11" fmla="*/ 88 h 100"/>
                    <a:gd name="T12" fmla="*/ 42 w 90"/>
                    <a:gd name="T13" fmla="*/ 88 h 100"/>
                    <a:gd name="T14" fmla="*/ 38 w 90"/>
                    <a:gd name="T15" fmla="*/ 92 h 100"/>
                    <a:gd name="T16" fmla="*/ 34 w 90"/>
                    <a:gd name="T17" fmla="*/ 100 h 100"/>
                    <a:gd name="T18" fmla="*/ 26 w 90"/>
                    <a:gd name="T19" fmla="*/ 96 h 100"/>
                    <a:gd name="T20" fmla="*/ 22 w 90"/>
                    <a:gd name="T21" fmla="*/ 100 h 100"/>
                    <a:gd name="T22" fmla="*/ 20 w 90"/>
                    <a:gd name="T23" fmla="*/ 96 h 100"/>
                    <a:gd name="T24" fmla="*/ 20 w 90"/>
                    <a:gd name="T25" fmla="*/ 96 h 100"/>
                    <a:gd name="T26" fmla="*/ 16 w 90"/>
                    <a:gd name="T27" fmla="*/ 100 h 100"/>
                    <a:gd name="T28" fmla="*/ 16 w 90"/>
                    <a:gd name="T29" fmla="*/ 96 h 100"/>
                    <a:gd name="T30" fmla="*/ 12 w 90"/>
                    <a:gd name="T31" fmla="*/ 96 h 100"/>
                    <a:gd name="T32" fmla="*/ 12 w 90"/>
                    <a:gd name="T33" fmla="*/ 96 h 100"/>
                    <a:gd name="T34" fmla="*/ 12 w 90"/>
                    <a:gd name="T35" fmla="*/ 92 h 100"/>
                    <a:gd name="T36" fmla="*/ 4 w 90"/>
                    <a:gd name="T37" fmla="*/ 92 h 100"/>
                    <a:gd name="T38" fmla="*/ 8 w 90"/>
                    <a:gd name="T39" fmla="*/ 84 h 100"/>
                    <a:gd name="T40" fmla="*/ 16 w 90"/>
                    <a:gd name="T41" fmla="*/ 80 h 100"/>
                    <a:gd name="T42" fmla="*/ 20 w 90"/>
                    <a:gd name="T43" fmla="*/ 84 h 100"/>
                    <a:gd name="T44" fmla="*/ 12 w 90"/>
                    <a:gd name="T45" fmla="*/ 80 h 100"/>
                    <a:gd name="T46" fmla="*/ 12 w 90"/>
                    <a:gd name="T47" fmla="*/ 72 h 100"/>
                    <a:gd name="T48" fmla="*/ 16 w 90"/>
                    <a:gd name="T49" fmla="*/ 70 h 100"/>
                    <a:gd name="T50" fmla="*/ 16 w 90"/>
                    <a:gd name="T51" fmla="*/ 66 h 100"/>
                    <a:gd name="T52" fmla="*/ 4 w 90"/>
                    <a:gd name="T53" fmla="*/ 62 h 100"/>
                    <a:gd name="T54" fmla="*/ 4 w 90"/>
                    <a:gd name="T55" fmla="*/ 58 h 100"/>
                    <a:gd name="T56" fmla="*/ 0 w 90"/>
                    <a:gd name="T57" fmla="*/ 54 h 100"/>
                    <a:gd name="T58" fmla="*/ 4 w 90"/>
                    <a:gd name="T59" fmla="*/ 50 h 100"/>
                    <a:gd name="T60" fmla="*/ 12 w 90"/>
                    <a:gd name="T61" fmla="*/ 44 h 100"/>
                    <a:gd name="T62" fmla="*/ 20 w 90"/>
                    <a:gd name="T63" fmla="*/ 44 h 100"/>
                    <a:gd name="T64" fmla="*/ 26 w 90"/>
                    <a:gd name="T65" fmla="*/ 32 h 100"/>
                    <a:gd name="T66" fmla="*/ 30 w 90"/>
                    <a:gd name="T67" fmla="*/ 28 h 100"/>
                    <a:gd name="T68" fmla="*/ 34 w 90"/>
                    <a:gd name="T69" fmla="*/ 24 h 100"/>
                    <a:gd name="T70" fmla="*/ 38 w 90"/>
                    <a:gd name="T71" fmla="*/ 24 h 100"/>
                    <a:gd name="T72" fmla="*/ 48 w 90"/>
                    <a:gd name="T73" fmla="*/ 28 h 100"/>
                    <a:gd name="T74" fmla="*/ 52 w 90"/>
                    <a:gd name="T75" fmla="*/ 28 h 100"/>
                    <a:gd name="T76" fmla="*/ 56 w 90"/>
                    <a:gd name="T77" fmla="*/ 24 h 100"/>
                    <a:gd name="T78" fmla="*/ 56 w 90"/>
                    <a:gd name="T79" fmla="*/ 16 h 100"/>
                    <a:gd name="T80" fmla="*/ 60 w 90"/>
                    <a:gd name="T81" fmla="*/ 16 h 100"/>
                    <a:gd name="T82" fmla="*/ 68 w 90"/>
                    <a:gd name="T83" fmla="*/ 16 h 100"/>
                    <a:gd name="T84" fmla="*/ 72 w 90"/>
                    <a:gd name="T85" fmla="*/ 10 h 100"/>
                    <a:gd name="T86" fmla="*/ 74 w 90"/>
                    <a:gd name="T87" fmla="*/ 6 h 100"/>
                    <a:gd name="T88" fmla="*/ 78 w 90"/>
                    <a:gd name="T89" fmla="*/ 0 h 100"/>
                    <a:gd name="T90" fmla="*/ 82 w 90"/>
                    <a:gd name="T91" fmla="*/ 2 h 100"/>
                    <a:gd name="T92" fmla="*/ 90 w 90"/>
                    <a:gd name="T93" fmla="*/ 10 h 100"/>
                    <a:gd name="T94" fmla="*/ 90 w 90"/>
                    <a:gd name="T95" fmla="*/ 14 h 100"/>
                    <a:gd name="T96" fmla="*/ 82 w 90"/>
                    <a:gd name="T97" fmla="*/ 16 h 100"/>
                    <a:gd name="T98" fmla="*/ 74 w 90"/>
                    <a:gd name="T99" fmla="*/ 24 h 100"/>
                    <a:gd name="T100" fmla="*/ 74 w 90"/>
                    <a:gd name="T101" fmla="*/ 28 h 100"/>
                    <a:gd name="T102" fmla="*/ 74 w 90"/>
                    <a:gd name="T103" fmla="*/ 36 h 100"/>
                    <a:gd name="T104" fmla="*/ 74 w 90"/>
                    <a:gd name="T105" fmla="*/ 40 h 100"/>
                    <a:gd name="T106" fmla="*/ 68 w 90"/>
                    <a:gd name="T107" fmla="*/ 46 h 100"/>
                    <a:gd name="T108" fmla="*/ 64 w 90"/>
                    <a:gd name="T109" fmla="*/ 46 h 100"/>
                    <a:gd name="T110" fmla="*/ 52 w 90"/>
                    <a:gd name="T111" fmla="*/ 54 h 100"/>
                    <a:gd name="T112" fmla="*/ 48 w 90"/>
                    <a:gd name="T113" fmla="*/ 58 h 100"/>
                    <a:gd name="T114" fmla="*/ 46 w 90"/>
                    <a:gd name="T115" fmla="*/ 66 h 100"/>
                    <a:gd name="T116" fmla="*/ 46 w 90"/>
                    <a:gd name="T117"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90" h="100">
                      <a:moveTo>
                        <a:pt x="46" y="70"/>
                      </a:moveTo>
                      <a:lnTo>
                        <a:pt x="46" y="70"/>
                      </a:lnTo>
                      <a:lnTo>
                        <a:pt x="42" y="70"/>
                      </a:lnTo>
                      <a:lnTo>
                        <a:pt x="42" y="70"/>
                      </a:lnTo>
                      <a:lnTo>
                        <a:pt x="42" y="72"/>
                      </a:lnTo>
                      <a:lnTo>
                        <a:pt x="46" y="72"/>
                      </a:lnTo>
                      <a:lnTo>
                        <a:pt x="46" y="72"/>
                      </a:lnTo>
                      <a:lnTo>
                        <a:pt x="46" y="72"/>
                      </a:lnTo>
                      <a:lnTo>
                        <a:pt x="48" y="72"/>
                      </a:lnTo>
                      <a:lnTo>
                        <a:pt x="48" y="72"/>
                      </a:lnTo>
                      <a:lnTo>
                        <a:pt x="48" y="76"/>
                      </a:lnTo>
                      <a:lnTo>
                        <a:pt x="48" y="76"/>
                      </a:lnTo>
                      <a:lnTo>
                        <a:pt x="52" y="76"/>
                      </a:lnTo>
                      <a:lnTo>
                        <a:pt x="52" y="76"/>
                      </a:lnTo>
                      <a:lnTo>
                        <a:pt x="52" y="76"/>
                      </a:lnTo>
                      <a:lnTo>
                        <a:pt x="52" y="76"/>
                      </a:lnTo>
                      <a:lnTo>
                        <a:pt x="52" y="80"/>
                      </a:lnTo>
                      <a:lnTo>
                        <a:pt x="52" y="80"/>
                      </a:lnTo>
                      <a:lnTo>
                        <a:pt x="56" y="80"/>
                      </a:lnTo>
                      <a:lnTo>
                        <a:pt x="56" y="80"/>
                      </a:lnTo>
                      <a:lnTo>
                        <a:pt x="56" y="80"/>
                      </a:lnTo>
                      <a:lnTo>
                        <a:pt x="56" y="80"/>
                      </a:lnTo>
                      <a:lnTo>
                        <a:pt x="56" y="80"/>
                      </a:lnTo>
                      <a:lnTo>
                        <a:pt x="56" y="80"/>
                      </a:lnTo>
                      <a:lnTo>
                        <a:pt x="56" y="84"/>
                      </a:lnTo>
                      <a:lnTo>
                        <a:pt x="56" y="84"/>
                      </a:lnTo>
                      <a:lnTo>
                        <a:pt x="56" y="84"/>
                      </a:lnTo>
                      <a:lnTo>
                        <a:pt x="56" y="84"/>
                      </a:lnTo>
                      <a:lnTo>
                        <a:pt x="56" y="84"/>
                      </a:lnTo>
                      <a:lnTo>
                        <a:pt x="56" y="84"/>
                      </a:lnTo>
                      <a:lnTo>
                        <a:pt x="56" y="88"/>
                      </a:lnTo>
                      <a:lnTo>
                        <a:pt x="56" y="88"/>
                      </a:lnTo>
                      <a:lnTo>
                        <a:pt x="56" y="88"/>
                      </a:lnTo>
                      <a:lnTo>
                        <a:pt x="56" y="88"/>
                      </a:lnTo>
                      <a:lnTo>
                        <a:pt x="56" y="88"/>
                      </a:lnTo>
                      <a:lnTo>
                        <a:pt x="52" y="88"/>
                      </a:lnTo>
                      <a:lnTo>
                        <a:pt x="52" y="88"/>
                      </a:lnTo>
                      <a:lnTo>
                        <a:pt x="52" y="88"/>
                      </a:lnTo>
                      <a:lnTo>
                        <a:pt x="52" y="88"/>
                      </a:lnTo>
                      <a:lnTo>
                        <a:pt x="52" y="88"/>
                      </a:lnTo>
                      <a:lnTo>
                        <a:pt x="52" y="88"/>
                      </a:lnTo>
                      <a:lnTo>
                        <a:pt x="52" y="88"/>
                      </a:lnTo>
                      <a:lnTo>
                        <a:pt x="48" y="88"/>
                      </a:lnTo>
                      <a:lnTo>
                        <a:pt x="46" y="88"/>
                      </a:lnTo>
                      <a:lnTo>
                        <a:pt x="46" y="88"/>
                      </a:lnTo>
                      <a:lnTo>
                        <a:pt x="46" y="88"/>
                      </a:lnTo>
                      <a:lnTo>
                        <a:pt x="42" y="88"/>
                      </a:lnTo>
                      <a:lnTo>
                        <a:pt x="42" y="88"/>
                      </a:lnTo>
                      <a:lnTo>
                        <a:pt x="42" y="88"/>
                      </a:lnTo>
                      <a:lnTo>
                        <a:pt x="38" y="88"/>
                      </a:lnTo>
                      <a:lnTo>
                        <a:pt x="38" y="88"/>
                      </a:lnTo>
                      <a:lnTo>
                        <a:pt x="38" y="88"/>
                      </a:lnTo>
                      <a:lnTo>
                        <a:pt x="38" y="88"/>
                      </a:lnTo>
                      <a:lnTo>
                        <a:pt x="38" y="92"/>
                      </a:lnTo>
                      <a:lnTo>
                        <a:pt x="38" y="92"/>
                      </a:lnTo>
                      <a:lnTo>
                        <a:pt x="38" y="92"/>
                      </a:lnTo>
                      <a:lnTo>
                        <a:pt x="38" y="92"/>
                      </a:lnTo>
                      <a:lnTo>
                        <a:pt x="38" y="92"/>
                      </a:lnTo>
                      <a:lnTo>
                        <a:pt x="34" y="96"/>
                      </a:lnTo>
                      <a:lnTo>
                        <a:pt x="34" y="96"/>
                      </a:lnTo>
                      <a:lnTo>
                        <a:pt x="34" y="96"/>
                      </a:lnTo>
                      <a:lnTo>
                        <a:pt x="34" y="96"/>
                      </a:lnTo>
                      <a:lnTo>
                        <a:pt x="34" y="100"/>
                      </a:lnTo>
                      <a:lnTo>
                        <a:pt x="34" y="100"/>
                      </a:lnTo>
                      <a:lnTo>
                        <a:pt x="30" y="100"/>
                      </a:lnTo>
                      <a:lnTo>
                        <a:pt x="30" y="100"/>
                      </a:lnTo>
                      <a:lnTo>
                        <a:pt x="30" y="96"/>
                      </a:lnTo>
                      <a:lnTo>
                        <a:pt x="30" y="96"/>
                      </a:lnTo>
                      <a:lnTo>
                        <a:pt x="30" y="96"/>
                      </a:lnTo>
                      <a:lnTo>
                        <a:pt x="26" y="96"/>
                      </a:lnTo>
                      <a:lnTo>
                        <a:pt x="26" y="100"/>
                      </a:lnTo>
                      <a:lnTo>
                        <a:pt x="26" y="100"/>
                      </a:lnTo>
                      <a:lnTo>
                        <a:pt x="26" y="100"/>
                      </a:lnTo>
                      <a:lnTo>
                        <a:pt x="26" y="100"/>
                      </a:lnTo>
                      <a:lnTo>
                        <a:pt x="26" y="100"/>
                      </a:lnTo>
                      <a:lnTo>
                        <a:pt x="26" y="100"/>
                      </a:lnTo>
                      <a:lnTo>
                        <a:pt x="22" y="100"/>
                      </a:lnTo>
                      <a:lnTo>
                        <a:pt x="22" y="96"/>
                      </a:lnTo>
                      <a:lnTo>
                        <a:pt x="22" y="96"/>
                      </a:lnTo>
                      <a:lnTo>
                        <a:pt x="22" y="96"/>
                      </a:lnTo>
                      <a:lnTo>
                        <a:pt x="22" y="96"/>
                      </a:lnTo>
                      <a:lnTo>
                        <a:pt x="22" y="100"/>
                      </a:lnTo>
                      <a:lnTo>
                        <a:pt x="22" y="100"/>
                      </a:lnTo>
                      <a:lnTo>
                        <a:pt x="20" y="96"/>
                      </a:lnTo>
                      <a:lnTo>
                        <a:pt x="20" y="96"/>
                      </a:lnTo>
                      <a:lnTo>
                        <a:pt x="20" y="96"/>
                      </a:lnTo>
                      <a:lnTo>
                        <a:pt x="20" y="96"/>
                      </a:lnTo>
                      <a:lnTo>
                        <a:pt x="20" y="96"/>
                      </a:lnTo>
                      <a:lnTo>
                        <a:pt x="20" y="96"/>
                      </a:lnTo>
                      <a:lnTo>
                        <a:pt x="20" y="96"/>
                      </a:lnTo>
                      <a:lnTo>
                        <a:pt x="20" y="96"/>
                      </a:lnTo>
                      <a:lnTo>
                        <a:pt x="20" y="96"/>
                      </a:lnTo>
                      <a:lnTo>
                        <a:pt x="20" y="96"/>
                      </a:lnTo>
                      <a:lnTo>
                        <a:pt x="20" y="100"/>
                      </a:lnTo>
                      <a:lnTo>
                        <a:pt x="20" y="100"/>
                      </a:lnTo>
                      <a:lnTo>
                        <a:pt x="16" y="100"/>
                      </a:lnTo>
                      <a:lnTo>
                        <a:pt x="16" y="100"/>
                      </a:lnTo>
                      <a:lnTo>
                        <a:pt x="16" y="100"/>
                      </a:lnTo>
                      <a:lnTo>
                        <a:pt x="16" y="100"/>
                      </a:lnTo>
                      <a:lnTo>
                        <a:pt x="16" y="100"/>
                      </a:lnTo>
                      <a:lnTo>
                        <a:pt x="16" y="100"/>
                      </a:lnTo>
                      <a:lnTo>
                        <a:pt x="16" y="100"/>
                      </a:lnTo>
                      <a:lnTo>
                        <a:pt x="16" y="100"/>
                      </a:lnTo>
                      <a:lnTo>
                        <a:pt x="16" y="96"/>
                      </a:lnTo>
                      <a:lnTo>
                        <a:pt x="16" y="96"/>
                      </a:lnTo>
                      <a:lnTo>
                        <a:pt x="16" y="96"/>
                      </a:lnTo>
                      <a:lnTo>
                        <a:pt x="16" y="96"/>
                      </a:lnTo>
                      <a:lnTo>
                        <a:pt x="16" y="96"/>
                      </a:lnTo>
                      <a:lnTo>
                        <a:pt x="16" y="96"/>
                      </a:lnTo>
                      <a:lnTo>
                        <a:pt x="12" y="96"/>
                      </a:lnTo>
                      <a:lnTo>
                        <a:pt x="12" y="96"/>
                      </a:lnTo>
                      <a:lnTo>
                        <a:pt x="12" y="96"/>
                      </a:lnTo>
                      <a:lnTo>
                        <a:pt x="12" y="96"/>
                      </a:lnTo>
                      <a:lnTo>
                        <a:pt x="12" y="96"/>
                      </a:lnTo>
                      <a:lnTo>
                        <a:pt x="8" y="96"/>
                      </a:lnTo>
                      <a:lnTo>
                        <a:pt x="8" y="96"/>
                      </a:lnTo>
                      <a:lnTo>
                        <a:pt x="12" y="96"/>
                      </a:lnTo>
                      <a:lnTo>
                        <a:pt x="12" y="96"/>
                      </a:lnTo>
                      <a:lnTo>
                        <a:pt x="12" y="96"/>
                      </a:lnTo>
                      <a:lnTo>
                        <a:pt x="12" y="96"/>
                      </a:lnTo>
                      <a:lnTo>
                        <a:pt x="12" y="96"/>
                      </a:lnTo>
                      <a:lnTo>
                        <a:pt x="12" y="92"/>
                      </a:lnTo>
                      <a:lnTo>
                        <a:pt x="12" y="92"/>
                      </a:lnTo>
                      <a:lnTo>
                        <a:pt x="12" y="92"/>
                      </a:lnTo>
                      <a:lnTo>
                        <a:pt x="12" y="92"/>
                      </a:lnTo>
                      <a:lnTo>
                        <a:pt x="12" y="92"/>
                      </a:lnTo>
                      <a:lnTo>
                        <a:pt x="12" y="92"/>
                      </a:lnTo>
                      <a:lnTo>
                        <a:pt x="8" y="92"/>
                      </a:lnTo>
                      <a:lnTo>
                        <a:pt x="8" y="92"/>
                      </a:lnTo>
                      <a:lnTo>
                        <a:pt x="8" y="92"/>
                      </a:lnTo>
                      <a:lnTo>
                        <a:pt x="4" y="92"/>
                      </a:lnTo>
                      <a:lnTo>
                        <a:pt x="4" y="92"/>
                      </a:lnTo>
                      <a:lnTo>
                        <a:pt x="4" y="92"/>
                      </a:lnTo>
                      <a:lnTo>
                        <a:pt x="4" y="92"/>
                      </a:lnTo>
                      <a:lnTo>
                        <a:pt x="4" y="92"/>
                      </a:lnTo>
                      <a:lnTo>
                        <a:pt x="8" y="92"/>
                      </a:lnTo>
                      <a:lnTo>
                        <a:pt x="8" y="92"/>
                      </a:lnTo>
                      <a:lnTo>
                        <a:pt x="8" y="88"/>
                      </a:lnTo>
                      <a:lnTo>
                        <a:pt x="8" y="88"/>
                      </a:lnTo>
                      <a:lnTo>
                        <a:pt x="8" y="84"/>
                      </a:lnTo>
                      <a:lnTo>
                        <a:pt x="8" y="84"/>
                      </a:lnTo>
                      <a:lnTo>
                        <a:pt x="12" y="84"/>
                      </a:lnTo>
                      <a:lnTo>
                        <a:pt x="12" y="80"/>
                      </a:lnTo>
                      <a:lnTo>
                        <a:pt x="16" y="80"/>
                      </a:lnTo>
                      <a:lnTo>
                        <a:pt x="16" y="80"/>
                      </a:lnTo>
                      <a:lnTo>
                        <a:pt x="16" y="80"/>
                      </a:lnTo>
                      <a:lnTo>
                        <a:pt x="16" y="80"/>
                      </a:lnTo>
                      <a:lnTo>
                        <a:pt x="16" y="80"/>
                      </a:lnTo>
                      <a:lnTo>
                        <a:pt x="20" y="80"/>
                      </a:lnTo>
                      <a:lnTo>
                        <a:pt x="20" y="80"/>
                      </a:lnTo>
                      <a:lnTo>
                        <a:pt x="20" y="84"/>
                      </a:lnTo>
                      <a:lnTo>
                        <a:pt x="20" y="84"/>
                      </a:lnTo>
                      <a:lnTo>
                        <a:pt x="20" y="84"/>
                      </a:lnTo>
                      <a:lnTo>
                        <a:pt x="20" y="84"/>
                      </a:lnTo>
                      <a:lnTo>
                        <a:pt x="20" y="80"/>
                      </a:lnTo>
                      <a:lnTo>
                        <a:pt x="20" y="80"/>
                      </a:lnTo>
                      <a:lnTo>
                        <a:pt x="16" y="80"/>
                      </a:lnTo>
                      <a:lnTo>
                        <a:pt x="16" y="80"/>
                      </a:lnTo>
                      <a:lnTo>
                        <a:pt x="16" y="80"/>
                      </a:lnTo>
                      <a:lnTo>
                        <a:pt x="16" y="80"/>
                      </a:lnTo>
                      <a:lnTo>
                        <a:pt x="12" y="80"/>
                      </a:lnTo>
                      <a:lnTo>
                        <a:pt x="12" y="80"/>
                      </a:lnTo>
                      <a:lnTo>
                        <a:pt x="12" y="80"/>
                      </a:lnTo>
                      <a:lnTo>
                        <a:pt x="12" y="76"/>
                      </a:lnTo>
                      <a:lnTo>
                        <a:pt x="12" y="76"/>
                      </a:lnTo>
                      <a:lnTo>
                        <a:pt x="12" y="76"/>
                      </a:lnTo>
                      <a:lnTo>
                        <a:pt x="12" y="72"/>
                      </a:lnTo>
                      <a:lnTo>
                        <a:pt x="12" y="72"/>
                      </a:lnTo>
                      <a:lnTo>
                        <a:pt x="12" y="72"/>
                      </a:lnTo>
                      <a:lnTo>
                        <a:pt x="16" y="72"/>
                      </a:lnTo>
                      <a:lnTo>
                        <a:pt x="16" y="72"/>
                      </a:lnTo>
                      <a:lnTo>
                        <a:pt x="16" y="70"/>
                      </a:lnTo>
                      <a:lnTo>
                        <a:pt x="16" y="70"/>
                      </a:lnTo>
                      <a:lnTo>
                        <a:pt x="16" y="70"/>
                      </a:lnTo>
                      <a:lnTo>
                        <a:pt x="16" y="70"/>
                      </a:lnTo>
                      <a:lnTo>
                        <a:pt x="16" y="70"/>
                      </a:lnTo>
                      <a:lnTo>
                        <a:pt x="16" y="66"/>
                      </a:lnTo>
                      <a:lnTo>
                        <a:pt x="16" y="66"/>
                      </a:lnTo>
                      <a:lnTo>
                        <a:pt x="16" y="66"/>
                      </a:lnTo>
                      <a:lnTo>
                        <a:pt x="16" y="66"/>
                      </a:lnTo>
                      <a:lnTo>
                        <a:pt x="16" y="66"/>
                      </a:lnTo>
                      <a:lnTo>
                        <a:pt x="16" y="66"/>
                      </a:lnTo>
                      <a:lnTo>
                        <a:pt x="16" y="66"/>
                      </a:lnTo>
                      <a:lnTo>
                        <a:pt x="12" y="66"/>
                      </a:lnTo>
                      <a:lnTo>
                        <a:pt x="12" y="66"/>
                      </a:lnTo>
                      <a:lnTo>
                        <a:pt x="12" y="62"/>
                      </a:lnTo>
                      <a:lnTo>
                        <a:pt x="8" y="62"/>
                      </a:lnTo>
                      <a:lnTo>
                        <a:pt x="8" y="62"/>
                      </a:lnTo>
                      <a:lnTo>
                        <a:pt x="4" y="62"/>
                      </a:lnTo>
                      <a:lnTo>
                        <a:pt x="4" y="62"/>
                      </a:lnTo>
                      <a:lnTo>
                        <a:pt x="4" y="62"/>
                      </a:lnTo>
                      <a:lnTo>
                        <a:pt x="4" y="62"/>
                      </a:lnTo>
                      <a:lnTo>
                        <a:pt x="4" y="66"/>
                      </a:lnTo>
                      <a:lnTo>
                        <a:pt x="4" y="62"/>
                      </a:lnTo>
                      <a:lnTo>
                        <a:pt x="4" y="62"/>
                      </a:lnTo>
                      <a:lnTo>
                        <a:pt x="4" y="58"/>
                      </a:lnTo>
                      <a:lnTo>
                        <a:pt x="4" y="58"/>
                      </a:lnTo>
                      <a:lnTo>
                        <a:pt x="0" y="58"/>
                      </a:lnTo>
                      <a:lnTo>
                        <a:pt x="0" y="58"/>
                      </a:lnTo>
                      <a:lnTo>
                        <a:pt x="0" y="58"/>
                      </a:lnTo>
                      <a:lnTo>
                        <a:pt x="0" y="58"/>
                      </a:lnTo>
                      <a:lnTo>
                        <a:pt x="0" y="58"/>
                      </a:lnTo>
                      <a:lnTo>
                        <a:pt x="0" y="54"/>
                      </a:lnTo>
                      <a:lnTo>
                        <a:pt x="0" y="54"/>
                      </a:lnTo>
                      <a:lnTo>
                        <a:pt x="0" y="54"/>
                      </a:lnTo>
                      <a:lnTo>
                        <a:pt x="0" y="54"/>
                      </a:lnTo>
                      <a:lnTo>
                        <a:pt x="4" y="50"/>
                      </a:lnTo>
                      <a:lnTo>
                        <a:pt x="4" y="50"/>
                      </a:lnTo>
                      <a:lnTo>
                        <a:pt x="4" y="50"/>
                      </a:lnTo>
                      <a:lnTo>
                        <a:pt x="4" y="50"/>
                      </a:lnTo>
                      <a:lnTo>
                        <a:pt x="8" y="46"/>
                      </a:lnTo>
                      <a:lnTo>
                        <a:pt x="8" y="46"/>
                      </a:lnTo>
                      <a:lnTo>
                        <a:pt x="8" y="46"/>
                      </a:lnTo>
                      <a:lnTo>
                        <a:pt x="12" y="46"/>
                      </a:lnTo>
                      <a:lnTo>
                        <a:pt x="8" y="46"/>
                      </a:lnTo>
                      <a:lnTo>
                        <a:pt x="12" y="46"/>
                      </a:lnTo>
                      <a:lnTo>
                        <a:pt x="12" y="44"/>
                      </a:lnTo>
                      <a:lnTo>
                        <a:pt x="12" y="44"/>
                      </a:lnTo>
                      <a:lnTo>
                        <a:pt x="16" y="44"/>
                      </a:lnTo>
                      <a:lnTo>
                        <a:pt x="16" y="44"/>
                      </a:lnTo>
                      <a:lnTo>
                        <a:pt x="16" y="44"/>
                      </a:lnTo>
                      <a:lnTo>
                        <a:pt x="16" y="44"/>
                      </a:lnTo>
                      <a:lnTo>
                        <a:pt x="16" y="44"/>
                      </a:lnTo>
                      <a:lnTo>
                        <a:pt x="20" y="44"/>
                      </a:lnTo>
                      <a:lnTo>
                        <a:pt x="20" y="40"/>
                      </a:lnTo>
                      <a:lnTo>
                        <a:pt x="20" y="40"/>
                      </a:lnTo>
                      <a:lnTo>
                        <a:pt x="20" y="40"/>
                      </a:lnTo>
                      <a:lnTo>
                        <a:pt x="22" y="40"/>
                      </a:lnTo>
                      <a:lnTo>
                        <a:pt x="22" y="40"/>
                      </a:lnTo>
                      <a:lnTo>
                        <a:pt x="26" y="36"/>
                      </a:lnTo>
                      <a:lnTo>
                        <a:pt x="26" y="32"/>
                      </a:lnTo>
                      <a:lnTo>
                        <a:pt x="26" y="32"/>
                      </a:lnTo>
                      <a:lnTo>
                        <a:pt x="26" y="32"/>
                      </a:lnTo>
                      <a:lnTo>
                        <a:pt x="30" y="32"/>
                      </a:lnTo>
                      <a:lnTo>
                        <a:pt x="30" y="32"/>
                      </a:lnTo>
                      <a:lnTo>
                        <a:pt x="30" y="28"/>
                      </a:lnTo>
                      <a:lnTo>
                        <a:pt x="30" y="28"/>
                      </a:lnTo>
                      <a:lnTo>
                        <a:pt x="30" y="28"/>
                      </a:lnTo>
                      <a:lnTo>
                        <a:pt x="30" y="28"/>
                      </a:lnTo>
                      <a:lnTo>
                        <a:pt x="30" y="24"/>
                      </a:lnTo>
                      <a:lnTo>
                        <a:pt x="30" y="24"/>
                      </a:lnTo>
                      <a:lnTo>
                        <a:pt x="30" y="24"/>
                      </a:lnTo>
                      <a:lnTo>
                        <a:pt x="34" y="24"/>
                      </a:lnTo>
                      <a:lnTo>
                        <a:pt x="34" y="24"/>
                      </a:lnTo>
                      <a:lnTo>
                        <a:pt x="34" y="24"/>
                      </a:lnTo>
                      <a:lnTo>
                        <a:pt x="34" y="20"/>
                      </a:lnTo>
                      <a:lnTo>
                        <a:pt x="34" y="20"/>
                      </a:lnTo>
                      <a:lnTo>
                        <a:pt x="38" y="20"/>
                      </a:lnTo>
                      <a:lnTo>
                        <a:pt x="38" y="20"/>
                      </a:lnTo>
                      <a:lnTo>
                        <a:pt x="38" y="24"/>
                      </a:lnTo>
                      <a:lnTo>
                        <a:pt x="38" y="24"/>
                      </a:lnTo>
                      <a:lnTo>
                        <a:pt x="38" y="24"/>
                      </a:lnTo>
                      <a:lnTo>
                        <a:pt x="38" y="24"/>
                      </a:lnTo>
                      <a:lnTo>
                        <a:pt x="38" y="24"/>
                      </a:lnTo>
                      <a:lnTo>
                        <a:pt x="42" y="24"/>
                      </a:lnTo>
                      <a:lnTo>
                        <a:pt x="42" y="28"/>
                      </a:lnTo>
                      <a:lnTo>
                        <a:pt x="46" y="28"/>
                      </a:lnTo>
                      <a:lnTo>
                        <a:pt x="48" y="28"/>
                      </a:lnTo>
                      <a:lnTo>
                        <a:pt x="48" y="28"/>
                      </a:lnTo>
                      <a:lnTo>
                        <a:pt x="48" y="28"/>
                      </a:lnTo>
                      <a:lnTo>
                        <a:pt x="48" y="28"/>
                      </a:lnTo>
                      <a:lnTo>
                        <a:pt x="52" y="28"/>
                      </a:lnTo>
                      <a:lnTo>
                        <a:pt x="52" y="28"/>
                      </a:lnTo>
                      <a:lnTo>
                        <a:pt x="52" y="28"/>
                      </a:lnTo>
                      <a:lnTo>
                        <a:pt x="52" y="28"/>
                      </a:lnTo>
                      <a:lnTo>
                        <a:pt x="52" y="28"/>
                      </a:lnTo>
                      <a:lnTo>
                        <a:pt x="56" y="28"/>
                      </a:lnTo>
                      <a:lnTo>
                        <a:pt x="56" y="24"/>
                      </a:lnTo>
                      <a:lnTo>
                        <a:pt x="56" y="24"/>
                      </a:lnTo>
                      <a:lnTo>
                        <a:pt x="56" y="24"/>
                      </a:lnTo>
                      <a:lnTo>
                        <a:pt x="56" y="24"/>
                      </a:lnTo>
                      <a:lnTo>
                        <a:pt x="56" y="24"/>
                      </a:lnTo>
                      <a:lnTo>
                        <a:pt x="56" y="24"/>
                      </a:lnTo>
                      <a:lnTo>
                        <a:pt x="52" y="24"/>
                      </a:lnTo>
                      <a:lnTo>
                        <a:pt x="52" y="20"/>
                      </a:lnTo>
                      <a:lnTo>
                        <a:pt x="52" y="20"/>
                      </a:lnTo>
                      <a:lnTo>
                        <a:pt x="52" y="16"/>
                      </a:lnTo>
                      <a:lnTo>
                        <a:pt x="52" y="16"/>
                      </a:lnTo>
                      <a:lnTo>
                        <a:pt x="52" y="16"/>
                      </a:lnTo>
                      <a:lnTo>
                        <a:pt x="56" y="16"/>
                      </a:lnTo>
                      <a:lnTo>
                        <a:pt x="56" y="16"/>
                      </a:lnTo>
                      <a:lnTo>
                        <a:pt x="56" y="16"/>
                      </a:lnTo>
                      <a:lnTo>
                        <a:pt x="56" y="16"/>
                      </a:lnTo>
                      <a:lnTo>
                        <a:pt x="56" y="16"/>
                      </a:lnTo>
                      <a:lnTo>
                        <a:pt x="60" y="16"/>
                      </a:lnTo>
                      <a:lnTo>
                        <a:pt x="60" y="16"/>
                      </a:lnTo>
                      <a:lnTo>
                        <a:pt x="60" y="16"/>
                      </a:lnTo>
                      <a:lnTo>
                        <a:pt x="60" y="16"/>
                      </a:lnTo>
                      <a:lnTo>
                        <a:pt x="64" y="16"/>
                      </a:lnTo>
                      <a:lnTo>
                        <a:pt x="64" y="16"/>
                      </a:lnTo>
                      <a:lnTo>
                        <a:pt x="64" y="16"/>
                      </a:lnTo>
                      <a:lnTo>
                        <a:pt x="64" y="16"/>
                      </a:lnTo>
                      <a:lnTo>
                        <a:pt x="64" y="16"/>
                      </a:lnTo>
                      <a:lnTo>
                        <a:pt x="68" y="16"/>
                      </a:lnTo>
                      <a:lnTo>
                        <a:pt x="68" y="16"/>
                      </a:lnTo>
                      <a:lnTo>
                        <a:pt x="68" y="14"/>
                      </a:lnTo>
                      <a:lnTo>
                        <a:pt x="68" y="14"/>
                      </a:lnTo>
                      <a:lnTo>
                        <a:pt x="68" y="14"/>
                      </a:lnTo>
                      <a:lnTo>
                        <a:pt x="68" y="14"/>
                      </a:lnTo>
                      <a:lnTo>
                        <a:pt x="68" y="10"/>
                      </a:lnTo>
                      <a:lnTo>
                        <a:pt x="72" y="10"/>
                      </a:lnTo>
                      <a:lnTo>
                        <a:pt x="72" y="10"/>
                      </a:lnTo>
                      <a:lnTo>
                        <a:pt x="72" y="10"/>
                      </a:lnTo>
                      <a:lnTo>
                        <a:pt x="74" y="10"/>
                      </a:lnTo>
                      <a:lnTo>
                        <a:pt x="74" y="10"/>
                      </a:lnTo>
                      <a:lnTo>
                        <a:pt x="74" y="6"/>
                      </a:lnTo>
                      <a:lnTo>
                        <a:pt x="74" y="6"/>
                      </a:lnTo>
                      <a:lnTo>
                        <a:pt x="74" y="6"/>
                      </a:lnTo>
                      <a:lnTo>
                        <a:pt x="74" y="2"/>
                      </a:lnTo>
                      <a:lnTo>
                        <a:pt x="78" y="2"/>
                      </a:lnTo>
                      <a:lnTo>
                        <a:pt x="78" y="0"/>
                      </a:lnTo>
                      <a:lnTo>
                        <a:pt x="78" y="0"/>
                      </a:lnTo>
                      <a:lnTo>
                        <a:pt x="78" y="0"/>
                      </a:lnTo>
                      <a:lnTo>
                        <a:pt x="78" y="0"/>
                      </a:lnTo>
                      <a:lnTo>
                        <a:pt x="78" y="0"/>
                      </a:lnTo>
                      <a:lnTo>
                        <a:pt x="78" y="0"/>
                      </a:lnTo>
                      <a:lnTo>
                        <a:pt x="82" y="0"/>
                      </a:lnTo>
                      <a:lnTo>
                        <a:pt x="82" y="0"/>
                      </a:lnTo>
                      <a:lnTo>
                        <a:pt x="82" y="2"/>
                      </a:lnTo>
                      <a:lnTo>
                        <a:pt x="82" y="2"/>
                      </a:lnTo>
                      <a:lnTo>
                        <a:pt x="82" y="2"/>
                      </a:lnTo>
                      <a:lnTo>
                        <a:pt x="82" y="2"/>
                      </a:lnTo>
                      <a:lnTo>
                        <a:pt x="86" y="6"/>
                      </a:lnTo>
                      <a:lnTo>
                        <a:pt x="86" y="6"/>
                      </a:lnTo>
                      <a:lnTo>
                        <a:pt x="86" y="6"/>
                      </a:lnTo>
                      <a:lnTo>
                        <a:pt x="86" y="6"/>
                      </a:lnTo>
                      <a:lnTo>
                        <a:pt x="86" y="10"/>
                      </a:lnTo>
                      <a:lnTo>
                        <a:pt x="90" y="10"/>
                      </a:lnTo>
                      <a:lnTo>
                        <a:pt x="90" y="10"/>
                      </a:lnTo>
                      <a:lnTo>
                        <a:pt x="90" y="10"/>
                      </a:lnTo>
                      <a:lnTo>
                        <a:pt x="90" y="10"/>
                      </a:lnTo>
                      <a:lnTo>
                        <a:pt x="90" y="10"/>
                      </a:lnTo>
                      <a:lnTo>
                        <a:pt x="90" y="10"/>
                      </a:lnTo>
                      <a:lnTo>
                        <a:pt x="90" y="10"/>
                      </a:lnTo>
                      <a:lnTo>
                        <a:pt x="90" y="14"/>
                      </a:lnTo>
                      <a:lnTo>
                        <a:pt x="90" y="14"/>
                      </a:lnTo>
                      <a:lnTo>
                        <a:pt x="90" y="14"/>
                      </a:lnTo>
                      <a:lnTo>
                        <a:pt x="90" y="10"/>
                      </a:lnTo>
                      <a:lnTo>
                        <a:pt x="86" y="10"/>
                      </a:lnTo>
                      <a:lnTo>
                        <a:pt x="86" y="10"/>
                      </a:lnTo>
                      <a:lnTo>
                        <a:pt x="86" y="10"/>
                      </a:lnTo>
                      <a:lnTo>
                        <a:pt x="82" y="14"/>
                      </a:lnTo>
                      <a:lnTo>
                        <a:pt x="82" y="16"/>
                      </a:lnTo>
                      <a:lnTo>
                        <a:pt x="78" y="16"/>
                      </a:lnTo>
                      <a:lnTo>
                        <a:pt x="78" y="20"/>
                      </a:lnTo>
                      <a:lnTo>
                        <a:pt x="78" y="20"/>
                      </a:lnTo>
                      <a:lnTo>
                        <a:pt x="78" y="20"/>
                      </a:lnTo>
                      <a:lnTo>
                        <a:pt x="78" y="20"/>
                      </a:lnTo>
                      <a:lnTo>
                        <a:pt x="74" y="20"/>
                      </a:lnTo>
                      <a:lnTo>
                        <a:pt x="74" y="24"/>
                      </a:lnTo>
                      <a:lnTo>
                        <a:pt x="74" y="24"/>
                      </a:lnTo>
                      <a:lnTo>
                        <a:pt x="74" y="24"/>
                      </a:lnTo>
                      <a:lnTo>
                        <a:pt x="74" y="24"/>
                      </a:lnTo>
                      <a:lnTo>
                        <a:pt x="74" y="28"/>
                      </a:lnTo>
                      <a:lnTo>
                        <a:pt x="74" y="28"/>
                      </a:lnTo>
                      <a:lnTo>
                        <a:pt x="74" y="28"/>
                      </a:lnTo>
                      <a:lnTo>
                        <a:pt x="74" y="28"/>
                      </a:lnTo>
                      <a:lnTo>
                        <a:pt x="74" y="28"/>
                      </a:lnTo>
                      <a:lnTo>
                        <a:pt x="78" y="28"/>
                      </a:lnTo>
                      <a:lnTo>
                        <a:pt x="78" y="32"/>
                      </a:lnTo>
                      <a:lnTo>
                        <a:pt x="74" y="32"/>
                      </a:lnTo>
                      <a:lnTo>
                        <a:pt x="74" y="32"/>
                      </a:lnTo>
                      <a:lnTo>
                        <a:pt x="74" y="32"/>
                      </a:lnTo>
                      <a:lnTo>
                        <a:pt x="74" y="36"/>
                      </a:lnTo>
                      <a:lnTo>
                        <a:pt x="74" y="36"/>
                      </a:lnTo>
                      <a:lnTo>
                        <a:pt x="74" y="36"/>
                      </a:lnTo>
                      <a:lnTo>
                        <a:pt x="74" y="36"/>
                      </a:lnTo>
                      <a:lnTo>
                        <a:pt x="74" y="40"/>
                      </a:lnTo>
                      <a:lnTo>
                        <a:pt x="74" y="40"/>
                      </a:lnTo>
                      <a:lnTo>
                        <a:pt x="74" y="40"/>
                      </a:lnTo>
                      <a:lnTo>
                        <a:pt x="74" y="40"/>
                      </a:lnTo>
                      <a:lnTo>
                        <a:pt x="74" y="40"/>
                      </a:lnTo>
                      <a:lnTo>
                        <a:pt x="74" y="40"/>
                      </a:lnTo>
                      <a:lnTo>
                        <a:pt x="68" y="44"/>
                      </a:lnTo>
                      <a:lnTo>
                        <a:pt x="68" y="44"/>
                      </a:lnTo>
                      <a:lnTo>
                        <a:pt x="68" y="46"/>
                      </a:lnTo>
                      <a:lnTo>
                        <a:pt x="68" y="46"/>
                      </a:lnTo>
                      <a:lnTo>
                        <a:pt x="68" y="46"/>
                      </a:lnTo>
                      <a:lnTo>
                        <a:pt x="68" y="46"/>
                      </a:lnTo>
                      <a:lnTo>
                        <a:pt x="68" y="46"/>
                      </a:lnTo>
                      <a:lnTo>
                        <a:pt x="68" y="46"/>
                      </a:lnTo>
                      <a:lnTo>
                        <a:pt x="64" y="46"/>
                      </a:lnTo>
                      <a:lnTo>
                        <a:pt x="64" y="46"/>
                      </a:lnTo>
                      <a:lnTo>
                        <a:pt x="64" y="46"/>
                      </a:lnTo>
                      <a:lnTo>
                        <a:pt x="64" y="46"/>
                      </a:lnTo>
                      <a:lnTo>
                        <a:pt x="64" y="50"/>
                      </a:lnTo>
                      <a:lnTo>
                        <a:pt x="64" y="50"/>
                      </a:lnTo>
                      <a:lnTo>
                        <a:pt x="64" y="50"/>
                      </a:lnTo>
                      <a:lnTo>
                        <a:pt x="60" y="50"/>
                      </a:lnTo>
                      <a:lnTo>
                        <a:pt x="60" y="54"/>
                      </a:lnTo>
                      <a:lnTo>
                        <a:pt x="56" y="54"/>
                      </a:lnTo>
                      <a:lnTo>
                        <a:pt x="52" y="54"/>
                      </a:lnTo>
                      <a:lnTo>
                        <a:pt x="52" y="54"/>
                      </a:lnTo>
                      <a:lnTo>
                        <a:pt x="52" y="54"/>
                      </a:lnTo>
                      <a:lnTo>
                        <a:pt x="52" y="54"/>
                      </a:lnTo>
                      <a:lnTo>
                        <a:pt x="52" y="54"/>
                      </a:lnTo>
                      <a:lnTo>
                        <a:pt x="48" y="58"/>
                      </a:lnTo>
                      <a:lnTo>
                        <a:pt x="48" y="58"/>
                      </a:lnTo>
                      <a:lnTo>
                        <a:pt x="48" y="58"/>
                      </a:lnTo>
                      <a:lnTo>
                        <a:pt x="48" y="58"/>
                      </a:lnTo>
                      <a:lnTo>
                        <a:pt x="46" y="58"/>
                      </a:lnTo>
                      <a:lnTo>
                        <a:pt x="46" y="62"/>
                      </a:lnTo>
                      <a:lnTo>
                        <a:pt x="46" y="62"/>
                      </a:lnTo>
                      <a:lnTo>
                        <a:pt x="46" y="62"/>
                      </a:lnTo>
                      <a:lnTo>
                        <a:pt x="46" y="62"/>
                      </a:lnTo>
                      <a:lnTo>
                        <a:pt x="46" y="66"/>
                      </a:lnTo>
                      <a:lnTo>
                        <a:pt x="46" y="66"/>
                      </a:lnTo>
                      <a:lnTo>
                        <a:pt x="46" y="70"/>
                      </a:lnTo>
                      <a:lnTo>
                        <a:pt x="46" y="70"/>
                      </a:lnTo>
                      <a:lnTo>
                        <a:pt x="46" y="70"/>
                      </a:lnTo>
                      <a:lnTo>
                        <a:pt x="46" y="70"/>
                      </a:lnTo>
                      <a:lnTo>
                        <a:pt x="46" y="70"/>
                      </a:lnTo>
                      <a:lnTo>
                        <a:pt x="46" y="70"/>
                      </a:lnTo>
                      <a:lnTo>
                        <a:pt x="46" y="66"/>
                      </a:lnTo>
                      <a:lnTo>
                        <a:pt x="46" y="66"/>
                      </a:lnTo>
                      <a:lnTo>
                        <a:pt x="46" y="70"/>
                      </a:lnTo>
                      <a:lnTo>
                        <a:pt x="46" y="70"/>
                      </a:lnTo>
                      <a:lnTo>
                        <a:pt x="46" y="70"/>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78" name="Freeform 45">
                  <a:extLst>
                    <a:ext uri="{FF2B5EF4-FFF2-40B4-BE49-F238E27FC236}">
                      <a16:creationId xmlns:a16="http://schemas.microsoft.com/office/drawing/2014/main" id="{EF37CC2F-ECFF-0CA8-36C7-95CF1EF44B7D}"/>
                    </a:ext>
                  </a:extLst>
                </p:cNvPr>
                <p:cNvSpPr>
                  <a:spLocks noEditPoints="1"/>
                </p:cNvSpPr>
                <p:nvPr/>
              </p:nvSpPr>
              <p:spPr bwMode="gray">
                <a:xfrm>
                  <a:off x="6076574" y="3726591"/>
                  <a:ext cx="194798" cy="299153"/>
                </a:xfrm>
                <a:custGeom>
                  <a:avLst/>
                  <a:gdLst>
                    <a:gd name="T0" fmla="*/ 62 w 112"/>
                    <a:gd name="T1" fmla="*/ 0 h 172"/>
                    <a:gd name="T2" fmla="*/ 62 w 112"/>
                    <a:gd name="T3" fmla="*/ 8 h 172"/>
                    <a:gd name="T4" fmla="*/ 60 w 112"/>
                    <a:gd name="T5" fmla="*/ 12 h 172"/>
                    <a:gd name="T6" fmla="*/ 60 w 112"/>
                    <a:gd name="T7" fmla="*/ 4 h 172"/>
                    <a:gd name="T8" fmla="*/ 60 w 112"/>
                    <a:gd name="T9" fmla="*/ 0 h 172"/>
                    <a:gd name="T10" fmla="*/ 62 w 112"/>
                    <a:gd name="T11" fmla="*/ 0 h 172"/>
                    <a:gd name="T12" fmla="*/ 48 w 112"/>
                    <a:gd name="T13" fmla="*/ 90 h 172"/>
                    <a:gd name="T14" fmla="*/ 48 w 112"/>
                    <a:gd name="T15" fmla="*/ 60 h 172"/>
                    <a:gd name="T16" fmla="*/ 48 w 112"/>
                    <a:gd name="T17" fmla="*/ 52 h 172"/>
                    <a:gd name="T18" fmla="*/ 52 w 112"/>
                    <a:gd name="T19" fmla="*/ 42 h 172"/>
                    <a:gd name="T20" fmla="*/ 56 w 112"/>
                    <a:gd name="T21" fmla="*/ 38 h 172"/>
                    <a:gd name="T22" fmla="*/ 56 w 112"/>
                    <a:gd name="T23" fmla="*/ 30 h 172"/>
                    <a:gd name="T24" fmla="*/ 56 w 112"/>
                    <a:gd name="T25" fmla="*/ 26 h 172"/>
                    <a:gd name="T26" fmla="*/ 60 w 112"/>
                    <a:gd name="T27" fmla="*/ 22 h 172"/>
                    <a:gd name="T28" fmla="*/ 60 w 112"/>
                    <a:gd name="T29" fmla="*/ 26 h 172"/>
                    <a:gd name="T30" fmla="*/ 62 w 112"/>
                    <a:gd name="T31" fmla="*/ 26 h 172"/>
                    <a:gd name="T32" fmla="*/ 62 w 112"/>
                    <a:gd name="T33" fmla="*/ 22 h 172"/>
                    <a:gd name="T34" fmla="*/ 66 w 112"/>
                    <a:gd name="T35" fmla="*/ 30 h 172"/>
                    <a:gd name="T36" fmla="*/ 70 w 112"/>
                    <a:gd name="T37" fmla="*/ 38 h 172"/>
                    <a:gd name="T38" fmla="*/ 74 w 112"/>
                    <a:gd name="T39" fmla="*/ 42 h 172"/>
                    <a:gd name="T40" fmla="*/ 86 w 112"/>
                    <a:gd name="T41" fmla="*/ 44 h 172"/>
                    <a:gd name="T42" fmla="*/ 88 w 112"/>
                    <a:gd name="T43" fmla="*/ 48 h 172"/>
                    <a:gd name="T44" fmla="*/ 92 w 112"/>
                    <a:gd name="T45" fmla="*/ 48 h 172"/>
                    <a:gd name="T46" fmla="*/ 100 w 112"/>
                    <a:gd name="T47" fmla="*/ 56 h 172"/>
                    <a:gd name="T48" fmla="*/ 104 w 112"/>
                    <a:gd name="T49" fmla="*/ 60 h 172"/>
                    <a:gd name="T50" fmla="*/ 108 w 112"/>
                    <a:gd name="T51" fmla="*/ 68 h 172"/>
                    <a:gd name="T52" fmla="*/ 112 w 112"/>
                    <a:gd name="T53" fmla="*/ 72 h 172"/>
                    <a:gd name="T54" fmla="*/ 108 w 112"/>
                    <a:gd name="T55" fmla="*/ 78 h 172"/>
                    <a:gd name="T56" fmla="*/ 104 w 112"/>
                    <a:gd name="T57" fmla="*/ 86 h 172"/>
                    <a:gd name="T58" fmla="*/ 96 w 112"/>
                    <a:gd name="T59" fmla="*/ 94 h 172"/>
                    <a:gd name="T60" fmla="*/ 92 w 112"/>
                    <a:gd name="T61" fmla="*/ 102 h 172"/>
                    <a:gd name="T62" fmla="*/ 88 w 112"/>
                    <a:gd name="T63" fmla="*/ 104 h 172"/>
                    <a:gd name="T64" fmla="*/ 88 w 112"/>
                    <a:gd name="T65" fmla="*/ 102 h 172"/>
                    <a:gd name="T66" fmla="*/ 86 w 112"/>
                    <a:gd name="T67" fmla="*/ 108 h 172"/>
                    <a:gd name="T68" fmla="*/ 82 w 112"/>
                    <a:gd name="T69" fmla="*/ 116 h 172"/>
                    <a:gd name="T70" fmla="*/ 82 w 112"/>
                    <a:gd name="T71" fmla="*/ 122 h 172"/>
                    <a:gd name="T72" fmla="*/ 82 w 112"/>
                    <a:gd name="T73" fmla="*/ 130 h 172"/>
                    <a:gd name="T74" fmla="*/ 74 w 112"/>
                    <a:gd name="T75" fmla="*/ 130 h 172"/>
                    <a:gd name="T76" fmla="*/ 70 w 112"/>
                    <a:gd name="T77" fmla="*/ 134 h 172"/>
                    <a:gd name="T78" fmla="*/ 66 w 112"/>
                    <a:gd name="T79" fmla="*/ 142 h 172"/>
                    <a:gd name="T80" fmla="*/ 62 w 112"/>
                    <a:gd name="T81" fmla="*/ 144 h 172"/>
                    <a:gd name="T82" fmla="*/ 60 w 112"/>
                    <a:gd name="T83" fmla="*/ 148 h 172"/>
                    <a:gd name="T84" fmla="*/ 52 w 112"/>
                    <a:gd name="T85" fmla="*/ 148 h 172"/>
                    <a:gd name="T86" fmla="*/ 48 w 112"/>
                    <a:gd name="T87" fmla="*/ 152 h 172"/>
                    <a:gd name="T88" fmla="*/ 48 w 112"/>
                    <a:gd name="T89" fmla="*/ 156 h 172"/>
                    <a:gd name="T90" fmla="*/ 44 w 112"/>
                    <a:gd name="T91" fmla="*/ 164 h 172"/>
                    <a:gd name="T92" fmla="*/ 36 w 112"/>
                    <a:gd name="T93" fmla="*/ 164 h 172"/>
                    <a:gd name="T94" fmla="*/ 30 w 112"/>
                    <a:gd name="T95" fmla="*/ 164 h 172"/>
                    <a:gd name="T96" fmla="*/ 22 w 112"/>
                    <a:gd name="T97" fmla="*/ 168 h 172"/>
                    <a:gd name="T98" fmla="*/ 10 w 112"/>
                    <a:gd name="T99" fmla="*/ 160 h 172"/>
                    <a:gd name="T100" fmla="*/ 96 w 112"/>
                    <a:gd name="T101" fmla="*/ 108 h 172"/>
                    <a:gd name="T102" fmla="*/ 96 w 112"/>
                    <a:gd name="T103" fmla="*/ 104 h 172"/>
                    <a:gd name="T104" fmla="*/ 96 w 112"/>
                    <a:gd name="T105" fmla="*/ 104 h 172"/>
                    <a:gd name="T106" fmla="*/ 100 w 112"/>
                    <a:gd name="T107" fmla="*/ 104 h 172"/>
                    <a:gd name="T108" fmla="*/ 96 w 112"/>
                    <a:gd name="T109" fmla="*/ 104 h 172"/>
                    <a:gd name="T110" fmla="*/ 96 w 112"/>
                    <a:gd name="T111" fmla="*/ 108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2" h="172">
                      <a:moveTo>
                        <a:pt x="62" y="0"/>
                      </a:moveTo>
                      <a:lnTo>
                        <a:pt x="62" y="0"/>
                      </a:lnTo>
                      <a:lnTo>
                        <a:pt x="62" y="0"/>
                      </a:lnTo>
                      <a:lnTo>
                        <a:pt x="62" y="0"/>
                      </a:lnTo>
                      <a:lnTo>
                        <a:pt x="62" y="4"/>
                      </a:lnTo>
                      <a:lnTo>
                        <a:pt x="62" y="0"/>
                      </a:lnTo>
                      <a:lnTo>
                        <a:pt x="62" y="0"/>
                      </a:lnTo>
                      <a:lnTo>
                        <a:pt x="62" y="4"/>
                      </a:lnTo>
                      <a:lnTo>
                        <a:pt x="62" y="4"/>
                      </a:lnTo>
                      <a:lnTo>
                        <a:pt x="62" y="4"/>
                      </a:lnTo>
                      <a:lnTo>
                        <a:pt x="62" y="4"/>
                      </a:lnTo>
                      <a:lnTo>
                        <a:pt x="62" y="8"/>
                      </a:lnTo>
                      <a:lnTo>
                        <a:pt x="62" y="8"/>
                      </a:lnTo>
                      <a:lnTo>
                        <a:pt x="62" y="8"/>
                      </a:lnTo>
                      <a:lnTo>
                        <a:pt x="62" y="8"/>
                      </a:lnTo>
                      <a:lnTo>
                        <a:pt x="62" y="8"/>
                      </a:lnTo>
                      <a:lnTo>
                        <a:pt x="62" y="12"/>
                      </a:lnTo>
                      <a:lnTo>
                        <a:pt x="62" y="12"/>
                      </a:lnTo>
                      <a:lnTo>
                        <a:pt x="62" y="12"/>
                      </a:lnTo>
                      <a:lnTo>
                        <a:pt x="62" y="12"/>
                      </a:lnTo>
                      <a:lnTo>
                        <a:pt x="60" y="12"/>
                      </a:lnTo>
                      <a:lnTo>
                        <a:pt x="60" y="12"/>
                      </a:lnTo>
                      <a:lnTo>
                        <a:pt x="60" y="12"/>
                      </a:lnTo>
                      <a:lnTo>
                        <a:pt x="60" y="12"/>
                      </a:lnTo>
                      <a:lnTo>
                        <a:pt x="60" y="12"/>
                      </a:lnTo>
                      <a:lnTo>
                        <a:pt x="60" y="8"/>
                      </a:lnTo>
                      <a:lnTo>
                        <a:pt x="60" y="8"/>
                      </a:lnTo>
                      <a:lnTo>
                        <a:pt x="60" y="4"/>
                      </a:lnTo>
                      <a:lnTo>
                        <a:pt x="60" y="4"/>
                      </a:lnTo>
                      <a:lnTo>
                        <a:pt x="60" y="4"/>
                      </a:lnTo>
                      <a:lnTo>
                        <a:pt x="60" y="4"/>
                      </a:lnTo>
                      <a:lnTo>
                        <a:pt x="60" y="4"/>
                      </a:lnTo>
                      <a:lnTo>
                        <a:pt x="60" y="0"/>
                      </a:lnTo>
                      <a:lnTo>
                        <a:pt x="60" y="0"/>
                      </a:lnTo>
                      <a:lnTo>
                        <a:pt x="60" y="0"/>
                      </a:lnTo>
                      <a:lnTo>
                        <a:pt x="62" y="0"/>
                      </a:lnTo>
                      <a:lnTo>
                        <a:pt x="62" y="0"/>
                      </a:lnTo>
                      <a:lnTo>
                        <a:pt x="62" y="0"/>
                      </a:lnTo>
                      <a:lnTo>
                        <a:pt x="62" y="0"/>
                      </a:lnTo>
                      <a:lnTo>
                        <a:pt x="62" y="0"/>
                      </a:lnTo>
                      <a:lnTo>
                        <a:pt x="62" y="0"/>
                      </a:lnTo>
                      <a:lnTo>
                        <a:pt x="62" y="0"/>
                      </a:lnTo>
                      <a:lnTo>
                        <a:pt x="62" y="0"/>
                      </a:lnTo>
                      <a:lnTo>
                        <a:pt x="62" y="0"/>
                      </a:lnTo>
                      <a:lnTo>
                        <a:pt x="62" y="0"/>
                      </a:lnTo>
                      <a:lnTo>
                        <a:pt x="62" y="0"/>
                      </a:lnTo>
                      <a:lnTo>
                        <a:pt x="62" y="0"/>
                      </a:lnTo>
                      <a:lnTo>
                        <a:pt x="62" y="0"/>
                      </a:lnTo>
                      <a:close/>
                      <a:moveTo>
                        <a:pt x="48" y="90"/>
                      </a:moveTo>
                      <a:lnTo>
                        <a:pt x="52" y="74"/>
                      </a:lnTo>
                      <a:lnTo>
                        <a:pt x="44" y="64"/>
                      </a:lnTo>
                      <a:lnTo>
                        <a:pt x="48" y="64"/>
                      </a:lnTo>
                      <a:lnTo>
                        <a:pt x="48" y="64"/>
                      </a:lnTo>
                      <a:lnTo>
                        <a:pt x="48" y="60"/>
                      </a:lnTo>
                      <a:lnTo>
                        <a:pt x="48" y="60"/>
                      </a:lnTo>
                      <a:lnTo>
                        <a:pt x="48" y="60"/>
                      </a:lnTo>
                      <a:lnTo>
                        <a:pt x="48" y="60"/>
                      </a:lnTo>
                      <a:lnTo>
                        <a:pt x="48" y="56"/>
                      </a:lnTo>
                      <a:lnTo>
                        <a:pt x="48" y="56"/>
                      </a:lnTo>
                      <a:lnTo>
                        <a:pt x="48" y="56"/>
                      </a:lnTo>
                      <a:lnTo>
                        <a:pt x="48" y="56"/>
                      </a:lnTo>
                      <a:lnTo>
                        <a:pt x="48" y="52"/>
                      </a:lnTo>
                      <a:lnTo>
                        <a:pt x="48" y="52"/>
                      </a:lnTo>
                      <a:lnTo>
                        <a:pt x="48" y="48"/>
                      </a:lnTo>
                      <a:lnTo>
                        <a:pt x="52" y="48"/>
                      </a:lnTo>
                      <a:lnTo>
                        <a:pt x="52" y="44"/>
                      </a:lnTo>
                      <a:lnTo>
                        <a:pt x="52" y="42"/>
                      </a:lnTo>
                      <a:lnTo>
                        <a:pt x="52" y="42"/>
                      </a:lnTo>
                      <a:lnTo>
                        <a:pt x="52" y="42"/>
                      </a:lnTo>
                      <a:lnTo>
                        <a:pt x="52" y="42"/>
                      </a:lnTo>
                      <a:lnTo>
                        <a:pt x="52" y="42"/>
                      </a:lnTo>
                      <a:lnTo>
                        <a:pt x="56" y="42"/>
                      </a:lnTo>
                      <a:lnTo>
                        <a:pt x="56" y="42"/>
                      </a:lnTo>
                      <a:lnTo>
                        <a:pt x="60" y="42"/>
                      </a:lnTo>
                      <a:lnTo>
                        <a:pt x="60" y="42"/>
                      </a:lnTo>
                      <a:lnTo>
                        <a:pt x="56" y="38"/>
                      </a:lnTo>
                      <a:lnTo>
                        <a:pt x="56" y="38"/>
                      </a:lnTo>
                      <a:lnTo>
                        <a:pt x="56" y="38"/>
                      </a:lnTo>
                      <a:lnTo>
                        <a:pt x="56" y="38"/>
                      </a:lnTo>
                      <a:lnTo>
                        <a:pt x="56" y="38"/>
                      </a:lnTo>
                      <a:lnTo>
                        <a:pt x="56" y="34"/>
                      </a:lnTo>
                      <a:lnTo>
                        <a:pt x="56" y="34"/>
                      </a:lnTo>
                      <a:lnTo>
                        <a:pt x="56" y="34"/>
                      </a:lnTo>
                      <a:lnTo>
                        <a:pt x="56" y="30"/>
                      </a:lnTo>
                      <a:lnTo>
                        <a:pt x="56" y="30"/>
                      </a:lnTo>
                      <a:lnTo>
                        <a:pt x="56" y="30"/>
                      </a:lnTo>
                      <a:lnTo>
                        <a:pt x="56" y="30"/>
                      </a:lnTo>
                      <a:lnTo>
                        <a:pt x="56" y="26"/>
                      </a:lnTo>
                      <a:lnTo>
                        <a:pt x="56" y="26"/>
                      </a:lnTo>
                      <a:lnTo>
                        <a:pt x="56" y="26"/>
                      </a:lnTo>
                      <a:lnTo>
                        <a:pt x="56" y="26"/>
                      </a:lnTo>
                      <a:lnTo>
                        <a:pt x="56" y="22"/>
                      </a:lnTo>
                      <a:lnTo>
                        <a:pt x="56" y="22"/>
                      </a:lnTo>
                      <a:lnTo>
                        <a:pt x="56" y="22"/>
                      </a:lnTo>
                      <a:lnTo>
                        <a:pt x="56" y="22"/>
                      </a:lnTo>
                      <a:lnTo>
                        <a:pt x="56" y="22"/>
                      </a:lnTo>
                      <a:lnTo>
                        <a:pt x="60" y="22"/>
                      </a:lnTo>
                      <a:lnTo>
                        <a:pt x="60" y="22"/>
                      </a:lnTo>
                      <a:lnTo>
                        <a:pt x="60" y="22"/>
                      </a:lnTo>
                      <a:lnTo>
                        <a:pt x="60" y="26"/>
                      </a:lnTo>
                      <a:lnTo>
                        <a:pt x="60" y="26"/>
                      </a:lnTo>
                      <a:lnTo>
                        <a:pt x="60" y="26"/>
                      </a:lnTo>
                      <a:lnTo>
                        <a:pt x="56" y="26"/>
                      </a:lnTo>
                      <a:lnTo>
                        <a:pt x="60" y="26"/>
                      </a:lnTo>
                      <a:lnTo>
                        <a:pt x="60" y="26"/>
                      </a:lnTo>
                      <a:lnTo>
                        <a:pt x="60" y="26"/>
                      </a:lnTo>
                      <a:lnTo>
                        <a:pt x="60" y="26"/>
                      </a:lnTo>
                      <a:lnTo>
                        <a:pt x="60" y="26"/>
                      </a:lnTo>
                      <a:lnTo>
                        <a:pt x="60" y="26"/>
                      </a:lnTo>
                      <a:lnTo>
                        <a:pt x="60" y="26"/>
                      </a:lnTo>
                      <a:lnTo>
                        <a:pt x="62" y="26"/>
                      </a:lnTo>
                      <a:lnTo>
                        <a:pt x="62" y="26"/>
                      </a:lnTo>
                      <a:lnTo>
                        <a:pt x="62" y="26"/>
                      </a:lnTo>
                      <a:lnTo>
                        <a:pt x="62" y="26"/>
                      </a:lnTo>
                      <a:lnTo>
                        <a:pt x="62" y="26"/>
                      </a:lnTo>
                      <a:lnTo>
                        <a:pt x="62" y="26"/>
                      </a:lnTo>
                      <a:lnTo>
                        <a:pt x="62" y="22"/>
                      </a:lnTo>
                      <a:lnTo>
                        <a:pt x="62" y="22"/>
                      </a:lnTo>
                      <a:lnTo>
                        <a:pt x="62" y="22"/>
                      </a:lnTo>
                      <a:lnTo>
                        <a:pt x="62" y="22"/>
                      </a:lnTo>
                      <a:lnTo>
                        <a:pt x="62" y="22"/>
                      </a:lnTo>
                      <a:lnTo>
                        <a:pt x="62" y="22"/>
                      </a:lnTo>
                      <a:lnTo>
                        <a:pt x="62" y="26"/>
                      </a:lnTo>
                      <a:lnTo>
                        <a:pt x="62" y="30"/>
                      </a:lnTo>
                      <a:lnTo>
                        <a:pt x="66" y="30"/>
                      </a:lnTo>
                      <a:lnTo>
                        <a:pt x="66" y="30"/>
                      </a:lnTo>
                      <a:lnTo>
                        <a:pt x="66" y="34"/>
                      </a:lnTo>
                      <a:lnTo>
                        <a:pt x="66" y="34"/>
                      </a:lnTo>
                      <a:lnTo>
                        <a:pt x="66" y="34"/>
                      </a:lnTo>
                      <a:lnTo>
                        <a:pt x="66" y="34"/>
                      </a:lnTo>
                      <a:lnTo>
                        <a:pt x="66" y="34"/>
                      </a:lnTo>
                      <a:lnTo>
                        <a:pt x="70" y="34"/>
                      </a:lnTo>
                      <a:lnTo>
                        <a:pt x="70" y="38"/>
                      </a:lnTo>
                      <a:lnTo>
                        <a:pt x="70" y="38"/>
                      </a:lnTo>
                      <a:lnTo>
                        <a:pt x="70" y="38"/>
                      </a:lnTo>
                      <a:lnTo>
                        <a:pt x="70" y="38"/>
                      </a:lnTo>
                      <a:lnTo>
                        <a:pt x="70" y="42"/>
                      </a:lnTo>
                      <a:lnTo>
                        <a:pt x="74" y="42"/>
                      </a:lnTo>
                      <a:lnTo>
                        <a:pt x="74" y="42"/>
                      </a:lnTo>
                      <a:lnTo>
                        <a:pt x="74" y="42"/>
                      </a:lnTo>
                      <a:lnTo>
                        <a:pt x="78" y="44"/>
                      </a:lnTo>
                      <a:lnTo>
                        <a:pt x="82" y="44"/>
                      </a:lnTo>
                      <a:lnTo>
                        <a:pt x="86" y="44"/>
                      </a:lnTo>
                      <a:lnTo>
                        <a:pt x="86" y="44"/>
                      </a:lnTo>
                      <a:lnTo>
                        <a:pt x="86" y="44"/>
                      </a:lnTo>
                      <a:lnTo>
                        <a:pt x="86" y="44"/>
                      </a:lnTo>
                      <a:lnTo>
                        <a:pt x="86" y="44"/>
                      </a:lnTo>
                      <a:lnTo>
                        <a:pt x="86" y="44"/>
                      </a:lnTo>
                      <a:lnTo>
                        <a:pt x="86" y="44"/>
                      </a:lnTo>
                      <a:lnTo>
                        <a:pt x="86" y="44"/>
                      </a:lnTo>
                      <a:lnTo>
                        <a:pt x="88" y="44"/>
                      </a:lnTo>
                      <a:lnTo>
                        <a:pt x="88" y="44"/>
                      </a:lnTo>
                      <a:lnTo>
                        <a:pt x="88" y="44"/>
                      </a:lnTo>
                      <a:lnTo>
                        <a:pt x="88" y="48"/>
                      </a:lnTo>
                      <a:lnTo>
                        <a:pt x="88" y="48"/>
                      </a:lnTo>
                      <a:lnTo>
                        <a:pt x="88" y="48"/>
                      </a:lnTo>
                      <a:lnTo>
                        <a:pt x="88" y="48"/>
                      </a:lnTo>
                      <a:lnTo>
                        <a:pt x="92" y="48"/>
                      </a:lnTo>
                      <a:lnTo>
                        <a:pt x="92" y="48"/>
                      </a:lnTo>
                      <a:lnTo>
                        <a:pt x="92" y="48"/>
                      </a:lnTo>
                      <a:lnTo>
                        <a:pt x="92" y="48"/>
                      </a:lnTo>
                      <a:lnTo>
                        <a:pt x="92" y="48"/>
                      </a:lnTo>
                      <a:lnTo>
                        <a:pt x="92" y="48"/>
                      </a:lnTo>
                      <a:lnTo>
                        <a:pt x="96" y="48"/>
                      </a:lnTo>
                      <a:lnTo>
                        <a:pt x="96" y="52"/>
                      </a:lnTo>
                      <a:lnTo>
                        <a:pt x="100" y="52"/>
                      </a:lnTo>
                      <a:lnTo>
                        <a:pt x="100" y="56"/>
                      </a:lnTo>
                      <a:lnTo>
                        <a:pt x="100" y="56"/>
                      </a:lnTo>
                      <a:lnTo>
                        <a:pt x="100" y="56"/>
                      </a:lnTo>
                      <a:lnTo>
                        <a:pt x="100" y="56"/>
                      </a:lnTo>
                      <a:lnTo>
                        <a:pt x="100" y="60"/>
                      </a:lnTo>
                      <a:lnTo>
                        <a:pt x="100" y="60"/>
                      </a:lnTo>
                      <a:lnTo>
                        <a:pt x="104" y="60"/>
                      </a:lnTo>
                      <a:lnTo>
                        <a:pt x="104" y="60"/>
                      </a:lnTo>
                      <a:lnTo>
                        <a:pt x="104" y="60"/>
                      </a:lnTo>
                      <a:lnTo>
                        <a:pt x="104" y="64"/>
                      </a:lnTo>
                      <a:lnTo>
                        <a:pt x="104" y="64"/>
                      </a:lnTo>
                      <a:lnTo>
                        <a:pt x="104" y="64"/>
                      </a:lnTo>
                      <a:lnTo>
                        <a:pt x="104" y="64"/>
                      </a:lnTo>
                      <a:lnTo>
                        <a:pt x="108" y="64"/>
                      </a:lnTo>
                      <a:lnTo>
                        <a:pt x="108" y="68"/>
                      </a:lnTo>
                      <a:lnTo>
                        <a:pt x="108" y="68"/>
                      </a:lnTo>
                      <a:lnTo>
                        <a:pt x="108" y="68"/>
                      </a:lnTo>
                      <a:lnTo>
                        <a:pt x="108" y="68"/>
                      </a:lnTo>
                      <a:lnTo>
                        <a:pt x="112" y="68"/>
                      </a:lnTo>
                      <a:lnTo>
                        <a:pt x="112" y="68"/>
                      </a:lnTo>
                      <a:lnTo>
                        <a:pt x="112" y="68"/>
                      </a:lnTo>
                      <a:lnTo>
                        <a:pt x="112" y="72"/>
                      </a:lnTo>
                      <a:lnTo>
                        <a:pt x="112" y="72"/>
                      </a:lnTo>
                      <a:lnTo>
                        <a:pt x="112" y="72"/>
                      </a:lnTo>
                      <a:lnTo>
                        <a:pt x="112" y="74"/>
                      </a:lnTo>
                      <a:lnTo>
                        <a:pt x="112" y="74"/>
                      </a:lnTo>
                      <a:lnTo>
                        <a:pt x="108" y="78"/>
                      </a:lnTo>
                      <a:lnTo>
                        <a:pt x="108" y="78"/>
                      </a:lnTo>
                      <a:lnTo>
                        <a:pt x="108" y="78"/>
                      </a:lnTo>
                      <a:lnTo>
                        <a:pt x="108" y="78"/>
                      </a:lnTo>
                      <a:lnTo>
                        <a:pt x="108" y="82"/>
                      </a:lnTo>
                      <a:lnTo>
                        <a:pt x="108" y="82"/>
                      </a:lnTo>
                      <a:lnTo>
                        <a:pt x="108" y="82"/>
                      </a:lnTo>
                      <a:lnTo>
                        <a:pt x="108" y="82"/>
                      </a:lnTo>
                      <a:lnTo>
                        <a:pt x="104" y="86"/>
                      </a:lnTo>
                      <a:lnTo>
                        <a:pt x="104" y="86"/>
                      </a:lnTo>
                      <a:lnTo>
                        <a:pt x="104" y="86"/>
                      </a:lnTo>
                      <a:lnTo>
                        <a:pt x="104" y="86"/>
                      </a:lnTo>
                      <a:lnTo>
                        <a:pt x="104" y="90"/>
                      </a:lnTo>
                      <a:lnTo>
                        <a:pt x="100" y="90"/>
                      </a:lnTo>
                      <a:lnTo>
                        <a:pt x="100" y="94"/>
                      </a:lnTo>
                      <a:lnTo>
                        <a:pt x="96" y="94"/>
                      </a:lnTo>
                      <a:lnTo>
                        <a:pt x="96" y="94"/>
                      </a:lnTo>
                      <a:lnTo>
                        <a:pt x="96" y="94"/>
                      </a:lnTo>
                      <a:lnTo>
                        <a:pt x="96" y="98"/>
                      </a:lnTo>
                      <a:lnTo>
                        <a:pt x="96" y="98"/>
                      </a:lnTo>
                      <a:lnTo>
                        <a:pt x="96" y="98"/>
                      </a:lnTo>
                      <a:lnTo>
                        <a:pt x="96" y="98"/>
                      </a:lnTo>
                      <a:lnTo>
                        <a:pt x="96" y="102"/>
                      </a:lnTo>
                      <a:lnTo>
                        <a:pt x="92" y="102"/>
                      </a:lnTo>
                      <a:lnTo>
                        <a:pt x="92" y="102"/>
                      </a:lnTo>
                      <a:lnTo>
                        <a:pt x="92" y="102"/>
                      </a:lnTo>
                      <a:lnTo>
                        <a:pt x="92" y="104"/>
                      </a:lnTo>
                      <a:lnTo>
                        <a:pt x="92" y="104"/>
                      </a:lnTo>
                      <a:lnTo>
                        <a:pt x="92" y="104"/>
                      </a:lnTo>
                      <a:lnTo>
                        <a:pt x="88" y="104"/>
                      </a:lnTo>
                      <a:lnTo>
                        <a:pt x="88" y="104"/>
                      </a:lnTo>
                      <a:lnTo>
                        <a:pt x="88" y="104"/>
                      </a:lnTo>
                      <a:lnTo>
                        <a:pt x="88" y="104"/>
                      </a:lnTo>
                      <a:lnTo>
                        <a:pt x="88" y="104"/>
                      </a:lnTo>
                      <a:lnTo>
                        <a:pt x="88" y="104"/>
                      </a:lnTo>
                      <a:lnTo>
                        <a:pt x="88" y="104"/>
                      </a:lnTo>
                      <a:lnTo>
                        <a:pt x="88" y="102"/>
                      </a:lnTo>
                      <a:lnTo>
                        <a:pt x="88" y="102"/>
                      </a:lnTo>
                      <a:lnTo>
                        <a:pt x="88" y="102"/>
                      </a:lnTo>
                      <a:lnTo>
                        <a:pt x="88" y="102"/>
                      </a:lnTo>
                      <a:lnTo>
                        <a:pt x="88" y="102"/>
                      </a:lnTo>
                      <a:lnTo>
                        <a:pt x="86" y="102"/>
                      </a:lnTo>
                      <a:lnTo>
                        <a:pt x="86" y="104"/>
                      </a:lnTo>
                      <a:lnTo>
                        <a:pt x="86" y="104"/>
                      </a:lnTo>
                      <a:lnTo>
                        <a:pt x="86" y="104"/>
                      </a:lnTo>
                      <a:lnTo>
                        <a:pt x="86" y="108"/>
                      </a:lnTo>
                      <a:lnTo>
                        <a:pt x="82" y="108"/>
                      </a:lnTo>
                      <a:lnTo>
                        <a:pt x="82" y="108"/>
                      </a:lnTo>
                      <a:lnTo>
                        <a:pt x="82" y="108"/>
                      </a:lnTo>
                      <a:lnTo>
                        <a:pt x="82" y="108"/>
                      </a:lnTo>
                      <a:lnTo>
                        <a:pt x="82" y="108"/>
                      </a:lnTo>
                      <a:lnTo>
                        <a:pt x="82" y="112"/>
                      </a:lnTo>
                      <a:lnTo>
                        <a:pt x="82" y="116"/>
                      </a:lnTo>
                      <a:lnTo>
                        <a:pt x="82" y="116"/>
                      </a:lnTo>
                      <a:lnTo>
                        <a:pt x="82" y="116"/>
                      </a:lnTo>
                      <a:lnTo>
                        <a:pt x="82" y="116"/>
                      </a:lnTo>
                      <a:lnTo>
                        <a:pt x="82" y="116"/>
                      </a:lnTo>
                      <a:lnTo>
                        <a:pt x="82" y="118"/>
                      </a:lnTo>
                      <a:lnTo>
                        <a:pt x="82" y="122"/>
                      </a:lnTo>
                      <a:lnTo>
                        <a:pt x="82" y="122"/>
                      </a:lnTo>
                      <a:lnTo>
                        <a:pt x="82" y="122"/>
                      </a:lnTo>
                      <a:lnTo>
                        <a:pt x="82" y="122"/>
                      </a:lnTo>
                      <a:lnTo>
                        <a:pt x="82" y="122"/>
                      </a:lnTo>
                      <a:lnTo>
                        <a:pt x="82" y="122"/>
                      </a:lnTo>
                      <a:lnTo>
                        <a:pt x="82" y="126"/>
                      </a:lnTo>
                      <a:lnTo>
                        <a:pt x="82" y="130"/>
                      </a:lnTo>
                      <a:lnTo>
                        <a:pt x="82" y="130"/>
                      </a:lnTo>
                      <a:lnTo>
                        <a:pt x="82" y="130"/>
                      </a:lnTo>
                      <a:lnTo>
                        <a:pt x="82" y="130"/>
                      </a:lnTo>
                      <a:lnTo>
                        <a:pt x="82" y="130"/>
                      </a:lnTo>
                      <a:lnTo>
                        <a:pt x="78" y="130"/>
                      </a:lnTo>
                      <a:lnTo>
                        <a:pt x="78" y="130"/>
                      </a:lnTo>
                      <a:lnTo>
                        <a:pt x="78" y="130"/>
                      </a:lnTo>
                      <a:lnTo>
                        <a:pt x="74" y="130"/>
                      </a:lnTo>
                      <a:lnTo>
                        <a:pt x="74" y="130"/>
                      </a:lnTo>
                      <a:lnTo>
                        <a:pt x="74" y="130"/>
                      </a:lnTo>
                      <a:lnTo>
                        <a:pt x="70" y="130"/>
                      </a:lnTo>
                      <a:lnTo>
                        <a:pt x="70" y="134"/>
                      </a:lnTo>
                      <a:lnTo>
                        <a:pt x="70" y="134"/>
                      </a:lnTo>
                      <a:lnTo>
                        <a:pt x="70" y="134"/>
                      </a:lnTo>
                      <a:lnTo>
                        <a:pt x="70" y="134"/>
                      </a:lnTo>
                      <a:lnTo>
                        <a:pt x="66" y="134"/>
                      </a:lnTo>
                      <a:lnTo>
                        <a:pt x="66" y="134"/>
                      </a:lnTo>
                      <a:lnTo>
                        <a:pt x="66" y="138"/>
                      </a:lnTo>
                      <a:lnTo>
                        <a:pt x="66" y="138"/>
                      </a:lnTo>
                      <a:lnTo>
                        <a:pt x="66" y="138"/>
                      </a:lnTo>
                      <a:lnTo>
                        <a:pt x="66" y="138"/>
                      </a:lnTo>
                      <a:lnTo>
                        <a:pt x="66" y="142"/>
                      </a:lnTo>
                      <a:lnTo>
                        <a:pt x="66" y="142"/>
                      </a:lnTo>
                      <a:lnTo>
                        <a:pt x="66" y="142"/>
                      </a:lnTo>
                      <a:lnTo>
                        <a:pt x="66" y="142"/>
                      </a:lnTo>
                      <a:lnTo>
                        <a:pt x="66" y="144"/>
                      </a:lnTo>
                      <a:lnTo>
                        <a:pt x="66" y="144"/>
                      </a:lnTo>
                      <a:lnTo>
                        <a:pt x="62" y="144"/>
                      </a:lnTo>
                      <a:lnTo>
                        <a:pt x="62" y="144"/>
                      </a:lnTo>
                      <a:lnTo>
                        <a:pt x="62" y="144"/>
                      </a:lnTo>
                      <a:lnTo>
                        <a:pt x="62" y="144"/>
                      </a:lnTo>
                      <a:lnTo>
                        <a:pt x="62" y="148"/>
                      </a:lnTo>
                      <a:lnTo>
                        <a:pt x="62" y="148"/>
                      </a:lnTo>
                      <a:lnTo>
                        <a:pt x="62" y="148"/>
                      </a:lnTo>
                      <a:lnTo>
                        <a:pt x="62" y="148"/>
                      </a:lnTo>
                      <a:lnTo>
                        <a:pt x="60" y="148"/>
                      </a:lnTo>
                      <a:lnTo>
                        <a:pt x="60" y="148"/>
                      </a:lnTo>
                      <a:lnTo>
                        <a:pt x="60" y="148"/>
                      </a:lnTo>
                      <a:lnTo>
                        <a:pt x="56" y="148"/>
                      </a:lnTo>
                      <a:lnTo>
                        <a:pt x="56" y="148"/>
                      </a:lnTo>
                      <a:lnTo>
                        <a:pt x="56" y="148"/>
                      </a:lnTo>
                      <a:lnTo>
                        <a:pt x="52" y="148"/>
                      </a:lnTo>
                      <a:lnTo>
                        <a:pt x="52" y="148"/>
                      </a:lnTo>
                      <a:lnTo>
                        <a:pt x="48" y="148"/>
                      </a:lnTo>
                      <a:lnTo>
                        <a:pt x="48" y="148"/>
                      </a:lnTo>
                      <a:lnTo>
                        <a:pt x="48" y="148"/>
                      </a:lnTo>
                      <a:lnTo>
                        <a:pt x="48" y="148"/>
                      </a:lnTo>
                      <a:lnTo>
                        <a:pt x="48" y="152"/>
                      </a:lnTo>
                      <a:lnTo>
                        <a:pt x="48" y="152"/>
                      </a:lnTo>
                      <a:lnTo>
                        <a:pt x="48" y="152"/>
                      </a:lnTo>
                      <a:lnTo>
                        <a:pt x="48" y="152"/>
                      </a:lnTo>
                      <a:lnTo>
                        <a:pt x="48" y="152"/>
                      </a:lnTo>
                      <a:lnTo>
                        <a:pt x="48" y="152"/>
                      </a:lnTo>
                      <a:lnTo>
                        <a:pt x="48" y="156"/>
                      </a:lnTo>
                      <a:lnTo>
                        <a:pt x="48" y="156"/>
                      </a:lnTo>
                      <a:lnTo>
                        <a:pt x="48" y="156"/>
                      </a:lnTo>
                      <a:lnTo>
                        <a:pt x="48" y="156"/>
                      </a:lnTo>
                      <a:lnTo>
                        <a:pt x="48" y="156"/>
                      </a:lnTo>
                      <a:lnTo>
                        <a:pt x="48" y="156"/>
                      </a:lnTo>
                      <a:lnTo>
                        <a:pt x="48" y="160"/>
                      </a:lnTo>
                      <a:lnTo>
                        <a:pt x="48" y="160"/>
                      </a:lnTo>
                      <a:lnTo>
                        <a:pt x="44" y="164"/>
                      </a:lnTo>
                      <a:lnTo>
                        <a:pt x="44" y="164"/>
                      </a:lnTo>
                      <a:lnTo>
                        <a:pt x="44" y="164"/>
                      </a:lnTo>
                      <a:lnTo>
                        <a:pt x="44" y="164"/>
                      </a:lnTo>
                      <a:lnTo>
                        <a:pt x="40" y="164"/>
                      </a:lnTo>
                      <a:lnTo>
                        <a:pt x="40" y="164"/>
                      </a:lnTo>
                      <a:lnTo>
                        <a:pt x="40" y="164"/>
                      </a:lnTo>
                      <a:lnTo>
                        <a:pt x="40" y="164"/>
                      </a:lnTo>
                      <a:lnTo>
                        <a:pt x="40" y="164"/>
                      </a:lnTo>
                      <a:lnTo>
                        <a:pt x="36" y="164"/>
                      </a:lnTo>
                      <a:lnTo>
                        <a:pt x="36" y="164"/>
                      </a:lnTo>
                      <a:lnTo>
                        <a:pt x="36" y="164"/>
                      </a:lnTo>
                      <a:lnTo>
                        <a:pt x="36" y="164"/>
                      </a:lnTo>
                      <a:lnTo>
                        <a:pt x="36" y="164"/>
                      </a:lnTo>
                      <a:lnTo>
                        <a:pt x="32" y="164"/>
                      </a:lnTo>
                      <a:lnTo>
                        <a:pt x="30" y="164"/>
                      </a:lnTo>
                      <a:lnTo>
                        <a:pt x="30" y="164"/>
                      </a:lnTo>
                      <a:lnTo>
                        <a:pt x="30" y="164"/>
                      </a:lnTo>
                      <a:lnTo>
                        <a:pt x="26" y="168"/>
                      </a:lnTo>
                      <a:lnTo>
                        <a:pt x="26" y="168"/>
                      </a:lnTo>
                      <a:lnTo>
                        <a:pt x="26" y="168"/>
                      </a:lnTo>
                      <a:lnTo>
                        <a:pt x="26" y="168"/>
                      </a:lnTo>
                      <a:lnTo>
                        <a:pt x="22" y="168"/>
                      </a:lnTo>
                      <a:lnTo>
                        <a:pt x="22" y="168"/>
                      </a:lnTo>
                      <a:lnTo>
                        <a:pt x="22" y="168"/>
                      </a:lnTo>
                      <a:lnTo>
                        <a:pt x="22" y="168"/>
                      </a:lnTo>
                      <a:lnTo>
                        <a:pt x="18" y="168"/>
                      </a:lnTo>
                      <a:lnTo>
                        <a:pt x="18" y="172"/>
                      </a:lnTo>
                      <a:lnTo>
                        <a:pt x="18" y="172"/>
                      </a:lnTo>
                      <a:lnTo>
                        <a:pt x="18" y="172"/>
                      </a:lnTo>
                      <a:lnTo>
                        <a:pt x="10" y="160"/>
                      </a:lnTo>
                      <a:lnTo>
                        <a:pt x="10" y="156"/>
                      </a:lnTo>
                      <a:lnTo>
                        <a:pt x="0" y="130"/>
                      </a:lnTo>
                      <a:lnTo>
                        <a:pt x="44" y="112"/>
                      </a:lnTo>
                      <a:lnTo>
                        <a:pt x="48" y="90"/>
                      </a:lnTo>
                      <a:lnTo>
                        <a:pt x="48" y="90"/>
                      </a:lnTo>
                      <a:lnTo>
                        <a:pt x="48" y="90"/>
                      </a:lnTo>
                      <a:close/>
                      <a:moveTo>
                        <a:pt x="96" y="108"/>
                      </a:moveTo>
                      <a:lnTo>
                        <a:pt x="96" y="108"/>
                      </a:lnTo>
                      <a:lnTo>
                        <a:pt x="96" y="108"/>
                      </a:lnTo>
                      <a:lnTo>
                        <a:pt x="96" y="108"/>
                      </a:lnTo>
                      <a:lnTo>
                        <a:pt x="96" y="108"/>
                      </a:lnTo>
                      <a:lnTo>
                        <a:pt x="96" y="104"/>
                      </a:lnTo>
                      <a:lnTo>
                        <a:pt x="96" y="104"/>
                      </a:lnTo>
                      <a:lnTo>
                        <a:pt x="96" y="104"/>
                      </a:lnTo>
                      <a:lnTo>
                        <a:pt x="96" y="104"/>
                      </a:lnTo>
                      <a:lnTo>
                        <a:pt x="96" y="104"/>
                      </a:lnTo>
                      <a:lnTo>
                        <a:pt x="96" y="104"/>
                      </a:lnTo>
                      <a:lnTo>
                        <a:pt x="96" y="104"/>
                      </a:lnTo>
                      <a:lnTo>
                        <a:pt x="96" y="104"/>
                      </a:lnTo>
                      <a:lnTo>
                        <a:pt x="96" y="104"/>
                      </a:lnTo>
                      <a:lnTo>
                        <a:pt x="96" y="104"/>
                      </a:lnTo>
                      <a:lnTo>
                        <a:pt x="96" y="102"/>
                      </a:lnTo>
                      <a:lnTo>
                        <a:pt x="96" y="102"/>
                      </a:lnTo>
                      <a:lnTo>
                        <a:pt x="100" y="102"/>
                      </a:lnTo>
                      <a:lnTo>
                        <a:pt x="100" y="102"/>
                      </a:lnTo>
                      <a:lnTo>
                        <a:pt x="100" y="104"/>
                      </a:lnTo>
                      <a:lnTo>
                        <a:pt x="100" y="104"/>
                      </a:lnTo>
                      <a:lnTo>
                        <a:pt x="100" y="104"/>
                      </a:lnTo>
                      <a:lnTo>
                        <a:pt x="100" y="104"/>
                      </a:lnTo>
                      <a:lnTo>
                        <a:pt x="96" y="104"/>
                      </a:lnTo>
                      <a:lnTo>
                        <a:pt x="96" y="104"/>
                      </a:lnTo>
                      <a:lnTo>
                        <a:pt x="96" y="104"/>
                      </a:lnTo>
                      <a:lnTo>
                        <a:pt x="96" y="104"/>
                      </a:lnTo>
                      <a:lnTo>
                        <a:pt x="96" y="104"/>
                      </a:lnTo>
                      <a:lnTo>
                        <a:pt x="96" y="104"/>
                      </a:lnTo>
                      <a:lnTo>
                        <a:pt x="96" y="104"/>
                      </a:lnTo>
                      <a:lnTo>
                        <a:pt x="96" y="108"/>
                      </a:lnTo>
                      <a:lnTo>
                        <a:pt x="96" y="108"/>
                      </a:lnTo>
                      <a:lnTo>
                        <a:pt x="96" y="108"/>
                      </a:lnTo>
                      <a:lnTo>
                        <a:pt x="96" y="108"/>
                      </a:lnTo>
                      <a:lnTo>
                        <a:pt x="96" y="108"/>
                      </a:lnTo>
                      <a:lnTo>
                        <a:pt x="96" y="108"/>
                      </a:lnTo>
                      <a:lnTo>
                        <a:pt x="96" y="108"/>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79" name="Freeform 46">
                  <a:extLst>
                    <a:ext uri="{FF2B5EF4-FFF2-40B4-BE49-F238E27FC236}">
                      <a16:creationId xmlns:a16="http://schemas.microsoft.com/office/drawing/2014/main" id="{EB803461-AA80-2E8E-47B1-C79A5FB73CCB}"/>
                    </a:ext>
                  </a:extLst>
                </p:cNvPr>
                <p:cNvSpPr>
                  <a:spLocks/>
                </p:cNvSpPr>
                <p:nvPr/>
              </p:nvSpPr>
              <p:spPr bwMode="gray">
                <a:xfrm>
                  <a:off x="6295723" y="3382218"/>
                  <a:ext cx="410466" cy="420900"/>
                </a:xfrm>
                <a:custGeom>
                  <a:avLst/>
                  <a:gdLst>
                    <a:gd name="T0" fmla="*/ 54 w 236"/>
                    <a:gd name="T1" fmla="*/ 138 h 242"/>
                    <a:gd name="T2" fmla="*/ 76 w 236"/>
                    <a:gd name="T3" fmla="*/ 134 h 242"/>
                    <a:gd name="T4" fmla="*/ 80 w 236"/>
                    <a:gd name="T5" fmla="*/ 120 h 242"/>
                    <a:gd name="T6" fmla="*/ 86 w 236"/>
                    <a:gd name="T7" fmla="*/ 108 h 242"/>
                    <a:gd name="T8" fmla="*/ 98 w 236"/>
                    <a:gd name="T9" fmla="*/ 100 h 242"/>
                    <a:gd name="T10" fmla="*/ 116 w 236"/>
                    <a:gd name="T11" fmla="*/ 100 h 242"/>
                    <a:gd name="T12" fmla="*/ 120 w 236"/>
                    <a:gd name="T13" fmla="*/ 82 h 242"/>
                    <a:gd name="T14" fmla="*/ 128 w 236"/>
                    <a:gd name="T15" fmla="*/ 74 h 242"/>
                    <a:gd name="T16" fmla="*/ 132 w 236"/>
                    <a:gd name="T17" fmla="*/ 60 h 242"/>
                    <a:gd name="T18" fmla="*/ 142 w 236"/>
                    <a:gd name="T19" fmla="*/ 56 h 242"/>
                    <a:gd name="T20" fmla="*/ 146 w 236"/>
                    <a:gd name="T21" fmla="*/ 44 h 242"/>
                    <a:gd name="T22" fmla="*/ 154 w 236"/>
                    <a:gd name="T23" fmla="*/ 26 h 242"/>
                    <a:gd name="T24" fmla="*/ 146 w 236"/>
                    <a:gd name="T25" fmla="*/ 14 h 242"/>
                    <a:gd name="T26" fmla="*/ 166 w 236"/>
                    <a:gd name="T27" fmla="*/ 4 h 242"/>
                    <a:gd name="T28" fmla="*/ 188 w 236"/>
                    <a:gd name="T29" fmla="*/ 4 h 242"/>
                    <a:gd name="T30" fmla="*/ 206 w 236"/>
                    <a:gd name="T31" fmla="*/ 4 h 242"/>
                    <a:gd name="T32" fmla="*/ 212 w 236"/>
                    <a:gd name="T33" fmla="*/ 14 h 242"/>
                    <a:gd name="T34" fmla="*/ 224 w 236"/>
                    <a:gd name="T35" fmla="*/ 22 h 242"/>
                    <a:gd name="T36" fmla="*/ 236 w 236"/>
                    <a:gd name="T37" fmla="*/ 34 h 242"/>
                    <a:gd name="T38" fmla="*/ 228 w 236"/>
                    <a:gd name="T39" fmla="*/ 36 h 242"/>
                    <a:gd name="T40" fmla="*/ 216 w 236"/>
                    <a:gd name="T41" fmla="*/ 44 h 242"/>
                    <a:gd name="T42" fmla="*/ 196 w 236"/>
                    <a:gd name="T43" fmla="*/ 44 h 242"/>
                    <a:gd name="T44" fmla="*/ 188 w 236"/>
                    <a:gd name="T45" fmla="*/ 48 h 242"/>
                    <a:gd name="T46" fmla="*/ 188 w 236"/>
                    <a:gd name="T47" fmla="*/ 60 h 242"/>
                    <a:gd name="T48" fmla="*/ 192 w 236"/>
                    <a:gd name="T49" fmla="*/ 78 h 242"/>
                    <a:gd name="T50" fmla="*/ 206 w 236"/>
                    <a:gd name="T51" fmla="*/ 90 h 242"/>
                    <a:gd name="T52" fmla="*/ 196 w 236"/>
                    <a:gd name="T53" fmla="*/ 100 h 242"/>
                    <a:gd name="T54" fmla="*/ 196 w 236"/>
                    <a:gd name="T55" fmla="*/ 112 h 242"/>
                    <a:gd name="T56" fmla="*/ 188 w 236"/>
                    <a:gd name="T57" fmla="*/ 126 h 242"/>
                    <a:gd name="T58" fmla="*/ 172 w 236"/>
                    <a:gd name="T59" fmla="*/ 148 h 242"/>
                    <a:gd name="T60" fmla="*/ 162 w 236"/>
                    <a:gd name="T61" fmla="*/ 160 h 242"/>
                    <a:gd name="T62" fmla="*/ 146 w 236"/>
                    <a:gd name="T63" fmla="*/ 172 h 242"/>
                    <a:gd name="T64" fmla="*/ 136 w 236"/>
                    <a:gd name="T65" fmla="*/ 168 h 242"/>
                    <a:gd name="T66" fmla="*/ 124 w 236"/>
                    <a:gd name="T67" fmla="*/ 178 h 242"/>
                    <a:gd name="T68" fmla="*/ 132 w 236"/>
                    <a:gd name="T69" fmla="*/ 194 h 242"/>
                    <a:gd name="T70" fmla="*/ 138 w 236"/>
                    <a:gd name="T71" fmla="*/ 212 h 242"/>
                    <a:gd name="T72" fmla="*/ 142 w 236"/>
                    <a:gd name="T73" fmla="*/ 228 h 242"/>
                    <a:gd name="T74" fmla="*/ 138 w 236"/>
                    <a:gd name="T75" fmla="*/ 232 h 242"/>
                    <a:gd name="T76" fmla="*/ 120 w 236"/>
                    <a:gd name="T77" fmla="*/ 234 h 242"/>
                    <a:gd name="T78" fmla="*/ 110 w 236"/>
                    <a:gd name="T79" fmla="*/ 238 h 242"/>
                    <a:gd name="T80" fmla="*/ 102 w 236"/>
                    <a:gd name="T81" fmla="*/ 238 h 242"/>
                    <a:gd name="T82" fmla="*/ 90 w 236"/>
                    <a:gd name="T83" fmla="*/ 234 h 242"/>
                    <a:gd name="T84" fmla="*/ 82 w 236"/>
                    <a:gd name="T85" fmla="*/ 220 h 242"/>
                    <a:gd name="T86" fmla="*/ 80 w 236"/>
                    <a:gd name="T87" fmla="*/ 208 h 242"/>
                    <a:gd name="T88" fmla="*/ 60 w 236"/>
                    <a:gd name="T89" fmla="*/ 212 h 242"/>
                    <a:gd name="T90" fmla="*/ 50 w 236"/>
                    <a:gd name="T91" fmla="*/ 216 h 242"/>
                    <a:gd name="T92" fmla="*/ 38 w 236"/>
                    <a:gd name="T93" fmla="*/ 216 h 242"/>
                    <a:gd name="T94" fmla="*/ 16 w 236"/>
                    <a:gd name="T95" fmla="*/ 220 h 242"/>
                    <a:gd name="T96" fmla="*/ 16 w 236"/>
                    <a:gd name="T97" fmla="*/ 204 h 242"/>
                    <a:gd name="T98" fmla="*/ 20 w 236"/>
                    <a:gd name="T99" fmla="*/ 194 h 242"/>
                    <a:gd name="T100" fmla="*/ 34 w 236"/>
                    <a:gd name="T101" fmla="*/ 186 h 242"/>
                    <a:gd name="T102" fmla="*/ 26 w 236"/>
                    <a:gd name="T103" fmla="*/ 172 h 242"/>
                    <a:gd name="T104" fmla="*/ 16 w 236"/>
                    <a:gd name="T105" fmla="*/ 156 h 242"/>
                    <a:gd name="T106" fmla="*/ 0 w 236"/>
                    <a:gd name="T107" fmla="*/ 134 h 242"/>
                    <a:gd name="T108" fmla="*/ 34 w 236"/>
                    <a:gd name="T109" fmla="*/ 138 h 2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36" h="242">
                      <a:moveTo>
                        <a:pt x="34" y="138"/>
                      </a:moveTo>
                      <a:lnTo>
                        <a:pt x="38" y="138"/>
                      </a:lnTo>
                      <a:lnTo>
                        <a:pt x="42" y="138"/>
                      </a:lnTo>
                      <a:lnTo>
                        <a:pt x="46" y="142"/>
                      </a:lnTo>
                      <a:lnTo>
                        <a:pt x="50" y="138"/>
                      </a:lnTo>
                      <a:lnTo>
                        <a:pt x="54" y="138"/>
                      </a:lnTo>
                      <a:lnTo>
                        <a:pt x="56" y="138"/>
                      </a:lnTo>
                      <a:lnTo>
                        <a:pt x="60" y="138"/>
                      </a:lnTo>
                      <a:lnTo>
                        <a:pt x="64" y="138"/>
                      </a:lnTo>
                      <a:lnTo>
                        <a:pt x="68" y="134"/>
                      </a:lnTo>
                      <a:lnTo>
                        <a:pt x="72" y="134"/>
                      </a:lnTo>
                      <a:lnTo>
                        <a:pt x="76" y="134"/>
                      </a:lnTo>
                      <a:lnTo>
                        <a:pt x="80" y="130"/>
                      </a:lnTo>
                      <a:lnTo>
                        <a:pt x="76" y="130"/>
                      </a:lnTo>
                      <a:lnTo>
                        <a:pt x="76" y="126"/>
                      </a:lnTo>
                      <a:lnTo>
                        <a:pt x="80" y="126"/>
                      </a:lnTo>
                      <a:lnTo>
                        <a:pt x="80" y="122"/>
                      </a:lnTo>
                      <a:lnTo>
                        <a:pt x="80" y="120"/>
                      </a:lnTo>
                      <a:lnTo>
                        <a:pt x="80" y="112"/>
                      </a:lnTo>
                      <a:lnTo>
                        <a:pt x="82" y="112"/>
                      </a:lnTo>
                      <a:lnTo>
                        <a:pt x="82" y="108"/>
                      </a:lnTo>
                      <a:lnTo>
                        <a:pt x="86" y="108"/>
                      </a:lnTo>
                      <a:lnTo>
                        <a:pt x="86" y="104"/>
                      </a:lnTo>
                      <a:lnTo>
                        <a:pt x="86" y="108"/>
                      </a:lnTo>
                      <a:lnTo>
                        <a:pt x="90" y="108"/>
                      </a:lnTo>
                      <a:lnTo>
                        <a:pt x="94" y="108"/>
                      </a:lnTo>
                      <a:lnTo>
                        <a:pt x="98" y="108"/>
                      </a:lnTo>
                      <a:lnTo>
                        <a:pt x="98" y="104"/>
                      </a:lnTo>
                      <a:lnTo>
                        <a:pt x="94" y="100"/>
                      </a:lnTo>
                      <a:lnTo>
                        <a:pt x="98" y="100"/>
                      </a:lnTo>
                      <a:lnTo>
                        <a:pt x="102" y="100"/>
                      </a:lnTo>
                      <a:lnTo>
                        <a:pt x="106" y="96"/>
                      </a:lnTo>
                      <a:lnTo>
                        <a:pt x="110" y="96"/>
                      </a:lnTo>
                      <a:lnTo>
                        <a:pt x="112" y="96"/>
                      </a:lnTo>
                      <a:lnTo>
                        <a:pt x="112" y="100"/>
                      </a:lnTo>
                      <a:lnTo>
                        <a:pt x="116" y="100"/>
                      </a:lnTo>
                      <a:lnTo>
                        <a:pt x="116" y="96"/>
                      </a:lnTo>
                      <a:lnTo>
                        <a:pt x="120" y="96"/>
                      </a:lnTo>
                      <a:lnTo>
                        <a:pt x="120" y="92"/>
                      </a:lnTo>
                      <a:lnTo>
                        <a:pt x="120" y="90"/>
                      </a:lnTo>
                      <a:lnTo>
                        <a:pt x="120" y="86"/>
                      </a:lnTo>
                      <a:lnTo>
                        <a:pt x="120" y="82"/>
                      </a:lnTo>
                      <a:lnTo>
                        <a:pt x="124" y="82"/>
                      </a:lnTo>
                      <a:lnTo>
                        <a:pt x="124" y="78"/>
                      </a:lnTo>
                      <a:lnTo>
                        <a:pt x="120" y="78"/>
                      </a:lnTo>
                      <a:lnTo>
                        <a:pt x="124" y="78"/>
                      </a:lnTo>
                      <a:lnTo>
                        <a:pt x="124" y="74"/>
                      </a:lnTo>
                      <a:lnTo>
                        <a:pt x="128" y="74"/>
                      </a:lnTo>
                      <a:lnTo>
                        <a:pt x="132" y="70"/>
                      </a:lnTo>
                      <a:lnTo>
                        <a:pt x="136" y="70"/>
                      </a:lnTo>
                      <a:lnTo>
                        <a:pt x="136" y="66"/>
                      </a:lnTo>
                      <a:lnTo>
                        <a:pt x="132" y="66"/>
                      </a:lnTo>
                      <a:lnTo>
                        <a:pt x="132" y="62"/>
                      </a:lnTo>
                      <a:lnTo>
                        <a:pt x="132" y="60"/>
                      </a:lnTo>
                      <a:lnTo>
                        <a:pt x="128" y="60"/>
                      </a:lnTo>
                      <a:lnTo>
                        <a:pt x="128" y="56"/>
                      </a:lnTo>
                      <a:lnTo>
                        <a:pt x="132" y="56"/>
                      </a:lnTo>
                      <a:lnTo>
                        <a:pt x="136" y="56"/>
                      </a:lnTo>
                      <a:lnTo>
                        <a:pt x="138" y="56"/>
                      </a:lnTo>
                      <a:lnTo>
                        <a:pt x="142" y="56"/>
                      </a:lnTo>
                      <a:lnTo>
                        <a:pt x="146" y="56"/>
                      </a:lnTo>
                      <a:lnTo>
                        <a:pt x="146" y="52"/>
                      </a:lnTo>
                      <a:lnTo>
                        <a:pt x="146" y="48"/>
                      </a:lnTo>
                      <a:lnTo>
                        <a:pt x="142" y="48"/>
                      </a:lnTo>
                      <a:lnTo>
                        <a:pt x="142" y="44"/>
                      </a:lnTo>
                      <a:lnTo>
                        <a:pt x="146" y="44"/>
                      </a:lnTo>
                      <a:lnTo>
                        <a:pt x="146" y="40"/>
                      </a:lnTo>
                      <a:lnTo>
                        <a:pt x="150" y="40"/>
                      </a:lnTo>
                      <a:lnTo>
                        <a:pt x="150" y="36"/>
                      </a:lnTo>
                      <a:lnTo>
                        <a:pt x="154" y="34"/>
                      </a:lnTo>
                      <a:lnTo>
                        <a:pt x="154" y="30"/>
                      </a:lnTo>
                      <a:lnTo>
                        <a:pt x="154" y="26"/>
                      </a:lnTo>
                      <a:lnTo>
                        <a:pt x="150" y="26"/>
                      </a:lnTo>
                      <a:lnTo>
                        <a:pt x="154" y="22"/>
                      </a:lnTo>
                      <a:lnTo>
                        <a:pt x="150" y="22"/>
                      </a:lnTo>
                      <a:lnTo>
                        <a:pt x="150" y="18"/>
                      </a:lnTo>
                      <a:lnTo>
                        <a:pt x="146" y="18"/>
                      </a:lnTo>
                      <a:lnTo>
                        <a:pt x="146" y="14"/>
                      </a:lnTo>
                      <a:lnTo>
                        <a:pt x="150" y="14"/>
                      </a:lnTo>
                      <a:lnTo>
                        <a:pt x="154" y="10"/>
                      </a:lnTo>
                      <a:lnTo>
                        <a:pt x="158" y="6"/>
                      </a:lnTo>
                      <a:lnTo>
                        <a:pt x="162" y="6"/>
                      </a:lnTo>
                      <a:lnTo>
                        <a:pt x="162" y="4"/>
                      </a:lnTo>
                      <a:lnTo>
                        <a:pt x="166" y="4"/>
                      </a:lnTo>
                      <a:lnTo>
                        <a:pt x="168" y="4"/>
                      </a:lnTo>
                      <a:lnTo>
                        <a:pt x="172" y="4"/>
                      </a:lnTo>
                      <a:lnTo>
                        <a:pt x="176" y="0"/>
                      </a:lnTo>
                      <a:lnTo>
                        <a:pt x="180" y="0"/>
                      </a:lnTo>
                      <a:lnTo>
                        <a:pt x="184" y="0"/>
                      </a:lnTo>
                      <a:lnTo>
                        <a:pt x="188" y="4"/>
                      </a:lnTo>
                      <a:lnTo>
                        <a:pt x="192" y="0"/>
                      </a:lnTo>
                      <a:lnTo>
                        <a:pt x="196" y="0"/>
                      </a:lnTo>
                      <a:lnTo>
                        <a:pt x="198" y="0"/>
                      </a:lnTo>
                      <a:lnTo>
                        <a:pt x="202" y="0"/>
                      </a:lnTo>
                      <a:lnTo>
                        <a:pt x="206" y="6"/>
                      </a:lnTo>
                      <a:lnTo>
                        <a:pt x="206" y="4"/>
                      </a:lnTo>
                      <a:lnTo>
                        <a:pt x="208" y="8"/>
                      </a:lnTo>
                      <a:lnTo>
                        <a:pt x="210" y="10"/>
                      </a:lnTo>
                      <a:lnTo>
                        <a:pt x="212" y="10"/>
                      </a:lnTo>
                      <a:lnTo>
                        <a:pt x="212" y="10"/>
                      </a:lnTo>
                      <a:lnTo>
                        <a:pt x="216" y="14"/>
                      </a:lnTo>
                      <a:lnTo>
                        <a:pt x="212" y="14"/>
                      </a:lnTo>
                      <a:lnTo>
                        <a:pt x="212" y="18"/>
                      </a:lnTo>
                      <a:lnTo>
                        <a:pt x="216" y="18"/>
                      </a:lnTo>
                      <a:lnTo>
                        <a:pt x="216" y="22"/>
                      </a:lnTo>
                      <a:lnTo>
                        <a:pt x="220" y="22"/>
                      </a:lnTo>
                      <a:lnTo>
                        <a:pt x="222" y="22"/>
                      </a:lnTo>
                      <a:lnTo>
                        <a:pt x="224" y="22"/>
                      </a:lnTo>
                      <a:lnTo>
                        <a:pt x="224" y="26"/>
                      </a:lnTo>
                      <a:lnTo>
                        <a:pt x="228" y="26"/>
                      </a:lnTo>
                      <a:lnTo>
                        <a:pt x="232" y="26"/>
                      </a:lnTo>
                      <a:lnTo>
                        <a:pt x="232" y="32"/>
                      </a:lnTo>
                      <a:lnTo>
                        <a:pt x="236" y="34"/>
                      </a:lnTo>
                      <a:lnTo>
                        <a:pt x="236" y="34"/>
                      </a:lnTo>
                      <a:lnTo>
                        <a:pt x="232" y="32"/>
                      </a:lnTo>
                      <a:lnTo>
                        <a:pt x="236" y="34"/>
                      </a:lnTo>
                      <a:lnTo>
                        <a:pt x="236" y="34"/>
                      </a:lnTo>
                      <a:lnTo>
                        <a:pt x="232" y="34"/>
                      </a:lnTo>
                      <a:lnTo>
                        <a:pt x="228" y="34"/>
                      </a:lnTo>
                      <a:lnTo>
                        <a:pt x="228" y="36"/>
                      </a:lnTo>
                      <a:lnTo>
                        <a:pt x="228" y="40"/>
                      </a:lnTo>
                      <a:lnTo>
                        <a:pt x="228" y="44"/>
                      </a:lnTo>
                      <a:lnTo>
                        <a:pt x="224" y="44"/>
                      </a:lnTo>
                      <a:lnTo>
                        <a:pt x="224" y="40"/>
                      </a:lnTo>
                      <a:lnTo>
                        <a:pt x="220" y="40"/>
                      </a:lnTo>
                      <a:lnTo>
                        <a:pt x="216" y="44"/>
                      </a:lnTo>
                      <a:lnTo>
                        <a:pt x="212" y="44"/>
                      </a:lnTo>
                      <a:lnTo>
                        <a:pt x="210" y="48"/>
                      </a:lnTo>
                      <a:lnTo>
                        <a:pt x="210" y="44"/>
                      </a:lnTo>
                      <a:lnTo>
                        <a:pt x="206" y="44"/>
                      </a:lnTo>
                      <a:lnTo>
                        <a:pt x="202" y="44"/>
                      </a:lnTo>
                      <a:lnTo>
                        <a:pt x="196" y="44"/>
                      </a:lnTo>
                      <a:lnTo>
                        <a:pt x="196" y="40"/>
                      </a:lnTo>
                      <a:lnTo>
                        <a:pt x="192" y="40"/>
                      </a:lnTo>
                      <a:lnTo>
                        <a:pt x="188" y="44"/>
                      </a:lnTo>
                      <a:lnTo>
                        <a:pt x="184" y="44"/>
                      </a:lnTo>
                      <a:lnTo>
                        <a:pt x="184" y="48"/>
                      </a:lnTo>
                      <a:lnTo>
                        <a:pt x="188" y="48"/>
                      </a:lnTo>
                      <a:lnTo>
                        <a:pt x="188" y="52"/>
                      </a:lnTo>
                      <a:lnTo>
                        <a:pt x="184" y="56"/>
                      </a:lnTo>
                      <a:lnTo>
                        <a:pt x="188" y="56"/>
                      </a:lnTo>
                      <a:lnTo>
                        <a:pt x="192" y="56"/>
                      </a:lnTo>
                      <a:lnTo>
                        <a:pt x="192" y="60"/>
                      </a:lnTo>
                      <a:lnTo>
                        <a:pt x="188" y="60"/>
                      </a:lnTo>
                      <a:lnTo>
                        <a:pt x="188" y="62"/>
                      </a:lnTo>
                      <a:lnTo>
                        <a:pt x="192" y="62"/>
                      </a:lnTo>
                      <a:lnTo>
                        <a:pt x="188" y="66"/>
                      </a:lnTo>
                      <a:lnTo>
                        <a:pt x="188" y="70"/>
                      </a:lnTo>
                      <a:lnTo>
                        <a:pt x="192" y="74"/>
                      </a:lnTo>
                      <a:lnTo>
                        <a:pt x="192" y="78"/>
                      </a:lnTo>
                      <a:lnTo>
                        <a:pt x="196" y="78"/>
                      </a:lnTo>
                      <a:lnTo>
                        <a:pt x="196" y="82"/>
                      </a:lnTo>
                      <a:lnTo>
                        <a:pt x="198" y="86"/>
                      </a:lnTo>
                      <a:lnTo>
                        <a:pt x="202" y="86"/>
                      </a:lnTo>
                      <a:lnTo>
                        <a:pt x="206" y="86"/>
                      </a:lnTo>
                      <a:lnTo>
                        <a:pt x="206" y="90"/>
                      </a:lnTo>
                      <a:lnTo>
                        <a:pt x="206" y="92"/>
                      </a:lnTo>
                      <a:lnTo>
                        <a:pt x="202" y="92"/>
                      </a:lnTo>
                      <a:lnTo>
                        <a:pt x="198" y="92"/>
                      </a:lnTo>
                      <a:lnTo>
                        <a:pt x="196" y="92"/>
                      </a:lnTo>
                      <a:lnTo>
                        <a:pt x="196" y="96"/>
                      </a:lnTo>
                      <a:lnTo>
                        <a:pt x="196" y="100"/>
                      </a:lnTo>
                      <a:lnTo>
                        <a:pt x="196" y="104"/>
                      </a:lnTo>
                      <a:lnTo>
                        <a:pt x="196" y="108"/>
                      </a:lnTo>
                      <a:lnTo>
                        <a:pt x="196" y="112"/>
                      </a:lnTo>
                      <a:lnTo>
                        <a:pt x="196" y="108"/>
                      </a:lnTo>
                      <a:lnTo>
                        <a:pt x="198" y="108"/>
                      </a:lnTo>
                      <a:lnTo>
                        <a:pt x="196" y="112"/>
                      </a:lnTo>
                      <a:lnTo>
                        <a:pt x="192" y="112"/>
                      </a:lnTo>
                      <a:lnTo>
                        <a:pt x="192" y="116"/>
                      </a:lnTo>
                      <a:lnTo>
                        <a:pt x="188" y="120"/>
                      </a:lnTo>
                      <a:lnTo>
                        <a:pt x="184" y="122"/>
                      </a:lnTo>
                      <a:lnTo>
                        <a:pt x="188" y="122"/>
                      </a:lnTo>
                      <a:lnTo>
                        <a:pt x="188" y="126"/>
                      </a:lnTo>
                      <a:lnTo>
                        <a:pt x="184" y="130"/>
                      </a:lnTo>
                      <a:lnTo>
                        <a:pt x="180" y="130"/>
                      </a:lnTo>
                      <a:lnTo>
                        <a:pt x="176" y="134"/>
                      </a:lnTo>
                      <a:lnTo>
                        <a:pt x="176" y="138"/>
                      </a:lnTo>
                      <a:lnTo>
                        <a:pt x="172" y="146"/>
                      </a:lnTo>
                      <a:lnTo>
                        <a:pt x="172" y="148"/>
                      </a:lnTo>
                      <a:lnTo>
                        <a:pt x="168" y="148"/>
                      </a:lnTo>
                      <a:lnTo>
                        <a:pt x="166" y="148"/>
                      </a:lnTo>
                      <a:lnTo>
                        <a:pt x="166" y="152"/>
                      </a:lnTo>
                      <a:lnTo>
                        <a:pt x="162" y="152"/>
                      </a:lnTo>
                      <a:lnTo>
                        <a:pt x="162" y="156"/>
                      </a:lnTo>
                      <a:lnTo>
                        <a:pt x="162" y="160"/>
                      </a:lnTo>
                      <a:lnTo>
                        <a:pt x="158" y="164"/>
                      </a:lnTo>
                      <a:lnTo>
                        <a:pt x="158" y="168"/>
                      </a:lnTo>
                      <a:lnTo>
                        <a:pt x="154" y="168"/>
                      </a:lnTo>
                      <a:lnTo>
                        <a:pt x="150" y="168"/>
                      </a:lnTo>
                      <a:lnTo>
                        <a:pt x="146" y="168"/>
                      </a:lnTo>
                      <a:lnTo>
                        <a:pt x="146" y="172"/>
                      </a:lnTo>
                      <a:lnTo>
                        <a:pt x="142" y="172"/>
                      </a:lnTo>
                      <a:lnTo>
                        <a:pt x="138" y="172"/>
                      </a:lnTo>
                      <a:lnTo>
                        <a:pt x="138" y="168"/>
                      </a:lnTo>
                      <a:lnTo>
                        <a:pt x="138" y="164"/>
                      </a:lnTo>
                      <a:lnTo>
                        <a:pt x="136" y="164"/>
                      </a:lnTo>
                      <a:lnTo>
                        <a:pt x="136" y="168"/>
                      </a:lnTo>
                      <a:lnTo>
                        <a:pt x="132" y="168"/>
                      </a:lnTo>
                      <a:lnTo>
                        <a:pt x="132" y="172"/>
                      </a:lnTo>
                      <a:lnTo>
                        <a:pt x="132" y="176"/>
                      </a:lnTo>
                      <a:lnTo>
                        <a:pt x="128" y="176"/>
                      </a:lnTo>
                      <a:lnTo>
                        <a:pt x="128" y="178"/>
                      </a:lnTo>
                      <a:lnTo>
                        <a:pt x="124" y="178"/>
                      </a:lnTo>
                      <a:lnTo>
                        <a:pt x="124" y="182"/>
                      </a:lnTo>
                      <a:lnTo>
                        <a:pt x="124" y="186"/>
                      </a:lnTo>
                      <a:lnTo>
                        <a:pt x="124" y="190"/>
                      </a:lnTo>
                      <a:lnTo>
                        <a:pt x="128" y="190"/>
                      </a:lnTo>
                      <a:lnTo>
                        <a:pt x="132" y="190"/>
                      </a:lnTo>
                      <a:lnTo>
                        <a:pt x="132" y="194"/>
                      </a:lnTo>
                      <a:lnTo>
                        <a:pt x="132" y="198"/>
                      </a:lnTo>
                      <a:lnTo>
                        <a:pt x="132" y="202"/>
                      </a:lnTo>
                      <a:lnTo>
                        <a:pt x="132" y="204"/>
                      </a:lnTo>
                      <a:lnTo>
                        <a:pt x="136" y="208"/>
                      </a:lnTo>
                      <a:lnTo>
                        <a:pt x="138" y="208"/>
                      </a:lnTo>
                      <a:lnTo>
                        <a:pt x="138" y="212"/>
                      </a:lnTo>
                      <a:lnTo>
                        <a:pt x="138" y="216"/>
                      </a:lnTo>
                      <a:lnTo>
                        <a:pt x="142" y="216"/>
                      </a:lnTo>
                      <a:lnTo>
                        <a:pt x="142" y="220"/>
                      </a:lnTo>
                      <a:lnTo>
                        <a:pt x="142" y="224"/>
                      </a:lnTo>
                      <a:lnTo>
                        <a:pt x="146" y="228"/>
                      </a:lnTo>
                      <a:lnTo>
                        <a:pt x="142" y="228"/>
                      </a:lnTo>
                      <a:lnTo>
                        <a:pt x="142" y="232"/>
                      </a:lnTo>
                      <a:lnTo>
                        <a:pt x="146" y="232"/>
                      </a:lnTo>
                      <a:lnTo>
                        <a:pt x="142" y="232"/>
                      </a:lnTo>
                      <a:lnTo>
                        <a:pt x="142" y="234"/>
                      </a:lnTo>
                      <a:lnTo>
                        <a:pt x="138" y="234"/>
                      </a:lnTo>
                      <a:lnTo>
                        <a:pt x="138" y="232"/>
                      </a:lnTo>
                      <a:lnTo>
                        <a:pt x="136" y="232"/>
                      </a:lnTo>
                      <a:lnTo>
                        <a:pt x="132" y="232"/>
                      </a:lnTo>
                      <a:lnTo>
                        <a:pt x="132" y="234"/>
                      </a:lnTo>
                      <a:lnTo>
                        <a:pt x="128" y="234"/>
                      </a:lnTo>
                      <a:lnTo>
                        <a:pt x="124" y="234"/>
                      </a:lnTo>
                      <a:lnTo>
                        <a:pt x="120" y="234"/>
                      </a:lnTo>
                      <a:lnTo>
                        <a:pt x="116" y="234"/>
                      </a:lnTo>
                      <a:lnTo>
                        <a:pt x="116" y="232"/>
                      </a:lnTo>
                      <a:lnTo>
                        <a:pt x="112" y="232"/>
                      </a:lnTo>
                      <a:lnTo>
                        <a:pt x="112" y="234"/>
                      </a:lnTo>
                      <a:lnTo>
                        <a:pt x="112" y="238"/>
                      </a:lnTo>
                      <a:lnTo>
                        <a:pt x="110" y="238"/>
                      </a:lnTo>
                      <a:lnTo>
                        <a:pt x="106" y="238"/>
                      </a:lnTo>
                      <a:lnTo>
                        <a:pt x="106" y="242"/>
                      </a:lnTo>
                      <a:lnTo>
                        <a:pt x="106" y="238"/>
                      </a:lnTo>
                      <a:lnTo>
                        <a:pt x="106" y="242"/>
                      </a:lnTo>
                      <a:lnTo>
                        <a:pt x="102" y="242"/>
                      </a:lnTo>
                      <a:lnTo>
                        <a:pt x="102" y="238"/>
                      </a:lnTo>
                      <a:lnTo>
                        <a:pt x="102" y="242"/>
                      </a:lnTo>
                      <a:lnTo>
                        <a:pt x="102" y="238"/>
                      </a:lnTo>
                      <a:lnTo>
                        <a:pt x="98" y="242"/>
                      </a:lnTo>
                      <a:lnTo>
                        <a:pt x="94" y="242"/>
                      </a:lnTo>
                      <a:lnTo>
                        <a:pt x="94" y="238"/>
                      </a:lnTo>
                      <a:lnTo>
                        <a:pt x="90" y="234"/>
                      </a:lnTo>
                      <a:lnTo>
                        <a:pt x="90" y="232"/>
                      </a:lnTo>
                      <a:lnTo>
                        <a:pt x="90" y="228"/>
                      </a:lnTo>
                      <a:lnTo>
                        <a:pt x="90" y="224"/>
                      </a:lnTo>
                      <a:lnTo>
                        <a:pt x="86" y="224"/>
                      </a:lnTo>
                      <a:lnTo>
                        <a:pt x="82" y="224"/>
                      </a:lnTo>
                      <a:lnTo>
                        <a:pt x="82" y="220"/>
                      </a:lnTo>
                      <a:lnTo>
                        <a:pt x="82" y="216"/>
                      </a:lnTo>
                      <a:lnTo>
                        <a:pt x="82" y="212"/>
                      </a:lnTo>
                      <a:lnTo>
                        <a:pt x="80" y="208"/>
                      </a:lnTo>
                      <a:lnTo>
                        <a:pt x="76" y="208"/>
                      </a:lnTo>
                      <a:lnTo>
                        <a:pt x="76" y="212"/>
                      </a:lnTo>
                      <a:lnTo>
                        <a:pt x="80" y="208"/>
                      </a:lnTo>
                      <a:lnTo>
                        <a:pt x="80" y="212"/>
                      </a:lnTo>
                      <a:lnTo>
                        <a:pt x="76" y="212"/>
                      </a:lnTo>
                      <a:lnTo>
                        <a:pt x="72" y="212"/>
                      </a:lnTo>
                      <a:lnTo>
                        <a:pt x="68" y="212"/>
                      </a:lnTo>
                      <a:lnTo>
                        <a:pt x="64" y="212"/>
                      </a:lnTo>
                      <a:lnTo>
                        <a:pt x="60" y="212"/>
                      </a:lnTo>
                      <a:lnTo>
                        <a:pt x="60" y="216"/>
                      </a:lnTo>
                      <a:lnTo>
                        <a:pt x="56" y="216"/>
                      </a:lnTo>
                      <a:lnTo>
                        <a:pt x="54" y="216"/>
                      </a:lnTo>
                      <a:lnTo>
                        <a:pt x="56" y="216"/>
                      </a:lnTo>
                      <a:lnTo>
                        <a:pt x="54" y="216"/>
                      </a:lnTo>
                      <a:lnTo>
                        <a:pt x="50" y="216"/>
                      </a:lnTo>
                      <a:lnTo>
                        <a:pt x="46" y="216"/>
                      </a:lnTo>
                      <a:lnTo>
                        <a:pt x="46" y="212"/>
                      </a:lnTo>
                      <a:lnTo>
                        <a:pt x="46" y="216"/>
                      </a:lnTo>
                      <a:lnTo>
                        <a:pt x="42" y="212"/>
                      </a:lnTo>
                      <a:lnTo>
                        <a:pt x="38" y="212"/>
                      </a:lnTo>
                      <a:lnTo>
                        <a:pt x="38" y="216"/>
                      </a:lnTo>
                      <a:lnTo>
                        <a:pt x="34" y="216"/>
                      </a:lnTo>
                      <a:lnTo>
                        <a:pt x="30" y="216"/>
                      </a:lnTo>
                      <a:lnTo>
                        <a:pt x="26" y="216"/>
                      </a:lnTo>
                      <a:lnTo>
                        <a:pt x="24" y="216"/>
                      </a:lnTo>
                      <a:lnTo>
                        <a:pt x="20" y="216"/>
                      </a:lnTo>
                      <a:lnTo>
                        <a:pt x="16" y="220"/>
                      </a:lnTo>
                      <a:lnTo>
                        <a:pt x="12" y="220"/>
                      </a:lnTo>
                      <a:lnTo>
                        <a:pt x="12" y="216"/>
                      </a:lnTo>
                      <a:lnTo>
                        <a:pt x="12" y="212"/>
                      </a:lnTo>
                      <a:lnTo>
                        <a:pt x="12" y="208"/>
                      </a:lnTo>
                      <a:lnTo>
                        <a:pt x="12" y="204"/>
                      </a:lnTo>
                      <a:lnTo>
                        <a:pt x="16" y="204"/>
                      </a:lnTo>
                      <a:lnTo>
                        <a:pt x="16" y="202"/>
                      </a:lnTo>
                      <a:lnTo>
                        <a:pt x="16" y="198"/>
                      </a:lnTo>
                      <a:lnTo>
                        <a:pt x="20" y="198"/>
                      </a:lnTo>
                      <a:lnTo>
                        <a:pt x="20" y="194"/>
                      </a:lnTo>
                      <a:lnTo>
                        <a:pt x="20" y="198"/>
                      </a:lnTo>
                      <a:lnTo>
                        <a:pt x="20" y="194"/>
                      </a:lnTo>
                      <a:lnTo>
                        <a:pt x="24" y="194"/>
                      </a:lnTo>
                      <a:lnTo>
                        <a:pt x="26" y="194"/>
                      </a:lnTo>
                      <a:lnTo>
                        <a:pt x="26" y="190"/>
                      </a:lnTo>
                      <a:lnTo>
                        <a:pt x="30" y="190"/>
                      </a:lnTo>
                      <a:lnTo>
                        <a:pt x="34" y="190"/>
                      </a:lnTo>
                      <a:lnTo>
                        <a:pt x="34" y="186"/>
                      </a:lnTo>
                      <a:lnTo>
                        <a:pt x="34" y="182"/>
                      </a:lnTo>
                      <a:lnTo>
                        <a:pt x="34" y="178"/>
                      </a:lnTo>
                      <a:lnTo>
                        <a:pt x="30" y="178"/>
                      </a:lnTo>
                      <a:lnTo>
                        <a:pt x="26" y="178"/>
                      </a:lnTo>
                      <a:lnTo>
                        <a:pt x="26" y="176"/>
                      </a:lnTo>
                      <a:lnTo>
                        <a:pt x="26" y="172"/>
                      </a:lnTo>
                      <a:lnTo>
                        <a:pt x="26" y="168"/>
                      </a:lnTo>
                      <a:lnTo>
                        <a:pt x="26" y="164"/>
                      </a:lnTo>
                      <a:lnTo>
                        <a:pt x="26" y="160"/>
                      </a:lnTo>
                      <a:lnTo>
                        <a:pt x="24" y="160"/>
                      </a:lnTo>
                      <a:lnTo>
                        <a:pt x="20" y="156"/>
                      </a:lnTo>
                      <a:lnTo>
                        <a:pt x="16" y="156"/>
                      </a:lnTo>
                      <a:lnTo>
                        <a:pt x="12" y="152"/>
                      </a:lnTo>
                      <a:lnTo>
                        <a:pt x="12" y="148"/>
                      </a:lnTo>
                      <a:lnTo>
                        <a:pt x="8" y="146"/>
                      </a:lnTo>
                      <a:lnTo>
                        <a:pt x="8" y="142"/>
                      </a:lnTo>
                      <a:lnTo>
                        <a:pt x="4" y="134"/>
                      </a:lnTo>
                      <a:lnTo>
                        <a:pt x="0" y="134"/>
                      </a:lnTo>
                      <a:lnTo>
                        <a:pt x="4" y="134"/>
                      </a:lnTo>
                      <a:lnTo>
                        <a:pt x="12" y="138"/>
                      </a:lnTo>
                      <a:lnTo>
                        <a:pt x="16" y="138"/>
                      </a:lnTo>
                      <a:lnTo>
                        <a:pt x="20" y="138"/>
                      </a:lnTo>
                      <a:lnTo>
                        <a:pt x="24" y="142"/>
                      </a:lnTo>
                      <a:lnTo>
                        <a:pt x="34" y="138"/>
                      </a:lnTo>
                      <a:lnTo>
                        <a:pt x="34" y="138"/>
                      </a:lnTo>
                      <a:lnTo>
                        <a:pt x="34" y="138"/>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80" name="Freeform 47">
                  <a:extLst>
                    <a:ext uri="{FF2B5EF4-FFF2-40B4-BE49-F238E27FC236}">
                      <a16:creationId xmlns:a16="http://schemas.microsoft.com/office/drawing/2014/main" id="{0EB5C6AA-DDC3-6153-9BBA-D184BD1D395B}"/>
                    </a:ext>
                  </a:extLst>
                </p:cNvPr>
                <p:cNvSpPr>
                  <a:spLocks noEditPoints="1"/>
                </p:cNvSpPr>
                <p:nvPr/>
              </p:nvSpPr>
              <p:spPr bwMode="gray">
                <a:xfrm>
                  <a:off x="7547995" y="4011830"/>
                  <a:ext cx="24350" cy="17393"/>
                </a:xfrm>
                <a:custGeom>
                  <a:avLst/>
                  <a:gdLst>
                    <a:gd name="T0" fmla="*/ 8 w 14"/>
                    <a:gd name="T1" fmla="*/ 0 h 10"/>
                    <a:gd name="T2" fmla="*/ 8 w 14"/>
                    <a:gd name="T3" fmla="*/ 0 h 10"/>
                    <a:gd name="T4" fmla="*/ 8 w 14"/>
                    <a:gd name="T5" fmla="*/ 0 h 10"/>
                    <a:gd name="T6" fmla="*/ 8 w 14"/>
                    <a:gd name="T7" fmla="*/ 0 h 10"/>
                    <a:gd name="T8" fmla="*/ 8 w 14"/>
                    <a:gd name="T9" fmla="*/ 0 h 10"/>
                    <a:gd name="T10" fmla="*/ 8 w 14"/>
                    <a:gd name="T11" fmla="*/ 0 h 10"/>
                    <a:gd name="T12" fmla="*/ 8 w 14"/>
                    <a:gd name="T13" fmla="*/ 0 h 10"/>
                    <a:gd name="T14" fmla="*/ 8 w 14"/>
                    <a:gd name="T15" fmla="*/ 0 h 10"/>
                    <a:gd name="T16" fmla="*/ 8 w 14"/>
                    <a:gd name="T17" fmla="*/ 0 h 10"/>
                    <a:gd name="T18" fmla="*/ 8 w 14"/>
                    <a:gd name="T19" fmla="*/ 0 h 10"/>
                    <a:gd name="T20" fmla="*/ 14 w 14"/>
                    <a:gd name="T21" fmla="*/ 6 h 10"/>
                    <a:gd name="T22" fmla="*/ 14 w 14"/>
                    <a:gd name="T23" fmla="*/ 6 h 10"/>
                    <a:gd name="T24" fmla="*/ 14 w 14"/>
                    <a:gd name="T25" fmla="*/ 6 h 10"/>
                    <a:gd name="T26" fmla="*/ 14 w 14"/>
                    <a:gd name="T27" fmla="*/ 6 h 10"/>
                    <a:gd name="T28" fmla="*/ 14 w 14"/>
                    <a:gd name="T29" fmla="*/ 6 h 10"/>
                    <a:gd name="T30" fmla="*/ 14 w 14"/>
                    <a:gd name="T31" fmla="*/ 6 h 10"/>
                    <a:gd name="T32" fmla="*/ 14 w 14"/>
                    <a:gd name="T33" fmla="*/ 6 h 10"/>
                    <a:gd name="T34" fmla="*/ 0 w 14"/>
                    <a:gd name="T35" fmla="*/ 10 h 10"/>
                    <a:gd name="T36" fmla="*/ 0 w 14"/>
                    <a:gd name="T37" fmla="*/ 10 h 10"/>
                    <a:gd name="T38" fmla="*/ 0 w 14"/>
                    <a:gd name="T39" fmla="*/ 10 h 10"/>
                    <a:gd name="T40" fmla="*/ 0 w 14"/>
                    <a:gd name="T41" fmla="*/ 10 h 10"/>
                    <a:gd name="T42" fmla="*/ 0 w 14"/>
                    <a:gd name="T43" fmla="*/ 10 h 10"/>
                    <a:gd name="T44" fmla="*/ 0 w 14"/>
                    <a:gd name="T45" fmla="*/ 1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4" h="10">
                      <a:moveTo>
                        <a:pt x="8" y="0"/>
                      </a:moveTo>
                      <a:lnTo>
                        <a:pt x="8" y="0"/>
                      </a:lnTo>
                      <a:lnTo>
                        <a:pt x="8" y="0"/>
                      </a:lnTo>
                      <a:lnTo>
                        <a:pt x="8" y="0"/>
                      </a:lnTo>
                      <a:lnTo>
                        <a:pt x="8" y="0"/>
                      </a:lnTo>
                      <a:lnTo>
                        <a:pt x="8" y="0"/>
                      </a:lnTo>
                      <a:lnTo>
                        <a:pt x="8" y="0"/>
                      </a:lnTo>
                      <a:lnTo>
                        <a:pt x="8" y="0"/>
                      </a:lnTo>
                      <a:lnTo>
                        <a:pt x="8" y="0"/>
                      </a:lnTo>
                      <a:lnTo>
                        <a:pt x="8" y="0"/>
                      </a:lnTo>
                      <a:close/>
                      <a:moveTo>
                        <a:pt x="14" y="6"/>
                      </a:moveTo>
                      <a:lnTo>
                        <a:pt x="14" y="6"/>
                      </a:lnTo>
                      <a:lnTo>
                        <a:pt x="14" y="6"/>
                      </a:lnTo>
                      <a:lnTo>
                        <a:pt x="14" y="6"/>
                      </a:lnTo>
                      <a:lnTo>
                        <a:pt x="14" y="6"/>
                      </a:lnTo>
                      <a:lnTo>
                        <a:pt x="14" y="6"/>
                      </a:lnTo>
                      <a:lnTo>
                        <a:pt x="14" y="6"/>
                      </a:lnTo>
                      <a:close/>
                      <a:moveTo>
                        <a:pt x="0" y="10"/>
                      </a:moveTo>
                      <a:lnTo>
                        <a:pt x="0" y="10"/>
                      </a:lnTo>
                      <a:lnTo>
                        <a:pt x="0" y="10"/>
                      </a:lnTo>
                      <a:lnTo>
                        <a:pt x="0" y="10"/>
                      </a:lnTo>
                      <a:lnTo>
                        <a:pt x="0" y="10"/>
                      </a:lnTo>
                      <a:lnTo>
                        <a:pt x="0" y="10"/>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81" name="Freeform 48">
                  <a:extLst>
                    <a:ext uri="{FF2B5EF4-FFF2-40B4-BE49-F238E27FC236}">
                      <a16:creationId xmlns:a16="http://schemas.microsoft.com/office/drawing/2014/main" id="{06FE4C5B-14E4-978C-2231-2BC0E78E145B}"/>
                    </a:ext>
                  </a:extLst>
                </p:cNvPr>
                <p:cNvSpPr>
                  <a:spLocks noEditPoints="1"/>
                </p:cNvSpPr>
                <p:nvPr/>
              </p:nvSpPr>
              <p:spPr bwMode="gray">
                <a:xfrm>
                  <a:off x="7676699" y="3952697"/>
                  <a:ext cx="233061" cy="413943"/>
                </a:xfrm>
                <a:custGeom>
                  <a:avLst/>
                  <a:gdLst>
                    <a:gd name="T0" fmla="*/ 78 w 134"/>
                    <a:gd name="T1" fmla="*/ 150 h 238"/>
                    <a:gd name="T2" fmla="*/ 94 w 134"/>
                    <a:gd name="T3" fmla="*/ 172 h 238"/>
                    <a:gd name="T4" fmla="*/ 0 w 134"/>
                    <a:gd name="T5" fmla="*/ 194 h 238"/>
                    <a:gd name="T6" fmla="*/ 50 w 134"/>
                    <a:gd name="T7" fmla="*/ 220 h 238"/>
                    <a:gd name="T8" fmla="*/ 42 w 134"/>
                    <a:gd name="T9" fmla="*/ 48 h 238"/>
                    <a:gd name="T10" fmla="*/ 50 w 134"/>
                    <a:gd name="T11" fmla="*/ 10 h 238"/>
                    <a:gd name="T12" fmla="*/ 74 w 134"/>
                    <a:gd name="T13" fmla="*/ 10 h 238"/>
                    <a:gd name="T14" fmla="*/ 70 w 134"/>
                    <a:gd name="T15" fmla="*/ 48 h 238"/>
                    <a:gd name="T16" fmla="*/ 66 w 134"/>
                    <a:gd name="T17" fmla="*/ 70 h 238"/>
                    <a:gd name="T18" fmla="*/ 78 w 134"/>
                    <a:gd name="T19" fmla="*/ 82 h 238"/>
                    <a:gd name="T20" fmla="*/ 94 w 134"/>
                    <a:gd name="T21" fmla="*/ 90 h 238"/>
                    <a:gd name="T22" fmla="*/ 100 w 134"/>
                    <a:gd name="T23" fmla="*/ 100 h 238"/>
                    <a:gd name="T24" fmla="*/ 90 w 134"/>
                    <a:gd name="T25" fmla="*/ 100 h 238"/>
                    <a:gd name="T26" fmla="*/ 78 w 134"/>
                    <a:gd name="T27" fmla="*/ 100 h 238"/>
                    <a:gd name="T28" fmla="*/ 52 w 134"/>
                    <a:gd name="T29" fmla="*/ 90 h 238"/>
                    <a:gd name="T30" fmla="*/ 46 w 134"/>
                    <a:gd name="T31" fmla="*/ 74 h 238"/>
                    <a:gd name="T32" fmla="*/ 70 w 134"/>
                    <a:gd name="T33" fmla="*/ 70 h 238"/>
                    <a:gd name="T34" fmla="*/ 74 w 134"/>
                    <a:gd name="T35" fmla="*/ 70 h 238"/>
                    <a:gd name="T36" fmla="*/ 100 w 134"/>
                    <a:gd name="T37" fmla="*/ 86 h 238"/>
                    <a:gd name="T38" fmla="*/ 66 w 134"/>
                    <a:gd name="T39" fmla="*/ 96 h 238"/>
                    <a:gd name="T40" fmla="*/ 50 w 134"/>
                    <a:gd name="T41" fmla="*/ 100 h 238"/>
                    <a:gd name="T42" fmla="*/ 60 w 134"/>
                    <a:gd name="T43" fmla="*/ 116 h 238"/>
                    <a:gd name="T44" fmla="*/ 70 w 134"/>
                    <a:gd name="T45" fmla="*/ 120 h 238"/>
                    <a:gd name="T46" fmla="*/ 94 w 134"/>
                    <a:gd name="T47" fmla="*/ 108 h 238"/>
                    <a:gd name="T48" fmla="*/ 100 w 134"/>
                    <a:gd name="T49" fmla="*/ 124 h 238"/>
                    <a:gd name="T50" fmla="*/ 104 w 134"/>
                    <a:gd name="T51" fmla="*/ 116 h 238"/>
                    <a:gd name="T52" fmla="*/ 122 w 134"/>
                    <a:gd name="T53" fmla="*/ 134 h 238"/>
                    <a:gd name="T54" fmla="*/ 108 w 134"/>
                    <a:gd name="T55" fmla="*/ 120 h 238"/>
                    <a:gd name="T56" fmla="*/ 42 w 134"/>
                    <a:gd name="T57" fmla="*/ 116 h 238"/>
                    <a:gd name="T58" fmla="*/ 46 w 134"/>
                    <a:gd name="T59" fmla="*/ 126 h 238"/>
                    <a:gd name="T60" fmla="*/ 70 w 134"/>
                    <a:gd name="T61" fmla="*/ 146 h 238"/>
                    <a:gd name="T62" fmla="*/ 82 w 134"/>
                    <a:gd name="T63" fmla="*/ 130 h 238"/>
                    <a:gd name="T64" fmla="*/ 104 w 134"/>
                    <a:gd name="T65" fmla="*/ 130 h 238"/>
                    <a:gd name="T66" fmla="*/ 108 w 134"/>
                    <a:gd name="T67" fmla="*/ 134 h 238"/>
                    <a:gd name="T68" fmla="*/ 112 w 134"/>
                    <a:gd name="T69" fmla="*/ 152 h 238"/>
                    <a:gd name="T70" fmla="*/ 38 w 134"/>
                    <a:gd name="T71" fmla="*/ 150 h 238"/>
                    <a:gd name="T72" fmla="*/ 12 w 134"/>
                    <a:gd name="T73" fmla="*/ 176 h 238"/>
                    <a:gd name="T74" fmla="*/ 26 w 134"/>
                    <a:gd name="T75" fmla="*/ 152 h 238"/>
                    <a:gd name="T76" fmla="*/ 34 w 134"/>
                    <a:gd name="T77" fmla="*/ 134 h 238"/>
                    <a:gd name="T78" fmla="*/ 94 w 134"/>
                    <a:gd name="T79" fmla="*/ 152 h 238"/>
                    <a:gd name="T80" fmla="*/ 96 w 134"/>
                    <a:gd name="T81" fmla="*/ 152 h 238"/>
                    <a:gd name="T82" fmla="*/ 90 w 134"/>
                    <a:gd name="T83" fmla="*/ 156 h 238"/>
                    <a:gd name="T84" fmla="*/ 74 w 134"/>
                    <a:gd name="T85" fmla="*/ 160 h 238"/>
                    <a:gd name="T86" fmla="*/ 90 w 134"/>
                    <a:gd name="T87" fmla="*/ 146 h 238"/>
                    <a:gd name="T88" fmla="*/ 108 w 134"/>
                    <a:gd name="T89" fmla="*/ 152 h 238"/>
                    <a:gd name="T90" fmla="*/ 116 w 134"/>
                    <a:gd name="T91" fmla="*/ 156 h 238"/>
                    <a:gd name="T92" fmla="*/ 74 w 134"/>
                    <a:gd name="T93" fmla="*/ 202 h 238"/>
                    <a:gd name="T94" fmla="*/ 86 w 134"/>
                    <a:gd name="T95" fmla="*/ 186 h 238"/>
                    <a:gd name="T96" fmla="*/ 100 w 134"/>
                    <a:gd name="T97" fmla="*/ 186 h 238"/>
                    <a:gd name="T98" fmla="*/ 116 w 134"/>
                    <a:gd name="T99" fmla="*/ 176 h 238"/>
                    <a:gd name="T100" fmla="*/ 130 w 134"/>
                    <a:gd name="T101" fmla="*/ 172 h 238"/>
                    <a:gd name="T102" fmla="*/ 134 w 134"/>
                    <a:gd name="T103" fmla="*/ 202 h 238"/>
                    <a:gd name="T104" fmla="*/ 126 w 134"/>
                    <a:gd name="T105" fmla="*/ 202 h 238"/>
                    <a:gd name="T106" fmla="*/ 120 w 134"/>
                    <a:gd name="T107" fmla="*/ 232 h 238"/>
                    <a:gd name="T108" fmla="*/ 100 w 134"/>
                    <a:gd name="T109" fmla="*/ 208 h 238"/>
                    <a:gd name="T110" fmla="*/ 94 w 134"/>
                    <a:gd name="T111" fmla="*/ 194 h 238"/>
                    <a:gd name="T112" fmla="*/ 82 w 134"/>
                    <a:gd name="T113" fmla="*/ 198 h 238"/>
                    <a:gd name="T114" fmla="*/ 108 w 134"/>
                    <a:gd name="T115" fmla="*/ 172 h 238"/>
                    <a:gd name="T116" fmla="*/ 66 w 134"/>
                    <a:gd name="T117" fmla="*/ 212 h 238"/>
                    <a:gd name="T118" fmla="*/ 60 w 134"/>
                    <a:gd name="T119" fmla="*/ 228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34" h="238">
                      <a:moveTo>
                        <a:pt x="112" y="130"/>
                      </a:moveTo>
                      <a:lnTo>
                        <a:pt x="112" y="126"/>
                      </a:lnTo>
                      <a:lnTo>
                        <a:pt x="108" y="126"/>
                      </a:lnTo>
                      <a:lnTo>
                        <a:pt x="112" y="126"/>
                      </a:lnTo>
                      <a:lnTo>
                        <a:pt x="112" y="130"/>
                      </a:lnTo>
                      <a:lnTo>
                        <a:pt x="112" y="130"/>
                      </a:lnTo>
                      <a:lnTo>
                        <a:pt x="112" y="130"/>
                      </a:lnTo>
                      <a:close/>
                      <a:moveTo>
                        <a:pt x="78" y="150"/>
                      </a:moveTo>
                      <a:lnTo>
                        <a:pt x="78" y="146"/>
                      </a:lnTo>
                      <a:lnTo>
                        <a:pt x="78" y="142"/>
                      </a:lnTo>
                      <a:lnTo>
                        <a:pt x="82" y="142"/>
                      </a:lnTo>
                      <a:lnTo>
                        <a:pt x="82" y="146"/>
                      </a:lnTo>
                      <a:lnTo>
                        <a:pt x="78" y="150"/>
                      </a:lnTo>
                      <a:lnTo>
                        <a:pt x="78" y="150"/>
                      </a:lnTo>
                      <a:lnTo>
                        <a:pt x="78" y="150"/>
                      </a:lnTo>
                      <a:close/>
                      <a:moveTo>
                        <a:pt x="42" y="150"/>
                      </a:moveTo>
                      <a:lnTo>
                        <a:pt x="42" y="146"/>
                      </a:lnTo>
                      <a:lnTo>
                        <a:pt x="38" y="146"/>
                      </a:lnTo>
                      <a:lnTo>
                        <a:pt x="42" y="146"/>
                      </a:lnTo>
                      <a:lnTo>
                        <a:pt x="42" y="150"/>
                      </a:lnTo>
                      <a:lnTo>
                        <a:pt x="42" y="150"/>
                      </a:lnTo>
                      <a:lnTo>
                        <a:pt x="42" y="150"/>
                      </a:lnTo>
                      <a:close/>
                      <a:moveTo>
                        <a:pt x="94" y="172"/>
                      </a:moveTo>
                      <a:lnTo>
                        <a:pt x="94" y="168"/>
                      </a:lnTo>
                      <a:lnTo>
                        <a:pt x="94" y="172"/>
                      </a:lnTo>
                      <a:lnTo>
                        <a:pt x="94" y="172"/>
                      </a:lnTo>
                      <a:lnTo>
                        <a:pt x="94" y="172"/>
                      </a:lnTo>
                      <a:close/>
                      <a:moveTo>
                        <a:pt x="4" y="186"/>
                      </a:moveTo>
                      <a:lnTo>
                        <a:pt x="4" y="182"/>
                      </a:lnTo>
                      <a:lnTo>
                        <a:pt x="4" y="186"/>
                      </a:lnTo>
                      <a:lnTo>
                        <a:pt x="4" y="186"/>
                      </a:lnTo>
                      <a:lnTo>
                        <a:pt x="4" y="186"/>
                      </a:lnTo>
                      <a:close/>
                      <a:moveTo>
                        <a:pt x="0" y="194"/>
                      </a:moveTo>
                      <a:lnTo>
                        <a:pt x="0" y="190"/>
                      </a:lnTo>
                      <a:lnTo>
                        <a:pt x="0" y="186"/>
                      </a:lnTo>
                      <a:lnTo>
                        <a:pt x="0" y="190"/>
                      </a:lnTo>
                      <a:lnTo>
                        <a:pt x="0" y="194"/>
                      </a:lnTo>
                      <a:lnTo>
                        <a:pt x="0" y="194"/>
                      </a:lnTo>
                      <a:lnTo>
                        <a:pt x="0" y="194"/>
                      </a:lnTo>
                      <a:close/>
                      <a:moveTo>
                        <a:pt x="82" y="202"/>
                      </a:moveTo>
                      <a:lnTo>
                        <a:pt x="82" y="198"/>
                      </a:lnTo>
                      <a:lnTo>
                        <a:pt x="86" y="198"/>
                      </a:lnTo>
                      <a:lnTo>
                        <a:pt x="86" y="202"/>
                      </a:lnTo>
                      <a:lnTo>
                        <a:pt x="82" y="202"/>
                      </a:lnTo>
                      <a:lnTo>
                        <a:pt x="82" y="202"/>
                      </a:lnTo>
                      <a:lnTo>
                        <a:pt x="82" y="202"/>
                      </a:lnTo>
                      <a:close/>
                      <a:moveTo>
                        <a:pt x="50" y="220"/>
                      </a:moveTo>
                      <a:lnTo>
                        <a:pt x="50" y="216"/>
                      </a:lnTo>
                      <a:lnTo>
                        <a:pt x="52" y="216"/>
                      </a:lnTo>
                      <a:lnTo>
                        <a:pt x="52" y="220"/>
                      </a:lnTo>
                      <a:lnTo>
                        <a:pt x="50" y="220"/>
                      </a:lnTo>
                      <a:lnTo>
                        <a:pt x="50" y="220"/>
                      </a:lnTo>
                      <a:lnTo>
                        <a:pt x="50" y="220"/>
                      </a:lnTo>
                      <a:close/>
                      <a:moveTo>
                        <a:pt x="66" y="4"/>
                      </a:moveTo>
                      <a:lnTo>
                        <a:pt x="66" y="0"/>
                      </a:lnTo>
                      <a:lnTo>
                        <a:pt x="70" y="0"/>
                      </a:lnTo>
                      <a:lnTo>
                        <a:pt x="66" y="4"/>
                      </a:lnTo>
                      <a:lnTo>
                        <a:pt x="66" y="4"/>
                      </a:lnTo>
                      <a:lnTo>
                        <a:pt x="66" y="4"/>
                      </a:lnTo>
                      <a:close/>
                      <a:moveTo>
                        <a:pt x="42" y="56"/>
                      </a:moveTo>
                      <a:lnTo>
                        <a:pt x="42" y="52"/>
                      </a:lnTo>
                      <a:lnTo>
                        <a:pt x="38" y="52"/>
                      </a:lnTo>
                      <a:lnTo>
                        <a:pt x="38" y="48"/>
                      </a:lnTo>
                      <a:lnTo>
                        <a:pt x="42" y="44"/>
                      </a:lnTo>
                      <a:lnTo>
                        <a:pt x="42" y="48"/>
                      </a:lnTo>
                      <a:lnTo>
                        <a:pt x="46" y="48"/>
                      </a:lnTo>
                      <a:lnTo>
                        <a:pt x="46" y="52"/>
                      </a:lnTo>
                      <a:lnTo>
                        <a:pt x="50" y="48"/>
                      </a:lnTo>
                      <a:lnTo>
                        <a:pt x="50" y="44"/>
                      </a:lnTo>
                      <a:lnTo>
                        <a:pt x="50" y="40"/>
                      </a:lnTo>
                      <a:lnTo>
                        <a:pt x="50" y="38"/>
                      </a:lnTo>
                      <a:lnTo>
                        <a:pt x="50" y="34"/>
                      </a:lnTo>
                      <a:lnTo>
                        <a:pt x="50" y="30"/>
                      </a:lnTo>
                      <a:lnTo>
                        <a:pt x="50" y="26"/>
                      </a:lnTo>
                      <a:lnTo>
                        <a:pt x="50" y="22"/>
                      </a:lnTo>
                      <a:lnTo>
                        <a:pt x="50" y="18"/>
                      </a:lnTo>
                      <a:lnTo>
                        <a:pt x="50" y="14"/>
                      </a:lnTo>
                      <a:lnTo>
                        <a:pt x="50" y="10"/>
                      </a:lnTo>
                      <a:lnTo>
                        <a:pt x="52" y="10"/>
                      </a:lnTo>
                      <a:lnTo>
                        <a:pt x="52" y="8"/>
                      </a:lnTo>
                      <a:lnTo>
                        <a:pt x="56" y="4"/>
                      </a:lnTo>
                      <a:lnTo>
                        <a:pt x="56" y="8"/>
                      </a:lnTo>
                      <a:lnTo>
                        <a:pt x="60" y="4"/>
                      </a:lnTo>
                      <a:lnTo>
                        <a:pt x="60" y="8"/>
                      </a:lnTo>
                      <a:lnTo>
                        <a:pt x="64" y="8"/>
                      </a:lnTo>
                      <a:lnTo>
                        <a:pt x="64" y="10"/>
                      </a:lnTo>
                      <a:lnTo>
                        <a:pt x="66" y="10"/>
                      </a:lnTo>
                      <a:lnTo>
                        <a:pt x="70" y="10"/>
                      </a:lnTo>
                      <a:lnTo>
                        <a:pt x="70" y="8"/>
                      </a:lnTo>
                      <a:lnTo>
                        <a:pt x="74" y="8"/>
                      </a:lnTo>
                      <a:lnTo>
                        <a:pt x="74" y="10"/>
                      </a:lnTo>
                      <a:lnTo>
                        <a:pt x="74" y="14"/>
                      </a:lnTo>
                      <a:lnTo>
                        <a:pt x="74" y="18"/>
                      </a:lnTo>
                      <a:lnTo>
                        <a:pt x="74" y="22"/>
                      </a:lnTo>
                      <a:lnTo>
                        <a:pt x="74" y="26"/>
                      </a:lnTo>
                      <a:lnTo>
                        <a:pt x="78" y="30"/>
                      </a:lnTo>
                      <a:lnTo>
                        <a:pt x="78" y="34"/>
                      </a:lnTo>
                      <a:lnTo>
                        <a:pt x="78" y="38"/>
                      </a:lnTo>
                      <a:lnTo>
                        <a:pt x="74" y="40"/>
                      </a:lnTo>
                      <a:lnTo>
                        <a:pt x="74" y="44"/>
                      </a:lnTo>
                      <a:lnTo>
                        <a:pt x="74" y="48"/>
                      </a:lnTo>
                      <a:lnTo>
                        <a:pt x="70" y="48"/>
                      </a:lnTo>
                      <a:lnTo>
                        <a:pt x="70" y="52"/>
                      </a:lnTo>
                      <a:lnTo>
                        <a:pt x="70" y="48"/>
                      </a:lnTo>
                      <a:lnTo>
                        <a:pt x="74" y="48"/>
                      </a:lnTo>
                      <a:lnTo>
                        <a:pt x="70" y="48"/>
                      </a:lnTo>
                      <a:lnTo>
                        <a:pt x="66" y="48"/>
                      </a:lnTo>
                      <a:lnTo>
                        <a:pt x="66" y="52"/>
                      </a:lnTo>
                      <a:lnTo>
                        <a:pt x="64" y="52"/>
                      </a:lnTo>
                      <a:lnTo>
                        <a:pt x="64" y="56"/>
                      </a:lnTo>
                      <a:lnTo>
                        <a:pt x="66" y="56"/>
                      </a:lnTo>
                      <a:lnTo>
                        <a:pt x="64" y="56"/>
                      </a:lnTo>
                      <a:lnTo>
                        <a:pt x="64" y="60"/>
                      </a:lnTo>
                      <a:lnTo>
                        <a:pt x="64" y="64"/>
                      </a:lnTo>
                      <a:lnTo>
                        <a:pt x="64" y="66"/>
                      </a:lnTo>
                      <a:lnTo>
                        <a:pt x="64" y="70"/>
                      </a:lnTo>
                      <a:lnTo>
                        <a:pt x="66" y="70"/>
                      </a:lnTo>
                      <a:lnTo>
                        <a:pt x="66" y="74"/>
                      </a:lnTo>
                      <a:lnTo>
                        <a:pt x="64" y="74"/>
                      </a:lnTo>
                      <a:lnTo>
                        <a:pt x="66" y="74"/>
                      </a:lnTo>
                      <a:lnTo>
                        <a:pt x="66" y="78"/>
                      </a:lnTo>
                      <a:lnTo>
                        <a:pt x="66" y="82"/>
                      </a:lnTo>
                      <a:lnTo>
                        <a:pt x="70" y="86"/>
                      </a:lnTo>
                      <a:lnTo>
                        <a:pt x="74" y="86"/>
                      </a:lnTo>
                      <a:lnTo>
                        <a:pt x="74" y="90"/>
                      </a:lnTo>
                      <a:lnTo>
                        <a:pt x="74" y="86"/>
                      </a:lnTo>
                      <a:lnTo>
                        <a:pt x="74" y="82"/>
                      </a:lnTo>
                      <a:lnTo>
                        <a:pt x="74" y="86"/>
                      </a:lnTo>
                      <a:lnTo>
                        <a:pt x="74" y="82"/>
                      </a:lnTo>
                      <a:lnTo>
                        <a:pt x="78" y="82"/>
                      </a:lnTo>
                      <a:lnTo>
                        <a:pt x="78" y="78"/>
                      </a:lnTo>
                      <a:lnTo>
                        <a:pt x="78" y="82"/>
                      </a:lnTo>
                      <a:lnTo>
                        <a:pt x="82" y="78"/>
                      </a:lnTo>
                      <a:lnTo>
                        <a:pt x="82" y="82"/>
                      </a:lnTo>
                      <a:lnTo>
                        <a:pt x="86" y="82"/>
                      </a:lnTo>
                      <a:lnTo>
                        <a:pt x="86" y="86"/>
                      </a:lnTo>
                      <a:lnTo>
                        <a:pt x="86" y="90"/>
                      </a:lnTo>
                      <a:lnTo>
                        <a:pt x="86" y="94"/>
                      </a:lnTo>
                      <a:lnTo>
                        <a:pt x="86" y="90"/>
                      </a:lnTo>
                      <a:lnTo>
                        <a:pt x="90" y="90"/>
                      </a:lnTo>
                      <a:lnTo>
                        <a:pt x="90" y="86"/>
                      </a:lnTo>
                      <a:lnTo>
                        <a:pt x="94" y="86"/>
                      </a:lnTo>
                      <a:lnTo>
                        <a:pt x="94" y="90"/>
                      </a:lnTo>
                      <a:lnTo>
                        <a:pt x="96" y="90"/>
                      </a:lnTo>
                      <a:lnTo>
                        <a:pt x="96" y="94"/>
                      </a:lnTo>
                      <a:lnTo>
                        <a:pt x="96" y="90"/>
                      </a:lnTo>
                      <a:lnTo>
                        <a:pt x="94" y="90"/>
                      </a:lnTo>
                      <a:lnTo>
                        <a:pt x="94" y="94"/>
                      </a:lnTo>
                      <a:lnTo>
                        <a:pt x="94" y="96"/>
                      </a:lnTo>
                      <a:lnTo>
                        <a:pt x="96" y="96"/>
                      </a:lnTo>
                      <a:lnTo>
                        <a:pt x="96" y="100"/>
                      </a:lnTo>
                      <a:lnTo>
                        <a:pt x="96" y="96"/>
                      </a:lnTo>
                      <a:lnTo>
                        <a:pt x="96" y="100"/>
                      </a:lnTo>
                      <a:lnTo>
                        <a:pt x="100" y="100"/>
                      </a:lnTo>
                      <a:lnTo>
                        <a:pt x="100" y="104"/>
                      </a:lnTo>
                      <a:lnTo>
                        <a:pt x="100" y="100"/>
                      </a:lnTo>
                      <a:lnTo>
                        <a:pt x="100" y="104"/>
                      </a:lnTo>
                      <a:lnTo>
                        <a:pt x="100" y="108"/>
                      </a:lnTo>
                      <a:lnTo>
                        <a:pt x="100" y="112"/>
                      </a:lnTo>
                      <a:lnTo>
                        <a:pt x="96" y="112"/>
                      </a:lnTo>
                      <a:lnTo>
                        <a:pt x="96" y="108"/>
                      </a:lnTo>
                      <a:lnTo>
                        <a:pt x="96" y="104"/>
                      </a:lnTo>
                      <a:lnTo>
                        <a:pt x="100" y="104"/>
                      </a:lnTo>
                      <a:lnTo>
                        <a:pt x="96" y="104"/>
                      </a:lnTo>
                      <a:lnTo>
                        <a:pt x="94" y="104"/>
                      </a:lnTo>
                      <a:lnTo>
                        <a:pt x="90" y="104"/>
                      </a:lnTo>
                      <a:lnTo>
                        <a:pt x="90" y="100"/>
                      </a:lnTo>
                      <a:lnTo>
                        <a:pt x="90" y="104"/>
                      </a:lnTo>
                      <a:lnTo>
                        <a:pt x="90" y="100"/>
                      </a:lnTo>
                      <a:lnTo>
                        <a:pt x="90" y="96"/>
                      </a:lnTo>
                      <a:lnTo>
                        <a:pt x="86" y="96"/>
                      </a:lnTo>
                      <a:lnTo>
                        <a:pt x="86" y="94"/>
                      </a:lnTo>
                      <a:lnTo>
                        <a:pt x="82" y="94"/>
                      </a:lnTo>
                      <a:lnTo>
                        <a:pt x="82" y="90"/>
                      </a:lnTo>
                      <a:lnTo>
                        <a:pt x="78" y="90"/>
                      </a:lnTo>
                      <a:lnTo>
                        <a:pt x="78" y="86"/>
                      </a:lnTo>
                      <a:lnTo>
                        <a:pt x="78" y="90"/>
                      </a:lnTo>
                      <a:lnTo>
                        <a:pt x="78" y="94"/>
                      </a:lnTo>
                      <a:lnTo>
                        <a:pt x="78" y="96"/>
                      </a:lnTo>
                      <a:lnTo>
                        <a:pt x="82" y="96"/>
                      </a:lnTo>
                      <a:lnTo>
                        <a:pt x="82" y="100"/>
                      </a:lnTo>
                      <a:lnTo>
                        <a:pt x="78" y="100"/>
                      </a:lnTo>
                      <a:lnTo>
                        <a:pt x="78" y="96"/>
                      </a:lnTo>
                      <a:lnTo>
                        <a:pt x="78" y="94"/>
                      </a:lnTo>
                      <a:lnTo>
                        <a:pt x="74" y="94"/>
                      </a:lnTo>
                      <a:lnTo>
                        <a:pt x="70" y="90"/>
                      </a:lnTo>
                      <a:lnTo>
                        <a:pt x="66" y="90"/>
                      </a:lnTo>
                      <a:lnTo>
                        <a:pt x="66" y="86"/>
                      </a:lnTo>
                      <a:lnTo>
                        <a:pt x="64" y="90"/>
                      </a:lnTo>
                      <a:lnTo>
                        <a:pt x="64" y="94"/>
                      </a:lnTo>
                      <a:lnTo>
                        <a:pt x="60" y="94"/>
                      </a:lnTo>
                      <a:lnTo>
                        <a:pt x="56" y="94"/>
                      </a:lnTo>
                      <a:lnTo>
                        <a:pt x="56" y="90"/>
                      </a:lnTo>
                      <a:lnTo>
                        <a:pt x="52" y="86"/>
                      </a:lnTo>
                      <a:lnTo>
                        <a:pt x="52" y="90"/>
                      </a:lnTo>
                      <a:lnTo>
                        <a:pt x="52" y="86"/>
                      </a:lnTo>
                      <a:lnTo>
                        <a:pt x="52" y="82"/>
                      </a:lnTo>
                      <a:lnTo>
                        <a:pt x="56" y="78"/>
                      </a:lnTo>
                      <a:lnTo>
                        <a:pt x="56" y="74"/>
                      </a:lnTo>
                      <a:lnTo>
                        <a:pt x="52" y="74"/>
                      </a:lnTo>
                      <a:lnTo>
                        <a:pt x="52" y="70"/>
                      </a:lnTo>
                      <a:lnTo>
                        <a:pt x="50" y="70"/>
                      </a:lnTo>
                      <a:lnTo>
                        <a:pt x="50" y="74"/>
                      </a:lnTo>
                      <a:lnTo>
                        <a:pt x="52" y="74"/>
                      </a:lnTo>
                      <a:lnTo>
                        <a:pt x="52" y="78"/>
                      </a:lnTo>
                      <a:lnTo>
                        <a:pt x="50" y="78"/>
                      </a:lnTo>
                      <a:lnTo>
                        <a:pt x="50" y="74"/>
                      </a:lnTo>
                      <a:lnTo>
                        <a:pt x="46" y="74"/>
                      </a:lnTo>
                      <a:lnTo>
                        <a:pt x="46" y="70"/>
                      </a:lnTo>
                      <a:lnTo>
                        <a:pt x="50" y="70"/>
                      </a:lnTo>
                      <a:lnTo>
                        <a:pt x="46" y="70"/>
                      </a:lnTo>
                      <a:lnTo>
                        <a:pt x="46" y="74"/>
                      </a:lnTo>
                      <a:lnTo>
                        <a:pt x="46" y="70"/>
                      </a:lnTo>
                      <a:lnTo>
                        <a:pt x="46" y="66"/>
                      </a:lnTo>
                      <a:lnTo>
                        <a:pt x="42" y="64"/>
                      </a:lnTo>
                      <a:lnTo>
                        <a:pt x="42" y="60"/>
                      </a:lnTo>
                      <a:lnTo>
                        <a:pt x="42" y="56"/>
                      </a:lnTo>
                      <a:lnTo>
                        <a:pt x="42" y="56"/>
                      </a:lnTo>
                      <a:lnTo>
                        <a:pt x="42" y="56"/>
                      </a:lnTo>
                      <a:close/>
                      <a:moveTo>
                        <a:pt x="70" y="74"/>
                      </a:moveTo>
                      <a:lnTo>
                        <a:pt x="70" y="70"/>
                      </a:lnTo>
                      <a:lnTo>
                        <a:pt x="66" y="70"/>
                      </a:lnTo>
                      <a:lnTo>
                        <a:pt x="66" y="66"/>
                      </a:lnTo>
                      <a:lnTo>
                        <a:pt x="70" y="66"/>
                      </a:lnTo>
                      <a:lnTo>
                        <a:pt x="70" y="70"/>
                      </a:lnTo>
                      <a:lnTo>
                        <a:pt x="70" y="66"/>
                      </a:lnTo>
                      <a:lnTo>
                        <a:pt x="70" y="70"/>
                      </a:lnTo>
                      <a:lnTo>
                        <a:pt x="70" y="74"/>
                      </a:lnTo>
                      <a:lnTo>
                        <a:pt x="70" y="74"/>
                      </a:lnTo>
                      <a:lnTo>
                        <a:pt x="70" y="74"/>
                      </a:lnTo>
                      <a:close/>
                      <a:moveTo>
                        <a:pt x="74" y="74"/>
                      </a:moveTo>
                      <a:lnTo>
                        <a:pt x="74" y="70"/>
                      </a:lnTo>
                      <a:lnTo>
                        <a:pt x="70" y="70"/>
                      </a:lnTo>
                      <a:lnTo>
                        <a:pt x="74" y="70"/>
                      </a:lnTo>
                      <a:lnTo>
                        <a:pt x="74" y="74"/>
                      </a:lnTo>
                      <a:lnTo>
                        <a:pt x="74" y="74"/>
                      </a:lnTo>
                      <a:lnTo>
                        <a:pt x="74" y="74"/>
                      </a:lnTo>
                      <a:close/>
                      <a:moveTo>
                        <a:pt x="74" y="86"/>
                      </a:moveTo>
                      <a:lnTo>
                        <a:pt x="70" y="86"/>
                      </a:lnTo>
                      <a:lnTo>
                        <a:pt x="70" y="82"/>
                      </a:lnTo>
                      <a:lnTo>
                        <a:pt x="70" y="86"/>
                      </a:lnTo>
                      <a:lnTo>
                        <a:pt x="74" y="86"/>
                      </a:lnTo>
                      <a:lnTo>
                        <a:pt x="74" y="86"/>
                      </a:lnTo>
                      <a:lnTo>
                        <a:pt x="74" y="86"/>
                      </a:lnTo>
                      <a:close/>
                      <a:moveTo>
                        <a:pt x="100" y="94"/>
                      </a:moveTo>
                      <a:lnTo>
                        <a:pt x="100" y="90"/>
                      </a:lnTo>
                      <a:lnTo>
                        <a:pt x="100" y="86"/>
                      </a:lnTo>
                      <a:lnTo>
                        <a:pt x="104" y="86"/>
                      </a:lnTo>
                      <a:lnTo>
                        <a:pt x="104" y="90"/>
                      </a:lnTo>
                      <a:lnTo>
                        <a:pt x="104" y="94"/>
                      </a:lnTo>
                      <a:lnTo>
                        <a:pt x="100" y="94"/>
                      </a:lnTo>
                      <a:lnTo>
                        <a:pt x="100" y="94"/>
                      </a:lnTo>
                      <a:lnTo>
                        <a:pt x="100" y="94"/>
                      </a:lnTo>
                      <a:close/>
                      <a:moveTo>
                        <a:pt x="46" y="94"/>
                      </a:moveTo>
                      <a:lnTo>
                        <a:pt x="46" y="90"/>
                      </a:lnTo>
                      <a:lnTo>
                        <a:pt x="46" y="94"/>
                      </a:lnTo>
                      <a:lnTo>
                        <a:pt x="46" y="94"/>
                      </a:lnTo>
                      <a:lnTo>
                        <a:pt x="46" y="94"/>
                      </a:lnTo>
                      <a:close/>
                      <a:moveTo>
                        <a:pt x="70" y="100"/>
                      </a:moveTo>
                      <a:lnTo>
                        <a:pt x="66" y="96"/>
                      </a:lnTo>
                      <a:lnTo>
                        <a:pt x="70" y="94"/>
                      </a:lnTo>
                      <a:lnTo>
                        <a:pt x="70" y="96"/>
                      </a:lnTo>
                      <a:lnTo>
                        <a:pt x="74" y="96"/>
                      </a:lnTo>
                      <a:lnTo>
                        <a:pt x="70" y="100"/>
                      </a:lnTo>
                      <a:lnTo>
                        <a:pt x="70" y="100"/>
                      </a:lnTo>
                      <a:lnTo>
                        <a:pt x="70" y="100"/>
                      </a:lnTo>
                      <a:close/>
                      <a:moveTo>
                        <a:pt x="56" y="116"/>
                      </a:moveTo>
                      <a:lnTo>
                        <a:pt x="56" y="112"/>
                      </a:lnTo>
                      <a:lnTo>
                        <a:pt x="56" y="108"/>
                      </a:lnTo>
                      <a:lnTo>
                        <a:pt x="52" y="108"/>
                      </a:lnTo>
                      <a:lnTo>
                        <a:pt x="52" y="104"/>
                      </a:lnTo>
                      <a:lnTo>
                        <a:pt x="52" y="100"/>
                      </a:lnTo>
                      <a:lnTo>
                        <a:pt x="50" y="100"/>
                      </a:lnTo>
                      <a:lnTo>
                        <a:pt x="50" y="96"/>
                      </a:lnTo>
                      <a:lnTo>
                        <a:pt x="50" y="94"/>
                      </a:lnTo>
                      <a:lnTo>
                        <a:pt x="52" y="94"/>
                      </a:lnTo>
                      <a:lnTo>
                        <a:pt x="52" y="96"/>
                      </a:lnTo>
                      <a:lnTo>
                        <a:pt x="56" y="94"/>
                      </a:lnTo>
                      <a:lnTo>
                        <a:pt x="56" y="96"/>
                      </a:lnTo>
                      <a:lnTo>
                        <a:pt x="60" y="96"/>
                      </a:lnTo>
                      <a:lnTo>
                        <a:pt x="64" y="100"/>
                      </a:lnTo>
                      <a:lnTo>
                        <a:pt x="64" y="104"/>
                      </a:lnTo>
                      <a:lnTo>
                        <a:pt x="64" y="108"/>
                      </a:lnTo>
                      <a:lnTo>
                        <a:pt x="64" y="112"/>
                      </a:lnTo>
                      <a:lnTo>
                        <a:pt x="64" y="116"/>
                      </a:lnTo>
                      <a:lnTo>
                        <a:pt x="60" y="116"/>
                      </a:lnTo>
                      <a:lnTo>
                        <a:pt x="56" y="116"/>
                      </a:lnTo>
                      <a:lnTo>
                        <a:pt x="56" y="116"/>
                      </a:lnTo>
                      <a:lnTo>
                        <a:pt x="56" y="116"/>
                      </a:lnTo>
                      <a:close/>
                      <a:moveTo>
                        <a:pt x="90" y="108"/>
                      </a:moveTo>
                      <a:lnTo>
                        <a:pt x="90" y="104"/>
                      </a:lnTo>
                      <a:lnTo>
                        <a:pt x="86" y="104"/>
                      </a:lnTo>
                      <a:lnTo>
                        <a:pt x="86" y="100"/>
                      </a:lnTo>
                      <a:lnTo>
                        <a:pt x="86" y="104"/>
                      </a:lnTo>
                      <a:lnTo>
                        <a:pt x="90" y="104"/>
                      </a:lnTo>
                      <a:lnTo>
                        <a:pt x="90" y="108"/>
                      </a:lnTo>
                      <a:lnTo>
                        <a:pt x="90" y="108"/>
                      </a:lnTo>
                      <a:lnTo>
                        <a:pt x="90" y="108"/>
                      </a:lnTo>
                      <a:close/>
                      <a:moveTo>
                        <a:pt x="70" y="120"/>
                      </a:moveTo>
                      <a:lnTo>
                        <a:pt x="70" y="116"/>
                      </a:lnTo>
                      <a:lnTo>
                        <a:pt x="70" y="112"/>
                      </a:lnTo>
                      <a:lnTo>
                        <a:pt x="70" y="108"/>
                      </a:lnTo>
                      <a:lnTo>
                        <a:pt x="74" y="108"/>
                      </a:lnTo>
                      <a:lnTo>
                        <a:pt x="74" y="112"/>
                      </a:lnTo>
                      <a:lnTo>
                        <a:pt x="70" y="112"/>
                      </a:lnTo>
                      <a:lnTo>
                        <a:pt x="70" y="120"/>
                      </a:lnTo>
                      <a:lnTo>
                        <a:pt x="70" y="120"/>
                      </a:lnTo>
                      <a:lnTo>
                        <a:pt x="70" y="120"/>
                      </a:lnTo>
                      <a:close/>
                      <a:moveTo>
                        <a:pt x="96" y="116"/>
                      </a:moveTo>
                      <a:lnTo>
                        <a:pt x="96" y="112"/>
                      </a:lnTo>
                      <a:lnTo>
                        <a:pt x="94" y="112"/>
                      </a:lnTo>
                      <a:lnTo>
                        <a:pt x="94" y="108"/>
                      </a:lnTo>
                      <a:lnTo>
                        <a:pt x="96" y="112"/>
                      </a:lnTo>
                      <a:lnTo>
                        <a:pt x="96" y="116"/>
                      </a:lnTo>
                      <a:lnTo>
                        <a:pt x="96" y="116"/>
                      </a:lnTo>
                      <a:lnTo>
                        <a:pt x="96" y="116"/>
                      </a:lnTo>
                      <a:close/>
                      <a:moveTo>
                        <a:pt x="86" y="124"/>
                      </a:moveTo>
                      <a:lnTo>
                        <a:pt x="90" y="120"/>
                      </a:lnTo>
                      <a:lnTo>
                        <a:pt x="90" y="116"/>
                      </a:lnTo>
                      <a:lnTo>
                        <a:pt x="90" y="112"/>
                      </a:lnTo>
                      <a:lnTo>
                        <a:pt x="94" y="112"/>
                      </a:lnTo>
                      <a:lnTo>
                        <a:pt x="94" y="116"/>
                      </a:lnTo>
                      <a:lnTo>
                        <a:pt x="96" y="116"/>
                      </a:lnTo>
                      <a:lnTo>
                        <a:pt x="100" y="120"/>
                      </a:lnTo>
                      <a:lnTo>
                        <a:pt x="100" y="124"/>
                      </a:lnTo>
                      <a:lnTo>
                        <a:pt x="100" y="126"/>
                      </a:lnTo>
                      <a:lnTo>
                        <a:pt x="100" y="124"/>
                      </a:lnTo>
                      <a:lnTo>
                        <a:pt x="96" y="124"/>
                      </a:lnTo>
                      <a:lnTo>
                        <a:pt x="94" y="120"/>
                      </a:lnTo>
                      <a:lnTo>
                        <a:pt x="94" y="116"/>
                      </a:lnTo>
                      <a:lnTo>
                        <a:pt x="90" y="116"/>
                      </a:lnTo>
                      <a:lnTo>
                        <a:pt x="90" y="120"/>
                      </a:lnTo>
                      <a:lnTo>
                        <a:pt x="90" y="124"/>
                      </a:lnTo>
                      <a:lnTo>
                        <a:pt x="86" y="124"/>
                      </a:lnTo>
                      <a:lnTo>
                        <a:pt x="86" y="124"/>
                      </a:lnTo>
                      <a:lnTo>
                        <a:pt x="86" y="124"/>
                      </a:lnTo>
                      <a:close/>
                      <a:moveTo>
                        <a:pt x="104" y="120"/>
                      </a:moveTo>
                      <a:lnTo>
                        <a:pt x="104" y="116"/>
                      </a:lnTo>
                      <a:lnTo>
                        <a:pt x="104" y="112"/>
                      </a:lnTo>
                      <a:lnTo>
                        <a:pt x="108" y="112"/>
                      </a:lnTo>
                      <a:lnTo>
                        <a:pt x="112" y="112"/>
                      </a:lnTo>
                      <a:lnTo>
                        <a:pt x="116" y="112"/>
                      </a:lnTo>
                      <a:lnTo>
                        <a:pt x="120" y="112"/>
                      </a:lnTo>
                      <a:lnTo>
                        <a:pt x="116" y="116"/>
                      </a:lnTo>
                      <a:lnTo>
                        <a:pt x="120" y="116"/>
                      </a:lnTo>
                      <a:lnTo>
                        <a:pt x="120" y="120"/>
                      </a:lnTo>
                      <a:lnTo>
                        <a:pt x="120" y="124"/>
                      </a:lnTo>
                      <a:lnTo>
                        <a:pt x="120" y="126"/>
                      </a:lnTo>
                      <a:lnTo>
                        <a:pt x="120" y="130"/>
                      </a:lnTo>
                      <a:lnTo>
                        <a:pt x="122" y="130"/>
                      </a:lnTo>
                      <a:lnTo>
                        <a:pt x="122" y="134"/>
                      </a:lnTo>
                      <a:lnTo>
                        <a:pt x="120" y="134"/>
                      </a:lnTo>
                      <a:lnTo>
                        <a:pt x="122" y="134"/>
                      </a:lnTo>
                      <a:lnTo>
                        <a:pt x="122" y="138"/>
                      </a:lnTo>
                      <a:lnTo>
                        <a:pt x="122" y="134"/>
                      </a:lnTo>
                      <a:lnTo>
                        <a:pt x="120" y="134"/>
                      </a:lnTo>
                      <a:lnTo>
                        <a:pt x="116" y="134"/>
                      </a:lnTo>
                      <a:lnTo>
                        <a:pt x="112" y="130"/>
                      </a:lnTo>
                      <a:lnTo>
                        <a:pt x="112" y="126"/>
                      </a:lnTo>
                      <a:lnTo>
                        <a:pt x="116" y="126"/>
                      </a:lnTo>
                      <a:lnTo>
                        <a:pt x="116" y="124"/>
                      </a:lnTo>
                      <a:lnTo>
                        <a:pt x="112" y="124"/>
                      </a:lnTo>
                      <a:lnTo>
                        <a:pt x="108" y="124"/>
                      </a:lnTo>
                      <a:lnTo>
                        <a:pt x="108" y="120"/>
                      </a:lnTo>
                      <a:lnTo>
                        <a:pt x="104" y="120"/>
                      </a:lnTo>
                      <a:lnTo>
                        <a:pt x="104" y="120"/>
                      </a:lnTo>
                      <a:lnTo>
                        <a:pt x="104" y="120"/>
                      </a:lnTo>
                      <a:close/>
                      <a:moveTo>
                        <a:pt x="78" y="116"/>
                      </a:moveTo>
                      <a:lnTo>
                        <a:pt x="78" y="112"/>
                      </a:lnTo>
                      <a:lnTo>
                        <a:pt x="82" y="112"/>
                      </a:lnTo>
                      <a:lnTo>
                        <a:pt x="82" y="116"/>
                      </a:lnTo>
                      <a:lnTo>
                        <a:pt x="78" y="116"/>
                      </a:lnTo>
                      <a:lnTo>
                        <a:pt x="78" y="116"/>
                      </a:lnTo>
                      <a:lnTo>
                        <a:pt x="78" y="116"/>
                      </a:lnTo>
                      <a:close/>
                      <a:moveTo>
                        <a:pt x="46" y="120"/>
                      </a:moveTo>
                      <a:lnTo>
                        <a:pt x="42" y="120"/>
                      </a:lnTo>
                      <a:lnTo>
                        <a:pt x="42" y="116"/>
                      </a:lnTo>
                      <a:lnTo>
                        <a:pt x="46" y="116"/>
                      </a:lnTo>
                      <a:lnTo>
                        <a:pt x="46" y="120"/>
                      </a:lnTo>
                      <a:lnTo>
                        <a:pt x="46" y="116"/>
                      </a:lnTo>
                      <a:lnTo>
                        <a:pt x="50" y="120"/>
                      </a:lnTo>
                      <a:lnTo>
                        <a:pt x="46" y="120"/>
                      </a:lnTo>
                      <a:lnTo>
                        <a:pt x="46" y="120"/>
                      </a:lnTo>
                      <a:lnTo>
                        <a:pt x="46" y="120"/>
                      </a:lnTo>
                      <a:close/>
                      <a:moveTo>
                        <a:pt x="42" y="126"/>
                      </a:moveTo>
                      <a:lnTo>
                        <a:pt x="42" y="124"/>
                      </a:lnTo>
                      <a:lnTo>
                        <a:pt x="42" y="120"/>
                      </a:lnTo>
                      <a:lnTo>
                        <a:pt x="42" y="124"/>
                      </a:lnTo>
                      <a:lnTo>
                        <a:pt x="46" y="124"/>
                      </a:lnTo>
                      <a:lnTo>
                        <a:pt x="46" y="126"/>
                      </a:lnTo>
                      <a:lnTo>
                        <a:pt x="42" y="126"/>
                      </a:lnTo>
                      <a:lnTo>
                        <a:pt x="42" y="126"/>
                      </a:lnTo>
                      <a:lnTo>
                        <a:pt x="42" y="126"/>
                      </a:lnTo>
                      <a:close/>
                      <a:moveTo>
                        <a:pt x="86" y="134"/>
                      </a:moveTo>
                      <a:lnTo>
                        <a:pt x="86" y="138"/>
                      </a:lnTo>
                      <a:lnTo>
                        <a:pt x="82" y="138"/>
                      </a:lnTo>
                      <a:lnTo>
                        <a:pt x="82" y="142"/>
                      </a:lnTo>
                      <a:lnTo>
                        <a:pt x="78" y="142"/>
                      </a:lnTo>
                      <a:lnTo>
                        <a:pt x="74" y="142"/>
                      </a:lnTo>
                      <a:lnTo>
                        <a:pt x="74" y="146"/>
                      </a:lnTo>
                      <a:lnTo>
                        <a:pt x="70" y="146"/>
                      </a:lnTo>
                      <a:lnTo>
                        <a:pt x="70" y="150"/>
                      </a:lnTo>
                      <a:lnTo>
                        <a:pt x="70" y="146"/>
                      </a:lnTo>
                      <a:lnTo>
                        <a:pt x="70" y="142"/>
                      </a:lnTo>
                      <a:lnTo>
                        <a:pt x="70" y="138"/>
                      </a:lnTo>
                      <a:lnTo>
                        <a:pt x="70" y="134"/>
                      </a:lnTo>
                      <a:lnTo>
                        <a:pt x="70" y="130"/>
                      </a:lnTo>
                      <a:lnTo>
                        <a:pt x="70" y="126"/>
                      </a:lnTo>
                      <a:lnTo>
                        <a:pt x="70" y="124"/>
                      </a:lnTo>
                      <a:lnTo>
                        <a:pt x="66" y="124"/>
                      </a:lnTo>
                      <a:lnTo>
                        <a:pt x="70" y="124"/>
                      </a:lnTo>
                      <a:lnTo>
                        <a:pt x="74" y="124"/>
                      </a:lnTo>
                      <a:lnTo>
                        <a:pt x="78" y="126"/>
                      </a:lnTo>
                      <a:lnTo>
                        <a:pt x="78" y="130"/>
                      </a:lnTo>
                      <a:lnTo>
                        <a:pt x="82" y="126"/>
                      </a:lnTo>
                      <a:lnTo>
                        <a:pt x="82" y="130"/>
                      </a:lnTo>
                      <a:lnTo>
                        <a:pt x="86" y="130"/>
                      </a:lnTo>
                      <a:lnTo>
                        <a:pt x="86" y="126"/>
                      </a:lnTo>
                      <a:lnTo>
                        <a:pt x="86" y="130"/>
                      </a:lnTo>
                      <a:lnTo>
                        <a:pt x="86" y="134"/>
                      </a:lnTo>
                      <a:lnTo>
                        <a:pt x="86" y="134"/>
                      </a:lnTo>
                      <a:lnTo>
                        <a:pt x="86" y="134"/>
                      </a:lnTo>
                      <a:close/>
                      <a:moveTo>
                        <a:pt x="104" y="130"/>
                      </a:moveTo>
                      <a:lnTo>
                        <a:pt x="104" y="126"/>
                      </a:lnTo>
                      <a:lnTo>
                        <a:pt x="108" y="126"/>
                      </a:lnTo>
                      <a:lnTo>
                        <a:pt x="108" y="130"/>
                      </a:lnTo>
                      <a:lnTo>
                        <a:pt x="104" y="130"/>
                      </a:lnTo>
                      <a:lnTo>
                        <a:pt x="104" y="130"/>
                      </a:lnTo>
                      <a:lnTo>
                        <a:pt x="104" y="130"/>
                      </a:lnTo>
                      <a:close/>
                      <a:moveTo>
                        <a:pt x="108" y="146"/>
                      </a:moveTo>
                      <a:lnTo>
                        <a:pt x="112" y="146"/>
                      </a:lnTo>
                      <a:lnTo>
                        <a:pt x="112" y="142"/>
                      </a:lnTo>
                      <a:lnTo>
                        <a:pt x="108" y="142"/>
                      </a:lnTo>
                      <a:lnTo>
                        <a:pt x="108" y="138"/>
                      </a:lnTo>
                      <a:lnTo>
                        <a:pt x="108" y="142"/>
                      </a:lnTo>
                      <a:lnTo>
                        <a:pt x="104" y="142"/>
                      </a:lnTo>
                      <a:lnTo>
                        <a:pt x="104" y="138"/>
                      </a:lnTo>
                      <a:lnTo>
                        <a:pt x="104" y="134"/>
                      </a:lnTo>
                      <a:lnTo>
                        <a:pt x="104" y="130"/>
                      </a:lnTo>
                      <a:lnTo>
                        <a:pt x="104" y="126"/>
                      </a:lnTo>
                      <a:lnTo>
                        <a:pt x="108" y="130"/>
                      </a:lnTo>
                      <a:lnTo>
                        <a:pt x="108" y="134"/>
                      </a:lnTo>
                      <a:lnTo>
                        <a:pt x="108" y="130"/>
                      </a:lnTo>
                      <a:lnTo>
                        <a:pt x="112" y="130"/>
                      </a:lnTo>
                      <a:lnTo>
                        <a:pt x="112" y="134"/>
                      </a:lnTo>
                      <a:lnTo>
                        <a:pt x="116" y="138"/>
                      </a:lnTo>
                      <a:lnTo>
                        <a:pt x="112" y="138"/>
                      </a:lnTo>
                      <a:lnTo>
                        <a:pt x="112" y="142"/>
                      </a:lnTo>
                      <a:lnTo>
                        <a:pt x="116" y="142"/>
                      </a:lnTo>
                      <a:lnTo>
                        <a:pt x="116" y="146"/>
                      </a:lnTo>
                      <a:lnTo>
                        <a:pt x="116" y="150"/>
                      </a:lnTo>
                      <a:lnTo>
                        <a:pt x="116" y="152"/>
                      </a:lnTo>
                      <a:lnTo>
                        <a:pt x="116" y="150"/>
                      </a:lnTo>
                      <a:lnTo>
                        <a:pt x="112" y="150"/>
                      </a:lnTo>
                      <a:lnTo>
                        <a:pt x="112" y="152"/>
                      </a:lnTo>
                      <a:lnTo>
                        <a:pt x="108" y="152"/>
                      </a:lnTo>
                      <a:lnTo>
                        <a:pt x="112" y="150"/>
                      </a:lnTo>
                      <a:lnTo>
                        <a:pt x="108" y="150"/>
                      </a:lnTo>
                      <a:lnTo>
                        <a:pt x="108" y="146"/>
                      </a:lnTo>
                      <a:lnTo>
                        <a:pt x="108" y="146"/>
                      </a:lnTo>
                      <a:lnTo>
                        <a:pt x="108" y="146"/>
                      </a:lnTo>
                      <a:close/>
                      <a:moveTo>
                        <a:pt x="42" y="130"/>
                      </a:moveTo>
                      <a:lnTo>
                        <a:pt x="38" y="130"/>
                      </a:lnTo>
                      <a:lnTo>
                        <a:pt x="42" y="130"/>
                      </a:lnTo>
                      <a:lnTo>
                        <a:pt x="42" y="130"/>
                      </a:lnTo>
                      <a:lnTo>
                        <a:pt x="42" y="130"/>
                      </a:lnTo>
                      <a:close/>
                      <a:moveTo>
                        <a:pt x="38" y="146"/>
                      </a:moveTo>
                      <a:lnTo>
                        <a:pt x="38" y="150"/>
                      </a:lnTo>
                      <a:lnTo>
                        <a:pt x="34" y="150"/>
                      </a:lnTo>
                      <a:lnTo>
                        <a:pt x="34" y="152"/>
                      </a:lnTo>
                      <a:lnTo>
                        <a:pt x="30" y="152"/>
                      </a:lnTo>
                      <a:lnTo>
                        <a:pt x="26" y="156"/>
                      </a:lnTo>
                      <a:lnTo>
                        <a:pt x="24" y="160"/>
                      </a:lnTo>
                      <a:lnTo>
                        <a:pt x="26" y="160"/>
                      </a:lnTo>
                      <a:lnTo>
                        <a:pt x="24" y="164"/>
                      </a:lnTo>
                      <a:lnTo>
                        <a:pt x="24" y="168"/>
                      </a:lnTo>
                      <a:lnTo>
                        <a:pt x="20" y="168"/>
                      </a:lnTo>
                      <a:lnTo>
                        <a:pt x="16" y="168"/>
                      </a:lnTo>
                      <a:lnTo>
                        <a:pt x="16" y="172"/>
                      </a:lnTo>
                      <a:lnTo>
                        <a:pt x="16" y="176"/>
                      </a:lnTo>
                      <a:lnTo>
                        <a:pt x="12" y="176"/>
                      </a:lnTo>
                      <a:lnTo>
                        <a:pt x="12" y="180"/>
                      </a:lnTo>
                      <a:lnTo>
                        <a:pt x="8" y="180"/>
                      </a:lnTo>
                      <a:lnTo>
                        <a:pt x="4" y="182"/>
                      </a:lnTo>
                      <a:lnTo>
                        <a:pt x="4" y="180"/>
                      </a:lnTo>
                      <a:lnTo>
                        <a:pt x="4" y="176"/>
                      </a:lnTo>
                      <a:lnTo>
                        <a:pt x="8" y="176"/>
                      </a:lnTo>
                      <a:lnTo>
                        <a:pt x="12" y="172"/>
                      </a:lnTo>
                      <a:lnTo>
                        <a:pt x="12" y="168"/>
                      </a:lnTo>
                      <a:lnTo>
                        <a:pt x="16" y="168"/>
                      </a:lnTo>
                      <a:lnTo>
                        <a:pt x="20" y="160"/>
                      </a:lnTo>
                      <a:lnTo>
                        <a:pt x="24" y="160"/>
                      </a:lnTo>
                      <a:lnTo>
                        <a:pt x="24" y="156"/>
                      </a:lnTo>
                      <a:lnTo>
                        <a:pt x="26" y="152"/>
                      </a:lnTo>
                      <a:lnTo>
                        <a:pt x="26" y="156"/>
                      </a:lnTo>
                      <a:lnTo>
                        <a:pt x="26" y="152"/>
                      </a:lnTo>
                      <a:lnTo>
                        <a:pt x="30" y="150"/>
                      </a:lnTo>
                      <a:lnTo>
                        <a:pt x="26" y="150"/>
                      </a:lnTo>
                      <a:lnTo>
                        <a:pt x="30" y="150"/>
                      </a:lnTo>
                      <a:lnTo>
                        <a:pt x="34" y="146"/>
                      </a:lnTo>
                      <a:lnTo>
                        <a:pt x="34" y="142"/>
                      </a:lnTo>
                      <a:lnTo>
                        <a:pt x="30" y="142"/>
                      </a:lnTo>
                      <a:lnTo>
                        <a:pt x="30" y="138"/>
                      </a:lnTo>
                      <a:lnTo>
                        <a:pt x="34" y="138"/>
                      </a:lnTo>
                      <a:lnTo>
                        <a:pt x="34" y="142"/>
                      </a:lnTo>
                      <a:lnTo>
                        <a:pt x="34" y="138"/>
                      </a:lnTo>
                      <a:lnTo>
                        <a:pt x="34" y="134"/>
                      </a:lnTo>
                      <a:lnTo>
                        <a:pt x="34" y="138"/>
                      </a:lnTo>
                      <a:lnTo>
                        <a:pt x="34" y="134"/>
                      </a:lnTo>
                      <a:lnTo>
                        <a:pt x="34" y="130"/>
                      </a:lnTo>
                      <a:lnTo>
                        <a:pt x="38" y="130"/>
                      </a:lnTo>
                      <a:lnTo>
                        <a:pt x="38" y="134"/>
                      </a:lnTo>
                      <a:lnTo>
                        <a:pt x="34" y="138"/>
                      </a:lnTo>
                      <a:lnTo>
                        <a:pt x="34" y="142"/>
                      </a:lnTo>
                      <a:lnTo>
                        <a:pt x="38" y="142"/>
                      </a:lnTo>
                      <a:lnTo>
                        <a:pt x="38" y="146"/>
                      </a:lnTo>
                      <a:lnTo>
                        <a:pt x="38" y="146"/>
                      </a:lnTo>
                      <a:lnTo>
                        <a:pt x="38" y="146"/>
                      </a:lnTo>
                      <a:close/>
                      <a:moveTo>
                        <a:pt x="90" y="152"/>
                      </a:moveTo>
                      <a:lnTo>
                        <a:pt x="94" y="152"/>
                      </a:lnTo>
                      <a:lnTo>
                        <a:pt x="94" y="150"/>
                      </a:lnTo>
                      <a:lnTo>
                        <a:pt x="94" y="146"/>
                      </a:lnTo>
                      <a:lnTo>
                        <a:pt x="96" y="146"/>
                      </a:lnTo>
                      <a:lnTo>
                        <a:pt x="96" y="142"/>
                      </a:lnTo>
                      <a:lnTo>
                        <a:pt x="96" y="138"/>
                      </a:lnTo>
                      <a:lnTo>
                        <a:pt x="96" y="134"/>
                      </a:lnTo>
                      <a:lnTo>
                        <a:pt x="100" y="134"/>
                      </a:lnTo>
                      <a:lnTo>
                        <a:pt x="100" y="138"/>
                      </a:lnTo>
                      <a:lnTo>
                        <a:pt x="100" y="142"/>
                      </a:lnTo>
                      <a:lnTo>
                        <a:pt x="100" y="146"/>
                      </a:lnTo>
                      <a:lnTo>
                        <a:pt x="100" y="150"/>
                      </a:lnTo>
                      <a:lnTo>
                        <a:pt x="96" y="150"/>
                      </a:lnTo>
                      <a:lnTo>
                        <a:pt x="96" y="152"/>
                      </a:lnTo>
                      <a:lnTo>
                        <a:pt x="94" y="152"/>
                      </a:lnTo>
                      <a:lnTo>
                        <a:pt x="94" y="156"/>
                      </a:lnTo>
                      <a:lnTo>
                        <a:pt x="94" y="160"/>
                      </a:lnTo>
                      <a:lnTo>
                        <a:pt x="94" y="164"/>
                      </a:lnTo>
                      <a:lnTo>
                        <a:pt x="90" y="164"/>
                      </a:lnTo>
                      <a:lnTo>
                        <a:pt x="90" y="160"/>
                      </a:lnTo>
                      <a:lnTo>
                        <a:pt x="90" y="156"/>
                      </a:lnTo>
                      <a:lnTo>
                        <a:pt x="90" y="152"/>
                      </a:lnTo>
                      <a:lnTo>
                        <a:pt x="90" y="152"/>
                      </a:lnTo>
                      <a:lnTo>
                        <a:pt x="90" y="152"/>
                      </a:lnTo>
                      <a:close/>
                      <a:moveTo>
                        <a:pt x="90" y="150"/>
                      </a:moveTo>
                      <a:lnTo>
                        <a:pt x="90" y="152"/>
                      </a:lnTo>
                      <a:lnTo>
                        <a:pt x="90" y="156"/>
                      </a:lnTo>
                      <a:lnTo>
                        <a:pt x="86" y="156"/>
                      </a:lnTo>
                      <a:lnTo>
                        <a:pt x="86" y="160"/>
                      </a:lnTo>
                      <a:lnTo>
                        <a:pt x="86" y="164"/>
                      </a:lnTo>
                      <a:lnTo>
                        <a:pt x="90" y="164"/>
                      </a:lnTo>
                      <a:lnTo>
                        <a:pt x="90" y="168"/>
                      </a:lnTo>
                      <a:lnTo>
                        <a:pt x="90" y="172"/>
                      </a:lnTo>
                      <a:lnTo>
                        <a:pt x="86" y="172"/>
                      </a:lnTo>
                      <a:lnTo>
                        <a:pt x="82" y="172"/>
                      </a:lnTo>
                      <a:lnTo>
                        <a:pt x="82" y="168"/>
                      </a:lnTo>
                      <a:lnTo>
                        <a:pt x="82" y="164"/>
                      </a:lnTo>
                      <a:lnTo>
                        <a:pt x="78" y="164"/>
                      </a:lnTo>
                      <a:lnTo>
                        <a:pt x="78" y="160"/>
                      </a:lnTo>
                      <a:lnTo>
                        <a:pt x="74" y="160"/>
                      </a:lnTo>
                      <a:lnTo>
                        <a:pt x="78" y="160"/>
                      </a:lnTo>
                      <a:lnTo>
                        <a:pt x="78" y="156"/>
                      </a:lnTo>
                      <a:lnTo>
                        <a:pt x="82" y="156"/>
                      </a:lnTo>
                      <a:lnTo>
                        <a:pt x="82" y="152"/>
                      </a:lnTo>
                      <a:lnTo>
                        <a:pt x="82" y="150"/>
                      </a:lnTo>
                      <a:lnTo>
                        <a:pt x="82" y="146"/>
                      </a:lnTo>
                      <a:lnTo>
                        <a:pt x="86" y="142"/>
                      </a:lnTo>
                      <a:lnTo>
                        <a:pt x="86" y="138"/>
                      </a:lnTo>
                      <a:lnTo>
                        <a:pt x="90" y="138"/>
                      </a:lnTo>
                      <a:lnTo>
                        <a:pt x="94" y="138"/>
                      </a:lnTo>
                      <a:lnTo>
                        <a:pt x="94" y="142"/>
                      </a:lnTo>
                      <a:lnTo>
                        <a:pt x="94" y="146"/>
                      </a:lnTo>
                      <a:lnTo>
                        <a:pt x="90" y="146"/>
                      </a:lnTo>
                      <a:lnTo>
                        <a:pt x="90" y="150"/>
                      </a:lnTo>
                      <a:lnTo>
                        <a:pt x="90" y="150"/>
                      </a:lnTo>
                      <a:lnTo>
                        <a:pt x="90" y="150"/>
                      </a:lnTo>
                      <a:close/>
                      <a:moveTo>
                        <a:pt x="122" y="156"/>
                      </a:moveTo>
                      <a:lnTo>
                        <a:pt x="120" y="152"/>
                      </a:lnTo>
                      <a:lnTo>
                        <a:pt x="120" y="150"/>
                      </a:lnTo>
                      <a:lnTo>
                        <a:pt x="122" y="146"/>
                      </a:lnTo>
                      <a:lnTo>
                        <a:pt x="122" y="150"/>
                      </a:lnTo>
                      <a:lnTo>
                        <a:pt x="122" y="152"/>
                      </a:lnTo>
                      <a:lnTo>
                        <a:pt x="122" y="156"/>
                      </a:lnTo>
                      <a:lnTo>
                        <a:pt x="122" y="156"/>
                      </a:lnTo>
                      <a:lnTo>
                        <a:pt x="122" y="156"/>
                      </a:lnTo>
                      <a:close/>
                      <a:moveTo>
                        <a:pt x="108" y="152"/>
                      </a:moveTo>
                      <a:lnTo>
                        <a:pt x="108" y="156"/>
                      </a:lnTo>
                      <a:lnTo>
                        <a:pt x="108" y="160"/>
                      </a:lnTo>
                      <a:lnTo>
                        <a:pt x="104" y="160"/>
                      </a:lnTo>
                      <a:lnTo>
                        <a:pt x="100" y="160"/>
                      </a:lnTo>
                      <a:lnTo>
                        <a:pt x="96" y="160"/>
                      </a:lnTo>
                      <a:lnTo>
                        <a:pt x="96" y="156"/>
                      </a:lnTo>
                      <a:lnTo>
                        <a:pt x="100" y="156"/>
                      </a:lnTo>
                      <a:lnTo>
                        <a:pt x="100" y="152"/>
                      </a:lnTo>
                      <a:lnTo>
                        <a:pt x="104" y="152"/>
                      </a:lnTo>
                      <a:lnTo>
                        <a:pt x="108" y="152"/>
                      </a:lnTo>
                      <a:lnTo>
                        <a:pt x="108" y="152"/>
                      </a:lnTo>
                      <a:lnTo>
                        <a:pt x="108" y="152"/>
                      </a:lnTo>
                      <a:close/>
                      <a:moveTo>
                        <a:pt x="116" y="156"/>
                      </a:moveTo>
                      <a:lnTo>
                        <a:pt x="116" y="152"/>
                      </a:lnTo>
                      <a:lnTo>
                        <a:pt x="116" y="156"/>
                      </a:lnTo>
                      <a:lnTo>
                        <a:pt x="116" y="156"/>
                      </a:lnTo>
                      <a:lnTo>
                        <a:pt x="116" y="156"/>
                      </a:lnTo>
                      <a:close/>
                      <a:moveTo>
                        <a:pt x="126" y="160"/>
                      </a:moveTo>
                      <a:lnTo>
                        <a:pt x="126" y="156"/>
                      </a:lnTo>
                      <a:lnTo>
                        <a:pt x="126" y="152"/>
                      </a:lnTo>
                      <a:lnTo>
                        <a:pt x="130" y="156"/>
                      </a:lnTo>
                      <a:lnTo>
                        <a:pt x="130" y="160"/>
                      </a:lnTo>
                      <a:lnTo>
                        <a:pt x="126" y="160"/>
                      </a:lnTo>
                      <a:lnTo>
                        <a:pt x="126" y="160"/>
                      </a:lnTo>
                      <a:lnTo>
                        <a:pt x="126" y="160"/>
                      </a:lnTo>
                      <a:close/>
                      <a:moveTo>
                        <a:pt x="74" y="202"/>
                      </a:moveTo>
                      <a:lnTo>
                        <a:pt x="74" y="206"/>
                      </a:lnTo>
                      <a:lnTo>
                        <a:pt x="74" y="208"/>
                      </a:lnTo>
                      <a:lnTo>
                        <a:pt x="70" y="208"/>
                      </a:lnTo>
                      <a:lnTo>
                        <a:pt x="70" y="206"/>
                      </a:lnTo>
                      <a:lnTo>
                        <a:pt x="70" y="202"/>
                      </a:lnTo>
                      <a:lnTo>
                        <a:pt x="70" y="198"/>
                      </a:lnTo>
                      <a:lnTo>
                        <a:pt x="70" y="194"/>
                      </a:lnTo>
                      <a:lnTo>
                        <a:pt x="74" y="194"/>
                      </a:lnTo>
                      <a:lnTo>
                        <a:pt x="74" y="190"/>
                      </a:lnTo>
                      <a:lnTo>
                        <a:pt x="78" y="186"/>
                      </a:lnTo>
                      <a:lnTo>
                        <a:pt x="78" y="190"/>
                      </a:lnTo>
                      <a:lnTo>
                        <a:pt x="82" y="186"/>
                      </a:lnTo>
                      <a:lnTo>
                        <a:pt x="86" y="186"/>
                      </a:lnTo>
                      <a:lnTo>
                        <a:pt x="86" y="182"/>
                      </a:lnTo>
                      <a:lnTo>
                        <a:pt x="86" y="180"/>
                      </a:lnTo>
                      <a:lnTo>
                        <a:pt x="90" y="180"/>
                      </a:lnTo>
                      <a:lnTo>
                        <a:pt x="90" y="176"/>
                      </a:lnTo>
                      <a:lnTo>
                        <a:pt x="94" y="180"/>
                      </a:lnTo>
                      <a:lnTo>
                        <a:pt x="96" y="180"/>
                      </a:lnTo>
                      <a:lnTo>
                        <a:pt x="96" y="182"/>
                      </a:lnTo>
                      <a:lnTo>
                        <a:pt x="96" y="186"/>
                      </a:lnTo>
                      <a:lnTo>
                        <a:pt x="96" y="190"/>
                      </a:lnTo>
                      <a:lnTo>
                        <a:pt x="94" y="190"/>
                      </a:lnTo>
                      <a:lnTo>
                        <a:pt x="96" y="190"/>
                      </a:lnTo>
                      <a:lnTo>
                        <a:pt x="96" y="186"/>
                      </a:lnTo>
                      <a:lnTo>
                        <a:pt x="100" y="186"/>
                      </a:lnTo>
                      <a:lnTo>
                        <a:pt x="104" y="186"/>
                      </a:lnTo>
                      <a:lnTo>
                        <a:pt x="104" y="182"/>
                      </a:lnTo>
                      <a:lnTo>
                        <a:pt x="100" y="182"/>
                      </a:lnTo>
                      <a:lnTo>
                        <a:pt x="104" y="182"/>
                      </a:lnTo>
                      <a:lnTo>
                        <a:pt x="104" y="180"/>
                      </a:lnTo>
                      <a:lnTo>
                        <a:pt x="108" y="180"/>
                      </a:lnTo>
                      <a:lnTo>
                        <a:pt x="108" y="182"/>
                      </a:lnTo>
                      <a:lnTo>
                        <a:pt x="108" y="180"/>
                      </a:lnTo>
                      <a:lnTo>
                        <a:pt x="108" y="176"/>
                      </a:lnTo>
                      <a:lnTo>
                        <a:pt x="112" y="176"/>
                      </a:lnTo>
                      <a:lnTo>
                        <a:pt x="112" y="172"/>
                      </a:lnTo>
                      <a:lnTo>
                        <a:pt x="112" y="176"/>
                      </a:lnTo>
                      <a:lnTo>
                        <a:pt x="116" y="176"/>
                      </a:lnTo>
                      <a:lnTo>
                        <a:pt x="116" y="172"/>
                      </a:lnTo>
                      <a:lnTo>
                        <a:pt x="120" y="172"/>
                      </a:lnTo>
                      <a:lnTo>
                        <a:pt x="120" y="168"/>
                      </a:lnTo>
                      <a:lnTo>
                        <a:pt x="120" y="164"/>
                      </a:lnTo>
                      <a:lnTo>
                        <a:pt x="120" y="160"/>
                      </a:lnTo>
                      <a:lnTo>
                        <a:pt x="120" y="156"/>
                      </a:lnTo>
                      <a:lnTo>
                        <a:pt x="120" y="160"/>
                      </a:lnTo>
                      <a:lnTo>
                        <a:pt x="122" y="160"/>
                      </a:lnTo>
                      <a:lnTo>
                        <a:pt x="122" y="164"/>
                      </a:lnTo>
                      <a:lnTo>
                        <a:pt x="126" y="164"/>
                      </a:lnTo>
                      <a:lnTo>
                        <a:pt x="126" y="168"/>
                      </a:lnTo>
                      <a:lnTo>
                        <a:pt x="130" y="168"/>
                      </a:lnTo>
                      <a:lnTo>
                        <a:pt x="130" y="172"/>
                      </a:lnTo>
                      <a:lnTo>
                        <a:pt x="130" y="176"/>
                      </a:lnTo>
                      <a:lnTo>
                        <a:pt x="130" y="180"/>
                      </a:lnTo>
                      <a:lnTo>
                        <a:pt x="126" y="180"/>
                      </a:lnTo>
                      <a:lnTo>
                        <a:pt x="130" y="180"/>
                      </a:lnTo>
                      <a:lnTo>
                        <a:pt x="134" y="180"/>
                      </a:lnTo>
                      <a:lnTo>
                        <a:pt x="134" y="182"/>
                      </a:lnTo>
                      <a:lnTo>
                        <a:pt x="130" y="182"/>
                      </a:lnTo>
                      <a:lnTo>
                        <a:pt x="130" y="186"/>
                      </a:lnTo>
                      <a:lnTo>
                        <a:pt x="134" y="186"/>
                      </a:lnTo>
                      <a:lnTo>
                        <a:pt x="134" y="190"/>
                      </a:lnTo>
                      <a:lnTo>
                        <a:pt x="134" y="194"/>
                      </a:lnTo>
                      <a:lnTo>
                        <a:pt x="134" y="198"/>
                      </a:lnTo>
                      <a:lnTo>
                        <a:pt x="134" y="202"/>
                      </a:lnTo>
                      <a:lnTo>
                        <a:pt x="134" y="206"/>
                      </a:lnTo>
                      <a:lnTo>
                        <a:pt x="130" y="206"/>
                      </a:lnTo>
                      <a:lnTo>
                        <a:pt x="130" y="208"/>
                      </a:lnTo>
                      <a:lnTo>
                        <a:pt x="130" y="212"/>
                      </a:lnTo>
                      <a:lnTo>
                        <a:pt x="130" y="216"/>
                      </a:lnTo>
                      <a:lnTo>
                        <a:pt x="130" y="220"/>
                      </a:lnTo>
                      <a:lnTo>
                        <a:pt x="130" y="216"/>
                      </a:lnTo>
                      <a:lnTo>
                        <a:pt x="126" y="216"/>
                      </a:lnTo>
                      <a:lnTo>
                        <a:pt x="126" y="212"/>
                      </a:lnTo>
                      <a:lnTo>
                        <a:pt x="130" y="212"/>
                      </a:lnTo>
                      <a:lnTo>
                        <a:pt x="126" y="208"/>
                      </a:lnTo>
                      <a:lnTo>
                        <a:pt x="126" y="206"/>
                      </a:lnTo>
                      <a:lnTo>
                        <a:pt x="126" y="202"/>
                      </a:lnTo>
                      <a:lnTo>
                        <a:pt x="122" y="202"/>
                      </a:lnTo>
                      <a:lnTo>
                        <a:pt x="122" y="206"/>
                      </a:lnTo>
                      <a:lnTo>
                        <a:pt x="120" y="206"/>
                      </a:lnTo>
                      <a:lnTo>
                        <a:pt x="120" y="208"/>
                      </a:lnTo>
                      <a:lnTo>
                        <a:pt x="120" y="212"/>
                      </a:lnTo>
                      <a:lnTo>
                        <a:pt x="122" y="216"/>
                      </a:lnTo>
                      <a:lnTo>
                        <a:pt x="122" y="220"/>
                      </a:lnTo>
                      <a:lnTo>
                        <a:pt x="122" y="224"/>
                      </a:lnTo>
                      <a:lnTo>
                        <a:pt x="122" y="228"/>
                      </a:lnTo>
                      <a:lnTo>
                        <a:pt x="120" y="228"/>
                      </a:lnTo>
                      <a:lnTo>
                        <a:pt x="120" y="232"/>
                      </a:lnTo>
                      <a:lnTo>
                        <a:pt x="116" y="232"/>
                      </a:lnTo>
                      <a:lnTo>
                        <a:pt x="120" y="232"/>
                      </a:lnTo>
                      <a:lnTo>
                        <a:pt x="116" y="228"/>
                      </a:lnTo>
                      <a:lnTo>
                        <a:pt x="116" y="224"/>
                      </a:lnTo>
                      <a:lnTo>
                        <a:pt x="116" y="220"/>
                      </a:lnTo>
                      <a:lnTo>
                        <a:pt x="116" y="224"/>
                      </a:lnTo>
                      <a:lnTo>
                        <a:pt x="116" y="228"/>
                      </a:lnTo>
                      <a:lnTo>
                        <a:pt x="112" y="228"/>
                      </a:lnTo>
                      <a:lnTo>
                        <a:pt x="108" y="224"/>
                      </a:lnTo>
                      <a:lnTo>
                        <a:pt x="104" y="224"/>
                      </a:lnTo>
                      <a:lnTo>
                        <a:pt x="104" y="220"/>
                      </a:lnTo>
                      <a:lnTo>
                        <a:pt x="100" y="220"/>
                      </a:lnTo>
                      <a:lnTo>
                        <a:pt x="100" y="216"/>
                      </a:lnTo>
                      <a:lnTo>
                        <a:pt x="100" y="212"/>
                      </a:lnTo>
                      <a:lnTo>
                        <a:pt x="100" y="208"/>
                      </a:lnTo>
                      <a:lnTo>
                        <a:pt x="96" y="208"/>
                      </a:lnTo>
                      <a:lnTo>
                        <a:pt x="100" y="206"/>
                      </a:lnTo>
                      <a:lnTo>
                        <a:pt x="104" y="202"/>
                      </a:lnTo>
                      <a:lnTo>
                        <a:pt x="100" y="198"/>
                      </a:lnTo>
                      <a:lnTo>
                        <a:pt x="100" y="202"/>
                      </a:lnTo>
                      <a:lnTo>
                        <a:pt x="100" y="198"/>
                      </a:lnTo>
                      <a:lnTo>
                        <a:pt x="100" y="194"/>
                      </a:lnTo>
                      <a:lnTo>
                        <a:pt x="96" y="194"/>
                      </a:lnTo>
                      <a:lnTo>
                        <a:pt x="94" y="194"/>
                      </a:lnTo>
                      <a:lnTo>
                        <a:pt x="94" y="190"/>
                      </a:lnTo>
                      <a:lnTo>
                        <a:pt x="94" y="194"/>
                      </a:lnTo>
                      <a:lnTo>
                        <a:pt x="90" y="194"/>
                      </a:lnTo>
                      <a:lnTo>
                        <a:pt x="94" y="194"/>
                      </a:lnTo>
                      <a:lnTo>
                        <a:pt x="94" y="198"/>
                      </a:lnTo>
                      <a:lnTo>
                        <a:pt x="90" y="198"/>
                      </a:lnTo>
                      <a:lnTo>
                        <a:pt x="94" y="202"/>
                      </a:lnTo>
                      <a:lnTo>
                        <a:pt x="90" y="202"/>
                      </a:lnTo>
                      <a:lnTo>
                        <a:pt x="90" y="198"/>
                      </a:lnTo>
                      <a:lnTo>
                        <a:pt x="86" y="198"/>
                      </a:lnTo>
                      <a:lnTo>
                        <a:pt x="90" y="198"/>
                      </a:lnTo>
                      <a:lnTo>
                        <a:pt x="86" y="198"/>
                      </a:lnTo>
                      <a:lnTo>
                        <a:pt x="90" y="198"/>
                      </a:lnTo>
                      <a:lnTo>
                        <a:pt x="86" y="198"/>
                      </a:lnTo>
                      <a:lnTo>
                        <a:pt x="86" y="194"/>
                      </a:lnTo>
                      <a:lnTo>
                        <a:pt x="86" y="198"/>
                      </a:lnTo>
                      <a:lnTo>
                        <a:pt x="82" y="198"/>
                      </a:lnTo>
                      <a:lnTo>
                        <a:pt x="82" y="194"/>
                      </a:lnTo>
                      <a:lnTo>
                        <a:pt x="78" y="194"/>
                      </a:lnTo>
                      <a:lnTo>
                        <a:pt x="78" y="198"/>
                      </a:lnTo>
                      <a:lnTo>
                        <a:pt x="74" y="198"/>
                      </a:lnTo>
                      <a:lnTo>
                        <a:pt x="74" y="202"/>
                      </a:lnTo>
                      <a:lnTo>
                        <a:pt x="74" y="202"/>
                      </a:lnTo>
                      <a:lnTo>
                        <a:pt x="74" y="202"/>
                      </a:lnTo>
                      <a:close/>
                      <a:moveTo>
                        <a:pt x="126" y="164"/>
                      </a:moveTo>
                      <a:lnTo>
                        <a:pt x="126" y="160"/>
                      </a:lnTo>
                      <a:lnTo>
                        <a:pt x="126" y="164"/>
                      </a:lnTo>
                      <a:lnTo>
                        <a:pt x="126" y="164"/>
                      </a:lnTo>
                      <a:lnTo>
                        <a:pt x="126" y="164"/>
                      </a:lnTo>
                      <a:close/>
                      <a:moveTo>
                        <a:pt x="108" y="172"/>
                      </a:moveTo>
                      <a:lnTo>
                        <a:pt x="108" y="168"/>
                      </a:lnTo>
                      <a:lnTo>
                        <a:pt x="112" y="168"/>
                      </a:lnTo>
                      <a:lnTo>
                        <a:pt x="112" y="172"/>
                      </a:lnTo>
                      <a:lnTo>
                        <a:pt x="108" y="172"/>
                      </a:lnTo>
                      <a:lnTo>
                        <a:pt x="108" y="172"/>
                      </a:lnTo>
                      <a:lnTo>
                        <a:pt x="108" y="172"/>
                      </a:lnTo>
                      <a:close/>
                      <a:moveTo>
                        <a:pt x="122" y="208"/>
                      </a:moveTo>
                      <a:lnTo>
                        <a:pt x="122" y="206"/>
                      </a:lnTo>
                      <a:lnTo>
                        <a:pt x="122" y="208"/>
                      </a:lnTo>
                      <a:lnTo>
                        <a:pt x="122" y="208"/>
                      </a:lnTo>
                      <a:lnTo>
                        <a:pt x="122" y="208"/>
                      </a:lnTo>
                      <a:close/>
                      <a:moveTo>
                        <a:pt x="70" y="216"/>
                      </a:moveTo>
                      <a:lnTo>
                        <a:pt x="66" y="212"/>
                      </a:lnTo>
                      <a:lnTo>
                        <a:pt x="70" y="212"/>
                      </a:lnTo>
                      <a:lnTo>
                        <a:pt x="74" y="212"/>
                      </a:lnTo>
                      <a:lnTo>
                        <a:pt x="74" y="216"/>
                      </a:lnTo>
                      <a:lnTo>
                        <a:pt x="70" y="216"/>
                      </a:lnTo>
                      <a:lnTo>
                        <a:pt x="70" y="216"/>
                      </a:lnTo>
                      <a:lnTo>
                        <a:pt x="70" y="216"/>
                      </a:lnTo>
                      <a:close/>
                      <a:moveTo>
                        <a:pt x="60" y="228"/>
                      </a:moveTo>
                      <a:lnTo>
                        <a:pt x="60" y="224"/>
                      </a:lnTo>
                      <a:lnTo>
                        <a:pt x="56" y="228"/>
                      </a:lnTo>
                      <a:lnTo>
                        <a:pt x="56" y="224"/>
                      </a:lnTo>
                      <a:lnTo>
                        <a:pt x="60" y="224"/>
                      </a:lnTo>
                      <a:lnTo>
                        <a:pt x="64" y="224"/>
                      </a:lnTo>
                      <a:lnTo>
                        <a:pt x="60" y="228"/>
                      </a:lnTo>
                      <a:lnTo>
                        <a:pt x="60" y="228"/>
                      </a:lnTo>
                      <a:lnTo>
                        <a:pt x="60" y="228"/>
                      </a:lnTo>
                      <a:close/>
                      <a:moveTo>
                        <a:pt x="42" y="238"/>
                      </a:moveTo>
                      <a:lnTo>
                        <a:pt x="42" y="236"/>
                      </a:lnTo>
                      <a:lnTo>
                        <a:pt x="46" y="236"/>
                      </a:lnTo>
                      <a:lnTo>
                        <a:pt x="46" y="238"/>
                      </a:lnTo>
                      <a:lnTo>
                        <a:pt x="42" y="238"/>
                      </a:lnTo>
                      <a:lnTo>
                        <a:pt x="42" y="238"/>
                      </a:lnTo>
                      <a:lnTo>
                        <a:pt x="42" y="238"/>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82" name="Freeform 49">
                  <a:extLst>
                    <a:ext uri="{FF2B5EF4-FFF2-40B4-BE49-F238E27FC236}">
                      <a16:creationId xmlns:a16="http://schemas.microsoft.com/office/drawing/2014/main" id="{1AFE83C8-52DF-7AD7-A473-32B797014FA1}"/>
                    </a:ext>
                  </a:extLst>
                </p:cNvPr>
                <p:cNvSpPr>
                  <a:spLocks/>
                </p:cNvSpPr>
                <p:nvPr/>
              </p:nvSpPr>
              <p:spPr bwMode="gray">
                <a:xfrm>
                  <a:off x="6052226" y="3733548"/>
                  <a:ext cx="17393" cy="45221"/>
                </a:xfrm>
                <a:custGeom>
                  <a:avLst/>
                  <a:gdLst>
                    <a:gd name="T0" fmla="*/ 6 w 10"/>
                    <a:gd name="T1" fmla="*/ 26 h 26"/>
                    <a:gd name="T2" fmla="*/ 6 w 10"/>
                    <a:gd name="T3" fmla="*/ 26 h 26"/>
                    <a:gd name="T4" fmla="*/ 6 w 10"/>
                    <a:gd name="T5" fmla="*/ 26 h 26"/>
                    <a:gd name="T6" fmla="*/ 6 w 10"/>
                    <a:gd name="T7" fmla="*/ 26 h 26"/>
                    <a:gd name="T8" fmla="*/ 4 w 10"/>
                    <a:gd name="T9" fmla="*/ 26 h 26"/>
                    <a:gd name="T10" fmla="*/ 4 w 10"/>
                    <a:gd name="T11" fmla="*/ 26 h 26"/>
                    <a:gd name="T12" fmla="*/ 0 w 10"/>
                    <a:gd name="T13" fmla="*/ 26 h 26"/>
                    <a:gd name="T14" fmla="*/ 0 w 10"/>
                    <a:gd name="T15" fmla="*/ 22 h 26"/>
                    <a:gd name="T16" fmla="*/ 0 w 10"/>
                    <a:gd name="T17" fmla="*/ 22 h 26"/>
                    <a:gd name="T18" fmla="*/ 0 w 10"/>
                    <a:gd name="T19" fmla="*/ 22 h 26"/>
                    <a:gd name="T20" fmla="*/ 0 w 10"/>
                    <a:gd name="T21" fmla="*/ 18 h 26"/>
                    <a:gd name="T22" fmla="*/ 0 w 10"/>
                    <a:gd name="T23" fmla="*/ 14 h 26"/>
                    <a:gd name="T24" fmla="*/ 0 w 10"/>
                    <a:gd name="T25" fmla="*/ 10 h 26"/>
                    <a:gd name="T26" fmla="*/ 0 w 10"/>
                    <a:gd name="T27" fmla="*/ 10 h 26"/>
                    <a:gd name="T28" fmla="*/ 0 w 10"/>
                    <a:gd name="T29" fmla="*/ 10 h 26"/>
                    <a:gd name="T30" fmla="*/ 0 w 10"/>
                    <a:gd name="T31" fmla="*/ 10 h 26"/>
                    <a:gd name="T32" fmla="*/ 0 w 10"/>
                    <a:gd name="T33" fmla="*/ 6 h 26"/>
                    <a:gd name="T34" fmla="*/ 0 w 10"/>
                    <a:gd name="T35" fmla="*/ 6 h 26"/>
                    <a:gd name="T36" fmla="*/ 0 w 10"/>
                    <a:gd name="T37" fmla="*/ 6 h 26"/>
                    <a:gd name="T38" fmla="*/ 0 w 10"/>
                    <a:gd name="T39" fmla="*/ 6 h 26"/>
                    <a:gd name="T40" fmla="*/ 0 w 10"/>
                    <a:gd name="T41" fmla="*/ 6 h 26"/>
                    <a:gd name="T42" fmla="*/ 0 w 10"/>
                    <a:gd name="T43" fmla="*/ 2 h 26"/>
                    <a:gd name="T44" fmla="*/ 0 w 10"/>
                    <a:gd name="T45" fmla="*/ 2 h 26"/>
                    <a:gd name="T46" fmla="*/ 0 w 10"/>
                    <a:gd name="T47" fmla="*/ 2 h 26"/>
                    <a:gd name="T48" fmla="*/ 0 w 10"/>
                    <a:gd name="T49" fmla="*/ 2 h 26"/>
                    <a:gd name="T50" fmla="*/ 4 w 10"/>
                    <a:gd name="T51" fmla="*/ 0 h 26"/>
                    <a:gd name="T52" fmla="*/ 4 w 10"/>
                    <a:gd name="T53" fmla="*/ 0 h 26"/>
                    <a:gd name="T54" fmla="*/ 6 w 10"/>
                    <a:gd name="T55" fmla="*/ 0 h 26"/>
                    <a:gd name="T56" fmla="*/ 6 w 10"/>
                    <a:gd name="T57" fmla="*/ 0 h 26"/>
                    <a:gd name="T58" fmla="*/ 6 w 10"/>
                    <a:gd name="T59" fmla="*/ 2 h 26"/>
                    <a:gd name="T60" fmla="*/ 6 w 10"/>
                    <a:gd name="T61" fmla="*/ 2 h 26"/>
                    <a:gd name="T62" fmla="*/ 10 w 10"/>
                    <a:gd name="T63" fmla="*/ 2 h 26"/>
                    <a:gd name="T64" fmla="*/ 10 w 10"/>
                    <a:gd name="T65" fmla="*/ 6 h 26"/>
                    <a:gd name="T66" fmla="*/ 10 w 10"/>
                    <a:gd name="T67" fmla="*/ 6 h 26"/>
                    <a:gd name="T68" fmla="*/ 6 w 10"/>
                    <a:gd name="T69" fmla="*/ 6 h 26"/>
                    <a:gd name="T70" fmla="*/ 6 w 10"/>
                    <a:gd name="T71" fmla="*/ 10 h 26"/>
                    <a:gd name="T72" fmla="*/ 6 w 10"/>
                    <a:gd name="T73" fmla="*/ 10 h 26"/>
                    <a:gd name="T74" fmla="*/ 10 w 10"/>
                    <a:gd name="T75" fmla="*/ 10 h 26"/>
                    <a:gd name="T76" fmla="*/ 6 w 10"/>
                    <a:gd name="T77" fmla="*/ 14 h 26"/>
                    <a:gd name="T78" fmla="*/ 10 w 10"/>
                    <a:gd name="T79" fmla="*/ 14 h 26"/>
                    <a:gd name="T80" fmla="*/ 10 w 10"/>
                    <a:gd name="T81" fmla="*/ 14 h 26"/>
                    <a:gd name="T82" fmla="*/ 10 w 10"/>
                    <a:gd name="T83" fmla="*/ 14 h 26"/>
                    <a:gd name="T84" fmla="*/ 10 w 10"/>
                    <a:gd name="T85" fmla="*/ 22 h 26"/>
                    <a:gd name="T86" fmla="*/ 6 w 10"/>
                    <a:gd name="T87" fmla="*/ 22 h 26"/>
                    <a:gd name="T88" fmla="*/ 6 w 10"/>
                    <a:gd name="T89" fmla="*/ 22 h 26"/>
                    <a:gd name="T90" fmla="*/ 6 w 10"/>
                    <a:gd name="T91" fmla="*/ 22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0" h="26">
                      <a:moveTo>
                        <a:pt x="6" y="22"/>
                      </a:moveTo>
                      <a:lnTo>
                        <a:pt x="6" y="26"/>
                      </a:lnTo>
                      <a:lnTo>
                        <a:pt x="6" y="26"/>
                      </a:lnTo>
                      <a:lnTo>
                        <a:pt x="6" y="26"/>
                      </a:lnTo>
                      <a:lnTo>
                        <a:pt x="6" y="26"/>
                      </a:lnTo>
                      <a:lnTo>
                        <a:pt x="6" y="26"/>
                      </a:lnTo>
                      <a:lnTo>
                        <a:pt x="6" y="26"/>
                      </a:lnTo>
                      <a:lnTo>
                        <a:pt x="6" y="26"/>
                      </a:lnTo>
                      <a:lnTo>
                        <a:pt x="4" y="26"/>
                      </a:lnTo>
                      <a:lnTo>
                        <a:pt x="4" y="26"/>
                      </a:lnTo>
                      <a:lnTo>
                        <a:pt x="4" y="26"/>
                      </a:lnTo>
                      <a:lnTo>
                        <a:pt x="4" y="26"/>
                      </a:lnTo>
                      <a:lnTo>
                        <a:pt x="4" y="26"/>
                      </a:lnTo>
                      <a:lnTo>
                        <a:pt x="0" y="26"/>
                      </a:lnTo>
                      <a:lnTo>
                        <a:pt x="0" y="26"/>
                      </a:lnTo>
                      <a:lnTo>
                        <a:pt x="0" y="22"/>
                      </a:lnTo>
                      <a:lnTo>
                        <a:pt x="0" y="22"/>
                      </a:lnTo>
                      <a:lnTo>
                        <a:pt x="0" y="22"/>
                      </a:lnTo>
                      <a:lnTo>
                        <a:pt x="0" y="22"/>
                      </a:lnTo>
                      <a:lnTo>
                        <a:pt x="0" y="22"/>
                      </a:lnTo>
                      <a:lnTo>
                        <a:pt x="0" y="18"/>
                      </a:lnTo>
                      <a:lnTo>
                        <a:pt x="0" y="18"/>
                      </a:lnTo>
                      <a:lnTo>
                        <a:pt x="0" y="14"/>
                      </a:lnTo>
                      <a:lnTo>
                        <a:pt x="0" y="14"/>
                      </a:lnTo>
                      <a:lnTo>
                        <a:pt x="0" y="14"/>
                      </a:lnTo>
                      <a:lnTo>
                        <a:pt x="0" y="10"/>
                      </a:lnTo>
                      <a:lnTo>
                        <a:pt x="0" y="10"/>
                      </a:lnTo>
                      <a:lnTo>
                        <a:pt x="0" y="10"/>
                      </a:lnTo>
                      <a:lnTo>
                        <a:pt x="0" y="10"/>
                      </a:lnTo>
                      <a:lnTo>
                        <a:pt x="0" y="10"/>
                      </a:lnTo>
                      <a:lnTo>
                        <a:pt x="0" y="10"/>
                      </a:lnTo>
                      <a:lnTo>
                        <a:pt x="0" y="10"/>
                      </a:lnTo>
                      <a:lnTo>
                        <a:pt x="0" y="6"/>
                      </a:lnTo>
                      <a:lnTo>
                        <a:pt x="0" y="6"/>
                      </a:lnTo>
                      <a:lnTo>
                        <a:pt x="0" y="6"/>
                      </a:lnTo>
                      <a:lnTo>
                        <a:pt x="0" y="6"/>
                      </a:lnTo>
                      <a:lnTo>
                        <a:pt x="0" y="6"/>
                      </a:lnTo>
                      <a:lnTo>
                        <a:pt x="0" y="6"/>
                      </a:lnTo>
                      <a:lnTo>
                        <a:pt x="0" y="6"/>
                      </a:lnTo>
                      <a:lnTo>
                        <a:pt x="0" y="6"/>
                      </a:lnTo>
                      <a:lnTo>
                        <a:pt x="0" y="6"/>
                      </a:lnTo>
                      <a:lnTo>
                        <a:pt x="0" y="6"/>
                      </a:lnTo>
                      <a:lnTo>
                        <a:pt x="0" y="2"/>
                      </a:lnTo>
                      <a:lnTo>
                        <a:pt x="0" y="2"/>
                      </a:lnTo>
                      <a:lnTo>
                        <a:pt x="0" y="2"/>
                      </a:lnTo>
                      <a:lnTo>
                        <a:pt x="0" y="2"/>
                      </a:lnTo>
                      <a:lnTo>
                        <a:pt x="0" y="2"/>
                      </a:lnTo>
                      <a:lnTo>
                        <a:pt x="0" y="2"/>
                      </a:lnTo>
                      <a:lnTo>
                        <a:pt x="0" y="2"/>
                      </a:lnTo>
                      <a:lnTo>
                        <a:pt x="0" y="2"/>
                      </a:lnTo>
                      <a:lnTo>
                        <a:pt x="4" y="0"/>
                      </a:lnTo>
                      <a:lnTo>
                        <a:pt x="4" y="0"/>
                      </a:lnTo>
                      <a:lnTo>
                        <a:pt x="4" y="0"/>
                      </a:lnTo>
                      <a:lnTo>
                        <a:pt x="4" y="0"/>
                      </a:lnTo>
                      <a:lnTo>
                        <a:pt x="6" y="0"/>
                      </a:lnTo>
                      <a:lnTo>
                        <a:pt x="6" y="0"/>
                      </a:lnTo>
                      <a:lnTo>
                        <a:pt x="6" y="0"/>
                      </a:lnTo>
                      <a:lnTo>
                        <a:pt x="6" y="0"/>
                      </a:lnTo>
                      <a:lnTo>
                        <a:pt x="6" y="0"/>
                      </a:lnTo>
                      <a:lnTo>
                        <a:pt x="6" y="2"/>
                      </a:lnTo>
                      <a:lnTo>
                        <a:pt x="6" y="2"/>
                      </a:lnTo>
                      <a:lnTo>
                        <a:pt x="6" y="2"/>
                      </a:lnTo>
                      <a:lnTo>
                        <a:pt x="10" y="2"/>
                      </a:lnTo>
                      <a:lnTo>
                        <a:pt x="10" y="2"/>
                      </a:lnTo>
                      <a:lnTo>
                        <a:pt x="10" y="2"/>
                      </a:lnTo>
                      <a:lnTo>
                        <a:pt x="10" y="6"/>
                      </a:lnTo>
                      <a:lnTo>
                        <a:pt x="10" y="6"/>
                      </a:lnTo>
                      <a:lnTo>
                        <a:pt x="10" y="6"/>
                      </a:lnTo>
                      <a:lnTo>
                        <a:pt x="6" y="6"/>
                      </a:lnTo>
                      <a:lnTo>
                        <a:pt x="6" y="6"/>
                      </a:lnTo>
                      <a:lnTo>
                        <a:pt x="6" y="6"/>
                      </a:lnTo>
                      <a:lnTo>
                        <a:pt x="6" y="10"/>
                      </a:lnTo>
                      <a:lnTo>
                        <a:pt x="6" y="10"/>
                      </a:lnTo>
                      <a:lnTo>
                        <a:pt x="6" y="10"/>
                      </a:lnTo>
                      <a:lnTo>
                        <a:pt x="10" y="10"/>
                      </a:lnTo>
                      <a:lnTo>
                        <a:pt x="10" y="10"/>
                      </a:lnTo>
                      <a:lnTo>
                        <a:pt x="6" y="14"/>
                      </a:lnTo>
                      <a:lnTo>
                        <a:pt x="6" y="14"/>
                      </a:lnTo>
                      <a:lnTo>
                        <a:pt x="10" y="14"/>
                      </a:lnTo>
                      <a:lnTo>
                        <a:pt x="10" y="14"/>
                      </a:lnTo>
                      <a:lnTo>
                        <a:pt x="10" y="14"/>
                      </a:lnTo>
                      <a:lnTo>
                        <a:pt x="10" y="14"/>
                      </a:lnTo>
                      <a:lnTo>
                        <a:pt x="10" y="14"/>
                      </a:lnTo>
                      <a:lnTo>
                        <a:pt x="10" y="14"/>
                      </a:lnTo>
                      <a:lnTo>
                        <a:pt x="10" y="18"/>
                      </a:lnTo>
                      <a:lnTo>
                        <a:pt x="10" y="22"/>
                      </a:lnTo>
                      <a:lnTo>
                        <a:pt x="10" y="22"/>
                      </a:lnTo>
                      <a:lnTo>
                        <a:pt x="6" y="22"/>
                      </a:lnTo>
                      <a:lnTo>
                        <a:pt x="6" y="22"/>
                      </a:lnTo>
                      <a:lnTo>
                        <a:pt x="6" y="22"/>
                      </a:lnTo>
                      <a:lnTo>
                        <a:pt x="6" y="22"/>
                      </a:lnTo>
                      <a:lnTo>
                        <a:pt x="6" y="22"/>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83" name="Freeform 50">
                  <a:extLst>
                    <a:ext uri="{FF2B5EF4-FFF2-40B4-BE49-F238E27FC236}">
                      <a16:creationId xmlns:a16="http://schemas.microsoft.com/office/drawing/2014/main" id="{209CB6DA-4519-039B-771A-D7AABE0B2C52}"/>
                    </a:ext>
                  </a:extLst>
                </p:cNvPr>
                <p:cNvSpPr>
                  <a:spLocks noEditPoints="1"/>
                </p:cNvSpPr>
                <p:nvPr/>
              </p:nvSpPr>
              <p:spPr bwMode="gray">
                <a:xfrm>
                  <a:off x="5648716" y="3538751"/>
                  <a:ext cx="518302" cy="490469"/>
                </a:xfrm>
                <a:custGeom>
                  <a:avLst/>
                  <a:gdLst>
                    <a:gd name="T0" fmla="*/ 232 w 298"/>
                    <a:gd name="T1" fmla="*/ 240 h 282"/>
                    <a:gd name="T2" fmla="*/ 186 w 298"/>
                    <a:gd name="T3" fmla="*/ 264 h 282"/>
                    <a:gd name="T4" fmla="*/ 172 w 298"/>
                    <a:gd name="T5" fmla="*/ 268 h 282"/>
                    <a:gd name="T6" fmla="*/ 142 w 298"/>
                    <a:gd name="T7" fmla="*/ 264 h 282"/>
                    <a:gd name="T8" fmla="*/ 130 w 298"/>
                    <a:gd name="T9" fmla="*/ 264 h 282"/>
                    <a:gd name="T10" fmla="*/ 122 w 298"/>
                    <a:gd name="T11" fmla="*/ 270 h 282"/>
                    <a:gd name="T12" fmla="*/ 120 w 298"/>
                    <a:gd name="T13" fmla="*/ 282 h 282"/>
                    <a:gd name="T14" fmla="*/ 112 w 298"/>
                    <a:gd name="T15" fmla="*/ 274 h 282"/>
                    <a:gd name="T16" fmla="*/ 112 w 298"/>
                    <a:gd name="T17" fmla="*/ 268 h 282"/>
                    <a:gd name="T18" fmla="*/ 104 w 298"/>
                    <a:gd name="T19" fmla="*/ 256 h 282"/>
                    <a:gd name="T20" fmla="*/ 96 w 298"/>
                    <a:gd name="T21" fmla="*/ 248 h 282"/>
                    <a:gd name="T22" fmla="*/ 96 w 298"/>
                    <a:gd name="T23" fmla="*/ 238 h 282"/>
                    <a:gd name="T24" fmla="*/ 90 w 298"/>
                    <a:gd name="T25" fmla="*/ 226 h 282"/>
                    <a:gd name="T26" fmla="*/ 82 w 298"/>
                    <a:gd name="T27" fmla="*/ 218 h 282"/>
                    <a:gd name="T28" fmla="*/ 74 w 298"/>
                    <a:gd name="T29" fmla="*/ 212 h 282"/>
                    <a:gd name="T30" fmla="*/ 66 w 298"/>
                    <a:gd name="T31" fmla="*/ 204 h 282"/>
                    <a:gd name="T32" fmla="*/ 64 w 298"/>
                    <a:gd name="T33" fmla="*/ 190 h 282"/>
                    <a:gd name="T34" fmla="*/ 64 w 298"/>
                    <a:gd name="T35" fmla="*/ 174 h 282"/>
                    <a:gd name="T36" fmla="*/ 64 w 298"/>
                    <a:gd name="T37" fmla="*/ 168 h 282"/>
                    <a:gd name="T38" fmla="*/ 56 w 298"/>
                    <a:gd name="T39" fmla="*/ 152 h 282"/>
                    <a:gd name="T40" fmla="*/ 44 w 298"/>
                    <a:gd name="T41" fmla="*/ 142 h 282"/>
                    <a:gd name="T42" fmla="*/ 40 w 298"/>
                    <a:gd name="T43" fmla="*/ 138 h 282"/>
                    <a:gd name="T44" fmla="*/ 36 w 298"/>
                    <a:gd name="T45" fmla="*/ 126 h 282"/>
                    <a:gd name="T46" fmla="*/ 34 w 298"/>
                    <a:gd name="T47" fmla="*/ 118 h 282"/>
                    <a:gd name="T48" fmla="*/ 26 w 298"/>
                    <a:gd name="T49" fmla="*/ 112 h 282"/>
                    <a:gd name="T50" fmla="*/ 22 w 298"/>
                    <a:gd name="T51" fmla="*/ 96 h 282"/>
                    <a:gd name="T52" fmla="*/ 14 w 298"/>
                    <a:gd name="T53" fmla="*/ 90 h 282"/>
                    <a:gd name="T54" fmla="*/ 10 w 298"/>
                    <a:gd name="T55" fmla="*/ 78 h 282"/>
                    <a:gd name="T56" fmla="*/ 4 w 298"/>
                    <a:gd name="T57" fmla="*/ 70 h 282"/>
                    <a:gd name="T58" fmla="*/ 4 w 298"/>
                    <a:gd name="T59" fmla="*/ 56 h 282"/>
                    <a:gd name="T60" fmla="*/ 22 w 298"/>
                    <a:gd name="T61" fmla="*/ 56 h 282"/>
                    <a:gd name="T62" fmla="*/ 36 w 298"/>
                    <a:gd name="T63" fmla="*/ 40 h 282"/>
                    <a:gd name="T64" fmla="*/ 44 w 298"/>
                    <a:gd name="T65" fmla="*/ 22 h 282"/>
                    <a:gd name="T66" fmla="*/ 36 w 298"/>
                    <a:gd name="T67" fmla="*/ 10 h 282"/>
                    <a:gd name="T68" fmla="*/ 56 w 298"/>
                    <a:gd name="T69" fmla="*/ 8 h 282"/>
                    <a:gd name="T70" fmla="*/ 78 w 298"/>
                    <a:gd name="T71" fmla="*/ 4 h 282"/>
                    <a:gd name="T72" fmla="*/ 120 w 298"/>
                    <a:gd name="T73" fmla="*/ 30 h 282"/>
                    <a:gd name="T74" fmla="*/ 164 w 298"/>
                    <a:gd name="T75" fmla="*/ 56 h 282"/>
                    <a:gd name="T76" fmla="*/ 182 w 298"/>
                    <a:gd name="T77" fmla="*/ 60 h 282"/>
                    <a:gd name="T78" fmla="*/ 198 w 298"/>
                    <a:gd name="T79" fmla="*/ 66 h 282"/>
                    <a:gd name="T80" fmla="*/ 202 w 298"/>
                    <a:gd name="T81" fmla="*/ 78 h 282"/>
                    <a:gd name="T82" fmla="*/ 206 w 298"/>
                    <a:gd name="T83" fmla="*/ 86 h 282"/>
                    <a:gd name="T84" fmla="*/ 206 w 298"/>
                    <a:gd name="T85" fmla="*/ 86 h 282"/>
                    <a:gd name="T86" fmla="*/ 212 w 298"/>
                    <a:gd name="T87" fmla="*/ 96 h 282"/>
                    <a:gd name="T88" fmla="*/ 220 w 298"/>
                    <a:gd name="T89" fmla="*/ 104 h 282"/>
                    <a:gd name="T90" fmla="*/ 220 w 298"/>
                    <a:gd name="T91" fmla="*/ 112 h 282"/>
                    <a:gd name="T92" fmla="*/ 224 w 298"/>
                    <a:gd name="T93" fmla="*/ 122 h 282"/>
                    <a:gd name="T94" fmla="*/ 232 w 298"/>
                    <a:gd name="T95" fmla="*/ 134 h 282"/>
                    <a:gd name="T96" fmla="*/ 238 w 298"/>
                    <a:gd name="T97" fmla="*/ 142 h 282"/>
                    <a:gd name="T98" fmla="*/ 242 w 298"/>
                    <a:gd name="T99" fmla="*/ 144 h 282"/>
                    <a:gd name="T100" fmla="*/ 294 w 298"/>
                    <a:gd name="T101" fmla="*/ 198 h 282"/>
                    <a:gd name="T102" fmla="*/ 104 w 298"/>
                    <a:gd name="T103" fmla="*/ 270 h 282"/>
                    <a:gd name="T104" fmla="*/ 104 w 298"/>
                    <a:gd name="T105" fmla="*/ 270 h 282"/>
                    <a:gd name="T106" fmla="*/ 100 w 298"/>
                    <a:gd name="T107" fmla="*/ 274 h 282"/>
                    <a:gd name="T108" fmla="*/ 108 w 298"/>
                    <a:gd name="T109" fmla="*/ 274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98" h="282">
                      <a:moveTo>
                        <a:pt x="290" y="218"/>
                      </a:moveTo>
                      <a:lnTo>
                        <a:pt x="246" y="238"/>
                      </a:lnTo>
                      <a:lnTo>
                        <a:pt x="236" y="238"/>
                      </a:lnTo>
                      <a:lnTo>
                        <a:pt x="232" y="240"/>
                      </a:lnTo>
                      <a:lnTo>
                        <a:pt x="206" y="240"/>
                      </a:lnTo>
                      <a:lnTo>
                        <a:pt x="194" y="252"/>
                      </a:lnTo>
                      <a:lnTo>
                        <a:pt x="190" y="260"/>
                      </a:lnTo>
                      <a:lnTo>
                        <a:pt x="186" y="264"/>
                      </a:lnTo>
                      <a:lnTo>
                        <a:pt x="182" y="270"/>
                      </a:lnTo>
                      <a:lnTo>
                        <a:pt x="180" y="270"/>
                      </a:lnTo>
                      <a:lnTo>
                        <a:pt x="176" y="270"/>
                      </a:lnTo>
                      <a:lnTo>
                        <a:pt x="172" y="268"/>
                      </a:lnTo>
                      <a:lnTo>
                        <a:pt x="168" y="268"/>
                      </a:lnTo>
                      <a:lnTo>
                        <a:pt x="164" y="268"/>
                      </a:lnTo>
                      <a:lnTo>
                        <a:pt x="152" y="264"/>
                      </a:lnTo>
                      <a:lnTo>
                        <a:pt x="142" y="264"/>
                      </a:lnTo>
                      <a:lnTo>
                        <a:pt x="138" y="264"/>
                      </a:lnTo>
                      <a:lnTo>
                        <a:pt x="134" y="264"/>
                      </a:lnTo>
                      <a:lnTo>
                        <a:pt x="134" y="268"/>
                      </a:lnTo>
                      <a:lnTo>
                        <a:pt x="130" y="264"/>
                      </a:lnTo>
                      <a:lnTo>
                        <a:pt x="126" y="264"/>
                      </a:lnTo>
                      <a:lnTo>
                        <a:pt x="122" y="264"/>
                      </a:lnTo>
                      <a:lnTo>
                        <a:pt x="122" y="268"/>
                      </a:lnTo>
                      <a:lnTo>
                        <a:pt x="122" y="270"/>
                      </a:lnTo>
                      <a:lnTo>
                        <a:pt x="122" y="274"/>
                      </a:lnTo>
                      <a:lnTo>
                        <a:pt x="122" y="278"/>
                      </a:lnTo>
                      <a:lnTo>
                        <a:pt x="120" y="278"/>
                      </a:lnTo>
                      <a:lnTo>
                        <a:pt x="120" y="282"/>
                      </a:lnTo>
                      <a:lnTo>
                        <a:pt x="116" y="282"/>
                      </a:lnTo>
                      <a:lnTo>
                        <a:pt x="116" y="278"/>
                      </a:lnTo>
                      <a:lnTo>
                        <a:pt x="116" y="274"/>
                      </a:lnTo>
                      <a:lnTo>
                        <a:pt x="112" y="274"/>
                      </a:lnTo>
                      <a:lnTo>
                        <a:pt x="112" y="270"/>
                      </a:lnTo>
                      <a:lnTo>
                        <a:pt x="112" y="268"/>
                      </a:lnTo>
                      <a:lnTo>
                        <a:pt x="112" y="270"/>
                      </a:lnTo>
                      <a:lnTo>
                        <a:pt x="112" y="268"/>
                      </a:lnTo>
                      <a:lnTo>
                        <a:pt x="112" y="264"/>
                      </a:lnTo>
                      <a:lnTo>
                        <a:pt x="108" y="264"/>
                      </a:lnTo>
                      <a:lnTo>
                        <a:pt x="108" y="260"/>
                      </a:lnTo>
                      <a:lnTo>
                        <a:pt x="104" y="256"/>
                      </a:lnTo>
                      <a:lnTo>
                        <a:pt x="100" y="256"/>
                      </a:lnTo>
                      <a:lnTo>
                        <a:pt x="100" y="252"/>
                      </a:lnTo>
                      <a:lnTo>
                        <a:pt x="100" y="248"/>
                      </a:lnTo>
                      <a:lnTo>
                        <a:pt x="96" y="248"/>
                      </a:lnTo>
                      <a:lnTo>
                        <a:pt x="96" y="244"/>
                      </a:lnTo>
                      <a:lnTo>
                        <a:pt x="96" y="240"/>
                      </a:lnTo>
                      <a:lnTo>
                        <a:pt x="92" y="240"/>
                      </a:lnTo>
                      <a:lnTo>
                        <a:pt x="96" y="238"/>
                      </a:lnTo>
                      <a:lnTo>
                        <a:pt x="92" y="238"/>
                      </a:lnTo>
                      <a:lnTo>
                        <a:pt x="92" y="234"/>
                      </a:lnTo>
                      <a:lnTo>
                        <a:pt x="90" y="230"/>
                      </a:lnTo>
                      <a:lnTo>
                        <a:pt x="90" y="226"/>
                      </a:lnTo>
                      <a:lnTo>
                        <a:pt x="90" y="222"/>
                      </a:lnTo>
                      <a:lnTo>
                        <a:pt x="86" y="222"/>
                      </a:lnTo>
                      <a:lnTo>
                        <a:pt x="86" y="218"/>
                      </a:lnTo>
                      <a:lnTo>
                        <a:pt x="82" y="218"/>
                      </a:lnTo>
                      <a:lnTo>
                        <a:pt x="82" y="214"/>
                      </a:lnTo>
                      <a:lnTo>
                        <a:pt x="78" y="214"/>
                      </a:lnTo>
                      <a:lnTo>
                        <a:pt x="74" y="214"/>
                      </a:lnTo>
                      <a:lnTo>
                        <a:pt x="74" y="212"/>
                      </a:lnTo>
                      <a:lnTo>
                        <a:pt x="70" y="212"/>
                      </a:lnTo>
                      <a:lnTo>
                        <a:pt x="70" y="208"/>
                      </a:lnTo>
                      <a:lnTo>
                        <a:pt x="70" y="204"/>
                      </a:lnTo>
                      <a:lnTo>
                        <a:pt x="66" y="204"/>
                      </a:lnTo>
                      <a:lnTo>
                        <a:pt x="66" y="200"/>
                      </a:lnTo>
                      <a:lnTo>
                        <a:pt x="64" y="198"/>
                      </a:lnTo>
                      <a:lnTo>
                        <a:pt x="66" y="194"/>
                      </a:lnTo>
                      <a:lnTo>
                        <a:pt x="64" y="190"/>
                      </a:lnTo>
                      <a:lnTo>
                        <a:pt x="64" y="186"/>
                      </a:lnTo>
                      <a:lnTo>
                        <a:pt x="64" y="182"/>
                      </a:lnTo>
                      <a:lnTo>
                        <a:pt x="64" y="178"/>
                      </a:lnTo>
                      <a:lnTo>
                        <a:pt x="64" y="174"/>
                      </a:lnTo>
                      <a:lnTo>
                        <a:pt x="64" y="172"/>
                      </a:lnTo>
                      <a:lnTo>
                        <a:pt x="64" y="168"/>
                      </a:lnTo>
                      <a:lnTo>
                        <a:pt x="60" y="168"/>
                      </a:lnTo>
                      <a:lnTo>
                        <a:pt x="64" y="168"/>
                      </a:lnTo>
                      <a:lnTo>
                        <a:pt x="60" y="164"/>
                      </a:lnTo>
                      <a:lnTo>
                        <a:pt x="60" y="160"/>
                      </a:lnTo>
                      <a:lnTo>
                        <a:pt x="56" y="156"/>
                      </a:lnTo>
                      <a:lnTo>
                        <a:pt x="56" y="152"/>
                      </a:lnTo>
                      <a:lnTo>
                        <a:pt x="52" y="148"/>
                      </a:lnTo>
                      <a:lnTo>
                        <a:pt x="48" y="144"/>
                      </a:lnTo>
                      <a:lnTo>
                        <a:pt x="44" y="144"/>
                      </a:lnTo>
                      <a:lnTo>
                        <a:pt x="44" y="142"/>
                      </a:lnTo>
                      <a:lnTo>
                        <a:pt x="44" y="144"/>
                      </a:lnTo>
                      <a:lnTo>
                        <a:pt x="40" y="144"/>
                      </a:lnTo>
                      <a:lnTo>
                        <a:pt x="40" y="142"/>
                      </a:lnTo>
                      <a:lnTo>
                        <a:pt x="40" y="138"/>
                      </a:lnTo>
                      <a:lnTo>
                        <a:pt x="36" y="138"/>
                      </a:lnTo>
                      <a:lnTo>
                        <a:pt x="36" y="134"/>
                      </a:lnTo>
                      <a:lnTo>
                        <a:pt x="36" y="130"/>
                      </a:lnTo>
                      <a:lnTo>
                        <a:pt x="36" y="126"/>
                      </a:lnTo>
                      <a:lnTo>
                        <a:pt x="36" y="122"/>
                      </a:lnTo>
                      <a:lnTo>
                        <a:pt x="34" y="118"/>
                      </a:lnTo>
                      <a:lnTo>
                        <a:pt x="34" y="116"/>
                      </a:lnTo>
                      <a:lnTo>
                        <a:pt x="34" y="118"/>
                      </a:lnTo>
                      <a:lnTo>
                        <a:pt x="30" y="118"/>
                      </a:lnTo>
                      <a:lnTo>
                        <a:pt x="30" y="116"/>
                      </a:lnTo>
                      <a:lnTo>
                        <a:pt x="30" y="112"/>
                      </a:lnTo>
                      <a:lnTo>
                        <a:pt x="26" y="112"/>
                      </a:lnTo>
                      <a:lnTo>
                        <a:pt x="26" y="108"/>
                      </a:lnTo>
                      <a:lnTo>
                        <a:pt x="26" y="104"/>
                      </a:lnTo>
                      <a:lnTo>
                        <a:pt x="22" y="100"/>
                      </a:lnTo>
                      <a:lnTo>
                        <a:pt x="22" y="96"/>
                      </a:lnTo>
                      <a:lnTo>
                        <a:pt x="18" y="96"/>
                      </a:lnTo>
                      <a:lnTo>
                        <a:pt x="18" y="92"/>
                      </a:lnTo>
                      <a:lnTo>
                        <a:pt x="18" y="90"/>
                      </a:lnTo>
                      <a:lnTo>
                        <a:pt x="14" y="90"/>
                      </a:lnTo>
                      <a:lnTo>
                        <a:pt x="14" y="86"/>
                      </a:lnTo>
                      <a:lnTo>
                        <a:pt x="14" y="82"/>
                      </a:lnTo>
                      <a:lnTo>
                        <a:pt x="10" y="82"/>
                      </a:lnTo>
                      <a:lnTo>
                        <a:pt x="10" y="78"/>
                      </a:lnTo>
                      <a:lnTo>
                        <a:pt x="6" y="74"/>
                      </a:lnTo>
                      <a:lnTo>
                        <a:pt x="4" y="74"/>
                      </a:lnTo>
                      <a:lnTo>
                        <a:pt x="0" y="74"/>
                      </a:lnTo>
                      <a:lnTo>
                        <a:pt x="4" y="70"/>
                      </a:lnTo>
                      <a:lnTo>
                        <a:pt x="4" y="66"/>
                      </a:lnTo>
                      <a:lnTo>
                        <a:pt x="4" y="64"/>
                      </a:lnTo>
                      <a:lnTo>
                        <a:pt x="4" y="60"/>
                      </a:lnTo>
                      <a:lnTo>
                        <a:pt x="4" y="56"/>
                      </a:lnTo>
                      <a:lnTo>
                        <a:pt x="6" y="52"/>
                      </a:lnTo>
                      <a:lnTo>
                        <a:pt x="10" y="52"/>
                      </a:lnTo>
                      <a:lnTo>
                        <a:pt x="14" y="52"/>
                      </a:lnTo>
                      <a:lnTo>
                        <a:pt x="22" y="56"/>
                      </a:lnTo>
                      <a:lnTo>
                        <a:pt x="26" y="52"/>
                      </a:lnTo>
                      <a:lnTo>
                        <a:pt x="30" y="48"/>
                      </a:lnTo>
                      <a:lnTo>
                        <a:pt x="30" y="44"/>
                      </a:lnTo>
                      <a:lnTo>
                        <a:pt x="36" y="40"/>
                      </a:lnTo>
                      <a:lnTo>
                        <a:pt x="40" y="40"/>
                      </a:lnTo>
                      <a:lnTo>
                        <a:pt x="44" y="34"/>
                      </a:lnTo>
                      <a:lnTo>
                        <a:pt x="48" y="30"/>
                      </a:lnTo>
                      <a:lnTo>
                        <a:pt x="44" y="22"/>
                      </a:lnTo>
                      <a:lnTo>
                        <a:pt x="40" y="22"/>
                      </a:lnTo>
                      <a:lnTo>
                        <a:pt x="40" y="18"/>
                      </a:lnTo>
                      <a:lnTo>
                        <a:pt x="34" y="10"/>
                      </a:lnTo>
                      <a:lnTo>
                        <a:pt x="36" y="10"/>
                      </a:lnTo>
                      <a:lnTo>
                        <a:pt x="40" y="10"/>
                      </a:lnTo>
                      <a:lnTo>
                        <a:pt x="44" y="10"/>
                      </a:lnTo>
                      <a:lnTo>
                        <a:pt x="48" y="8"/>
                      </a:lnTo>
                      <a:lnTo>
                        <a:pt x="56" y="8"/>
                      </a:lnTo>
                      <a:lnTo>
                        <a:pt x="64" y="4"/>
                      </a:lnTo>
                      <a:lnTo>
                        <a:pt x="66" y="0"/>
                      </a:lnTo>
                      <a:lnTo>
                        <a:pt x="70" y="0"/>
                      </a:lnTo>
                      <a:lnTo>
                        <a:pt x="78" y="4"/>
                      </a:lnTo>
                      <a:lnTo>
                        <a:pt x="82" y="4"/>
                      </a:lnTo>
                      <a:lnTo>
                        <a:pt x="96" y="14"/>
                      </a:lnTo>
                      <a:lnTo>
                        <a:pt x="108" y="18"/>
                      </a:lnTo>
                      <a:lnTo>
                        <a:pt x="120" y="30"/>
                      </a:lnTo>
                      <a:lnTo>
                        <a:pt x="120" y="34"/>
                      </a:lnTo>
                      <a:lnTo>
                        <a:pt x="130" y="40"/>
                      </a:lnTo>
                      <a:lnTo>
                        <a:pt x="146" y="56"/>
                      </a:lnTo>
                      <a:lnTo>
                        <a:pt x="164" y="56"/>
                      </a:lnTo>
                      <a:lnTo>
                        <a:pt x="168" y="56"/>
                      </a:lnTo>
                      <a:lnTo>
                        <a:pt x="172" y="56"/>
                      </a:lnTo>
                      <a:lnTo>
                        <a:pt x="176" y="56"/>
                      </a:lnTo>
                      <a:lnTo>
                        <a:pt x="182" y="60"/>
                      </a:lnTo>
                      <a:lnTo>
                        <a:pt x="186" y="64"/>
                      </a:lnTo>
                      <a:lnTo>
                        <a:pt x="186" y="66"/>
                      </a:lnTo>
                      <a:lnTo>
                        <a:pt x="194" y="66"/>
                      </a:lnTo>
                      <a:lnTo>
                        <a:pt x="198" y="66"/>
                      </a:lnTo>
                      <a:lnTo>
                        <a:pt x="198" y="70"/>
                      </a:lnTo>
                      <a:lnTo>
                        <a:pt x="198" y="74"/>
                      </a:lnTo>
                      <a:lnTo>
                        <a:pt x="202" y="74"/>
                      </a:lnTo>
                      <a:lnTo>
                        <a:pt x="202" y="78"/>
                      </a:lnTo>
                      <a:lnTo>
                        <a:pt x="202" y="82"/>
                      </a:lnTo>
                      <a:lnTo>
                        <a:pt x="202" y="78"/>
                      </a:lnTo>
                      <a:lnTo>
                        <a:pt x="202" y="82"/>
                      </a:lnTo>
                      <a:lnTo>
                        <a:pt x="206" y="86"/>
                      </a:lnTo>
                      <a:lnTo>
                        <a:pt x="206" y="82"/>
                      </a:lnTo>
                      <a:lnTo>
                        <a:pt x="206" y="86"/>
                      </a:lnTo>
                      <a:lnTo>
                        <a:pt x="210" y="86"/>
                      </a:lnTo>
                      <a:lnTo>
                        <a:pt x="206" y="86"/>
                      </a:lnTo>
                      <a:lnTo>
                        <a:pt x="210" y="90"/>
                      </a:lnTo>
                      <a:lnTo>
                        <a:pt x="210" y="92"/>
                      </a:lnTo>
                      <a:lnTo>
                        <a:pt x="212" y="92"/>
                      </a:lnTo>
                      <a:lnTo>
                        <a:pt x="212" y="96"/>
                      </a:lnTo>
                      <a:lnTo>
                        <a:pt x="216" y="96"/>
                      </a:lnTo>
                      <a:lnTo>
                        <a:pt x="220" y="96"/>
                      </a:lnTo>
                      <a:lnTo>
                        <a:pt x="220" y="100"/>
                      </a:lnTo>
                      <a:lnTo>
                        <a:pt x="220" y="104"/>
                      </a:lnTo>
                      <a:lnTo>
                        <a:pt x="224" y="108"/>
                      </a:lnTo>
                      <a:lnTo>
                        <a:pt x="220" y="112"/>
                      </a:lnTo>
                      <a:lnTo>
                        <a:pt x="220" y="108"/>
                      </a:lnTo>
                      <a:lnTo>
                        <a:pt x="220" y="112"/>
                      </a:lnTo>
                      <a:lnTo>
                        <a:pt x="220" y="116"/>
                      </a:lnTo>
                      <a:lnTo>
                        <a:pt x="224" y="118"/>
                      </a:lnTo>
                      <a:lnTo>
                        <a:pt x="220" y="118"/>
                      </a:lnTo>
                      <a:lnTo>
                        <a:pt x="224" y="122"/>
                      </a:lnTo>
                      <a:lnTo>
                        <a:pt x="228" y="122"/>
                      </a:lnTo>
                      <a:lnTo>
                        <a:pt x="228" y="126"/>
                      </a:lnTo>
                      <a:lnTo>
                        <a:pt x="228" y="130"/>
                      </a:lnTo>
                      <a:lnTo>
                        <a:pt x="232" y="134"/>
                      </a:lnTo>
                      <a:lnTo>
                        <a:pt x="232" y="138"/>
                      </a:lnTo>
                      <a:lnTo>
                        <a:pt x="236" y="138"/>
                      </a:lnTo>
                      <a:lnTo>
                        <a:pt x="238" y="138"/>
                      </a:lnTo>
                      <a:lnTo>
                        <a:pt x="238" y="142"/>
                      </a:lnTo>
                      <a:lnTo>
                        <a:pt x="238" y="144"/>
                      </a:lnTo>
                      <a:lnTo>
                        <a:pt x="238" y="142"/>
                      </a:lnTo>
                      <a:lnTo>
                        <a:pt x="238" y="144"/>
                      </a:lnTo>
                      <a:lnTo>
                        <a:pt x="242" y="144"/>
                      </a:lnTo>
                      <a:lnTo>
                        <a:pt x="256" y="168"/>
                      </a:lnTo>
                      <a:lnTo>
                        <a:pt x="290" y="172"/>
                      </a:lnTo>
                      <a:lnTo>
                        <a:pt x="298" y="182"/>
                      </a:lnTo>
                      <a:lnTo>
                        <a:pt x="294" y="198"/>
                      </a:lnTo>
                      <a:lnTo>
                        <a:pt x="290" y="218"/>
                      </a:lnTo>
                      <a:lnTo>
                        <a:pt x="290" y="218"/>
                      </a:lnTo>
                      <a:lnTo>
                        <a:pt x="290" y="218"/>
                      </a:lnTo>
                      <a:close/>
                      <a:moveTo>
                        <a:pt x="104" y="270"/>
                      </a:moveTo>
                      <a:lnTo>
                        <a:pt x="104" y="274"/>
                      </a:lnTo>
                      <a:lnTo>
                        <a:pt x="104" y="270"/>
                      </a:lnTo>
                      <a:lnTo>
                        <a:pt x="104" y="270"/>
                      </a:lnTo>
                      <a:lnTo>
                        <a:pt x="104" y="270"/>
                      </a:lnTo>
                      <a:close/>
                      <a:moveTo>
                        <a:pt x="108" y="278"/>
                      </a:moveTo>
                      <a:lnTo>
                        <a:pt x="104" y="278"/>
                      </a:lnTo>
                      <a:lnTo>
                        <a:pt x="104" y="274"/>
                      </a:lnTo>
                      <a:lnTo>
                        <a:pt x="100" y="274"/>
                      </a:lnTo>
                      <a:lnTo>
                        <a:pt x="104" y="274"/>
                      </a:lnTo>
                      <a:lnTo>
                        <a:pt x="108" y="274"/>
                      </a:lnTo>
                      <a:lnTo>
                        <a:pt x="104" y="274"/>
                      </a:lnTo>
                      <a:lnTo>
                        <a:pt x="108" y="274"/>
                      </a:lnTo>
                      <a:lnTo>
                        <a:pt x="108" y="278"/>
                      </a:lnTo>
                      <a:lnTo>
                        <a:pt x="108" y="278"/>
                      </a:lnTo>
                      <a:lnTo>
                        <a:pt x="108" y="278"/>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84" name="Freeform 51">
                  <a:extLst>
                    <a:ext uri="{FF2B5EF4-FFF2-40B4-BE49-F238E27FC236}">
                      <a16:creationId xmlns:a16="http://schemas.microsoft.com/office/drawing/2014/main" id="{478E7E28-22FA-203E-7818-17ED8A8904C6}"/>
                    </a:ext>
                  </a:extLst>
                </p:cNvPr>
                <p:cNvSpPr>
                  <a:spLocks/>
                </p:cNvSpPr>
                <p:nvPr/>
              </p:nvSpPr>
              <p:spPr bwMode="gray">
                <a:xfrm>
                  <a:off x="7346239" y="4477950"/>
                  <a:ext cx="13914" cy="6957"/>
                </a:xfrm>
                <a:custGeom>
                  <a:avLst/>
                  <a:gdLst>
                    <a:gd name="T0" fmla="*/ 8 w 8"/>
                    <a:gd name="T1" fmla="*/ 0 h 4"/>
                    <a:gd name="T2" fmla="*/ 8 w 8"/>
                    <a:gd name="T3" fmla="*/ 0 h 4"/>
                    <a:gd name="T4" fmla="*/ 8 w 8"/>
                    <a:gd name="T5" fmla="*/ 0 h 4"/>
                    <a:gd name="T6" fmla="*/ 8 w 8"/>
                    <a:gd name="T7" fmla="*/ 0 h 4"/>
                    <a:gd name="T8" fmla="*/ 8 w 8"/>
                    <a:gd name="T9" fmla="*/ 0 h 4"/>
                    <a:gd name="T10" fmla="*/ 4 w 8"/>
                    <a:gd name="T11" fmla="*/ 4 h 4"/>
                    <a:gd name="T12" fmla="*/ 4 w 8"/>
                    <a:gd name="T13" fmla="*/ 4 h 4"/>
                    <a:gd name="T14" fmla="*/ 0 w 8"/>
                    <a:gd name="T15" fmla="*/ 4 h 4"/>
                    <a:gd name="T16" fmla="*/ 0 w 8"/>
                    <a:gd name="T17" fmla="*/ 0 h 4"/>
                    <a:gd name="T18" fmla="*/ 0 w 8"/>
                    <a:gd name="T19" fmla="*/ 0 h 4"/>
                    <a:gd name="T20" fmla="*/ 0 w 8"/>
                    <a:gd name="T21" fmla="*/ 0 h 4"/>
                    <a:gd name="T22" fmla="*/ 0 w 8"/>
                    <a:gd name="T23" fmla="*/ 0 h 4"/>
                    <a:gd name="T24" fmla="*/ 0 w 8"/>
                    <a:gd name="T25" fmla="*/ 0 h 4"/>
                    <a:gd name="T26" fmla="*/ 4 w 8"/>
                    <a:gd name="T27" fmla="*/ 0 h 4"/>
                    <a:gd name="T28" fmla="*/ 4 w 8"/>
                    <a:gd name="T29" fmla="*/ 0 h 4"/>
                    <a:gd name="T30" fmla="*/ 4 w 8"/>
                    <a:gd name="T31" fmla="*/ 0 h 4"/>
                    <a:gd name="T32" fmla="*/ 4 w 8"/>
                    <a:gd name="T33" fmla="*/ 0 h 4"/>
                    <a:gd name="T34" fmla="*/ 4 w 8"/>
                    <a:gd name="T35" fmla="*/ 0 h 4"/>
                    <a:gd name="T36" fmla="*/ 4 w 8"/>
                    <a:gd name="T37" fmla="*/ 0 h 4"/>
                    <a:gd name="T38" fmla="*/ 4 w 8"/>
                    <a:gd name="T39" fmla="*/ 0 h 4"/>
                    <a:gd name="T40" fmla="*/ 4 w 8"/>
                    <a:gd name="T41" fmla="*/ 0 h 4"/>
                    <a:gd name="T42" fmla="*/ 8 w 8"/>
                    <a:gd name="T43" fmla="*/ 0 h 4"/>
                    <a:gd name="T44" fmla="*/ 8 w 8"/>
                    <a:gd name="T45" fmla="*/ 0 h 4"/>
                    <a:gd name="T46" fmla="*/ 8 w 8"/>
                    <a:gd name="T47" fmla="*/ 0 h 4"/>
                    <a:gd name="T48" fmla="*/ 8 w 8"/>
                    <a:gd name="T49"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8" h="4">
                      <a:moveTo>
                        <a:pt x="8" y="0"/>
                      </a:moveTo>
                      <a:lnTo>
                        <a:pt x="8" y="0"/>
                      </a:lnTo>
                      <a:lnTo>
                        <a:pt x="8" y="0"/>
                      </a:lnTo>
                      <a:lnTo>
                        <a:pt x="8" y="0"/>
                      </a:lnTo>
                      <a:lnTo>
                        <a:pt x="8" y="0"/>
                      </a:lnTo>
                      <a:lnTo>
                        <a:pt x="4" y="4"/>
                      </a:lnTo>
                      <a:lnTo>
                        <a:pt x="4" y="4"/>
                      </a:lnTo>
                      <a:lnTo>
                        <a:pt x="0" y="4"/>
                      </a:lnTo>
                      <a:lnTo>
                        <a:pt x="0" y="0"/>
                      </a:lnTo>
                      <a:lnTo>
                        <a:pt x="0" y="0"/>
                      </a:lnTo>
                      <a:lnTo>
                        <a:pt x="0" y="0"/>
                      </a:lnTo>
                      <a:lnTo>
                        <a:pt x="0" y="0"/>
                      </a:lnTo>
                      <a:lnTo>
                        <a:pt x="0" y="0"/>
                      </a:lnTo>
                      <a:lnTo>
                        <a:pt x="4" y="0"/>
                      </a:lnTo>
                      <a:lnTo>
                        <a:pt x="4" y="0"/>
                      </a:lnTo>
                      <a:lnTo>
                        <a:pt x="4" y="0"/>
                      </a:lnTo>
                      <a:lnTo>
                        <a:pt x="4" y="0"/>
                      </a:lnTo>
                      <a:lnTo>
                        <a:pt x="4" y="0"/>
                      </a:lnTo>
                      <a:lnTo>
                        <a:pt x="4" y="0"/>
                      </a:lnTo>
                      <a:lnTo>
                        <a:pt x="4" y="0"/>
                      </a:lnTo>
                      <a:lnTo>
                        <a:pt x="4" y="0"/>
                      </a:lnTo>
                      <a:lnTo>
                        <a:pt x="8" y="0"/>
                      </a:lnTo>
                      <a:lnTo>
                        <a:pt x="8" y="0"/>
                      </a:lnTo>
                      <a:lnTo>
                        <a:pt x="8" y="0"/>
                      </a:lnTo>
                      <a:lnTo>
                        <a:pt x="8" y="0"/>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85" name="Freeform 52">
                  <a:extLst>
                    <a:ext uri="{FF2B5EF4-FFF2-40B4-BE49-F238E27FC236}">
                      <a16:creationId xmlns:a16="http://schemas.microsoft.com/office/drawing/2014/main" id="{2B06FA0E-A104-3173-6D69-FC828576CF50}"/>
                    </a:ext>
                  </a:extLst>
                </p:cNvPr>
                <p:cNvSpPr>
                  <a:spLocks noEditPoints="1"/>
                </p:cNvSpPr>
                <p:nvPr/>
              </p:nvSpPr>
              <p:spPr bwMode="gray">
                <a:xfrm>
                  <a:off x="7902804" y="3330041"/>
                  <a:ext cx="83485" cy="173926"/>
                </a:xfrm>
                <a:custGeom>
                  <a:avLst/>
                  <a:gdLst>
                    <a:gd name="T0" fmla="*/ 4 w 48"/>
                    <a:gd name="T1" fmla="*/ 40 h 100"/>
                    <a:gd name="T2" fmla="*/ 0 w 48"/>
                    <a:gd name="T3" fmla="*/ 34 h 100"/>
                    <a:gd name="T4" fmla="*/ 0 w 48"/>
                    <a:gd name="T5" fmla="*/ 38 h 100"/>
                    <a:gd name="T6" fmla="*/ 0 w 48"/>
                    <a:gd name="T7" fmla="*/ 34 h 100"/>
                    <a:gd name="T8" fmla="*/ 0 w 48"/>
                    <a:gd name="T9" fmla="*/ 30 h 100"/>
                    <a:gd name="T10" fmla="*/ 4 w 48"/>
                    <a:gd name="T11" fmla="*/ 30 h 100"/>
                    <a:gd name="T12" fmla="*/ 12 w 48"/>
                    <a:gd name="T13" fmla="*/ 34 h 100"/>
                    <a:gd name="T14" fmla="*/ 8 w 48"/>
                    <a:gd name="T15" fmla="*/ 26 h 100"/>
                    <a:gd name="T16" fmla="*/ 4 w 48"/>
                    <a:gd name="T17" fmla="*/ 18 h 100"/>
                    <a:gd name="T18" fmla="*/ 8 w 48"/>
                    <a:gd name="T19" fmla="*/ 10 h 100"/>
                    <a:gd name="T20" fmla="*/ 16 w 48"/>
                    <a:gd name="T21" fmla="*/ 4 h 100"/>
                    <a:gd name="T22" fmla="*/ 26 w 48"/>
                    <a:gd name="T23" fmla="*/ 4 h 100"/>
                    <a:gd name="T24" fmla="*/ 34 w 48"/>
                    <a:gd name="T25" fmla="*/ 4 h 100"/>
                    <a:gd name="T26" fmla="*/ 38 w 48"/>
                    <a:gd name="T27" fmla="*/ 14 h 100"/>
                    <a:gd name="T28" fmla="*/ 44 w 48"/>
                    <a:gd name="T29" fmla="*/ 22 h 100"/>
                    <a:gd name="T30" fmla="*/ 44 w 48"/>
                    <a:gd name="T31" fmla="*/ 34 h 100"/>
                    <a:gd name="T32" fmla="*/ 44 w 48"/>
                    <a:gd name="T33" fmla="*/ 48 h 100"/>
                    <a:gd name="T34" fmla="*/ 44 w 48"/>
                    <a:gd name="T35" fmla="*/ 60 h 100"/>
                    <a:gd name="T36" fmla="*/ 38 w 48"/>
                    <a:gd name="T37" fmla="*/ 64 h 100"/>
                    <a:gd name="T38" fmla="*/ 30 w 48"/>
                    <a:gd name="T39" fmla="*/ 66 h 100"/>
                    <a:gd name="T40" fmla="*/ 30 w 48"/>
                    <a:gd name="T41" fmla="*/ 70 h 100"/>
                    <a:gd name="T42" fmla="*/ 26 w 48"/>
                    <a:gd name="T43" fmla="*/ 70 h 100"/>
                    <a:gd name="T44" fmla="*/ 18 w 48"/>
                    <a:gd name="T45" fmla="*/ 66 h 100"/>
                    <a:gd name="T46" fmla="*/ 18 w 48"/>
                    <a:gd name="T47" fmla="*/ 74 h 100"/>
                    <a:gd name="T48" fmla="*/ 16 w 48"/>
                    <a:gd name="T49" fmla="*/ 74 h 100"/>
                    <a:gd name="T50" fmla="*/ 16 w 48"/>
                    <a:gd name="T51" fmla="*/ 74 h 100"/>
                    <a:gd name="T52" fmla="*/ 16 w 48"/>
                    <a:gd name="T53" fmla="*/ 70 h 100"/>
                    <a:gd name="T54" fmla="*/ 8 w 48"/>
                    <a:gd name="T55" fmla="*/ 78 h 100"/>
                    <a:gd name="T56" fmla="*/ 4 w 48"/>
                    <a:gd name="T57" fmla="*/ 82 h 100"/>
                    <a:gd name="T58" fmla="*/ 0 w 48"/>
                    <a:gd name="T59" fmla="*/ 74 h 100"/>
                    <a:gd name="T60" fmla="*/ 4 w 48"/>
                    <a:gd name="T61" fmla="*/ 70 h 100"/>
                    <a:gd name="T62" fmla="*/ 4 w 48"/>
                    <a:gd name="T63" fmla="*/ 66 h 100"/>
                    <a:gd name="T64" fmla="*/ 4 w 48"/>
                    <a:gd name="T65" fmla="*/ 66 h 100"/>
                    <a:gd name="T66" fmla="*/ 4 w 48"/>
                    <a:gd name="T67" fmla="*/ 56 h 100"/>
                    <a:gd name="T68" fmla="*/ 8 w 48"/>
                    <a:gd name="T69" fmla="*/ 52 h 100"/>
                    <a:gd name="T70" fmla="*/ 4 w 48"/>
                    <a:gd name="T71" fmla="*/ 48 h 100"/>
                    <a:gd name="T72" fmla="*/ 8 w 48"/>
                    <a:gd name="T73" fmla="*/ 48 h 100"/>
                    <a:gd name="T74" fmla="*/ 4 w 48"/>
                    <a:gd name="T75" fmla="*/ 14 h 100"/>
                    <a:gd name="T76" fmla="*/ 4 w 48"/>
                    <a:gd name="T77" fmla="*/ 40 h 100"/>
                    <a:gd name="T78" fmla="*/ 4 w 48"/>
                    <a:gd name="T79" fmla="*/ 38 h 100"/>
                    <a:gd name="T80" fmla="*/ 4 w 48"/>
                    <a:gd name="T81" fmla="*/ 40 h 100"/>
                    <a:gd name="T82" fmla="*/ 34 w 48"/>
                    <a:gd name="T83" fmla="*/ 70 h 100"/>
                    <a:gd name="T84" fmla="*/ 38 w 48"/>
                    <a:gd name="T85" fmla="*/ 66 h 100"/>
                    <a:gd name="T86" fmla="*/ 22 w 48"/>
                    <a:gd name="T87" fmla="*/ 70 h 100"/>
                    <a:gd name="T88" fmla="*/ 22 w 48"/>
                    <a:gd name="T89" fmla="*/ 70 h 100"/>
                    <a:gd name="T90" fmla="*/ 26 w 48"/>
                    <a:gd name="T91" fmla="*/ 66 h 100"/>
                    <a:gd name="T92" fmla="*/ 0 w 48"/>
                    <a:gd name="T93" fmla="*/ 78 h 100"/>
                    <a:gd name="T94" fmla="*/ 4 w 48"/>
                    <a:gd name="T95" fmla="*/ 78 h 100"/>
                    <a:gd name="T96" fmla="*/ 12 w 48"/>
                    <a:gd name="T97" fmla="*/ 94 h 100"/>
                    <a:gd name="T98" fmla="*/ 8 w 48"/>
                    <a:gd name="T99" fmla="*/ 100 h 100"/>
                    <a:gd name="T100" fmla="*/ 0 w 48"/>
                    <a:gd name="T101" fmla="*/ 96 h 100"/>
                    <a:gd name="T102" fmla="*/ 8 w 48"/>
                    <a:gd name="T103" fmla="*/ 94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8" h="100">
                      <a:moveTo>
                        <a:pt x="8" y="48"/>
                      </a:moveTo>
                      <a:lnTo>
                        <a:pt x="4" y="44"/>
                      </a:lnTo>
                      <a:lnTo>
                        <a:pt x="4" y="40"/>
                      </a:lnTo>
                      <a:lnTo>
                        <a:pt x="4" y="38"/>
                      </a:lnTo>
                      <a:lnTo>
                        <a:pt x="4" y="34"/>
                      </a:lnTo>
                      <a:lnTo>
                        <a:pt x="0" y="34"/>
                      </a:lnTo>
                      <a:lnTo>
                        <a:pt x="0" y="38"/>
                      </a:lnTo>
                      <a:lnTo>
                        <a:pt x="0" y="34"/>
                      </a:lnTo>
                      <a:lnTo>
                        <a:pt x="0" y="38"/>
                      </a:lnTo>
                      <a:lnTo>
                        <a:pt x="0" y="34"/>
                      </a:lnTo>
                      <a:lnTo>
                        <a:pt x="0" y="30"/>
                      </a:lnTo>
                      <a:lnTo>
                        <a:pt x="0" y="34"/>
                      </a:lnTo>
                      <a:lnTo>
                        <a:pt x="4" y="34"/>
                      </a:lnTo>
                      <a:lnTo>
                        <a:pt x="4" y="30"/>
                      </a:lnTo>
                      <a:lnTo>
                        <a:pt x="0" y="30"/>
                      </a:lnTo>
                      <a:lnTo>
                        <a:pt x="4" y="30"/>
                      </a:lnTo>
                      <a:lnTo>
                        <a:pt x="4" y="34"/>
                      </a:lnTo>
                      <a:lnTo>
                        <a:pt x="4" y="30"/>
                      </a:lnTo>
                      <a:lnTo>
                        <a:pt x="8" y="30"/>
                      </a:lnTo>
                      <a:lnTo>
                        <a:pt x="8" y="34"/>
                      </a:lnTo>
                      <a:lnTo>
                        <a:pt x="12" y="34"/>
                      </a:lnTo>
                      <a:lnTo>
                        <a:pt x="12" y="30"/>
                      </a:lnTo>
                      <a:lnTo>
                        <a:pt x="8" y="30"/>
                      </a:lnTo>
                      <a:lnTo>
                        <a:pt x="8" y="26"/>
                      </a:lnTo>
                      <a:lnTo>
                        <a:pt x="8" y="22"/>
                      </a:lnTo>
                      <a:lnTo>
                        <a:pt x="8" y="18"/>
                      </a:lnTo>
                      <a:lnTo>
                        <a:pt x="4" y="18"/>
                      </a:lnTo>
                      <a:lnTo>
                        <a:pt x="4" y="14"/>
                      </a:lnTo>
                      <a:lnTo>
                        <a:pt x="8" y="14"/>
                      </a:lnTo>
                      <a:lnTo>
                        <a:pt x="8" y="10"/>
                      </a:lnTo>
                      <a:lnTo>
                        <a:pt x="12" y="8"/>
                      </a:lnTo>
                      <a:lnTo>
                        <a:pt x="12" y="4"/>
                      </a:lnTo>
                      <a:lnTo>
                        <a:pt x="16" y="4"/>
                      </a:lnTo>
                      <a:lnTo>
                        <a:pt x="18" y="4"/>
                      </a:lnTo>
                      <a:lnTo>
                        <a:pt x="22" y="4"/>
                      </a:lnTo>
                      <a:lnTo>
                        <a:pt x="26" y="4"/>
                      </a:lnTo>
                      <a:lnTo>
                        <a:pt x="30" y="4"/>
                      </a:lnTo>
                      <a:lnTo>
                        <a:pt x="30" y="0"/>
                      </a:lnTo>
                      <a:lnTo>
                        <a:pt x="34" y="4"/>
                      </a:lnTo>
                      <a:lnTo>
                        <a:pt x="34" y="8"/>
                      </a:lnTo>
                      <a:lnTo>
                        <a:pt x="38" y="10"/>
                      </a:lnTo>
                      <a:lnTo>
                        <a:pt x="38" y="14"/>
                      </a:lnTo>
                      <a:lnTo>
                        <a:pt x="40" y="14"/>
                      </a:lnTo>
                      <a:lnTo>
                        <a:pt x="40" y="18"/>
                      </a:lnTo>
                      <a:lnTo>
                        <a:pt x="44" y="22"/>
                      </a:lnTo>
                      <a:lnTo>
                        <a:pt x="44" y="26"/>
                      </a:lnTo>
                      <a:lnTo>
                        <a:pt x="44" y="30"/>
                      </a:lnTo>
                      <a:lnTo>
                        <a:pt x="44" y="34"/>
                      </a:lnTo>
                      <a:lnTo>
                        <a:pt x="44" y="38"/>
                      </a:lnTo>
                      <a:lnTo>
                        <a:pt x="44" y="40"/>
                      </a:lnTo>
                      <a:lnTo>
                        <a:pt x="44" y="48"/>
                      </a:lnTo>
                      <a:lnTo>
                        <a:pt x="48" y="48"/>
                      </a:lnTo>
                      <a:lnTo>
                        <a:pt x="44" y="56"/>
                      </a:lnTo>
                      <a:lnTo>
                        <a:pt x="44" y="60"/>
                      </a:lnTo>
                      <a:lnTo>
                        <a:pt x="40" y="64"/>
                      </a:lnTo>
                      <a:lnTo>
                        <a:pt x="38" y="66"/>
                      </a:lnTo>
                      <a:lnTo>
                        <a:pt x="38" y="64"/>
                      </a:lnTo>
                      <a:lnTo>
                        <a:pt x="38" y="66"/>
                      </a:lnTo>
                      <a:lnTo>
                        <a:pt x="34" y="64"/>
                      </a:lnTo>
                      <a:lnTo>
                        <a:pt x="30" y="66"/>
                      </a:lnTo>
                      <a:lnTo>
                        <a:pt x="34" y="66"/>
                      </a:lnTo>
                      <a:lnTo>
                        <a:pt x="34" y="70"/>
                      </a:lnTo>
                      <a:lnTo>
                        <a:pt x="30" y="70"/>
                      </a:lnTo>
                      <a:lnTo>
                        <a:pt x="30" y="66"/>
                      </a:lnTo>
                      <a:lnTo>
                        <a:pt x="30" y="70"/>
                      </a:lnTo>
                      <a:lnTo>
                        <a:pt x="26" y="70"/>
                      </a:lnTo>
                      <a:lnTo>
                        <a:pt x="26" y="66"/>
                      </a:lnTo>
                      <a:lnTo>
                        <a:pt x="22" y="66"/>
                      </a:lnTo>
                      <a:lnTo>
                        <a:pt x="18" y="66"/>
                      </a:lnTo>
                      <a:lnTo>
                        <a:pt x="18" y="70"/>
                      </a:lnTo>
                      <a:lnTo>
                        <a:pt x="22" y="70"/>
                      </a:lnTo>
                      <a:lnTo>
                        <a:pt x="18" y="74"/>
                      </a:lnTo>
                      <a:lnTo>
                        <a:pt x="18" y="70"/>
                      </a:lnTo>
                      <a:lnTo>
                        <a:pt x="16" y="70"/>
                      </a:lnTo>
                      <a:lnTo>
                        <a:pt x="16" y="74"/>
                      </a:lnTo>
                      <a:lnTo>
                        <a:pt x="18" y="74"/>
                      </a:lnTo>
                      <a:lnTo>
                        <a:pt x="16" y="78"/>
                      </a:lnTo>
                      <a:lnTo>
                        <a:pt x="16" y="74"/>
                      </a:lnTo>
                      <a:lnTo>
                        <a:pt x="12" y="74"/>
                      </a:lnTo>
                      <a:lnTo>
                        <a:pt x="16" y="74"/>
                      </a:lnTo>
                      <a:lnTo>
                        <a:pt x="16" y="70"/>
                      </a:lnTo>
                      <a:lnTo>
                        <a:pt x="12" y="74"/>
                      </a:lnTo>
                      <a:lnTo>
                        <a:pt x="12" y="78"/>
                      </a:lnTo>
                      <a:lnTo>
                        <a:pt x="8" y="78"/>
                      </a:lnTo>
                      <a:lnTo>
                        <a:pt x="8" y="74"/>
                      </a:lnTo>
                      <a:lnTo>
                        <a:pt x="8" y="78"/>
                      </a:lnTo>
                      <a:lnTo>
                        <a:pt x="4" y="82"/>
                      </a:lnTo>
                      <a:lnTo>
                        <a:pt x="4" y="78"/>
                      </a:lnTo>
                      <a:lnTo>
                        <a:pt x="4" y="74"/>
                      </a:lnTo>
                      <a:lnTo>
                        <a:pt x="0" y="74"/>
                      </a:lnTo>
                      <a:lnTo>
                        <a:pt x="0" y="70"/>
                      </a:lnTo>
                      <a:lnTo>
                        <a:pt x="4" y="74"/>
                      </a:lnTo>
                      <a:lnTo>
                        <a:pt x="4" y="70"/>
                      </a:lnTo>
                      <a:lnTo>
                        <a:pt x="8" y="70"/>
                      </a:lnTo>
                      <a:lnTo>
                        <a:pt x="4" y="70"/>
                      </a:lnTo>
                      <a:lnTo>
                        <a:pt x="4" y="66"/>
                      </a:lnTo>
                      <a:lnTo>
                        <a:pt x="0" y="66"/>
                      </a:lnTo>
                      <a:lnTo>
                        <a:pt x="0" y="64"/>
                      </a:lnTo>
                      <a:lnTo>
                        <a:pt x="4" y="66"/>
                      </a:lnTo>
                      <a:lnTo>
                        <a:pt x="4" y="64"/>
                      </a:lnTo>
                      <a:lnTo>
                        <a:pt x="4" y="60"/>
                      </a:lnTo>
                      <a:lnTo>
                        <a:pt x="4" y="56"/>
                      </a:lnTo>
                      <a:lnTo>
                        <a:pt x="8" y="56"/>
                      </a:lnTo>
                      <a:lnTo>
                        <a:pt x="4" y="56"/>
                      </a:lnTo>
                      <a:lnTo>
                        <a:pt x="8" y="52"/>
                      </a:lnTo>
                      <a:lnTo>
                        <a:pt x="8" y="48"/>
                      </a:lnTo>
                      <a:lnTo>
                        <a:pt x="8" y="52"/>
                      </a:lnTo>
                      <a:lnTo>
                        <a:pt x="4" y="48"/>
                      </a:lnTo>
                      <a:lnTo>
                        <a:pt x="8" y="48"/>
                      </a:lnTo>
                      <a:lnTo>
                        <a:pt x="8" y="48"/>
                      </a:lnTo>
                      <a:lnTo>
                        <a:pt x="8" y="48"/>
                      </a:lnTo>
                      <a:close/>
                      <a:moveTo>
                        <a:pt x="4" y="14"/>
                      </a:moveTo>
                      <a:lnTo>
                        <a:pt x="4" y="18"/>
                      </a:lnTo>
                      <a:lnTo>
                        <a:pt x="4" y="14"/>
                      </a:lnTo>
                      <a:lnTo>
                        <a:pt x="4" y="14"/>
                      </a:lnTo>
                      <a:lnTo>
                        <a:pt x="4" y="14"/>
                      </a:lnTo>
                      <a:close/>
                      <a:moveTo>
                        <a:pt x="4" y="40"/>
                      </a:moveTo>
                      <a:lnTo>
                        <a:pt x="0" y="40"/>
                      </a:lnTo>
                      <a:lnTo>
                        <a:pt x="0" y="38"/>
                      </a:lnTo>
                      <a:lnTo>
                        <a:pt x="4" y="38"/>
                      </a:lnTo>
                      <a:lnTo>
                        <a:pt x="4" y="40"/>
                      </a:lnTo>
                      <a:lnTo>
                        <a:pt x="4" y="40"/>
                      </a:lnTo>
                      <a:lnTo>
                        <a:pt x="4" y="40"/>
                      </a:lnTo>
                      <a:close/>
                      <a:moveTo>
                        <a:pt x="38" y="66"/>
                      </a:moveTo>
                      <a:lnTo>
                        <a:pt x="38" y="70"/>
                      </a:lnTo>
                      <a:lnTo>
                        <a:pt x="34" y="70"/>
                      </a:lnTo>
                      <a:lnTo>
                        <a:pt x="34" y="66"/>
                      </a:lnTo>
                      <a:lnTo>
                        <a:pt x="38" y="66"/>
                      </a:lnTo>
                      <a:lnTo>
                        <a:pt x="38" y="66"/>
                      </a:lnTo>
                      <a:lnTo>
                        <a:pt x="38" y="66"/>
                      </a:lnTo>
                      <a:close/>
                      <a:moveTo>
                        <a:pt x="26" y="66"/>
                      </a:moveTo>
                      <a:lnTo>
                        <a:pt x="22" y="70"/>
                      </a:lnTo>
                      <a:lnTo>
                        <a:pt x="26" y="70"/>
                      </a:lnTo>
                      <a:lnTo>
                        <a:pt x="26" y="74"/>
                      </a:lnTo>
                      <a:lnTo>
                        <a:pt x="22" y="70"/>
                      </a:lnTo>
                      <a:lnTo>
                        <a:pt x="22" y="66"/>
                      </a:lnTo>
                      <a:lnTo>
                        <a:pt x="26" y="66"/>
                      </a:lnTo>
                      <a:lnTo>
                        <a:pt x="26" y="66"/>
                      </a:lnTo>
                      <a:lnTo>
                        <a:pt x="26" y="66"/>
                      </a:lnTo>
                      <a:close/>
                      <a:moveTo>
                        <a:pt x="4" y="78"/>
                      </a:moveTo>
                      <a:lnTo>
                        <a:pt x="0" y="78"/>
                      </a:lnTo>
                      <a:lnTo>
                        <a:pt x="0" y="74"/>
                      </a:lnTo>
                      <a:lnTo>
                        <a:pt x="4" y="78"/>
                      </a:lnTo>
                      <a:lnTo>
                        <a:pt x="4" y="78"/>
                      </a:lnTo>
                      <a:lnTo>
                        <a:pt x="4" y="78"/>
                      </a:lnTo>
                      <a:close/>
                      <a:moveTo>
                        <a:pt x="8" y="94"/>
                      </a:moveTo>
                      <a:lnTo>
                        <a:pt x="12" y="94"/>
                      </a:lnTo>
                      <a:lnTo>
                        <a:pt x="12" y="96"/>
                      </a:lnTo>
                      <a:lnTo>
                        <a:pt x="8" y="96"/>
                      </a:lnTo>
                      <a:lnTo>
                        <a:pt x="8" y="100"/>
                      </a:lnTo>
                      <a:lnTo>
                        <a:pt x="4" y="100"/>
                      </a:lnTo>
                      <a:lnTo>
                        <a:pt x="0" y="100"/>
                      </a:lnTo>
                      <a:lnTo>
                        <a:pt x="0" y="96"/>
                      </a:lnTo>
                      <a:lnTo>
                        <a:pt x="4" y="96"/>
                      </a:lnTo>
                      <a:lnTo>
                        <a:pt x="8" y="94"/>
                      </a:lnTo>
                      <a:lnTo>
                        <a:pt x="8" y="94"/>
                      </a:lnTo>
                      <a:lnTo>
                        <a:pt x="8" y="94"/>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86" name="Freeform 53">
                  <a:extLst>
                    <a:ext uri="{FF2B5EF4-FFF2-40B4-BE49-F238E27FC236}">
                      <a16:creationId xmlns:a16="http://schemas.microsoft.com/office/drawing/2014/main" id="{FE81C5E5-6637-1CBC-FABB-F3CAE571D479}"/>
                    </a:ext>
                  </a:extLst>
                </p:cNvPr>
                <p:cNvSpPr>
                  <a:spLocks noEditPoints="1"/>
                </p:cNvSpPr>
                <p:nvPr/>
              </p:nvSpPr>
              <p:spPr bwMode="gray">
                <a:xfrm>
                  <a:off x="6754888" y="4224018"/>
                  <a:ext cx="59135" cy="118270"/>
                </a:xfrm>
                <a:custGeom>
                  <a:avLst/>
                  <a:gdLst>
                    <a:gd name="T0" fmla="*/ 4 w 34"/>
                    <a:gd name="T1" fmla="*/ 16 h 68"/>
                    <a:gd name="T2" fmla="*/ 0 w 34"/>
                    <a:gd name="T3" fmla="*/ 16 h 68"/>
                    <a:gd name="T4" fmla="*/ 4 w 34"/>
                    <a:gd name="T5" fmla="*/ 16 h 68"/>
                    <a:gd name="T6" fmla="*/ 30 w 34"/>
                    <a:gd name="T7" fmla="*/ 56 h 68"/>
                    <a:gd name="T8" fmla="*/ 30 w 34"/>
                    <a:gd name="T9" fmla="*/ 60 h 68"/>
                    <a:gd name="T10" fmla="*/ 20 w 34"/>
                    <a:gd name="T11" fmla="*/ 68 h 68"/>
                    <a:gd name="T12" fmla="*/ 20 w 34"/>
                    <a:gd name="T13" fmla="*/ 68 h 68"/>
                    <a:gd name="T14" fmla="*/ 12 w 34"/>
                    <a:gd name="T15" fmla="*/ 68 h 68"/>
                    <a:gd name="T16" fmla="*/ 8 w 34"/>
                    <a:gd name="T17" fmla="*/ 64 h 68"/>
                    <a:gd name="T18" fmla="*/ 4 w 34"/>
                    <a:gd name="T19" fmla="*/ 56 h 68"/>
                    <a:gd name="T20" fmla="*/ 4 w 34"/>
                    <a:gd name="T21" fmla="*/ 52 h 68"/>
                    <a:gd name="T22" fmla="*/ 4 w 34"/>
                    <a:gd name="T23" fmla="*/ 48 h 68"/>
                    <a:gd name="T24" fmla="*/ 4 w 34"/>
                    <a:gd name="T25" fmla="*/ 42 h 68"/>
                    <a:gd name="T26" fmla="*/ 4 w 34"/>
                    <a:gd name="T27" fmla="*/ 34 h 68"/>
                    <a:gd name="T28" fmla="*/ 4 w 34"/>
                    <a:gd name="T29" fmla="*/ 34 h 68"/>
                    <a:gd name="T30" fmla="*/ 0 w 34"/>
                    <a:gd name="T31" fmla="*/ 30 h 68"/>
                    <a:gd name="T32" fmla="*/ 4 w 34"/>
                    <a:gd name="T33" fmla="*/ 34 h 68"/>
                    <a:gd name="T34" fmla="*/ 4 w 34"/>
                    <a:gd name="T35" fmla="*/ 34 h 68"/>
                    <a:gd name="T36" fmla="*/ 4 w 34"/>
                    <a:gd name="T37" fmla="*/ 34 h 68"/>
                    <a:gd name="T38" fmla="*/ 4 w 34"/>
                    <a:gd name="T39" fmla="*/ 22 h 68"/>
                    <a:gd name="T40" fmla="*/ 4 w 34"/>
                    <a:gd name="T41" fmla="*/ 16 h 68"/>
                    <a:gd name="T42" fmla="*/ 8 w 34"/>
                    <a:gd name="T43" fmla="*/ 16 h 68"/>
                    <a:gd name="T44" fmla="*/ 8 w 34"/>
                    <a:gd name="T45" fmla="*/ 12 h 68"/>
                    <a:gd name="T46" fmla="*/ 8 w 34"/>
                    <a:gd name="T47" fmla="*/ 8 h 68"/>
                    <a:gd name="T48" fmla="*/ 8 w 34"/>
                    <a:gd name="T49" fmla="*/ 8 h 68"/>
                    <a:gd name="T50" fmla="*/ 8 w 34"/>
                    <a:gd name="T51" fmla="*/ 8 h 68"/>
                    <a:gd name="T52" fmla="*/ 16 w 34"/>
                    <a:gd name="T53" fmla="*/ 8 h 68"/>
                    <a:gd name="T54" fmla="*/ 16 w 34"/>
                    <a:gd name="T55" fmla="*/ 8 h 68"/>
                    <a:gd name="T56" fmla="*/ 12 w 34"/>
                    <a:gd name="T57" fmla="*/ 8 h 68"/>
                    <a:gd name="T58" fmla="*/ 8 w 34"/>
                    <a:gd name="T59" fmla="*/ 4 h 68"/>
                    <a:gd name="T60" fmla="*/ 8 w 34"/>
                    <a:gd name="T61" fmla="*/ 4 h 68"/>
                    <a:gd name="T62" fmla="*/ 8 w 34"/>
                    <a:gd name="T63" fmla="*/ 4 h 68"/>
                    <a:gd name="T64" fmla="*/ 4 w 34"/>
                    <a:gd name="T65" fmla="*/ 0 h 68"/>
                    <a:gd name="T66" fmla="*/ 8 w 34"/>
                    <a:gd name="T67" fmla="*/ 4 h 68"/>
                    <a:gd name="T68" fmla="*/ 8 w 34"/>
                    <a:gd name="T69" fmla="*/ 4 h 68"/>
                    <a:gd name="T70" fmla="*/ 12 w 34"/>
                    <a:gd name="T71" fmla="*/ 4 h 68"/>
                    <a:gd name="T72" fmla="*/ 8 w 34"/>
                    <a:gd name="T73" fmla="*/ 4 h 68"/>
                    <a:gd name="T74" fmla="*/ 12 w 34"/>
                    <a:gd name="T75" fmla="*/ 0 h 68"/>
                    <a:gd name="T76" fmla="*/ 12 w 34"/>
                    <a:gd name="T77" fmla="*/ 4 h 68"/>
                    <a:gd name="T78" fmla="*/ 16 w 34"/>
                    <a:gd name="T79" fmla="*/ 8 h 68"/>
                    <a:gd name="T80" fmla="*/ 16 w 34"/>
                    <a:gd name="T81" fmla="*/ 8 h 68"/>
                    <a:gd name="T82" fmla="*/ 20 w 34"/>
                    <a:gd name="T83" fmla="*/ 12 h 68"/>
                    <a:gd name="T84" fmla="*/ 20 w 34"/>
                    <a:gd name="T85" fmla="*/ 16 h 68"/>
                    <a:gd name="T86" fmla="*/ 20 w 34"/>
                    <a:gd name="T87" fmla="*/ 18 h 68"/>
                    <a:gd name="T88" fmla="*/ 24 w 34"/>
                    <a:gd name="T89" fmla="*/ 22 h 68"/>
                    <a:gd name="T90" fmla="*/ 24 w 34"/>
                    <a:gd name="T91" fmla="*/ 22 h 68"/>
                    <a:gd name="T92" fmla="*/ 24 w 34"/>
                    <a:gd name="T93" fmla="*/ 26 h 68"/>
                    <a:gd name="T94" fmla="*/ 26 w 34"/>
                    <a:gd name="T95" fmla="*/ 26 h 68"/>
                    <a:gd name="T96" fmla="*/ 26 w 34"/>
                    <a:gd name="T97" fmla="*/ 30 h 68"/>
                    <a:gd name="T98" fmla="*/ 30 w 34"/>
                    <a:gd name="T99" fmla="*/ 38 h 68"/>
                    <a:gd name="T100" fmla="*/ 30 w 34"/>
                    <a:gd name="T101" fmla="*/ 38 h 68"/>
                    <a:gd name="T102" fmla="*/ 30 w 34"/>
                    <a:gd name="T103" fmla="*/ 42 h 68"/>
                    <a:gd name="T104" fmla="*/ 30 w 34"/>
                    <a:gd name="T105" fmla="*/ 42 h 68"/>
                    <a:gd name="T106" fmla="*/ 34 w 34"/>
                    <a:gd name="T107" fmla="*/ 46 h 68"/>
                    <a:gd name="T108" fmla="*/ 34 w 34"/>
                    <a:gd name="T109" fmla="*/ 48 h 68"/>
                    <a:gd name="T110" fmla="*/ 30 w 34"/>
                    <a:gd name="T111" fmla="*/ 56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4" h="68">
                      <a:moveTo>
                        <a:pt x="4" y="16"/>
                      </a:moveTo>
                      <a:lnTo>
                        <a:pt x="4" y="16"/>
                      </a:lnTo>
                      <a:lnTo>
                        <a:pt x="4" y="16"/>
                      </a:lnTo>
                      <a:lnTo>
                        <a:pt x="4" y="16"/>
                      </a:lnTo>
                      <a:lnTo>
                        <a:pt x="4" y="16"/>
                      </a:lnTo>
                      <a:lnTo>
                        <a:pt x="4" y="16"/>
                      </a:lnTo>
                      <a:lnTo>
                        <a:pt x="4" y="16"/>
                      </a:lnTo>
                      <a:lnTo>
                        <a:pt x="4" y="16"/>
                      </a:lnTo>
                      <a:lnTo>
                        <a:pt x="0" y="16"/>
                      </a:lnTo>
                      <a:lnTo>
                        <a:pt x="0" y="16"/>
                      </a:lnTo>
                      <a:lnTo>
                        <a:pt x="4" y="16"/>
                      </a:lnTo>
                      <a:lnTo>
                        <a:pt x="4" y="16"/>
                      </a:lnTo>
                      <a:lnTo>
                        <a:pt x="4" y="16"/>
                      </a:lnTo>
                      <a:lnTo>
                        <a:pt x="4" y="16"/>
                      </a:lnTo>
                      <a:lnTo>
                        <a:pt x="4" y="16"/>
                      </a:lnTo>
                      <a:close/>
                      <a:moveTo>
                        <a:pt x="30" y="56"/>
                      </a:moveTo>
                      <a:lnTo>
                        <a:pt x="30" y="56"/>
                      </a:lnTo>
                      <a:lnTo>
                        <a:pt x="30" y="56"/>
                      </a:lnTo>
                      <a:lnTo>
                        <a:pt x="30" y="56"/>
                      </a:lnTo>
                      <a:lnTo>
                        <a:pt x="30" y="56"/>
                      </a:lnTo>
                      <a:lnTo>
                        <a:pt x="30" y="60"/>
                      </a:lnTo>
                      <a:lnTo>
                        <a:pt x="30" y="60"/>
                      </a:lnTo>
                      <a:lnTo>
                        <a:pt x="30" y="60"/>
                      </a:lnTo>
                      <a:lnTo>
                        <a:pt x="30" y="60"/>
                      </a:lnTo>
                      <a:lnTo>
                        <a:pt x="30" y="60"/>
                      </a:lnTo>
                      <a:lnTo>
                        <a:pt x="26" y="64"/>
                      </a:lnTo>
                      <a:lnTo>
                        <a:pt x="26" y="64"/>
                      </a:lnTo>
                      <a:lnTo>
                        <a:pt x="26" y="64"/>
                      </a:lnTo>
                      <a:lnTo>
                        <a:pt x="24" y="64"/>
                      </a:lnTo>
                      <a:lnTo>
                        <a:pt x="20" y="68"/>
                      </a:lnTo>
                      <a:lnTo>
                        <a:pt x="20" y="68"/>
                      </a:lnTo>
                      <a:lnTo>
                        <a:pt x="20" y="68"/>
                      </a:lnTo>
                      <a:lnTo>
                        <a:pt x="20" y="68"/>
                      </a:lnTo>
                      <a:lnTo>
                        <a:pt x="20" y="68"/>
                      </a:lnTo>
                      <a:lnTo>
                        <a:pt x="20" y="68"/>
                      </a:lnTo>
                      <a:lnTo>
                        <a:pt x="16" y="68"/>
                      </a:lnTo>
                      <a:lnTo>
                        <a:pt x="16" y="68"/>
                      </a:lnTo>
                      <a:lnTo>
                        <a:pt x="16" y="68"/>
                      </a:lnTo>
                      <a:lnTo>
                        <a:pt x="12" y="68"/>
                      </a:lnTo>
                      <a:lnTo>
                        <a:pt x="12" y="68"/>
                      </a:lnTo>
                      <a:lnTo>
                        <a:pt x="12" y="68"/>
                      </a:lnTo>
                      <a:lnTo>
                        <a:pt x="8" y="68"/>
                      </a:lnTo>
                      <a:lnTo>
                        <a:pt x="8" y="68"/>
                      </a:lnTo>
                      <a:lnTo>
                        <a:pt x="8" y="64"/>
                      </a:lnTo>
                      <a:lnTo>
                        <a:pt x="8" y="64"/>
                      </a:lnTo>
                      <a:lnTo>
                        <a:pt x="8" y="64"/>
                      </a:lnTo>
                      <a:lnTo>
                        <a:pt x="8" y="60"/>
                      </a:lnTo>
                      <a:lnTo>
                        <a:pt x="8" y="60"/>
                      </a:lnTo>
                      <a:lnTo>
                        <a:pt x="4" y="60"/>
                      </a:lnTo>
                      <a:lnTo>
                        <a:pt x="4" y="56"/>
                      </a:lnTo>
                      <a:lnTo>
                        <a:pt x="4" y="56"/>
                      </a:lnTo>
                      <a:lnTo>
                        <a:pt x="4" y="56"/>
                      </a:lnTo>
                      <a:lnTo>
                        <a:pt x="4" y="56"/>
                      </a:lnTo>
                      <a:lnTo>
                        <a:pt x="4" y="52"/>
                      </a:lnTo>
                      <a:lnTo>
                        <a:pt x="4" y="52"/>
                      </a:lnTo>
                      <a:lnTo>
                        <a:pt x="4" y="52"/>
                      </a:lnTo>
                      <a:lnTo>
                        <a:pt x="4" y="52"/>
                      </a:lnTo>
                      <a:lnTo>
                        <a:pt x="4" y="48"/>
                      </a:lnTo>
                      <a:lnTo>
                        <a:pt x="4" y="48"/>
                      </a:lnTo>
                      <a:lnTo>
                        <a:pt x="4" y="48"/>
                      </a:lnTo>
                      <a:lnTo>
                        <a:pt x="4" y="46"/>
                      </a:lnTo>
                      <a:lnTo>
                        <a:pt x="4" y="46"/>
                      </a:lnTo>
                      <a:lnTo>
                        <a:pt x="4" y="46"/>
                      </a:lnTo>
                      <a:lnTo>
                        <a:pt x="4" y="46"/>
                      </a:lnTo>
                      <a:lnTo>
                        <a:pt x="4" y="42"/>
                      </a:lnTo>
                      <a:lnTo>
                        <a:pt x="4" y="42"/>
                      </a:lnTo>
                      <a:lnTo>
                        <a:pt x="4" y="38"/>
                      </a:lnTo>
                      <a:lnTo>
                        <a:pt x="4" y="38"/>
                      </a:lnTo>
                      <a:lnTo>
                        <a:pt x="4" y="38"/>
                      </a:lnTo>
                      <a:lnTo>
                        <a:pt x="4" y="34"/>
                      </a:lnTo>
                      <a:lnTo>
                        <a:pt x="4" y="34"/>
                      </a:lnTo>
                      <a:lnTo>
                        <a:pt x="4" y="34"/>
                      </a:lnTo>
                      <a:lnTo>
                        <a:pt x="4" y="34"/>
                      </a:lnTo>
                      <a:lnTo>
                        <a:pt x="4" y="34"/>
                      </a:lnTo>
                      <a:lnTo>
                        <a:pt x="4" y="34"/>
                      </a:lnTo>
                      <a:lnTo>
                        <a:pt x="4" y="34"/>
                      </a:lnTo>
                      <a:lnTo>
                        <a:pt x="4" y="34"/>
                      </a:lnTo>
                      <a:lnTo>
                        <a:pt x="0" y="34"/>
                      </a:lnTo>
                      <a:lnTo>
                        <a:pt x="0" y="30"/>
                      </a:lnTo>
                      <a:lnTo>
                        <a:pt x="0" y="30"/>
                      </a:lnTo>
                      <a:lnTo>
                        <a:pt x="0" y="30"/>
                      </a:lnTo>
                      <a:lnTo>
                        <a:pt x="4" y="30"/>
                      </a:lnTo>
                      <a:lnTo>
                        <a:pt x="4" y="30"/>
                      </a:lnTo>
                      <a:lnTo>
                        <a:pt x="4" y="30"/>
                      </a:lnTo>
                      <a:lnTo>
                        <a:pt x="4" y="34"/>
                      </a:lnTo>
                      <a:lnTo>
                        <a:pt x="4" y="34"/>
                      </a:lnTo>
                      <a:lnTo>
                        <a:pt x="4" y="34"/>
                      </a:lnTo>
                      <a:lnTo>
                        <a:pt x="4" y="34"/>
                      </a:lnTo>
                      <a:lnTo>
                        <a:pt x="4" y="34"/>
                      </a:lnTo>
                      <a:lnTo>
                        <a:pt x="4" y="34"/>
                      </a:lnTo>
                      <a:lnTo>
                        <a:pt x="4" y="34"/>
                      </a:lnTo>
                      <a:lnTo>
                        <a:pt x="4" y="34"/>
                      </a:lnTo>
                      <a:lnTo>
                        <a:pt x="4" y="34"/>
                      </a:lnTo>
                      <a:lnTo>
                        <a:pt x="4" y="34"/>
                      </a:lnTo>
                      <a:lnTo>
                        <a:pt x="4" y="34"/>
                      </a:lnTo>
                      <a:lnTo>
                        <a:pt x="4" y="34"/>
                      </a:lnTo>
                      <a:lnTo>
                        <a:pt x="4" y="30"/>
                      </a:lnTo>
                      <a:lnTo>
                        <a:pt x="4" y="22"/>
                      </a:lnTo>
                      <a:lnTo>
                        <a:pt x="4" y="22"/>
                      </a:lnTo>
                      <a:lnTo>
                        <a:pt x="4" y="22"/>
                      </a:lnTo>
                      <a:lnTo>
                        <a:pt x="4" y="22"/>
                      </a:lnTo>
                      <a:lnTo>
                        <a:pt x="4" y="18"/>
                      </a:lnTo>
                      <a:lnTo>
                        <a:pt x="4" y="18"/>
                      </a:lnTo>
                      <a:lnTo>
                        <a:pt x="4" y="18"/>
                      </a:lnTo>
                      <a:lnTo>
                        <a:pt x="4" y="16"/>
                      </a:lnTo>
                      <a:lnTo>
                        <a:pt x="4" y="16"/>
                      </a:lnTo>
                      <a:lnTo>
                        <a:pt x="8" y="16"/>
                      </a:lnTo>
                      <a:lnTo>
                        <a:pt x="8" y="16"/>
                      </a:lnTo>
                      <a:lnTo>
                        <a:pt x="8" y="16"/>
                      </a:lnTo>
                      <a:lnTo>
                        <a:pt x="8" y="16"/>
                      </a:lnTo>
                      <a:lnTo>
                        <a:pt x="8" y="12"/>
                      </a:lnTo>
                      <a:lnTo>
                        <a:pt x="8" y="12"/>
                      </a:lnTo>
                      <a:lnTo>
                        <a:pt x="8" y="12"/>
                      </a:lnTo>
                      <a:lnTo>
                        <a:pt x="8" y="12"/>
                      </a:lnTo>
                      <a:lnTo>
                        <a:pt x="8" y="12"/>
                      </a:lnTo>
                      <a:lnTo>
                        <a:pt x="8" y="12"/>
                      </a:lnTo>
                      <a:lnTo>
                        <a:pt x="8" y="8"/>
                      </a:lnTo>
                      <a:lnTo>
                        <a:pt x="8" y="8"/>
                      </a:lnTo>
                      <a:lnTo>
                        <a:pt x="8" y="8"/>
                      </a:lnTo>
                      <a:lnTo>
                        <a:pt x="8" y="8"/>
                      </a:lnTo>
                      <a:lnTo>
                        <a:pt x="8" y="8"/>
                      </a:lnTo>
                      <a:lnTo>
                        <a:pt x="8" y="8"/>
                      </a:lnTo>
                      <a:lnTo>
                        <a:pt x="8" y="8"/>
                      </a:lnTo>
                      <a:lnTo>
                        <a:pt x="8" y="8"/>
                      </a:lnTo>
                      <a:lnTo>
                        <a:pt x="8" y="8"/>
                      </a:lnTo>
                      <a:lnTo>
                        <a:pt x="8" y="4"/>
                      </a:lnTo>
                      <a:lnTo>
                        <a:pt x="8" y="4"/>
                      </a:lnTo>
                      <a:lnTo>
                        <a:pt x="8" y="4"/>
                      </a:lnTo>
                      <a:lnTo>
                        <a:pt x="8" y="4"/>
                      </a:lnTo>
                      <a:lnTo>
                        <a:pt x="8" y="8"/>
                      </a:lnTo>
                      <a:lnTo>
                        <a:pt x="12" y="8"/>
                      </a:lnTo>
                      <a:lnTo>
                        <a:pt x="12" y="8"/>
                      </a:lnTo>
                      <a:lnTo>
                        <a:pt x="12" y="8"/>
                      </a:lnTo>
                      <a:lnTo>
                        <a:pt x="16" y="8"/>
                      </a:lnTo>
                      <a:lnTo>
                        <a:pt x="16" y="8"/>
                      </a:lnTo>
                      <a:lnTo>
                        <a:pt x="16" y="8"/>
                      </a:lnTo>
                      <a:lnTo>
                        <a:pt x="16" y="8"/>
                      </a:lnTo>
                      <a:lnTo>
                        <a:pt x="16" y="8"/>
                      </a:lnTo>
                      <a:lnTo>
                        <a:pt x="16" y="8"/>
                      </a:lnTo>
                      <a:lnTo>
                        <a:pt x="16" y="8"/>
                      </a:lnTo>
                      <a:lnTo>
                        <a:pt x="16" y="8"/>
                      </a:lnTo>
                      <a:lnTo>
                        <a:pt x="12" y="8"/>
                      </a:lnTo>
                      <a:lnTo>
                        <a:pt x="12" y="8"/>
                      </a:lnTo>
                      <a:lnTo>
                        <a:pt x="12" y="8"/>
                      </a:lnTo>
                      <a:lnTo>
                        <a:pt x="12" y="8"/>
                      </a:lnTo>
                      <a:lnTo>
                        <a:pt x="12" y="8"/>
                      </a:lnTo>
                      <a:lnTo>
                        <a:pt x="12" y="8"/>
                      </a:lnTo>
                      <a:lnTo>
                        <a:pt x="12" y="4"/>
                      </a:lnTo>
                      <a:lnTo>
                        <a:pt x="8" y="4"/>
                      </a:lnTo>
                      <a:lnTo>
                        <a:pt x="8" y="4"/>
                      </a:lnTo>
                      <a:lnTo>
                        <a:pt x="8" y="4"/>
                      </a:lnTo>
                      <a:lnTo>
                        <a:pt x="8" y="4"/>
                      </a:lnTo>
                      <a:lnTo>
                        <a:pt x="8" y="4"/>
                      </a:lnTo>
                      <a:lnTo>
                        <a:pt x="8" y="4"/>
                      </a:lnTo>
                      <a:lnTo>
                        <a:pt x="8" y="4"/>
                      </a:lnTo>
                      <a:lnTo>
                        <a:pt x="8" y="4"/>
                      </a:lnTo>
                      <a:lnTo>
                        <a:pt x="8" y="4"/>
                      </a:lnTo>
                      <a:lnTo>
                        <a:pt x="8" y="8"/>
                      </a:lnTo>
                      <a:lnTo>
                        <a:pt x="8" y="4"/>
                      </a:lnTo>
                      <a:lnTo>
                        <a:pt x="8" y="4"/>
                      </a:lnTo>
                      <a:lnTo>
                        <a:pt x="4" y="4"/>
                      </a:lnTo>
                      <a:lnTo>
                        <a:pt x="4" y="4"/>
                      </a:lnTo>
                      <a:lnTo>
                        <a:pt x="4" y="4"/>
                      </a:lnTo>
                      <a:lnTo>
                        <a:pt x="4" y="4"/>
                      </a:lnTo>
                      <a:lnTo>
                        <a:pt x="4" y="0"/>
                      </a:lnTo>
                      <a:lnTo>
                        <a:pt x="8" y="0"/>
                      </a:lnTo>
                      <a:lnTo>
                        <a:pt x="8" y="0"/>
                      </a:lnTo>
                      <a:lnTo>
                        <a:pt x="8" y="0"/>
                      </a:lnTo>
                      <a:lnTo>
                        <a:pt x="8" y="0"/>
                      </a:lnTo>
                      <a:lnTo>
                        <a:pt x="8" y="4"/>
                      </a:lnTo>
                      <a:lnTo>
                        <a:pt x="8" y="4"/>
                      </a:lnTo>
                      <a:lnTo>
                        <a:pt x="8" y="4"/>
                      </a:lnTo>
                      <a:lnTo>
                        <a:pt x="8" y="4"/>
                      </a:lnTo>
                      <a:lnTo>
                        <a:pt x="8" y="4"/>
                      </a:lnTo>
                      <a:lnTo>
                        <a:pt x="8" y="4"/>
                      </a:lnTo>
                      <a:lnTo>
                        <a:pt x="12" y="4"/>
                      </a:lnTo>
                      <a:lnTo>
                        <a:pt x="12" y="4"/>
                      </a:lnTo>
                      <a:lnTo>
                        <a:pt x="12" y="4"/>
                      </a:lnTo>
                      <a:lnTo>
                        <a:pt x="12" y="4"/>
                      </a:lnTo>
                      <a:lnTo>
                        <a:pt x="12" y="4"/>
                      </a:lnTo>
                      <a:lnTo>
                        <a:pt x="12" y="4"/>
                      </a:lnTo>
                      <a:lnTo>
                        <a:pt x="12" y="8"/>
                      </a:lnTo>
                      <a:lnTo>
                        <a:pt x="12" y="4"/>
                      </a:lnTo>
                      <a:lnTo>
                        <a:pt x="8" y="4"/>
                      </a:lnTo>
                      <a:lnTo>
                        <a:pt x="8" y="4"/>
                      </a:lnTo>
                      <a:lnTo>
                        <a:pt x="8" y="4"/>
                      </a:lnTo>
                      <a:lnTo>
                        <a:pt x="8" y="4"/>
                      </a:lnTo>
                      <a:lnTo>
                        <a:pt x="8" y="4"/>
                      </a:lnTo>
                      <a:lnTo>
                        <a:pt x="8" y="0"/>
                      </a:lnTo>
                      <a:lnTo>
                        <a:pt x="12" y="0"/>
                      </a:lnTo>
                      <a:lnTo>
                        <a:pt x="12" y="0"/>
                      </a:lnTo>
                      <a:lnTo>
                        <a:pt x="12" y="0"/>
                      </a:lnTo>
                      <a:lnTo>
                        <a:pt x="12" y="0"/>
                      </a:lnTo>
                      <a:lnTo>
                        <a:pt x="12" y="4"/>
                      </a:lnTo>
                      <a:lnTo>
                        <a:pt x="12" y="4"/>
                      </a:lnTo>
                      <a:lnTo>
                        <a:pt x="12" y="4"/>
                      </a:lnTo>
                      <a:lnTo>
                        <a:pt x="12" y="4"/>
                      </a:lnTo>
                      <a:lnTo>
                        <a:pt x="12" y="4"/>
                      </a:lnTo>
                      <a:lnTo>
                        <a:pt x="16" y="8"/>
                      </a:lnTo>
                      <a:lnTo>
                        <a:pt x="16" y="8"/>
                      </a:lnTo>
                      <a:lnTo>
                        <a:pt x="16" y="8"/>
                      </a:lnTo>
                      <a:lnTo>
                        <a:pt x="16" y="8"/>
                      </a:lnTo>
                      <a:lnTo>
                        <a:pt x="16" y="8"/>
                      </a:lnTo>
                      <a:lnTo>
                        <a:pt x="16" y="8"/>
                      </a:lnTo>
                      <a:lnTo>
                        <a:pt x="16" y="8"/>
                      </a:lnTo>
                      <a:lnTo>
                        <a:pt x="16" y="12"/>
                      </a:lnTo>
                      <a:lnTo>
                        <a:pt x="20" y="12"/>
                      </a:lnTo>
                      <a:lnTo>
                        <a:pt x="20" y="12"/>
                      </a:lnTo>
                      <a:lnTo>
                        <a:pt x="20" y="12"/>
                      </a:lnTo>
                      <a:lnTo>
                        <a:pt x="20" y="12"/>
                      </a:lnTo>
                      <a:lnTo>
                        <a:pt x="20" y="16"/>
                      </a:lnTo>
                      <a:lnTo>
                        <a:pt x="20" y="16"/>
                      </a:lnTo>
                      <a:lnTo>
                        <a:pt x="20" y="16"/>
                      </a:lnTo>
                      <a:lnTo>
                        <a:pt x="20" y="16"/>
                      </a:lnTo>
                      <a:lnTo>
                        <a:pt x="20" y="16"/>
                      </a:lnTo>
                      <a:lnTo>
                        <a:pt x="20" y="18"/>
                      </a:lnTo>
                      <a:lnTo>
                        <a:pt x="20" y="18"/>
                      </a:lnTo>
                      <a:lnTo>
                        <a:pt x="20" y="16"/>
                      </a:lnTo>
                      <a:lnTo>
                        <a:pt x="20" y="16"/>
                      </a:lnTo>
                      <a:lnTo>
                        <a:pt x="20" y="18"/>
                      </a:lnTo>
                      <a:lnTo>
                        <a:pt x="24" y="18"/>
                      </a:lnTo>
                      <a:lnTo>
                        <a:pt x="24" y="22"/>
                      </a:lnTo>
                      <a:lnTo>
                        <a:pt x="24" y="22"/>
                      </a:lnTo>
                      <a:lnTo>
                        <a:pt x="24" y="22"/>
                      </a:lnTo>
                      <a:lnTo>
                        <a:pt x="24" y="22"/>
                      </a:lnTo>
                      <a:lnTo>
                        <a:pt x="24" y="22"/>
                      </a:lnTo>
                      <a:lnTo>
                        <a:pt x="24" y="22"/>
                      </a:lnTo>
                      <a:lnTo>
                        <a:pt x="24" y="22"/>
                      </a:lnTo>
                      <a:lnTo>
                        <a:pt x="24" y="22"/>
                      </a:lnTo>
                      <a:lnTo>
                        <a:pt x="24" y="22"/>
                      </a:lnTo>
                      <a:lnTo>
                        <a:pt x="24" y="22"/>
                      </a:lnTo>
                      <a:lnTo>
                        <a:pt x="24" y="26"/>
                      </a:lnTo>
                      <a:lnTo>
                        <a:pt x="24" y="26"/>
                      </a:lnTo>
                      <a:lnTo>
                        <a:pt x="24" y="26"/>
                      </a:lnTo>
                      <a:lnTo>
                        <a:pt x="24" y="26"/>
                      </a:lnTo>
                      <a:lnTo>
                        <a:pt x="24" y="26"/>
                      </a:lnTo>
                      <a:lnTo>
                        <a:pt x="24" y="26"/>
                      </a:lnTo>
                      <a:lnTo>
                        <a:pt x="24" y="26"/>
                      </a:lnTo>
                      <a:lnTo>
                        <a:pt x="26" y="22"/>
                      </a:lnTo>
                      <a:lnTo>
                        <a:pt x="26" y="26"/>
                      </a:lnTo>
                      <a:lnTo>
                        <a:pt x="26" y="26"/>
                      </a:lnTo>
                      <a:lnTo>
                        <a:pt x="26" y="26"/>
                      </a:lnTo>
                      <a:lnTo>
                        <a:pt x="26" y="26"/>
                      </a:lnTo>
                      <a:lnTo>
                        <a:pt x="26" y="30"/>
                      </a:lnTo>
                      <a:lnTo>
                        <a:pt x="26" y="30"/>
                      </a:lnTo>
                      <a:lnTo>
                        <a:pt x="26" y="30"/>
                      </a:lnTo>
                      <a:lnTo>
                        <a:pt x="26" y="30"/>
                      </a:lnTo>
                      <a:lnTo>
                        <a:pt x="26" y="34"/>
                      </a:lnTo>
                      <a:lnTo>
                        <a:pt x="30" y="38"/>
                      </a:lnTo>
                      <a:lnTo>
                        <a:pt x="30" y="38"/>
                      </a:lnTo>
                      <a:lnTo>
                        <a:pt x="30" y="38"/>
                      </a:lnTo>
                      <a:lnTo>
                        <a:pt x="30" y="38"/>
                      </a:lnTo>
                      <a:lnTo>
                        <a:pt x="30" y="38"/>
                      </a:lnTo>
                      <a:lnTo>
                        <a:pt x="30" y="38"/>
                      </a:lnTo>
                      <a:lnTo>
                        <a:pt x="30" y="38"/>
                      </a:lnTo>
                      <a:lnTo>
                        <a:pt x="30" y="38"/>
                      </a:lnTo>
                      <a:lnTo>
                        <a:pt x="30" y="38"/>
                      </a:lnTo>
                      <a:lnTo>
                        <a:pt x="30" y="38"/>
                      </a:lnTo>
                      <a:lnTo>
                        <a:pt x="30" y="42"/>
                      </a:lnTo>
                      <a:lnTo>
                        <a:pt x="30" y="42"/>
                      </a:lnTo>
                      <a:lnTo>
                        <a:pt x="30" y="42"/>
                      </a:lnTo>
                      <a:lnTo>
                        <a:pt x="30" y="42"/>
                      </a:lnTo>
                      <a:lnTo>
                        <a:pt x="30" y="42"/>
                      </a:lnTo>
                      <a:lnTo>
                        <a:pt x="30" y="42"/>
                      </a:lnTo>
                      <a:lnTo>
                        <a:pt x="30" y="42"/>
                      </a:lnTo>
                      <a:lnTo>
                        <a:pt x="30" y="42"/>
                      </a:lnTo>
                      <a:lnTo>
                        <a:pt x="34" y="42"/>
                      </a:lnTo>
                      <a:lnTo>
                        <a:pt x="34" y="46"/>
                      </a:lnTo>
                      <a:lnTo>
                        <a:pt x="34" y="46"/>
                      </a:lnTo>
                      <a:lnTo>
                        <a:pt x="34" y="46"/>
                      </a:lnTo>
                      <a:lnTo>
                        <a:pt x="34" y="46"/>
                      </a:lnTo>
                      <a:lnTo>
                        <a:pt x="34" y="46"/>
                      </a:lnTo>
                      <a:lnTo>
                        <a:pt x="34" y="48"/>
                      </a:lnTo>
                      <a:lnTo>
                        <a:pt x="34" y="48"/>
                      </a:lnTo>
                      <a:lnTo>
                        <a:pt x="34" y="48"/>
                      </a:lnTo>
                      <a:lnTo>
                        <a:pt x="34" y="52"/>
                      </a:lnTo>
                      <a:lnTo>
                        <a:pt x="34" y="52"/>
                      </a:lnTo>
                      <a:lnTo>
                        <a:pt x="34" y="52"/>
                      </a:lnTo>
                      <a:lnTo>
                        <a:pt x="30" y="56"/>
                      </a:lnTo>
                      <a:lnTo>
                        <a:pt x="30" y="56"/>
                      </a:lnTo>
                      <a:lnTo>
                        <a:pt x="30" y="56"/>
                      </a:lnTo>
                      <a:lnTo>
                        <a:pt x="30" y="56"/>
                      </a:lnTo>
                      <a:lnTo>
                        <a:pt x="30" y="56"/>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87" name="Freeform 54">
                  <a:extLst>
                    <a:ext uri="{FF2B5EF4-FFF2-40B4-BE49-F238E27FC236}">
                      <a16:creationId xmlns:a16="http://schemas.microsoft.com/office/drawing/2014/main" id="{AFAC3CF2-8144-D4A2-D44C-86B6F67A0D2C}"/>
                    </a:ext>
                  </a:extLst>
                </p:cNvPr>
                <p:cNvSpPr>
                  <a:spLocks/>
                </p:cNvSpPr>
                <p:nvPr/>
              </p:nvSpPr>
              <p:spPr bwMode="gray">
                <a:xfrm>
                  <a:off x="5673065" y="3368304"/>
                  <a:ext cx="170449" cy="163491"/>
                </a:xfrm>
                <a:custGeom>
                  <a:avLst/>
                  <a:gdLst>
                    <a:gd name="T0" fmla="*/ 0 w 98"/>
                    <a:gd name="T1" fmla="*/ 78 h 94"/>
                    <a:gd name="T2" fmla="*/ 4 w 98"/>
                    <a:gd name="T3" fmla="*/ 76 h 94"/>
                    <a:gd name="T4" fmla="*/ 4 w 98"/>
                    <a:gd name="T5" fmla="*/ 76 h 94"/>
                    <a:gd name="T6" fmla="*/ 4 w 98"/>
                    <a:gd name="T7" fmla="*/ 72 h 94"/>
                    <a:gd name="T8" fmla="*/ 12 w 98"/>
                    <a:gd name="T9" fmla="*/ 68 h 94"/>
                    <a:gd name="T10" fmla="*/ 12 w 98"/>
                    <a:gd name="T11" fmla="*/ 68 h 94"/>
                    <a:gd name="T12" fmla="*/ 16 w 98"/>
                    <a:gd name="T13" fmla="*/ 60 h 94"/>
                    <a:gd name="T14" fmla="*/ 12 w 98"/>
                    <a:gd name="T15" fmla="*/ 56 h 94"/>
                    <a:gd name="T16" fmla="*/ 12 w 98"/>
                    <a:gd name="T17" fmla="*/ 52 h 94"/>
                    <a:gd name="T18" fmla="*/ 8 w 98"/>
                    <a:gd name="T19" fmla="*/ 52 h 94"/>
                    <a:gd name="T20" fmla="*/ 4 w 98"/>
                    <a:gd name="T21" fmla="*/ 52 h 94"/>
                    <a:gd name="T22" fmla="*/ 4 w 98"/>
                    <a:gd name="T23" fmla="*/ 44 h 94"/>
                    <a:gd name="T24" fmla="*/ 4 w 98"/>
                    <a:gd name="T25" fmla="*/ 42 h 94"/>
                    <a:gd name="T26" fmla="*/ 4 w 98"/>
                    <a:gd name="T27" fmla="*/ 34 h 94"/>
                    <a:gd name="T28" fmla="*/ 4 w 98"/>
                    <a:gd name="T29" fmla="*/ 26 h 94"/>
                    <a:gd name="T30" fmla="*/ 8 w 98"/>
                    <a:gd name="T31" fmla="*/ 30 h 94"/>
                    <a:gd name="T32" fmla="*/ 8 w 98"/>
                    <a:gd name="T33" fmla="*/ 26 h 94"/>
                    <a:gd name="T34" fmla="*/ 12 w 98"/>
                    <a:gd name="T35" fmla="*/ 22 h 94"/>
                    <a:gd name="T36" fmla="*/ 16 w 98"/>
                    <a:gd name="T37" fmla="*/ 22 h 94"/>
                    <a:gd name="T38" fmla="*/ 16 w 98"/>
                    <a:gd name="T39" fmla="*/ 18 h 94"/>
                    <a:gd name="T40" fmla="*/ 16 w 98"/>
                    <a:gd name="T41" fmla="*/ 12 h 94"/>
                    <a:gd name="T42" fmla="*/ 24 w 98"/>
                    <a:gd name="T43" fmla="*/ 14 h 94"/>
                    <a:gd name="T44" fmla="*/ 30 w 98"/>
                    <a:gd name="T45" fmla="*/ 12 h 94"/>
                    <a:gd name="T46" fmla="*/ 34 w 98"/>
                    <a:gd name="T47" fmla="*/ 12 h 94"/>
                    <a:gd name="T48" fmla="*/ 34 w 98"/>
                    <a:gd name="T49" fmla="*/ 12 h 94"/>
                    <a:gd name="T50" fmla="*/ 42 w 98"/>
                    <a:gd name="T51" fmla="*/ 8 h 94"/>
                    <a:gd name="T52" fmla="*/ 46 w 98"/>
                    <a:gd name="T53" fmla="*/ 12 h 94"/>
                    <a:gd name="T54" fmla="*/ 50 w 98"/>
                    <a:gd name="T55" fmla="*/ 12 h 94"/>
                    <a:gd name="T56" fmla="*/ 52 w 98"/>
                    <a:gd name="T57" fmla="*/ 14 h 94"/>
                    <a:gd name="T58" fmla="*/ 60 w 98"/>
                    <a:gd name="T59" fmla="*/ 12 h 94"/>
                    <a:gd name="T60" fmla="*/ 68 w 98"/>
                    <a:gd name="T61" fmla="*/ 8 h 94"/>
                    <a:gd name="T62" fmla="*/ 72 w 98"/>
                    <a:gd name="T63" fmla="*/ 8 h 94"/>
                    <a:gd name="T64" fmla="*/ 76 w 98"/>
                    <a:gd name="T65" fmla="*/ 4 h 94"/>
                    <a:gd name="T66" fmla="*/ 82 w 98"/>
                    <a:gd name="T67" fmla="*/ 4 h 94"/>
                    <a:gd name="T68" fmla="*/ 90 w 98"/>
                    <a:gd name="T69" fmla="*/ 4 h 94"/>
                    <a:gd name="T70" fmla="*/ 94 w 98"/>
                    <a:gd name="T71" fmla="*/ 0 h 94"/>
                    <a:gd name="T72" fmla="*/ 98 w 98"/>
                    <a:gd name="T73" fmla="*/ 4 h 94"/>
                    <a:gd name="T74" fmla="*/ 82 w 98"/>
                    <a:gd name="T75" fmla="*/ 18 h 94"/>
                    <a:gd name="T76" fmla="*/ 82 w 98"/>
                    <a:gd name="T77" fmla="*/ 30 h 94"/>
                    <a:gd name="T78" fmla="*/ 82 w 98"/>
                    <a:gd name="T79" fmla="*/ 38 h 94"/>
                    <a:gd name="T80" fmla="*/ 80 w 98"/>
                    <a:gd name="T81" fmla="*/ 42 h 94"/>
                    <a:gd name="T82" fmla="*/ 80 w 98"/>
                    <a:gd name="T83" fmla="*/ 44 h 94"/>
                    <a:gd name="T84" fmla="*/ 80 w 98"/>
                    <a:gd name="T85" fmla="*/ 56 h 94"/>
                    <a:gd name="T86" fmla="*/ 60 w 98"/>
                    <a:gd name="T87" fmla="*/ 68 h 94"/>
                    <a:gd name="T88" fmla="*/ 46 w 98"/>
                    <a:gd name="T89" fmla="*/ 76 h 94"/>
                    <a:gd name="T90" fmla="*/ 30 w 98"/>
                    <a:gd name="T91" fmla="*/ 86 h 94"/>
                    <a:gd name="T92" fmla="*/ 20 w 98"/>
                    <a:gd name="T93" fmla="*/ 94 h 94"/>
                    <a:gd name="T94" fmla="*/ 12 w 98"/>
                    <a:gd name="T95" fmla="*/ 94 h 94"/>
                    <a:gd name="T96" fmla="*/ 8 w 98"/>
                    <a:gd name="T97" fmla="*/ 90 h 94"/>
                    <a:gd name="T98" fmla="*/ 4 w 98"/>
                    <a:gd name="T99" fmla="*/ 86 h 94"/>
                    <a:gd name="T100" fmla="*/ 0 w 98"/>
                    <a:gd name="T101" fmla="*/ 86 h 94"/>
                    <a:gd name="T102" fmla="*/ 0 w 98"/>
                    <a:gd name="T103" fmla="*/ 86 h 94"/>
                    <a:gd name="T104" fmla="*/ 0 w 98"/>
                    <a:gd name="T105" fmla="*/ 82 h 94"/>
                    <a:gd name="T106" fmla="*/ 0 w 98"/>
                    <a:gd name="T107" fmla="*/ 78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98" h="94">
                      <a:moveTo>
                        <a:pt x="0" y="78"/>
                      </a:moveTo>
                      <a:lnTo>
                        <a:pt x="0" y="78"/>
                      </a:lnTo>
                      <a:lnTo>
                        <a:pt x="0" y="78"/>
                      </a:lnTo>
                      <a:lnTo>
                        <a:pt x="0" y="78"/>
                      </a:lnTo>
                      <a:lnTo>
                        <a:pt x="0" y="78"/>
                      </a:lnTo>
                      <a:lnTo>
                        <a:pt x="0" y="78"/>
                      </a:lnTo>
                      <a:lnTo>
                        <a:pt x="0" y="78"/>
                      </a:lnTo>
                      <a:lnTo>
                        <a:pt x="4" y="76"/>
                      </a:lnTo>
                      <a:lnTo>
                        <a:pt x="4" y="76"/>
                      </a:lnTo>
                      <a:lnTo>
                        <a:pt x="4" y="76"/>
                      </a:lnTo>
                      <a:lnTo>
                        <a:pt x="4" y="76"/>
                      </a:lnTo>
                      <a:lnTo>
                        <a:pt x="4" y="76"/>
                      </a:lnTo>
                      <a:lnTo>
                        <a:pt x="4" y="76"/>
                      </a:lnTo>
                      <a:lnTo>
                        <a:pt x="4" y="76"/>
                      </a:lnTo>
                      <a:lnTo>
                        <a:pt x="4" y="76"/>
                      </a:lnTo>
                      <a:lnTo>
                        <a:pt x="4" y="76"/>
                      </a:lnTo>
                      <a:lnTo>
                        <a:pt x="8" y="72"/>
                      </a:lnTo>
                      <a:lnTo>
                        <a:pt x="8" y="72"/>
                      </a:lnTo>
                      <a:lnTo>
                        <a:pt x="8" y="72"/>
                      </a:lnTo>
                      <a:lnTo>
                        <a:pt x="4" y="72"/>
                      </a:lnTo>
                      <a:lnTo>
                        <a:pt x="4" y="72"/>
                      </a:lnTo>
                      <a:lnTo>
                        <a:pt x="8" y="68"/>
                      </a:lnTo>
                      <a:lnTo>
                        <a:pt x="8" y="68"/>
                      </a:lnTo>
                      <a:lnTo>
                        <a:pt x="8" y="68"/>
                      </a:lnTo>
                      <a:lnTo>
                        <a:pt x="12" y="68"/>
                      </a:lnTo>
                      <a:lnTo>
                        <a:pt x="12" y="68"/>
                      </a:lnTo>
                      <a:lnTo>
                        <a:pt x="12" y="68"/>
                      </a:lnTo>
                      <a:lnTo>
                        <a:pt x="12" y="68"/>
                      </a:lnTo>
                      <a:lnTo>
                        <a:pt x="12" y="68"/>
                      </a:lnTo>
                      <a:lnTo>
                        <a:pt x="12" y="68"/>
                      </a:lnTo>
                      <a:lnTo>
                        <a:pt x="12" y="64"/>
                      </a:lnTo>
                      <a:lnTo>
                        <a:pt x="12" y="64"/>
                      </a:lnTo>
                      <a:lnTo>
                        <a:pt x="12" y="64"/>
                      </a:lnTo>
                      <a:lnTo>
                        <a:pt x="12" y="64"/>
                      </a:lnTo>
                      <a:lnTo>
                        <a:pt x="16" y="60"/>
                      </a:lnTo>
                      <a:lnTo>
                        <a:pt x="16" y="60"/>
                      </a:lnTo>
                      <a:lnTo>
                        <a:pt x="16" y="60"/>
                      </a:lnTo>
                      <a:lnTo>
                        <a:pt x="16" y="56"/>
                      </a:lnTo>
                      <a:lnTo>
                        <a:pt x="16" y="56"/>
                      </a:lnTo>
                      <a:lnTo>
                        <a:pt x="12" y="56"/>
                      </a:lnTo>
                      <a:lnTo>
                        <a:pt x="12" y="52"/>
                      </a:lnTo>
                      <a:lnTo>
                        <a:pt x="12" y="56"/>
                      </a:lnTo>
                      <a:lnTo>
                        <a:pt x="12" y="52"/>
                      </a:lnTo>
                      <a:lnTo>
                        <a:pt x="12" y="52"/>
                      </a:lnTo>
                      <a:lnTo>
                        <a:pt x="12" y="52"/>
                      </a:lnTo>
                      <a:lnTo>
                        <a:pt x="12" y="52"/>
                      </a:lnTo>
                      <a:lnTo>
                        <a:pt x="12" y="52"/>
                      </a:lnTo>
                      <a:lnTo>
                        <a:pt x="12" y="52"/>
                      </a:lnTo>
                      <a:lnTo>
                        <a:pt x="8" y="52"/>
                      </a:lnTo>
                      <a:lnTo>
                        <a:pt x="8" y="52"/>
                      </a:lnTo>
                      <a:lnTo>
                        <a:pt x="8" y="52"/>
                      </a:lnTo>
                      <a:lnTo>
                        <a:pt x="8" y="52"/>
                      </a:lnTo>
                      <a:lnTo>
                        <a:pt x="8" y="52"/>
                      </a:lnTo>
                      <a:lnTo>
                        <a:pt x="8" y="52"/>
                      </a:lnTo>
                      <a:lnTo>
                        <a:pt x="4" y="52"/>
                      </a:lnTo>
                      <a:lnTo>
                        <a:pt x="4" y="48"/>
                      </a:lnTo>
                      <a:lnTo>
                        <a:pt x="4" y="48"/>
                      </a:lnTo>
                      <a:lnTo>
                        <a:pt x="4" y="44"/>
                      </a:lnTo>
                      <a:lnTo>
                        <a:pt x="4" y="44"/>
                      </a:lnTo>
                      <a:lnTo>
                        <a:pt x="4" y="44"/>
                      </a:lnTo>
                      <a:lnTo>
                        <a:pt x="4" y="42"/>
                      </a:lnTo>
                      <a:lnTo>
                        <a:pt x="4" y="42"/>
                      </a:lnTo>
                      <a:lnTo>
                        <a:pt x="4" y="42"/>
                      </a:lnTo>
                      <a:lnTo>
                        <a:pt x="4" y="42"/>
                      </a:lnTo>
                      <a:lnTo>
                        <a:pt x="4" y="42"/>
                      </a:lnTo>
                      <a:lnTo>
                        <a:pt x="4" y="42"/>
                      </a:lnTo>
                      <a:lnTo>
                        <a:pt x="4" y="38"/>
                      </a:lnTo>
                      <a:lnTo>
                        <a:pt x="4" y="38"/>
                      </a:lnTo>
                      <a:lnTo>
                        <a:pt x="4" y="34"/>
                      </a:lnTo>
                      <a:lnTo>
                        <a:pt x="4" y="34"/>
                      </a:lnTo>
                      <a:lnTo>
                        <a:pt x="4" y="34"/>
                      </a:lnTo>
                      <a:lnTo>
                        <a:pt x="4" y="30"/>
                      </a:lnTo>
                      <a:lnTo>
                        <a:pt x="4" y="30"/>
                      </a:lnTo>
                      <a:lnTo>
                        <a:pt x="4" y="30"/>
                      </a:lnTo>
                      <a:lnTo>
                        <a:pt x="4" y="26"/>
                      </a:lnTo>
                      <a:lnTo>
                        <a:pt x="8" y="26"/>
                      </a:lnTo>
                      <a:lnTo>
                        <a:pt x="8" y="30"/>
                      </a:lnTo>
                      <a:lnTo>
                        <a:pt x="8" y="30"/>
                      </a:lnTo>
                      <a:lnTo>
                        <a:pt x="8" y="30"/>
                      </a:lnTo>
                      <a:lnTo>
                        <a:pt x="8" y="30"/>
                      </a:lnTo>
                      <a:lnTo>
                        <a:pt x="8" y="30"/>
                      </a:lnTo>
                      <a:lnTo>
                        <a:pt x="8" y="30"/>
                      </a:lnTo>
                      <a:lnTo>
                        <a:pt x="8" y="30"/>
                      </a:lnTo>
                      <a:lnTo>
                        <a:pt x="8" y="26"/>
                      </a:lnTo>
                      <a:lnTo>
                        <a:pt x="8" y="26"/>
                      </a:lnTo>
                      <a:lnTo>
                        <a:pt x="12" y="26"/>
                      </a:lnTo>
                      <a:lnTo>
                        <a:pt x="12" y="26"/>
                      </a:lnTo>
                      <a:lnTo>
                        <a:pt x="12" y="26"/>
                      </a:lnTo>
                      <a:lnTo>
                        <a:pt x="12" y="22"/>
                      </a:lnTo>
                      <a:lnTo>
                        <a:pt x="12" y="22"/>
                      </a:lnTo>
                      <a:lnTo>
                        <a:pt x="12" y="22"/>
                      </a:lnTo>
                      <a:lnTo>
                        <a:pt x="16" y="22"/>
                      </a:lnTo>
                      <a:lnTo>
                        <a:pt x="16" y="22"/>
                      </a:lnTo>
                      <a:lnTo>
                        <a:pt x="16" y="22"/>
                      </a:lnTo>
                      <a:lnTo>
                        <a:pt x="16" y="22"/>
                      </a:lnTo>
                      <a:lnTo>
                        <a:pt x="16" y="22"/>
                      </a:lnTo>
                      <a:lnTo>
                        <a:pt x="16" y="18"/>
                      </a:lnTo>
                      <a:lnTo>
                        <a:pt x="16" y="18"/>
                      </a:lnTo>
                      <a:lnTo>
                        <a:pt x="16" y="18"/>
                      </a:lnTo>
                      <a:lnTo>
                        <a:pt x="16" y="18"/>
                      </a:lnTo>
                      <a:lnTo>
                        <a:pt x="16" y="14"/>
                      </a:lnTo>
                      <a:lnTo>
                        <a:pt x="16" y="14"/>
                      </a:lnTo>
                      <a:lnTo>
                        <a:pt x="16" y="12"/>
                      </a:lnTo>
                      <a:lnTo>
                        <a:pt x="16" y="12"/>
                      </a:lnTo>
                      <a:lnTo>
                        <a:pt x="16" y="12"/>
                      </a:lnTo>
                      <a:lnTo>
                        <a:pt x="16" y="12"/>
                      </a:lnTo>
                      <a:lnTo>
                        <a:pt x="20" y="12"/>
                      </a:lnTo>
                      <a:lnTo>
                        <a:pt x="20" y="12"/>
                      </a:lnTo>
                      <a:lnTo>
                        <a:pt x="24" y="12"/>
                      </a:lnTo>
                      <a:lnTo>
                        <a:pt x="24" y="14"/>
                      </a:lnTo>
                      <a:lnTo>
                        <a:pt x="24" y="14"/>
                      </a:lnTo>
                      <a:lnTo>
                        <a:pt x="24" y="14"/>
                      </a:lnTo>
                      <a:lnTo>
                        <a:pt x="26" y="14"/>
                      </a:lnTo>
                      <a:lnTo>
                        <a:pt x="26" y="14"/>
                      </a:lnTo>
                      <a:lnTo>
                        <a:pt x="30" y="12"/>
                      </a:lnTo>
                      <a:lnTo>
                        <a:pt x="30" y="12"/>
                      </a:lnTo>
                      <a:lnTo>
                        <a:pt x="30" y="12"/>
                      </a:lnTo>
                      <a:lnTo>
                        <a:pt x="30" y="12"/>
                      </a:lnTo>
                      <a:lnTo>
                        <a:pt x="30" y="12"/>
                      </a:lnTo>
                      <a:lnTo>
                        <a:pt x="34" y="12"/>
                      </a:lnTo>
                      <a:lnTo>
                        <a:pt x="34" y="12"/>
                      </a:lnTo>
                      <a:lnTo>
                        <a:pt x="34" y="12"/>
                      </a:lnTo>
                      <a:lnTo>
                        <a:pt x="34" y="12"/>
                      </a:lnTo>
                      <a:lnTo>
                        <a:pt x="34" y="12"/>
                      </a:lnTo>
                      <a:lnTo>
                        <a:pt x="34" y="12"/>
                      </a:lnTo>
                      <a:lnTo>
                        <a:pt x="38" y="12"/>
                      </a:lnTo>
                      <a:lnTo>
                        <a:pt x="38" y="8"/>
                      </a:lnTo>
                      <a:lnTo>
                        <a:pt x="38" y="8"/>
                      </a:lnTo>
                      <a:lnTo>
                        <a:pt x="42" y="8"/>
                      </a:lnTo>
                      <a:lnTo>
                        <a:pt x="42" y="8"/>
                      </a:lnTo>
                      <a:lnTo>
                        <a:pt x="42" y="12"/>
                      </a:lnTo>
                      <a:lnTo>
                        <a:pt x="42" y="12"/>
                      </a:lnTo>
                      <a:lnTo>
                        <a:pt x="46" y="12"/>
                      </a:lnTo>
                      <a:lnTo>
                        <a:pt x="46" y="12"/>
                      </a:lnTo>
                      <a:lnTo>
                        <a:pt x="46" y="12"/>
                      </a:lnTo>
                      <a:lnTo>
                        <a:pt x="46" y="12"/>
                      </a:lnTo>
                      <a:lnTo>
                        <a:pt x="50" y="12"/>
                      </a:lnTo>
                      <a:lnTo>
                        <a:pt x="50" y="12"/>
                      </a:lnTo>
                      <a:lnTo>
                        <a:pt x="50" y="12"/>
                      </a:lnTo>
                      <a:lnTo>
                        <a:pt x="50" y="12"/>
                      </a:lnTo>
                      <a:lnTo>
                        <a:pt x="50" y="12"/>
                      </a:lnTo>
                      <a:lnTo>
                        <a:pt x="50" y="12"/>
                      </a:lnTo>
                      <a:lnTo>
                        <a:pt x="50" y="12"/>
                      </a:lnTo>
                      <a:lnTo>
                        <a:pt x="52" y="14"/>
                      </a:lnTo>
                      <a:lnTo>
                        <a:pt x="52" y="14"/>
                      </a:lnTo>
                      <a:lnTo>
                        <a:pt x="52" y="14"/>
                      </a:lnTo>
                      <a:lnTo>
                        <a:pt x="52" y="14"/>
                      </a:lnTo>
                      <a:lnTo>
                        <a:pt x="56" y="12"/>
                      </a:lnTo>
                      <a:lnTo>
                        <a:pt x="56" y="12"/>
                      </a:lnTo>
                      <a:lnTo>
                        <a:pt x="60" y="12"/>
                      </a:lnTo>
                      <a:lnTo>
                        <a:pt x="64" y="12"/>
                      </a:lnTo>
                      <a:lnTo>
                        <a:pt x="64" y="12"/>
                      </a:lnTo>
                      <a:lnTo>
                        <a:pt x="64" y="12"/>
                      </a:lnTo>
                      <a:lnTo>
                        <a:pt x="68" y="8"/>
                      </a:lnTo>
                      <a:lnTo>
                        <a:pt x="68" y="8"/>
                      </a:lnTo>
                      <a:lnTo>
                        <a:pt x="68" y="8"/>
                      </a:lnTo>
                      <a:lnTo>
                        <a:pt x="68" y="8"/>
                      </a:lnTo>
                      <a:lnTo>
                        <a:pt x="68" y="8"/>
                      </a:lnTo>
                      <a:lnTo>
                        <a:pt x="72" y="8"/>
                      </a:lnTo>
                      <a:lnTo>
                        <a:pt x="72" y="8"/>
                      </a:lnTo>
                      <a:lnTo>
                        <a:pt x="72" y="8"/>
                      </a:lnTo>
                      <a:lnTo>
                        <a:pt x="72" y="4"/>
                      </a:lnTo>
                      <a:lnTo>
                        <a:pt x="72" y="4"/>
                      </a:lnTo>
                      <a:lnTo>
                        <a:pt x="76" y="4"/>
                      </a:lnTo>
                      <a:lnTo>
                        <a:pt x="76" y="4"/>
                      </a:lnTo>
                      <a:lnTo>
                        <a:pt x="76" y="4"/>
                      </a:lnTo>
                      <a:lnTo>
                        <a:pt x="76" y="4"/>
                      </a:lnTo>
                      <a:lnTo>
                        <a:pt x="80" y="4"/>
                      </a:lnTo>
                      <a:lnTo>
                        <a:pt x="80" y="4"/>
                      </a:lnTo>
                      <a:lnTo>
                        <a:pt x="82" y="4"/>
                      </a:lnTo>
                      <a:lnTo>
                        <a:pt x="82" y="4"/>
                      </a:lnTo>
                      <a:lnTo>
                        <a:pt x="82" y="4"/>
                      </a:lnTo>
                      <a:lnTo>
                        <a:pt x="86" y="4"/>
                      </a:lnTo>
                      <a:lnTo>
                        <a:pt x="90" y="4"/>
                      </a:lnTo>
                      <a:lnTo>
                        <a:pt x="90" y="4"/>
                      </a:lnTo>
                      <a:lnTo>
                        <a:pt x="94" y="4"/>
                      </a:lnTo>
                      <a:lnTo>
                        <a:pt x="94" y="4"/>
                      </a:lnTo>
                      <a:lnTo>
                        <a:pt x="94" y="4"/>
                      </a:lnTo>
                      <a:lnTo>
                        <a:pt x="94" y="0"/>
                      </a:lnTo>
                      <a:lnTo>
                        <a:pt x="94" y="0"/>
                      </a:lnTo>
                      <a:lnTo>
                        <a:pt x="98" y="0"/>
                      </a:lnTo>
                      <a:lnTo>
                        <a:pt x="98" y="4"/>
                      </a:lnTo>
                      <a:lnTo>
                        <a:pt x="98" y="4"/>
                      </a:lnTo>
                      <a:lnTo>
                        <a:pt x="98" y="4"/>
                      </a:lnTo>
                      <a:lnTo>
                        <a:pt x="98" y="4"/>
                      </a:lnTo>
                      <a:lnTo>
                        <a:pt x="98" y="8"/>
                      </a:lnTo>
                      <a:lnTo>
                        <a:pt x="98" y="8"/>
                      </a:lnTo>
                      <a:lnTo>
                        <a:pt x="90" y="14"/>
                      </a:lnTo>
                      <a:lnTo>
                        <a:pt x="82" y="14"/>
                      </a:lnTo>
                      <a:lnTo>
                        <a:pt x="82" y="18"/>
                      </a:lnTo>
                      <a:lnTo>
                        <a:pt x="82" y="18"/>
                      </a:lnTo>
                      <a:lnTo>
                        <a:pt x="82" y="26"/>
                      </a:lnTo>
                      <a:lnTo>
                        <a:pt x="82" y="26"/>
                      </a:lnTo>
                      <a:lnTo>
                        <a:pt x="82" y="30"/>
                      </a:lnTo>
                      <a:lnTo>
                        <a:pt x="82" y="30"/>
                      </a:lnTo>
                      <a:lnTo>
                        <a:pt x="82" y="34"/>
                      </a:lnTo>
                      <a:lnTo>
                        <a:pt x="82" y="34"/>
                      </a:lnTo>
                      <a:lnTo>
                        <a:pt x="82" y="34"/>
                      </a:lnTo>
                      <a:lnTo>
                        <a:pt x="82" y="38"/>
                      </a:lnTo>
                      <a:lnTo>
                        <a:pt x="82" y="38"/>
                      </a:lnTo>
                      <a:lnTo>
                        <a:pt x="82" y="38"/>
                      </a:lnTo>
                      <a:lnTo>
                        <a:pt x="82" y="38"/>
                      </a:lnTo>
                      <a:lnTo>
                        <a:pt x="82" y="38"/>
                      </a:lnTo>
                      <a:lnTo>
                        <a:pt x="82" y="38"/>
                      </a:lnTo>
                      <a:lnTo>
                        <a:pt x="80" y="42"/>
                      </a:lnTo>
                      <a:lnTo>
                        <a:pt x="80" y="42"/>
                      </a:lnTo>
                      <a:lnTo>
                        <a:pt x="80" y="42"/>
                      </a:lnTo>
                      <a:lnTo>
                        <a:pt x="80" y="42"/>
                      </a:lnTo>
                      <a:lnTo>
                        <a:pt x="80" y="42"/>
                      </a:lnTo>
                      <a:lnTo>
                        <a:pt x="80" y="44"/>
                      </a:lnTo>
                      <a:lnTo>
                        <a:pt x="80" y="44"/>
                      </a:lnTo>
                      <a:lnTo>
                        <a:pt x="80" y="48"/>
                      </a:lnTo>
                      <a:lnTo>
                        <a:pt x="80" y="52"/>
                      </a:lnTo>
                      <a:lnTo>
                        <a:pt x="80" y="56"/>
                      </a:lnTo>
                      <a:lnTo>
                        <a:pt x="80" y="56"/>
                      </a:lnTo>
                      <a:lnTo>
                        <a:pt x="72" y="60"/>
                      </a:lnTo>
                      <a:lnTo>
                        <a:pt x="68" y="64"/>
                      </a:lnTo>
                      <a:lnTo>
                        <a:pt x="64" y="64"/>
                      </a:lnTo>
                      <a:lnTo>
                        <a:pt x="64" y="64"/>
                      </a:lnTo>
                      <a:lnTo>
                        <a:pt x="60" y="68"/>
                      </a:lnTo>
                      <a:lnTo>
                        <a:pt x="56" y="68"/>
                      </a:lnTo>
                      <a:lnTo>
                        <a:pt x="52" y="72"/>
                      </a:lnTo>
                      <a:lnTo>
                        <a:pt x="50" y="76"/>
                      </a:lnTo>
                      <a:lnTo>
                        <a:pt x="46" y="76"/>
                      </a:lnTo>
                      <a:lnTo>
                        <a:pt x="46" y="76"/>
                      </a:lnTo>
                      <a:lnTo>
                        <a:pt x="46" y="76"/>
                      </a:lnTo>
                      <a:lnTo>
                        <a:pt x="42" y="78"/>
                      </a:lnTo>
                      <a:lnTo>
                        <a:pt x="38" y="78"/>
                      </a:lnTo>
                      <a:lnTo>
                        <a:pt x="34" y="82"/>
                      </a:lnTo>
                      <a:lnTo>
                        <a:pt x="30" y="86"/>
                      </a:lnTo>
                      <a:lnTo>
                        <a:pt x="26" y="90"/>
                      </a:lnTo>
                      <a:lnTo>
                        <a:pt x="26" y="90"/>
                      </a:lnTo>
                      <a:lnTo>
                        <a:pt x="26" y="90"/>
                      </a:lnTo>
                      <a:lnTo>
                        <a:pt x="24" y="90"/>
                      </a:lnTo>
                      <a:lnTo>
                        <a:pt x="20" y="94"/>
                      </a:lnTo>
                      <a:lnTo>
                        <a:pt x="20" y="94"/>
                      </a:lnTo>
                      <a:lnTo>
                        <a:pt x="16" y="94"/>
                      </a:lnTo>
                      <a:lnTo>
                        <a:pt x="16" y="94"/>
                      </a:lnTo>
                      <a:lnTo>
                        <a:pt x="16" y="94"/>
                      </a:lnTo>
                      <a:lnTo>
                        <a:pt x="12" y="94"/>
                      </a:lnTo>
                      <a:lnTo>
                        <a:pt x="12" y="94"/>
                      </a:lnTo>
                      <a:lnTo>
                        <a:pt x="12" y="94"/>
                      </a:lnTo>
                      <a:lnTo>
                        <a:pt x="12" y="94"/>
                      </a:lnTo>
                      <a:lnTo>
                        <a:pt x="8" y="90"/>
                      </a:lnTo>
                      <a:lnTo>
                        <a:pt x="8" y="90"/>
                      </a:lnTo>
                      <a:lnTo>
                        <a:pt x="8" y="90"/>
                      </a:lnTo>
                      <a:lnTo>
                        <a:pt x="8" y="90"/>
                      </a:lnTo>
                      <a:lnTo>
                        <a:pt x="8" y="90"/>
                      </a:lnTo>
                      <a:lnTo>
                        <a:pt x="8" y="90"/>
                      </a:lnTo>
                      <a:lnTo>
                        <a:pt x="4" y="86"/>
                      </a:lnTo>
                      <a:lnTo>
                        <a:pt x="4" y="86"/>
                      </a:lnTo>
                      <a:lnTo>
                        <a:pt x="4" y="86"/>
                      </a:lnTo>
                      <a:lnTo>
                        <a:pt x="0" y="86"/>
                      </a:lnTo>
                      <a:lnTo>
                        <a:pt x="0" y="90"/>
                      </a:lnTo>
                      <a:lnTo>
                        <a:pt x="0" y="86"/>
                      </a:lnTo>
                      <a:lnTo>
                        <a:pt x="0" y="86"/>
                      </a:lnTo>
                      <a:lnTo>
                        <a:pt x="0" y="86"/>
                      </a:lnTo>
                      <a:lnTo>
                        <a:pt x="0" y="86"/>
                      </a:lnTo>
                      <a:lnTo>
                        <a:pt x="0" y="86"/>
                      </a:lnTo>
                      <a:lnTo>
                        <a:pt x="0" y="86"/>
                      </a:lnTo>
                      <a:lnTo>
                        <a:pt x="0" y="86"/>
                      </a:lnTo>
                      <a:lnTo>
                        <a:pt x="0" y="86"/>
                      </a:lnTo>
                      <a:lnTo>
                        <a:pt x="0" y="82"/>
                      </a:lnTo>
                      <a:lnTo>
                        <a:pt x="0" y="82"/>
                      </a:lnTo>
                      <a:lnTo>
                        <a:pt x="0" y="82"/>
                      </a:lnTo>
                      <a:lnTo>
                        <a:pt x="0" y="82"/>
                      </a:lnTo>
                      <a:lnTo>
                        <a:pt x="0" y="82"/>
                      </a:lnTo>
                      <a:lnTo>
                        <a:pt x="0" y="78"/>
                      </a:lnTo>
                      <a:lnTo>
                        <a:pt x="0" y="78"/>
                      </a:lnTo>
                      <a:lnTo>
                        <a:pt x="0" y="78"/>
                      </a:lnTo>
                      <a:lnTo>
                        <a:pt x="0" y="78"/>
                      </a:lnTo>
                      <a:lnTo>
                        <a:pt x="0" y="78"/>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88" name="Freeform 55">
                  <a:extLst>
                    <a:ext uri="{FF2B5EF4-FFF2-40B4-BE49-F238E27FC236}">
                      <a16:creationId xmlns:a16="http://schemas.microsoft.com/office/drawing/2014/main" id="{3CAA5DD6-DDF8-7E2B-EEBC-940458A9BCFD}"/>
                    </a:ext>
                  </a:extLst>
                </p:cNvPr>
                <p:cNvSpPr>
                  <a:spLocks/>
                </p:cNvSpPr>
                <p:nvPr/>
              </p:nvSpPr>
              <p:spPr bwMode="gray">
                <a:xfrm>
                  <a:off x="6459213" y="3243078"/>
                  <a:ext cx="187840" cy="153054"/>
                </a:xfrm>
                <a:custGeom>
                  <a:avLst/>
                  <a:gdLst>
                    <a:gd name="T0" fmla="*/ 100 w 108"/>
                    <a:gd name="T1" fmla="*/ 72 h 88"/>
                    <a:gd name="T2" fmla="*/ 90 w 108"/>
                    <a:gd name="T3" fmla="*/ 76 h 88"/>
                    <a:gd name="T4" fmla="*/ 90 w 108"/>
                    <a:gd name="T5" fmla="*/ 72 h 88"/>
                    <a:gd name="T6" fmla="*/ 82 w 108"/>
                    <a:gd name="T7" fmla="*/ 72 h 88"/>
                    <a:gd name="T8" fmla="*/ 74 w 108"/>
                    <a:gd name="T9" fmla="*/ 76 h 88"/>
                    <a:gd name="T10" fmla="*/ 68 w 108"/>
                    <a:gd name="T11" fmla="*/ 80 h 88"/>
                    <a:gd name="T12" fmla="*/ 60 w 108"/>
                    <a:gd name="T13" fmla="*/ 84 h 88"/>
                    <a:gd name="T14" fmla="*/ 56 w 108"/>
                    <a:gd name="T15" fmla="*/ 72 h 88"/>
                    <a:gd name="T16" fmla="*/ 60 w 108"/>
                    <a:gd name="T17" fmla="*/ 64 h 88"/>
                    <a:gd name="T18" fmla="*/ 52 w 108"/>
                    <a:gd name="T19" fmla="*/ 60 h 88"/>
                    <a:gd name="T20" fmla="*/ 52 w 108"/>
                    <a:gd name="T21" fmla="*/ 54 h 88"/>
                    <a:gd name="T22" fmla="*/ 44 w 108"/>
                    <a:gd name="T23" fmla="*/ 58 h 88"/>
                    <a:gd name="T24" fmla="*/ 38 w 108"/>
                    <a:gd name="T25" fmla="*/ 64 h 88"/>
                    <a:gd name="T26" fmla="*/ 38 w 108"/>
                    <a:gd name="T27" fmla="*/ 68 h 88"/>
                    <a:gd name="T28" fmla="*/ 26 w 108"/>
                    <a:gd name="T29" fmla="*/ 72 h 88"/>
                    <a:gd name="T30" fmla="*/ 22 w 108"/>
                    <a:gd name="T31" fmla="*/ 72 h 88"/>
                    <a:gd name="T32" fmla="*/ 12 w 108"/>
                    <a:gd name="T33" fmla="*/ 76 h 88"/>
                    <a:gd name="T34" fmla="*/ 4 w 108"/>
                    <a:gd name="T35" fmla="*/ 76 h 88"/>
                    <a:gd name="T36" fmla="*/ 8 w 108"/>
                    <a:gd name="T37" fmla="*/ 68 h 88"/>
                    <a:gd name="T38" fmla="*/ 12 w 108"/>
                    <a:gd name="T39" fmla="*/ 58 h 88"/>
                    <a:gd name="T40" fmla="*/ 12 w 108"/>
                    <a:gd name="T41" fmla="*/ 54 h 88"/>
                    <a:gd name="T42" fmla="*/ 12 w 108"/>
                    <a:gd name="T43" fmla="*/ 46 h 88"/>
                    <a:gd name="T44" fmla="*/ 4 w 108"/>
                    <a:gd name="T45" fmla="*/ 42 h 88"/>
                    <a:gd name="T46" fmla="*/ 0 w 108"/>
                    <a:gd name="T47" fmla="*/ 34 h 88"/>
                    <a:gd name="T48" fmla="*/ 8 w 108"/>
                    <a:gd name="T49" fmla="*/ 28 h 88"/>
                    <a:gd name="T50" fmla="*/ 14 w 108"/>
                    <a:gd name="T51" fmla="*/ 30 h 88"/>
                    <a:gd name="T52" fmla="*/ 18 w 108"/>
                    <a:gd name="T53" fmla="*/ 24 h 88"/>
                    <a:gd name="T54" fmla="*/ 18 w 108"/>
                    <a:gd name="T55" fmla="*/ 20 h 88"/>
                    <a:gd name="T56" fmla="*/ 18 w 108"/>
                    <a:gd name="T57" fmla="*/ 16 h 88"/>
                    <a:gd name="T58" fmla="*/ 26 w 108"/>
                    <a:gd name="T59" fmla="*/ 12 h 88"/>
                    <a:gd name="T60" fmla="*/ 30 w 108"/>
                    <a:gd name="T61" fmla="*/ 4 h 88"/>
                    <a:gd name="T62" fmla="*/ 38 w 108"/>
                    <a:gd name="T63" fmla="*/ 8 h 88"/>
                    <a:gd name="T64" fmla="*/ 42 w 108"/>
                    <a:gd name="T65" fmla="*/ 0 h 88"/>
                    <a:gd name="T66" fmla="*/ 48 w 108"/>
                    <a:gd name="T67" fmla="*/ 4 h 88"/>
                    <a:gd name="T68" fmla="*/ 44 w 108"/>
                    <a:gd name="T69" fmla="*/ 12 h 88"/>
                    <a:gd name="T70" fmla="*/ 44 w 108"/>
                    <a:gd name="T71" fmla="*/ 16 h 88"/>
                    <a:gd name="T72" fmla="*/ 44 w 108"/>
                    <a:gd name="T73" fmla="*/ 20 h 88"/>
                    <a:gd name="T74" fmla="*/ 44 w 108"/>
                    <a:gd name="T75" fmla="*/ 24 h 88"/>
                    <a:gd name="T76" fmla="*/ 38 w 108"/>
                    <a:gd name="T77" fmla="*/ 16 h 88"/>
                    <a:gd name="T78" fmla="*/ 30 w 108"/>
                    <a:gd name="T79" fmla="*/ 24 h 88"/>
                    <a:gd name="T80" fmla="*/ 26 w 108"/>
                    <a:gd name="T81" fmla="*/ 24 h 88"/>
                    <a:gd name="T82" fmla="*/ 30 w 108"/>
                    <a:gd name="T83" fmla="*/ 30 h 88"/>
                    <a:gd name="T84" fmla="*/ 42 w 108"/>
                    <a:gd name="T85" fmla="*/ 30 h 88"/>
                    <a:gd name="T86" fmla="*/ 44 w 108"/>
                    <a:gd name="T87" fmla="*/ 30 h 88"/>
                    <a:gd name="T88" fmla="*/ 52 w 108"/>
                    <a:gd name="T89" fmla="*/ 30 h 88"/>
                    <a:gd name="T90" fmla="*/ 60 w 108"/>
                    <a:gd name="T91" fmla="*/ 30 h 88"/>
                    <a:gd name="T92" fmla="*/ 60 w 108"/>
                    <a:gd name="T93" fmla="*/ 34 h 88"/>
                    <a:gd name="T94" fmla="*/ 68 w 108"/>
                    <a:gd name="T95" fmla="*/ 38 h 88"/>
                    <a:gd name="T96" fmla="*/ 74 w 108"/>
                    <a:gd name="T97" fmla="*/ 34 h 88"/>
                    <a:gd name="T98" fmla="*/ 82 w 108"/>
                    <a:gd name="T99" fmla="*/ 30 h 88"/>
                    <a:gd name="T100" fmla="*/ 90 w 108"/>
                    <a:gd name="T101" fmla="*/ 34 h 88"/>
                    <a:gd name="T102" fmla="*/ 90 w 108"/>
                    <a:gd name="T103" fmla="*/ 42 h 88"/>
                    <a:gd name="T104" fmla="*/ 94 w 108"/>
                    <a:gd name="T105" fmla="*/ 50 h 88"/>
                    <a:gd name="T106" fmla="*/ 100 w 108"/>
                    <a:gd name="T107" fmla="*/ 50 h 88"/>
                    <a:gd name="T108" fmla="*/ 104 w 108"/>
                    <a:gd name="T109" fmla="*/ 58 h 88"/>
                    <a:gd name="T110" fmla="*/ 108 w 108"/>
                    <a:gd name="T111" fmla="*/ 64 h 88"/>
                    <a:gd name="T112" fmla="*/ 108 w 108"/>
                    <a:gd name="T113" fmla="*/ 68 h 88"/>
                    <a:gd name="T114" fmla="*/ 104 w 108"/>
                    <a:gd name="T115" fmla="*/ 76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08" h="88">
                      <a:moveTo>
                        <a:pt x="104" y="76"/>
                      </a:moveTo>
                      <a:lnTo>
                        <a:pt x="104" y="72"/>
                      </a:lnTo>
                      <a:lnTo>
                        <a:pt x="100" y="72"/>
                      </a:lnTo>
                      <a:lnTo>
                        <a:pt x="98" y="72"/>
                      </a:lnTo>
                      <a:lnTo>
                        <a:pt x="94" y="72"/>
                      </a:lnTo>
                      <a:lnTo>
                        <a:pt x="90" y="76"/>
                      </a:lnTo>
                      <a:lnTo>
                        <a:pt x="86" y="76"/>
                      </a:lnTo>
                      <a:lnTo>
                        <a:pt x="86" y="72"/>
                      </a:lnTo>
                      <a:lnTo>
                        <a:pt x="90" y="72"/>
                      </a:lnTo>
                      <a:lnTo>
                        <a:pt x="86" y="72"/>
                      </a:lnTo>
                      <a:lnTo>
                        <a:pt x="86" y="68"/>
                      </a:lnTo>
                      <a:lnTo>
                        <a:pt x="82" y="72"/>
                      </a:lnTo>
                      <a:lnTo>
                        <a:pt x="78" y="72"/>
                      </a:lnTo>
                      <a:lnTo>
                        <a:pt x="78" y="76"/>
                      </a:lnTo>
                      <a:lnTo>
                        <a:pt x="74" y="76"/>
                      </a:lnTo>
                      <a:lnTo>
                        <a:pt x="74" y="80"/>
                      </a:lnTo>
                      <a:lnTo>
                        <a:pt x="70" y="80"/>
                      </a:lnTo>
                      <a:lnTo>
                        <a:pt x="68" y="80"/>
                      </a:lnTo>
                      <a:lnTo>
                        <a:pt x="64" y="84"/>
                      </a:lnTo>
                      <a:lnTo>
                        <a:pt x="60" y="88"/>
                      </a:lnTo>
                      <a:lnTo>
                        <a:pt x="60" y="84"/>
                      </a:lnTo>
                      <a:lnTo>
                        <a:pt x="56" y="80"/>
                      </a:lnTo>
                      <a:lnTo>
                        <a:pt x="56" y="76"/>
                      </a:lnTo>
                      <a:lnTo>
                        <a:pt x="56" y="72"/>
                      </a:lnTo>
                      <a:lnTo>
                        <a:pt x="56" y="68"/>
                      </a:lnTo>
                      <a:lnTo>
                        <a:pt x="56" y="64"/>
                      </a:lnTo>
                      <a:lnTo>
                        <a:pt x="60" y="64"/>
                      </a:lnTo>
                      <a:lnTo>
                        <a:pt x="60" y="60"/>
                      </a:lnTo>
                      <a:lnTo>
                        <a:pt x="56" y="60"/>
                      </a:lnTo>
                      <a:lnTo>
                        <a:pt x="52" y="60"/>
                      </a:lnTo>
                      <a:lnTo>
                        <a:pt x="56" y="58"/>
                      </a:lnTo>
                      <a:lnTo>
                        <a:pt x="56" y="54"/>
                      </a:lnTo>
                      <a:lnTo>
                        <a:pt x="52" y="54"/>
                      </a:lnTo>
                      <a:lnTo>
                        <a:pt x="48" y="50"/>
                      </a:lnTo>
                      <a:lnTo>
                        <a:pt x="44" y="54"/>
                      </a:lnTo>
                      <a:lnTo>
                        <a:pt x="44" y="58"/>
                      </a:lnTo>
                      <a:lnTo>
                        <a:pt x="42" y="60"/>
                      </a:lnTo>
                      <a:lnTo>
                        <a:pt x="38" y="60"/>
                      </a:lnTo>
                      <a:lnTo>
                        <a:pt x="38" y="64"/>
                      </a:lnTo>
                      <a:lnTo>
                        <a:pt x="42" y="64"/>
                      </a:lnTo>
                      <a:lnTo>
                        <a:pt x="42" y="68"/>
                      </a:lnTo>
                      <a:lnTo>
                        <a:pt x="38" y="68"/>
                      </a:lnTo>
                      <a:lnTo>
                        <a:pt x="34" y="68"/>
                      </a:lnTo>
                      <a:lnTo>
                        <a:pt x="30" y="68"/>
                      </a:lnTo>
                      <a:lnTo>
                        <a:pt x="26" y="72"/>
                      </a:lnTo>
                      <a:lnTo>
                        <a:pt x="26" y="76"/>
                      </a:lnTo>
                      <a:lnTo>
                        <a:pt x="22" y="76"/>
                      </a:lnTo>
                      <a:lnTo>
                        <a:pt x="22" y="72"/>
                      </a:lnTo>
                      <a:lnTo>
                        <a:pt x="18" y="72"/>
                      </a:lnTo>
                      <a:lnTo>
                        <a:pt x="14" y="76"/>
                      </a:lnTo>
                      <a:lnTo>
                        <a:pt x="12" y="76"/>
                      </a:lnTo>
                      <a:lnTo>
                        <a:pt x="12" y="80"/>
                      </a:lnTo>
                      <a:lnTo>
                        <a:pt x="8" y="80"/>
                      </a:lnTo>
                      <a:lnTo>
                        <a:pt x="4" y="76"/>
                      </a:lnTo>
                      <a:lnTo>
                        <a:pt x="4" y="72"/>
                      </a:lnTo>
                      <a:lnTo>
                        <a:pt x="4" y="68"/>
                      </a:lnTo>
                      <a:lnTo>
                        <a:pt x="8" y="68"/>
                      </a:lnTo>
                      <a:lnTo>
                        <a:pt x="8" y="64"/>
                      </a:lnTo>
                      <a:lnTo>
                        <a:pt x="12" y="60"/>
                      </a:lnTo>
                      <a:lnTo>
                        <a:pt x="12" y="58"/>
                      </a:lnTo>
                      <a:lnTo>
                        <a:pt x="14" y="58"/>
                      </a:lnTo>
                      <a:lnTo>
                        <a:pt x="12" y="58"/>
                      </a:lnTo>
                      <a:lnTo>
                        <a:pt x="12" y="54"/>
                      </a:lnTo>
                      <a:lnTo>
                        <a:pt x="8" y="50"/>
                      </a:lnTo>
                      <a:lnTo>
                        <a:pt x="8" y="46"/>
                      </a:lnTo>
                      <a:lnTo>
                        <a:pt x="12" y="46"/>
                      </a:lnTo>
                      <a:lnTo>
                        <a:pt x="12" y="42"/>
                      </a:lnTo>
                      <a:lnTo>
                        <a:pt x="8" y="42"/>
                      </a:lnTo>
                      <a:lnTo>
                        <a:pt x="4" y="42"/>
                      </a:lnTo>
                      <a:lnTo>
                        <a:pt x="4" y="38"/>
                      </a:lnTo>
                      <a:lnTo>
                        <a:pt x="0" y="38"/>
                      </a:lnTo>
                      <a:lnTo>
                        <a:pt x="0" y="34"/>
                      </a:lnTo>
                      <a:lnTo>
                        <a:pt x="0" y="30"/>
                      </a:lnTo>
                      <a:lnTo>
                        <a:pt x="4" y="28"/>
                      </a:lnTo>
                      <a:lnTo>
                        <a:pt x="8" y="28"/>
                      </a:lnTo>
                      <a:lnTo>
                        <a:pt x="8" y="30"/>
                      </a:lnTo>
                      <a:lnTo>
                        <a:pt x="12" y="30"/>
                      </a:lnTo>
                      <a:lnTo>
                        <a:pt x="14" y="30"/>
                      </a:lnTo>
                      <a:lnTo>
                        <a:pt x="14" y="28"/>
                      </a:lnTo>
                      <a:lnTo>
                        <a:pt x="14" y="24"/>
                      </a:lnTo>
                      <a:lnTo>
                        <a:pt x="18" y="24"/>
                      </a:lnTo>
                      <a:lnTo>
                        <a:pt x="18" y="20"/>
                      </a:lnTo>
                      <a:lnTo>
                        <a:pt x="22" y="20"/>
                      </a:lnTo>
                      <a:lnTo>
                        <a:pt x="18" y="20"/>
                      </a:lnTo>
                      <a:lnTo>
                        <a:pt x="14" y="20"/>
                      </a:lnTo>
                      <a:lnTo>
                        <a:pt x="14" y="16"/>
                      </a:lnTo>
                      <a:lnTo>
                        <a:pt x="18" y="16"/>
                      </a:lnTo>
                      <a:lnTo>
                        <a:pt x="22" y="16"/>
                      </a:lnTo>
                      <a:lnTo>
                        <a:pt x="26" y="16"/>
                      </a:lnTo>
                      <a:lnTo>
                        <a:pt x="26" y="12"/>
                      </a:lnTo>
                      <a:lnTo>
                        <a:pt x="26" y="8"/>
                      </a:lnTo>
                      <a:lnTo>
                        <a:pt x="26" y="4"/>
                      </a:lnTo>
                      <a:lnTo>
                        <a:pt x="30" y="4"/>
                      </a:lnTo>
                      <a:lnTo>
                        <a:pt x="30" y="8"/>
                      </a:lnTo>
                      <a:lnTo>
                        <a:pt x="34" y="8"/>
                      </a:lnTo>
                      <a:lnTo>
                        <a:pt x="38" y="8"/>
                      </a:lnTo>
                      <a:lnTo>
                        <a:pt x="38" y="4"/>
                      </a:lnTo>
                      <a:lnTo>
                        <a:pt x="42" y="4"/>
                      </a:lnTo>
                      <a:lnTo>
                        <a:pt x="42" y="0"/>
                      </a:lnTo>
                      <a:lnTo>
                        <a:pt x="44" y="0"/>
                      </a:lnTo>
                      <a:lnTo>
                        <a:pt x="44" y="4"/>
                      </a:lnTo>
                      <a:lnTo>
                        <a:pt x="48" y="4"/>
                      </a:lnTo>
                      <a:lnTo>
                        <a:pt x="48" y="8"/>
                      </a:lnTo>
                      <a:lnTo>
                        <a:pt x="44" y="8"/>
                      </a:lnTo>
                      <a:lnTo>
                        <a:pt x="44" y="12"/>
                      </a:lnTo>
                      <a:lnTo>
                        <a:pt x="42" y="12"/>
                      </a:lnTo>
                      <a:lnTo>
                        <a:pt x="42" y="16"/>
                      </a:lnTo>
                      <a:lnTo>
                        <a:pt x="44" y="16"/>
                      </a:lnTo>
                      <a:lnTo>
                        <a:pt x="48" y="16"/>
                      </a:lnTo>
                      <a:lnTo>
                        <a:pt x="48" y="20"/>
                      </a:lnTo>
                      <a:lnTo>
                        <a:pt x="44" y="20"/>
                      </a:lnTo>
                      <a:lnTo>
                        <a:pt x="44" y="24"/>
                      </a:lnTo>
                      <a:lnTo>
                        <a:pt x="42" y="24"/>
                      </a:lnTo>
                      <a:lnTo>
                        <a:pt x="44" y="24"/>
                      </a:lnTo>
                      <a:lnTo>
                        <a:pt x="44" y="20"/>
                      </a:lnTo>
                      <a:lnTo>
                        <a:pt x="42" y="20"/>
                      </a:lnTo>
                      <a:lnTo>
                        <a:pt x="38" y="16"/>
                      </a:lnTo>
                      <a:lnTo>
                        <a:pt x="34" y="20"/>
                      </a:lnTo>
                      <a:lnTo>
                        <a:pt x="30" y="20"/>
                      </a:lnTo>
                      <a:lnTo>
                        <a:pt x="30" y="24"/>
                      </a:lnTo>
                      <a:lnTo>
                        <a:pt x="26" y="24"/>
                      </a:lnTo>
                      <a:lnTo>
                        <a:pt x="26" y="20"/>
                      </a:lnTo>
                      <a:lnTo>
                        <a:pt x="26" y="24"/>
                      </a:lnTo>
                      <a:lnTo>
                        <a:pt x="26" y="28"/>
                      </a:lnTo>
                      <a:lnTo>
                        <a:pt x="26" y="30"/>
                      </a:lnTo>
                      <a:lnTo>
                        <a:pt x="30" y="30"/>
                      </a:lnTo>
                      <a:lnTo>
                        <a:pt x="34" y="30"/>
                      </a:lnTo>
                      <a:lnTo>
                        <a:pt x="38" y="30"/>
                      </a:lnTo>
                      <a:lnTo>
                        <a:pt x="42" y="30"/>
                      </a:lnTo>
                      <a:lnTo>
                        <a:pt x="42" y="28"/>
                      </a:lnTo>
                      <a:lnTo>
                        <a:pt x="44" y="28"/>
                      </a:lnTo>
                      <a:lnTo>
                        <a:pt x="44" y="30"/>
                      </a:lnTo>
                      <a:lnTo>
                        <a:pt x="48" y="30"/>
                      </a:lnTo>
                      <a:lnTo>
                        <a:pt x="48" y="34"/>
                      </a:lnTo>
                      <a:lnTo>
                        <a:pt x="52" y="30"/>
                      </a:lnTo>
                      <a:lnTo>
                        <a:pt x="56" y="30"/>
                      </a:lnTo>
                      <a:lnTo>
                        <a:pt x="56" y="28"/>
                      </a:lnTo>
                      <a:lnTo>
                        <a:pt x="60" y="30"/>
                      </a:lnTo>
                      <a:lnTo>
                        <a:pt x="56" y="30"/>
                      </a:lnTo>
                      <a:lnTo>
                        <a:pt x="60" y="30"/>
                      </a:lnTo>
                      <a:lnTo>
                        <a:pt x="60" y="34"/>
                      </a:lnTo>
                      <a:lnTo>
                        <a:pt x="64" y="34"/>
                      </a:lnTo>
                      <a:lnTo>
                        <a:pt x="68" y="34"/>
                      </a:lnTo>
                      <a:lnTo>
                        <a:pt x="68" y="38"/>
                      </a:lnTo>
                      <a:lnTo>
                        <a:pt x="68" y="34"/>
                      </a:lnTo>
                      <a:lnTo>
                        <a:pt x="70" y="34"/>
                      </a:lnTo>
                      <a:lnTo>
                        <a:pt x="74" y="34"/>
                      </a:lnTo>
                      <a:lnTo>
                        <a:pt x="78" y="34"/>
                      </a:lnTo>
                      <a:lnTo>
                        <a:pt x="82" y="34"/>
                      </a:lnTo>
                      <a:lnTo>
                        <a:pt x="82" y="30"/>
                      </a:lnTo>
                      <a:lnTo>
                        <a:pt x="86" y="30"/>
                      </a:lnTo>
                      <a:lnTo>
                        <a:pt x="90" y="30"/>
                      </a:lnTo>
                      <a:lnTo>
                        <a:pt x="90" y="34"/>
                      </a:lnTo>
                      <a:lnTo>
                        <a:pt x="86" y="34"/>
                      </a:lnTo>
                      <a:lnTo>
                        <a:pt x="90" y="38"/>
                      </a:lnTo>
                      <a:lnTo>
                        <a:pt x="90" y="42"/>
                      </a:lnTo>
                      <a:lnTo>
                        <a:pt x="90" y="46"/>
                      </a:lnTo>
                      <a:lnTo>
                        <a:pt x="90" y="50"/>
                      </a:lnTo>
                      <a:lnTo>
                        <a:pt x="94" y="50"/>
                      </a:lnTo>
                      <a:lnTo>
                        <a:pt x="94" y="46"/>
                      </a:lnTo>
                      <a:lnTo>
                        <a:pt x="98" y="46"/>
                      </a:lnTo>
                      <a:lnTo>
                        <a:pt x="100" y="50"/>
                      </a:lnTo>
                      <a:lnTo>
                        <a:pt x="104" y="50"/>
                      </a:lnTo>
                      <a:lnTo>
                        <a:pt x="104" y="54"/>
                      </a:lnTo>
                      <a:lnTo>
                        <a:pt x="104" y="58"/>
                      </a:lnTo>
                      <a:lnTo>
                        <a:pt x="104" y="60"/>
                      </a:lnTo>
                      <a:lnTo>
                        <a:pt x="104" y="64"/>
                      </a:lnTo>
                      <a:lnTo>
                        <a:pt x="108" y="64"/>
                      </a:lnTo>
                      <a:lnTo>
                        <a:pt x="104" y="64"/>
                      </a:lnTo>
                      <a:lnTo>
                        <a:pt x="104" y="68"/>
                      </a:lnTo>
                      <a:lnTo>
                        <a:pt x="108" y="68"/>
                      </a:lnTo>
                      <a:lnTo>
                        <a:pt x="108" y="72"/>
                      </a:lnTo>
                      <a:lnTo>
                        <a:pt x="104" y="76"/>
                      </a:lnTo>
                      <a:lnTo>
                        <a:pt x="104" y="76"/>
                      </a:lnTo>
                      <a:lnTo>
                        <a:pt x="104" y="76"/>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89" name="Freeform 56">
                  <a:extLst>
                    <a:ext uri="{FF2B5EF4-FFF2-40B4-BE49-F238E27FC236}">
                      <a16:creationId xmlns:a16="http://schemas.microsoft.com/office/drawing/2014/main" id="{3E3749DC-D8B7-AF47-5205-A69925C10D01}"/>
                    </a:ext>
                  </a:extLst>
                </p:cNvPr>
                <p:cNvSpPr>
                  <a:spLocks noEditPoints="1"/>
                </p:cNvSpPr>
                <p:nvPr/>
              </p:nvSpPr>
              <p:spPr bwMode="gray">
                <a:xfrm>
                  <a:off x="7193183" y="3907473"/>
                  <a:ext cx="205233" cy="448728"/>
                </a:xfrm>
                <a:custGeom>
                  <a:avLst/>
                  <a:gdLst>
                    <a:gd name="T0" fmla="*/ 54 w 118"/>
                    <a:gd name="T1" fmla="*/ 258 h 258"/>
                    <a:gd name="T2" fmla="*/ 50 w 118"/>
                    <a:gd name="T3" fmla="*/ 246 h 258"/>
                    <a:gd name="T4" fmla="*/ 40 w 118"/>
                    <a:gd name="T5" fmla="*/ 242 h 258"/>
                    <a:gd name="T6" fmla="*/ 36 w 118"/>
                    <a:gd name="T7" fmla="*/ 232 h 258"/>
                    <a:gd name="T8" fmla="*/ 24 w 118"/>
                    <a:gd name="T9" fmla="*/ 220 h 258"/>
                    <a:gd name="T10" fmla="*/ 18 w 118"/>
                    <a:gd name="T11" fmla="*/ 212 h 258"/>
                    <a:gd name="T12" fmla="*/ 14 w 118"/>
                    <a:gd name="T13" fmla="*/ 202 h 258"/>
                    <a:gd name="T14" fmla="*/ 18 w 118"/>
                    <a:gd name="T15" fmla="*/ 182 h 258"/>
                    <a:gd name="T16" fmla="*/ 28 w 118"/>
                    <a:gd name="T17" fmla="*/ 160 h 258"/>
                    <a:gd name="T18" fmla="*/ 32 w 118"/>
                    <a:gd name="T19" fmla="*/ 142 h 258"/>
                    <a:gd name="T20" fmla="*/ 28 w 118"/>
                    <a:gd name="T21" fmla="*/ 122 h 258"/>
                    <a:gd name="T22" fmla="*/ 20 w 118"/>
                    <a:gd name="T23" fmla="*/ 108 h 258"/>
                    <a:gd name="T24" fmla="*/ 14 w 118"/>
                    <a:gd name="T25" fmla="*/ 94 h 258"/>
                    <a:gd name="T26" fmla="*/ 18 w 118"/>
                    <a:gd name="T27" fmla="*/ 74 h 258"/>
                    <a:gd name="T28" fmla="*/ 18 w 118"/>
                    <a:gd name="T29" fmla="*/ 60 h 258"/>
                    <a:gd name="T30" fmla="*/ 6 w 118"/>
                    <a:gd name="T31" fmla="*/ 48 h 258"/>
                    <a:gd name="T32" fmla="*/ 4 w 118"/>
                    <a:gd name="T33" fmla="*/ 34 h 258"/>
                    <a:gd name="T34" fmla="*/ 6 w 118"/>
                    <a:gd name="T35" fmla="*/ 22 h 258"/>
                    <a:gd name="T36" fmla="*/ 18 w 118"/>
                    <a:gd name="T37" fmla="*/ 12 h 258"/>
                    <a:gd name="T38" fmla="*/ 28 w 118"/>
                    <a:gd name="T39" fmla="*/ 8 h 258"/>
                    <a:gd name="T40" fmla="*/ 40 w 118"/>
                    <a:gd name="T41" fmla="*/ 4 h 258"/>
                    <a:gd name="T42" fmla="*/ 44 w 118"/>
                    <a:gd name="T43" fmla="*/ 12 h 258"/>
                    <a:gd name="T44" fmla="*/ 54 w 118"/>
                    <a:gd name="T45" fmla="*/ 22 h 258"/>
                    <a:gd name="T46" fmla="*/ 54 w 118"/>
                    <a:gd name="T47" fmla="*/ 38 h 258"/>
                    <a:gd name="T48" fmla="*/ 54 w 118"/>
                    <a:gd name="T49" fmla="*/ 52 h 258"/>
                    <a:gd name="T50" fmla="*/ 66 w 118"/>
                    <a:gd name="T51" fmla="*/ 40 h 258"/>
                    <a:gd name="T52" fmla="*/ 76 w 118"/>
                    <a:gd name="T53" fmla="*/ 44 h 258"/>
                    <a:gd name="T54" fmla="*/ 88 w 118"/>
                    <a:gd name="T55" fmla="*/ 38 h 258"/>
                    <a:gd name="T56" fmla="*/ 102 w 118"/>
                    <a:gd name="T57" fmla="*/ 48 h 258"/>
                    <a:gd name="T58" fmla="*/ 106 w 118"/>
                    <a:gd name="T59" fmla="*/ 64 h 258"/>
                    <a:gd name="T60" fmla="*/ 110 w 118"/>
                    <a:gd name="T61" fmla="*/ 78 h 258"/>
                    <a:gd name="T62" fmla="*/ 114 w 118"/>
                    <a:gd name="T63" fmla="*/ 94 h 258"/>
                    <a:gd name="T64" fmla="*/ 110 w 118"/>
                    <a:gd name="T65" fmla="*/ 104 h 258"/>
                    <a:gd name="T66" fmla="*/ 96 w 118"/>
                    <a:gd name="T67" fmla="*/ 104 h 258"/>
                    <a:gd name="T68" fmla="*/ 80 w 118"/>
                    <a:gd name="T69" fmla="*/ 112 h 258"/>
                    <a:gd name="T70" fmla="*/ 70 w 118"/>
                    <a:gd name="T71" fmla="*/ 122 h 258"/>
                    <a:gd name="T72" fmla="*/ 76 w 118"/>
                    <a:gd name="T73" fmla="*/ 142 h 258"/>
                    <a:gd name="T74" fmla="*/ 76 w 118"/>
                    <a:gd name="T75" fmla="*/ 146 h 258"/>
                    <a:gd name="T76" fmla="*/ 66 w 118"/>
                    <a:gd name="T77" fmla="*/ 134 h 258"/>
                    <a:gd name="T78" fmla="*/ 50 w 118"/>
                    <a:gd name="T79" fmla="*/ 134 h 258"/>
                    <a:gd name="T80" fmla="*/ 50 w 118"/>
                    <a:gd name="T81" fmla="*/ 120 h 258"/>
                    <a:gd name="T82" fmla="*/ 40 w 118"/>
                    <a:gd name="T83" fmla="*/ 126 h 258"/>
                    <a:gd name="T84" fmla="*/ 36 w 118"/>
                    <a:gd name="T85" fmla="*/ 148 h 258"/>
                    <a:gd name="T86" fmla="*/ 28 w 118"/>
                    <a:gd name="T87" fmla="*/ 168 h 258"/>
                    <a:gd name="T88" fmla="*/ 28 w 118"/>
                    <a:gd name="T89" fmla="*/ 190 h 258"/>
                    <a:gd name="T90" fmla="*/ 36 w 118"/>
                    <a:gd name="T91" fmla="*/ 204 h 258"/>
                    <a:gd name="T92" fmla="*/ 44 w 118"/>
                    <a:gd name="T93" fmla="*/ 212 h 258"/>
                    <a:gd name="T94" fmla="*/ 46 w 118"/>
                    <a:gd name="T95" fmla="*/ 232 h 258"/>
                    <a:gd name="T96" fmla="*/ 40 w 118"/>
                    <a:gd name="T97" fmla="*/ 224 h 258"/>
                    <a:gd name="T98" fmla="*/ 46 w 118"/>
                    <a:gd name="T99" fmla="*/ 232 h 258"/>
                    <a:gd name="T100" fmla="*/ 58 w 118"/>
                    <a:gd name="T101" fmla="*/ 234 h 258"/>
                    <a:gd name="T102" fmla="*/ 66 w 118"/>
                    <a:gd name="T103" fmla="*/ 254 h 258"/>
                    <a:gd name="T104" fmla="*/ 18 w 118"/>
                    <a:gd name="T105" fmla="*/ 212 h 258"/>
                    <a:gd name="T106" fmla="*/ 32 w 118"/>
                    <a:gd name="T107" fmla="*/ 238 h 258"/>
                    <a:gd name="T108" fmla="*/ 72 w 118"/>
                    <a:gd name="T109" fmla="*/ 146 h 258"/>
                    <a:gd name="T110" fmla="*/ 72 w 118"/>
                    <a:gd name="T111" fmla="*/ 148 h 258"/>
                    <a:gd name="T112" fmla="*/ 40 w 118"/>
                    <a:gd name="T113" fmla="*/ 190 h 258"/>
                    <a:gd name="T114" fmla="*/ 14 w 118"/>
                    <a:gd name="T115" fmla="*/ 216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18" h="258">
                      <a:moveTo>
                        <a:pt x="62" y="254"/>
                      </a:moveTo>
                      <a:lnTo>
                        <a:pt x="62" y="250"/>
                      </a:lnTo>
                      <a:lnTo>
                        <a:pt x="58" y="250"/>
                      </a:lnTo>
                      <a:lnTo>
                        <a:pt x="58" y="254"/>
                      </a:lnTo>
                      <a:lnTo>
                        <a:pt x="54" y="254"/>
                      </a:lnTo>
                      <a:lnTo>
                        <a:pt x="54" y="258"/>
                      </a:lnTo>
                      <a:lnTo>
                        <a:pt x="54" y="254"/>
                      </a:lnTo>
                      <a:lnTo>
                        <a:pt x="50" y="254"/>
                      </a:lnTo>
                      <a:lnTo>
                        <a:pt x="50" y="250"/>
                      </a:lnTo>
                      <a:lnTo>
                        <a:pt x="54" y="250"/>
                      </a:lnTo>
                      <a:lnTo>
                        <a:pt x="54" y="246"/>
                      </a:lnTo>
                      <a:lnTo>
                        <a:pt x="50" y="246"/>
                      </a:lnTo>
                      <a:lnTo>
                        <a:pt x="50" y="242"/>
                      </a:lnTo>
                      <a:lnTo>
                        <a:pt x="46" y="242"/>
                      </a:lnTo>
                      <a:lnTo>
                        <a:pt x="44" y="242"/>
                      </a:lnTo>
                      <a:lnTo>
                        <a:pt x="44" y="238"/>
                      </a:lnTo>
                      <a:lnTo>
                        <a:pt x="40" y="238"/>
                      </a:lnTo>
                      <a:lnTo>
                        <a:pt x="40" y="242"/>
                      </a:lnTo>
                      <a:lnTo>
                        <a:pt x="40" y="238"/>
                      </a:lnTo>
                      <a:lnTo>
                        <a:pt x="36" y="238"/>
                      </a:lnTo>
                      <a:lnTo>
                        <a:pt x="36" y="234"/>
                      </a:lnTo>
                      <a:lnTo>
                        <a:pt x="32" y="234"/>
                      </a:lnTo>
                      <a:lnTo>
                        <a:pt x="32" y="232"/>
                      </a:lnTo>
                      <a:lnTo>
                        <a:pt x="36" y="232"/>
                      </a:lnTo>
                      <a:lnTo>
                        <a:pt x="32" y="232"/>
                      </a:lnTo>
                      <a:lnTo>
                        <a:pt x="32" y="228"/>
                      </a:lnTo>
                      <a:lnTo>
                        <a:pt x="28" y="228"/>
                      </a:lnTo>
                      <a:lnTo>
                        <a:pt x="28" y="224"/>
                      </a:lnTo>
                      <a:lnTo>
                        <a:pt x="28" y="220"/>
                      </a:lnTo>
                      <a:lnTo>
                        <a:pt x="24" y="220"/>
                      </a:lnTo>
                      <a:lnTo>
                        <a:pt x="24" y="216"/>
                      </a:lnTo>
                      <a:lnTo>
                        <a:pt x="20" y="216"/>
                      </a:lnTo>
                      <a:lnTo>
                        <a:pt x="20" y="212"/>
                      </a:lnTo>
                      <a:lnTo>
                        <a:pt x="20" y="208"/>
                      </a:lnTo>
                      <a:lnTo>
                        <a:pt x="18" y="208"/>
                      </a:lnTo>
                      <a:lnTo>
                        <a:pt x="18" y="212"/>
                      </a:lnTo>
                      <a:lnTo>
                        <a:pt x="18" y="208"/>
                      </a:lnTo>
                      <a:lnTo>
                        <a:pt x="18" y="212"/>
                      </a:lnTo>
                      <a:lnTo>
                        <a:pt x="14" y="212"/>
                      </a:lnTo>
                      <a:lnTo>
                        <a:pt x="14" y="208"/>
                      </a:lnTo>
                      <a:lnTo>
                        <a:pt x="14" y="204"/>
                      </a:lnTo>
                      <a:lnTo>
                        <a:pt x="14" y="202"/>
                      </a:lnTo>
                      <a:lnTo>
                        <a:pt x="14" y="198"/>
                      </a:lnTo>
                      <a:lnTo>
                        <a:pt x="14" y="194"/>
                      </a:lnTo>
                      <a:lnTo>
                        <a:pt x="14" y="190"/>
                      </a:lnTo>
                      <a:lnTo>
                        <a:pt x="18" y="190"/>
                      </a:lnTo>
                      <a:lnTo>
                        <a:pt x="18" y="186"/>
                      </a:lnTo>
                      <a:lnTo>
                        <a:pt x="18" y="182"/>
                      </a:lnTo>
                      <a:lnTo>
                        <a:pt x="20" y="178"/>
                      </a:lnTo>
                      <a:lnTo>
                        <a:pt x="20" y="176"/>
                      </a:lnTo>
                      <a:lnTo>
                        <a:pt x="20" y="172"/>
                      </a:lnTo>
                      <a:lnTo>
                        <a:pt x="20" y="168"/>
                      </a:lnTo>
                      <a:lnTo>
                        <a:pt x="24" y="164"/>
                      </a:lnTo>
                      <a:lnTo>
                        <a:pt x="28" y="160"/>
                      </a:lnTo>
                      <a:lnTo>
                        <a:pt x="28" y="156"/>
                      </a:lnTo>
                      <a:lnTo>
                        <a:pt x="28" y="152"/>
                      </a:lnTo>
                      <a:lnTo>
                        <a:pt x="32" y="152"/>
                      </a:lnTo>
                      <a:lnTo>
                        <a:pt x="32" y="148"/>
                      </a:lnTo>
                      <a:lnTo>
                        <a:pt x="32" y="146"/>
                      </a:lnTo>
                      <a:lnTo>
                        <a:pt x="32" y="142"/>
                      </a:lnTo>
                      <a:lnTo>
                        <a:pt x="28" y="142"/>
                      </a:lnTo>
                      <a:lnTo>
                        <a:pt x="28" y="138"/>
                      </a:lnTo>
                      <a:lnTo>
                        <a:pt x="28" y="134"/>
                      </a:lnTo>
                      <a:lnTo>
                        <a:pt x="24" y="126"/>
                      </a:lnTo>
                      <a:lnTo>
                        <a:pt x="28" y="126"/>
                      </a:lnTo>
                      <a:lnTo>
                        <a:pt x="28" y="122"/>
                      </a:lnTo>
                      <a:lnTo>
                        <a:pt x="24" y="122"/>
                      </a:lnTo>
                      <a:lnTo>
                        <a:pt x="24" y="120"/>
                      </a:lnTo>
                      <a:lnTo>
                        <a:pt x="24" y="116"/>
                      </a:lnTo>
                      <a:lnTo>
                        <a:pt x="24" y="112"/>
                      </a:lnTo>
                      <a:lnTo>
                        <a:pt x="20" y="112"/>
                      </a:lnTo>
                      <a:lnTo>
                        <a:pt x="20" y="108"/>
                      </a:lnTo>
                      <a:lnTo>
                        <a:pt x="18" y="108"/>
                      </a:lnTo>
                      <a:lnTo>
                        <a:pt x="18" y="104"/>
                      </a:lnTo>
                      <a:lnTo>
                        <a:pt x="18" y="100"/>
                      </a:lnTo>
                      <a:lnTo>
                        <a:pt x="14" y="100"/>
                      </a:lnTo>
                      <a:lnTo>
                        <a:pt x="14" y="96"/>
                      </a:lnTo>
                      <a:lnTo>
                        <a:pt x="14" y="94"/>
                      </a:lnTo>
                      <a:lnTo>
                        <a:pt x="14" y="90"/>
                      </a:lnTo>
                      <a:lnTo>
                        <a:pt x="18" y="90"/>
                      </a:lnTo>
                      <a:lnTo>
                        <a:pt x="18" y="86"/>
                      </a:lnTo>
                      <a:lnTo>
                        <a:pt x="18" y="82"/>
                      </a:lnTo>
                      <a:lnTo>
                        <a:pt x="18" y="78"/>
                      </a:lnTo>
                      <a:lnTo>
                        <a:pt x="18" y="74"/>
                      </a:lnTo>
                      <a:lnTo>
                        <a:pt x="20" y="74"/>
                      </a:lnTo>
                      <a:lnTo>
                        <a:pt x="20" y="70"/>
                      </a:lnTo>
                      <a:lnTo>
                        <a:pt x="18" y="70"/>
                      </a:lnTo>
                      <a:lnTo>
                        <a:pt x="18" y="66"/>
                      </a:lnTo>
                      <a:lnTo>
                        <a:pt x="18" y="64"/>
                      </a:lnTo>
                      <a:lnTo>
                        <a:pt x="18" y="60"/>
                      </a:lnTo>
                      <a:lnTo>
                        <a:pt x="14" y="60"/>
                      </a:lnTo>
                      <a:lnTo>
                        <a:pt x="14" y="56"/>
                      </a:lnTo>
                      <a:lnTo>
                        <a:pt x="10" y="56"/>
                      </a:lnTo>
                      <a:lnTo>
                        <a:pt x="10" y="52"/>
                      </a:lnTo>
                      <a:lnTo>
                        <a:pt x="10" y="48"/>
                      </a:lnTo>
                      <a:lnTo>
                        <a:pt x="6" y="48"/>
                      </a:lnTo>
                      <a:lnTo>
                        <a:pt x="6" y="44"/>
                      </a:lnTo>
                      <a:lnTo>
                        <a:pt x="6" y="40"/>
                      </a:lnTo>
                      <a:lnTo>
                        <a:pt x="4" y="38"/>
                      </a:lnTo>
                      <a:lnTo>
                        <a:pt x="6" y="38"/>
                      </a:lnTo>
                      <a:lnTo>
                        <a:pt x="4" y="38"/>
                      </a:lnTo>
                      <a:lnTo>
                        <a:pt x="4" y="34"/>
                      </a:lnTo>
                      <a:lnTo>
                        <a:pt x="0" y="34"/>
                      </a:lnTo>
                      <a:lnTo>
                        <a:pt x="4" y="34"/>
                      </a:lnTo>
                      <a:lnTo>
                        <a:pt x="6" y="34"/>
                      </a:lnTo>
                      <a:lnTo>
                        <a:pt x="6" y="30"/>
                      </a:lnTo>
                      <a:lnTo>
                        <a:pt x="6" y="26"/>
                      </a:lnTo>
                      <a:lnTo>
                        <a:pt x="6" y="22"/>
                      </a:lnTo>
                      <a:lnTo>
                        <a:pt x="6" y="18"/>
                      </a:lnTo>
                      <a:lnTo>
                        <a:pt x="6" y="14"/>
                      </a:lnTo>
                      <a:lnTo>
                        <a:pt x="10" y="14"/>
                      </a:lnTo>
                      <a:lnTo>
                        <a:pt x="10" y="12"/>
                      </a:lnTo>
                      <a:lnTo>
                        <a:pt x="14" y="12"/>
                      </a:lnTo>
                      <a:lnTo>
                        <a:pt x="18" y="12"/>
                      </a:lnTo>
                      <a:lnTo>
                        <a:pt x="20" y="12"/>
                      </a:lnTo>
                      <a:lnTo>
                        <a:pt x="24" y="12"/>
                      </a:lnTo>
                      <a:lnTo>
                        <a:pt x="24" y="8"/>
                      </a:lnTo>
                      <a:lnTo>
                        <a:pt x="24" y="4"/>
                      </a:lnTo>
                      <a:lnTo>
                        <a:pt x="28" y="4"/>
                      </a:lnTo>
                      <a:lnTo>
                        <a:pt x="28" y="8"/>
                      </a:lnTo>
                      <a:lnTo>
                        <a:pt x="28" y="4"/>
                      </a:lnTo>
                      <a:lnTo>
                        <a:pt x="32" y="4"/>
                      </a:lnTo>
                      <a:lnTo>
                        <a:pt x="32" y="0"/>
                      </a:lnTo>
                      <a:lnTo>
                        <a:pt x="36" y="0"/>
                      </a:lnTo>
                      <a:lnTo>
                        <a:pt x="40" y="0"/>
                      </a:lnTo>
                      <a:lnTo>
                        <a:pt x="40" y="4"/>
                      </a:lnTo>
                      <a:lnTo>
                        <a:pt x="40" y="0"/>
                      </a:lnTo>
                      <a:lnTo>
                        <a:pt x="44" y="0"/>
                      </a:lnTo>
                      <a:lnTo>
                        <a:pt x="44" y="4"/>
                      </a:lnTo>
                      <a:lnTo>
                        <a:pt x="46" y="4"/>
                      </a:lnTo>
                      <a:lnTo>
                        <a:pt x="46" y="8"/>
                      </a:lnTo>
                      <a:lnTo>
                        <a:pt x="44" y="12"/>
                      </a:lnTo>
                      <a:lnTo>
                        <a:pt x="44" y="14"/>
                      </a:lnTo>
                      <a:lnTo>
                        <a:pt x="46" y="14"/>
                      </a:lnTo>
                      <a:lnTo>
                        <a:pt x="50" y="14"/>
                      </a:lnTo>
                      <a:lnTo>
                        <a:pt x="54" y="14"/>
                      </a:lnTo>
                      <a:lnTo>
                        <a:pt x="54" y="18"/>
                      </a:lnTo>
                      <a:lnTo>
                        <a:pt x="54" y="22"/>
                      </a:lnTo>
                      <a:lnTo>
                        <a:pt x="58" y="22"/>
                      </a:lnTo>
                      <a:lnTo>
                        <a:pt x="58" y="26"/>
                      </a:lnTo>
                      <a:lnTo>
                        <a:pt x="54" y="26"/>
                      </a:lnTo>
                      <a:lnTo>
                        <a:pt x="54" y="30"/>
                      </a:lnTo>
                      <a:lnTo>
                        <a:pt x="54" y="34"/>
                      </a:lnTo>
                      <a:lnTo>
                        <a:pt x="54" y="38"/>
                      </a:lnTo>
                      <a:lnTo>
                        <a:pt x="54" y="40"/>
                      </a:lnTo>
                      <a:lnTo>
                        <a:pt x="54" y="44"/>
                      </a:lnTo>
                      <a:lnTo>
                        <a:pt x="50" y="44"/>
                      </a:lnTo>
                      <a:lnTo>
                        <a:pt x="50" y="48"/>
                      </a:lnTo>
                      <a:lnTo>
                        <a:pt x="50" y="52"/>
                      </a:lnTo>
                      <a:lnTo>
                        <a:pt x="54" y="52"/>
                      </a:lnTo>
                      <a:lnTo>
                        <a:pt x="54" y="48"/>
                      </a:lnTo>
                      <a:lnTo>
                        <a:pt x="58" y="48"/>
                      </a:lnTo>
                      <a:lnTo>
                        <a:pt x="58" y="44"/>
                      </a:lnTo>
                      <a:lnTo>
                        <a:pt x="62" y="44"/>
                      </a:lnTo>
                      <a:lnTo>
                        <a:pt x="62" y="40"/>
                      </a:lnTo>
                      <a:lnTo>
                        <a:pt x="66" y="40"/>
                      </a:lnTo>
                      <a:lnTo>
                        <a:pt x="66" y="38"/>
                      </a:lnTo>
                      <a:lnTo>
                        <a:pt x="70" y="38"/>
                      </a:lnTo>
                      <a:lnTo>
                        <a:pt x="70" y="40"/>
                      </a:lnTo>
                      <a:lnTo>
                        <a:pt x="72" y="40"/>
                      </a:lnTo>
                      <a:lnTo>
                        <a:pt x="72" y="44"/>
                      </a:lnTo>
                      <a:lnTo>
                        <a:pt x="76" y="44"/>
                      </a:lnTo>
                      <a:lnTo>
                        <a:pt x="76" y="40"/>
                      </a:lnTo>
                      <a:lnTo>
                        <a:pt x="80" y="40"/>
                      </a:lnTo>
                      <a:lnTo>
                        <a:pt x="84" y="38"/>
                      </a:lnTo>
                      <a:lnTo>
                        <a:pt x="84" y="34"/>
                      </a:lnTo>
                      <a:lnTo>
                        <a:pt x="88" y="34"/>
                      </a:lnTo>
                      <a:lnTo>
                        <a:pt x="88" y="38"/>
                      </a:lnTo>
                      <a:lnTo>
                        <a:pt x="92" y="38"/>
                      </a:lnTo>
                      <a:lnTo>
                        <a:pt x="96" y="38"/>
                      </a:lnTo>
                      <a:lnTo>
                        <a:pt x="96" y="40"/>
                      </a:lnTo>
                      <a:lnTo>
                        <a:pt x="98" y="44"/>
                      </a:lnTo>
                      <a:lnTo>
                        <a:pt x="98" y="48"/>
                      </a:lnTo>
                      <a:lnTo>
                        <a:pt x="102" y="48"/>
                      </a:lnTo>
                      <a:lnTo>
                        <a:pt x="102" y="52"/>
                      </a:lnTo>
                      <a:lnTo>
                        <a:pt x="106" y="52"/>
                      </a:lnTo>
                      <a:lnTo>
                        <a:pt x="106" y="56"/>
                      </a:lnTo>
                      <a:lnTo>
                        <a:pt x="106" y="60"/>
                      </a:lnTo>
                      <a:lnTo>
                        <a:pt x="102" y="60"/>
                      </a:lnTo>
                      <a:lnTo>
                        <a:pt x="106" y="64"/>
                      </a:lnTo>
                      <a:lnTo>
                        <a:pt x="106" y="66"/>
                      </a:lnTo>
                      <a:lnTo>
                        <a:pt x="102" y="66"/>
                      </a:lnTo>
                      <a:lnTo>
                        <a:pt x="106" y="66"/>
                      </a:lnTo>
                      <a:lnTo>
                        <a:pt x="106" y="70"/>
                      </a:lnTo>
                      <a:lnTo>
                        <a:pt x="110" y="74"/>
                      </a:lnTo>
                      <a:lnTo>
                        <a:pt x="110" y="78"/>
                      </a:lnTo>
                      <a:lnTo>
                        <a:pt x="114" y="78"/>
                      </a:lnTo>
                      <a:lnTo>
                        <a:pt x="114" y="82"/>
                      </a:lnTo>
                      <a:lnTo>
                        <a:pt x="118" y="82"/>
                      </a:lnTo>
                      <a:lnTo>
                        <a:pt x="118" y="86"/>
                      </a:lnTo>
                      <a:lnTo>
                        <a:pt x="118" y="90"/>
                      </a:lnTo>
                      <a:lnTo>
                        <a:pt x="114" y="94"/>
                      </a:lnTo>
                      <a:lnTo>
                        <a:pt x="118" y="94"/>
                      </a:lnTo>
                      <a:lnTo>
                        <a:pt x="118" y="96"/>
                      </a:lnTo>
                      <a:lnTo>
                        <a:pt x="114" y="96"/>
                      </a:lnTo>
                      <a:lnTo>
                        <a:pt x="114" y="100"/>
                      </a:lnTo>
                      <a:lnTo>
                        <a:pt x="114" y="104"/>
                      </a:lnTo>
                      <a:lnTo>
                        <a:pt x="110" y="104"/>
                      </a:lnTo>
                      <a:lnTo>
                        <a:pt x="110" y="108"/>
                      </a:lnTo>
                      <a:lnTo>
                        <a:pt x="106" y="108"/>
                      </a:lnTo>
                      <a:lnTo>
                        <a:pt x="106" y="104"/>
                      </a:lnTo>
                      <a:lnTo>
                        <a:pt x="102" y="104"/>
                      </a:lnTo>
                      <a:lnTo>
                        <a:pt x="98" y="104"/>
                      </a:lnTo>
                      <a:lnTo>
                        <a:pt x="96" y="104"/>
                      </a:lnTo>
                      <a:lnTo>
                        <a:pt x="92" y="104"/>
                      </a:lnTo>
                      <a:lnTo>
                        <a:pt x="88" y="104"/>
                      </a:lnTo>
                      <a:lnTo>
                        <a:pt x="84" y="104"/>
                      </a:lnTo>
                      <a:lnTo>
                        <a:pt x="84" y="108"/>
                      </a:lnTo>
                      <a:lnTo>
                        <a:pt x="80" y="108"/>
                      </a:lnTo>
                      <a:lnTo>
                        <a:pt x="80" y="112"/>
                      </a:lnTo>
                      <a:lnTo>
                        <a:pt x="76" y="112"/>
                      </a:lnTo>
                      <a:lnTo>
                        <a:pt x="76" y="116"/>
                      </a:lnTo>
                      <a:lnTo>
                        <a:pt x="72" y="116"/>
                      </a:lnTo>
                      <a:lnTo>
                        <a:pt x="72" y="120"/>
                      </a:lnTo>
                      <a:lnTo>
                        <a:pt x="70" y="120"/>
                      </a:lnTo>
                      <a:lnTo>
                        <a:pt x="70" y="122"/>
                      </a:lnTo>
                      <a:lnTo>
                        <a:pt x="72" y="126"/>
                      </a:lnTo>
                      <a:lnTo>
                        <a:pt x="72" y="130"/>
                      </a:lnTo>
                      <a:lnTo>
                        <a:pt x="72" y="134"/>
                      </a:lnTo>
                      <a:lnTo>
                        <a:pt x="72" y="138"/>
                      </a:lnTo>
                      <a:lnTo>
                        <a:pt x="76" y="138"/>
                      </a:lnTo>
                      <a:lnTo>
                        <a:pt x="76" y="142"/>
                      </a:lnTo>
                      <a:lnTo>
                        <a:pt x="76" y="146"/>
                      </a:lnTo>
                      <a:lnTo>
                        <a:pt x="76" y="148"/>
                      </a:lnTo>
                      <a:lnTo>
                        <a:pt x="80" y="148"/>
                      </a:lnTo>
                      <a:lnTo>
                        <a:pt x="80" y="152"/>
                      </a:lnTo>
                      <a:lnTo>
                        <a:pt x="76" y="148"/>
                      </a:lnTo>
                      <a:lnTo>
                        <a:pt x="76" y="146"/>
                      </a:lnTo>
                      <a:lnTo>
                        <a:pt x="72" y="142"/>
                      </a:lnTo>
                      <a:lnTo>
                        <a:pt x="72" y="146"/>
                      </a:lnTo>
                      <a:lnTo>
                        <a:pt x="70" y="142"/>
                      </a:lnTo>
                      <a:lnTo>
                        <a:pt x="70" y="138"/>
                      </a:lnTo>
                      <a:lnTo>
                        <a:pt x="66" y="138"/>
                      </a:lnTo>
                      <a:lnTo>
                        <a:pt x="66" y="134"/>
                      </a:lnTo>
                      <a:lnTo>
                        <a:pt x="62" y="134"/>
                      </a:lnTo>
                      <a:lnTo>
                        <a:pt x="58" y="134"/>
                      </a:lnTo>
                      <a:lnTo>
                        <a:pt x="58" y="138"/>
                      </a:lnTo>
                      <a:lnTo>
                        <a:pt x="58" y="134"/>
                      </a:lnTo>
                      <a:lnTo>
                        <a:pt x="54" y="134"/>
                      </a:lnTo>
                      <a:lnTo>
                        <a:pt x="50" y="134"/>
                      </a:lnTo>
                      <a:lnTo>
                        <a:pt x="50" y="138"/>
                      </a:lnTo>
                      <a:lnTo>
                        <a:pt x="50" y="134"/>
                      </a:lnTo>
                      <a:lnTo>
                        <a:pt x="50" y="130"/>
                      </a:lnTo>
                      <a:lnTo>
                        <a:pt x="50" y="126"/>
                      </a:lnTo>
                      <a:lnTo>
                        <a:pt x="50" y="122"/>
                      </a:lnTo>
                      <a:lnTo>
                        <a:pt x="50" y="120"/>
                      </a:lnTo>
                      <a:lnTo>
                        <a:pt x="46" y="120"/>
                      </a:lnTo>
                      <a:lnTo>
                        <a:pt x="44" y="120"/>
                      </a:lnTo>
                      <a:lnTo>
                        <a:pt x="40" y="122"/>
                      </a:lnTo>
                      <a:lnTo>
                        <a:pt x="36" y="122"/>
                      </a:lnTo>
                      <a:lnTo>
                        <a:pt x="36" y="126"/>
                      </a:lnTo>
                      <a:lnTo>
                        <a:pt x="40" y="126"/>
                      </a:lnTo>
                      <a:lnTo>
                        <a:pt x="40" y="130"/>
                      </a:lnTo>
                      <a:lnTo>
                        <a:pt x="36" y="134"/>
                      </a:lnTo>
                      <a:lnTo>
                        <a:pt x="36" y="138"/>
                      </a:lnTo>
                      <a:lnTo>
                        <a:pt x="40" y="142"/>
                      </a:lnTo>
                      <a:lnTo>
                        <a:pt x="36" y="146"/>
                      </a:lnTo>
                      <a:lnTo>
                        <a:pt x="36" y="148"/>
                      </a:lnTo>
                      <a:lnTo>
                        <a:pt x="36" y="152"/>
                      </a:lnTo>
                      <a:lnTo>
                        <a:pt x="32" y="152"/>
                      </a:lnTo>
                      <a:lnTo>
                        <a:pt x="32" y="156"/>
                      </a:lnTo>
                      <a:lnTo>
                        <a:pt x="32" y="160"/>
                      </a:lnTo>
                      <a:lnTo>
                        <a:pt x="32" y="164"/>
                      </a:lnTo>
                      <a:lnTo>
                        <a:pt x="28" y="168"/>
                      </a:lnTo>
                      <a:lnTo>
                        <a:pt x="28" y="172"/>
                      </a:lnTo>
                      <a:lnTo>
                        <a:pt x="24" y="176"/>
                      </a:lnTo>
                      <a:lnTo>
                        <a:pt x="24" y="178"/>
                      </a:lnTo>
                      <a:lnTo>
                        <a:pt x="24" y="182"/>
                      </a:lnTo>
                      <a:lnTo>
                        <a:pt x="24" y="186"/>
                      </a:lnTo>
                      <a:lnTo>
                        <a:pt x="28" y="190"/>
                      </a:lnTo>
                      <a:lnTo>
                        <a:pt x="28" y="194"/>
                      </a:lnTo>
                      <a:lnTo>
                        <a:pt x="32" y="194"/>
                      </a:lnTo>
                      <a:lnTo>
                        <a:pt x="36" y="194"/>
                      </a:lnTo>
                      <a:lnTo>
                        <a:pt x="36" y="198"/>
                      </a:lnTo>
                      <a:lnTo>
                        <a:pt x="36" y="202"/>
                      </a:lnTo>
                      <a:lnTo>
                        <a:pt x="36" y="204"/>
                      </a:lnTo>
                      <a:lnTo>
                        <a:pt x="40" y="204"/>
                      </a:lnTo>
                      <a:lnTo>
                        <a:pt x="40" y="208"/>
                      </a:lnTo>
                      <a:lnTo>
                        <a:pt x="40" y="204"/>
                      </a:lnTo>
                      <a:lnTo>
                        <a:pt x="40" y="208"/>
                      </a:lnTo>
                      <a:lnTo>
                        <a:pt x="44" y="208"/>
                      </a:lnTo>
                      <a:lnTo>
                        <a:pt x="44" y="212"/>
                      </a:lnTo>
                      <a:lnTo>
                        <a:pt x="44" y="216"/>
                      </a:lnTo>
                      <a:lnTo>
                        <a:pt x="44" y="220"/>
                      </a:lnTo>
                      <a:lnTo>
                        <a:pt x="44" y="224"/>
                      </a:lnTo>
                      <a:lnTo>
                        <a:pt x="44" y="228"/>
                      </a:lnTo>
                      <a:lnTo>
                        <a:pt x="46" y="228"/>
                      </a:lnTo>
                      <a:lnTo>
                        <a:pt x="46" y="232"/>
                      </a:lnTo>
                      <a:lnTo>
                        <a:pt x="46" y="228"/>
                      </a:lnTo>
                      <a:lnTo>
                        <a:pt x="44" y="228"/>
                      </a:lnTo>
                      <a:lnTo>
                        <a:pt x="44" y="224"/>
                      </a:lnTo>
                      <a:lnTo>
                        <a:pt x="44" y="220"/>
                      </a:lnTo>
                      <a:lnTo>
                        <a:pt x="40" y="220"/>
                      </a:lnTo>
                      <a:lnTo>
                        <a:pt x="40" y="224"/>
                      </a:lnTo>
                      <a:lnTo>
                        <a:pt x="40" y="228"/>
                      </a:lnTo>
                      <a:lnTo>
                        <a:pt x="44" y="228"/>
                      </a:lnTo>
                      <a:lnTo>
                        <a:pt x="44" y="232"/>
                      </a:lnTo>
                      <a:lnTo>
                        <a:pt x="46" y="232"/>
                      </a:lnTo>
                      <a:lnTo>
                        <a:pt x="46" y="228"/>
                      </a:lnTo>
                      <a:lnTo>
                        <a:pt x="46" y="232"/>
                      </a:lnTo>
                      <a:lnTo>
                        <a:pt x="46" y="234"/>
                      </a:lnTo>
                      <a:lnTo>
                        <a:pt x="50" y="234"/>
                      </a:lnTo>
                      <a:lnTo>
                        <a:pt x="54" y="234"/>
                      </a:lnTo>
                      <a:lnTo>
                        <a:pt x="58" y="234"/>
                      </a:lnTo>
                      <a:lnTo>
                        <a:pt x="54" y="234"/>
                      </a:lnTo>
                      <a:lnTo>
                        <a:pt x="58" y="234"/>
                      </a:lnTo>
                      <a:lnTo>
                        <a:pt x="62" y="234"/>
                      </a:lnTo>
                      <a:lnTo>
                        <a:pt x="62" y="238"/>
                      </a:lnTo>
                      <a:lnTo>
                        <a:pt x="62" y="242"/>
                      </a:lnTo>
                      <a:lnTo>
                        <a:pt x="66" y="246"/>
                      </a:lnTo>
                      <a:lnTo>
                        <a:pt x="66" y="250"/>
                      </a:lnTo>
                      <a:lnTo>
                        <a:pt x="66" y="254"/>
                      </a:lnTo>
                      <a:lnTo>
                        <a:pt x="62" y="254"/>
                      </a:lnTo>
                      <a:lnTo>
                        <a:pt x="62" y="254"/>
                      </a:lnTo>
                      <a:lnTo>
                        <a:pt x="62" y="254"/>
                      </a:lnTo>
                      <a:close/>
                      <a:moveTo>
                        <a:pt x="18" y="212"/>
                      </a:moveTo>
                      <a:lnTo>
                        <a:pt x="18" y="216"/>
                      </a:lnTo>
                      <a:lnTo>
                        <a:pt x="18" y="212"/>
                      </a:lnTo>
                      <a:lnTo>
                        <a:pt x="18" y="212"/>
                      </a:lnTo>
                      <a:lnTo>
                        <a:pt x="18" y="212"/>
                      </a:lnTo>
                      <a:close/>
                      <a:moveTo>
                        <a:pt x="32" y="238"/>
                      </a:moveTo>
                      <a:lnTo>
                        <a:pt x="32" y="242"/>
                      </a:lnTo>
                      <a:lnTo>
                        <a:pt x="32" y="238"/>
                      </a:lnTo>
                      <a:lnTo>
                        <a:pt x="32" y="238"/>
                      </a:lnTo>
                      <a:lnTo>
                        <a:pt x="32" y="238"/>
                      </a:lnTo>
                      <a:close/>
                      <a:moveTo>
                        <a:pt x="72" y="146"/>
                      </a:moveTo>
                      <a:lnTo>
                        <a:pt x="72" y="148"/>
                      </a:lnTo>
                      <a:lnTo>
                        <a:pt x="70" y="148"/>
                      </a:lnTo>
                      <a:lnTo>
                        <a:pt x="70" y="146"/>
                      </a:lnTo>
                      <a:lnTo>
                        <a:pt x="72" y="146"/>
                      </a:lnTo>
                      <a:lnTo>
                        <a:pt x="72" y="146"/>
                      </a:lnTo>
                      <a:lnTo>
                        <a:pt x="72" y="146"/>
                      </a:lnTo>
                      <a:close/>
                      <a:moveTo>
                        <a:pt x="72" y="148"/>
                      </a:moveTo>
                      <a:lnTo>
                        <a:pt x="72" y="152"/>
                      </a:lnTo>
                      <a:lnTo>
                        <a:pt x="72" y="148"/>
                      </a:lnTo>
                      <a:lnTo>
                        <a:pt x="72" y="148"/>
                      </a:lnTo>
                      <a:lnTo>
                        <a:pt x="72" y="148"/>
                      </a:lnTo>
                      <a:close/>
                      <a:moveTo>
                        <a:pt x="40" y="190"/>
                      </a:moveTo>
                      <a:lnTo>
                        <a:pt x="36" y="190"/>
                      </a:lnTo>
                      <a:lnTo>
                        <a:pt x="40" y="186"/>
                      </a:lnTo>
                      <a:lnTo>
                        <a:pt x="40" y="190"/>
                      </a:lnTo>
                      <a:lnTo>
                        <a:pt x="40" y="190"/>
                      </a:lnTo>
                      <a:lnTo>
                        <a:pt x="40" y="190"/>
                      </a:lnTo>
                      <a:close/>
                      <a:moveTo>
                        <a:pt x="14" y="212"/>
                      </a:moveTo>
                      <a:lnTo>
                        <a:pt x="14" y="216"/>
                      </a:lnTo>
                      <a:lnTo>
                        <a:pt x="18" y="216"/>
                      </a:lnTo>
                      <a:lnTo>
                        <a:pt x="14" y="220"/>
                      </a:lnTo>
                      <a:lnTo>
                        <a:pt x="14" y="216"/>
                      </a:lnTo>
                      <a:lnTo>
                        <a:pt x="14" y="212"/>
                      </a:lnTo>
                      <a:lnTo>
                        <a:pt x="14" y="212"/>
                      </a:lnTo>
                      <a:lnTo>
                        <a:pt x="14" y="212"/>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90" name="Freeform 57">
                  <a:extLst>
                    <a:ext uri="{FF2B5EF4-FFF2-40B4-BE49-F238E27FC236}">
                      <a16:creationId xmlns:a16="http://schemas.microsoft.com/office/drawing/2014/main" id="{8F9702FC-1ED5-F3EB-21C1-480BDC251FD2}"/>
                    </a:ext>
                  </a:extLst>
                </p:cNvPr>
                <p:cNvSpPr>
                  <a:spLocks noEditPoints="1"/>
                </p:cNvSpPr>
                <p:nvPr/>
              </p:nvSpPr>
              <p:spPr bwMode="gray">
                <a:xfrm>
                  <a:off x="7850626" y="4763188"/>
                  <a:ext cx="76528" cy="38264"/>
                </a:xfrm>
                <a:custGeom>
                  <a:avLst/>
                  <a:gdLst>
                    <a:gd name="T0" fmla="*/ 22 w 44"/>
                    <a:gd name="T1" fmla="*/ 4 h 22"/>
                    <a:gd name="T2" fmla="*/ 18 w 44"/>
                    <a:gd name="T3" fmla="*/ 4 h 22"/>
                    <a:gd name="T4" fmla="*/ 18 w 44"/>
                    <a:gd name="T5" fmla="*/ 0 h 22"/>
                    <a:gd name="T6" fmla="*/ 22 w 44"/>
                    <a:gd name="T7" fmla="*/ 0 h 22"/>
                    <a:gd name="T8" fmla="*/ 22 w 44"/>
                    <a:gd name="T9" fmla="*/ 0 h 22"/>
                    <a:gd name="T10" fmla="*/ 44 w 44"/>
                    <a:gd name="T11" fmla="*/ 4 h 22"/>
                    <a:gd name="T12" fmla="*/ 44 w 44"/>
                    <a:gd name="T13" fmla="*/ 4 h 22"/>
                    <a:gd name="T14" fmla="*/ 42 w 44"/>
                    <a:gd name="T15" fmla="*/ 8 h 22"/>
                    <a:gd name="T16" fmla="*/ 42 w 44"/>
                    <a:gd name="T17" fmla="*/ 10 h 22"/>
                    <a:gd name="T18" fmla="*/ 38 w 44"/>
                    <a:gd name="T19" fmla="*/ 10 h 22"/>
                    <a:gd name="T20" fmla="*/ 34 w 44"/>
                    <a:gd name="T21" fmla="*/ 10 h 22"/>
                    <a:gd name="T22" fmla="*/ 34 w 44"/>
                    <a:gd name="T23" fmla="*/ 10 h 22"/>
                    <a:gd name="T24" fmla="*/ 34 w 44"/>
                    <a:gd name="T25" fmla="*/ 14 h 22"/>
                    <a:gd name="T26" fmla="*/ 30 w 44"/>
                    <a:gd name="T27" fmla="*/ 14 h 22"/>
                    <a:gd name="T28" fmla="*/ 30 w 44"/>
                    <a:gd name="T29" fmla="*/ 14 h 22"/>
                    <a:gd name="T30" fmla="*/ 30 w 44"/>
                    <a:gd name="T31" fmla="*/ 14 h 22"/>
                    <a:gd name="T32" fmla="*/ 26 w 44"/>
                    <a:gd name="T33" fmla="*/ 14 h 22"/>
                    <a:gd name="T34" fmla="*/ 26 w 44"/>
                    <a:gd name="T35" fmla="*/ 14 h 22"/>
                    <a:gd name="T36" fmla="*/ 22 w 44"/>
                    <a:gd name="T37" fmla="*/ 14 h 22"/>
                    <a:gd name="T38" fmla="*/ 18 w 44"/>
                    <a:gd name="T39" fmla="*/ 18 h 22"/>
                    <a:gd name="T40" fmla="*/ 16 w 44"/>
                    <a:gd name="T41" fmla="*/ 18 h 22"/>
                    <a:gd name="T42" fmla="*/ 16 w 44"/>
                    <a:gd name="T43" fmla="*/ 22 h 22"/>
                    <a:gd name="T44" fmla="*/ 16 w 44"/>
                    <a:gd name="T45" fmla="*/ 22 h 22"/>
                    <a:gd name="T46" fmla="*/ 12 w 44"/>
                    <a:gd name="T47" fmla="*/ 18 h 22"/>
                    <a:gd name="T48" fmla="*/ 12 w 44"/>
                    <a:gd name="T49" fmla="*/ 18 h 22"/>
                    <a:gd name="T50" fmla="*/ 16 w 44"/>
                    <a:gd name="T51" fmla="*/ 14 h 22"/>
                    <a:gd name="T52" fmla="*/ 16 w 44"/>
                    <a:gd name="T53" fmla="*/ 14 h 22"/>
                    <a:gd name="T54" fmla="*/ 12 w 44"/>
                    <a:gd name="T55" fmla="*/ 14 h 22"/>
                    <a:gd name="T56" fmla="*/ 16 w 44"/>
                    <a:gd name="T57" fmla="*/ 10 h 22"/>
                    <a:gd name="T58" fmla="*/ 16 w 44"/>
                    <a:gd name="T59" fmla="*/ 8 h 22"/>
                    <a:gd name="T60" fmla="*/ 16 w 44"/>
                    <a:gd name="T61" fmla="*/ 8 h 22"/>
                    <a:gd name="T62" fmla="*/ 16 w 44"/>
                    <a:gd name="T63" fmla="*/ 8 h 22"/>
                    <a:gd name="T64" fmla="*/ 18 w 44"/>
                    <a:gd name="T65" fmla="*/ 8 h 22"/>
                    <a:gd name="T66" fmla="*/ 22 w 44"/>
                    <a:gd name="T67" fmla="*/ 8 h 22"/>
                    <a:gd name="T68" fmla="*/ 22 w 44"/>
                    <a:gd name="T69" fmla="*/ 4 h 22"/>
                    <a:gd name="T70" fmla="*/ 26 w 44"/>
                    <a:gd name="T71" fmla="*/ 4 h 22"/>
                    <a:gd name="T72" fmla="*/ 26 w 44"/>
                    <a:gd name="T73" fmla="*/ 4 h 22"/>
                    <a:gd name="T74" fmla="*/ 26 w 44"/>
                    <a:gd name="T75" fmla="*/ 8 h 22"/>
                    <a:gd name="T76" fmla="*/ 26 w 44"/>
                    <a:gd name="T77" fmla="*/ 8 h 22"/>
                    <a:gd name="T78" fmla="*/ 30 w 44"/>
                    <a:gd name="T79" fmla="*/ 4 h 22"/>
                    <a:gd name="T80" fmla="*/ 34 w 44"/>
                    <a:gd name="T81" fmla="*/ 4 h 22"/>
                    <a:gd name="T82" fmla="*/ 34 w 44"/>
                    <a:gd name="T83" fmla="*/ 4 h 22"/>
                    <a:gd name="T84" fmla="*/ 34 w 44"/>
                    <a:gd name="T85" fmla="*/ 4 h 22"/>
                    <a:gd name="T86" fmla="*/ 38 w 44"/>
                    <a:gd name="T87" fmla="*/ 4 h 22"/>
                    <a:gd name="T88" fmla="*/ 42 w 44"/>
                    <a:gd name="T89" fmla="*/ 4 h 22"/>
                    <a:gd name="T90" fmla="*/ 44 w 44"/>
                    <a:gd name="T91" fmla="*/ 4 h 22"/>
                    <a:gd name="T92" fmla="*/ 44 w 44"/>
                    <a:gd name="T93" fmla="*/ 4 h 22"/>
                    <a:gd name="T94" fmla="*/ 0 w 44"/>
                    <a:gd name="T95" fmla="*/ 18 h 22"/>
                    <a:gd name="T96" fmla="*/ 0 w 44"/>
                    <a:gd name="T97" fmla="*/ 18 h 22"/>
                    <a:gd name="T98" fmla="*/ 4 w 44"/>
                    <a:gd name="T99" fmla="*/ 18 h 22"/>
                    <a:gd name="T100" fmla="*/ 4 w 44"/>
                    <a:gd name="T101" fmla="*/ 22 h 22"/>
                    <a:gd name="T102" fmla="*/ 4 w 44"/>
                    <a:gd name="T103" fmla="*/ 22 h 22"/>
                    <a:gd name="T104" fmla="*/ 0 w 44"/>
                    <a:gd name="T105" fmla="*/ 22 h 22"/>
                    <a:gd name="T106" fmla="*/ 0 w 44"/>
                    <a:gd name="T107" fmla="*/ 18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4" h="22">
                      <a:moveTo>
                        <a:pt x="22" y="0"/>
                      </a:moveTo>
                      <a:lnTo>
                        <a:pt x="22" y="4"/>
                      </a:lnTo>
                      <a:lnTo>
                        <a:pt x="22" y="4"/>
                      </a:lnTo>
                      <a:lnTo>
                        <a:pt x="22" y="4"/>
                      </a:lnTo>
                      <a:lnTo>
                        <a:pt x="22" y="4"/>
                      </a:lnTo>
                      <a:lnTo>
                        <a:pt x="18" y="4"/>
                      </a:lnTo>
                      <a:lnTo>
                        <a:pt x="18" y="4"/>
                      </a:lnTo>
                      <a:lnTo>
                        <a:pt x="18" y="0"/>
                      </a:lnTo>
                      <a:lnTo>
                        <a:pt x="18" y="0"/>
                      </a:lnTo>
                      <a:lnTo>
                        <a:pt x="18" y="0"/>
                      </a:lnTo>
                      <a:lnTo>
                        <a:pt x="22" y="0"/>
                      </a:lnTo>
                      <a:lnTo>
                        <a:pt x="22" y="0"/>
                      </a:lnTo>
                      <a:lnTo>
                        <a:pt x="22" y="0"/>
                      </a:lnTo>
                      <a:lnTo>
                        <a:pt x="22" y="0"/>
                      </a:lnTo>
                      <a:lnTo>
                        <a:pt x="22" y="0"/>
                      </a:lnTo>
                      <a:close/>
                      <a:moveTo>
                        <a:pt x="44" y="4"/>
                      </a:moveTo>
                      <a:lnTo>
                        <a:pt x="44" y="4"/>
                      </a:lnTo>
                      <a:lnTo>
                        <a:pt x="44" y="4"/>
                      </a:lnTo>
                      <a:lnTo>
                        <a:pt x="44" y="4"/>
                      </a:lnTo>
                      <a:lnTo>
                        <a:pt x="44" y="4"/>
                      </a:lnTo>
                      <a:lnTo>
                        <a:pt x="44" y="4"/>
                      </a:lnTo>
                      <a:lnTo>
                        <a:pt x="44" y="8"/>
                      </a:lnTo>
                      <a:lnTo>
                        <a:pt x="42" y="8"/>
                      </a:lnTo>
                      <a:lnTo>
                        <a:pt x="42" y="8"/>
                      </a:lnTo>
                      <a:lnTo>
                        <a:pt x="42" y="8"/>
                      </a:lnTo>
                      <a:lnTo>
                        <a:pt x="42" y="8"/>
                      </a:lnTo>
                      <a:lnTo>
                        <a:pt x="42" y="10"/>
                      </a:lnTo>
                      <a:lnTo>
                        <a:pt x="38" y="10"/>
                      </a:lnTo>
                      <a:lnTo>
                        <a:pt x="38" y="10"/>
                      </a:lnTo>
                      <a:lnTo>
                        <a:pt x="38" y="10"/>
                      </a:lnTo>
                      <a:lnTo>
                        <a:pt x="38" y="10"/>
                      </a:lnTo>
                      <a:lnTo>
                        <a:pt x="38" y="10"/>
                      </a:lnTo>
                      <a:lnTo>
                        <a:pt x="34" y="10"/>
                      </a:lnTo>
                      <a:lnTo>
                        <a:pt x="34" y="10"/>
                      </a:lnTo>
                      <a:lnTo>
                        <a:pt x="34" y="10"/>
                      </a:lnTo>
                      <a:lnTo>
                        <a:pt x="34" y="10"/>
                      </a:lnTo>
                      <a:lnTo>
                        <a:pt x="34" y="10"/>
                      </a:lnTo>
                      <a:lnTo>
                        <a:pt x="34" y="10"/>
                      </a:lnTo>
                      <a:lnTo>
                        <a:pt x="34" y="14"/>
                      </a:lnTo>
                      <a:lnTo>
                        <a:pt x="34" y="14"/>
                      </a:lnTo>
                      <a:lnTo>
                        <a:pt x="30" y="14"/>
                      </a:lnTo>
                      <a:lnTo>
                        <a:pt x="30" y="14"/>
                      </a:lnTo>
                      <a:lnTo>
                        <a:pt x="30" y="14"/>
                      </a:lnTo>
                      <a:lnTo>
                        <a:pt x="30" y="14"/>
                      </a:lnTo>
                      <a:lnTo>
                        <a:pt x="30" y="14"/>
                      </a:lnTo>
                      <a:lnTo>
                        <a:pt x="30" y="14"/>
                      </a:lnTo>
                      <a:lnTo>
                        <a:pt x="30" y="14"/>
                      </a:lnTo>
                      <a:lnTo>
                        <a:pt x="30" y="14"/>
                      </a:lnTo>
                      <a:lnTo>
                        <a:pt x="30" y="14"/>
                      </a:lnTo>
                      <a:lnTo>
                        <a:pt x="26" y="14"/>
                      </a:lnTo>
                      <a:lnTo>
                        <a:pt x="26" y="14"/>
                      </a:lnTo>
                      <a:lnTo>
                        <a:pt x="26" y="14"/>
                      </a:lnTo>
                      <a:lnTo>
                        <a:pt x="26" y="14"/>
                      </a:lnTo>
                      <a:lnTo>
                        <a:pt x="26" y="14"/>
                      </a:lnTo>
                      <a:lnTo>
                        <a:pt x="26" y="14"/>
                      </a:lnTo>
                      <a:lnTo>
                        <a:pt x="26" y="14"/>
                      </a:lnTo>
                      <a:lnTo>
                        <a:pt x="22" y="14"/>
                      </a:lnTo>
                      <a:lnTo>
                        <a:pt x="18" y="18"/>
                      </a:lnTo>
                      <a:lnTo>
                        <a:pt x="18" y="18"/>
                      </a:lnTo>
                      <a:lnTo>
                        <a:pt x="18" y="18"/>
                      </a:lnTo>
                      <a:lnTo>
                        <a:pt x="18" y="18"/>
                      </a:lnTo>
                      <a:lnTo>
                        <a:pt x="18" y="18"/>
                      </a:lnTo>
                      <a:lnTo>
                        <a:pt x="16" y="18"/>
                      </a:lnTo>
                      <a:lnTo>
                        <a:pt x="16" y="22"/>
                      </a:lnTo>
                      <a:lnTo>
                        <a:pt x="16" y="22"/>
                      </a:lnTo>
                      <a:lnTo>
                        <a:pt x="16" y="22"/>
                      </a:lnTo>
                      <a:lnTo>
                        <a:pt x="16" y="22"/>
                      </a:lnTo>
                      <a:lnTo>
                        <a:pt x="16" y="22"/>
                      </a:lnTo>
                      <a:lnTo>
                        <a:pt x="16" y="22"/>
                      </a:lnTo>
                      <a:lnTo>
                        <a:pt x="16" y="22"/>
                      </a:lnTo>
                      <a:lnTo>
                        <a:pt x="12" y="18"/>
                      </a:lnTo>
                      <a:lnTo>
                        <a:pt x="12" y="18"/>
                      </a:lnTo>
                      <a:lnTo>
                        <a:pt x="12" y="18"/>
                      </a:lnTo>
                      <a:lnTo>
                        <a:pt x="12" y="18"/>
                      </a:lnTo>
                      <a:lnTo>
                        <a:pt x="12" y="18"/>
                      </a:lnTo>
                      <a:lnTo>
                        <a:pt x="16" y="18"/>
                      </a:lnTo>
                      <a:lnTo>
                        <a:pt x="16" y="18"/>
                      </a:lnTo>
                      <a:lnTo>
                        <a:pt x="16" y="14"/>
                      </a:lnTo>
                      <a:lnTo>
                        <a:pt x="16" y="14"/>
                      </a:lnTo>
                      <a:lnTo>
                        <a:pt x="16" y="14"/>
                      </a:lnTo>
                      <a:lnTo>
                        <a:pt x="16" y="14"/>
                      </a:lnTo>
                      <a:lnTo>
                        <a:pt x="12" y="14"/>
                      </a:lnTo>
                      <a:lnTo>
                        <a:pt x="12" y="14"/>
                      </a:lnTo>
                      <a:lnTo>
                        <a:pt x="12" y="14"/>
                      </a:lnTo>
                      <a:lnTo>
                        <a:pt x="12" y="14"/>
                      </a:lnTo>
                      <a:lnTo>
                        <a:pt x="12" y="14"/>
                      </a:lnTo>
                      <a:lnTo>
                        <a:pt x="16" y="10"/>
                      </a:lnTo>
                      <a:lnTo>
                        <a:pt x="16" y="10"/>
                      </a:lnTo>
                      <a:lnTo>
                        <a:pt x="16" y="8"/>
                      </a:lnTo>
                      <a:lnTo>
                        <a:pt x="16" y="8"/>
                      </a:lnTo>
                      <a:lnTo>
                        <a:pt x="16" y="8"/>
                      </a:lnTo>
                      <a:lnTo>
                        <a:pt x="16" y="8"/>
                      </a:lnTo>
                      <a:lnTo>
                        <a:pt x="16" y="8"/>
                      </a:lnTo>
                      <a:lnTo>
                        <a:pt x="16" y="8"/>
                      </a:lnTo>
                      <a:lnTo>
                        <a:pt x="16" y="8"/>
                      </a:lnTo>
                      <a:lnTo>
                        <a:pt x="16" y="8"/>
                      </a:lnTo>
                      <a:lnTo>
                        <a:pt x="16" y="8"/>
                      </a:lnTo>
                      <a:lnTo>
                        <a:pt x="16" y="8"/>
                      </a:lnTo>
                      <a:lnTo>
                        <a:pt x="18" y="8"/>
                      </a:lnTo>
                      <a:lnTo>
                        <a:pt x="22" y="8"/>
                      </a:lnTo>
                      <a:lnTo>
                        <a:pt x="22" y="8"/>
                      </a:lnTo>
                      <a:lnTo>
                        <a:pt x="22" y="8"/>
                      </a:lnTo>
                      <a:lnTo>
                        <a:pt x="22" y="8"/>
                      </a:lnTo>
                      <a:lnTo>
                        <a:pt x="22" y="8"/>
                      </a:lnTo>
                      <a:lnTo>
                        <a:pt x="22" y="4"/>
                      </a:lnTo>
                      <a:lnTo>
                        <a:pt x="22" y="4"/>
                      </a:lnTo>
                      <a:lnTo>
                        <a:pt x="26" y="4"/>
                      </a:lnTo>
                      <a:lnTo>
                        <a:pt x="26" y="4"/>
                      </a:lnTo>
                      <a:lnTo>
                        <a:pt x="26" y="4"/>
                      </a:lnTo>
                      <a:lnTo>
                        <a:pt x="26" y="4"/>
                      </a:lnTo>
                      <a:lnTo>
                        <a:pt x="26" y="4"/>
                      </a:lnTo>
                      <a:lnTo>
                        <a:pt x="26" y="4"/>
                      </a:lnTo>
                      <a:lnTo>
                        <a:pt x="26" y="4"/>
                      </a:lnTo>
                      <a:lnTo>
                        <a:pt x="26" y="8"/>
                      </a:lnTo>
                      <a:lnTo>
                        <a:pt x="26" y="8"/>
                      </a:lnTo>
                      <a:lnTo>
                        <a:pt x="26" y="8"/>
                      </a:lnTo>
                      <a:lnTo>
                        <a:pt x="26" y="8"/>
                      </a:lnTo>
                      <a:lnTo>
                        <a:pt x="30" y="8"/>
                      </a:lnTo>
                      <a:lnTo>
                        <a:pt x="30" y="8"/>
                      </a:lnTo>
                      <a:lnTo>
                        <a:pt x="30" y="4"/>
                      </a:lnTo>
                      <a:lnTo>
                        <a:pt x="30" y="4"/>
                      </a:lnTo>
                      <a:lnTo>
                        <a:pt x="30" y="4"/>
                      </a:lnTo>
                      <a:lnTo>
                        <a:pt x="34" y="4"/>
                      </a:lnTo>
                      <a:lnTo>
                        <a:pt x="34" y="4"/>
                      </a:lnTo>
                      <a:lnTo>
                        <a:pt x="34" y="4"/>
                      </a:lnTo>
                      <a:lnTo>
                        <a:pt x="34" y="4"/>
                      </a:lnTo>
                      <a:lnTo>
                        <a:pt x="34" y="4"/>
                      </a:lnTo>
                      <a:lnTo>
                        <a:pt x="34" y="4"/>
                      </a:lnTo>
                      <a:lnTo>
                        <a:pt x="34" y="4"/>
                      </a:lnTo>
                      <a:lnTo>
                        <a:pt x="34" y="4"/>
                      </a:lnTo>
                      <a:lnTo>
                        <a:pt x="34" y="4"/>
                      </a:lnTo>
                      <a:lnTo>
                        <a:pt x="38" y="4"/>
                      </a:lnTo>
                      <a:lnTo>
                        <a:pt x="38" y="4"/>
                      </a:lnTo>
                      <a:lnTo>
                        <a:pt x="38" y="4"/>
                      </a:lnTo>
                      <a:lnTo>
                        <a:pt x="42" y="4"/>
                      </a:lnTo>
                      <a:lnTo>
                        <a:pt x="42" y="4"/>
                      </a:lnTo>
                      <a:lnTo>
                        <a:pt x="44" y="4"/>
                      </a:lnTo>
                      <a:lnTo>
                        <a:pt x="44" y="4"/>
                      </a:lnTo>
                      <a:lnTo>
                        <a:pt x="44" y="4"/>
                      </a:lnTo>
                      <a:lnTo>
                        <a:pt x="44" y="4"/>
                      </a:lnTo>
                      <a:lnTo>
                        <a:pt x="44" y="4"/>
                      </a:lnTo>
                      <a:close/>
                      <a:moveTo>
                        <a:pt x="0" y="18"/>
                      </a:moveTo>
                      <a:lnTo>
                        <a:pt x="0" y="18"/>
                      </a:lnTo>
                      <a:lnTo>
                        <a:pt x="0" y="18"/>
                      </a:lnTo>
                      <a:lnTo>
                        <a:pt x="0" y="18"/>
                      </a:lnTo>
                      <a:lnTo>
                        <a:pt x="0" y="18"/>
                      </a:lnTo>
                      <a:lnTo>
                        <a:pt x="0" y="18"/>
                      </a:lnTo>
                      <a:lnTo>
                        <a:pt x="0" y="18"/>
                      </a:lnTo>
                      <a:lnTo>
                        <a:pt x="4" y="18"/>
                      </a:lnTo>
                      <a:lnTo>
                        <a:pt x="4" y="18"/>
                      </a:lnTo>
                      <a:lnTo>
                        <a:pt x="4" y="18"/>
                      </a:lnTo>
                      <a:lnTo>
                        <a:pt x="4" y="18"/>
                      </a:lnTo>
                      <a:lnTo>
                        <a:pt x="4" y="22"/>
                      </a:lnTo>
                      <a:lnTo>
                        <a:pt x="4" y="22"/>
                      </a:lnTo>
                      <a:lnTo>
                        <a:pt x="4" y="22"/>
                      </a:lnTo>
                      <a:lnTo>
                        <a:pt x="4" y="22"/>
                      </a:lnTo>
                      <a:lnTo>
                        <a:pt x="4" y="22"/>
                      </a:lnTo>
                      <a:lnTo>
                        <a:pt x="0" y="22"/>
                      </a:lnTo>
                      <a:lnTo>
                        <a:pt x="0" y="22"/>
                      </a:lnTo>
                      <a:lnTo>
                        <a:pt x="0" y="22"/>
                      </a:lnTo>
                      <a:lnTo>
                        <a:pt x="0" y="22"/>
                      </a:lnTo>
                      <a:lnTo>
                        <a:pt x="0" y="18"/>
                      </a:lnTo>
                      <a:lnTo>
                        <a:pt x="0" y="18"/>
                      </a:lnTo>
                      <a:lnTo>
                        <a:pt x="0" y="18"/>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91" name="Freeform 58">
                  <a:extLst>
                    <a:ext uri="{FF2B5EF4-FFF2-40B4-BE49-F238E27FC236}">
                      <a16:creationId xmlns:a16="http://schemas.microsoft.com/office/drawing/2014/main" id="{5BAB7EE0-6E5E-4833-4AFD-C2589E1C619C}"/>
                    </a:ext>
                  </a:extLst>
                </p:cNvPr>
                <p:cNvSpPr>
                  <a:spLocks noEditPoints="1"/>
                </p:cNvSpPr>
                <p:nvPr/>
              </p:nvSpPr>
              <p:spPr bwMode="gray">
                <a:xfrm>
                  <a:off x="5429568" y="3204814"/>
                  <a:ext cx="473081" cy="215668"/>
                </a:xfrm>
                <a:custGeom>
                  <a:avLst/>
                  <a:gdLst>
                    <a:gd name="T0" fmla="*/ 22 w 272"/>
                    <a:gd name="T1" fmla="*/ 4 h 124"/>
                    <a:gd name="T2" fmla="*/ 34 w 272"/>
                    <a:gd name="T3" fmla="*/ 8 h 124"/>
                    <a:gd name="T4" fmla="*/ 48 w 272"/>
                    <a:gd name="T5" fmla="*/ 24 h 124"/>
                    <a:gd name="T6" fmla="*/ 26 w 272"/>
                    <a:gd name="T7" fmla="*/ 24 h 124"/>
                    <a:gd name="T8" fmla="*/ 14 w 272"/>
                    <a:gd name="T9" fmla="*/ 38 h 124"/>
                    <a:gd name="T10" fmla="*/ 8 w 272"/>
                    <a:gd name="T11" fmla="*/ 38 h 124"/>
                    <a:gd name="T12" fmla="*/ 14 w 272"/>
                    <a:gd name="T13" fmla="*/ 30 h 124"/>
                    <a:gd name="T14" fmla="*/ 10 w 272"/>
                    <a:gd name="T15" fmla="*/ 20 h 124"/>
                    <a:gd name="T16" fmla="*/ 10 w 272"/>
                    <a:gd name="T17" fmla="*/ 12 h 124"/>
                    <a:gd name="T18" fmla="*/ 10 w 272"/>
                    <a:gd name="T19" fmla="*/ 42 h 124"/>
                    <a:gd name="T20" fmla="*/ 26 w 272"/>
                    <a:gd name="T21" fmla="*/ 34 h 124"/>
                    <a:gd name="T22" fmla="*/ 34 w 272"/>
                    <a:gd name="T23" fmla="*/ 38 h 124"/>
                    <a:gd name="T24" fmla="*/ 48 w 272"/>
                    <a:gd name="T25" fmla="*/ 38 h 124"/>
                    <a:gd name="T26" fmla="*/ 50 w 272"/>
                    <a:gd name="T27" fmla="*/ 30 h 124"/>
                    <a:gd name="T28" fmla="*/ 54 w 272"/>
                    <a:gd name="T29" fmla="*/ 26 h 124"/>
                    <a:gd name="T30" fmla="*/ 58 w 272"/>
                    <a:gd name="T31" fmla="*/ 20 h 124"/>
                    <a:gd name="T32" fmla="*/ 78 w 272"/>
                    <a:gd name="T33" fmla="*/ 24 h 124"/>
                    <a:gd name="T34" fmla="*/ 92 w 272"/>
                    <a:gd name="T35" fmla="*/ 12 h 124"/>
                    <a:gd name="T36" fmla="*/ 106 w 272"/>
                    <a:gd name="T37" fmla="*/ 4 h 124"/>
                    <a:gd name="T38" fmla="*/ 130 w 272"/>
                    <a:gd name="T39" fmla="*/ 4 h 124"/>
                    <a:gd name="T40" fmla="*/ 144 w 272"/>
                    <a:gd name="T41" fmla="*/ 12 h 124"/>
                    <a:gd name="T42" fmla="*/ 152 w 272"/>
                    <a:gd name="T43" fmla="*/ 20 h 124"/>
                    <a:gd name="T44" fmla="*/ 162 w 272"/>
                    <a:gd name="T45" fmla="*/ 24 h 124"/>
                    <a:gd name="T46" fmla="*/ 182 w 272"/>
                    <a:gd name="T47" fmla="*/ 26 h 124"/>
                    <a:gd name="T48" fmla="*/ 200 w 272"/>
                    <a:gd name="T49" fmla="*/ 24 h 124"/>
                    <a:gd name="T50" fmla="*/ 220 w 272"/>
                    <a:gd name="T51" fmla="*/ 20 h 124"/>
                    <a:gd name="T52" fmla="*/ 238 w 272"/>
                    <a:gd name="T53" fmla="*/ 16 h 124"/>
                    <a:gd name="T54" fmla="*/ 252 w 272"/>
                    <a:gd name="T55" fmla="*/ 20 h 124"/>
                    <a:gd name="T56" fmla="*/ 252 w 272"/>
                    <a:gd name="T57" fmla="*/ 38 h 124"/>
                    <a:gd name="T58" fmla="*/ 272 w 272"/>
                    <a:gd name="T59" fmla="*/ 50 h 124"/>
                    <a:gd name="T60" fmla="*/ 260 w 272"/>
                    <a:gd name="T61" fmla="*/ 54 h 124"/>
                    <a:gd name="T62" fmla="*/ 264 w 272"/>
                    <a:gd name="T63" fmla="*/ 76 h 124"/>
                    <a:gd name="T64" fmla="*/ 268 w 272"/>
                    <a:gd name="T65" fmla="*/ 94 h 124"/>
                    <a:gd name="T66" fmla="*/ 264 w 272"/>
                    <a:gd name="T67" fmla="*/ 98 h 124"/>
                    <a:gd name="T68" fmla="*/ 248 w 272"/>
                    <a:gd name="T69" fmla="*/ 94 h 124"/>
                    <a:gd name="T70" fmla="*/ 234 w 272"/>
                    <a:gd name="T71" fmla="*/ 94 h 124"/>
                    <a:gd name="T72" fmla="*/ 216 w 272"/>
                    <a:gd name="T73" fmla="*/ 98 h 124"/>
                    <a:gd name="T74" fmla="*/ 196 w 272"/>
                    <a:gd name="T75" fmla="*/ 106 h 124"/>
                    <a:gd name="T76" fmla="*/ 178 w 272"/>
                    <a:gd name="T77" fmla="*/ 102 h 124"/>
                    <a:gd name="T78" fmla="*/ 162 w 272"/>
                    <a:gd name="T79" fmla="*/ 106 h 124"/>
                    <a:gd name="T80" fmla="*/ 152 w 272"/>
                    <a:gd name="T81" fmla="*/ 116 h 124"/>
                    <a:gd name="T82" fmla="*/ 148 w 272"/>
                    <a:gd name="T83" fmla="*/ 120 h 124"/>
                    <a:gd name="T84" fmla="*/ 148 w 272"/>
                    <a:gd name="T85" fmla="*/ 102 h 124"/>
                    <a:gd name="T86" fmla="*/ 134 w 272"/>
                    <a:gd name="T87" fmla="*/ 106 h 124"/>
                    <a:gd name="T88" fmla="*/ 118 w 272"/>
                    <a:gd name="T89" fmla="*/ 116 h 124"/>
                    <a:gd name="T90" fmla="*/ 104 w 272"/>
                    <a:gd name="T91" fmla="*/ 120 h 124"/>
                    <a:gd name="T92" fmla="*/ 92 w 272"/>
                    <a:gd name="T93" fmla="*/ 110 h 124"/>
                    <a:gd name="T94" fmla="*/ 74 w 272"/>
                    <a:gd name="T95" fmla="*/ 106 h 124"/>
                    <a:gd name="T96" fmla="*/ 66 w 272"/>
                    <a:gd name="T97" fmla="*/ 114 h 124"/>
                    <a:gd name="T98" fmla="*/ 50 w 272"/>
                    <a:gd name="T99" fmla="*/ 114 h 124"/>
                    <a:gd name="T100" fmla="*/ 44 w 272"/>
                    <a:gd name="T101" fmla="*/ 106 h 124"/>
                    <a:gd name="T102" fmla="*/ 36 w 272"/>
                    <a:gd name="T103" fmla="*/ 110 h 124"/>
                    <a:gd name="T104" fmla="*/ 34 w 272"/>
                    <a:gd name="T105" fmla="*/ 106 h 124"/>
                    <a:gd name="T106" fmla="*/ 36 w 272"/>
                    <a:gd name="T107" fmla="*/ 102 h 124"/>
                    <a:gd name="T108" fmla="*/ 30 w 272"/>
                    <a:gd name="T109" fmla="*/ 98 h 124"/>
                    <a:gd name="T110" fmla="*/ 22 w 272"/>
                    <a:gd name="T111" fmla="*/ 86 h 124"/>
                    <a:gd name="T112" fmla="*/ 10 w 272"/>
                    <a:gd name="T113" fmla="*/ 80 h 124"/>
                    <a:gd name="T114" fmla="*/ 14 w 272"/>
                    <a:gd name="T115" fmla="*/ 76 h 124"/>
                    <a:gd name="T116" fmla="*/ 18 w 272"/>
                    <a:gd name="T117" fmla="*/ 68 h 124"/>
                    <a:gd name="T118" fmla="*/ 18 w 272"/>
                    <a:gd name="T119" fmla="*/ 54 h 124"/>
                    <a:gd name="T120" fmla="*/ 30 w 272"/>
                    <a:gd name="T121" fmla="*/ 30 h 124"/>
                    <a:gd name="T122" fmla="*/ 4 w 272"/>
                    <a:gd name="T123" fmla="*/ 38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72" h="124">
                      <a:moveTo>
                        <a:pt x="10" y="12"/>
                      </a:moveTo>
                      <a:lnTo>
                        <a:pt x="10" y="8"/>
                      </a:lnTo>
                      <a:lnTo>
                        <a:pt x="14" y="8"/>
                      </a:lnTo>
                      <a:lnTo>
                        <a:pt x="14" y="4"/>
                      </a:lnTo>
                      <a:lnTo>
                        <a:pt x="18" y="4"/>
                      </a:lnTo>
                      <a:lnTo>
                        <a:pt x="22" y="4"/>
                      </a:lnTo>
                      <a:lnTo>
                        <a:pt x="22" y="0"/>
                      </a:lnTo>
                      <a:lnTo>
                        <a:pt x="26" y="0"/>
                      </a:lnTo>
                      <a:lnTo>
                        <a:pt x="26" y="4"/>
                      </a:lnTo>
                      <a:lnTo>
                        <a:pt x="30" y="4"/>
                      </a:lnTo>
                      <a:lnTo>
                        <a:pt x="34" y="4"/>
                      </a:lnTo>
                      <a:lnTo>
                        <a:pt x="34" y="8"/>
                      </a:lnTo>
                      <a:lnTo>
                        <a:pt x="36" y="12"/>
                      </a:lnTo>
                      <a:lnTo>
                        <a:pt x="36" y="16"/>
                      </a:lnTo>
                      <a:lnTo>
                        <a:pt x="40" y="16"/>
                      </a:lnTo>
                      <a:lnTo>
                        <a:pt x="44" y="20"/>
                      </a:lnTo>
                      <a:lnTo>
                        <a:pt x="48" y="20"/>
                      </a:lnTo>
                      <a:lnTo>
                        <a:pt x="48" y="24"/>
                      </a:lnTo>
                      <a:lnTo>
                        <a:pt x="44" y="24"/>
                      </a:lnTo>
                      <a:lnTo>
                        <a:pt x="40" y="24"/>
                      </a:lnTo>
                      <a:lnTo>
                        <a:pt x="36" y="24"/>
                      </a:lnTo>
                      <a:lnTo>
                        <a:pt x="34" y="24"/>
                      </a:lnTo>
                      <a:lnTo>
                        <a:pt x="30" y="24"/>
                      </a:lnTo>
                      <a:lnTo>
                        <a:pt x="26" y="24"/>
                      </a:lnTo>
                      <a:lnTo>
                        <a:pt x="26" y="26"/>
                      </a:lnTo>
                      <a:lnTo>
                        <a:pt x="26" y="30"/>
                      </a:lnTo>
                      <a:lnTo>
                        <a:pt x="22" y="30"/>
                      </a:lnTo>
                      <a:lnTo>
                        <a:pt x="18" y="34"/>
                      </a:lnTo>
                      <a:lnTo>
                        <a:pt x="14" y="34"/>
                      </a:lnTo>
                      <a:lnTo>
                        <a:pt x="14" y="38"/>
                      </a:lnTo>
                      <a:lnTo>
                        <a:pt x="10" y="38"/>
                      </a:lnTo>
                      <a:lnTo>
                        <a:pt x="10" y="42"/>
                      </a:lnTo>
                      <a:lnTo>
                        <a:pt x="8" y="42"/>
                      </a:lnTo>
                      <a:lnTo>
                        <a:pt x="10" y="42"/>
                      </a:lnTo>
                      <a:lnTo>
                        <a:pt x="10" y="38"/>
                      </a:lnTo>
                      <a:lnTo>
                        <a:pt x="8" y="38"/>
                      </a:lnTo>
                      <a:lnTo>
                        <a:pt x="10" y="38"/>
                      </a:lnTo>
                      <a:lnTo>
                        <a:pt x="10" y="34"/>
                      </a:lnTo>
                      <a:lnTo>
                        <a:pt x="14" y="34"/>
                      </a:lnTo>
                      <a:lnTo>
                        <a:pt x="18" y="34"/>
                      </a:lnTo>
                      <a:lnTo>
                        <a:pt x="18" y="30"/>
                      </a:lnTo>
                      <a:lnTo>
                        <a:pt x="14" y="30"/>
                      </a:lnTo>
                      <a:lnTo>
                        <a:pt x="10" y="30"/>
                      </a:lnTo>
                      <a:lnTo>
                        <a:pt x="8" y="30"/>
                      </a:lnTo>
                      <a:lnTo>
                        <a:pt x="8" y="26"/>
                      </a:lnTo>
                      <a:lnTo>
                        <a:pt x="10" y="26"/>
                      </a:lnTo>
                      <a:lnTo>
                        <a:pt x="10" y="24"/>
                      </a:lnTo>
                      <a:lnTo>
                        <a:pt x="10" y="20"/>
                      </a:lnTo>
                      <a:lnTo>
                        <a:pt x="14" y="20"/>
                      </a:lnTo>
                      <a:lnTo>
                        <a:pt x="14" y="16"/>
                      </a:lnTo>
                      <a:lnTo>
                        <a:pt x="14" y="12"/>
                      </a:lnTo>
                      <a:lnTo>
                        <a:pt x="10" y="12"/>
                      </a:lnTo>
                      <a:lnTo>
                        <a:pt x="10" y="12"/>
                      </a:lnTo>
                      <a:lnTo>
                        <a:pt x="10" y="12"/>
                      </a:lnTo>
                      <a:close/>
                      <a:moveTo>
                        <a:pt x="14" y="54"/>
                      </a:moveTo>
                      <a:lnTo>
                        <a:pt x="8" y="54"/>
                      </a:lnTo>
                      <a:lnTo>
                        <a:pt x="8" y="50"/>
                      </a:lnTo>
                      <a:lnTo>
                        <a:pt x="8" y="46"/>
                      </a:lnTo>
                      <a:lnTo>
                        <a:pt x="8" y="42"/>
                      </a:lnTo>
                      <a:lnTo>
                        <a:pt x="10" y="42"/>
                      </a:lnTo>
                      <a:lnTo>
                        <a:pt x="10" y="38"/>
                      </a:lnTo>
                      <a:lnTo>
                        <a:pt x="14" y="38"/>
                      </a:lnTo>
                      <a:lnTo>
                        <a:pt x="14" y="34"/>
                      </a:lnTo>
                      <a:lnTo>
                        <a:pt x="18" y="34"/>
                      </a:lnTo>
                      <a:lnTo>
                        <a:pt x="22" y="34"/>
                      </a:lnTo>
                      <a:lnTo>
                        <a:pt x="26" y="34"/>
                      </a:lnTo>
                      <a:lnTo>
                        <a:pt x="26" y="38"/>
                      </a:lnTo>
                      <a:lnTo>
                        <a:pt x="30" y="38"/>
                      </a:lnTo>
                      <a:lnTo>
                        <a:pt x="34" y="34"/>
                      </a:lnTo>
                      <a:lnTo>
                        <a:pt x="30" y="34"/>
                      </a:lnTo>
                      <a:lnTo>
                        <a:pt x="34" y="34"/>
                      </a:lnTo>
                      <a:lnTo>
                        <a:pt x="34" y="38"/>
                      </a:lnTo>
                      <a:lnTo>
                        <a:pt x="36" y="34"/>
                      </a:lnTo>
                      <a:lnTo>
                        <a:pt x="40" y="34"/>
                      </a:lnTo>
                      <a:lnTo>
                        <a:pt x="44" y="38"/>
                      </a:lnTo>
                      <a:lnTo>
                        <a:pt x="44" y="34"/>
                      </a:lnTo>
                      <a:lnTo>
                        <a:pt x="48" y="34"/>
                      </a:lnTo>
                      <a:lnTo>
                        <a:pt x="48" y="38"/>
                      </a:lnTo>
                      <a:lnTo>
                        <a:pt x="50" y="34"/>
                      </a:lnTo>
                      <a:lnTo>
                        <a:pt x="48" y="34"/>
                      </a:lnTo>
                      <a:lnTo>
                        <a:pt x="44" y="34"/>
                      </a:lnTo>
                      <a:lnTo>
                        <a:pt x="44" y="30"/>
                      </a:lnTo>
                      <a:lnTo>
                        <a:pt x="48" y="30"/>
                      </a:lnTo>
                      <a:lnTo>
                        <a:pt x="50" y="30"/>
                      </a:lnTo>
                      <a:lnTo>
                        <a:pt x="54" y="30"/>
                      </a:lnTo>
                      <a:lnTo>
                        <a:pt x="58" y="30"/>
                      </a:lnTo>
                      <a:lnTo>
                        <a:pt x="62" y="30"/>
                      </a:lnTo>
                      <a:lnTo>
                        <a:pt x="62" y="26"/>
                      </a:lnTo>
                      <a:lnTo>
                        <a:pt x="58" y="26"/>
                      </a:lnTo>
                      <a:lnTo>
                        <a:pt x="54" y="26"/>
                      </a:lnTo>
                      <a:lnTo>
                        <a:pt x="50" y="26"/>
                      </a:lnTo>
                      <a:lnTo>
                        <a:pt x="48" y="24"/>
                      </a:lnTo>
                      <a:lnTo>
                        <a:pt x="48" y="20"/>
                      </a:lnTo>
                      <a:lnTo>
                        <a:pt x="50" y="20"/>
                      </a:lnTo>
                      <a:lnTo>
                        <a:pt x="54" y="20"/>
                      </a:lnTo>
                      <a:lnTo>
                        <a:pt x="58" y="20"/>
                      </a:lnTo>
                      <a:lnTo>
                        <a:pt x="62" y="24"/>
                      </a:lnTo>
                      <a:lnTo>
                        <a:pt x="66" y="20"/>
                      </a:lnTo>
                      <a:lnTo>
                        <a:pt x="70" y="20"/>
                      </a:lnTo>
                      <a:lnTo>
                        <a:pt x="70" y="24"/>
                      </a:lnTo>
                      <a:lnTo>
                        <a:pt x="74" y="24"/>
                      </a:lnTo>
                      <a:lnTo>
                        <a:pt x="78" y="24"/>
                      </a:lnTo>
                      <a:lnTo>
                        <a:pt x="80" y="24"/>
                      </a:lnTo>
                      <a:lnTo>
                        <a:pt x="80" y="20"/>
                      </a:lnTo>
                      <a:lnTo>
                        <a:pt x="84" y="16"/>
                      </a:lnTo>
                      <a:lnTo>
                        <a:pt x="88" y="16"/>
                      </a:lnTo>
                      <a:lnTo>
                        <a:pt x="88" y="12"/>
                      </a:lnTo>
                      <a:lnTo>
                        <a:pt x="92" y="12"/>
                      </a:lnTo>
                      <a:lnTo>
                        <a:pt x="92" y="8"/>
                      </a:lnTo>
                      <a:lnTo>
                        <a:pt x="96" y="8"/>
                      </a:lnTo>
                      <a:lnTo>
                        <a:pt x="100" y="8"/>
                      </a:lnTo>
                      <a:lnTo>
                        <a:pt x="104" y="8"/>
                      </a:lnTo>
                      <a:lnTo>
                        <a:pt x="104" y="4"/>
                      </a:lnTo>
                      <a:lnTo>
                        <a:pt x="106" y="4"/>
                      </a:lnTo>
                      <a:lnTo>
                        <a:pt x="110" y="4"/>
                      </a:lnTo>
                      <a:lnTo>
                        <a:pt x="114" y="4"/>
                      </a:lnTo>
                      <a:lnTo>
                        <a:pt x="118" y="4"/>
                      </a:lnTo>
                      <a:lnTo>
                        <a:pt x="122" y="4"/>
                      </a:lnTo>
                      <a:lnTo>
                        <a:pt x="126" y="4"/>
                      </a:lnTo>
                      <a:lnTo>
                        <a:pt x="130" y="4"/>
                      </a:lnTo>
                      <a:lnTo>
                        <a:pt x="134" y="4"/>
                      </a:lnTo>
                      <a:lnTo>
                        <a:pt x="134" y="8"/>
                      </a:lnTo>
                      <a:lnTo>
                        <a:pt x="136" y="8"/>
                      </a:lnTo>
                      <a:lnTo>
                        <a:pt x="136" y="12"/>
                      </a:lnTo>
                      <a:lnTo>
                        <a:pt x="140" y="12"/>
                      </a:lnTo>
                      <a:lnTo>
                        <a:pt x="144" y="12"/>
                      </a:lnTo>
                      <a:lnTo>
                        <a:pt x="144" y="8"/>
                      </a:lnTo>
                      <a:lnTo>
                        <a:pt x="148" y="8"/>
                      </a:lnTo>
                      <a:lnTo>
                        <a:pt x="148" y="12"/>
                      </a:lnTo>
                      <a:lnTo>
                        <a:pt x="148" y="16"/>
                      </a:lnTo>
                      <a:lnTo>
                        <a:pt x="152" y="16"/>
                      </a:lnTo>
                      <a:lnTo>
                        <a:pt x="152" y="20"/>
                      </a:lnTo>
                      <a:lnTo>
                        <a:pt x="156" y="20"/>
                      </a:lnTo>
                      <a:lnTo>
                        <a:pt x="156" y="16"/>
                      </a:lnTo>
                      <a:lnTo>
                        <a:pt x="160" y="16"/>
                      </a:lnTo>
                      <a:lnTo>
                        <a:pt x="160" y="20"/>
                      </a:lnTo>
                      <a:lnTo>
                        <a:pt x="162" y="20"/>
                      </a:lnTo>
                      <a:lnTo>
                        <a:pt x="162" y="24"/>
                      </a:lnTo>
                      <a:lnTo>
                        <a:pt x="166" y="24"/>
                      </a:lnTo>
                      <a:lnTo>
                        <a:pt x="170" y="24"/>
                      </a:lnTo>
                      <a:lnTo>
                        <a:pt x="174" y="24"/>
                      </a:lnTo>
                      <a:lnTo>
                        <a:pt x="178" y="24"/>
                      </a:lnTo>
                      <a:lnTo>
                        <a:pt x="178" y="26"/>
                      </a:lnTo>
                      <a:lnTo>
                        <a:pt x="182" y="26"/>
                      </a:lnTo>
                      <a:lnTo>
                        <a:pt x="186" y="26"/>
                      </a:lnTo>
                      <a:lnTo>
                        <a:pt x="186" y="24"/>
                      </a:lnTo>
                      <a:lnTo>
                        <a:pt x="190" y="24"/>
                      </a:lnTo>
                      <a:lnTo>
                        <a:pt x="192" y="24"/>
                      </a:lnTo>
                      <a:lnTo>
                        <a:pt x="196" y="24"/>
                      </a:lnTo>
                      <a:lnTo>
                        <a:pt x="200" y="24"/>
                      </a:lnTo>
                      <a:lnTo>
                        <a:pt x="204" y="26"/>
                      </a:lnTo>
                      <a:lnTo>
                        <a:pt x="208" y="24"/>
                      </a:lnTo>
                      <a:lnTo>
                        <a:pt x="212" y="24"/>
                      </a:lnTo>
                      <a:lnTo>
                        <a:pt x="216" y="24"/>
                      </a:lnTo>
                      <a:lnTo>
                        <a:pt x="216" y="20"/>
                      </a:lnTo>
                      <a:lnTo>
                        <a:pt x="220" y="20"/>
                      </a:lnTo>
                      <a:lnTo>
                        <a:pt x="222" y="16"/>
                      </a:lnTo>
                      <a:lnTo>
                        <a:pt x="226" y="12"/>
                      </a:lnTo>
                      <a:lnTo>
                        <a:pt x="226" y="16"/>
                      </a:lnTo>
                      <a:lnTo>
                        <a:pt x="230" y="16"/>
                      </a:lnTo>
                      <a:lnTo>
                        <a:pt x="234" y="16"/>
                      </a:lnTo>
                      <a:lnTo>
                        <a:pt x="238" y="16"/>
                      </a:lnTo>
                      <a:lnTo>
                        <a:pt x="242" y="16"/>
                      </a:lnTo>
                      <a:lnTo>
                        <a:pt x="242" y="12"/>
                      </a:lnTo>
                      <a:lnTo>
                        <a:pt x="246" y="12"/>
                      </a:lnTo>
                      <a:lnTo>
                        <a:pt x="246" y="16"/>
                      </a:lnTo>
                      <a:lnTo>
                        <a:pt x="248" y="20"/>
                      </a:lnTo>
                      <a:lnTo>
                        <a:pt x="252" y="20"/>
                      </a:lnTo>
                      <a:lnTo>
                        <a:pt x="252" y="24"/>
                      </a:lnTo>
                      <a:lnTo>
                        <a:pt x="256" y="26"/>
                      </a:lnTo>
                      <a:lnTo>
                        <a:pt x="256" y="30"/>
                      </a:lnTo>
                      <a:lnTo>
                        <a:pt x="256" y="34"/>
                      </a:lnTo>
                      <a:lnTo>
                        <a:pt x="252" y="34"/>
                      </a:lnTo>
                      <a:lnTo>
                        <a:pt x="252" y="38"/>
                      </a:lnTo>
                      <a:lnTo>
                        <a:pt x="256" y="38"/>
                      </a:lnTo>
                      <a:lnTo>
                        <a:pt x="256" y="42"/>
                      </a:lnTo>
                      <a:lnTo>
                        <a:pt x="260" y="42"/>
                      </a:lnTo>
                      <a:lnTo>
                        <a:pt x="264" y="42"/>
                      </a:lnTo>
                      <a:lnTo>
                        <a:pt x="268" y="46"/>
                      </a:lnTo>
                      <a:lnTo>
                        <a:pt x="272" y="50"/>
                      </a:lnTo>
                      <a:lnTo>
                        <a:pt x="268" y="50"/>
                      </a:lnTo>
                      <a:lnTo>
                        <a:pt x="268" y="54"/>
                      </a:lnTo>
                      <a:lnTo>
                        <a:pt x="264" y="54"/>
                      </a:lnTo>
                      <a:lnTo>
                        <a:pt x="264" y="56"/>
                      </a:lnTo>
                      <a:lnTo>
                        <a:pt x="264" y="54"/>
                      </a:lnTo>
                      <a:lnTo>
                        <a:pt x="260" y="54"/>
                      </a:lnTo>
                      <a:lnTo>
                        <a:pt x="260" y="56"/>
                      </a:lnTo>
                      <a:lnTo>
                        <a:pt x="264" y="60"/>
                      </a:lnTo>
                      <a:lnTo>
                        <a:pt x="264" y="64"/>
                      </a:lnTo>
                      <a:lnTo>
                        <a:pt x="264" y="68"/>
                      </a:lnTo>
                      <a:lnTo>
                        <a:pt x="264" y="72"/>
                      </a:lnTo>
                      <a:lnTo>
                        <a:pt x="264" y="76"/>
                      </a:lnTo>
                      <a:lnTo>
                        <a:pt x="268" y="76"/>
                      </a:lnTo>
                      <a:lnTo>
                        <a:pt x="264" y="80"/>
                      </a:lnTo>
                      <a:lnTo>
                        <a:pt x="264" y="84"/>
                      </a:lnTo>
                      <a:lnTo>
                        <a:pt x="268" y="86"/>
                      </a:lnTo>
                      <a:lnTo>
                        <a:pt x="268" y="90"/>
                      </a:lnTo>
                      <a:lnTo>
                        <a:pt x="268" y="94"/>
                      </a:lnTo>
                      <a:lnTo>
                        <a:pt x="272" y="94"/>
                      </a:lnTo>
                      <a:lnTo>
                        <a:pt x="272" y="98"/>
                      </a:lnTo>
                      <a:lnTo>
                        <a:pt x="268" y="98"/>
                      </a:lnTo>
                      <a:lnTo>
                        <a:pt x="268" y="102"/>
                      </a:lnTo>
                      <a:lnTo>
                        <a:pt x="264" y="102"/>
                      </a:lnTo>
                      <a:lnTo>
                        <a:pt x="264" y="98"/>
                      </a:lnTo>
                      <a:lnTo>
                        <a:pt x="264" y="94"/>
                      </a:lnTo>
                      <a:lnTo>
                        <a:pt x="260" y="94"/>
                      </a:lnTo>
                      <a:lnTo>
                        <a:pt x="260" y="98"/>
                      </a:lnTo>
                      <a:lnTo>
                        <a:pt x="256" y="98"/>
                      </a:lnTo>
                      <a:lnTo>
                        <a:pt x="252" y="98"/>
                      </a:lnTo>
                      <a:lnTo>
                        <a:pt x="248" y="94"/>
                      </a:lnTo>
                      <a:lnTo>
                        <a:pt x="246" y="94"/>
                      </a:lnTo>
                      <a:lnTo>
                        <a:pt x="242" y="94"/>
                      </a:lnTo>
                      <a:lnTo>
                        <a:pt x="242" y="98"/>
                      </a:lnTo>
                      <a:lnTo>
                        <a:pt x="238" y="98"/>
                      </a:lnTo>
                      <a:lnTo>
                        <a:pt x="238" y="94"/>
                      </a:lnTo>
                      <a:lnTo>
                        <a:pt x="234" y="94"/>
                      </a:lnTo>
                      <a:lnTo>
                        <a:pt x="234" y="98"/>
                      </a:lnTo>
                      <a:lnTo>
                        <a:pt x="230" y="98"/>
                      </a:lnTo>
                      <a:lnTo>
                        <a:pt x="226" y="98"/>
                      </a:lnTo>
                      <a:lnTo>
                        <a:pt x="222" y="98"/>
                      </a:lnTo>
                      <a:lnTo>
                        <a:pt x="220" y="98"/>
                      </a:lnTo>
                      <a:lnTo>
                        <a:pt x="216" y="98"/>
                      </a:lnTo>
                      <a:lnTo>
                        <a:pt x="212" y="98"/>
                      </a:lnTo>
                      <a:lnTo>
                        <a:pt x="212" y="102"/>
                      </a:lnTo>
                      <a:lnTo>
                        <a:pt x="208" y="102"/>
                      </a:lnTo>
                      <a:lnTo>
                        <a:pt x="204" y="106"/>
                      </a:lnTo>
                      <a:lnTo>
                        <a:pt x="200" y="106"/>
                      </a:lnTo>
                      <a:lnTo>
                        <a:pt x="196" y="106"/>
                      </a:lnTo>
                      <a:lnTo>
                        <a:pt x="192" y="110"/>
                      </a:lnTo>
                      <a:lnTo>
                        <a:pt x="190" y="106"/>
                      </a:lnTo>
                      <a:lnTo>
                        <a:pt x="186" y="106"/>
                      </a:lnTo>
                      <a:lnTo>
                        <a:pt x="182" y="106"/>
                      </a:lnTo>
                      <a:lnTo>
                        <a:pt x="182" y="102"/>
                      </a:lnTo>
                      <a:lnTo>
                        <a:pt x="178" y="102"/>
                      </a:lnTo>
                      <a:lnTo>
                        <a:pt x="178" y="106"/>
                      </a:lnTo>
                      <a:lnTo>
                        <a:pt x="174" y="106"/>
                      </a:lnTo>
                      <a:lnTo>
                        <a:pt x="170" y="106"/>
                      </a:lnTo>
                      <a:lnTo>
                        <a:pt x="166" y="110"/>
                      </a:lnTo>
                      <a:lnTo>
                        <a:pt x="162" y="110"/>
                      </a:lnTo>
                      <a:lnTo>
                        <a:pt x="162" y="106"/>
                      </a:lnTo>
                      <a:lnTo>
                        <a:pt x="160" y="106"/>
                      </a:lnTo>
                      <a:lnTo>
                        <a:pt x="156" y="106"/>
                      </a:lnTo>
                      <a:lnTo>
                        <a:pt x="156" y="110"/>
                      </a:lnTo>
                      <a:lnTo>
                        <a:pt x="156" y="114"/>
                      </a:lnTo>
                      <a:lnTo>
                        <a:pt x="156" y="116"/>
                      </a:lnTo>
                      <a:lnTo>
                        <a:pt x="152" y="116"/>
                      </a:lnTo>
                      <a:lnTo>
                        <a:pt x="152" y="120"/>
                      </a:lnTo>
                      <a:lnTo>
                        <a:pt x="148" y="120"/>
                      </a:lnTo>
                      <a:lnTo>
                        <a:pt x="148" y="124"/>
                      </a:lnTo>
                      <a:lnTo>
                        <a:pt x="148" y="120"/>
                      </a:lnTo>
                      <a:lnTo>
                        <a:pt x="144" y="120"/>
                      </a:lnTo>
                      <a:lnTo>
                        <a:pt x="148" y="120"/>
                      </a:lnTo>
                      <a:lnTo>
                        <a:pt x="144" y="120"/>
                      </a:lnTo>
                      <a:lnTo>
                        <a:pt x="144" y="116"/>
                      </a:lnTo>
                      <a:lnTo>
                        <a:pt x="144" y="114"/>
                      </a:lnTo>
                      <a:lnTo>
                        <a:pt x="148" y="110"/>
                      </a:lnTo>
                      <a:lnTo>
                        <a:pt x="148" y="106"/>
                      </a:lnTo>
                      <a:lnTo>
                        <a:pt x="148" y="102"/>
                      </a:lnTo>
                      <a:lnTo>
                        <a:pt x="144" y="102"/>
                      </a:lnTo>
                      <a:lnTo>
                        <a:pt x="144" y="106"/>
                      </a:lnTo>
                      <a:lnTo>
                        <a:pt x="140" y="106"/>
                      </a:lnTo>
                      <a:lnTo>
                        <a:pt x="140" y="110"/>
                      </a:lnTo>
                      <a:lnTo>
                        <a:pt x="136" y="110"/>
                      </a:lnTo>
                      <a:lnTo>
                        <a:pt x="134" y="106"/>
                      </a:lnTo>
                      <a:lnTo>
                        <a:pt x="130" y="106"/>
                      </a:lnTo>
                      <a:lnTo>
                        <a:pt x="126" y="106"/>
                      </a:lnTo>
                      <a:lnTo>
                        <a:pt x="122" y="110"/>
                      </a:lnTo>
                      <a:lnTo>
                        <a:pt x="122" y="114"/>
                      </a:lnTo>
                      <a:lnTo>
                        <a:pt x="118" y="114"/>
                      </a:lnTo>
                      <a:lnTo>
                        <a:pt x="118" y="116"/>
                      </a:lnTo>
                      <a:lnTo>
                        <a:pt x="118" y="114"/>
                      </a:lnTo>
                      <a:lnTo>
                        <a:pt x="114" y="116"/>
                      </a:lnTo>
                      <a:lnTo>
                        <a:pt x="110" y="116"/>
                      </a:lnTo>
                      <a:lnTo>
                        <a:pt x="106" y="116"/>
                      </a:lnTo>
                      <a:lnTo>
                        <a:pt x="104" y="116"/>
                      </a:lnTo>
                      <a:lnTo>
                        <a:pt x="104" y="120"/>
                      </a:lnTo>
                      <a:lnTo>
                        <a:pt x="100" y="120"/>
                      </a:lnTo>
                      <a:lnTo>
                        <a:pt x="100" y="116"/>
                      </a:lnTo>
                      <a:lnTo>
                        <a:pt x="96" y="116"/>
                      </a:lnTo>
                      <a:lnTo>
                        <a:pt x="92" y="116"/>
                      </a:lnTo>
                      <a:lnTo>
                        <a:pt x="92" y="114"/>
                      </a:lnTo>
                      <a:lnTo>
                        <a:pt x="92" y="110"/>
                      </a:lnTo>
                      <a:lnTo>
                        <a:pt x="88" y="110"/>
                      </a:lnTo>
                      <a:lnTo>
                        <a:pt x="84" y="110"/>
                      </a:lnTo>
                      <a:lnTo>
                        <a:pt x="84" y="106"/>
                      </a:lnTo>
                      <a:lnTo>
                        <a:pt x="80" y="106"/>
                      </a:lnTo>
                      <a:lnTo>
                        <a:pt x="78" y="106"/>
                      </a:lnTo>
                      <a:lnTo>
                        <a:pt x="74" y="106"/>
                      </a:lnTo>
                      <a:lnTo>
                        <a:pt x="70" y="102"/>
                      </a:lnTo>
                      <a:lnTo>
                        <a:pt x="70" y="106"/>
                      </a:lnTo>
                      <a:lnTo>
                        <a:pt x="70" y="110"/>
                      </a:lnTo>
                      <a:lnTo>
                        <a:pt x="70" y="114"/>
                      </a:lnTo>
                      <a:lnTo>
                        <a:pt x="66" y="116"/>
                      </a:lnTo>
                      <a:lnTo>
                        <a:pt x="66" y="114"/>
                      </a:lnTo>
                      <a:lnTo>
                        <a:pt x="62" y="114"/>
                      </a:lnTo>
                      <a:lnTo>
                        <a:pt x="62" y="116"/>
                      </a:lnTo>
                      <a:lnTo>
                        <a:pt x="58" y="116"/>
                      </a:lnTo>
                      <a:lnTo>
                        <a:pt x="54" y="116"/>
                      </a:lnTo>
                      <a:lnTo>
                        <a:pt x="50" y="116"/>
                      </a:lnTo>
                      <a:lnTo>
                        <a:pt x="50" y="114"/>
                      </a:lnTo>
                      <a:lnTo>
                        <a:pt x="48" y="114"/>
                      </a:lnTo>
                      <a:lnTo>
                        <a:pt x="50" y="110"/>
                      </a:lnTo>
                      <a:lnTo>
                        <a:pt x="48" y="110"/>
                      </a:lnTo>
                      <a:lnTo>
                        <a:pt x="48" y="106"/>
                      </a:lnTo>
                      <a:lnTo>
                        <a:pt x="44" y="110"/>
                      </a:lnTo>
                      <a:lnTo>
                        <a:pt x="44" y="106"/>
                      </a:lnTo>
                      <a:lnTo>
                        <a:pt x="40" y="102"/>
                      </a:lnTo>
                      <a:lnTo>
                        <a:pt x="40" y="106"/>
                      </a:lnTo>
                      <a:lnTo>
                        <a:pt x="36" y="106"/>
                      </a:lnTo>
                      <a:lnTo>
                        <a:pt x="36" y="110"/>
                      </a:lnTo>
                      <a:lnTo>
                        <a:pt x="34" y="110"/>
                      </a:lnTo>
                      <a:lnTo>
                        <a:pt x="36" y="110"/>
                      </a:lnTo>
                      <a:lnTo>
                        <a:pt x="34" y="110"/>
                      </a:lnTo>
                      <a:lnTo>
                        <a:pt x="34" y="106"/>
                      </a:lnTo>
                      <a:lnTo>
                        <a:pt x="34" y="110"/>
                      </a:lnTo>
                      <a:lnTo>
                        <a:pt x="34" y="106"/>
                      </a:lnTo>
                      <a:lnTo>
                        <a:pt x="36" y="106"/>
                      </a:lnTo>
                      <a:lnTo>
                        <a:pt x="34" y="106"/>
                      </a:lnTo>
                      <a:lnTo>
                        <a:pt x="30" y="106"/>
                      </a:lnTo>
                      <a:lnTo>
                        <a:pt x="26" y="110"/>
                      </a:lnTo>
                      <a:lnTo>
                        <a:pt x="26" y="106"/>
                      </a:lnTo>
                      <a:lnTo>
                        <a:pt x="30" y="106"/>
                      </a:lnTo>
                      <a:lnTo>
                        <a:pt x="34" y="106"/>
                      </a:lnTo>
                      <a:lnTo>
                        <a:pt x="36" y="102"/>
                      </a:lnTo>
                      <a:lnTo>
                        <a:pt x="34" y="102"/>
                      </a:lnTo>
                      <a:lnTo>
                        <a:pt x="30" y="102"/>
                      </a:lnTo>
                      <a:lnTo>
                        <a:pt x="26" y="102"/>
                      </a:lnTo>
                      <a:lnTo>
                        <a:pt x="22" y="102"/>
                      </a:lnTo>
                      <a:lnTo>
                        <a:pt x="26" y="98"/>
                      </a:lnTo>
                      <a:lnTo>
                        <a:pt x="30" y="98"/>
                      </a:lnTo>
                      <a:lnTo>
                        <a:pt x="30" y="94"/>
                      </a:lnTo>
                      <a:lnTo>
                        <a:pt x="26" y="98"/>
                      </a:lnTo>
                      <a:lnTo>
                        <a:pt x="26" y="94"/>
                      </a:lnTo>
                      <a:lnTo>
                        <a:pt x="22" y="94"/>
                      </a:lnTo>
                      <a:lnTo>
                        <a:pt x="22" y="90"/>
                      </a:lnTo>
                      <a:lnTo>
                        <a:pt x="22" y="86"/>
                      </a:lnTo>
                      <a:lnTo>
                        <a:pt x="22" y="84"/>
                      </a:lnTo>
                      <a:lnTo>
                        <a:pt x="26" y="84"/>
                      </a:lnTo>
                      <a:lnTo>
                        <a:pt x="22" y="84"/>
                      </a:lnTo>
                      <a:lnTo>
                        <a:pt x="18" y="80"/>
                      </a:lnTo>
                      <a:lnTo>
                        <a:pt x="14" y="80"/>
                      </a:lnTo>
                      <a:lnTo>
                        <a:pt x="10" y="80"/>
                      </a:lnTo>
                      <a:lnTo>
                        <a:pt x="10" y="76"/>
                      </a:lnTo>
                      <a:lnTo>
                        <a:pt x="14" y="76"/>
                      </a:lnTo>
                      <a:lnTo>
                        <a:pt x="10" y="72"/>
                      </a:lnTo>
                      <a:lnTo>
                        <a:pt x="10" y="68"/>
                      </a:lnTo>
                      <a:lnTo>
                        <a:pt x="14" y="72"/>
                      </a:lnTo>
                      <a:lnTo>
                        <a:pt x="14" y="76"/>
                      </a:lnTo>
                      <a:lnTo>
                        <a:pt x="18" y="76"/>
                      </a:lnTo>
                      <a:lnTo>
                        <a:pt x="22" y="76"/>
                      </a:lnTo>
                      <a:lnTo>
                        <a:pt x="22" y="72"/>
                      </a:lnTo>
                      <a:lnTo>
                        <a:pt x="18" y="72"/>
                      </a:lnTo>
                      <a:lnTo>
                        <a:pt x="14" y="68"/>
                      </a:lnTo>
                      <a:lnTo>
                        <a:pt x="18" y="68"/>
                      </a:lnTo>
                      <a:lnTo>
                        <a:pt x="22" y="64"/>
                      </a:lnTo>
                      <a:lnTo>
                        <a:pt x="18" y="64"/>
                      </a:lnTo>
                      <a:lnTo>
                        <a:pt x="18" y="60"/>
                      </a:lnTo>
                      <a:lnTo>
                        <a:pt x="14" y="56"/>
                      </a:lnTo>
                      <a:lnTo>
                        <a:pt x="18" y="56"/>
                      </a:lnTo>
                      <a:lnTo>
                        <a:pt x="18" y="54"/>
                      </a:lnTo>
                      <a:lnTo>
                        <a:pt x="14" y="54"/>
                      </a:lnTo>
                      <a:lnTo>
                        <a:pt x="14" y="54"/>
                      </a:lnTo>
                      <a:lnTo>
                        <a:pt x="14" y="54"/>
                      </a:lnTo>
                      <a:close/>
                      <a:moveTo>
                        <a:pt x="30" y="30"/>
                      </a:moveTo>
                      <a:lnTo>
                        <a:pt x="26" y="30"/>
                      </a:lnTo>
                      <a:lnTo>
                        <a:pt x="30" y="30"/>
                      </a:lnTo>
                      <a:lnTo>
                        <a:pt x="30" y="30"/>
                      </a:lnTo>
                      <a:lnTo>
                        <a:pt x="30" y="30"/>
                      </a:lnTo>
                      <a:close/>
                      <a:moveTo>
                        <a:pt x="4" y="42"/>
                      </a:moveTo>
                      <a:lnTo>
                        <a:pt x="0" y="42"/>
                      </a:lnTo>
                      <a:lnTo>
                        <a:pt x="4" y="42"/>
                      </a:lnTo>
                      <a:lnTo>
                        <a:pt x="4" y="38"/>
                      </a:lnTo>
                      <a:lnTo>
                        <a:pt x="8" y="42"/>
                      </a:lnTo>
                      <a:lnTo>
                        <a:pt x="4" y="42"/>
                      </a:lnTo>
                      <a:lnTo>
                        <a:pt x="4" y="42"/>
                      </a:lnTo>
                      <a:lnTo>
                        <a:pt x="4" y="42"/>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92" name="Freeform 59">
                  <a:extLst>
                    <a:ext uri="{FF2B5EF4-FFF2-40B4-BE49-F238E27FC236}">
                      <a16:creationId xmlns:a16="http://schemas.microsoft.com/office/drawing/2014/main" id="{26F3B2C5-6820-3B93-3393-A31D61416721}"/>
                    </a:ext>
                  </a:extLst>
                </p:cNvPr>
                <p:cNvSpPr>
                  <a:spLocks/>
                </p:cNvSpPr>
                <p:nvPr/>
              </p:nvSpPr>
              <p:spPr bwMode="gray">
                <a:xfrm>
                  <a:off x="6059182" y="3187422"/>
                  <a:ext cx="379160" cy="253932"/>
                </a:xfrm>
                <a:custGeom>
                  <a:avLst/>
                  <a:gdLst>
                    <a:gd name="T0" fmla="*/ 208 w 218"/>
                    <a:gd name="T1" fmla="*/ 100 h 146"/>
                    <a:gd name="T2" fmla="*/ 200 w 218"/>
                    <a:gd name="T3" fmla="*/ 108 h 146"/>
                    <a:gd name="T4" fmla="*/ 192 w 218"/>
                    <a:gd name="T5" fmla="*/ 116 h 146"/>
                    <a:gd name="T6" fmla="*/ 188 w 218"/>
                    <a:gd name="T7" fmla="*/ 126 h 146"/>
                    <a:gd name="T8" fmla="*/ 178 w 218"/>
                    <a:gd name="T9" fmla="*/ 130 h 146"/>
                    <a:gd name="T10" fmla="*/ 170 w 218"/>
                    <a:gd name="T11" fmla="*/ 134 h 146"/>
                    <a:gd name="T12" fmla="*/ 166 w 218"/>
                    <a:gd name="T13" fmla="*/ 142 h 146"/>
                    <a:gd name="T14" fmla="*/ 156 w 218"/>
                    <a:gd name="T15" fmla="*/ 146 h 146"/>
                    <a:gd name="T16" fmla="*/ 144 w 218"/>
                    <a:gd name="T17" fmla="*/ 142 h 146"/>
                    <a:gd name="T18" fmla="*/ 140 w 218"/>
                    <a:gd name="T19" fmla="*/ 130 h 146"/>
                    <a:gd name="T20" fmla="*/ 136 w 218"/>
                    <a:gd name="T21" fmla="*/ 118 h 146"/>
                    <a:gd name="T22" fmla="*/ 126 w 218"/>
                    <a:gd name="T23" fmla="*/ 112 h 146"/>
                    <a:gd name="T24" fmla="*/ 114 w 218"/>
                    <a:gd name="T25" fmla="*/ 100 h 146"/>
                    <a:gd name="T26" fmla="*/ 106 w 218"/>
                    <a:gd name="T27" fmla="*/ 100 h 146"/>
                    <a:gd name="T28" fmla="*/ 92 w 218"/>
                    <a:gd name="T29" fmla="*/ 92 h 146"/>
                    <a:gd name="T30" fmla="*/ 84 w 218"/>
                    <a:gd name="T31" fmla="*/ 88 h 146"/>
                    <a:gd name="T32" fmla="*/ 74 w 218"/>
                    <a:gd name="T33" fmla="*/ 86 h 146"/>
                    <a:gd name="T34" fmla="*/ 62 w 218"/>
                    <a:gd name="T35" fmla="*/ 88 h 146"/>
                    <a:gd name="T36" fmla="*/ 54 w 218"/>
                    <a:gd name="T37" fmla="*/ 96 h 146"/>
                    <a:gd name="T38" fmla="*/ 44 w 218"/>
                    <a:gd name="T39" fmla="*/ 104 h 146"/>
                    <a:gd name="T40" fmla="*/ 28 w 218"/>
                    <a:gd name="T41" fmla="*/ 100 h 146"/>
                    <a:gd name="T42" fmla="*/ 18 w 218"/>
                    <a:gd name="T43" fmla="*/ 96 h 146"/>
                    <a:gd name="T44" fmla="*/ 10 w 218"/>
                    <a:gd name="T45" fmla="*/ 88 h 146"/>
                    <a:gd name="T46" fmla="*/ 4 w 218"/>
                    <a:gd name="T47" fmla="*/ 74 h 146"/>
                    <a:gd name="T48" fmla="*/ 6 w 218"/>
                    <a:gd name="T49" fmla="*/ 58 h 146"/>
                    <a:gd name="T50" fmla="*/ 6 w 218"/>
                    <a:gd name="T51" fmla="*/ 40 h 146"/>
                    <a:gd name="T52" fmla="*/ 6 w 218"/>
                    <a:gd name="T53" fmla="*/ 26 h 146"/>
                    <a:gd name="T54" fmla="*/ 20 w 218"/>
                    <a:gd name="T55" fmla="*/ 14 h 146"/>
                    <a:gd name="T56" fmla="*/ 32 w 218"/>
                    <a:gd name="T57" fmla="*/ 10 h 146"/>
                    <a:gd name="T58" fmla="*/ 44 w 218"/>
                    <a:gd name="T59" fmla="*/ 10 h 146"/>
                    <a:gd name="T60" fmla="*/ 54 w 218"/>
                    <a:gd name="T61" fmla="*/ 22 h 146"/>
                    <a:gd name="T62" fmla="*/ 62 w 218"/>
                    <a:gd name="T63" fmla="*/ 30 h 146"/>
                    <a:gd name="T64" fmla="*/ 74 w 218"/>
                    <a:gd name="T65" fmla="*/ 30 h 146"/>
                    <a:gd name="T66" fmla="*/ 84 w 218"/>
                    <a:gd name="T67" fmla="*/ 26 h 146"/>
                    <a:gd name="T68" fmla="*/ 80 w 218"/>
                    <a:gd name="T69" fmla="*/ 14 h 146"/>
                    <a:gd name="T70" fmla="*/ 92 w 218"/>
                    <a:gd name="T71" fmla="*/ 10 h 146"/>
                    <a:gd name="T72" fmla="*/ 100 w 218"/>
                    <a:gd name="T73" fmla="*/ 6 h 146"/>
                    <a:gd name="T74" fmla="*/ 102 w 218"/>
                    <a:gd name="T75" fmla="*/ 4 h 146"/>
                    <a:gd name="T76" fmla="*/ 110 w 218"/>
                    <a:gd name="T77" fmla="*/ 4 h 146"/>
                    <a:gd name="T78" fmla="*/ 122 w 218"/>
                    <a:gd name="T79" fmla="*/ 6 h 146"/>
                    <a:gd name="T80" fmla="*/ 128 w 218"/>
                    <a:gd name="T81" fmla="*/ 18 h 146"/>
                    <a:gd name="T82" fmla="*/ 128 w 218"/>
                    <a:gd name="T83" fmla="*/ 26 h 146"/>
                    <a:gd name="T84" fmla="*/ 140 w 218"/>
                    <a:gd name="T85" fmla="*/ 30 h 146"/>
                    <a:gd name="T86" fmla="*/ 152 w 218"/>
                    <a:gd name="T87" fmla="*/ 36 h 146"/>
                    <a:gd name="T88" fmla="*/ 158 w 218"/>
                    <a:gd name="T89" fmla="*/ 44 h 146"/>
                    <a:gd name="T90" fmla="*/ 162 w 218"/>
                    <a:gd name="T91" fmla="*/ 56 h 146"/>
                    <a:gd name="T92" fmla="*/ 174 w 218"/>
                    <a:gd name="T93" fmla="*/ 62 h 146"/>
                    <a:gd name="T94" fmla="*/ 182 w 218"/>
                    <a:gd name="T95" fmla="*/ 70 h 146"/>
                    <a:gd name="T96" fmla="*/ 188 w 218"/>
                    <a:gd name="T97" fmla="*/ 78 h 146"/>
                    <a:gd name="T98" fmla="*/ 204 w 218"/>
                    <a:gd name="T99" fmla="*/ 86 h 146"/>
                    <a:gd name="T100" fmla="*/ 210 w 218"/>
                    <a:gd name="T101" fmla="*/ 88 h 146"/>
                    <a:gd name="T102" fmla="*/ 218 w 218"/>
                    <a:gd name="T103" fmla="*/ 96 h 146"/>
                    <a:gd name="T104" fmla="*/ 214 w 218"/>
                    <a:gd name="T105" fmla="*/ 104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18" h="146">
                      <a:moveTo>
                        <a:pt x="214" y="104"/>
                      </a:moveTo>
                      <a:lnTo>
                        <a:pt x="210" y="104"/>
                      </a:lnTo>
                      <a:lnTo>
                        <a:pt x="208" y="104"/>
                      </a:lnTo>
                      <a:lnTo>
                        <a:pt x="208" y="100"/>
                      </a:lnTo>
                      <a:lnTo>
                        <a:pt x="204" y="100"/>
                      </a:lnTo>
                      <a:lnTo>
                        <a:pt x="204" y="104"/>
                      </a:lnTo>
                      <a:lnTo>
                        <a:pt x="204" y="108"/>
                      </a:lnTo>
                      <a:lnTo>
                        <a:pt x="200" y="108"/>
                      </a:lnTo>
                      <a:lnTo>
                        <a:pt x="196" y="108"/>
                      </a:lnTo>
                      <a:lnTo>
                        <a:pt x="192" y="108"/>
                      </a:lnTo>
                      <a:lnTo>
                        <a:pt x="192" y="112"/>
                      </a:lnTo>
                      <a:lnTo>
                        <a:pt x="192" y="116"/>
                      </a:lnTo>
                      <a:lnTo>
                        <a:pt x="188" y="116"/>
                      </a:lnTo>
                      <a:lnTo>
                        <a:pt x="188" y="118"/>
                      </a:lnTo>
                      <a:lnTo>
                        <a:pt x="188" y="122"/>
                      </a:lnTo>
                      <a:lnTo>
                        <a:pt x="188" y="126"/>
                      </a:lnTo>
                      <a:lnTo>
                        <a:pt x="184" y="126"/>
                      </a:lnTo>
                      <a:lnTo>
                        <a:pt x="182" y="126"/>
                      </a:lnTo>
                      <a:lnTo>
                        <a:pt x="182" y="130"/>
                      </a:lnTo>
                      <a:lnTo>
                        <a:pt x="178" y="130"/>
                      </a:lnTo>
                      <a:lnTo>
                        <a:pt x="174" y="130"/>
                      </a:lnTo>
                      <a:lnTo>
                        <a:pt x="170" y="134"/>
                      </a:lnTo>
                      <a:lnTo>
                        <a:pt x="166" y="134"/>
                      </a:lnTo>
                      <a:lnTo>
                        <a:pt x="170" y="134"/>
                      </a:lnTo>
                      <a:lnTo>
                        <a:pt x="170" y="138"/>
                      </a:lnTo>
                      <a:lnTo>
                        <a:pt x="166" y="138"/>
                      </a:lnTo>
                      <a:lnTo>
                        <a:pt x="170" y="138"/>
                      </a:lnTo>
                      <a:lnTo>
                        <a:pt x="166" y="142"/>
                      </a:lnTo>
                      <a:lnTo>
                        <a:pt x="162" y="142"/>
                      </a:lnTo>
                      <a:lnTo>
                        <a:pt x="162" y="146"/>
                      </a:lnTo>
                      <a:lnTo>
                        <a:pt x="158" y="146"/>
                      </a:lnTo>
                      <a:lnTo>
                        <a:pt x="156" y="146"/>
                      </a:lnTo>
                      <a:lnTo>
                        <a:pt x="156" y="142"/>
                      </a:lnTo>
                      <a:lnTo>
                        <a:pt x="152" y="142"/>
                      </a:lnTo>
                      <a:lnTo>
                        <a:pt x="148" y="142"/>
                      </a:lnTo>
                      <a:lnTo>
                        <a:pt x="144" y="142"/>
                      </a:lnTo>
                      <a:lnTo>
                        <a:pt x="144" y="138"/>
                      </a:lnTo>
                      <a:lnTo>
                        <a:pt x="140" y="138"/>
                      </a:lnTo>
                      <a:lnTo>
                        <a:pt x="140" y="134"/>
                      </a:lnTo>
                      <a:lnTo>
                        <a:pt x="140" y="130"/>
                      </a:lnTo>
                      <a:lnTo>
                        <a:pt x="140" y="126"/>
                      </a:lnTo>
                      <a:lnTo>
                        <a:pt x="140" y="122"/>
                      </a:lnTo>
                      <a:lnTo>
                        <a:pt x="140" y="118"/>
                      </a:lnTo>
                      <a:lnTo>
                        <a:pt x="136" y="118"/>
                      </a:lnTo>
                      <a:lnTo>
                        <a:pt x="132" y="118"/>
                      </a:lnTo>
                      <a:lnTo>
                        <a:pt x="128" y="118"/>
                      </a:lnTo>
                      <a:lnTo>
                        <a:pt x="126" y="116"/>
                      </a:lnTo>
                      <a:lnTo>
                        <a:pt x="126" y="112"/>
                      </a:lnTo>
                      <a:lnTo>
                        <a:pt x="122" y="108"/>
                      </a:lnTo>
                      <a:lnTo>
                        <a:pt x="118" y="108"/>
                      </a:lnTo>
                      <a:lnTo>
                        <a:pt x="114" y="104"/>
                      </a:lnTo>
                      <a:lnTo>
                        <a:pt x="114" y="100"/>
                      </a:lnTo>
                      <a:lnTo>
                        <a:pt x="110" y="100"/>
                      </a:lnTo>
                      <a:lnTo>
                        <a:pt x="110" y="96"/>
                      </a:lnTo>
                      <a:lnTo>
                        <a:pt x="106" y="96"/>
                      </a:lnTo>
                      <a:lnTo>
                        <a:pt x="106" y="100"/>
                      </a:lnTo>
                      <a:lnTo>
                        <a:pt x="106" y="96"/>
                      </a:lnTo>
                      <a:lnTo>
                        <a:pt x="102" y="100"/>
                      </a:lnTo>
                      <a:lnTo>
                        <a:pt x="100" y="96"/>
                      </a:lnTo>
                      <a:lnTo>
                        <a:pt x="92" y="92"/>
                      </a:lnTo>
                      <a:lnTo>
                        <a:pt x="88" y="92"/>
                      </a:lnTo>
                      <a:lnTo>
                        <a:pt x="88" y="88"/>
                      </a:lnTo>
                      <a:lnTo>
                        <a:pt x="84" y="86"/>
                      </a:lnTo>
                      <a:lnTo>
                        <a:pt x="84" y="88"/>
                      </a:lnTo>
                      <a:lnTo>
                        <a:pt x="80" y="88"/>
                      </a:lnTo>
                      <a:lnTo>
                        <a:pt x="80" y="86"/>
                      </a:lnTo>
                      <a:lnTo>
                        <a:pt x="76" y="86"/>
                      </a:lnTo>
                      <a:lnTo>
                        <a:pt x="74" y="86"/>
                      </a:lnTo>
                      <a:lnTo>
                        <a:pt x="74" y="88"/>
                      </a:lnTo>
                      <a:lnTo>
                        <a:pt x="70" y="88"/>
                      </a:lnTo>
                      <a:lnTo>
                        <a:pt x="66" y="88"/>
                      </a:lnTo>
                      <a:lnTo>
                        <a:pt x="62" y="88"/>
                      </a:lnTo>
                      <a:lnTo>
                        <a:pt x="58" y="88"/>
                      </a:lnTo>
                      <a:lnTo>
                        <a:pt x="58" y="92"/>
                      </a:lnTo>
                      <a:lnTo>
                        <a:pt x="54" y="92"/>
                      </a:lnTo>
                      <a:lnTo>
                        <a:pt x="54" y="96"/>
                      </a:lnTo>
                      <a:lnTo>
                        <a:pt x="50" y="96"/>
                      </a:lnTo>
                      <a:lnTo>
                        <a:pt x="50" y="100"/>
                      </a:lnTo>
                      <a:lnTo>
                        <a:pt x="48" y="104"/>
                      </a:lnTo>
                      <a:lnTo>
                        <a:pt x="44" y="104"/>
                      </a:lnTo>
                      <a:lnTo>
                        <a:pt x="40" y="104"/>
                      </a:lnTo>
                      <a:lnTo>
                        <a:pt x="36" y="104"/>
                      </a:lnTo>
                      <a:lnTo>
                        <a:pt x="32" y="104"/>
                      </a:lnTo>
                      <a:lnTo>
                        <a:pt x="28" y="100"/>
                      </a:lnTo>
                      <a:lnTo>
                        <a:pt x="24" y="100"/>
                      </a:lnTo>
                      <a:lnTo>
                        <a:pt x="24" y="96"/>
                      </a:lnTo>
                      <a:lnTo>
                        <a:pt x="20" y="96"/>
                      </a:lnTo>
                      <a:lnTo>
                        <a:pt x="18" y="96"/>
                      </a:lnTo>
                      <a:lnTo>
                        <a:pt x="14" y="96"/>
                      </a:lnTo>
                      <a:lnTo>
                        <a:pt x="14" y="92"/>
                      </a:lnTo>
                      <a:lnTo>
                        <a:pt x="10" y="92"/>
                      </a:lnTo>
                      <a:lnTo>
                        <a:pt x="10" y="88"/>
                      </a:lnTo>
                      <a:lnTo>
                        <a:pt x="6" y="86"/>
                      </a:lnTo>
                      <a:lnTo>
                        <a:pt x="4" y="82"/>
                      </a:lnTo>
                      <a:lnTo>
                        <a:pt x="4" y="78"/>
                      </a:lnTo>
                      <a:lnTo>
                        <a:pt x="4" y="74"/>
                      </a:lnTo>
                      <a:lnTo>
                        <a:pt x="4" y="70"/>
                      </a:lnTo>
                      <a:lnTo>
                        <a:pt x="6" y="66"/>
                      </a:lnTo>
                      <a:lnTo>
                        <a:pt x="6" y="62"/>
                      </a:lnTo>
                      <a:lnTo>
                        <a:pt x="6" y="58"/>
                      </a:lnTo>
                      <a:lnTo>
                        <a:pt x="6" y="56"/>
                      </a:lnTo>
                      <a:lnTo>
                        <a:pt x="6" y="48"/>
                      </a:lnTo>
                      <a:lnTo>
                        <a:pt x="6" y="44"/>
                      </a:lnTo>
                      <a:lnTo>
                        <a:pt x="6" y="40"/>
                      </a:lnTo>
                      <a:lnTo>
                        <a:pt x="6" y="36"/>
                      </a:lnTo>
                      <a:lnTo>
                        <a:pt x="4" y="32"/>
                      </a:lnTo>
                      <a:lnTo>
                        <a:pt x="0" y="30"/>
                      </a:lnTo>
                      <a:lnTo>
                        <a:pt x="6" y="26"/>
                      </a:lnTo>
                      <a:lnTo>
                        <a:pt x="10" y="26"/>
                      </a:lnTo>
                      <a:lnTo>
                        <a:pt x="14" y="22"/>
                      </a:lnTo>
                      <a:lnTo>
                        <a:pt x="18" y="18"/>
                      </a:lnTo>
                      <a:lnTo>
                        <a:pt x="20" y="14"/>
                      </a:lnTo>
                      <a:lnTo>
                        <a:pt x="24" y="14"/>
                      </a:lnTo>
                      <a:lnTo>
                        <a:pt x="24" y="10"/>
                      </a:lnTo>
                      <a:lnTo>
                        <a:pt x="28" y="10"/>
                      </a:lnTo>
                      <a:lnTo>
                        <a:pt x="32" y="10"/>
                      </a:lnTo>
                      <a:lnTo>
                        <a:pt x="36" y="6"/>
                      </a:lnTo>
                      <a:lnTo>
                        <a:pt x="40" y="6"/>
                      </a:lnTo>
                      <a:lnTo>
                        <a:pt x="44" y="6"/>
                      </a:lnTo>
                      <a:lnTo>
                        <a:pt x="44" y="10"/>
                      </a:lnTo>
                      <a:lnTo>
                        <a:pt x="48" y="10"/>
                      </a:lnTo>
                      <a:lnTo>
                        <a:pt x="50" y="14"/>
                      </a:lnTo>
                      <a:lnTo>
                        <a:pt x="54" y="18"/>
                      </a:lnTo>
                      <a:lnTo>
                        <a:pt x="54" y="22"/>
                      </a:lnTo>
                      <a:lnTo>
                        <a:pt x="58" y="22"/>
                      </a:lnTo>
                      <a:lnTo>
                        <a:pt x="58" y="26"/>
                      </a:lnTo>
                      <a:lnTo>
                        <a:pt x="58" y="30"/>
                      </a:lnTo>
                      <a:lnTo>
                        <a:pt x="62" y="30"/>
                      </a:lnTo>
                      <a:lnTo>
                        <a:pt x="66" y="30"/>
                      </a:lnTo>
                      <a:lnTo>
                        <a:pt x="66" y="26"/>
                      </a:lnTo>
                      <a:lnTo>
                        <a:pt x="70" y="30"/>
                      </a:lnTo>
                      <a:lnTo>
                        <a:pt x="74" y="30"/>
                      </a:lnTo>
                      <a:lnTo>
                        <a:pt x="76" y="30"/>
                      </a:lnTo>
                      <a:lnTo>
                        <a:pt x="80" y="30"/>
                      </a:lnTo>
                      <a:lnTo>
                        <a:pt x="84" y="30"/>
                      </a:lnTo>
                      <a:lnTo>
                        <a:pt x="84" y="26"/>
                      </a:lnTo>
                      <a:lnTo>
                        <a:pt x="80" y="26"/>
                      </a:lnTo>
                      <a:lnTo>
                        <a:pt x="80" y="22"/>
                      </a:lnTo>
                      <a:lnTo>
                        <a:pt x="80" y="18"/>
                      </a:lnTo>
                      <a:lnTo>
                        <a:pt x="80" y="14"/>
                      </a:lnTo>
                      <a:lnTo>
                        <a:pt x="84" y="14"/>
                      </a:lnTo>
                      <a:lnTo>
                        <a:pt x="84" y="10"/>
                      </a:lnTo>
                      <a:lnTo>
                        <a:pt x="88" y="10"/>
                      </a:lnTo>
                      <a:lnTo>
                        <a:pt x="92" y="10"/>
                      </a:lnTo>
                      <a:lnTo>
                        <a:pt x="96" y="10"/>
                      </a:lnTo>
                      <a:lnTo>
                        <a:pt x="96" y="6"/>
                      </a:lnTo>
                      <a:lnTo>
                        <a:pt x="96" y="4"/>
                      </a:lnTo>
                      <a:lnTo>
                        <a:pt x="100" y="6"/>
                      </a:lnTo>
                      <a:lnTo>
                        <a:pt x="102" y="6"/>
                      </a:lnTo>
                      <a:lnTo>
                        <a:pt x="100" y="4"/>
                      </a:lnTo>
                      <a:lnTo>
                        <a:pt x="100" y="0"/>
                      </a:lnTo>
                      <a:lnTo>
                        <a:pt x="102" y="4"/>
                      </a:lnTo>
                      <a:lnTo>
                        <a:pt x="102" y="0"/>
                      </a:lnTo>
                      <a:lnTo>
                        <a:pt x="106" y="0"/>
                      </a:lnTo>
                      <a:lnTo>
                        <a:pt x="106" y="4"/>
                      </a:lnTo>
                      <a:lnTo>
                        <a:pt x="110" y="4"/>
                      </a:lnTo>
                      <a:lnTo>
                        <a:pt x="114" y="4"/>
                      </a:lnTo>
                      <a:lnTo>
                        <a:pt x="114" y="6"/>
                      </a:lnTo>
                      <a:lnTo>
                        <a:pt x="118" y="6"/>
                      </a:lnTo>
                      <a:lnTo>
                        <a:pt x="122" y="6"/>
                      </a:lnTo>
                      <a:lnTo>
                        <a:pt x="126" y="10"/>
                      </a:lnTo>
                      <a:lnTo>
                        <a:pt x="126" y="14"/>
                      </a:lnTo>
                      <a:lnTo>
                        <a:pt x="126" y="18"/>
                      </a:lnTo>
                      <a:lnTo>
                        <a:pt x="128" y="18"/>
                      </a:lnTo>
                      <a:lnTo>
                        <a:pt x="126" y="18"/>
                      </a:lnTo>
                      <a:lnTo>
                        <a:pt x="126" y="22"/>
                      </a:lnTo>
                      <a:lnTo>
                        <a:pt x="126" y="26"/>
                      </a:lnTo>
                      <a:lnTo>
                        <a:pt x="128" y="26"/>
                      </a:lnTo>
                      <a:lnTo>
                        <a:pt x="128" y="30"/>
                      </a:lnTo>
                      <a:lnTo>
                        <a:pt x="132" y="30"/>
                      </a:lnTo>
                      <a:lnTo>
                        <a:pt x="136" y="30"/>
                      </a:lnTo>
                      <a:lnTo>
                        <a:pt x="140" y="30"/>
                      </a:lnTo>
                      <a:lnTo>
                        <a:pt x="144" y="30"/>
                      </a:lnTo>
                      <a:lnTo>
                        <a:pt x="148" y="30"/>
                      </a:lnTo>
                      <a:lnTo>
                        <a:pt x="152" y="32"/>
                      </a:lnTo>
                      <a:lnTo>
                        <a:pt x="152" y="36"/>
                      </a:lnTo>
                      <a:lnTo>
                        <a:pt x="152" y="40"/>
                      </a:lnTo>
                      <a:lnTo>
                        <a:pt x="156" y="40"/>
                      </a:lnTo>
                      <a:lnTo>
                        <a:pt x="156" y="44"/>
                      </a:lnTo>
                      <a:lnTo>
                        <a:pt x="158" y="44"/>
                      </a:lnTo>
                      <a:lnTo>
                        <a:pt x="158" y="48"/>
                      </a:lnTo>
                      <a:lnTo>
                        <a:pt x="158" y="52"/>
                      </a:lnTo>
                      <a:lnTo>
                        <a:pt x="158" y="56"/>
                      </a:lnTo>
                      <a:lnTo>
                        <a:pt x="162" y="56"/>
                      </a:lnTo>
                      <a:lnTo>
                        <a:pt x="162" y="58"/>
                      </a:lnTo>
                      <a:lnTo>
                        <a:pt x="166" y="58"/>
                      </a:lnTo>
                      <a:lnTo>
                        <a:pt x="170" y="62"/>
                      </a:lnTo>
                      <a:lnTo>
                        <a:pt x="174" y="62"/>
                      </a:lnTo>
                      <a:lnTo>
                        <a:pt x="174" y="66"/>
                      </a:lnTo>
                      <a:lnTo>
                        <a:pt x="178" y="66"/>
                      </a:lnTo>
                      <a:lnTo>
                        <a:pt x="178" y="70"/>
                      </a:lnTo>
                      <a:lnTo>
                        <a:pt x="182" y="70"/>
                      </a:lnTo>
                      <a:lnTo>
                        <a:pt x="182" y="74"/>
                      </a:lnTo>
                      <a:lnTo>
                        <a:pt x="184" y="74"/>
                      </a:lnTo>
                      <a:lnTo>
                        <a:pt x="188" y="74"/>
                      </a:lnTo>
                      <a:lnTo>
                        <a:pt x="188" y="78"/>
                      </a:lnTo>
                      <a:lnTo>
                        <a:pt x="192" y="78"/>
                      </a:lnTo>
                      <a:lnTo>
                        <a:pt x="196" y="82"/>
                      </a:lnTo>
                      <a:lnTo>
                        <a:pt x="200" y="86"/>
                      </a:lnTo>
                      <a:lnTo>
                        <a:pt x="204" y="86"/>
                      </a:lnTo>
                      <a:lnTo>
                        <a:pt x="204" y="88"/>
                      </a:lnTo>
                      <a:lnTo>
                        <a:pt x="208" y="88"/>
                      </a:lnTo>
                      <a:lnTo>
                        <a:pt x="208" y="86"/>
                      </a:lnTo>
                      <a:lnTo>
                        <a:pt x="210" y="88"/>
                      </a:lnTo>
                      <a:lnTo>
                        <a:pt x="214" y="88"/>
                      </a:lnTo>
                      <a:lnTo>
                        <a:pt x="214" y="92"/>
                      </a:lnTo>
                      <a:lnTo>
                        <a:pt x="218" y="92"/>
                      </a:lnTo>
                      <a:lnTo>
                        <a:pt x="218" y="96"/>
                      </a:lnTo>
                      <a:lnTo>
                        <a:pt x="214" y="100"/>
                      </a:lnTo>
                      <a:lnTo>
                        <a:pt x="214" y="104"/>
                      </a:lnTo>
                      <a:lnTo>
                        <a:pt x="218" y="104"/>
                      </a:lnTo>
                      <a:lnTo>
                        <a:pt x="214" y="104"/>
                      </a:lnTo>
                      <a:lnTo>
                        <a:pt x="214" y="104"/>
                      </a:lnTo>
                      <a:lnTo>
                        <a:pt x="214" y="104"/>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93" name="Freeform 60">
                  <a:extLst>
                    <a:ext uri="{FF2B5EF4-FFF2-40B4-BE49-F238E27FC236}">
                      <a16:creationId xmlns:a16="http://schemas.microsoft.com/office/drawing/2014/main" id="{6433CD63-6A08-46A0-C7E4-C26A74A4C165}"/>
                    </a:ext>
                  </a:extLst>
                </p:cNvPr>
                <p:cNvSpPr>
                  <a:spLocks noEditPoints="1"/>
                </p:cNvSpPr>
                <p:nvPr/>
              </p:nvSpPr>
              <p:spPr bwMode="gray">
                <a:xfrm>
                  <a:off x="6069617" y="3733548"/>
                  <a:ext cx="114791" cy="104356"/>
                </a:xfrm>
                <a:custGeom>
                  <a:avLst/>
                  <a:gdLst>
                    <a:gd name="T0" fmla="*/ 66 w 66"/>
                    <a:gd name="T1" fmla="*/ 14 h 60"/>
                    <a:gd name="T2" fmla="*/ 66 w 66"/>
                    <a:gd name="T3" fmla="*/ 18 h 60"/>
                    <a:gd name="T4" fmla="*/ 66 w 66"/>
                    <a:gd name="T5" fmla="*/ 18 h 60"/>
                    <a:gd name="T6" fmla="*/ 66 w 66"/>
                    <a:gd name="T7" fmla="*/ 22 h 60"/>
                    <a:gd name="T8" fmla="*/ 62 w 66"/>
                    <a:gd name="T9" fmla="*/ 22 h 60"/>
                    <a:gd name="T10" fmla="*/ 62 w 66"/>
                    <a:gd name="T11" fmla="*/ 22 h 60"/>
                    <a:gd name="T12" fmla="*/ 62 w 66"/>
                    <a:gd name="T13" fmla="*/ 22 h 60"/>
                    <a:gd name="T14" fmla="*/ 62 w 66"/>
                    <a:gd name="T15" fmla="*/ 18 h 60"/>
                    <a:gd name="T16" fmla="*/ 60 w 66"/>
                    <a:gd name="T17" fmla="*/ 18 h 60"/>
                    <a:gd name="T18" fmla="*/ 60 w 66"/>
                    <a:gd name="T19" fmla="*/ 22 h 60"/>
                    <a:gd name="T20" fmla="*/ 60 w 66"/>
                    <a:gd name="T21" fmla="*/ 26 h 60"/>
                    <a:gd name="T22" fmla="*/ 60 w 66"/>
                    <a:gd name="T23" fmla="*/ 30 h 60"/>
                    <a:gd name="T24" fmla="*/ 60 w 66"/>
                    <a:gd name="T25" fmla="*/ 34 h 60"/>
                    <a:gd name="T26" fmla="*/ 62 w 66"/>
                    <a:gd name="T27" fmla="*/ 36 h 60"/>
                    <a:gd name="T28" fmla="*/ 56 w 66"/>
                    <a:gd name="T29" fmla="*/ 36 h 60"/>
                    <a:gd name="T30" fmla="*/ 56 w 66"/>
                    <a:gd name="T31" fmla="*/ 40 h 60"/>
                    <a:gd name="T32" fmla="*/ 52 w 66"/>
                    <a:gd name="T33" fmla="*/ 48 h 60"/>
                    <a:gd name="T34" fmla="*/ 52 w 66"/>
                    <a:gd name="T35" fmla="*/ 52 h 60"/>
                    <a:gd name="T36" fmla="*/ 52 w 66"/>
                    <a:gd name="T37" fmla="*/ 56 h 60"/>
                    <a:gd name="T38" fmla="*/ 48 w 66"/>
                    <a:gd name="T39" fmla="*/ 60 h 60"/>
                    <a:gd name="T40" fmla="*/ 0 w 66"/>
                    <a:gd name="T41" fmla="*/ 34 h 60"/>
                    <a:gd name="T42" fmla="*/ 0 w 66"/>
                    <a:gd name="T43" fmla="*/ 34 h 60"/>
                    <a:gd name="T44" fmla="*/ 4 w 66"/>
                    <a:gd name="T45" fmla="*/ 36 h 60"/>
                    <a:gd name="T46" fmla="*/ 6 w 66"/>
                    <a:gd name="T47" fmla="*/ 36 h 60"/>
                    <a:gd name="T48" fmla="*/ 10 w 66"/>
                    <a:gd name="T49" fmla="*/ 34 h 60"/>
                    <a:gd name="T50" fmla="*/ 14 w 66"/>
                    <a:gd name="T51" fmla="*/ 34 h 60"/>
                    <a:gd name="T52" fmla="*/ 18 w 66"/>
                    <a:gd name="T53" fmla="*/ 34 h 60"/>
                    <a:gd name="T54" fmla="*/ 26 w 66"/>
                    <a:gd name="T55" fmla="*/ 34 h 60"/>
                    <a:gd name="T56" fmla="*/ 26 w 66"/>
                    <a:gd name="T57" fmla="*/ 36 h 60"/>
                    <a:gd name="T58" fmla="*/ 36 w 66"/>
                    <a:gd name="T59" fmla="*/ 34 h 60"/>
                    <a:gd name="T60" fmla="*/ 40 w 66"/>
                    <a:gd name="T61" fmla="*/ 30 h 60"/>
                    <a:gd name="T62" fmla="*/ 40 w 66"/>
                    <a:gd name="T63" fmla="*/ 30 h 60"/>
                    <a:gd name="T64" fmla="*/ 40 w 66"/>
                    <a:gd name="T65" fmla="*/ 22 h 60"/>
                    <a:gd name="T66" fmla="*/ 48 w 66"/>
                    <a:gd name="T67" fmla="*/ 18 h 60"/>
                    <a:gd name="T68" fmla="*/ 48 w 66"/>
                    <a:gd name="T69" fmla="*/ 14 h 60"/>
                    <a:gd name="T70" fmla="*/ 52 w 66"/>
                    <a:gd name="T71" fmla="*/ 14 h 60"/>
                    <a:gd name="T72" fmla="*/ 52 w 66"/>
                    <a:gd name="T73" fmla="*/ 14 h 60"/>
                    <a:gd name="T74" fmla="*/ 52 w 66"/>
                    <a:gd name="T75" fmla="*/ 10 h 60"/>
                    <a:gd name="T76" fmla="*/ 56 w 66"/>
                    <a:gd name="T77" fmla="*/ 10 h 60"/>
                    <a:gd name="T78" fmla="*/ 56 w 66"/>
                    <a:gd name="T79" fmla="*/ 6 h 60"/>
                    <a:gd name="T80" fmla="*/ 56 w 66"/>
                    <a:gd name="T81" fmla="*/ 6 h 60"/>
                    <a:gd name="T82" fmla="*/ 60 w 66"/>
                    <a:gd name="T83" fmla="*/ 6 h 60"/>
                    <a:gd name="T84" fmla="*/ 62 w 66"/>
                    <a:gd name="T85" fmla="*/ 0 h 60"/>
                    <a:gd name="T86" fmla="*/ 62 w 66"/>
                    <a:gd name="T87" fmla="*/ 2 h 60"/>
                    <a:gd name="T88" fmla="*/ 62 w 66"/>
                    <a:gd name="T89" fmla="*/ 6 h 60"/>
                    <a:gd name="T90" fmla="*/ 66 w 66"/>
                    <a:gd name="T91" fmla="*/ 6 h 60"/>
                    <a:gd name="T92" fmla="*/ 66 w 66"/>
                    <a:gd name="T93" fmla="*/ 10 h 60"/>
                    <a:gd name="T94" fmla="*/ 36 w 66"/>
                    <a:gd name="T95" fmla="*/ 26 h 60"/>
                    <a:gd name="T96" fmla="*/ 30 w 66"/>
                    <a:gd name="T97" fmla="*/ 34 h 60"/>
                    <a:gd name="T98" fmla="*/ 30 w 66"/>
                    <a:gd name="T99" fmla="*/ 34 h 60"/>
                    <a:gd name="T100" fmla="*/ 30 w 66"/>
                    <a:gd name="T101" fmla="*/ 34 h 60"/>
                    <a:gd name="T102" fmla="*/ 32 w 66"/>
                    <a:gd name="T103" fmla="*/ 34 h 60"/>
                    <a:gd name="T104" fmla="*/ 30 w 66"/>
                    <a:gd name="T105" fmla="*/ 3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66" h="60">
                      <a:moveTo>
                        <a:pt x="66" y="10"/>
                      </a:moveTo>
                      <a:lnTo>
                        <a:pt x="66" y="10"/>
                      </a:lnTo>
                      <a:lnTo>
                        <a:pt x="66" y="10"/>
                      </a:lnTo>
                      <a:lnTo>
                        <a:pt x="66" y="14"/>
                      </a:lnTo>
                      <a:lnTo>
                        <a:pt x="66" y="14"/>
                      </a:lnTo>
                      <a:lnTo>
                        <a:pt x="66" y="18"/>
                      </a:lnTo>
                      <a:lnTo>
                        <a:pt x="66" y="18"/>
                      </a:lnTo>
                      <a:lnTo>
                        <a:pt x="66" y="18"/>
                      </a:lnTo>
                      <a:lnTo>
                        <a:pt x="66" y="18"/>
                      </a:lnTo>
                      <a:lnTo>
                        <a:pt x="66" y="18"/>
                      </a:lnTo>
                      <a:lnTo>
                        <a:pt x="66" y="18"/>
                      </a:lnTo>
                      <a:lnTo>
                        <a:pt x="66" y="18"/>
                      </a:lnTo>
                      <a:lnTo>
                        <a:pt x="66" y="18"/>
                      </a:lnTo>
                      <a:lnTo>
                        <a:pt x="66" y="22"/>
                      </a:lnTo>
                      <a:lnTo>
                        <a:pt x="66" y="22"/>
                      </a:lnTo>
                      <a:lnTo>
                        <a:pt x="66" y="22"/>
                      </a:lnTo>
                      <a:lnTo>
                        <a:pt x="66" y="22"/>
                      </a:lnTo>
                      <a:lnTo>
                        <a:pt x="66" y="22"/>
                      </a:lnTo>
                      <a:lnTo>
                        <a:pt x="66" y="22"/>
                      </a:lnTo>
                      <a:lnTo>
                        <a:pt x="62" y="22"/>
                      </a:lnTo>
                      <a:lnTo>
                        <a:pt x="62" y="22"/>
                      </a:lnTo>
                      <a:lnTo>
                        <a:pt x="62" y="22"/>
                      </a:lnTo>
                      <a:lnTo>
                        <a:pt x="62" y="22"/>
                      </a:lnTo>
                      <a:lnTo>
                        <a:pt x="62" y="22"/>
                      </a:lnTo>
                      <a:lnTo>
                        <a:pt x="62" y="22"/>
                      </a:lnTo>
                      <a:lnTo>
                        <a:pt x="62" y="22"/>
                      </a:lnTo>
                      <a:lnTo>
                        <a:pt x="60" y="22"/>
                      </a:lnTo>
                      <a:lnTo>
                        <a:pt x="62" y="22"/>
                      </a:lnTo>
                      <a:lnTo>
                        <a:pt x="62" y="22"/>
                      </a:lnTo>
                      <a:lnTo>
                        <a:pt x="62" y="22"/>
                      </a:lnTo>
                      <a:lnTo>
                        <a:pt x="62" y="18"/>
                      </a:lnTo>
                      <a:lnTo>
                        <a:pt x="62" y="18"/>
                      </a:lnTo>
                      <a:lnTo>
                        <a:pt x="62" y="18"/>
                      </a:lnTo>
                      <a:lnTo>
                        <a:pt x="60" y="18"/>
                      </a:lnTo>
                      <a:lnTo>
                        <a:pt x="60" y="18"/>
                      </a:lnTo>
                      <a:lnTo>
                        <a:pt x="60" y="18"/>
                      </a:lnTo>
                      <a:lnTo>
                        <a:pt x="60" y="18"/>
                      </a:lnTo>
                      <a:lnTo>
                        <a:pt x="60" y="18"/>
                      </a:lnTo>
                      <a:lnTo>
                        <a:pt x="60" y="22"/>
                      </a:lnTo>
                      <a:lnTo>
                        <a:pt x="60" y="22"/>
                      </a:lnTo>
                      <a:lnTo>
                        <a:pt x="60" y="22"/>
                      </a:lnTo>
                      <a:lnTo>
                        <a:pt x="60" y="22"/>
                      </a:lnTo>
                      <a:lnTo>
                        <a:pt x="60" y="26"/>
                      </a:lnTo>
                      <a:lnTo>
                        <a:pt x="60" y="26"/>
                      </a:lnTo>
                      <a:lnTo>
                        <a:pt x="60" y="26"/>
                      </a:lnTo>
                      <a:lnTo>
                        <a:pt x="60" y="26"/>
                      </a:lnTo>
                      <a:lnTo>
                        <a:pt x="60" y="30"/>
                      </a:lnTo>
                      <a:lnTo>
                        <a:pt x="60" y="30"/>
                      </a:lnTo>
                      <a:lnTo>
                        <a:pt x="60" y="30"/>
                      </a:lnTo>
                      <a:lnTo>
                        <a:pt x="60" y="34"/>
                      </a:lnTo>
                      <a:lnTo>
                        <a:pt x="60" y="34"/>
                      </a:lnTo>
                      <a:lnTo>
                        <a:pt x="60" y="34"/>
                      </a:lnTo>
                      <a:lnTo>
                        <a:pt x="60" y="34"/>
                      </a:lnTo>
                      <a:lnTo>
                        <a:pt x="60" y="34"/>
                      </a:lnTo>
                      <a:lnTo>
                        <a:pt x="62" y="36"/>
                      </a:lnTo>
                      <a:lnTo>
                        <a:pt x="62" y="36"/>
                      </a:lnTo>
                      <a:lnTo>
                        <a:pt x="60" y="36"/>
                      </a:lnTo>
                      <a:lnTo>
                        <a:pt x="60" y="36"/>
                      </a:lnTo>
                      <a:lnTo>
                        <a:pt x="56" y="36"/>
                      </a:lnTo>
                      <a:lnTo>
                        <a:pt x="56" y="36"/>
                      </a:lnTo>
                      <a:lnTo>
                        <a:pt x="56" y="36"/>
                      </a:lnTo>
                      <a:lnTo>
                        <a:pt x="56" y="36"/>
                      </a:lnTo>
                      <a:lnTo>
                        <a:pt x="56" y="36"/>
                      </a:lnTo>
                      <a:lnTo>
                        <a:pt x="56" y="40"/>
                      </a:lnTo>
                      <a:lnTo>
                        <a:pt x="56" y="44"/>
                      </a:lnTo>
                      <a:lnTo>
                        <a:pt x="52" y="44"/>
                      </a:lnTo>
                      <a:lnTo>
                        <a:pt x="52" y="48"/>
                      </a:lnTo>
                      <a:lnTo>
                        <a:pt x="52" y="48"/>
                      </a:lnTo>
                      <a:lnTo>
                        <a:pt x="52" y="52"/>
                      </a:lnTo>
                      <a:lnTo>
                        <a:pt x="52" y="52"/>
                      </a:lnTo>
                      <a:lnTo>
                        <a:pt x="52" y="52"/>
                      </a:lnTo>
                      <a:lnTo>
                        <a:pt x="52" y="52"/>
                      </a:lnTo>
                      <a:lnTo>
                        <a:pt x="52" y="56"/>
                      </a:lnTo>
                      <a:lnTo>
                        <a:pt x="52" y="56"/>
                      </a:lnTo>
                      <a:lnTo>
                        <a:pt x="52" y="56"/>
                      </a:lnTo>
                      <a:lnTo>
                        <a:pt x="52" y="56"/>
                      </a:lnTo>
                      <a:lnTo>
                        <a:pt x="52" y="60"/>
                      </a:lnTo>
                      <a:lnTo>
                        <a:pt x="52" y="60"/>
                      </a:lnTo>
                      <a:lnTo>
                        <a:pt x="48" y="60"/>
                      </a:lnTo>
                      <a:lnTo>
                        <a:pt x="48" y="60"/>
                      </a:lnTo>
                      <a:lnTo>
                        <a:pt x="14" y="56"/>
                      </a:lnTo>
                      <a:lnTo>
                        <a:pt x="0" y="34"/>
                      </a:lnTo>
                      <a:lnTo>
                        <a:pt x="0" y="34"/>
                      </a:lnTo>
                      <a:lnTo>
                        <a:pt x="0" y="34"/>
                      </a:lnTo>
                      <a:lnTo>
                        <a:pt x="0" y="34"/>
                      </a:lnTo>
                      <a:lnTo>
                        <a:pt x="0" y="34"/>
                      </a:lnTo>
                      <a:lnTo>
                        <a:pt x="0" y="34"/>
                      </a:lnTo>
                      <a:lnTo>
                        <a:pt x="0" y="34"/>
                      </a:lnTo>
                      <a:lnTo>
                        <a:pt x="4" y="36"/>
                      </a:lnTo>
                      <a:lnTo>
                        <a:pt x="4" y="36"/>
                      </a:lnTo>
                      <a:lnTo>
                        <a:pt x="4" y="36"/>
                      </a:lnTo>
                      <a:lnTo>
                        <a:pt x="4" y="36"/>
                      </a:lnTo>
                      <a:lnTo>
                        <a:pt x="4" y="36"/>
                      </a:lnTo>
                      <a:lnTo>
                        <a:pt x="6" y="36"/>
                      </a:lnTo>
                      <a:lnTo>
                        <a:pt x="6" y="36"/>
                      </a:lnTo>
                      <a:lnTo>
                        <a:pt x="6" y="36"/>
                      </a:lnTo>
                      <a:lnTo>
                        <a:pt x="6" y="36"/>
                      </a:lnTo>
                      <a:lnTo>
                        <a:pt x="10" y="36"/>
                      </a:lnTo>
                      <a:lnTo>
                        <a:pt x="10" y="36"/>
                      </a:lnTo>
                      <a:lnTo>
                        <a:pt x="10" y="34"/>
                      </a:lnTo>
                      <a:lnTo>
                        <a:pt x="14" y="34"/>
                      </a:lnTo>
                      <a:lnTo>
                        <a:pt x="14" y="34"/>
                      </a:lnTo>
                      <a:lnTo>
                        <a:pt x="14" y="34"/>
                      </a:lnTo>
                      <a:lnTo>
                        <a:pt x="14" y="34"/>
                      </a:lnTo>
                      <a:lnTo>
                        <a:pt x="14" y="34"/>
                      </a:lnTo>
                      <a:lnTo>
                        <a:pt x="18" y="34"/>
                      </a:lnTo>
                      <a:lnTo>
                        <a:pt x="18" y="34"/>
                      </a:lnTo>
                      <a:lnTo>
                        <a:pt x="18" y="34"/>
                      </a:lnTo>
                      <a:lnTo>
                        <a:pt x="22" y="34"/>
                      </a:lnTo>
                      <a:lnTo>
                        <a:pt x="22" y="34"/>
                      </a:lnTo>
                      <a:lnTo>
                        <a:pt x="22" y="34"/>
                      </a:lnTo>
                      <a:lnTo>
                        <a:pt x="26" y="34"/>
                      </a:lnTo>
                      <a:lnTo>
                        <a:pt x="26" y="34"/>
                      </a:lnTo>
                      <a:lnTo>
                        <a:pt x="26" y="36"/>
                      </a:lnTo>
                      <a:lnTo>
                        <a:pt x="26" y="36"/>
                      </a:lnTo>
                      <a:lnTo>
                        <a:pt x="26" y="36"/>
                      </a:lnTo>
                      <a:lnTo>
                        <a:pt x="26" y="36"/>
                      </a:lnTo>
                      <a:lnTo>
                        <a:pt x="30" y="36"/>
                      </a:lnTo>
                      <a:lnTo>
                        <a:pt x="32" y="34"/>
                      </a:lnTo>
                      <a:lnTo>
                        <a:pt x="36" y="34"/>
                      </a:lnTo>
                      <a:lnTo>
                        <a:pt x="36" y="34"/>
                      </a:lnTo>
                      <a:lnTo>
                        <a:pt x="36" y="34"/>
                      </a:lnTo>
                      <a:lnTo>
                        <a:pt x="40" y="34"/>
                      </a:lnTo>
                      <a:lnTo>
                        <a:pt x="40" y="30"/>
                      </a:lnTo>
                      <a:lnTo>
                        <a:pt x="40" y="30"/>
                      </a:lnTo>
                      <a:lnTo>
                        <a:pt x="40" y="30"/>
                      </a:lnTo>
                      <a:lnTo>
                        <a:pt x="40" y="30"/>
                      </a:lnTo>
                      <a:lnTo>
                        <a:pt x="40" y="30"/>
                      </a:lnTo>
                      <a:lnTo>
                        <a:pt x="40" y="30"/>
                      </a:lnTo>
                      <a:lnTo>
                        <a:pt x="40" y="26"/>
                      </a:lnTo>
                      <a:lnTo>
                        <a:pt x="40" y="22"/>
                      </a:lnTo>
                      <a:lnTo>
                        <a:pt x="40" y="22"/>
                      </a:lnTo>
                      <a:lnTo>
                        <a:pt x="44" y="22"/>
                      </a:lnTo>
                      <a:lnTo>
                        <a:pt x="48" y="18"/>
                      </a:lnTo>
                      <a:lnTo>
                        <a:pt x="48" y="18"/>
                      </a:lnTo>
                      <a:lnTo>
                        <a:pt x="48" y="18"/>
                      </a:lnTo>
                      <a:lnTo>
                        <a:pt x="48" y="18"/>
                      </a:lnTo>
                      <a:lnTo>
                        <a:pt x="48" y="18"/>
                      </a:lnTo>
                      <a:lnTo>
                        <a:pt x="48" y="18"/>
                      </a:lnTo>
                      <a:lnTo>
                        <a:pt x="48" y="14"/>
                      </a:lnTo>
                      <a:lnTo>
                        <a:pt x="48" y="14"/>
                      </a:lnTo>
                      <a:lnTo>
                        <a:pt x="52" y="14"/>
                      </a:lnTo>
                      <a:lnTo>
                        <a:pt x="52" y="14"/>
                      </a:lnTo>
                      <a:lnTo>
                        <a:pt x="52" y="14"/>
                      </a:lnTo>
                      <a:lnTo>
                        <a:pt x="52" y="14"/>
                      </a:lnTo>
                      <a:lnTo>
                        <a:pt x="52" y="14"/>
                      </a:lnTo>
                      <a:lnTo>
                        <a:pt x="52" y="14"/>
                      </a:lnTo>
                      <a:lnTo>
                        <a:pt x="52" y="14"/>
                      </a:lnTo>
                      <a:lnTo>
                        <a:pt x="52" y="10"/>
                      </a:lnTo>
                      <a:lnTo>
                        <a:pt x="52" y="10"/>
                      </a:lnTo>
                      <a:lnTo>
                        <a:pt x="52" y="10"/>
                      </a:lnTo>
                      <a:lnTo>
                        <a:pt x="52" y="10"/>
                      </a:lnTo>
                      <a:lnTo>
                        <a:pt x="56" y="10"/>
                      </a:lnTo>
                      <a:lnTo>
                        <a:pt x="56" y="10"/>
                      </a:lnTo>
                      <a:lnTo>
                        <a:pt x="56" y="10"/>
                      </a:lnTo>
                      <a:lnTo>
                        <a:pt x="56" y="10"/>
                      </a:lnTo>
                      <a:lnTo>
                        <a:pt x="56" y="6"/>
                      </a:lnTo>
                      <a:lnTo>
                        <a:pt x="56" y="6"/>
                      </a:lnTo>
                      <a:lnTo>
                        <a:pt x="56" y="6"/>
                      </a:lnTo>
                      <a:lnTo>
                        <a:pt x="56" y="6"/>
                      </a:lnTo>
                      <a:lnTo>
                        <a:pt x="56" y="10"/>
                      </a:lnTo>
                      <a:lnTo>
                        <a:pt x="56" y="10"/>
                      </a:lnTo>
                      <a:lnTo>
                        <a:pt x="56" y="10"/>
                      </a:lnTo>
                      <a:lnTo>
                        <a:pt x="56" y="6"/>
                      </a:lnTo>
                      <a:lnTo>
                        <a:pt x="56" y="6"/>
                      </a:lnTo>
                      <a:lnTo>
                        <a:pt x="56" y="6"/>
                      </a:lnTo>
                      <a:lnTo>
                        <a:pt x="60" y="6"/>
                      </a:lnTo>
                      <a:lnTo>
                        <a:pt x="60" y="6"/>
                      </a:lnTo>
                      <a:lnTo>
                        <a:pt x="62" y="2"/>
                      </a:lnTo>
                      <a:lnTo>
                        <a:pt x="62" y="2"/>
                      </a:lnTo>
                      <a:lnTo>
                        <a:pt x="62" y="0"/>
                      </a:lnTo>
                      <a:lnTo>
                        <a:pt x="62" y="0"/>
                      </a:lnTo>
                      <a:lnTo>
                        <a:pt x="62" y="0"/>
                      </a:lnTo>
                      <a:lnTo>
                        <a:pt x="62" y="0"/>
                      </a:lnTo>
                      <a:lnTo>
                        <a:pt x="62" y="2"/>
                      </a:lnTo>
                      <a:lnTo>
                        <a:pt x="62" y="2"/>
                      </a:lnTo>
                      <a:lnTo>
                        <a:pt x="62" y="6"/>
                      </a:lnTo>
                      <a:lnTo>
                        <a:pt x="62" y="6"/>
                      </a:lnTo>
                      <a:lnTo>
                        <a:pt x="62" y="6"/>
                      </a:lnTo>
                      <a:lnTo>
                        <a:pt x="62" y="6"/>
                      </a:lnTo>
                      <a:lnTo>
                        <a:pt x="62" y="6"/>
                      </a:lnTo>
                      <a:lnTo>
                        <a:pt x="66" y="6"/>
                      </a:lnTo>
                      <a:lnTo>
                        <a:pt x="66" y="6"/>
                      </a:lnTo>
                      <a:lnTo>
                        <a:pt x="66" y="6"/>
                      </a:lnTo>
                      <a:lnTo>
                        <a:pt x="66" y="10"/>
                      </a:lnTo>
                      <a:lnTo>
                        <a:pt x="66" y="10"/>
                      </a:lnTo>
                      <a:lnTo>
                        <a:pt x="66" y="10"/>
                      </a:lnTo>
                      <a:lnTo>
                        <a:pt x="66" y="10"/>
                      </a:lnTo>
                      <a:lnTo>
                        <a:pt x="66" y="10"/>
                      </a:lnTo>
                      <a:close/>
                      <a:moveTo>
                        <a:pt x="40" y="30"/>
                      </a:moveTo>
                      <a:lnTo>
                        <a:pt x="36" y="30"/>
                      </a:lnTo>
                      <a:lnTo>
                        <a:pt x="36" y="26"/>
                      </a:lnTo>
                      <a:lnTo>
                        <a:pt x="40" y="30"/>
                      </a:lnTo>
                      <a:lnTo>
                        <a:pt x="40" y="30"/>
                      </a:lnTo>
                      <a:lnTo>
                        <a:pt x="40" y="30"/>
                      </a:lnTo>
                      <a:close/>
                      <a:moveTo>
                        <a:pt x="30" y="34"/>
                      </a:moveTo>
                      <a:lnTo>
                        <a:pt x="30" y="34"/>
                      </a:lnTo>
                      <a:lnTo>
                        <a:pt x="30" y="34"/>
                      </a:lnTo>
                      <a:lnTo>
                        <a:pt x="30" y="34"/>
                      </a:lnTo>
                      <a:lnTo>
                        <a:pt x="30" y="34"/>
                      </a:lnTo>
                      <a:lnTo>
                        <a:pt x="30" y="34"/>
                      </a:lnTo>
                      <a:lnTo>
                        <a:pt x="30" y="34"/>
                      </a:lnTo>
                      <a:lnTo>
                        <a:pt x="30" y="34"/>
                      </a:lnTo>
                      <a:lnTo>
                        <a:pt x="30" y="34"/>
                      </a:lnTo>
                      <a:lnTo>
                        <a:pt x="30" y="34"/>
                      </a:lnTo>
                      <a:lnTo>
                        <a:pt x="30" y="34"/>
                      </a:lnTo>
                      <a:lnTo>
                        <a:pt x="32" y="34"/>
                      </a:lnTo>
                      <a:lnTo>
                        <a:pt x="32" y="34"/>
                      </a:lnTo>
                      <a:lnTo>
                        <a:pt x="32" y="34"/>
                      </a:lnTo>
                      <a:lnTo>
                        <a:pt x="32" y="34"/>
                      </a:lnTo>
                      <a:lnTo>
                        <a:pt x="32" y="34"/>
                      </a:lnTo>
                      <a:lnTo>
                        <a:pt x="30" y="34"/>
                      </a:lnTo>
                      <a:lnTo>
                        <a:pt x="30" y="34"/>
                      </a:lnTo>
                      <a:lnTo>
                        <a:pt x="30" y="34"/>
                      </a:lnTo>
                      <a:lnTo>
                        <a:pt x="30" y="34"/>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94" name="Freeform 61">
                  <a:extLst>
                    <a:ext uri="{FF2B5EF4-FFF2-40B4-BE49-F238E27FC236}">
                      <a16:creationId xmlns:a16="http://schemas.microsoft.com/office/drawing/2014/main" id="{895E93CB-9D6B-9EAE-D6BE-A012729C000F}"/>
                    </a:ext>
                  </a:extLst>
                </p:cNvPr>
                <p:cNvSpPr>
                  <a:spLocks/>
                </p:cNvSpPr>
                <p:nvPr/>
              </p:nvSpPr>
              <p:spPr bwMode="gray">
                <a:xfrm>
                  <a:off x="6177453" y="3090023"/>
                  <a:ext cx="424380" cy="285239"/>
                </a:xfrm>
                <a:custGeom>
                  <a:avLst/>
                  <a:gdLst>
                    <a:gd name="T0" fmla="*/ 168 w 244"/>
                    <a:gd name="T1" fmla="*/ 118 h 164"/>
                    <a:gd name="T2" fmla="*/ 162 w 244"/>
                    <a:gd name="T3" fmla="*/ 126 h 164"/>
                    <a:gd name="T4" fmla="*/ 172 w 244"/>
                    <a:gd name="T5" fmla="*/ 134 h 164"/>
                    <a:gd name="T6" fmla="*/ 176 w 244"/>
                    <a:gd name="T7" fmla="*/ 144 h 164"/>
                    <a:gd name="T8" fmla="*/ 166 w 244"/>
                    <a:gd name="T9" fmla="*/ 156 h 164"/>
                    <a:gd name="T10" fmla="*/ 158 w 244"/>
                    <a:gd name="T11" fmla="*/ 164 h 164"/>
                    <a:gd name="T12" fmla="*/ 146 w 244"/>
                    <a:gd name="T13" fmla="*/ 156 h 164"/>
                    <a:gd name="T14" fmla="*/ 142 w 244"/>
                    <a:gd name="T15" fmla="*/ 144 h 164"/>
                    <a:gd name="T16" fmla="*/ 132 w 244"/>
                    <a:gd name="T17" fmla="*/ 142 h 164"/>
                    <a:gd name="T18" fmla="*/ 116 w 244"/>
                    <a:gd name="T19" fmla="*/ 130 h 164"/>
                    <a:gd name="T20" fmla="*/ 106 w 244"/>
                    <a:gd name="T21" fmla="*/ 122 h 164"/>
                    <a:gd name="T22" fmla="*/ 94 w 244"/>
                    <a:gd name="T23" fmla="*/ 112 h 164"/>
                    <a:gd name="T24" fmla="*/ 86 w 244"/>
                    <a:gd name="T25" fmla="*/ 100 h 164"/>
                    <a:gd name="T26" fmla="*/ 80 w 244"/>
                    <a:gd name="T27" fmla="*/ 86 h 164"/>
                    <a:gd name="T28" fmla="*/ 60 w 244"/>
                    <a:gd name="T29" fmla="*/ 86 h 164"/>
                    <a:gd name="T30" fmla="*/ 60 w 244"/>
                    <a:gd name="T31" fmla="*/ 74 h 164"/>
                    <a:gd name="T32" fmla="*/ 50 w 244"/>
                    <a:gd name="T33" fmla="*/ 62 h 164"/>
                    <a:gd name="T34" fmla="*/ 38 w 244"/>
                    <a:gd name="T35" fmla="*/ 56 h 164"/>
                    <a:gd name="T36" fmla="*/ 34 w 244"/>
                    <a:gd name="T37" fmla="*/ 62 h 164"/>
                    <a:gd name="T38" fmla="*/ 24 w 244"/>
                    <a:gd name="T39" fmla="*/ 66 h 164"/>
                    <a:gd name="T40" fmla="*/ 12 w 244"/>
                    <a:gd name="T41" fmla="*/ 74 h 164"/>
                    <a:gd name="T42" fmla="*/ 12 w 244"/>
                    <a:gd name="T43" fmla="*/ 86 h 164"/>
                    <a:gd name="T44" fmla="*/ 0 w 244"/>
                    <a:gd name="T45" fmla="*/ 78 h 164"/>
                    <a:gd name="T46" fmla="*/ 0 w 244"/>
                    <a:gd name="T47" fmla="*/ 52 h 164"/>
                    <a:gd name="T48" fmla="*/ 0 w 244"/>
                    <a:gd name="T49" fmla="*/ 22 h 164"/>
                    <a:gd name="T50" fmla="*/ 16 w 244"/>
                    <a:gd name="T51" fmla="*/ 8 h 164"/>
                    <a:gd name="T52" fmla="*/ 34 w 244"/>
                    <a:gd name="T53" fmla="*/ 0 h 164"/>
                    <a:gd name="T54" fmla="*/ 82 w 244"/>
                    <a:gd name="T55" fmla="*/ 38 h 164"/>
                    <a:gd name="T56" fmla="*/ 106 w 244"/>
                    <a:gd name="T57" fmla="*/ 38 h 164"/>
                    <a:gd name="T58" fmla="*/ 128 w 244"/>
                    <a:gd name="T59" fmla="*/ 38 h 164"/>
                    <a:gd name="T60" fmla="*/ 136 w 244"/>
                    <a:gd name="T61" fmla="*/ 48 h 164"/>
                    <a:gd name="T62" fmla="*/ 142 w 244"/>
                    <a:gd name="T63" fmla="*/ 62 h 164"/>
                    <a:gd name="T64" fmla="*/ 150 w 244"/>
                    <a:gd name="T65" fmla="*/ 82 h 164"/>
                    <a:gd name="T66" fmla="*/ 166 w 244"/>
                    <a:gd name="T67" fmla="*/ 86 h 164"/>
                    <a:gd name="T68" fmla="*/ 172 w 244"/>
                    <a:gd name="T69" fmla="*/ 96 h 164"/>
                    <a:gd name="T70" fmla="*/ 180 w 244"/>
                    <a:gd name="T71" fmla="*/ 92 h 164"/>
                    <a:gd name="T72" fmla="*/ 192 w 244"/>
                    <a:gd name="T73" fmla="*/ 78 h 164"/>
                    <a:gd name="T74" fmla="*/ 206 w 244"/>
                    <a:gd name="T75" fmla="*/ 70 h 164"/>
                    <a:gd name="T76" fmla="*/ 210 w 244"/>
                    <a:gd name="T77" fmla="*/ 70 h 164"/>
                    <a:gd name="T78" fmla="*/ 198 w 244"/>
                    <a:gd name="T79" fmla="*/ 78 h 164"/>
                    <a:gd name="T80" fmla="*/ 210 w 244"/>
                    <a:gd name="T81" fmla="*/ 86 h 164"/>
                    <a:gd name="T82" fmla="*/ 218 w 244"/>
                    <a:gd name="T83" fmla="*/ 86 h 164"/>
                    <a:gd name="T84" fmla="*/ 224 w 244"/>
                    <a:gd name="T85" fmla="*/ 86 h 164"/>
                    <a:gd name="T86" fmla="*/ 240 w 244"/>
                    <a:gd name="T87" fmla="*/ 92 h 164"/>
                    <a:gd name="T88" fmla="*/ 236 w 244"/>
                    <a:gd name="T89" fmla="*/ 100 h 164"/>
                    <a:gd name="T90" fmla="*/ 224 w 244"/>
                    <a:gd name="T91" fmla="*/ 104 h 164"/>
                    <a:gd name="T92" fmla="*/ 206 w 244"/>
                    <a:gd name="T93" fmla="*/ 104 h 164"/>
                    <a:gd name="T94" fmla="*/ 210 w 244"/>
                    <a:gd name="T95" fmla="*/ 96 h 164"/>
                    <a:gd name="T96" fmla="*/ 202 w 244"/>
                    <a:gd name="T97" fmla="*/ 92 h 164"/>
                    <a:gd name="T98" fmla="*/ 192 w 244"/>
                    <a:gd name="T99" fmla="*/ 92 h 164"/>
                    <a:gd name="T100" fmla="*/ 184 w 244"/>
                    <a:gd name="T101" fmla="*/ 104 h 164"/>
                    <a:gd name="T102" fmla="*/ 184 w 244"/>
                    <a:gd name="T103" fmla="*/ 108 h 164"/>
                    <a:gd name="T104" fmla="*/ 176 w 244"/>
                    <a:gd name="T105" fmla="*/ 112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44" h="164">
                      <a:moveTo>
                        <a:pt x="176" y="112"/>
                      </a:moveTo>
                      <a:lnTo>
                        <a:pt x="176" y="116"/>
                      </a:lnTo>
                      <a:lnTo>
                        <a:pt x="176" y="118"/>
                      </a:lnTo>
                      <a:lnTo>
                        <a:pt x="172" y="118"/>
                      </a:lnTo>
                      <a:lnTo>
                        <a:pt x="168" y="118"/>
                      </a:lnTo>
                      <a:lnTo>
                        <a:pt x="168" y="116"/>
                      </a:lnTo>
                      <a:lnTo>
                        <a:pt x="166" y="116"/>
                      </a:lnTo>
                      <a:lnTo>
                        <a:pt x="162" y="118"/>
                      </a:lnTo>
                      <a:lnTo>
                        <a:pt x="162" y="122"/>
                      </a:lnTo>
                      <a:lnTo>
                        <a:pt x="162" y="126"/>
                      </a:lnTo>
                      <a:lnTo>
                        <a:pt x="166" y="126"/>
                      </a:lnTo>
                      <a:lnTo>
                        <a:pt x="166" y="130"/>
                      </a:lnTo>
                      <a:lnTo>
                        <a:pt x="168" y="130"/>
                      </a:lnTo>
                      <a:lnTo>
                        <a:pt x="172" y="130"/>
                      </a:lnTo>
                      <a:lnTo>
                        <a:pt x="172" y="134"/>
                      </a:lnTo>
                      <a:lnTo>
                        <a:pt x="168" y="134"/>
                      </a:lnTo>
                      <a:lnTo>
                        <a:pt x="168" y="138"/>
                      </a:lnTo>
                      <a:lnTo>
                        <a:pt x="172" y="142"/>
                      </a:lnTo>
                      <a:lnTo>
                        <a:pt x="172" y="144"/>
                      </a:lnTo>
                      <a:lnTo>
                        <a:pt x="176" y="144"/>
                      </a:lnTo>
                      <a:lnTo>
                        <a:pt x="172" y="144"/>
                      </a:lnTo>
                      <a:lnTo>
                        <a:pt x="172" y="148"/>
                      </a:lnTo>
                      <a:lnTo>
                        <a:pt x="168" y="152"/>
                      </a:lnTo>
                      <a:lnTo>
                        <a:pt x="168" y="156"/>
                      </a:lnTo>
                      <a:lnTo>
                        <a:pt x="166" y="156"/>
                      </a:lnTo>
                      <a:lnTo>
                        <a:pt x="166" y="160"/>
                      </a:lnTo>
                      <a:lnTo>
                        <a:pt x="166" y="164"/>
                      </a:lnTo>
                      <a:lnTo>
                        <a:pt x="162" y="160"/>
                      </a:lnTo>
                      <a:lnTo>
                        <a:pt x="162" y="164"/>
                      </a:lnTo>
                      <a:lnTo>
                        <a:pt x="158" y="164"/>
                      </a:lnTo>
                      <a:lnTo>
                        <a:pt x="158" y="160"/>
                      </a:lnTo>
                      <a:lnTo>
                        <a:pt x="154" y="160"/>
                      </a:lnTo>
                      <a:lnTo>
                        <a:pt x="150" y="160"/>
                      </a:lnTo>
                      <a:lnTo>
                        <a:pt x="146" y="160"/>
                      </a:lnTo>
                      <a:lnTo>
                        <a:pt x="146" y="156"/>
                      </a:lnTo>
                      <a:lnTo>
                        <a:pt x="150" y="152"/>
                      </a:lnTo>
                      <a:lnTo>
                        <a:pt x="150" y="148"/>
                      </a:lnTo>
                      <a:lnTo>
                        <a:pt x="146" y="148"/>
                      </a:lnTo>
                      <a:lnTo>
                        <a:pt x="146" y="144"/>
                      </a:lnTo>
                      <a:lnTo>
                        <a:pt x="142" y="144"/>
                      </a:lnTo>
                      <a:lnTo>
                        <a:pt x="138" y="142"/>
                      </a:lnTo>
                      <a:lnTo>
                        <a:pt x="138" y="144"/>
                      </a:lnTo>
                      <a:lnTo>
                        <a:pt x="136" y="144"/>
                      </a:lnTo>
                      <a:lnTo>
                        <a:pt x="136" y="142"/>
                      </a:lnTo>
                      <a:lnTo>
                        <a:pt x="132" y="142"/>
                      </a:lnTo>
                      <a:lnTo>
                        <a:pt x="128" y="138"/>
                      </a:lnTo>
                      <a:lnTo>
                        <a:pt x="124" y="134"/>
                      </a:lnTo>
                      <a:lnTo>
                        <a:pt x="120" y="134"/>
                      </a:lnTo>
                      <a:lnTo>
                        <a:pt x="120" y="130"/>
                      </a:lnTo>
                      <a:lnTo>
                        <a:pt x="116" y="130"/>
                      </a:lnTo>
                      <a:lnTo>
                        <a:pt x="112" y="130"/>
                      </a:lnTo>
                      <a:lnTo>
                        <a:pt x="112" y="126"/>
                      </a:lnTo>
                      <a:lnTo>
                        <a:pt x="110" y="126"/>
                      </a:lnTo>
                      <a:lnTo>
                        <a:pt x="110" y="122"/>
                      </a:lnTo>
                      <a:lnTo>
                        <a:pt x="106" y="122"/>
                      </a:lnTo>
                      <a:lnTo>
                        <a:pt x="106" y="118"/>
                      </a:lnTo>
                      <a:lnTo>
                        <a:pt x="102" y="118"/>
                      </a:lnTo>
                      <a:lnTo>
                        <a:pt x="98" y="116"/>
                      </a:lnTo>
                      <a:lnTo>
                        <a:pt x="94" y="116"/>
                      </a:lnTo>
                      <a:lnTo>
                        <a:pt x="94" y="112"/>
                      </a:lnTo>
                      <a:lnTo>
                        <a:pt x="90" y="112"/>
                      </a:lnTo>
                      <a:lnTo>
                        <a:pt x="90" y="108"/>
                      </a:lnTo>
                      <a:lnTo>
                        <a:pt x="90" y="104"/>
                      </a:lnTo>
                      <a:lnTo>
                        <a:pt x="90" y="100"/>
                      </a:lnTo>
                      <a:lnTo>
                        <a:pt x="86" y="100"/>
                      </a:lnTo>
                      <a:lnTo>
                        <a:pt x="86" y="96"/>
                      </a:lnTo>
                      <a:lnTo>
                        <a:pt x="82" y="96"/>
                      </a:lnTo>
                      <a:lnTo>
                        <a:pt x="82" y="92"/>
                      </a:lnTo>
                      <a:lnTo>
                        <a:pt x="82" y="88"/>
                      </a:lnTo>
                      <a:lnTo>
                        <a:pt x="80" y="86"/>
                      </a:lnTo>
                      <a:lnTo>
                        <a:pt x="76" y="86"/>
                      </a:lnTo>
                      <a:lnTo>
                        <a:pt x="72" y="86"/>
                      </a:lnTo>
                      <a:lnTo>
                        <a:pt x="68" y="86"/>
                      </a:lnTo>
                      <a:lnTo>
                        <a:pt x="64" y="86"/>
                      </a:lnTo>
                      <a:lnTo>
                        <a:pt x="60" y="86"/>
                      </a:lnTo>
                      <a:lnTo>
                        <a:pt x="60" y="82"/>
                      </a:lnTo>
                      <a:lnTo>
                        <a:pt x="56" y="82"/>
                      </a:lnTo>
                      <a:lnTo>
                        <a:pt x="56" y="78"/>
                      </a:lnTo>
                      <a:lnTo>
                        <a:pt x="56" y="74"/>
                      </a:lnTo>
                      <a:lnTo>
                        <a:pt x="60" y="74"/>
                      </a:lnTo>
                      <a:lnTo>
                        <a:pt x="56" y="74"/>
                      </a:lnTo>
                      <a:lnTo>
                        <a:pt x="56" y="70"/>
                      </a:lnTo>
                      <a:lnTo>
                        <a:pt x="56" y="66"/>
                      </a:lnTo>
                      <a:lnTo>
                        <a:pt x="52" y="62"/>
                      </a:lnTo>
                      <a:lnTo>
                        <a:pt x="50" y="62"/>
                      </a:lnTo>
                      <a:lnTo>
                        <a:pt x="46" y="62"/>
                      </a:lnTo>
                      <a:lnTo>
                        <a:pt x="46" y="60"/>
                      </a:lnTo>
                      <a:lnTo>
                        <a:pt x="42" y="60"/>
                      </a:lnTo>
                      <a:lnTo>
                        <a:pt x="38" y="60"/>
                      </a:lnTo>
                      <a:lnTo>
                        <a:pt x="38" y="56"/>
                      </a:lnTo>
                      <a:lnTo>
                        <a:pt x="34" y="56"/>
                      </a:lnTo>
                      <a:lnTo>
                        <a:pt x="34" y="60"/>
                      </a:lnTo>
                      <a:lnTo>
                        <a:pt x="30" y="56"/>
                      </a:lnTo>
                      <a:lnTo>
                        <a:pt x="30" y="60"/>
                      </a:lnTo>
                      <a:lnTo>
                        <a:pt x="34" y="62"/>
                      </a:lnTo>
                      <a:lnTo>
                        <a:pt x="30" y="62"/>
                      </a:lnTo>
                      <a:lnTo>
                        <a:pt x="26" y="60"/>
                      </a:lnTo>
                      <a:lnTo>
                        <a:pt x="26" y="62"/>
                      </a:lnTo>
                      <a:lnTo>
                        <a:pt x="26" y="66"/>
                      </a:lnTo>
                      <a:lnTo>
                        <a:pt x="24" y="66"/>
                      </a:lnTo>
                      <a:lnTo>
                        <a:pt x="20" y="66"/>
                      </a:lnTo>
                      <a:lnTo>
                        <a:pt x="16" y="66"/>
                      </a:lnTo>
                      <a:lnTo>
                        <a:pt x="16" y="70"/>
                      </a:lnTo>
                      <a:lnTo>
                        <a:pt x="12" y="70"/>
                      </a:lnTo>
                      <a:lnTo>
                        <a:pt x="12" y="74"/>
                      </a:lnTo>
                      <a:lnTo>
                        <a:pt x="12" y="78"/>
                      </a:lnTo>
                      <a:lnTo>
                        <a:pt x="12" y="82"/>
                      </a:lnTo>
                      <a:lnTo>
                        <a:pt x="16" y="82"/>
                      </a:lnTo>
                      <a:lnTo>
                        <a:pt x="16" y="86"/>
                      </a:lnTo>
                      <a:lnTo>
                        <a:pt x="12" y="86"/>
                      </a:lnTo>
                      <a:lnTo>
                        <a:pt x="8" y="86"/>
                      </a:lnTo>
                      <a:lnTo>
                        <a:pt x="4" y="86"/>
                      </a:lnTo>
                      <a:lnTo>
                        <a:pt x="0" y="86"/>
                      </a:lnTo>
                      <a:lnTo>
                        <a:pt x="0" y="82"/>
                      </a:lnTo>
                      <a:lnTo>
                        <a:pt x="0" y="78"/>
                      </a:lnTo>
                      <a:lnTo>
                        <a:pt x="0" y="74"/>
                      </a:lnTo>
                      <a:lnTo>
                        <a:pt x="0" y="66"/>
                      </a:lnTo>
                      <a:lnTo>
                        <a:pt x="0" y="60"/>
                      </a:lnTo>
                      <a:lnTo>
                        <a:pt x="0" y="56"/>
                      </a:lnTo>
                      <a:lnTo>
                        <a:pt x="0" y="52"/>
                      </a:lnTo>
                      <a:lnTo>
                        <a:pt x="0" y="48"/>
                      </a:lnTo>
                      <a:lnTo>
                        <a:pt x="0" y="46"/>
                      </a:lnTo>
                      <a:lnTo>
                        <a:pt x="0" y="38"/>
                      </a:lnTo>
                      <a:lnTo>
                        <a:pt x="0" y="34"/>
                      </a:lnTo>
                      <a:lnTo>
                        <a:pt x="0" y="22"/>
                      </a:lnTo>
                      <a:lnTo>
                        <a:pt x="0" y="16"/>
                      </a:lnTo>
                      <a:lnTo>
                        <a:pt x="0" y="12"/>
                      </a:lnTo>
                      <a:lnTo>
                        <a:pt x="4" y="12"/>
                      </a:lnTo>
                      <a:lnTo>
                        <a:pt x="8" y="8"/>
                      </a:lnTo>
                      <a:lnTo>
                        <a:pt x="16" y="8"/>
                      </a:lnTo>
                      <a:lnTo>
                        <a:pt x="20" y="4"/>
                      </a:lnTo>
                      <a:lnTo>
                        <a:pt x="24" y="4"/>
                      </a:lnTo>
                      <a:lnTo>
                        <a:pt x="26" y="4"/>
                      </a:lnTo>
                      <a:lnTo>
                        <a:pt x="30" y="0"/>
                      </a:lnTo>
                      <a:lnTo>
                        <a:pt x="34" y="0"/>
                      </a:lnTo>
                      <a:lnTo>
                        <a:pt x="50" y="12"/>
                      </a:lnTo>
                      <a:lnTo>
                        <a:pt x="72" y="26"/>
                      </a:lnTo>
                      <a:lnTo>
                        <a:pt x="76" y="30"/>
                      </a:lnTo>
                      <a:lnTo>
                        <a:pt x="80" y="34"/>
                      </a:lnTo>
                      <a:lnTo>
                        <a:pt x="82" y="38"/>
                      </a:lnTo>
                      <a:lnTo>
                        <a:pt x="82" y="42"/>
                      </a:lnTo>
                      <a:lnTo>
                        <a:pt x="90" y="42"/>
                      </a:lnTo>
                      <a:lnTo>
                        <a:pt x="94" y="42"/>
                      </a:lnTo>
                      <a:lnTo>
                        <a:pt x="102" y="38"/>
                      </a:lnTo>
                      <a:lnTo>
                        <a:pt x="106" y="38"/>
                      </a:lnTo>
                      <a:lnTo>
                        <a:pt x="110" y="42"/>
                      </a:lnTo>
                      <a:lnTo>
                        <a:pt x="112" y="42"/>
                      </a:lnTo>
                      <a:lnTo>
                        <a:pt x="120" y="42"/>
                      </a:lnTo>
                      <a:lnTo>
                        <a:pt x="124" y="38"/>
                      </a:lnTo>
                      <a:lnTo>
                        <a:pt x="128" y="38"/>
                      </a:lnTo>
                      <a:lnTo>
                        <a:pt x="128" y="42"/>
                      </a:lnTo>
                      <a:lnTo>
                        <a:pt x="132" y="42"/>
                      </a:lnTo>
                      <a:lnTo>
                        <a:pt x="132" y="46"/>
                      </a:lnTo>
                      <a:lnTo>
                        <a:pt x="136" y="46"/>
                      </a:lnTo>
                      <a:lnTo>
                        <a:pt x="136" y="48"/>
                      </a:lnTo>
                      <a:lnTo>
                        <a:pt x="138" y="52"/>
                      </a:lnTo>
                      <a:lnTo>
                        <a:pt x="142" y="52"/>
                      </a:lnTo>
                      <a:lnTo>
                        <a:pt x="142" y="56"/>
                      </a:lnTo>
                      <a:lnTo>
                        <a:pt x="142" y="60"/>
                      </a:lnTo>
                      <a:lnTo>
                        <a:pt x="142" y="62"/>
                      </a:lnTo>
                      <a:lnTo>
                        <a:pt x="142" y="66"/>
                      </a:lnTo>
                      <a:lnTo>
                        <a:pt x="142" y="70"/>
                      </a:lnTo>
                      <a:lnTo>
                        <a:pt x="146" y="70"/>
                      </a:lnTo>
                      <a:lnTo>
                        <a:pt x="150" y="74"/>
                      </a:lnTo>
                      <a:lnTo>
                        <a:pt x="150" y="82"/>
                      </a:lnTo>
                      <a:lnTo>
                        <a:pt x="150" y="86"/>
                      </a:lnTo>
                      <a:lnTo>
                        <a:pt x="154" y="86"/>
                      </a:lnTo>
                      <a:lnTo>
                        <a:pt x="158" y="86"/>
                      </a:lnTo>
                      <a:lnTo>
                        <a:pt x="162" y="86"/>
                      </a:lnTo>
                      <a:lnTo>
                        <a:pt x="166" y="86"/>
                      </a:lnTo>
                      <a:lnTo>
                        <a:pt x="168" y="86"/>
                      </a:lnTo>
                      <a:lnTo>
                        <a:pt x="168" y="88"/>
                      </a:lnTo>
                      <a:lnTo>
                        <a:pt x="172" y="88"/>
                      </a:lnTo>
                      <a:lnTo>
                        <a:pt x="168" y="92"/>
                      </a:lnTo>
                      <a:lnTo>
                        <a:pt x="172" y="96"/>
                      </a:lnTo>
                      <a:lnTo>
                        <a:pt x="176" y="96"/>
                      </a:lnTo>
                      <a:lnTo>
                        <a:pt x="180" y="96"/>
                      </a:lnTo>
                      <a:lnTo>
                        <a:pt x="176" y="96"/>
                      </a:lnTo>
                      <a:lnTo>
                        <a:pt x="176" y="92"/>
                      </a:lnTo>
                      <a:lnTo>
                        <a:pt x="180" y="92"/>
                      </a:lnTo>
                      <a:lnTo>
                        <a:pt x="180" y="88"/>
                      </a:lnTo>
                      <a:lnTo>
                        <a:pt x="184" y="86"/>
                      </a:lnTo>
                      <a:lnTo>
                        <a:pt x="184" y="82"/>
                      </a:lnTo>
                      <a:lnTo>
                        <a:pt x="188" y="82"/>
                      </a:lnTo>
                      <a:lnTo>
                        <a:pt x="192" y="78"/>
                      </a:lnTo>
                      <a:lnTo>
                        <a:pt x="194" y="78"/>
                      </a:lnTo>
                      <a:lnTo>
                        <a:pt x="198" y="74"/>
                      </a:lnTo>
                      <a:lnTo>
                        <a:pt x="202" y="70"/>
                      </a:lnTo>
                      <a:lnTo>
                        <a:pt x="202" y="66"/>
                      </a:lnTo>
                      <a:lnTo>
                        <a:pt x="206" y="70"/>
                      </a:lnTo>
                      <a:lnTo>
                        <a:pt x="206" y="66"/>
                      </a:lnTo>
                      <a:lnTo>
                        <a:pt x="210" y="66"/>
                      </a:lnTo>
                      <a:lnTo>
                        <a:pt x="214" y="62"/>
                      </a:lnTo>
                      <a:lnTo>
                        <a:pt x="214" y="66"/>
                      </a:lnTo>
                      <a:lnTo>
                        <a:pt x="210" y="70"/>
                      </a:lnTo>
                      <a:lnTo>
                        <a:pt x="206" y="70"/>
                      </a:lnTo>
                      <a:lnTo>
                        <a:pt x="206" y="74"/>
                      </a:lnTo>
                      <a:lnTo>
                        <a:pt x="202" y="74"/>
                      </a:lnTo>
                      <a:lnTo>
                        <a:pt x="202" y="78"/>
                      </a:lnTo>
                      <a:lnTo>
                        <a:pt x="198" y="78"/>
                      </a:lnTo>
                      <a:lnTo>
                        <a:pt x="198" y="82"/>
                      </a:lnTo>
                      <a:lnTo>
                        <a:pt x="202" y="82"/>
                      </a:lnTo>
                      <a:lnTo>
                        <a:pt x="206" y="82"/>
                      </a:lnTo>
                      <a:lnTo>
                        <a:pt x="210" y="82"/>
                      </a:lnTo>
                      <a:lnTo>
                        <a:pt x="210" y="86"/>
                      </a:lnTo>
                      <a:lnTo>
                        <a:pt x="214" y="86"/>
                      </a:lnTo>
                      <a:lnTo>
                        <a:pt x="218" y="88"/>
                      </a:lnTo>
                      <a:lnTo>
                        <a:pt x="218" y="86"/>
                      </a:lnTo>
                      <a:lnTo>
                        <a:pt x="218" y="82"/>
                      </a:lnTo>
                      <a:lnTo>
                        <a:pt x="218" y="86"/>
                      </a:lnTo>
                      <a:lnTo>
                        <a:pt x="222" y="86"/>
                      </a:lnTo>
                      <a:lnTo>
                        <a:pt x="222" y="82"/>
                      </a:lnTo>
                      <a:lnTo>
                        <a:pt x="222" y="78"/>
                      </a:lnTo>
                      <a:lnTo>
                        <a:pt x="224" y="82"/>
                      </a:lnTo>
                      <a:lnTo>
                        <a:pt x="224" y="86"/>
                      </a:lnTo>
                      <a:lnTo>
                        <a:pt x="228" y="86"/>
                      </a:lnTo>
                      <a:lnTo>
                        <a:pt x="228" y="88"/>
                      </a:lnTo>
                      <a:lnTo>
                        <a:pt x="232" y="88"/>
                      </a:lnTo>
                      <a:lnTo>
                        <a:pt x="236" y="92"/>
                      </a:lnTo>
                      <a:lnTo>
                        <a:pt x="240" y="92"/>
                      </a:lnTo>
                      <a:lnTo>
                        <a:pt x="244" y="92"/>
                      </a:lnTo>
                      <a:lnTo>
                        <a:pt x="240" y="92"/>
                      </a:lnTo>
                      <a:lnTo>
                        <a:pt x="240" y="96"/>
                      </a:lnTo>
                      <a:lnTo>
                        <a:pt x="236" y="96"/>
                      </a:lnTo>
                      <a:lnTo>
                        <a:pt x="236" y="100"/>
                      </a:lnTo>
                      <a:lnTo>
                        <a:pt x="232" y="100"/>
                      </a:lnTo>
                      <a:lnTo>
                        <a:pt x="232" y="96"/>
                      </a:lnTo>
                      <a:lnTo>
                        <a:pt x="232" y="100"/>
                      </a:lnTo>
                      <a:lnTo>
                        <a:pt x="228" y="100"/>
                      </a:lnTo>
                      <a:lnTo>
                        <a:pt x="224" y="104"/>
                      </a:lnTo>
                      <a:lnTo>
                        <a:pt x="222" y="108"/>
                      </a:lnTo>
                      <a:lnTo>
                        <a:pt x="218" y="104"/>
                      </a:lnTo>
                      <a:lnTo>
                        <a:pt x="214" y="104"/>
                      </a:lnTo>
                      <a:lnTo>
                        <a:pt x="210" y="104"/>
                      </a:lnTo>
                      <a:lnTo>
                        <a:pt x="206" y="104"/>
                      </a:lnTo>
                      <a:lnTo>
                        <a:pt x="202" y="104"/>
                      </a:lnTo>
                      <a:lnTo>
                        <a:pt x="202" y="100"/>
                      </a:lnTo>
                      <a:lnTo>
                        <a:pt x="206" y="100"/>
                      </a:lnTo>
                      <a:lnTo>
                        <a:pt x="206" y="96"/>
                      </a:lnTo>
                      <a:lnTo>
                        <a:pt x="210" y="96"/>
                      </a:lnTo>
                      <a:lnTo>
                        <a:pt x="210" y="92"/>
                      </a:lnTo>
                      <a:lnTo>
                        <a:pt x="206" y="92"/>
                      </a:lnTo>
                      <a:lnTo>
                        <a:pt x="206" y="88"/>
                      </a:lnTo>
                      <a:lnTo>
                        <a:pt x="202" y="88"/>
                      </a:lnTo>
                      <a:lnTo>
                        <a:pt x="202" y="92"/>
                      </a:lnTo>
                      <a:lnTo>
                        <a:pt x="198" y="92"/>
                      </a:lnTo>
                      <a:lnTo>
                        <a:pt x="198" y="96"/>
                      </a:lnTo>
                      <a:lnTo>
                        <a:pt x="194" y="96"/>
                      </a:lnTo>
                      <a:lnTo>
                        <a:pt x="192" y="96"/>
                      </a:lnTo>
                      <a:lnTo>
                        <a:pt x="192" y="92"/>
                      </a:lnTo>
                      <a:lnTo>
                        <a:pt x="188" y="92"/>
                      </a:lnTo>
                      <a:lnTo>
                        <a:pt x="188" y="96"/>
                      </a:lnTo>
                      <a:lnTo>
                        <a:pt x="188" y="100"/>
                      </a:lnTo>
                      <a:lnTo>
                        <a:pt x="188" y="104"/>
                      </a:lnTo>
                      <a:lnTo>
                        <a:pt x="184" y="104"/>
                      </a:lnTo>
                      <a:lnTo>
                        <a:pt x="180" y="104"/>
                      </a:lnTo>
                      <a:lnTo>
                        <a:pt x="176" y="104"/>
                      </a:lnTo>
                      <a:lnTo>
                        <a:pt x="176" y="108"/>
                      </a:lnTo>
                      <a:lnTo>
                        <a:pt x="180" y="108"/>
                      </a:lnTo>
                      <a:lnTo>
                        <a:pt x="184" y="108"/>
                      </a:lnTo>
                      <a:lnTo>
                        <a:pt x="180" y="108"/>
                      </a:lnTo>
                      <a:lnTo>
                        <a:pt x="180" y="112"/>
                      </a:lnTo>
                      <a:lnTo>
                        <a:pt x="176" y="112"/>
                      </a:lnTo>
                      <a:lnTo>
                        <a:pt x="176" y="112"/>
                      </a:lnTo>
                      <a:lnTo>
                        <a:pt x="176" y="112"/>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95" name="Freeform 62">
                  <a:extLst>
                    <a:ext uri="{FF2B5EF4-FFF2-40B4-BE49-F238E27FC236}">
                      <a16:creationId xmlns:a16="http://schemas.microsoft.com/office/drawing/2014/main" id="{6183045A-261A-E2A5-C28E-73B416DD7702}"/>
                    </a:ext>
                  </a:extLst>
                </p:cNvPr>
                <p:cNvSpPr>
                  <a:spLocks noEditPoints="1"/>
                </p:cNvSpPr>
                <p:nvPr/>
              </p:nvSpPr>
              <p:spPr bwMode="gray">
                <a:xfrm>
                  <a:off x="7314932" y="3817033"/>
                  <a:ext cx="173926" cy="448728"/>
                </a:xfrm>
                <a:custGeom>
                  <a:avLst/>
                  <a:gdLst>
                    <a:gd name="T0" fmla="*/ 78 w 100"/>
                    <a:gd name="T1" fmla="*/ 122 h 258"/>
                    <a:gd name="T2" fmla="*/ 86 w 100"/>
                    <a:gd name="T3" fmla="*/ 130 h 258"/>
                    <a:gd name="T4" fmla="*/ 92 w 100"/>
                    <a:gd name="T5" fmla="*/ 138 h 258"/>
                    <a:gd name="T6" fmla="*/ 96 w 100"/>
                    <a:gd name="T7" fmla="*/ 148 h 258"/>
                    <a:gd name="T8" fmla="*/ 96 w 100"/>
                    <a:gd name="T9" fmla="*/ 168 h 258"/>
                    <a:gd name="T10" fmla="*/ 100 w 100"/>
                    <a:gd name="T11" fmla="*/ 178 h 258"/>
                    <a:gd name="T12" fmla="*/ 100 w 100"/>
                    <a:gd name="T13" fmla="*/ 194 h 258"/>
                    <a:gd name="T14" fmla="*/ 96 w 100"/>
                    <a:gd name="T15" fmla="*/ 198 h 258"/>
                    <a:gd name="T16" fmla="*/ 92 w 100"/>
                    <a:gd name="T17" fmla="*/ 212 h 258"/>
                    <a:gd name="T18" fmla="*/ 78 w 100"/>
                    <a:gd name="T19" fmla="*/ 220 h 258"/>
                    <a:gd name="T20" fmla="*/ 62 w 100"/>
                    <a:gd name="T21" fmla="*/ 220 h 258"/>
                    <a:gd name="T22" fmla="*/ 62 w 100"/>
                    <a:gd name="T23" fmla="*/ 228 h 258"/>
                    <a:gd name="T24" fmla="*/ 60 w 100"/>
                    <a:gd name="T25" fmla="*/ 232 h 258"/>
                    <a:gd name="T26" fmla="*/ 56 w 100"/>
                    <a:gd name="T27" fmla="*/ 232 h 258"/>
                    <a:gd name="T28" fmla="*/ 52 w 100"/>
                    <a:gd name="T29" fmla="*/ 234 h 258"/>
                    <a:gd name="T30" fmla="*/ 48 w 100"/>
                    <a:gd name="T31" fmla="*/ 246 h 258"/>
                    <a:gd name="T32" fmla="*/ 34 w 100"/>
                    <a:gd name="T33" fmla="*/ 258 h 258"/>
                    <a:gd name="T34" fmla="*/ 36 w 100"/>
                    <a:gd name="T35" fmla="*/ 238 h 258"/>
                    <a:gd name="T36" fmla="*/ 34 w 100"/>
                    <a:gd name="T37" fmla="*/ 228 h 258"/>
                    <a:gd name="T38" fmla="*/ 40 w 100"/>
                    <a:gd name="T39" fmla="*/ 216 h 258"/>
                    <a:gd name="T40" fmla="*/ 56 w 100"/>
                    <a:gd name="T41" fmla="*/ 216 h 258"/>
                    <a:gd name="T42" fmla="*/ 56 w 100"/>
                    <a:gd name="T43" fmla="*/ 204 h 258"/>
                    <a:gd name="T44" fmla="*/ 62 w 100"/>
                    <a:gd name="T45" fmla="*/ 198 h 258"/>
                    <a:gd name="T46" fmla="*/ 74 w 100"/>
                    <a:gd name="T47" fmla="*/ 186 h 258"/>
                    <a:gd name="T48" fmla="*/ 70 w 100"/>
                    <a:gd name="T49" fmla="*/ 164 h 258"/>
                    <a:gd name="T50" fmla="*/ 74 w 100"/>
                    <a:gd name="T51" fmla="*/ 148 h 258"/>
                    <a:gd name="T52" fmla="*/ 70 w 100"/>
                    <a:gd name="T53" fmla="*/ 134 h 258"/>
                    <a:gd name="T54" fmla="*/ 66 w 100"/>
                    <a:gd name="T55" fmla="*/ 122 h 258"/>
                    <a:gd name="T56" fmla="*/ 60 w 100"/>
                    <a:gd name="T57" fmla="*/ 112 h 258"/>
                    <a:gd name="T58" fmla="*/ 48 w 100"/>
                    <a:gd name="T59" fmla="*/ 100 h 258"/>
                    <a:gd name="T60" fmla="*/ 40 w 100"/>
                    <a:gd name="T61" fmla="*/ 86 h 258"/>
                    <a:gd name="T62" fmla="*/ 26 w 100"/>
                    <a:gd name="T63" fmla="*/ 74 h 258"/>
                    <a:gd name="T64" fmla="*/ 26 w 100"/>
                    <a:gd name="T65" fmla="*/ 62 h 258"/>
                    <a:gd name="T66" fmla="*/ 36 w 100"/>
                    <a:gd name="T67" fmla="*/ 58 h 258"/>
                    <a:gd name="T68" fmla="*/ 26 w 100"/>
                    <a:gd name="T69" fmla="*/ 42 h 258"/>
                    <a:gd name="T70" fmla="*/ 10 w 100"/>
                    <a:gd name="T71" fmla="*/ 44 h 258"/>
                    <a:gd name="T72" fmla="*/ 10 w 100"/>
                    <a:gd name="T73" fmla="*/ 34 h 258"/>
                    <a:gd name="T74" fmla="*/ 0 w 100"/>
                    <a:gd name="T75" fmla="*/ 18 h 258"/>
                    <a:gd name="T76" fmla="*/ 10 w 100"/>
                    <a:gd name="T77" fmla="*/ 14 h 258"/>
                    <a:gd name="T78" fmla="*/ 22 w 100"/>
                    <a:gd name="T79" fmla="*/ 12 h 258"/>
                    <a:gd name="T80" fmla="*/ 36 w 100"/>
                    <a:gd name="T81" fmla="*/ 8 h 258"/>
                    <a:gd name="T82" fmla="*/ 48 w 100"/>
                    <a:gd name="T83" fmla="*/ 8 h 258"/>
                    <a:gd name="T84" fmla="*/ 62 w 100"/>
                    <a:gd name="T85" fmla="*/ 14 h 258"/>
                    <a:gd name="T86" fmla="*/ 70 w 100"/>
                    <a:gd name="T87" fmla="*/ 30 h 258"/>
                    <a:gd name="T88" fmla="*/ 74 w 100"/>
                    <a:gd name="T89" fmla="*/ 38 h 258"/>
                    <a:gd name="T90" fmla="*/ 70 w 100"/>
                    <a:gd name="T91" fmla="*/ 42 h 258"/>
                    <a:gd name="T92" fmla="*/ 62 w 100"/>
                    <a:gd name="T93" fmla="*/ 48 h 258"/>
                    <a:gd name="T94" fmla="*/ 56 w 100"/>
                    <a:gd name="T95" fmla="*/ 58 h 258"/>
                    <a:gd name="T96" fmla="*/ 52 w 100"/>
                    <a:gd name="T97" fmla="*/ 70 h 258"/>
                    <a:gd name="T98" fmla="*/ 52 w 100"/>
                    <a:gd name="T99" fmla="*/ 88 h 258"/>
                    <a:gd name="T100" fmla="*/ 62 w 100"/>
                    <a:gd name="T101" fmla="*/ 108 h 258"/>
                    <a:gd name="T102" fmla="*/ 66 w 100"/>
                    <a:gd name="T103" fmla="*/ 224 h 258"/>
                    <a:gd name="T104" fmla="*/ 62 w 100"/>
                    <a:gd name="T105" fmla="*/ 224 h 258"/>
                    <a:gd name="T106" fmla="*/ 74 w 100"/>
                    <a:gd name="T107" fmla="*/ 38 h 258"/>
                    <a:gd name="T108" fmla="*/ 66 w 100"/>
                    <a:gd name="T109" fmla="*/ 44 h 258"/>
                    <a:gd name="T110" fmla="*/ 26 w 100"/>
                    <a:gd name="T111" fmla="*/ 228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00" h="258">
                      <a:moveTo>
                        <a:pt x="66" y="112"/>
                      </a:moveTo>
                      <a:lnTo>
                        <a:pt x="70" y="112"/>
                      </a:lnTo>
                      <a:lnTo>
                        <a:pt x="70" y="116"/>
                      </a:lnTo>
                      <a:lnTo>
                        <a:pt x="74" y="118"/>
                      </a:lnTo>
                      <a:lnTo>
                        <a:pt x="78" y="118"/>
                      </a:lnTo>
                      <a:lnTo>
                        <a:pt x="78" y="122"/>
                      </a:lnTo>
                      <a:lnTo>
                        <a:pt x="82" y="122"/>
                      </a:lnTo>
                      <a:lnTo>
                        <a:pt x="82" y="126"/>
                      </a:lnTo>
                      <a:lnTo>
                        <a:pt x="86" y="126"/>
                      </a:lnTo>
                      <a:lnTo>
                        <a:pt x="82" y="126"/>
                      </a:lnTo>
                      <a:lnTo>
                        <a:pt x="86" y="126"/>
                      </a:lnTo>
                      <a:lnTo>
                        <a:pt x="86" y="130"/>
                      </a:lnTo>
                      <a:lnTo>
                        <a:pt x="86" y="126"/>
                      </a:lnTo>
                      <a:lnTo>
                        <a:pt x="86" y="130"/>
                      </a:lnTo>
                      <a:lnTo>
                        <a:pt x="86" y="134"/>
                      </a:lnTo>
                      <a:lnTo>
                        <a:pt x="90" y="134"/>
                      </a:lnTo>
                      <a:lnTo>
                        <a:pt x="90" y="138"/>
                      </a:lnTo>
                      <a:lnTo>
                        <a:pt x="92" y="138"/>
                      </a:lnTo>
                      <a:lnTo>
                        <a:pt x="92" y="142"/>
                      </a:lnTo>
                      <a:lnTo>
                        <a:pt x="92" y="138"/>
                      </a:lnTo>
                      <a:lnTo>
                        <a:pt x="92" y="142"/>
                      </a:lnTo>
                      <a:lnTo>
                        <a:pt x="92" y="146"/>
                      </a:lnTo>
                      <a:lnTo>
                        <a:pt x="92" y="148"/>
                      </a:lnTo>
                      <a:lnTo>
                        <a:pt x="96" y="148"/>
                      </a:lnTo>
                      <a:lnTo>
                        <a:pt x="96" y="152"/>
                      </a:lnTo>
                      <a:lnTo>
                        <a:pt x="96" y="156"/>
                      </a:lnTo>
                      <a:lnTo>
                        <a:pt x="96" y="160"/>
                      </a:lnTo>
                      <a:lnTo>
                        <a:pt x="100" y="164"/>
                      </a:lnTo>
                      <a:lnTo>
                        <a:pt x="100" y="168"/>
                      </a:lnTo>
                      <a:lnTo>
                        <a:pt x="96" y="168"/>
                      </a:lnTo>
                      <a:lnTo>
                        <a:pt x="100" y="168"/>
                      </a:lnTo>
                      <a:lnTo>
                        <a:pt x="96" y="168"/>
                      </a:lnTo>
                      <a:lnTo>
                        <a:pt x="100" y="168"/>
                      </a:lnTo>
                      <a:lnTo>
                        <a:pt x="100" y="172"/>
                      </a:lnTo>
                      <a:lnTo>
                        <a:pt x="100" y="174"/>
                      </a:lnTo>
                      <a:lnTo>
                        <a:pt x="100" y="178"/>
                      </a:lnTo>
                      <a:lnTo>
                        <a:pt x="100" y="182"/>
                      </a:lnTo>
                      <a:lnTo>
                        <a:pt x="100" y="186"/>
                      </a:lnTo>
                      <a:lnTo>
                        <a:pt x="96" y="186"/>
                      </a:lnTo>
                      <a:lnTo>
                        <a:pt x="96" y="190"/>
                      </a:lnTo>
                      <a:lnTo>
                        <a:pt x="100" y="190"/>
                      </a:lnTo>
                      <a:lnTo>
                        <a:pt x="100" y="194"/>
                      </a:lnTo>
                      <a:lnTo>
                        <a:pt x="100" y="190"/>
                      </a:lnTo>
                      <a:lnTo>
                        <a:pt x="96" y="190"/>
                      </a:lnTo>
                      <a:lnTo>
                        <a:pt x="96" y="194"/>
                      </a:lnTo>
                      <a:lnTo>
                        <a:pt x="96" y="198"/>
                      </a:lnTo>
                      <a:lnTo>
                        <a:pt x="100" y="202"/>
                      </a:lnTo>
                      <a:lnTo>
                        <a:pt x="96" y="198"/>
                      </a:lnTo>
                      <a:lnTo>
                        <a:pt x="96" y="202"/>
                      </a:lnTo>
                      <a:lnTo>
                        <a:pt x="96" y="204"/>
                      </a:lnTo>
                      <a:lnTo>
                        <a:pt x="96" y="208"/>
                      </a:lnTo>
                      <a:lnTo>
                        <a:pt x="92" y="212"/>
                      </a:lnTo>
                      <a:lnTo>
                        <a:pt x="92" y="208"/>
                      </a:lnTo>
                      <a:lnTo>
                        <a:pt x="92" y="212"/>
                      </a:lnTo>
                      <a:lnTo>
                        <a:pt x="90" y="212"/>
                      </a:lnTo>
                      <a:lnTo>
                        <a:pt x="90" y="216"/>
                      </a:lnTo>
                      <a:lnTo>
                        <a:pt x="86" y="216"/>
                      </a:lnTo>
                      <a:lnTo>
                        <a:pt x="82" y="216"/>
                      </a:lnTo>
                      <a:lnTo>
                        <a:pt x="82" y="220"/>
                      </a:lnTo>
                      <a:lnTo>
                        <a:pt x="78" y="220"/>
                      </a:lnTo>
                      <a:lnTo>
                        <a:pt x="78" y="224"/>
                      </a:lnTo>
                      <a:lnTo>
                        <a:pt x="74" y="224"/>
                      </a:lnTo>
                      <a:lnTo>
                        <a:pt x="70" y="228"/>
                      </a:lnTo>
                      <a:lnTo>
                        <a:pt x="70" y="224"/>
                      </a:lnTo>
                      <a:lnTo>
                        <a:pt x="66" y="224"/>
                      </a:lnTo>
                      <a:lnTo>
                        <a:pt x="62" y="220"/>
                      </a:lnTo>
                      <a:lnTo>
                        <a:pt x="62" y="224"/>
                      </a:lnTo>
                      <a:lnTo>
                        <a:pt x="62" y="228"/>
                      </a:lnTo>
                      <a:lnTo>
                        <a:pt x="62" y="224"/>
                      </a:lnTo>
                      <a:lnTo>
                        <a:pt x="62" y="228"/>
                      </a:lnTo>
                      <a:lnTo>
                        <a:pt x="60" y="228"/>
                      </a:lnTo>
                      <a:lnTo>
                        <a:pt x="62" y="228"/>
                      </a:lnTo>
                      <a:lnTo>
                        <a:pt x="62" y="232"/>
                      </a:lnTo>
                      <a:lnTo>
                        <a:pt x="62" y="234"/>
                      </a:lnTo>
                      <a:lnTo>
                        <a:pt x="60" y="232"/>
                      </a:lnTo>
                      <a:lnTo>
                        <a:pt x="60" y="228"/>
                      </a:lnTo>
                      <a:lnTo>
                        <a:pt x="56" y="228"/>
                      </a:lnTo>
                      <a:lnTo>
                        <a:pt x="60" y="232"/>
                      </a:lnTo>
                      <a:lnTo>
                        <a:pt x="60" y="234"/>
                      </a:lnTo>
                      <a:lnTo>
                        <a:pt x="62" y="234"/>
                      </a:lnTo>
                      <a:lnTo>
                        <a:pt x="60" y="234"/>
                      </a:lnTo>
                      <a:lnTo>
                        <a:pt x="56" y="232"/>
                      </a:lnTo>
                      <a:lnTo>
                        <a:pt x="56" y="228"/>
                      </a:lnTo>
                      <a:lnTo>
                        <a:pt x="56" y="232"/>
                      </a:lnTo>
                      <a:lnTo>
                        <a:pt x="56" y="234"/>
                      </a:lnTo>
                      <a:lnTo>
                        <a:pt x="60" y="234"/>
                      </a:lnTo>
                      <a:lnTo>
                        <a:pt x="60" y="238"/>
                      </a:lnTo>
                      <a:lnTo>
                        <a:pt x="60" y="242"/>
                      </a:lnTo>
                      <a:lnTo>
                        <a:pt x="56" y="238"/>
                      </a:lnTo>
                      <a:lnTo>
                        <a:pt x="52" y="234"/>
                      </a:lnTo>
                      <a:lnTo>
                        <a:pt x="52" y="238"/>
                      </a:lnTo>
                      <a:lnTo>
                        <a:pt x="56" y="238"/>
                      </a:lnTo>
                      <a:lnTo>
                        <a:pt x="56" y="242"/>
                      </a:lnTo>
                      <a:lnTo>
                        <a:pt x="56" y="246"/>
                      </a:lnTo>
                      <a:lnTo>
                        <a:pt x="52" y="246"/>
                      </a:lnTo>
                      <a:lnTo>
                        <a:pt x="48" y="246"/>
                      </a:lnTo>
                      <a:lnTo>
                        <a:pt x="48" y="250"/>
                      </a:lnTo>
                      <a:lnTo>
                        <a:pt x="44" y="250"/>
                      </a:lnTo>
                      <a:lnTo>
                        <a:pt x="44" y="254"/>
                      </a:lnTo>
                      <a:lnTo>
                        <a:pt x="40" y="258"/>
                      </a:lnTo>
                      <a:lnTo>
                        <a:pt x="36" y="258"/>
                      </a:lnTo>
                      <a:lnTo>
                        <a:pt x="34" y="258"/>
                      </a:lnTo>
                      <a:lnTo>
                        <a:pt x="36" y="258"/>
                      </a:lnTo>
                      <a:lnTo>
                        <a:pt x="36" y="254"/>
                      </a:lnTo>
                      <a:lnTo>
                        <a:pt x="36" y="250"/>
                      </a:lnTo>
                      <a:lnTo>
                        <a:pt x="36" y="246"/>
                      </a:lnTo>
                      <a:lnTo>
                        <a:pt x="36" y="242"/>
                      </a:lnTo>
                      <a:lnTo>
                        <a:pt x="36" y="238"/>
                      </a:lnTo>
                      <a:lnTo>
                        <a:pt x="36" y="234"/>
                      </a:lnTo>
                      <a:lnTo>
                        <a:pt x="40" y="234"/>
                      </a:lnTo>
                      <a:lnTo>
                        <a:pt x="40" y="232"/>
                      </a:lnTo>
                      <a:lnTo>
                        <a:pt x="36" y="232"/>
                      </a:lnTo>
                      <a:lnTo>
                        <a:pt x="34" y="232"/>
                      </a:lnTo>
                      <a:lnTo>
                        <a:pt x="34" y="228"/>
                      </a:lnTo>
                      <a:lnTo>
                        <a:pt x="30" y="228"/>
                      </a:lnTo>
                      <a:lnTo>
                        <a:pt x="34" y="228"/>
                      </a:lnTo>
                      <a:lnTo>
                        <a:pt x="34" y="224"/>
                      </a:lnTo>
                      <a:lnTo>
                        <a:pt x="36" y="224"/>
                      </a:lnTo>
                      <a:lnTo>
                        <a:pt x="40" y="220"/>
                      </a:lnTo>
                      <a:lnTo>
                        <a:pt x="40" y="216"/>
                      </a:lnTo>
                      <a:lnTo>
                        <a:pt x="44" y="220"/>
                      </a:lnTo>
                      <a:lnTo>
                        <a:pt x="44" y="216"/>
                      </a:lnTo>
                      <a:lnTo>
                        <a:pt x="48" y="216"/>
                      </a:lnTo>
                      <a:lnTo>
                        <a:pt x="52" y="216"/>
                      </a:lnTo>
                      <a:lnTo>
                        <a:pt x="56" y="220"/>
                      </a:lnTo>
                      <a:lnTo>
                        <a:pt x="56" y="216"/>
                      </a:lnTo>
                      <a:lnTo>
                        <a:pt x="52" y="212"/>
                      </a:lnTo>
                      <a:lnTo>
                        <a:pt x="52" y="208"/>
                      </a:lnTo>
                      <a:lnTo>
                        <a:pt x="52" y="204"/>
                      </a:lnTo>
                      <a:lnTo>
                        <a:pt x="52" y="202"/>
                      </a:lnTo>
                      <a:lnTo>
                        <a:pt x="56" y="202"/>
                      </a:lnTo>
                      <a:lnTo>
                        <a:pt x="56" y="204"/>
                      </a:lnTo>
                      <a:lnTo>
                        <a:pt x="60" y="204"/>
                      </a:lnTo>
                      <a:lnTo>
                        <a:pt x="60" y="202"/>
                      </a:lnTo>
                      <a:lnTo>
                        <a:pt x="60" y="198"/>
                      </a:lnTo>
                      <a:lnTo>
                        <a:pt x="62" y="198"/>
                      </a:lnTo>
                      <a:lnTo>
                        <a:pt x="62" y="202"/>
                      </a:lnTo>
                      <a:lnTo>
                        <a:pt x="62" y="198"/>
                      </a:lnTo>
                      <a:lnTo>
                        <a:pt x="66" y="198"/>
                      </a:lnTo>
                      <a:lnTo>
                        <a:pt x="66" y="194"/>
                      </a:lnTo>
                      <a:lnTo>
                        <a:pt x="70" y="194"/>
                      </a:lnTo>
                      <a:lnTo>
                        <a:pt x="74" y="194"/>
                      </a:lnTo>
                      <a:lnTo>
                        <a:pt x="74" y="190"/>
                      </a:lnTo>
                      <a:lnTo>
                        <a:pt x="74" y="186"/>
                      </a:lnTo>
                      <a:lnTo>
                        <a:pt x="74" y="182"/>
                      </a:lnTo>
                      <a:lnTo>
                        <a:pt x="74" y="174"/>
                      </a:lnTo>
                      <a:lnTo>
                        <a:pt x="74" y="172"/>
                      </a:lnTo>
                      <a:lnTo>
                        <a:pt x="74" y="168"/>
                      </a:lnTo>
                      <a:lnTo>
                        <a:pt x="74" y="164"/>
                      </a:lnTo>
                      <a:lnTo>
                        <a:pt x="70" y="164"/>
                      </a:lnTo>
                      <a:lnTo>
                        <a:pt x="70" y="160"/>
                      </a:lnTo>
                      <a:lnTo>
                        <a:pt x="74" y="160"/>
                      </a:lnTo>
                      <a:lnTo>
                        <a:pt x="70" y="156"/>
                      </a:lnTo>
                      <a:lnTo>
                        <a:pt x="74" y="156"/>
                      </a:lnTo>
                      <a:lnTo>
                        <a:pt x="74" y="152"/>
                      </a:lnTo>
                      <a:lnTo>
                        <a:pt x="74" y="148"/>
                      </a:lnTo>
                      <a:lnTo>
                        <a:pt x="74" y="146"/>
                      </a:lnTo>
                      <a:lnTo>
                        <a:pt x="78" y="142"/>
                      </a:lnTo>
                      <a:lnTo>
                        <a:pt x="74" y="142"/>
                      </a:lnTo>
                      <a:lnTo>
                        <a:pt x="74" y="138"/>
                      </a:lnTo>
                      <a:lnTo>
                        <a:pt x="70" y="138"/>
                      </a:lnTo>
                      <a:lnTo>
                        <a:pt x="70" y="134"/>
                      </a:lnTo>
                      <a:lnTo>
                        <a:pt x="70" y="130"/>
                      </a:lnTo>
                      <a:lnTo>
                        <a:pt x="74" y="130"/>
                      </a:lnTo>
                      <a:lnTo>
                        <a:pt x="74" y="126"/>
                      </a:lnTo>
                      <a:lnTo>
                        <a:pt x="70" y="126"/>
                      </a:lnTo>
                      <a:lnTo>
                        <a:pt x="70" y="122"/>
                      </a:lnTo>
                      <a:lnTo>
                        <a:pt x="66" y="122"/>
                      </a:lnTo>
                      <a:lnTo>
                        <a:pt x="66" y="118"/>
                      </a:lnTo>
                      <a:lnTo>
                        <a:pt x="62" y="118"/>
                      </a:lnTo>
                      <a:lnTo>
                        <a:pt x="62" y="122"/>
                      </a:lnTo>
                      <a:lnTo>
                        <a:pt x="60" y="118"/>
                      </a:lnTo>
                      <a:lnTo>
                        <a:pt x="60" y="116"/>
                      </a:lnTo>
                      <a:lnTo>
                        <a:pt x="60" y="112"/>
                      </a:lnTo>
                      <a:lnTo>
                        <a:pt x="60" y="108"/>
                      </a:lnTo>
                      <a:lnTo>
                        <a:pt x="56" y="108"/>
                      </a:lnTo>
                      <a:lnTo>
                        <a:pt x="56" y="104"/>
                      </a:lnTo>
                      <a:lnTo>
                        <a:pt x="52" y="104"/>
                      </a:lnTo>
                      <a:lnTo>
                        <a:pt x="52" y="100"/>
                      </a:lnTo>
                      <a:lnTo>
                        <a:pt x="48" y="100"/>
                      </a:lnTo>
                      <a:lnTo>
                        <a:pt x="48" y="96"/>
                      </a:lnTo>
                      <a:lnTo>
                        <a:pt x="48" y="92"/>
                      </a:lnTo>
                      <a:lnTo>
                        <a:pt x="44" y="92"/>
                      </a:lnTo>
                      <a:lnTo>
                        <a:pt x="44" y="88"/>
                      </a:lnTo>
                      <a:lnTo>
                        <a:pt x="40" y="88"/>
                      </a:lnTo>
                      <a:lnTo>
                        <a:pt x="40" y="86"/>
                      </a:lnTo>
                      <a:lnTo>
                        <a:pt x="40" y="82"/>
                      </a:lnTo>
                      <a:lnTo>
                        <a:pt x="36" y="82"/>
                      </a:lnTo>
                      <a:lnTo>
                        <a:pt x="34" y="82"/>
                      </a:lnTo>
                      <a:lnTo>
                        <a:pt x="34" y="78"/>
                      </a:lnTo>
                      <a:lnTo>
                        <a:pt x="30" y="74"/>
                      </a:lnTo>
                      <a:lnTo>
                        <a:pt x="26" y="74"/>
                      </a:lnTo>
                      <a:lnTo>
                        <a:pt x="22" y="70"/>
                      </a:lnTo>
                      <a:lnTo>
                        <a:pt x="26" y="70"/>
                      </a:lnTo>
                      <a:lnTo>
                        <a:pt x="26" y="66"/>
                      </a:lnTo>
                      <a:lnTo>
                        <a:pt x="26" y="62"/>
                      </a:lnTo>
                      <a:lnTo>
                        <a:pt x="26" y="66"/>
                      </a:lnTo>
                      <a:lnTo>
                        <a:pt x="26" y="62"/>
                      </a:lnTo>
                      <a:lnTo>
                        <a:pt x="30" y="62"/>
                      </a:lnTo>
                      <a:lnTo>
                        <a:pt x="30" y="66"/>
                      </a:lnTo>
                      <a:lnTo>
                        <a:pt x="34" y="66"/>
                      </a:lnTo>
                      <a:lnTo>
                        <a:pt x="34" y="62"/>
                      </a:lnTo>
                      <a:lnTo>
                        <a:pt x="36" y="62"/>
                      </a:lnTo>
                      <a:lnTo>
                        <a:pt x="36" y="58"/>
                      </a:lnTo>
                      <a:lnTo>
                        <a:pt x="36" y="56"/>
                      </a:lnTo>
                      <a:lnTo>
                        <a:pt x="34" y="52"/>
                      </a:lnTo>
                      <a:lnTo>
                        <a:pt x="30" y="52"/>
                      </a:lnTo>
                      <a:lnTo>
                        <a:pt x="34" y="48"/>
                      </a:lnTo>
                      <a:lnTo>
                        <a:pt x="30" y="44"/>
                      </a:lnTo>
                      <a:lnTo>
                        <a:pt x="26" y="42"/>
                      </a:lnTo>
                      <a:lnTo>
                        <a:pt x="22" y="44"/>
                      </a:lnTo>
                      <a:lnTo>
                        <a:pt x="22" y="48"/>
                      </a:lnTo>
                      <a:lnTo>
                        <a:pt x="18" y="48"/>
                      </a:lnTo>
                      <a:lnTo>
                        <a:pt x="18" y="44"/>
                      </a:lnTo>
                      <a:lnTo>
                        <a:pt x="14" y="44"/>
                      </a:lnTo>
                      <a:lnTo>
                        <a:pt x="10" y="44"/>
                      </a:lnTo>
                      <a:lnTo>
                        <a:pt x="10" y="42"/>
                      </a:lnTo>
                      <a:lnTo>
                        <a:pt x="10" y="38"/>
                      </a:lnTo>
                      <a:lnTo>
                        <a:pt x="6" y="38"/>
                      </a:lnTo>
                      <a:lnTo>
                        <a:pt x="10" y="34"/>
                      </a:lnTo>
                      <a:lnTo>
                        <a:pt x="6" y="34"/>
                      </a:lnTo>
                      <a:lnTo>
                        <a:pt x="10" y="34"/>
                      </a:lnTo>
                      <a:lnTo>
                        <a:pt x="10" y="30"/>
                      </a:lnTo>
                      <a:lnTo>
                        <a:pt x="6" y="30"/>
                      </a:lnTo>
                      <a:lnTo>
                        <a:pt x="6" y="26"/>
                      </a:lnTo>
                      <a:lnTo>
                        <a:pt x="4" y="26"/>
                      </a:lnTo>
                      <a:lnTo>
                        <a:pt x="4" y="22"/>
                      </a:lnTo>
                      <a:lnTo>
                        <a:pt x="0" y="18"/>
                      </a:lnTo>
                      <a:lnTo>
                        <a:pt x="0" y="14"/>
                      </a:lnTo>
                      <a:lnTo>
                        <a:pt x="4" y="14"/>
                      </a:lnTo>
                      <a:lnTo>
                        <a:pt x="4" y="12"/>
                      </a:lnTo>
                      <a:lnTo>
                        <a:pt x="6" y="12"/>
                      </a:lnTo>
                      <a:lnTo>
                        <a:pt x="6" y="14"/>
                      </a:lnTo>
                      <a:lnTo>
                        <a:pt x="10" y="14"/>
                      </a:lnTo>
                      <a:lnTo>
                        <a:pt x="14" y="14"/>
                      </a:lnTo>
                      <a:lnTo>
                        <a:pt x="14" y="12"/>
                      </a:lnTo>
                      <a:lnTo>
                        <a:pt x="18" y="12"/>
                      </a:lnTo>
                      <a:lnTo>
                        <a:pt x="18" y="14"/>
                      </a:lnTo>
                      <a:lnTo>
                        <a:pt x="18" y="12"/>
                      </a:lnTo>
                      <a:lnTo>
                        <a:pt x="22" y="12"/>
                      </a:lnTo>
                      <a:lnTo>
                        <a:pt x="22" y="14"/>
                      </a:lnTo>
                      <a:lnTo>
                        <a:pt x="26" y="14"/>
                      </a:lnTo>
                      <a:lnTo>
                        <a:pt x="26" y="12"/>
                      </a:lnTo>
                      <a:lnTo>
                        <a:pt x="30" y="12"/>
                      </a:lnTo>
                      <a:lnTo>
                        <a:pt x="34" y="12"/>
                      </a:lnTo>
                      <a:lnTo>
                        <a:pt x="36" y="8"/>
                      </a:lnTo>
                      <a:lnTo>
                        <a:pt x="36" y="4"/>
                      </a:lnTo>
                      <a:lnTo>
                        <a:pt x="40" y="0"/>
                      </a:lnTo>
                      <a:lnTo>
                        <a:pt x="44" y="0"/>
                      </a:lnTo>
                      <a:lnTo>
                        <a:pt x="44" y="4"/>
                      </a:lnTo>
                      <a:lnTo>
                        <a:pt x="48" y="4"/>
                      </a:lnTo>
                      <a:lnTo>
                        <a:pt x="48" y="8"/>
                      </a:lnTo>
                      <a:lnTo>
                        <a:pt x="52" y="8"/>
                      </a:lnTo>
                      <a:lnTo>
                        <a:pt x="56" y="8"/>
                      </a:lnTo>
                      <a:lnTo>
                        <a:pt x="60" y="8"/>
                      </a:lnTo>
                      <a:lnTo>
                        <a:pt x="62" y="8"/>
                      </a:lnTo>
                      <a:lnTo>
                        <a:pt x="62" y="12"/>
                      </a:lnTo>
                      <a:lnTo>
                        <a:pt x="62" y="14"/>
                      </a:lnTo>
                      <a:lnTo>
                        <a:pt x="60" y="14"/>
                      </a:lnTo>
                      <a:lnTo>
                        <a:pt x="60" y="18"/>
                      </a:lnTo>
                      <a:lnTo>
                        <a:pt x="62" y="18"/>
                      </a:lnTo>
                      <a:lnTo>
                        <a:pt x="62" y="22"/>
                      </a:lnTo>
                      <a:lnTo>
                        <a:pt x="66" y="26"/>
                      </a:lnTo>
                      <a:lnTo>
                        <a:pt x="70" y="30"/>
                      </a:lnTo>
                      <a:lnTo>
                        <a:pt x="74" y="30"/>
                      </a:lnTo>
                      <a:lnTo>
                        <a:pt x="78" y="30"/>
                      </a:lnTo>
                      <a:lnTo>
                        <a:pt x="82" y="30"/>
                      </a:lnTo>
                      <a:lnTo>
                        <a:pt x="82" y="34"/>
                      </a:lnTo>
                      <a:lnTo>
                        <a:pt x="78" y="34"/>
                      </a:lnTo>
                      <a:lnTo>
                        <a:pt x="74" y="38"/>
                      </a:lnTo>
                      <a:lnTo>
                        <a:pt x="70" y="38"/>
                      </a:lnTo>
                      <a:lnTo>
                        <a:pt x="74" y="42"/>
                      </a:lnTo>
                      <a:lnTo>
                        <a:pt x="70" y="42"/>
                      </a:lnTo>
                      <a:lnTo>
                        <a:pt x="70" y="44"/>
                      </a:lnTo>
                      <a:lnTo>
                        <a:pt x="66" y="42"/>
                      </a:lnTo>
                      <a:lnTo>
                        <a:pt x="70" y="42"/>
                      </a:lnTo>
                      <a:lnTo>
                        <a:pt x="66" y="42"/>
                      </a:lnTo>
                      <a:lnTo>
                        <a:pt x="66" y="44"/>
                      </a:lnTo>
                      <a:lnTo>
                        <a:pt x="62" y="44"/>
                      </a:lnTo>
                      <a:lnTo>
                        <a:pt x="62" y="42"/>
                      </a:lnTo>
                      <a:lnTo>
                        <a:pt x="62" y="44"/>
                      </a:lnTo>
                      <a:lnTo>
                        <a:pt x="62" y="48"/>
                      </a:lnTo>
                      <a:lnTo>
                        <a:pt x="60" y="52"/>
                      </a:lnTo>
                      <a:lnTo>
                        <a:pt x="60" y="56"/>
                      </a:lnTo>
                      <a:lnTo>
                        <a:pt x="60" y="52"/>
                      </a:lnTo>
                      <a:lnTo>
                        <a:pt x="60" y="56"/>
                      </a:lnTo>
                      <a:lnTo>
                        <a:pt x="56" y="56"/>
                      </a:lnTo>
                      <a:lnTo>
                        <a:pt x="56" y="58"/>
                      </a:lnTo>
                      <a:lnTo>
                        <a:pt x="52" y="58"/>
                      </a:lnTo>
                      <a:lnTo>
                        <a:pt x="52" y="62"/>
                      </a:lnTo>
                      <a:lnTo>
                        <a:pt x="52" y="66"/>
                      </a:lnTo>
                      <a:lnTo>
                        <a:pt x="52" y="70"/>
                      </a:lnTo>
                      <a:lnTo>
                        <a:pt x="48" y="70"/>
                      </a:lnTo>
                      <a:lnTo>
                        <a:pt x="52" y="70"/>
                      </a:lnTo>
                      <a:lnTo>
                        <a:pt x="48" y="74"/>
                      </a:lnTo>
                      <a:lnTo>
                        <a:pt x="48" y="78"/>
                      </a:lnTo>
                      <a:lnTo>
                        <a:pt x="48" y="82"/>
                      </a:lnTo>
                      <a:lnTo>
                        <a:pt x="52" y="82"/>
                      </a:lnTo>
                      <a:lnTo>
                        <a:pt x="52" y="86"/>
                      </a:lnTo>
                      <a:lnTo>
                        <a:pt x="52" y="88"/>
                      </a:lnTo>
                      <a:lnTo>
                        <a:pt x="56" y="88"/>
                      </a:lnTo>
                      <a:lnTo>
                        <a:pt x="60" y="92"/>
                      </a:lnTo>
                      <a:lnTo>
                        <a:pt x="60" y="96"/>
                      </a:lnTo>
                      <a:lnTo>
                        <a:pt x="60" y="100"/>
                      </a:lnTo>
                      <a:lnTo>
                        <a:pt x="62" y="104"/>
                      </a:lnTo>
                      <a:lnTo>
                        <a:pt x="62" y="108"/>
                      </a:lnTo>
                      <a:lnTo>
                        <a:pt x="66" y="108"/>
                      </a:lnTo>
                      <a:lnTo>
                        <a:pt x="66" y="112"/>
                      </a:lnTo>
                      <a:lnTo>
                        <a:pt x="66" y="112"/>
                      </a:lnTo>
                      <a:lnTo>
                        <a:pt x="66" y="112"/>
                      </a:lnTo>
                      <a:close/>
                      <a:moveTo>
                        <a:pt x="62" y="224"/>
                      </a:moveTo>
                      <a:lnTo>
                        <a:pt x="66" y="224"/>
                      </a:lnTo>
                      <a:lnTo>
                        <a:pt x="62" y="224"/>
                      </a:lnTo>
                      <a:lnTo>
                        <a:pt x="66" y="224"/>
                      </a:lnTo>
                      <a:lnTo>
                        <a:pt x="66" y="228"/>
                      </a:lnTo>
                      <a:lnTo>
                        <a:pt x="62" y="228"/>
                      </a:lnTo>
                      <a:lnTo>
                        <a:pt x="62" y="224"/>
                      </a:lnTo>
                      <a:lnTo>
                        <a:pt x="62" y="224"/>
                      </a:lnTo>
                      <a:lnTo>
                        <a:pt x="62" y="224"/>
                      </a:lnTo>
                      <a:close/>
                      <a:moveTo>
                        <a:pt x="74" y="38"/>
                      </a:moveTo>
                      <a:lnTo>
                        <a:pt x="74" y="42"/>
                      </a:lnTo>
                      <a:lnTo>
                        <a:pt x="70" y="42"/>
                      </a:lnTo>
                      <a:lnTo>
                        <a:pt x="74" y="38"/>
                      </a:lnTo>
                      <a:lnTo>
                        <a:pt x="74" y="38"/>
                      </a:lnTo>
                      <a:lnTo>
                        <a:pt x="74" y="38"/>
                      </a:lnTo>
                      <a:close/>
                      <a:moveTo>
                        <a:pt x="66" y="44"/>
                      </a:moveTo>
                      <a:lnTo>
                        <a:pt x="66" y="48"/>
                      </a:lnTo>
                      <a:lnTo>
                        <a:pt x="66" y="44"/>
                      </a:lnTo>
                      <a:lnTo>
                        <a:pt x="66" y="44"/>
                      </a:lnTo>
                      <a:lnTo>
                        <a:pt x="66" y="44"/>
                      </a:lnTo>
                      <a:close/>
                      <a:moveTo>
                        <a:pt x="26" y="228"/>
                      </a:moveTo>
                      <a:lnTo>
                        <a:pt x="26" y="232"/>
                      </a:lnTo>
                      <a:lnTo>
                        <a:pt x="22" y="228"/>
                      </a:lnTo>
                      <a:lnTo>
                        <a:pt x="26" y="228"/>
                      </a:lnTo>
                      <a:lnTo>
                        <a:pt x="26" y="228"/>
                      </a:lnTo>
                      <a:lnTo>
                        <a:pt x="26" y="228"/>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96" name="Freeform 63">
                  <a:extLst>
                    <a:ext uri="{FF2B5EF4-FFF2-40B4-BE49-F238E27FC236}">
                      <a16:creationId xmlns:a16="http://schemas.microsoft.com/office/drawing/2014/main" id="{CABC8C28-03C5-0DC0-0A6F-5A51793675CD}"/>
                    </a:ext>
                  </a:extLst>
                </p:cNvPr>
                <p:cNvSpPr>
                  <a:spLocks noEditPoints="1"/>
                </p:cNvSpPr>
                <p:nvPr/>
              </p:nvSpPr>
              <p:spPr bwMode="gray">
                <a:xfrm>
                  <a:off x="5655673" y="3524837"/>
                  <a:ext cx="17393" cy="38264"/>
                </a:xfrm>
                <a:custGeom>
                  <a:avLst/>
                  <a:gdLst>
                    <a:gd name="T0" fmla="*/ 10 w 10"/>
                    <a:gd name="T1" fmla="*/ 12 h 22"/>
                    <a:gd name="T2" fmla="*/ 10 w 10"/>
                    <a:gd name="T3" fmla="*/ 12 h 22"/>
                    <a:gd name="T4" fmla="*/ 10 w 10"/>
                    <a:gd name="T5" fmla="*/ 14 h 22"/>
                    <a:gd name="T6" fmla="*/ 10 w 10"/>
                    <a:gd name="T7" fmla="*/ 14 h 22"/>
                    <a:gd name="T8" fmla="*/ 10 w 10"/>
                    <a:gd name="T9" fmla="*/ 18 h 22"/>
                    <a:gd name="T10" fmla="*/ 10 w 10"/>
                    <a:gd name="T11" fmla="*/ 18 h 22"/>
                    <a:gd name="T12" fmla="*/ 10 w 10"/>
                    <a:gd name="T13" fmla="*/ 18 h 22"/>
                    <a:gd name="T14" fmla="*/ 6 w 10"/>
                    <a:gd name="T15" fmla="*/ 22 h 22"/>
                    <a:gd name="T16" fmla="*/ 6 w 10"/>
                    <a:gd name="T17" fmla="*/ 22 h 22"/>
                    <a:gd name="T18" fmla="*/ 4 w 10"/>
                    <a:gd name="T19" fmla="*/ 22 h 22"/>
                    <a:gd name="T20" fmla="*/ 0 w 10"/>
                    <a:gd name="T21" fmla="*/ 22 h 22"/>
                    <a:gd name="T22" fmla="*/ 0 w 10"/>
                    <a:gd name="T23" fmla="*/ 22 h 22"/>
                    <a:gd name="T24" fmla="*/ 4 w 10"/>
                    <a:gd name="T25" fmla="*/ 22 h 22"/>
                    <a:gd name="T26" fmla="*/ 4 w 10"/>
                    <a:gd name="T27" fmla="*/ 18 h 22"/>
                    <a:gd name="T28" fmla="*/ 4 w 10"/>
                    <a:gd name="T29" fmla="*/ 18 h 22"/>
                    <a:gd name="T30" fmla="*/ 4 w 10"/>
                    <a:gd name="T31" fmla="*/ 18 h 22"/>
                    <a:gd name="T32" fmla="*/ 4 w 10"/>
                    <a:gd name="T33" fmla="*/ 14 h 22"/>
                    <a:gd name="T34" fmla="*/ 6 w 10"/>
                    <a:gd name="T35" fmla="*/ 14 h 22"/>
                    <a:gd name="T36" fmla="*/ 4 w 10"/>
                    <a:gd name="T37" fmla="*/ 14 h 22"/>
                    <a:gd name="T38" fmla="*/ 4 w 10"/>
                    <a:gd name="T39" fmla="*/ 14 h 22"/>
                    <a:gd name="T40" fmla="*/ 4 w 10"/>
                    <a:gd name="T41" fmla="*/ 14 h 22"/>
                    <a:gd name="T42" fmla="*/ 4 w 10"/>
                    <a:gd name="T43" fmla="*/ 12 h 22"/>
                    <a:gd name="T44" fmla="*/ 4 w 10"/>
                    <a:gd name="T45" fmla="*/ 12 h 22"/>
                    <a:gd name="T46" fmla="*/ 4 w 10"/>
                    <a:gd name="T47" fmla="*/ 8 h 22"/>
                    <a:gd name="T48" fmla="*/ 4 w 10"/>
                    <a:gd name="T49" fmla="*/ 8 h 22"/>
                    <a:gd name="T50" fmla="*/ 4 w 10"/>
                    <a:gd name="T51" fmla="*/ 4 h 22"/>
                    <a:gd name="T52" fmla="*/ 4 w 10"/>
                    <a:gd name="T53" fmla="*/ 4 h 22"/>
                    <a:gd name="T54" fmla="*/ 4 w 10"/>
                    <a:gd name="T55" fmla="*/ 4 h 22"/>
                    <a:gd name="T56" fmla="*/ 6 w 10"/>
                    <a:gd name="T57" fmla="*/ 0 h 22"/>
                    <a:gd name="T58" fmla="*/ 6 w 10"/>
                    <a:gd name="T59" fmla="*/ 0 h 22"/>
                    <a:gd name="T60" fmla="*/ 6 w 10"/>
                    <a:gd name="T61" fmla="*/ 0 h 22"/>
                    <a:gd name="T62" fmla="*/ 6 w 10"/>
                    <a:gd name="T63" fmla="*/ 4 h 22"/>
                    <a:gd name="T64" fmla="*/ 10 w 10"/>
                    <a:gd name="T65" fmla="*/ 4 h 22"/>
                    <a:gd name="T66" fmla="*/ 10 w 10"/>
                    <a:gd name="T67" fmla="*/ 8 h 22"/>
                    <a:gd name="T68" fmla="*/ 10 w 10"/>
                    <a:gd name="T69" fmla="*/ 8 h 22"/>
                    <a:gd name="T70" fmla="*/ 6 w 10"/>
                    <a:gd name="T71" fmla="*/ 14 h 22"/>
                    <a:gd name="T72" fmla="*/ 6 w 10"/>
                    <a:gd name="T73" fmla="*/ 14 h 22"/>
                    <a:gd name="T74" fmla="*/ 6 w 10"/>
                    <a:gd name="T75" fmla="*/ 14 h 22"/>
                    <a:gd name="T76" fmla="*/ 6 w 10"/>
                    <a:gd name="T77" fmla="*/ 14 h 22"/>
                    <a:gd name="T78" fmla="*/ 6 w 10"/>
                    <a:gd name="T79" fmla="*/ 14 h 22"/>
                    <a:gd name="T80" fmla="*/ 6 w 10"/>
                    <a:gd name="T81" fmla="*/ 14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0" h="22">
                      <a:moveTo>
                        <a:pt x="10" y="8"/>
                      </a:moveTo>
                      <a:lnTo>
                        <a:pt x="10" y="12"/>
                      </a:lnTo>
                      <a:lnTo>
                        <a:pt x="10" y="12"/>
                      </a:lnTo>
                      <a:lnTo>
                        <a:pt x="10" y="12"/>
                      </a:lnTo>
                      <a:lnTo>
                        <a:pt x="10" y="14"/>
                      </a:lnTo>
                      <a:lnTo>
                        <a:pt x="10" y="14"/>
                      </a:lnTo>
                      <a:lnTo>
                        <a:pt x="10" y="14"/>
                      </a:lnTo>
                      <a:lnTo>
                        <a:pt x="10" y="14"/>
                      </a:lnTo>
                      <a:lnTo>
                        <a:pt x="10" y="18"/>
                      </a:lnTo>
                      <a:lnTo>
                        <a:pt x="10" y="18"/>
                      </a:lnTo>
                      <a:lnTo>
                        <a:pt x="10" y="18"/>
                      </a:lnTo>
                      <a:lnTo>
                        <a:pt x="10" y="18"/>
                      </a:lnTo>
                      <a:lnTo>
                        <a:pt x="10" y="18"/>
                      </a:lnTo>
                      <a:lnTo>
                        <a:pt x="10" y="18"/>
                      </a:lnTo>
                      <a:lnTo>
                        <a:pt x="6" y="18"/>
                      </a:lnTo>
                      <a:lnTo>
                        <a:pt x="6" y="22"/>
                      </a:lnTo>
                      <a:lnTo>
                        <a:pt x="6" y="22"/>
                      </a:lnTo>
                      <a:lnTo>
                        <a:pt x="6" y="22"/>
                      </a:lnTo>
                      <a:lnTo>
                        <a:pt x="6" y="22"/>
                      </a:lnTo>
                      <a:lnTo>
                        <a:pt x="4" y="22"/>
                      </a:lnTo>
                      <a:lnTo>
                        <a:pt x="4" y="22"/>
                      </a:lnTo>
                      <a:lnTo>
                        <a:pt x="0" y="22"/>
                      </a:lnTo>
                      <a:lnTo>
                        <a:pt x="0" y="22"/>
                      </a:lnTo>
                      <a:lnTo>
                        <a:pt x="0" y="22"/>
                      </a:lnTo>
                      <a:lnTo>
                        <a:pt x="0" y="22"/>
                      </a:lnTo>
                      <a:lnTo>
                        <a:pt x="4" y="22"/>
                      </a:lnTo>
                      <a:lnTo>
                        <a:pt x="4" y="18"/>
                      </a:lnTo>
                      <a:lnTo>
                        <a:pt x="4" y="18"/>
                      </a:lnTo>
                      <a:lnTo>
                        <a:pt x="4" y="18"/>
                      </a:lnTo>
                      <a:lnTo>
                        <a:pt x="4" y="18"/>
                      </a:lnTo>
                      <a:lnTo>
                        <a:pt x="4" y="18"/>
                      </a:lnTo>
                      <a:lnTo>
                        <a:pt x="4" y="18"/>
                      </a:lnTo>
                      <a:lnTo>
                        <a:pt x="4" y="14"/>
                      </a:lnTo>
                      <a:lnTo>
                        <a:pt x="4" y="14"/>
                      </a:lnTo>
                      <a:lnTo>
                        <a:pt x="6" y="14"/>
                      </a:lnTo>
                      <a:lnTo>
                        <a:pt x="6" y="14"/>
                      </a:lnTo>
                      <a:lnTo>
                        <a:pt x="4" y="14"/>
                      </a:lnTo>
                      <a:lnTo>
                        <a:pt x="4" y="14"/>
                      </a:lnTo>
                      <a:lnTo>
                        <a:pt x="4" y="14"/>
                      </a:lnTo>
                      <a:lnTo>
                        <a:pt x="4" y="14"/>
                      </a:lnTo>
                      <a:lnTo>
                        <a:pt x="4" y="14"/>
                      </a:lnTo>
                      <a:lnTo>
                        <a:pt x="4" y="14"/>
                      </a:lnTo>
                      <a:lnTo>
                        <a:pt x="4" y="14"/>
                      </a:lnTo>
                      <a:lnTo>
                        <a:pt x="4" y="12"/>
                      </a:lnTo>
                      <a:lnTo>
                        <a:pt x="4" y="12"/>
                      </a:lnTo>
                      <a:lnTo>
                        <a:pt x="4" y="12"/>
                      </a:lnTo>
                      <a:lnTo>
                        <a:pt x="4" y="12"/>
                      </a:lnTo>
                      <a:lnTo>
                        <a:pt x="4" y="8"/>
                      </a:lnTo>
                      <a:lnTo>
                        <a:pt x="4" y="8"/>
                      </a:lnTo>
                      <a:lnTo>
                        <a:pt x="4" y="8"/>
                      </a:lnTo>
                      <a:lnTo>
                        <a:pt x="4" y="4"/>
                      </a:lnTo>
                      <a:lnTo>
                        <a:pt x="4" y="4"/>
                      </a:lnTo>
                      <a:lnTo>
                        <a:pt x="4" y="4"/>
                      </a:lnTo>
                      <a:lnTo>
                        <a:pt x="4" y="4"/>
                      </a:lnTo>
                      <a:lnTo>
                        <a:pt x="4" y="4"/>
                      </a:lnTo>
                      <a:lnTo>
                        <a:pt x="4" y="4"/>
                      </a:lnTo>
                      <a:lnTo>
                        <a:pt x="6" y="0"/>
                      </a:lnTo>
                      <a:lnTo>
                        <a:pt x="6" y="0"/>
                      </a:lnTo>
                      <a:lnTo>
                        <a:pt x="6" y="0"/>
                      </a:lnTo>
                      <a:lnTo>
                        <a:pt x="6" y="0"/>
                      </a:lnTo>
                      <a:lnTo>
                        <a:pt x="6" y="0"/>
                      </a:lnTo>
                      <a:lnTo>
                        <a:pt x="6" y="0"/>
                      </a:lnTo>
                      <a:lnTo>
                        <a:pt x="6" y="0"/>
                      </a:lnTo>
                      <a:lnTo>
                        <a:pt x="6" y="4"/>
                      </a:lnTo>
                      <a:lnTo>
                        <a:pt x="10" y="4"/>
                      </a:lnTo>
                      <a:lnTo>
                        <a:pt x="10" y="4"/>
                      </a:lnTo>
                      <a:lnTo>
                        <a:pt x="10" y="4"/>
                      </a:lnTo>
                      <a:lnTo>
                        <a:pt x="10" y="8"/>
                      </a:lnTo>
                      <a:lnTo>
                        <a:pt x="10" y="8"/>
                      </a:lnTo>
                      <a:lnTo>
                        <a:pt x="10" y="8"/>
                      </a:lnTo>
                      <a:lnTo>
                        <a:pt x="10" y="8"/>
                      </a:lnTo>
                      <a:close/>
                      <a:moveTo>
                        <a:pt x="6" y="14"/>
                      </a:moveTo>
                      <a:lnTo>
                        <a:pt x="6" y="14"/>
                      </a:lnTo>
                      <a:lnTo>
                        <a:pt x="6" y="14"/>
                      </a:lnTo>
                      <a:lnTo>
                        <a:pt x="6" y="14"/>
                      </a:lnTo>
                      <a:lnTo>
                        <a:pt x="6" y="14"/>
                      </a:lnTo>
                      <a:lnTo>
                        <a:pt x="6" y="14"/>
                      </a:lnTo>
                      <a:lnTo>
                        <a:pt x="6" y="14"/>
                      </a:lnTo>
                      <a:lnTo>
                        <a:pt x="6" y="14"/>
                      </a:lnTo>
                      <a:lnTo>
                        <a:pt x="6" y="14"/>
                      </a:lnTo>
                      <a:lnTo>
                        <a:pt x="6" y="14"/>
                      </a:lnTo>
                      <a:lnTo>
                        <a:pt x="6" y="14"/>
                      </a:lnTo>
                      <a:lnTo>
                        <a:pt x="6" y="14"/>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97" name="Freeform 64">
                  <a:extLst>
                    <a:ext uri="{FF2B5EF4-FFF2-40B4-BE49-F238E27FC236}">
                      <a16:creationId xmlns:a16="http://schemas.microsoft.com/office/drawing/2014/main" id="{55205240-2A53-C630-D5E7-560B78F5B6D2}"/>
                    </a:ext>
                  </a:extLst>
                </p:cNvPr>
                <p:cNvSpPr>
                  <a:spLocks noEditPoints="1"/>
                </p:cNvSpPr>
                <p:nvPr/>
              </p:nvSpPr>
              <p:spPr bwMode="gray">
                <a:xfrm>
                  <a:off x="5843514" y="3952697"/>
                  <a:ext cx="295676" cy="205233"/>
                </a:xfrm>
                <a:custGeom>
                  <a:avLst/>
                  <a:gdLst>
                    <a:gd name="T0" fmla="*/ 64 w 170"/>
                    <a:gd name="T1" fmla="*/ 92 h 118"/>
                    <a:gd name="T2" fmla="*/ 56 w 170"/>
                    <a:gd name="T3" fmla="*/ 96 h 118"/>
                    <a:gd name="T4" fmla="*/ 44 w 170"/>
                    <a:gd name="T5" fmla="*/ 96 h 118"/>
                    <a:gd name="T6" fmla="*/ 40 w 170"/>
                    <a:gd name="T7" fmla="*/ 100 h 118"/>
                    <a:gd name="T8" fmla="*/ 40 w 170"/>
                    <a:gd name="T9" fmla="*/ 104 h 118"/>
                    <a:gd name="T10" fmla="*/ 38 w 170"/>
                    <a:gd name="T11" fmla="*/ 108 h 118"/>
                    <a:gd name="T12" fmla="*/ 34 w 170"/>
                    <a:gd name="T13" fmla="*/ 108 h 118"/>
                    <a:gd name="T14" fmla="*/ 30 w 170"/>
                    <a:gd name="T15" fmla="*/ 108 h 118"/>
                    <a:gd name="T16" fmla="*/ 26 w 170"/>
                    <a:gd name="T17" fmla="*/ 108 h 118"/>
                    <a:gd name="T18" fmla="*/ 18 w 170"/>
                    <a:gd name="T19" fmla="*/ 108 h 118"/>
                    <a:gd name="T20" fmla="*/ 14 w 170"/>
                    <a:gd name="T21" fmla="*/ 108 h 118"/>
                    <a:gd name="T22" fmla="*/ 14 w 170"/>
                    <a:gd name="T23" fmla="*/ 100 h 118"/>
                    <a:gd name="T24" fmla="*/ 10 w 170"/>
                    <a:gd name="T25" fmla="*/ 92 h 118"/>
                    <a:gd name="T26" fmla="*/ 10 w 170"/>
                    <a:gd name="T27" fmla="*/ 90 h 118"/>
                    <a:gd name="T28" fmla="*/ 10 w 170"/>
                    <a:gd name="T29" fmla="*/ 82 h 118"/>
                    <a:gd name="T30" fmla="*/ 8 w 170"/>
                    <a:gd name="T31" fmla="*/ 70 h 118"/>
                    <a:gd name="T32" fmla="*/ 8 w 170"/>
                    <a:gd name="T33" fmla="*/ 66 h 118"/>
                    <a:gd name="T34" fmla="*/ 4 w 170"/>
                    <a:gd name="T35" fmla="*/ 62 h 118"/>
                    <a:gd name="T36" fmla="*/ 4 w 170"/>
                    <a:gd name="T37" fmla="*/ 60 h 118"/>
                    <a:gd name="T38" fmla="*/ 4 w 170"/>
                    <a:gd name="T39" fmla="*/ 56 h 118"/>
                    <a:gd name="T40" fmla="*/ 8 w 170"/>
                    <a:gd name="T41" fmla="*/ 48 h 118"/>
                    <a:gd name="T42" fmla="*/ 8 w 170"/>
                    <a:gd name="T43" fmla="*/ 44 h 118"/>
                    <a:gd name="T44" fmla="*/ 10 w 170"/>
                    <a:gd name="T45" fmla="*/ 40 h 118"/>
                    <a:gd name="T46" fmla="*/ 10 w 170"/>
                    <a:gd name="T47" fmla="*/ 26 h 118"/>
                    <a:gd name="T48" fmla="*/ 14 w 170"/>
                    <a:gd name="T49" fmla="*/ 26 h 118"/>
                    <a:gd name="T50" fmla="*/ 18 w 170"/>
                    <a:gd name="T51" fmla="*/ 26 h 118"/>
                    <a:gd name="T52" fmla="*/ 30 w 170"/>
                    <a:gd name="T53" fmla="*/ 26 h 118"/>
                    <a:gd name="T54" fmla="*/ 60 w 170"/>
                    <a:gd name="T55" fmla="*/ 30 h 118"/>
                    <a:gd name="T56" fmla="*/ 78 w 170"/>
                    <a:gd name="T57" fmla="*/ 22 h 118"/>
                    <a:gd name="T58" fmla="*/ 144 w 170"/>
                    <a:gd name="T59" fmla="*/ 26 h 118"/>
                    <a:gd name="T60" fmla="*/ 148 w 170"/>
                    <a:gd name="T61" fmla="*/ 40 h 118"/>
                    <a:gd name="T62" fmla="*/ 140 w 170"/>
                    <a:gd name="T63" fmla="*/ 44 h 118"/>
                    <a:gd name="T64" fmla="*/ 136 w 170"/>
                    <a:gd name="T65" fmla="*/ 48 h 118"/>
                    <a:gd name="T66" fmla="*/ 134 w 170"/>
                    <a:gd name="T67" fmla="*/ 60 h 118"/>
                    <a:gd name="T68" fmla="*/ 126 w 170"/>
                    <a:gd name="T69" fmla="*/ 62 h 118"/>
                    <a:gd name="T70" fmla="*/ 120 w 170"/>
                    <a:gd name="T71" fmla="*/ 66 h 118"/>
                    <a:gd name="T72" fmla="*/ 112 w 170"/>
                    <a:gd name="T73" fmla="*/ 66 h 118"/>
                    <a:gd name="T74" fmla="*/ 104 w 170"/>
                    <a:gd name="T75" fmla="*/ 70 h 118"/>
                    <a:gd name="T76" fmla="*/ 94 w 170"/>
                    <a:gd name="T77" fmla="*/ 78 h 118"/>
                    <a:gd name="T78" fmla="*/ 90 w 170"/>
                    <a:gd name="T79" fmla="*/ 86 h 118"/>
                    <a:gd name="T80" fmla="*/ 82 w 170"/>
                    <a:gd name="T81" fmla="*/ 86 h 118"/>
                    <a:gd name="T82" fmla="*/ 78 w 170"/>
                    <a:gd name="T83" fmla="*/ 86 h 118"/>
                    <a:gd name="T84" fmla="*/ 78 w 170"/>
                    <a:gd name="T85" fmla="*/ 86 h 118"/>
                    <a:gd name="T86" fmla="*/ 74 w 170"/>
                    <a:gd name="T87" fmla="*/ 90 h 118"/>
                    <a:gd name="T88" fmla="*/ 66 w 170"/>
                    <a:gd name="T89" fmla="*/ 92 h 118"/>
                    <a:gd name="T90" fmla="*/ 136 w 170"/>
                    <a:gd name="T91" fmla="*/ 118 h 118"/>
                    <a:gd name="T92" fmla="*/ 136 w 170"/>
                    <a:gd name="T93" fmla="*/ 116 h 118"/>
                    <a:gd name="T94" fmla="*/ 136 w 170"/>
                    <a:gd name="T95" fmla="*/ 116 h 118"/>
                    <a:gd name="T96" fmla="*/ 140 w 170"/>
                    <a:gd name="T97" fmla="*/ 118 h 118"/>
                    <a:gd name="T98" fmla="*/ 4 w 170"/>
                    <a:gd name="T99" fmla="*/ 62 h 118"/>
                    <a:gd name="T100" fmla="*/ 4 w 170"/>
                    <a:gd name="T101" fmla="*/ 60 h 118"/>
                    <a:gd name="T102" fmla="*/ 4 w 170"/>
                    <a:gd name="T103" fmla="*/ 62 h 118"/>
                    <a:gd name="T104" fmla="*/ 4 w 170"/>
                    <a:gd name="T105" fmla="*/ 86 h 118"/>
                    <a:gd name="T106" fmla="*/ 4 w 170"/>
                    <a:gd name="T107" fmla="*/ 86 h 118"/>
                    <a:gd name="T108" fmla="*/ 170 w 170"/>
                    <a:gd name="T109" fmla="*/ 112 h 118"/>
                    <a:gd name="T110" fmla="*/ 164 w 170"/>
                    <a:gd name="T111" fmla="*/ 116 h 118"/>
                    <a:gd name="T112" fmla="*/ 156 w 170"/>
                    <a:gd name="T113" fmla="*/ 116 h 118"/>
                    <a:gd name="T114" fmla="*/ 156 w 170"/>
                    <a:gd name="T115" fmla="*/ 108 h 118"/>
                    <a:gd name="T116" fmla="*/ 160 w 170"/>
                    <a:gd name="T117" fmla="*/ 112 h 118"/>
                    <a:gd name="T118" fmla="*/ 166 w 170"/>
                    <a:gd name="T119" fmla="*/ 108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70" h="118">
                      <a:moveTo>
                        <a:pt x="66" y="92"/>
                      </a:moveTo>
                      <a:lnTo>
                        <a:pt x="66" y="92"/>
                      </a:lnTo>
                      <a:lnTo>
                        <a:pt x="64" y="92"/>
                      </a:lnTo>
                      <a:lnTo>
                        <a:pt x="64" y="92"/>
                      </a:lnTo>
                      <a:lnTo>
                        <a:pt x="64" y="92"/>
                      </a:lnTo>
                      <a:lnTo>
                        <a:pt x="64" y="92"/>
                      </a:lnTo>
                      <a:lnTo>
                        <a:pt x="64" y="92"/>
                      </a:lnTo>
                      <a:lnTo>
                        <a:pt x="60" y="96"/>
                      </a:lnTo>
                      <a:lnTo>
                        <a:pt x="60" y="96"/>
                      </a:lnTo>
                      <a:lnTo>
                        <a:pt x="56" y="96"/>
                      </a:lnTo>
                      <a:lnTo>
                        <a:pt x="56" y="96"/>
                      </a:lnTo>
                      <a:lnTo>
                        <a:pt x="56" y="96"/>
                      </a:lnTo>
                      <a:lnTo>
                        <a:pt x="52" y="96"/>
                      </a:lnTo>
                      <a:lnTo>
                        <a:pt x="52" y="96"/>
                      </a:lnTo>
                      <a:lnTo>
                        <a:pt x="48" y="96"/>
                      </a:lnTo>
                      <a:lnTo>
                        <a:pt x="48" y="96"/>
                      </a:lnTo>
                      <a:lnTo>
                        <a:pt x="44" y="96"/>
                      </a:lnTo>
                      <a:lnTo>
                        <a:pt x="44" y="96"/>
                      </a:lnTo>
                      <a:lnTo>
                        <a:pt x="44" y="96"/>
                      </a:lnTo>
                      <a:lnTo>
                        <a:pt x="44" y="100"/>
                      </a:lnTo>
                      <a:lnTo>
                        <a:pt x="44" y="100"/>
                      </a:lnTo>
                      <a:lnTo>
                        <a:pt x="44" y="100"/>
                      </a:lnTo>
                      <a:lnTo>
                        <a:pt x="44" y="100"/>
                      </a:lnTo>
                      <a:lnTo>
                        <a:pt x="40" y="100"/>
                      </a:lnTo>
                      <a:lnTo>
                        <a:pt x="40" y="100"/>
                      </a:lnTo>
                      <a:lnTo>
                        <a:pt x="40" y="100"/>
                      </a:lnTo>
                      <a:lnTo>
                        <a:pt x="40" y="104"/>
                      </a:lnTo>
                      <a:lnTo>
                        <a:pt x="40" y="104"/>
                      </a:lnTo>
                      <a:lnTo>
                        <a:pt x="40" y="104"/>
                      </a:lnTo>
                      <a:lnTo>
                        <a:pt x="40" y="104"/>
                      </a:lnTo>
                      <a:lnTo>
                        <a:pt x="38" y="104"/>
                      </a:lnTo>
                      <a:lnTo>
                        <a:pt x="38" y="104"/>
                      </a:lnTo>
                      <a:lnTo>
                        <a:pt x="38" y="104"/>
                      </a:lnTo>
                      <a:lnTo>
                        <a:pt x="38" y="104"/>
                      </a:lnTo>
                      <a:lnTo>
                        <a:pt x="38" y="104"/>
                      </a:lnTo>
                      <a:lnTo>
                        <a:pt x="38" y="108"/>
                      </a:lnTo>
                      <a:lnTo>
                        <a:pt x="38" y="104"/>
                      </a:lnTo>
                      <a:lnTo>
                        <a:pt x="38" y="104"/>
                      </a:lnTo>
                      <a:lnTo>
                        <a:pt x="34" y="108"/>
                      </a:lnTo>
                      <a:lnTo>
                        <a:pt x="34" y="108"/>
                      </a:lnTo>
                      <a:lnTo>
                        <a:pt x="34" y="108"/>
                      </a:lnTo>
                      <a:lnTo>
                        <a:pt x="34" y="108"/>
                      </a:lnTo>
                      <a:lnTo>
                        <a:pt x="34" y="108"/>
                      </a:lnTo>
                      <a:lnTo>
                        <a:pt x="34" y="108"/>
                      </a:lnTo>
                      <a:lnTo>
                        <a:pt x="34" y="108"/>
                      </a:lnTo>
                      <a:lnTo>
                        <a:pt x="34" y="108"/>
                      </a:lnTo>
                      <a:lnTo>
                        <a:pt x="30" y="108"/>
                      </a:lnTo>
                      <a:lnTo>
                        <a:pt x="30" y="108"/>
                      </a:lnTo>
                      <a:lnTo>
                        <a:pt x="30" y="108"/>
                      </a:lnTo>
                      <a:lnTo>
                        <a:pt x="30" y="108"/>
                      </a:lnTo>
                      <a:lnTo>
                        <a:pt x="30" y="108"/>
                      </a:lnTo>
                      <a:lnTo>
                        <a:pt x="30" y="108"/>
                      </a:lnTo>
                      <a:lnTo>
                        <a:pt x="30" y="108"/>
                      </a:lnTo>
                      <a:lnTo>
                        <a:pt x="26" y="108"/>
                      </a:lnTo>
                      <a:lnTo>
                        <a:pt x="26" y="108"/>
                      </a:lnTo>
                      <a:lnTo>
                        <a:pt x="22" y="112"/>
                      </a:lnTo>
                      <a:lnTo>
                        <a:pt x="22" y="108"/>
                      </a:lnTo>
                      <a:lnTo>
                        <a:pt x="22" y="108"/>
                      </a:lnTo>
                      <a:lnTo>
                        <a:pt x="18" y="108"/>
                      </a:lnTo>
                      <a:lnTo>
                        <a:pt x="18" y="108"/>
                      </a:lnTo>
                      <a:lnTo>
                        <a:pt x="14" y="108"/>
                      </a:lnTo>
                      <a:lnTo>
                        <a:pt x="14" y="108"/>
                      </a:lnTo>
                      <a:lnTo>
                        <a:pt x="14" y="108"/>
                      </a:lnTo>
                      <a:lnTo>
                        <a:pt x="14" y="108"/>
                      </a:lnTo>
                      <a:lnTo>
                        <a:pt x="14" y="108"/>
                      </a:lnTo>
                      <a:lnTo>
                        <a:pt x="14" y="108"/>
                      </a:lnTo>
                      <a:lnTo>
                        <a:pt x="14" y="108"/>
                      </a:lnTo>
                      <a:lnTo>
                        <a:pt x="14" y="108"/>
                      </a:lnTo>
                      <a:lnTo>
                        <a:pt x="14" y="108"/>
                      </a:lnTo>
                      <a:lnTo>
                        <a:pt x="14" y="108"/>
                      </a:lnTo>
                      <a:lnTo>
                        <a:pt x="14" y="104"/>
                      </a:lnTo>
                      <a:lnTo>
                        <a:pt x="14" y="100"/>
                      </a:lnTo>
                      <a:lnTo>
                        <a:pt x="10" y="100"/>
                      </a:lnTo>
                      <a:lnTo>
                        <a:pt x="10" y="100"/>
                      </a:lnTo>
                      <a:lnTo>
                        <a:pt x="10" y="96"/>
                      </a:lnTo>
                      <a:lnTo>
                        <a:pt x="10" y="96"/>
                      </a:lnTo>
                      <a:lnTo>
                        <a:pt x="10" y="96"/>
                      </a:lnTo>
                      <a:lnTo>
                        <a:pt x="10" y="92"/>
                      </a:lnTo>
                      <a:lnTo>
                        <a:pt x="10" y="92"/>
                      </a:lnTo>
                      <a:lnTo>
                        <a:pt x="10" y="92"/>
                      </a:lnTo>
                      <a:lnTo>
                        <a:pt x="10" y="92"/>
                      </a:lnTo>
                      <a:lnTo>
                        <a:pt x="10" y="90"/>
                      </a:lnTo>
                      <a:lnTo>
                        <a:pt x="10" y="90"/>
                      </a:lnTo>
                      <a:lnTo>
                        <a:pt x="10" y="90"/>
                      </a:lnTo>
                      <a:lnTo>
                        <a:pt x="10" y="86"/>
                      </a:lnTo>
                      <a:lnTo>
                        <a:pt x="10" y="86"/>
                      </a:lnTo>
                      <a:lnTo>
                        <a:pt x="10" y="86"/>
                      </a:lnTo>
                      <a:lnTo>
                        <a:pt x="10" y="86"/>
                      </a:lnTo>
                      <a:lnTo>
                        <a:pt x="10" y="82"/>
                      </a:lnTo>
                      <a:lnTo>
                        <a:pt x="10" y="82"/>
                      </a:lnTo>
                      <a:lnTo>
                        <a:pt x="8" y="82"/>
                      </a:lnTo>
                      <a:lnTo>
                        <a:pt x="8" y="78"/>
                      </a:lnTo>
                      <a:lnTo>
                        <a:pt x="8" y="74"/>
                      </a:lnTo>
                      <a:lnTo>
                        <a:pt x="8" y="74"/>
                      </a:lnTo>
                      <a:lnTo>
                        <a:pt x="8" y="74"/>
                      </a:lnTo>
                      <a:lnTo>
                        <a:pt x="8" y="70"/>
                      </a:lnTo>
                      <a:lnTo>
                        <a:pt x="8" y="70"/>
                      </a:lnTo>
                      <a:lnTo>
                        <a:pt x="8" y="70"/>
                      </a:lnTo>
                      <a:lnTo>
                        <a:pt x="8" y="70"/>
                      </a:lnTo>
                      <a:lnTo>
                        <a:pt x="8" y="70"/>
                      </a:lnTo>
                      <a:lnTo>
                        <a:pt x="8" y="66"/>
                      </a:lnTo>
                      <a:lnTo>
                        <a:pt x="8" y="66"/>
                      </a:lnTo>
                      <a:lnTo>
                        <a:pt x="4" y="66"/>
                      </a:lnTo>
                      <a:lnTo>
                        <a:pt x="4" y="62"/>
                      </a:lnTo>
                      <a:lnTo>
                        <a:pt x="4" y="62"/>
                      </a:lnTo>
                      <a:lnTo>
                        <a:pt x="4" y="62"/>
                      </a:lnTo>
                      <a:lnTo>
                        <a:pt x="4" y="62"/>
                      </a:lnTo>
                      <a:lnTo>
                        <a:pt x="4" y="62"/>
                      </a:lnTo>
                      <a:lnTo>
                        <a:pt x="4" y="62"/>
                      </a:lnTo>
                      <a:lnTo>
                        <a:pt x="4" y="62"/>
                      </a:lnTo>
                      <a:lnTo>
                        <a:pt x="4" y="62"/>
                      </a:lnTo>
                      <a:lnTo>
                        <a:pt x="4" y="62"/>
                      </a:lnTo>
                      <a:lnTo>
                        <a:pt x="4" y="62"/>
                      </a:lnTo>
                      <a:lnTo>
                        <a:pt x="4" y="60"/>
                      </a:lnTo>
                      <a:lnTo>
                        <a:pt x="4" y="60"/>
                      </a:lnTo>
                      <a:lnTo>
                        <a:pt x="4" y="60"/>
                      </a:lnTo>
                      <a:lnTo>
                        <a:pt x="4" y="56"/>
                      </a:lnTo>
                      <a:lnTo>
                        <a:pt x="4" y="56"/>
                      </a:lnTo>
                      <a:lnTo>
                        <a:pt x="4" y="56"/>
                      </a:lnTo>
                      <a:lnTo>
                        <a:pt x="4" y="56"/>
                      </a:lnTo>
                      <a:lnTo>
                        <a:pt x="4" y="56"/>
                      </a:lnTo>
                      <a:lnTo>
                        <a:pt x="4" y="56"/>
                      </a:lnTo>
                      <a:lnTo>
                        <a:pt x="4" y="52"/>
                      </a:lnTo>
                      <a:lnTo>
                        <a:pt x="8" y="52"/>
                      </a:lnTo>
                      <a:lnTo>
                        <a:pt x="8" y="52"/>
                      </a:lnTo>
                      <a:lnTo>
                        <a:pt x="8" y="48"/>
                      </a:lnTo>
                      <a:lnTo>
                        <a:pt x="8" y="48"/>
                      </a:lnTo>
                      <a:lnTo>
                        <a:pt x="4" y="44"/>
                      </a:lnTo>
                      <a:lnTo>
                        <a:pt x="4" y="44"/>
                      </a:lnTo>
                      <a:lnTo>
                        <a:pt x="4" y="44"/>
                      </a:lnTo>
                      <a:lnTo>
                        <a:pt x="8" y="44"/>
                      </a:lnTo>
                      <a:lnTo>
                        <a:pt x="8" y="44"/>
                      </a:lnTo>
                      <a:lnTo>
                        <a:pt x="8" y="40"/>
                      </a:lnTo>
                      <a:lnTo>
                        <a:pt x="8" y="40"/>
                      </a:lnTo>
                      <a:lnTo>
                        <a:pt x="8" y="40"/>
                      </a:lnTo>
                      <a:lnTo>
                        <a:pt x="10" y="40"/>
                      </a:lnTo>
                      <a:lnTo>
                        <a:pt x="10" y="40"/>
                      </a:lnTo>
                      <a:lnTo>
                        <a:pt x="10" y="40"/>
                      </a:lnTo>
                      <a:lnTo>
                        <a:pt x="10" y="36"/>
                      </a:lnTo>
                      <a:lnTo>
                        <a:pt x="10" y="36"/>
                      </a:lnTo>
                      <a:lnTo>
                        <a:pt x="10" y="34"/>
                      </a:lnTo>
                      <a:lnTo>
                        <a:pt x="10" y="30"/>
                      </a:lnTo>
                      <a:lnTo>
                        <a:pt x="10" y="26"/>
                      </a:lnTo>
                      <a:lnTo>
                        <a:pt x="10" y="26"/>
                      </a:lnTo>
                      <a:lnTo>
                        <a:pt x="10" y="26"/>
                      </a:lnTo>
                      <a:lnTo>
                        <a:pt x="10" y="26"/>
                      </a:lnTo>
                      <a:lnTo>
                        <a:pt x="14" y="26"/>
                      </a:lnTo>
                      <a:lnTo>
                        <a:pt x="14" y="26"/>
                      </a:lnTo>
                      <a:lnTo>
                        <a:pt x="14" y="26"/>
                      </a:lnTo>
                      <a:lnTo>
                        <a:pt x="14" y="26"/>
                      </a:lnTo>
                      <a:lnTo>
                        <a:pt x="18" y="26"/>
                      </a:lnTo>
                      <a:lnTo>
                        <a:pt x="18" y="26"/>
                      </a:lnTo>
                      <a:lnTo>
                        <a:pt x="18" y="26"/>
                      </a:lnTo>
                      <a:lnTo>
                        <a:pt x="18" y="26"/>
                      </a:lnTo>
                      <a:lnTo>
                        <a:pt x="18" y="26"/>
                      </a:lnTo>
                      <a:lnTo>
                        <a:pt x="18" y="26"/>
                      </a:lnTo>
                      <a:lnTo>
                        <a:pt x="22" y="30"/>
                      </a:lnTo>
                      <a:lnTo>
                        <a:pt x="22" y="26"/>
                      </a:lnTo>
                      <a:lnTo>
                        <a:pt x="26" y="26"/>
                      </a:lnTo>
                      <a:lnTo>
                        <a:pt x="26" y="26"/>
                      </a:lnTo>
                      <a:lnTo>
                        <a:pt x="30" y="26"/>
                      </a:lnTo>
                      <a:lnTo>
                        <a:pt x="30" y="26"/>
                      </a:lnTo>
                      <a:lnTo>
                        <a:pt x="30" y="26"/>
                      </a:lnTo>
                      <a:lnTo>
                        <a:pt x="40" y="26"/>
                      </a:lnTo>
                      <a:lnTo>
                        <a:pt x="40" y="26"/>
                      </a:lnTo>
                      <a:lnTo>
                        <a:pt x="52" y="30"/>
                      </a:lnTo>
                      <a:lnTo>
                        <a:pt x="56" y="30"/>
                      </a:lnTo>
                      <a:lnTo>
                        <a:pt x="60" y="30"/>
                      </a:lnTo>
                      <a:lnTo>
                        <a:pt x="64" y="34"/>
                      </a:lnTo>
                      <a:lnTo>
                        <a:pt x="66" y="34"/>
                      </a:lnTo>
                      <a:lnTo>
                        <a:pt x="70" y="34"/>
                      </a:lnTo>
                      <a:lnTo>
                        <a:pt x="70" y="34"/>
                      </a:lnTo>
                      <a:lnTo>
                        <a:pt x="74" y="26"/>
                      </a:lnTo>
                      <a:lnTo>
                        <a:pt x="78" y="22"/>
                      </a:lnTo>
                      <a:lnTo>
                        <a:pt x="82" y="14"/>
                      </a:lnTo>
                      <a:lnTo>
                        <a:pt x="94" y="4"/>
                      </a:lnTo>
                      <a:lnTo>
                        <a:pt x="120" y="4"/>
                      </a:lnTo>
                      <a:lnTo>
                        <a:pt x="122" y="0"/>
                      </a:lnTo>
                      <a:lnTo>
                        <a:pt x="134" y="0"/>
                      </a:lnTo>
                      <a:lnTo>
                        <a:pt x="144" y="26"/>
                      </a:lnTo>
                      <a:lnTo>
                        <a:pt x="144" y="30"/>
                      </a:lnTo>
                      <a:lnTo>
                        <a:pt x="152" y="40"/>
                      </a:lnTo>
                      <a:lnTo>
                        <a:pt x="148" y="40"/>
                      </a:lnTo>
                      <a:lnTo>
                        <a:pt x="148" y="40"/>
                      </a:lnTo>
                      <a:lnTo>
                        <a:pt x="148" y="40"/>
                      </a:lnTo>
                      <a:lnTo>
                        <a:pt x="148" y="40"/>
                      </a:lnTo>
                      <a:lnTo>
                        <a:pt x="148" y="40"/>
                      </a:lnTo>
                      <a:lnTo>
                        <a:pt x="144" y="40"/>
                      </a:lnTo>
                      <a:lnTo>
                        <a:pt x="144" y="40"/>
                      </a:lnTo>
                      <a:lnTo>
                        <a:pt x="144" y="40"/>
                      </a:lnTo>
                      <a:lnTo>
                        <a:pt x="144" y="40"/>
                      </a:lnTo>
                      <a:lnTo>
                        <a:pt x="140" y="44"/>
                      </a:lnTo>
                      <a:lnTo>
                        <a:pt x="140" y="44"/>
                      </a:lnTo>
                      <a:lnTo>
                        <a:pt x="140" y="44"/>
                      </a:lnTo>
                      <a:lnTo>
                        <a:pt x="140" y="44"/>
                      </a:lnTo>
                      <a:lnTo>
                        <a:pt x="140" y="44"/>
                      </a:lnTo>
                      <a:lnTo>
                        <a:pt x="136" y="44"/>
                      </a:lnTo>
                      <a:lnTo>
                        <a:pt x="136" y="48"/>
                      </a:lnTo>
                      <a:lnTo>
                        <a:pt x="136" y="52"/>
                      </a:lnTo>
                      <a:lnTo>
                        <a:pt x="136" y="52"/>
                      </a:lnTo>
                      <a:lnTo>
                        <a:pt x="136" y="56"/>
                      </a:lnTo>
                      <a:lnTo>
                        <a:pt x="136" y="56"/>
                      </a:lnTo>
                      <a:lnTo>
                        <a:pt x="136" y="60"/>
                      </a:lnTo>
                      <a:lnTo>
                        <a:pt x="134" y="60"/>
                      </a:lnTo>
                      <a:lnTo>
                        <a:pt x="134" y="60"/>
                      </a:lnTo>
                      <a:lnTo>
                        <a:pt x="130" y="60"/>
                      </a:lnTo>
                      <a:lnTo>
                        <a:pt x="130" y="62"/>
                      </a:lnTo>
                      <a:lnTo>
                        <a:pt x="130" y="62"/>
                      </a:lnTo>
                      <a:lnTo>
                        <a:pt x="130" y="62"/>
                      </a:lnTo>
                      <a:lnTo>
                        <a:pt x="126" y="62"/>
                      </a:lnTo>
                      <a:lnTo>
                        <a:pt x="126" y="62"/>
                      </a:lnTo>
                      <a:lnTo>
                        <a:pt x="122" y="66"/>
                      </a:lnTo>
                      <a:lnTo>
                        <a:pt x="122" y="66"/>
                      </a:lnTo>
                      <a:lnTo>
                        <a:pt x="122" y="66"/>
                      </a:lnTo>
                      <a:lnTo>
                        <a:pt x="122" y="66"/>
                      </a:lnTo>
                      <a:lnTo>
                        <a:pt x="120" y="66"/>
                      </a:lnTo>
                      <a:lnTo>
                        <a:pt x="120" y="66"/>
                      </a:lnTo>
                      <a:lnTo>
                        <a:pt x="116" y="66"/>
                      </a:lnTo>
                      <a:lnTo>
                        <a:pt x="116" y="66"/>
                      </a:lnTo>
                      <a:lnTo>
                        <a:pt x="116" y="66"/>
                      </a:lnTo>
                      <a:lnTo>
                        <a:pt x="116" y="66"/>
                      </a:lnTo>
                      <a:lnTo>
                        <a:pt x="112" y="66"/>
                      </a:lnTo>
                      <a:lnTo>
                        <a:pt x="112" y="66"/>
                      </a:lnTo>
                      <a:lnTo>
                        <a:pt x="108" y="70"/>
                      </a:lnTo>
                      <a:lnTo>
                        <a:pt x="108" y="70"/>
                      </a:lnTo>
                      <a:lnTo>
                        <a:pt x="108" y="70"/>
                      </a:lnTo>
                      <a:lnTo>
                        <a:pt x="108" y="70"/>
                      </a:lnTo>
                      <a:lnTo>
                        <a:pt x="104" y="70"/>
                      </a:lnTo>
                      <a:lnTo>
                        <a:pt x="100" y="74"/>
                      </a:lnTo>
                      <a:lnTo>
                        <a:pt x="100" y="74"/>
                      </a:lnTo>
                      <a:lnTo>
                        <a:pt x="96" y="74"/>
                      </a:lnTo>
                      <a:lnTo>
                        <a:pt x="94" y="78"/>
                      </a:lnTo>
                      <a:lnTo>
                        <a:pt x="94" y="78"/>
                      </a:lnTo>
                      <a:lnTo>
                        <a:pt x="94" y="78"/>
                      </a:lnTo>
                      <a:lnTo>
                        <a:pt x="94" y="78"/>
                      </a:lnTo>
                      <a:lnTo>
                        <a:pt x="94" y="78"/>
                      </a:lnTo>
                      <a:lnTo>
                        <a:pt x="94" y="82"/>
                      </a:lnTo>
                      <a:lnTo>
                        <a:pt x="90" y="82"/>
                      </a:lnTo>
                      <a:lnTo>
                        <a:pt x="90" y="86"/>
                      </a:lnTo>
                      <a:lnTo>
                        <a:pt x="90" y="86"/>
                      </a:lnTo>
                      <a:lnTo>
                        <a:pt x="90" y="86"/>
                      </a:lnTo>
                      <a:lnTo>
                        <a:pt x="86" y="86"/>
                      </a:lnTo>
                      <a:lnTo>
                        <a:pt x="86" y="86"/>
                      </a:lnTo>
                      <a:lnTo>
                        <a:pt x="86" y="86"/>
                      </a:lnTo>
                      <a:lnTo>
                        <a:pt x="82" y="86"/>
                      </a:lnTo>
                      <a:lnTo>
                        <a:pt x="82" y="86"/>
                      </a:lnTo>
                      <a:lnTo>
                        <a:pt x="82" y="86"/>
                      </a:lnTo>
                      <a:lnTo>
                        <a:pt x="82" y="86"/>
                      </a:lnTo>
                      <a:lnTo>
                        <a:pt x="82" y="86"/>
                      </a:lnTo>
                      <a:lnTo>
                        <a:pt x="78" y="86"/>
                      </a:lnTo>
                      <a:lnTo>
                        <a:pt x="78" y="86"/>
                      </a:lnTo>
                      <a:lnTo>
                        <a:pt x="78" y="86"/>
                      </a:lnTo>
                      <a:lnTo>
                        <a:pt x="78" y="86"/>
                      </a:lnTo>
                      <a:lnTo>
                        <a:pt x="78" y="86"/>
                      </a:lnTo>
                      <a:lnTo>
                        <a:pt x="78" y="86"/>
                      </a:lnTo>
                      <a:lnTo>
                        <a:pt x="78" y="86"/>
                      </a:lnTo>
                      <a:lnTo>
                        <a:pt x="78" y="86"/>
                      </a:lnTo>
                      <a:lnTo>
                        <a:pt x="78" y="86"/>
                      </a:lnTo>
                      <a:lnTo>
                        <a:pt x="74" y="86"/>
                      </a:lnTo>
                      <a:lnTo>
                        <a:pt x="74" y="86"/>
                      </a:lnTo>
                      <a:lnTo>
                        <a:pt x="74" y="86"/>
                      </a:lnTo>
                      <a:lnTo>
                        <a:pt x="74" y="90"/>
                      </a:lnTo>
                      <a:lnTo>
                        <a:pt x="74" y="90"/>
                      </a:lnTo>
                      <a:lnTo>
                        <a:pt x="74" y="90"/>
                      </a:lnTo>
                      <a:lnTo>
                        <a:pt x="74" y="90"/>
                      </a:lnTo>
                      <a:lnTo>
                        <a:pt x="70" y="90"/>
                      </a:lnTo>
                      <a:lnTo>
                        <a:pt x="70" y="92"/>
                      </a:lnTo>
                      <a:lnTo>
                        <a:pt x="70" y="92"/>
                      </a:lnTo>
                      <a:lnTo>
                        <a:pt x="70" y="92"/>
                      </a:lnTo>
                      <a:lnTo>
                        <a:pt x="66" y="92"/>
                      </a:lnTo>
                      <a:lnTo>
                        <a:pt x="66" y="92"/>
                      </a:lnTo>
                      <a:lnTo>
                        <a:pt x="66" y="92"/>
                      </a:lnTo>
                      <a:lnTo>
                        <a:pt x="66" y="92"/>
                      </a:lnTo>
                      <a:close/>
                      <a:moveTo>
                        <a:pt x="140" y="118"/>
                      </a:moveTo>
                      <a:lnTo>
                        <a:pt x="136" y="118"/>
                      </a:lnTo>
                      <a:lnTo>
                        <a:pt x="136" y="118"/>
                      </a:lnTo>
                      <a:lnTo>
                        <a:pt x="136" y="116"/>
                      </a:lnTo>
                      <a:lnTo>
                        <a:pt x="136" y="116"/>
                      </a:lnTo>
                      <a:lnTo>
                        <a:pt x="136" y="116"/>
                      </a:lnTo>
                      <a:lnTo>
                        <a:pt x="136" y="116"/>
                      </a:lnTo>
                      <a:lnTo>
                        <a:pt x="136" y="116"/>
                      </a:lnTo>
                      <a:lnTo>
                        <a:pt x="136" y="116"/>
                      </a:lnTo>
                      <a:lnTo>
                        <a:pt x="136" y="116"/>
                      </a:lnTo>
                      <a:lnTo>
                        <a:pt x="136" y="116"/>
                      </a:lnTo>
                      <a:lnTo>
                        <a:pt x="136" y="116"/>
                      </a:lnTo>
                      <a:lnTo>
                        <a:pt x="136" y="116"/>
                      </a:lnTo>
                      <a:lnTo>
                        <a:pt x="136" y="116"/>
                      </a:lnTo>
                      <a:lnTo>
                        <a:pt x="136" y="116"/>
                      </a:lnTo>
                      <a:lnTo>
                        <a:pt x="136" y="116"/>
                      </a:lnTo>
                      <a:lnTo>
                        <a:pt x="136" y="116"/>
                      </a:lnTo>
                      <a:lnTo>
                        <a:pt x="136" y="116"/>
                      </a:lnTo>
                      <a:lnTo>
                        <a:pt x="140" y="116"/>
                      </a:lnTo>
                      <a:lnTo>
                        <a:pt x="140" y="116"/>
                      </a:lnTo>
                      <a:lnTo>
                        <a:pt x="140" y="118"/>
                      </a:lnTo>
                      <a:lnTo>
                        <a:pt x="140" y="118"/>
                      </a:lnTo>
                      <a:lnTo>
                        <a:pt x="140" y="118"/>
                      </a:lnTo>
                      <a:lnTo>
                        <a:pt x="140" y="118"/>
                      </a:lnTo>
                      <a:lnTo>
                        <a:pt x="140" y="118"/>
                      </a:lnTo>
                      <a:close/>
                      <a:moveTo>
                        <a:pt x="4" y="62"/>
                      </a:moveTo>
                      <a:lnTo>
                        <a:pt x="4" y="62"/>
                      </a:lnTo>
                      <a:lnTo>
                        <a:pt x="4" y="62"/>
                      </a:lnTo>
                      <a:lnTo>
                        <a:pt x="0" y="62"/>
                      </a:lnTo>
                      <a:lnTo>
                        <a:pt x="4" y="62"/>
                      </a:lnTo>
                      <a:lnTo>
                        <a:pt x="4" y="60"/>
                      </a:lnTo>
                      <a:lnTo>
                        <a:pt x="4" y="60"/>
                      </a:lnTo>
                      <a:lnTo>
                        <a:pt x="4" y="60"/>
                      </a:lnTo>
                      <a:lnTo>
                        <a:pt x="4" y="60"/>
                      </a:lnTo>
                      <a:lnTo>
                        <a:pt x="4" y="62"/>
                      </a:lnTo>
                      <a:lnTo>
                        <a:pt x="4" y="62"/>
                      </a:lnTo>
                      <a:lnTo>
                        <a:pt x="4" y="62"/>
                      </a:lnTo>
                      <a:lnTo>
                        <a:pt x="4" y="62"/>
                      </a:lnTo>
                      <a:lnTo>
                        <a:pt x="4" y="62"/>
                      </a:lnTo>
                      <a:lnTo>
                        <a:pt x="4" y="62"/>
                      </a:lnTo>
                      <a:lnTo>
                        <a:pt x="4" y="62"/>
                      </a:lnTo>
                      <a:close/>
                      <a:moveTo>
                        <a:pt x="4" y="86"/>
                      </a:moveTo>
                      <a:lnTo>
                        <a:pt x="4" y="86"/>
                      </a:lnTo>
                      <a:lnTo>
                        <a:pt x="4" y="86"/>
                      </a:lnTo>
                      <a:lnTo>
                        <a:pt x="4" y="86"/>
                      </a:lnTo>
                      <a:lnTo>
                        <a:pt x="4" y="86"/>
                      </a:lnTo>
                      <a:lnTo>
                        <a:pt x="4" y="86"/>
                      </a:lnTo>
                      <a:lnTo>
                        <a:pt x="4" y="86"/>
                      </a:lnTo>
                      <a:lnTo>
                        <a:pt x="4" y="86"/>
                      </a:lnTo>
                      <a:lnTo>
                        <a:pt x="4" y="86"/>
                      </a:lnTo>
                      <a:lnTo>
                        <a:pt x="4" y="86"/>
                      </a:lnTo>
                      <a:lnTo>
                        <a:pt x="4" y="86"/>
                      </a:lnTo>
                      <a:lnTo>
                        <a:pt x="4" y="86"/>
                      </a:lnTo>
                      <a:lnTo>
                        <a:pt x="4" y="86"/>
                      </a:lnTo>
                      <a:close/>
                      <a:moveTo>
                        <a:pt x="166" y="108"/>
                      </a:moveTo>
                      <a:lnTo>
                        <a:pt x="166" y="108"/>
                      </a:lnTo>
                      <a:lnTo>
                        <a:pt x="170" y="112"/>
                      </a:lnTo>
                      <a:lnTo>
                        <a:pt x="170" y="112"/>
                      </a:lnTo>
                      <a:lnTo>
                        <a:pt x="166" y="112"/>
                      </a:lnTo>
                      <a:lnTo>
                        <a:pt x="166" y="112"/>
                      </a:lnTo>
                      <a:lnTo>
                        <a:pt x="166" y="116"/>
                      </a:lnTo>
                      <a:lnTo>
                        <a:pt x="164" y="116"/>
                      </a:lnTo>
                      <a:lnTo>
                        <a:pt x="164" y="116"/>
                      </a:lnTo>
                      <a:lnTo>
                        <a:pt x="164" y="116"/>
                      </a:lnTo>
                      <a:lnTo>
                        <a:pt x="160" y="116"/>
                      </a:lnTo>
                      <a:lnTo>
                        <a:pt x="160" y="116"/>
                      </a:lnTo>
                      <a:lnTo>
                        <a:pt x="160" y="116"/>
                      </a:lnTo>
                      <a:lnTo>
                        <a:pt x="156" y="116"/>
                      </a:lnTo>
                      <a:lnTo>
                        <a:pt x="156" y="116"/>
                      </a:lnTo>
                      <a:lnTo>
                        <a:pt x="156" y="112"/>
                      </a:lnTo>
                      <a:lnTo>
                        <a:pt x="152" y="112"/>
                      </a:lnTo>
                      <a:lnTo>
                        <a:pt x="156" y="112"/>
                      </a:lnTo>
                      <a:lnTo>
                        <a:pt x="156" y="112"/>
                      </a:lnTo>
                      <a:lnTo>
                        <a:pt x="156" y="112"/>
                      </a:lnTo>
                      <a:lnTo>
                        <a:pt x="156" y="108"/>
                      </a:lnTo>
                      <a:lnTo>
                        <a:pt x="156" y="108"/>
                      </a:lnTo>
                      <a:lnTo>
                        <a:pt x="156" y="108"/>
                      </a:lnTo>
                      <a:lnTo>
                        <a:pt x="160" y="108"/>
                      </a:lnTo>
                      <a:lnTo>
                        <a:pt x="160" y="108"/>
                      </a:lnTo>
                      <a:lnTo>
                        <a:pt x="160" y="108"/>
                      </a:lnTo>
                      <a:lnTo>
                        <a:pt x="160" y="112"/>
                      </a:lnTo>
                      <a:lnTo>
                        <a:pt x="164" y="108"/>
                      </a:lnTo>
                      <a:lnTo>
                        <a:pt x="164" y="108"/>
                      </a:lnTo>
                      <a:lnTo>
                        <a:pt x="164" y="108"/>
                      </a:lnTo>
                      <a:lnTo>
                        <a:pt x="164" y="108"/>
                      </a:lnTo>
                      <a:lnTo>
                        <a:pt x="164" y="108"/>
                      </a:lnTo>
                      <a:lnTo>
                        <a:pt x="166" y="108"/>
                      </a:lnTo>
                      <a:lnTo>
                        <a:pt x="166" y="108"/>
                      </a:lnTo>
                      <a:lnTo>
                        <a:pt x="166" y="108"/>
                      </a:lnTo>
                      <a:lnTo>
                        <a:pt x="166" y="108"/>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98" name="Freeform 87">
                  <a:extLst>
                    <a:ext uri="{FF2B5EF4-FFF2-40B4-BE49-F238E27FC236}">
                      <a16:creationId xmlns:a16="http://schemas.microsoft.com/office/drawing/2014/main" id="{D70BFC43-E1CE-20F8-D137-71F0D982546B}"/>
                    </a:ext>
                  </a:extLst>
                </p:cNvPr>
                <p:cNvSpPr>
                  <a:spLocks/>
                </p:cNvSpPr>
                <p:nvPr/>
              </p:nvSpPr>
              <p:spPr bwMode="gray">
                <a:xfrm>
                  <a:off x="5273034" y="3194378"/>
                  <a:ext cx="45221" cy="97399"/>
                </a:xfrm>
                <a:custGeom>
                  <a:avLst/>
                  <a:gdLst>
                    <a:gd name="T0" fmla="*/ 4 w 26"/>
                    <a:gd name="T1" fmla="*/ 14 h 56"/>
                    <a:gd name="T2" fmla="*/ 4 w 26"/>
                    <a:gd name="T3" fmla="*/ 14 h 56"/>
                    <a:gd name="T4" fmla="*/ 4 w 26"/>
                    <a:gd name="T5" fmla="*/ 14 h 56"/>
                    <a:gd name="T6" fmla="*/ 4 w 26"/>
                    <a:gd name="T7" fmla="*/ 10 h 56"/>
                    <a:gd name="T8" fmla="*/ 0 w 26"/>
                    <a:gd name="T9" fmla="*/ 6 h 56"/>
                    <a:gd name="T10" fmla="*/ 4 w 26"/>
                    <a:gd name="T11" fmla="*/ 0 h 56"/>
                    <a:gd name="T12" fmla="*/ 8 w 26"/>
                    <a:gd name="T13" fmla="*/ 0 h 56"/>
                    <a:gd name="T14" fmla="*/ 8 w 26"/>
                    <a:gd name="T15" fmla="*/ 0 h 56"/>
                    <a:gd name="T16" fmla="*/ 8 w 26"/>
                    <a:gd name="T17" fmla="*/ 0 h 56"/>
                    <a:gd name="T18" fmla="*/ 12 w 26"/>
                    <a:gd name="T19" fmla="*/ 0 h 56"/>
                    <a:gd name="T20" fmla="*/ 16 w 26"/>
                    <a:gd name="T21" fmla="*/ 0 h 56"/>
                    <a:gd name="T22" fmla="*/ 16 w 26"/>
                    <a:gd name="T23" fmla="*/ 2 h 56"/>
                    <a:gd name="T24" fmla="*/ 18 w 26"/>
                    <a:gd name="T25" fmla="*/ 6 h 56"/>
                    <a:gd name="T26" fmla="*/ 18 w 26"/>
                    <a:gd name="T27" fmla="*/ 10 h 56"/>
                    <a:gd name="T28" fmla="*/ 18 w 26"/>
                    <a:gd name="T29" fmla="*/ 10 h 56"/>
                    <a:gd name="T30" fmla="*/ 18 w 26"/>
                    <a:gd name="T31" fmla="*/ 14 h 56"/>
                    <a:gd name="T32" fmla="*/ 18 w 26"/>
                    <a:gd name="T33" fmla="*/ 18 h 56"/>
                    <a:gd name="T34" fmla="*/ 18 w 26"/>
                    <a:gd name="T35" fmla="*/ 22 h 56"/>
                    <a:gd name="T36" fmla="*/ 18 w 26"/>
                    <a:gd name="T37" fmla="*/ 22 h 56"/>
                    <a:gd name="T38" fmla="*/ 18 w 26"/>
                    <a:gd name="T39" fmla="*/ 26 h 56"/>
                    <a:gd name="T40" fmla="*/ 18 w 26"/>
                    <a:gd name="T41" fmla="*/ 30 h 56"/>
                    <a:gd name="T42" fmla="*/ 22 w 26"/>
                    <a:gd name="T43" fmla="*/ 32 h 56"/>
                    <a:gd name="T44" fmla="*/ 26 w 26"/>
                    <a:gd name="T45" fmla="*/ 32 h 56"/>
                    <a:gd name="T46" fmla="*/ 26 w 26"/>
                    <a:gd name="T47" fmla="*/ 32 h 56"/>
                    <a:gd name="T48" fmla="*/ 26 w 26"/>
                    <a:gd name="T49" fmla="*/ 36 h 56"/>
                    <a:gd name="T50" fmla="*/ 22 w 26"/>
                    <a:gd name="T51" fmla="*/ 40 h 56"/>
                    <a:gd name="T52" fmla="*/ 22 w 26"/>
                    <a:gd name="T53" fmla="*/ 40 h 56"/>
                    <a:gd name="T54" fmla="*/ 22 w 26"/>
                    <a:gd name="T55" fmla="*/ 44 h 56"/>
                    <a:gd name="T56" fmla="*/ 18 w 26"/>
                    <a:gd name="T57" fmla="*/ 48 h 56"/>
                    <a:gd name="T58" fmla="*/ 18 w 26"/>
                    <a:gd name="T59" fmla="*/ 48 h 56"/>
                    <a:gd name="T60" fmla="*/ 18 w 26"/>
                    <a:gd name="T61" fmla="*/ 48 h 56"/>
                    <a:gd name="T62" fmla="*/ 16 w 26"/>
                    <a:gd name="T63" fmla="*/ 52 h 56"/>
                    <a:gd name="T64" fmla="*/ 16 w 26"/>
                    <a:gd name="T65" fmla="*/ 52 h 56"/>
                    <a:gd name="T66" fmla="*/ 16 w 26"/>
                    <a:gd name="T67" fmla="*/ 52 h 56"/>
                    <a:gd name="T68" fmla="*/ 16 w 26"/>
                    <a:gd name="T69" fmla="*/ 56 h 56"/>
                    <a:gd name="T70" fmla="*/ 16 w 26"/>
                    <a:gd name="T71" fmla="*/ 56 h 56"/>
                    <a:gd name="T72" fmla="*/ 12 w 26"/>
                    <a:gd name="T73" fmla="*/ 56 h 56"/>
                    <a:gd name="T74" fmla="*/ 12 w 26"/>
                    <a:gd name="T75" fmla="*/ 56 h 56"/>
                    <a:gd name="T76" fmla="*/ 8 w 26"/>
                    <a:gd name="T77" fmla="*/ 48 h 56"/>
                    <a:gd name="T78" fmla="*/ 8 w 26"/>
                    <a:gd name="T79" fmla="*/ 48 h 56"/>
                    <a:gd name="T80" fmla="*/ 4 w 26"/>
                    <a:gd name="T81" fmla="*/ 44 h 56"/>
                    <a:gd name="T82" fmla="*/ 0 w 26"/>
                    <a:gd name="T83" fmla="*/ 40 h 56"/>
                    <a:gd name="T84" fmla="*/ 4 w 26"/>
                    <a:gd name="T85" fmla="*/ 40 h 56"/>
                    <a:gd name="T86" fmla="*/ 4 w 26"/>
                    <a:gd name="T87" fmla="*/ 44 h 56"/>
                    <a:gd name="T88" fmla="*/ 4 w 26"/>
                    <a:gd name="T89" fmla="*/ 40 h 56"/>
                    <a:gd name="T90" fmla="*/ 4 w 26"/>
                    <a:gd name="T91" fmla="*/ 36 h 56"/>
                    <a:gd name="T92" fmla="*/ 0 w 26"/>
                    <a:gd name="T93" fmla="*/ 36 h 56"/>
                    <a:gd name="T94" fmla="*/ 4 w 26"/>
                    <a:gd name="T95" fmla="*/ 32 h 56"/>
                    <a:gd name="T96" fmla="*/ 4 w 26"/>
                    <a:gd name="T97" fmla="*/ 32 h 56"/>
                    <a:gd name="T98" fmla="*/ 4 w 26"/>
                    <a:gd name="T99" fmla="*/ 30 h 56"/>
                    <a:gd name="T100" fmla="*/ 4 w 26"/>
                    <a:gd name="T101" fmla="*/ 26 h 56"/>
                    <a:gd name="T102" fmla="*/ 4 w 26"/>
                    <a:gd name="T103" fmla="*/ 26 h 56"/>
                    <a:gd name="T104" fmla="*/ 4 w 26"/>
                    <a:gd name="T105" fmla="*/ 18 h 56"/>
                    <a:gd name="T106" fmla="*/ 4 w 26"/>
                    <a:gd name="T107" fmla="*/ 18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6" h="56">
                      <a:moveTo>
                        <a:pt x="4" y="18"/>
                      </a:moveTo>
                      <a:lnTo>
                        <a:pt x="4" y="18"/>
                      </a:lnTo>
                      <a:lnTo>
                        <a:pt x="4" y="14"/>
                      </a:lnTo>
                      <a:lnTo>
                        <a:pt x="4" y="14"/>
                      </a:lnTo>
                      <a:lnTo>
                        <a:pt x="4" y="14"/>
                      </a:lnTo>
                      <a:lnTo>
                        <a:pt x="4" y="14"/>
                      </a:lnTo>
                      <a:lnTo>
                        <a:pt x="4" y="14"/>
                      </a:lnTo>
                      <a:lnTo>
                        <a:pt x="4" y="14"/>
                      </a:lnTo>
                      <a:lnTo>
                        <a:pt x="4" y="14"/>
                      </a:lnTo>
                      <a:lnTo>
                        <a:pt x="0" y="10"/>
                      </a:lnTo>
                      <a:lnTo>
                        <a:pt x="0" y="10"/>
                      </a:lnTo>
                      <a:lnTo>
                        <a:pt x="4" y="10"/>
                      </a:lnTo>
                      <a:lnTo>
                        <a:pt x="4" y="6"/>
                      </a:lnTo>
                      <a:lnTo>
                        <a:pt x="4" y="6"/>
                      </a:lnTo>
                      <a:lnTo>
                        <a:pt x="0" y="6"/>
                      </a:lnTo>
                      <a:lnTo>
                        <a:pt x="0" y="6"/>
                      </a:lnTo>
                      <a:lnTo>
                        <a:pt x="4" y="2"/>
                      </a:lnTo>
                      <a:lnTo>
                        <a:pt x="4" y="0"/>
                      </a:lnTo>
                      <a:lnTo>
                        <a:pt x="4" y="0"/>
                      </a:lnTo>
                      <a:lnTo>
                        <a:pt x="8" y="0"/>
                      </a:lnTo>
                      <a:lnTo>
                        <a:pt x="8" y="0"/>
                      </a:lnTo>
                      <a:lnTo>
                        <a:pt x="8" y="0"/>
                      </a:lnTo>
                      <a:lnTo>
                        <a:pt x="8" y="0"/>
                      </a:lnTo>
                      <a:lnTo>
                        <a:pt x="8" y="0"/>
                      </a:lnTo>
                      <a:lnTo>
                        <a:pt x="8" y="0"/>
                      </a:lnTo>
                      <a:lnTo>
                        <a:pt x="8" y="0"/>
                      </a:lnTo>
                      <a:lnTo>
                        <a:pt x="8" y="0"/>
                      </a:lnTo>
                      <a:lnTo>
                        <a:pt x="8" y="2"/>
                      </a:lnTo>
                      <a:lnTo>
                        <a:pt x="12" y="0"/>
                      </a:lnTo>
                      <a:lnTo>
                        <a:pt x="12" y="0"/>
                      </a:lnTo>
                      <a:lnTo>
                        <a:pt x="12" y="0"/>
                      </a:lnTo>
                      <a:lnTo>
                        <a:pt x="12" y="0"/>
                      </a:lnTo>
                      <a:lnTo>
                        <a:pt x="16" y="0"/>
                      </a:lnTo>
                      <a:lnTo>
                        <a:pt x="16" y="2"/>
                      </a:lnTo>
                      <a:lnTo>
                        <a:pt x="16" y="2"/>
                      </a:lnTo>
                      <a:lnTo>
                        <a:pt x="16" y="2"/>
                      </a:lnTo>
                      <a:lnTo>
                        <a:pt x="16" y="2"/>
                      </a:lnTo>
                      <a:lnTo>
                        <a:pt x="16" y="2"/>
                      </a:lnTo>
                      <a:lnTo>
                        <a:pt x="18" y="6"/>
                      </a:lnTo>
                      <a:lnTo>
                        <a:pt x="18" y="6"/>
                      </a:lnTo>
                      <a:lnTo>
                        <a:pt x="18" y="6"/>
                      </a:lnTo>
                      <a:lnTo>
                        <a:pt x="18" y="10"/>
                      </a:lnTo>
                      <a:lnTo>
                        <a:pt x="18" y="10"/>
                      </a:lnTo>
                      <a:lnTo>
                        <a:pt x="18" y="10"/>
                      </a:lnTo>
                      <a:lnTo>
                        <a:pt x="18" y="10"/>
                      </a:lnTo>
                      <a:lnTo>
                        <a:pt x="18" y="14"/>
                      </a:lnTo>
                      <a:lnTo>
                        <a:pt x="18" y="14"/>
                      </a:lnTo>
                      <a:lnTo>
                        <a:pt x="18" y="14"/>
                      </a:lnTo>
                      <a:lnTo>
                        <a:pt x="18" y="14"/>
                      </a:lnTo>
                      <a:lnTo>
                        <a:pt x="18" y="18"/>
                      </a:lnTo>
                      <a:lnTo>
                        <a:pt x="18" y="18"/>
                      </a:lnTo>
                      <a:lnTo>
                        <a:pt x="18" y="22"/>
                      </a:lnTo>
                      <a:lnTo>
                        <a:pt x="18" y="22"/>
                      </a:lnTo>
                      <a:lnTo>
                        <a:pt x="18" y="22"/>
                      </a:lnTo>
                      <a:lnTo>
                        <a:pt x="18" y="22"/>
                      </a:lnTo>
                      <a:lnTo>
                        <a:pt x="18" y="22"/>
                      </a:lnTo>
                      <a:lnTo>
                        <a:pt x="18" y="22"/>
                      </a:lnTo>
                      <a:lnTo>
                        <a:pt x="18" y="22"/>
                      </a:lnTo>
                      <a:lnTo>
                        <a:pt x="18" y="26"/>
                      </a:lnTo>
                      <a:lnTo>
                        <a:pt x="18" y="26"/>
                      </a:lnTo>
                      <a:lnTo>
                        <a:pt x="18" y="26"/>
                      </a:lnTo>
                      <a:lnTo>
                        <a:pt x="18" y="30"/>
                      </a:lnTo>
                      <a:lnTo>
                        <a:pt x="18" y="30"/>
                      </a:lnTo>
                      <a:lnTo>
                        <a:pt x="22" y="32"/>
                      </a:lnTo>
                      <a:lnTo>
                        <a:pt x="22" y="32"/>
                      </a:lnTo>
                      <a:lnTo>
                        <a:pt x="22" y="32"/>
                      </a:lnTo>
                      <a:lnTo>
                        <a:pt x="22" y="32"/>
                      </a:lnTo>
                      <a:lnTo>
                        <a:pt x="22" y="32"/>
                      </a:lnTo>
                      <a:lnTo>
                        <a:pt x="26" y="32"/>
                      </a:lnTo>
                      <a:lnTo>
                        <a:pt x="26" y="32"/>
                      </a:lnTo>
                      <a:lnTo>
                        <a:pt x="26" y="32"/>
                      </a:lnTo>
                      <a:lnTo>
                        <a:pt x="26" y="32"/>
                      </a:lnTo>
                      <a:lnTo>
                        <a:pt x="26" y="36"/>
                      </a:lnTo>
                      <a:lnTo>
                        <a:pt x="26" y="36"/>
                      </a:lnTo>
                      <a:lnTo>
                        <a:pt x="26" y="36"/>
                      </a:lnTo>
                      <a:lnTo>
                        <a:pt x="26" y="40"/>
                      </a:lnTo>
                      <a:lnTo>
                        <a:pt x="26" y="40"/>
                      </a:lnTo>
                      <a:lnTo>
                        <a:pt x="22" y="40"/>
                      </a:lnTo>
                      <a:lnTo>
                        <a:pt x="22" y="40"/>
                      </a:lnTo>
                      <a:lnTo>
                        <a:pt x="22" y="40"/>
                      </a:lnTo>
                      <a:lnTo>
                        <a:pt x="22" y="40"/>
                      </a:lnTo>
                      <a:lnTo>
                        <a:pt x="22" y="44"/>
                      </a:lnTo>
                      <a:lnTo>
                        <a:pt x="22" y="44"/>
                      </a:lnTo>
                      <a:lnTo>
                        <a:pt x="22" y="44"/>
                      </a:lnTo>
                      <a:lnTo>
                        <a:pt x="22" y="44"/>
                      </a:lnTo>
                      <a:lnTo>
                        <a:pt x="18" y="48"/>
                      </a:lnTo>
                      <a:lnTo>
                        <a:pt x="18" y="48"/>
                      </a:lnTo>
                      <a:lnTo>
                        <a:pt x="18" y="48"/>
                      </a:lnTo>
                      <a:lnTo>
                        <a:pt x="18" y="48"/>
                      </a:lnTo>
                      <a:lnTo>
                        <a:pt x="18" y="48"/>
                      </a:lnTo>
                      <a:lnTo>
                        <a:pt x="18" y="48"/>
                      </a:lnTo>
                      <a:lnTo>
                        <a:pt x="18" y="48"/>
                      </a:lnTo>
                      <a:lnTo>
                        <a:pt x="18" y="48"/>
                      </a:lnTo>
                      <a:lnTo>
                        <a:pt x="18" y="48"/>
                      </a:lnTo>
                      <a:lnTo>
                        <a:pt x="16" y="48"/>
                      </a:lnTo>
                      <a:lnTo>
                        <a:pt x="16" y="52"/>
                      </a:lnTo>
                      <a:lnTo>
                        <a:pt x="16" y="52"/>
                      </a:lnTo>
                      <a:lnTo>
                        <a:pt x="16" y="52"/>
                      </a:lnTo>
                      <a:lnTo>
                        <a:pt x="16" y="52"/>
                      </a:lnTo>
                      <a:lnTo>
                        <a:pt x="16" y="52"/>
                      </a:lnTo>
                      <a:lnTo>
                        <a:pt x="16" y="56"/>
                      </a:lnTo>
                      <a:lnTo>
                        <a:pt x="16" y="52"/>
                      </a:lnTo>
                      <a:lnTo>
                        <a:pt x="16" y="52"/>
                      </a:lnTo>
                      <a:lnTo>
                        <a:pt x="16" y="56"/>
                      </a:lnTo>
                      <a:lnTo>
                        <a:pt x="16" y="56"/>
                      </a:lnTo>
                      <a:lnTo>
                        <a:pt x="16" y="56"/>
                      </a:lnTo>
                      <a:lnTo>
                        <a:pt x="16" y="56"/>
                      </a:lnTo>
                      <a:lnTo>
                        <a:pt x="16" y="56"/>
                      </a:lnTo>
                      <a:lnTo>
                        <a:pt x="12" y="56"/>
                      </a:lnTo>
                      <a:lnTo>
                        <a:pt x="12" y="56"/>
                      </a:lnTo>
                      <a:lnTo>
                        <a:pt x="12" y="56"/>
                      </a:lnTo>
                      <a:lnTo>
                        <a:pt x="12" y="56"/>
                      </a:lnTo>
                      <a:lnTo>
                        <a:pt x="12" y="56"/>
                      </a:lnTo>
                      <a:lnTo>
                        <a:pt x="12" y="56"/>
                      </a:lnTo>
                      <a:lnTo>
                        <a:pt x="12" y="52"/>
                      </a:lnTo>
                      <a:lnTo>
                        <a:pt x="12" y="52"/>
                      </a:lnTo>
                      <a:lnTo>
                        <a:pt x="8" y="48"/>
                      </a:lnTo>
                      <a:lnTo>
                        <a:pt x="8" y="48"/>
                      </a:lnTo>
                      <a:lnTo>
                        <a:pt x="8" y="48"/>
                      </a:lnTo>
                      <a:lnTo>
                        <a:pt x="8" y="48"/>
                      </a:lnTo>
                      <a:lnTo>
                        <a:pt x="8" y="48"/>
                      </a:lnTo>
                      <a:lnTo>
                        <a:pt x="4" y="48"/>
                      </a:lnTo>
                      <a:lnTo>
                        <a:pt x="4" y="44"/>
                      </a:lnTo>
                      <a:lnTo>
                        <a:pt x="4" y="44"/>
                      </a:lnTo>
                      <a:lnTo>
                        <a:pt x="4" y="44"/>
                      </a:lnTo>
                      <a:lnTo>
                        <a:pt x="0" y="40"/>
                      </a:lnTo>
                      <a:lnTo>
                        <a:pt x="0" y="40"/>
                      </a:lnTo>
                      <a:lnTo>
                        <a:pt x="0" y="40"/>
                      </a:lnTo>
                      <a:lnTo>
                        <a:pt x="4" y="40"/>
                      </a:lnTo>
                      <a:lnTo>
                        <a:pt x="4" y="44"/>
                      </a:lnTo>
                      <a:lnTo>
                        <a:pt x="4" y="44"/>
                      </a:lnTo>
                      <a:lnTo>
                        <a:pt x="4" y="44"/>
                      </a:lnTo>
                      <a:lnTo>
                        <a:pt x="4" y="44"/>
                      </a:lnTo>
                      <a:lnTo>
                        <a:pt x="4" y="44"/>
                      </a:lnTo>
                      <a:lnTo>
                        <a:pt x="4" y="40"/>
                      </a:lnTo>
                      <a:lnTo>
                        <a:pt x="4" y="40"/>
                      </a:lnTo>
                      <a:lnTo>
                        <a:pt x="4" y="36"/>
                      </a:lnTo>
                      <a:lnTo>
                        <a:pt x="4" y="36"/>
                      </a:lnTo>
                      <a:lnTo>
                        <a:pt x="0" y="36"/>
                      </a:lnTo>
                      <a:lnTo>
                        <a:pt x="0" y="36"/>
                      </a:lnTo>
                      <a:lnTo>
                        <a:pt x="0" y="36"/>
                      </a:lnTo>
                      <a:lnTo>
                        <a:pt x="4" y="32"/>
                      </a:lnTo>
                      <a:lnTo>
                        <a:pt x="4" y="32"/>
                      </a:lnTo>
                      <a:lnTo>
                        <a:pt x="4" y="32"/>
                      </a:lnTo>
                      <a:lnTo>
                        <a:pt x="4" y="32"/>
                      </a:lnTo>
                      <a:lnTo>
                        <a:pt x="4" y="32"/>
                      </a:lnTo>
                      <a:lnTo>
                        <a:pt x="4" y="32"/>
                      </a:lnTo>
                      <a:lnTo>
                        <a:pt x="4" y="30"/>
                      </a:lnTo>
                      <a:lnTo>
                        <a:pt x="4" y="30"/>
                      </a:lnTo>
                      <a:lnTo>
                        <a:pt x="4" y="30"/>
                      </a:lnTo>
                      <a:lnTo>
                        <a:pt x="4" y="30"/>
                      </a:lnTo>
                      <a:lnTo>
                        <a:pt x="4" y="26"/>
                      </a:lnTo>
                      <a:lnTo>
                        <a:pt x="4" y="26"/>
                      </a:lnTo>
                      <a:lnTo>
                        <a:pt x="4" y="26"/>
                      </a:lnTo>
                      <a:lnTo>
                        <a:pt x="4" y="26"/>
                      </a:lnTo>
                      <a:lnTo>
                        <a:pt x="4" y="26"/>
                      </a:lnTo>
                      <a:lnTo>
                        <a:pt x="4" y="22"/>
                      </a:lnTo>
                      <a:lnTo>
                        <a:pt x="4" y="18"/>
                      </a:lnTo>
                      <a:lnTo>
                        <a:pt x="4" y="18"/>
                      </a:lnTo>
                      <a:lnTo>
                        <a:pt x="4" y="18"/>
                      </a:lnTo>
                      <a:lnTo>
                        <a:pt x="4" y="18"/>
                      </a:lnTo>
                      <a:lnTo>
                        <a:pt x="4" y="18"/>
                      </a:lnTo>
                      <a:lnTo>
                        <a:pt x="4" y="18"/>
                      </a:lnTo>
                      <a:lnTo>
                        <a:pt x="4" y="18"/>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99" name="Freeform 88">
                  <a:extLst>
                    <a:ext uri="{FF2B5EF4-FFF2-40B4-BE49-F238E27FC236}">
                      <a16:creationId xmlns:a16="http://schemas.microsoft.com/office/drawing/2014/main" id="{7FF26B88-D2DB-6BD4-31B5-CA711C44BFEF}"/>
                    </a:ext>
                  </a:extLst>
                </p:cNvPr>
                <p:cNvSpPr>
                  <a:spLocks/>
                </p:cNvSpPr>
                <p:nvPr/>
              </p:nvSpPr>
              <p:spPr bwMode="gray">
                <a:xfrm>
                  <a:off x="4831261" y="3194378"/>
                  <a:ext cx="13914" cy="3479"/>
                </a:xfrm>
                <a:custGeom>
                  <a:avLst/>
                  <a:gdLst>
                    <a:gd name="T0" fmla="*/ 0 w 8"/>
                    <a:gd name="T1" fmla="*/ 0 h 2"/>
                    <a:gd name="T2" fmla="*/ 4 w 8"/>
                    <a:gd name="T3" fmla="*/ 0 h 2"/>
                    <a:gd name="T4" fmla="*/ 4 w 8"/>
                    <a:gd name="T5" fmla="*/ 0 h 2"/>
                    <a:gd name="T6" fmla="*/ 4 w 8"/>
                    <a:gd name="T7" fmla="*/ 0 h 2"/>
                    <a:gd name="T8" fmla="*/ 8 w 8"/>
                    <a:gd name="T9" fmla="*/ 0 h 2"/>
                    <a:gd name="T10" fmla="*/ 8 w 8"/>
                    <a:gd name="T11" fmla="*/ 0 h 2"/>
                    <a:gd name="T12" fmla="*/ 8 w 8"/>
                    <a:gd name="T13" fmla="*/ 0 h 2"/>
                    <a:gd name="T14" fmla="*/ 8 w 8"/>
                    <a:gd name="T15" fmla="*/ 0 h 2"/>
                    <a:gd name="T16" fmla="*/ 8 w 8"/>
                    <a:gd name="T17" fmla="*/ 0 h 2"/>
                    <a:gd name="T18" fmla="*/ 8 w 8"/>
                    <a:gd name="T19" fmla="*/ 0 h 2"/>
                    <a:gd name="T20" fmla="*/ 8 w 8"/>
                    <a:gd name="T21" fmla="*/ 0 h 2"/>
                    <a:gd name="T22" fmla="*/ 4 w 8"/>
                    <a:gd name="T23" fmla="*/ 2 h 2"/>
                    <a:gd name="T24" fmla="*/ 4 w 8"/>
                    <a:gd name="T25" fmla="*/ 2 h 2"/>
                    <a:gd name="T26" fmla="*/ 4 w 8"/>
                    <a:gd name="T27" fmla="*/ 2 h 2"/>
                    <a:gd name="T28" fmla="*/ 4 w 8"/>
                    <a:gd name="T29" fmla="*/ 2 h 2"/>
                    <a:gd name="T30" fmla="*/ 0 w 8"/>
                    <a:gd name="T31" fmla="*/ 0 h 2"/>
                    <a:gd name="T32" fmla="*/ 0 w 8"/>
                    <a:gd name="T33" fmla="*/ 0 h 2"/>
                    <a:gd name="T34" fmla="*/ 0 w 8"/>
                    <a:gd name="T35" fmla="*/ 0 h 2"/>
                    <a:gd name="T36" fmla="*/ 0 w 8"/>
                    <a:gd name="T37" fmla="*/ 0 h 2"/>
                    <a:gd name="T38" fmla="*/ 0 w 8"/>
                    <a:gd name="T39" fmla="*/ 0 h 2"/>
                    <a:gd name="T40" fmla="*/ 0 w 8"/>
                    <a:gd name="T41" fmla="*/ 0 h 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 h="2">
                      <a:moveTo>
                        <a:pt x="0" y="0"/>
                      </a:moveTo>
                      <a:lnTo>
                        <a:pt x="4" y="0"/>
                      </a:lnTo>
                      <a:lnTo>
                        <a:pt x="4" y="0"/>
                      </a:lnTo>
                      <a:lnTo>
                        <a:pt x="4" y="0"/>
                      </a:lnTo>
                      <a:lnTo>
                        <a:pt x="8" y="0"/>
                      </a:lnTo>
                      <a:lnTo>
                        <a:pt x="8" y="0"/>
                      </a:lnTo>
                      <a:lnTo>
                        <a:pt x="8" y="0"/>
                      </a:lnTo>
                      <a:lnTo>
                        <a:pt x="8" y="0"/>
                      </a:lnTo>
                      <a:lnTo>
                        <a:pt x="8" y="0"/>
                      </a:lnTo>
                      <a:lnTo>
                        <a:pt x="8" y="0"/>
                      </a:lnTo>
                      <a:lnTo>
                        <a:pt x="8" y="0"/>
                      </a:lnTo>
                      <a:lnTo>
                        <a:pt x="4" y="2"/>
                      </a:lnTo>
                      <a:lnTo>
                        <a:pt x="4" y="2"/>
                      </a:lnTo>
                      <a:lnTo>
                        <a:pt x="4" y="2"/>
                      </a:lnTo>
                      <a:lnTo>
                        <a:pt x="4" y="2"/>
                      </a:lnTo>
                      <a:lnTo>
                        <a:pt x="0" y="0"/>
                      </a:lnTo>
                      <a:lnTo>
                        <a:pt x="0" y="0"/>
                      </a:lnTo>
                      <a:lnTo>
                        <a:pt x="0" y="0"/>
                      </a:lnTo>
                      <a:lnTo>
                        <a:pt x="0" y="0"/>
                      </a:lnTo>
                      <a:lnTo>
                        <a:pt x="0" y="0"/>
                      </a:lnTo>
                      <a:lnTo>
                        <a:pt x="0" y="0"/>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100" name="Freeform 89">
                  <a:extLst>
                    <a:ext uri="{FF2B5EF4-FFF2-40B4-BE49-F238E27FC236}">
                      <a16:creationId xmlns:a16="http://schemas.microsoft.com/office/drawing/2014/main" id="{CB54DF09-DA95-2E24-BE69-29CB6313C05D}"/>
                    </a:ext>
                  </a:extLst>
                </p:cNvPr>
                <p:cNvSpPr>
                  <a:spLocks/>
                </p:cNvSpPr>
                <p:nvPr/>
              </p:nvSpPr>
              <p:spPr bwMode="gray">
                <a:xfrm>
                  <a:off x="5033015" y="2968274"/>
                  <a:ext cx="187840" cy="90442"/>
                </a:xfrm>
                <a:custGeom>
                  <a:avLst/>
                  <a:gdLst>
                    <a:gd name="T0" fmla="*/ 12 w 108"/>
                    <a:gd name="T1" fmla="*/ 40 h 52"/>
                    <a:gd name="T2" fmla="*/ 8 w 108"/>
                    <a:gd name="T3" fmla="*/ 44 h 52"/>
                    <a:gd name="T4" fmla="*/ 4 w 108"/>
                    <a:gd name="T5" fmla="*/ 40 h 52"/>
                    <a:gd name="T6" fmla="*/ 4 w 108"/>
                    <a:gd name="T7" fmla="*/ 40 h 52"/>
                    <a:gd name="T8" fmla="*/ 4 w 108"/>
                    <a:gd name="T9" fmla="*/ 34 h 52"/>
                    <a:gd name="T10" fmla="*/ 0 w 108"/>
                    <a:gd name="T11" fmla="*/ 30 h 52"/>
                    <a:gd name="T12" fmla="*/ 4 w 108"/>
                    <a:gd name="T13" fmla="*/ 30 h 52"/>
                    <a:gd name="T14" fmla="*/ 12 w 108"/>
                    <a:gd name="T15" fmla="*/ 38 h 52"/>
                    <a:gd name="T16" fmla="*/ 14 w 108"/>
                    <a:gd name="T17" fmla="*/ 34 h 52"/>
                    <a:gd name="T18" fmla="*/ 18 w 108"/>
                    <a:gd name="T19" fmla="*/ 30 h 52"/>
                    <a:gd name="T20" fmla="*/ 26 w 108"/>
                    <a:gd name="T21" fmla="*/ 30 h 52"/>
                    <a:gd name="T22" fmla="*/ 38 w 108"/>
                    <a:gd name="T23" fmla="*/ 30 h 52"/>
                    <a:gd name="T24" fmla="*/ 38 w 108"/>
                    <a:gd name="T25" fmla="*/ 30 h 52"/>
                    <a:gd name="T26" fmla="*/ 44 w 108"/>
                    <a:gd name="T27" fmla="*/ 30 h 52"/>
                    <a:gd name="T28" fmla="*/ 48 w 108"/>
                    <a:gd name="T29" fmla="*/ 34 h 52"/>
                    <a:gd name="T30" fmla="*/ 48 w 108"/>
                    <a:gd name="T31" fmla="*/ 26 h 52"/>
                    <a:gd name="T32" fmla="*/ 48 w 108"/>
                    <a:gd name="T33" fmla="*/ 22 h 52"/>
                    <a:gd name="T34" fmla="*/ 44 w 108"/>
                    <a:gd name="T35" fmla="*/ 18 h 52"/>
                    <a:gd name="T36" fmla="*/ 52 w 108"/>
                    <a:gd name="T37" fmla="*/ 14 h 52"/>
                    <a:gd name="T38" fmla="*/ 56 w 108"/>
                    <a:gd name="T39" fmla="*/ 10 h 52"/>
                    <a:gd name="T40" fmla="*/ 60 w 108"/>
                    <a:gd name="T41" fmla="*/ 10 h 52"/>
                    <a:gd name="T42" fmla="*/ 64 w 108"/>
                    <a:gd name="T43" fmla="*/ 6 h 52"/>
                    <a:gd name="T44" fmla="*/ 70 w 108"/>
                    <a:gd name="T45" fmla="*/ 6 h 52"/>
                    <a:gd name="T46" fmla="*/ 74 w 108"/>
                    <a:gd name="T47" fmla="*/ 6 h 52"/>
                    <a:gd name="T48" fmla="*/ 78 w 108"/>
                    <a:gd name="T49" fmla="*/ 4 h 52"/>
                    <a:gd name="T50" fmla="*/ 82 w 108"/>
                    <a:gd name="T51" fmla="*/ 0 h 52"/>
                    <a:gd name="T52" fmla="*/ 86 w 108"/>
                    <a:gd name="T53" fmla="*/ 4 h 52"/>
                    <a:gd name="T54" fmla="*/ 92 w 108"/>
                    <a:gd name="T55" fmla="*/ 4 h 52"/>
                    <a:gd name="T56" fmla="*/ 96 w 108"/>
                    <a:gd name="T57" fmla="*/ 6 h 52"/>
                    <a:gd name="T58" fmla="*/ 100 w 108"/>
                    <a:gd name="T59" fmla="*/ 6 h 52"/>
                    <a:gd name="T60" fmla="*/ 104 w 108"/>
                    <a:gd name="T61" fmla="*/ 6 h 52"/>
                    <a:gd name="T62" fmla="*/ 104 w 108"/>
                    <a:gd name="T63" fmla="*/ 14 h 52"/>
                    <a:gd name="T64" fmla="*/ 108 w 108"/>
                    <a:gd name="T65" fmla="*/ 18 h 52"/>
                    <a:gd name="T66" fmla="*/ 108 w 108"/>
                    <a:gd name="T67" fmla="*/ 22 h 52"/>
                    <a:gd name="T68" fmla="*/ 108 w 108"/>
                    <a:gd name="T69" fmla="*/ 26 h 52"/>
                    <a:gd name="T70" fmla="*/ 100 w 108"/>
                    <a:gd name="T71" fmla="*/ 26 h 52"/>
                    <a:gd name="T72" fmla="*/ 100 w 108"/>
                    <a:gd name="T73" fmla="*/ 30 h 52"/>
                    <a:gd name="T74" fmla="*/ 100 w 108"/>
                    <a:gd name="T75" fmla="*/ 34 h 52"/>
                    <a:gd name="T76" fmla="*/ 100 w 108"/>
                    <a:gd name="T77" fmla="*/ 38 h 52"/>
                    <a:gd name="T78" fmla="*/ 96 w 108"/>
                    <a:gd name="T79" fmla="*/ 40 h 52"/>
                    <a:gd name="T80" fmla="*/ 92 w 108"/>
                    <a:gd name="T81" fmla="*/ 44 h 52"/>
                    <a:gd name="T82" fmla="*/ 90 w 108"/>
                    <a:gd name="T83" fmla="*/ 48 h 52"/>
                    <a:gd name="T84" fmla="*/ 78 w 108"/>
                    <a:gd name="T85" fmla="*/ 48 h 52"/>
                    <a:gd name="T86" fmla="*/ 70 w 108"/>
                    <a:gd name="T87" fmla="*/ 52 h 52"/>
                    <a:gd name="T88" fmla="*/ 64 w 108"/>
                    <a:gd name="T89" fmla="*/ 52 h 52"/>
                    <a:gd name="T90" fmla="*/ 56 w 108"/>
                    <a:gd name="T91" fmla="*/ 52 h 52"/>
                    <a:gd name="T92" fmla="*/ 44 w 108"/>
                    <a:gd name="T93" fmla="*/ 48 h 52"/>
                    <a:gd name="T94" fmla="*/ 40 w 108"/>
                    <a:gd name="T95" fmla="*/ 48 h 52"/>
                    <a:gd name="T96" fmla="*/ 38 w 108"/>
                    <a:gd name="T97" fmla="*/ 40 h 52"/>
                    <a:gd name="T98" fmla="*/ 38 w 108"/>
                    <a:gd name="T99" fmla="*/ 40 h 52"/>
                    <a:gd name="T100" fmla="*/ 30 w 108"/>
                    <a:gd name="T101" fmla="*/ 40 h 52"/>
                    <a:gd name="T102" fmla="*/ 22 w 108"/>
                    <a:gd name="T103" fmla="*/ 44 h 52"/>
                    <a:gd name="T104" fmla="*/ 18 w 108"/>
                    <a:gd name="T105" fmla="*/ 44 h 52"/>
                    <a:gd name="T106" fmla="*/ 14 w 108"/>
                    <a:gd name="T107" fmla="*/ 44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08" h="52">
                      <a:moveTo>
                        <a:pt x="14" y="44"/>
                      </a:moveTo>
                      <a:lnTo>
                        <a:pt x="14" y="44"/>
                      </a:lnTo>
                      <a:lnTo>
                        <a:pt x="14" y="40"/>
                      </a:lnTo>
                      <a:lnTo>
                        <a:pt x="12" y="40"/>
                      </a:lnTo>
                      <a:lnTo>
                        <a:pt x="12" y="40"/>
                      </a:lnTo>
                      <a:lnTo>
                        <a:pt x="12" y="40"/>
                      </a:lnTo>
                      <a:lnTo>
                        <a:pt x="12" y="44"/>
                      </a:lnTo>
                      <a:lnTo>
                        <a:pt x="12" y="44"/>
                      </a:lnTo>
                      <a:lnTo>
                        <a:pt x="12" y="44"/>
                      </a:lnTo>
                      <a:lnTo>
                        <a:pt x="8" y="44"/>
                      </a:lnTo>
                      <a:lnTo>
                        <a:pt x="8" y="44"/>
                      </a:lnTo>
                      <a:lnTo>
                        <a:pt x="8" y="44"/>
                      </a:lnTo>
                      <a:lnTo>
                        <a:pt x="8" y="44"/>
                      </a:lnTo>
                      <a:lnTo>
                        <a:pt x="8" y="44"/>
                      </a:lnTo>
                      <a:lnTo>
                        <a:pt x="4" y="44"/>
                      </a:lnTo>
                      <a:lnTo>
                        <a:pt x="4" y="40"/>
                      </a:lnTo>
                      <a:lnTo>
                        <a:pt x="8" y="40"/>
                      </a:lnTo>
                      <a:lnTo>
                        <a:pt x="4" y="40"/>
                      </a:lnTo>
                      <a:lnTo>
                        <a:pt x="4" y="40"/>
                      </a:lnTo>
                      <a:lnTo>
                        <a:pt x="4" y="40"/>
                      </a:lnTo>
                      <a:lnTo>
                        <a:pt x="0" y="40"/>
                      </a:lnTo>
                      <a:lnTo>
                        <a:pt x="0" y="40"/>
                      </a:lnTo>
                      <a:lnTo>
                        <a:pt x="4" y="40"/>
                      </a:lnTo>
                      <a:lnTo>
                        <a:pt x="4" y="40"/>
                      </a:lnTo>
                      <a:lnTo>
                        <a:pt x="4" y="38"/>
                      </a:lnTo>
                      <a:lnTo>
                        <a:pt x="0" y="38"/>
                      </a:lnTo>
                      <a:lnTo>
                        <a:pt x="0" y="38"/>
                      </a:lnTo>
                      <a:lnTo>
                        <a:pt x="0" y="38"/>
                      </a:lnTo>
                      <a:lnTo>
                        <a:pt x="0" y="34"/>
                      </a:lnTo>
                      <a:lnTo>
                        <a:pt x="4" y="34"/>
                      </a:lnTo>
                      <a:lnTo>
                        <a:pt x="4" y="34"/>
                      </a:lnTo>
                      <a:lnTo>
                        <a:pt x="4" y="34"/>
                      </a:lnTo>
                      <a:lnTo>
                        <a:pt x="0" y="34"/>
                      </a:lnTo>
                      <a:lnTo>
                        <a:pt x="0" y="34"/>
                      </a:lnTo>
                      <a:lnTo>
                        <a:pt x="0" y="30"/>
                      </a:lnTo>
                      <a:lnTo>
                        <a:pt x="0" y="30"/>
                      </a:lnTo>
                      <a:lnTo>
                        <a:pt x="0" y="30"/>
                      </a:lnTo>
                      <a:lnTo>
                        <a:pt x="4" y="30"/>
                      </a:lnTo>
                      <a:lnTo>
                        <a:pt x="4" y="30"/>
                      </a:lnTo>
                      <a:lnTo>
                        <a:pt x="4" y="30"/>
                      </a:lnTo>
                      <a:lnTo>
                        <a:pt x="4" y="30"/>
                      </a:lnTo>
                      <a:lnTo>
                        <a:pt x="4" y="30"/>
                      </a:lnTo>
                      <a:lnTo>
                        <a:pt x="4" y="30"/>
                      </a:lnTo>
                      <a:lnTo>
                        <a:pt x="8" y="30"/>
                      </a:lnTo>
                      <a:lnTo>
                        <a:pt x="8" y="34"/>
                      </a:lnTo>
                      <a:lnTo>
                        <a:pt x="12" y="34"/>
                      </a:lnTo>
                      <a:lnTo>
                        <a:pt x="12" y="34"/>
                      </a:lnTo>
                      <a:lnTo>
                        <a:pt x="12" y="38"/>
                      </a:lnTo>
                      <a:lnTo>
                        <a:pt x="12" y="38"/>
                      </a:lnTo>
                      <a:lnTo>
                        <a:pt x="12" y="38"/>
                      </a:lnTo>
                      <a:lnTo>
                        <a:pt x="12" y="38"/>
                      </a:lnTo>
                      <a:lnTo>
                        <a:pt x="14" y="34"/>
                      </a:lnTo>
                      <a:lnTo>
                        <a:pt x="14" y="34"/>
                      </a:lnTo>
                      <a:lnTo>
                        <a:pt x="14" y="34"/>
                      </a:lnTo>
                      <a:lnTo>
                        <a:pt x="14" y="30"/>
                      </a:lnTo>
                      <a:lnTo>
                        <a:pt x="14" y="30"/>
                      </a:lnTo>
                      <a:lnTo>
                        <a:pt x="14" y="30"/>
                      </a:lnTo>
                      <a:lnTo>
                        <a:pt x="14" y="30"/>
                      </a:lnTo>
                      <a:lnTo>
                        <a:pt x="18" y="30"/>
                      </a:lnTo>
                      <a:lnTo>
                        <a:pt x="18" y="30"/>
                      </a:lnTo>
                      <a:lnTo>
                        <a:pt x="22" y="34"/>
                      </a:lnTo>
                      <a:lnTo>
                        <a:pt x="22" y="34"/>
                      </a:lnTo>
                      <a:lnTo>
                        <a:pt x="22" y="34"/>
                      </a:lnTo>
                      <a:lnTo>
                        <a:pt x="22" y="34"/>
                      </a:lnTo>
                      <a:lnTo>
                        <a:pt x="26" y="34"/>
                      </a:lnTo>
                      <a:lnTo>
                        <a:pt x="26" y="30"/>
                      </a:lnTo>
                      <a:lnTo>
                        <a:pt x="30" y="30"/>
                      </a:lnTo>
                      <a:lnTo>
                        <a:pt x="30" y="30"/>
                      </a:lnTo>
                      <a:lnTo>
                        <a:pt x="30" y="30"/>
                      </a:lnTo>
                      <a:lnTo>
                        <a:pt x="30" y="30"/>
                      </a:lnTo>
                      <a:lnTo>
                        <a:pt x="34" y="30"/>
                      </a:lnTo>
                      <a:lnTo>
                        <a:pt x="38" y="30"/>
                      </a:lnTo>
                      <a:lnTo>
                        <a:pt x="38" y="30"/>
                      </a:lnTo>
                      <a:lnTo>
                        <a:pt x="38" y="30"/>
                      </a:lnTo>
                      <a:lnTo>
                        <a:pt x="38" y="30"/>
                      </a:lnTo>
                      <a:lnTo>
                        <a:pt x="38" y="30"/>
                      </a:lnTo>
                      <a:lnTo>
                        <a:pt x="38" y="30"/>
                      </a:lnTo>
                      <a:lnTo>
                        <a:pt x="38" y="30"/>
                      </a:lnTo>
                      <a:lnTo>
                        <a:pt x="40" y="30"/>
                      </a:lnTo>
                      <a:lnTo>
                        <a:pt x="40" y="30"/>
                      </a:lnTo>
                      <a:lnTo>
                        <a:pt x="44" y="30"/>
                      </a:lnTo>
                      <a:lnTo>
                        <a:pt x="44" y="30"/>
                      </a:lnTo>
                      <a:lnTo>
                        <a:pt x="44" y="30"/>
                      </a:lnTo>
                      <a:lnTo>
                        <a:pt x="44" y="30"/>
                      </a:lnTo>
                      <a:lnTo>
                        <a:pt x="44" y="30"/>
                      </a:lnTo>
                      <a:lnTo>
                        <a:pt x="48" y="30"/>
                      </a:lnTo>
                      <a:lnTo>
                        <a:pt x="48" y="30"/>
                      </a:lnTo>
                      <a:lnTo>
                        <a:pt x="48" y="30"/>
                      </a:lnTo>
                      <a:lnTo>
                        <a:pt x="48" y="30"/>
                      </a:lnTo>
                      <a:lnTo>
                        <a:pt x="48" y="34"/>
                      </a:lnTo>
                      <a:lnTo>
                        <a:pt x="48" y="34"/>
                      </a:lnTo>
                      <a:lnTo>
                        <a:pt x="52" y="34"/>
                      </a:lnTo>
                      <a:lnTo>
                        <a:pt x="52" y="30"/>
                      </a:lnTo>
                      <a:lnTo>
                        <a:pt x="52" y="30"/>
                      </a:lnTo>
                      <a:lnTo>
                        <a:pt x="52" y="26"/>
                      </a:lnTo>
                      <a:lnTo>
                        <a:pt x="48" y="26"/>
                      </a:lnTo>
                      <a:lnTo>
                        <a:pt x="48" y="26"/>
                      </a:lnTo>
                      <a:lnTo>
                        <a:pt x="48" y="26"/>
                      </a:lnTo>
                      <a:lnTo>
                        <a:pt x="48" y="26"/>
                      </a:lnTo>
                      <a:lnTo>
                        <a:pt x="48" y="26"/>
                      </a:lnTo>
                      <a:lnTo>
                        <a:pt x="48" y="26"/>
                      </a:lnTo>
                      <a:lnTo>
                        <a:pt x="48" y="22"/>
                      </a:lnTo>
                      <a:lnTo>
                        <a:pt x="48" y="22"/>
                      </a:lnTo>
                      <a:lnTo>
                        <a:pt x="48" y="22"/>
                      </a:lnTo>
                      <a:lnTo>
                        <a:pt x="48" y="22"/>
                      </a:lnTo>
                      <a:lnTo>
                        <a:pt x="48" y="22"/>
                      </a:lnTo>
                      <a:lnTo>
                        <a:pt x="48" y="18"/>
                      </a:lnTo>
                      <a:lnTo>
                        <a:pt x="44" y="18"/>
                      </a:lnTo>
                      <a:lnTo>
                        <a:pt x="44" y="18"/>
                      </a:lnTo>
                      <a:lnTo>
                        <a:pt x="48" y="18"/>
                      </a:lnTo>
                      <a:lnTo>
                        <a:pt x="48" y="14"/>
                      </a:lnTo>
                      <a:lnTo>
                        <a:pt x="52" y="14"/>
                      </a:lnTo>
                      <a:lnTo>
                        <a:pt x="52" y="14"/>
                      </a:lnTo>
                      <a:lnTo>
                        <a:pt x="52" y="14"/>
                      </a:lnTo>
                      <a:lnTo>
                        <a:pt x="56" y="14"/>
                      </a:lnTo>
                      <a:lnTo>
                        <a:pt x="56" y="14"/>
                      </a:lnTo>
                      <a:lnTo>
                        <a:pt x="56" y="14"/>
                      </a:lnTo>
                      <a:lnTo>
                        <a:pt x="56" y="14"/>
                      </a:lnTo>
                      <a:lnTo>
                        <a:pt x="56" y="10"/>
                      </a:lnTo>
                      <a:lnTo>
                        <a:pt x="56" y="10"/>
                      </a:lnTo>
                      <a:lnTo>
                        <a:pt x="56" y="10"/>
                      </a:lnTo>
                      <a:lnTo>
                        <a:pt x="56" y="10"/>
                      </a:lnTo>
                      <a:lnTo>
                        <a:pt x="60" y="10"/>
                      </a:lnTo>
                      <a:lnTo>
                        <a:pt x="60" y="10"/>
                      </a:lnTo>
                      <a:lnTo>
                        <a:pt x="60" y="10"/>
                      </a:lnTo>
                      <a:lnTo>
                        <a:pt x="60" y="10"/>
                      </a:lnTo>
                      <a:lnTo>
                        <a:pt x="60" y="10"/>
                      </a:lnTo>
                      <a:lnTo>
                        <a:pt x="60" y="6"/>
                      </a:lnTo>
                      <a:lnTo>
                        <a:pt x="60" y="6"/>
                      </a:lnTo>
                      <a:lnTo>
                        <a:pt x="60" y="6"/>
                      </a:lnTo>
                      <a:lnTo>
                        <a:pt x="64" y="6"/>
                      </a:lnTo>
                      <a:lnTo>
                        <a:pt x="64" y="6"/>
                      </a:lnTo>
                      <a:lnTo>
                        <a:pt x="64" y="6"/>
                      </a:lnTo>
                      <a:lnTo>
                        <a:pt x="64" y="6"/>
                      </a:lnTo>
                      <a:lnTo>
                        <a:pt x="66" y="10"/>
                      </a:lnTo>
                      <a:lnTo>
                        <a:pt x="66" y="10"/>
                      </a:lnTo>
                      <a:lnTo>
                        <a:pt x="70" y="10"/>
                      </a:lnTo>
                      <a:lnTo>
                        <a:pt x="70" y="6"/>
                      </a:lnTo>
                      <a:lnTo>
                        <a:pt x="70" y="6"/>
                      </a:lnTo>
                      <a:lnTo>
                        <a:pt x="70" y="6"/>
                      </a:lnTo>
                      <a:lnTo>
                        <a:pt x="74" y="6"/>
                      </a:lnTo>
                      <a:lnTo>
                        <a:pt x="74" y="10"/>
                      </a:lnTo>
                      <a:lnTo>
                        <a:pt x="74" y="10"/>
                      </a:lnTo>
                      <a:lnTo>
                        <a:pt x="74" y="6"/>
                      </a:lnTo>
                      <a:lnTo>
                        <a:pt x="74" y="6"/>
                      </a:lnTo>
                      <a:lnTo>
                        <a:pt x="74" y="6"/>
                      </a:lnTo>
                      <a:lnTo>
                        <a:pt x="74" y="4"/>
                      </a:lnTo>
                      <a:lnTo>
                        <a:pt x="74" y="4"/>
                      </a:lnTo>
                      <a:lnTo>
                        <a:pt x="74" y="4"/>
                      </a:lnTo>
                      <a:lnTo>
                        <a:pt x="78" y="4"/>
                      </a:lnTo>
                      <a:lnTo>
                        <a:pt x="78" y="4"/>
                      </a:lnTo>
                      <a:lnTo>
                        <a:pt x="78" y="0"/>
                      </a:lnTo>
                      <a:lnTo>
                        <a:pt x="78" y="0"/>
                      </a:lnTo>
                      <a:lnTo>
                        <a:pt x="78" y="0"/>
                      </a:lnTo>
                      <a:lnTo>
                        <a:pt x="78" y="0"/>
                      </a:lnTo>
                      <a:lnTo>
                        <a:pt x="82" y="0"/>
                      </a:lnTo>
                      <a:lnTo>
                        <a:pt x="82" y="0"/>
                      </a:lnTo>
                      <a:lnTo>
                        <a:pt x="82" y="0"/>
                      </a:lnTo>
                      <a:lnTo>
                        <a:pt x="82" y="0"/>
                      </a:lnTo>
                      <a:lnTo>
                        <a:pt x="86" y="4"/>
                      </a:lnTo>
                      <a:lnTo>
                        <a:pt x="86" y="4"/>
                      </a:lnTo>
                      <a:lnTo>
                        <a:pt x="86" y="4"/>
                      </a:lnTo>
                      <a:lnTo>
                        <a:pt x="86" y="4"/>
                      </a:lnTo>
                      <a:lnTo>
                        <a:pt x="86" y="4"/>
                      </a:lnTo>
                      <a:lnTo>
                        <a:pt x="90" y="4"/>
                      </a:lnTo>
                      <a:lnTo>
                        <a:pt x="90" y="4"/>
                      </a:lnTo>
                      <a:lnTo>
                        <a:pt x="90" y="4"/>
                      </a:lnTo>
                      <a:lnTo>
                        <a:pt x="92" y="4"/>
                      </a:lnTo>
                      <a:lnTo>
                        <a:pt x="92" y="6"/>
                      </a:lnTo>
                      <a:lnTo>
                        <a:pt x="92" y="6"/>
                      </a:lnTo>
                      <a:lnTo>
                        <a:pt x="92" y="6"/>
                      </a:lnTo>
                      <a:lnTo>
                        <a:pt x="92" y="6"/>
                      </a:lnTo>
                      <a:lnTo>
                        <a:pt x="96" y="6"/>
                      </a:lnTo>
                      <a:lnTo>
                        <a:pt x="96" y="6"/>
                      </a:lnTo>
                      <a:lnTo>
                        <a:pt x="96" y="6"/>
                      </a:lnTo>
                      <a:lnTo>
                        <a:pt x="96" y="4"/>
                      </a:lnTo>
                      <a:lnTo>
                        <a:pt x="96" y="4"/>
                      </a:lnTo>
                      <a:lnTo>
                        <a:pt x="100" y="4"/>
                      </a:lnTo>
                      <a:lnTo>
                        <a:pt x="100" y="4"/>
                      </a:lnTo>
                      <a:lnTo>
                        <a:pt x="100" y="6"/>
                      </a:lnTo>
                      <a:lnTo>
                        <a:pt x="104" y="6"/>
                      </a:lnTo>
                      <a:lnTo>
                        <a:pt x="104" y="6"/>
                      </a:lnTo>
                      <a:lnTo>
                        <a:pt x="104" y="6"/>
                      </a:lnTo>
                      <a:lnTo>
                        <a:pt x="104" y="6"/>
                      </a:lnTo>
                      <a:lnTo>
                        <a:pt x="104" y="6"/>
                      </a:lnTo>
                      <a:lnTo>
                        <a:pt x="104" y="6"/>
                      </a:lnTo>
                      <a:lnTo>
                        <a:pt x="104" y="10"/>
                      </a:lnTo>
                      <a:lnTo>
                        <a:pt x="104" y="10"/>
                      </a:lnTo>
                      <a:lnTo>
                        <a:pt x="104" y="10"/>
                      </a:lnTo>
                      <a:lnTo>
                        <a:pt x="104" y="10"/>
                      </a:lnTo>
                      <a:lnTo>
                        <a:pt x="104" y="10"/>
                      </a:lnTo>
                      <a:lnTo>
                        <a:pt x="104" y="14"/>
                      </a:lnTo>
                      <a:lnTo>
                        <a:pt x="104" y="14"/>
                      </a:lnTo>
                      <a:lnTo>
                        <a:pt x="104" y="14"/>
                      </a:lnTo>
                      <a:lnTo>
                        <a:pt x="104" y="14"/>
                      </a:lnTo>
                      <a:lnTo>
                        <a:pt x="104" y="18"/>
                      </a:lnTo>
                      <a:lnTo>
                        <a:pt x="108" y="18"/>
                      </a:lnTo>
                      <a:lnTo>
                        <a:pt x="108" y="18"/>
                      </a:lnTo>
                      <a:lnTo>
                        <a:pt x="108" y="18"/>
                      </a:lnTo>
                      <a:lnTo>
                        <a:pt x="108" y="18"/>
                      </a:lnTo>
                      <a:lnTo>
                        <a:pt x="108" y="22"/>
                      </a:lnTo>
                      <a:lnTo>
                        <a:pt x="108" y="22"/>
                      </a:lnTo>
                      <a:lnTo>
                        <a:pt x="108" y="22"/>
                      </a:lnTo>
                      <a:lnTo>
                        <a:pt x="108" y="22"/>
                      </a:lnTo>
                      <a:lnTo>
                        <a:pt x="108" y="22"/>
                      </a:lnTo>
                      <a:lnTo>
                        <a:pt x="108" y="26"/>
                      </a:lnTo>
                      <a:lnTo>
                        <a:pt x="108" y="26"/>
                      </a:lnTo>
                      <a:lnTo>
                        <a:pt x="108" y="26"/>
                      </a:lnTo>
                      <a:lnTo>
                        <a:pt x="108" y="26"/>
                      </a:lnTo>
                      <a:lnTo>
                        <a:pt x="108" y="26"/>
                      </a:lnTo>
                      <a:lnTo>
                        <a:pt x="104" y="26"/>
                      </a:lnTo>
                      <a:lnTo>
                        <a:pt x="104" y="26"/>
                      </a:lnTo>
                      <a:lnTo>
                        <a:pt x="104" y="30"/>
                      </a:lnTo>
                      <a:lnTo>
                        <a:pt x="104" y="30"/>
                      </a:lnTo>
                      <a:lnTo>
                        <a:pt x="104" y="26"/>
                      </a:lnTo>
                      <a:lnTo>
                        <a:pt x="100" y="26"/>
                      </a:lnTo>
                      <a:lnTo>
                        <a:pt x="100" y="26"/>
                      </a:lnTo>
                      <a:lnTo>
                        <a:pt x="100" y="26"/>
                      </a:lnTo>
                      <a:lnTo>
                        <a:pt x="100" y="26"/>
                      </a:lnTo>
                      <a:lnTo>
                        <a:pt x="96" y="26"/>
                      </a:lnTo>
                      <a:lnTo>
                        <a:pt x="96" y="30"/>
                      </a:lnTo>
                      <a:lnTo>
                        <a:pt x="100" y="30"/>
                      </a:lnTo>
                      <a:lnTo>
                        <a:pt x="100" y="30"/>
                      </a:lnTo>
                      <a:lnTo>
                        <a:pt x="100" y="30"/>
                      </a:lnTo>
                      <a:lnTo>
                        <a:pt x="100" y="30"/>
                      </a:lnTo>
                      <a:lnTo>
                        <a:pt x="100" y="30"/>
                      </a:lnTo>
                      <a:lnTo>
                        <a:pt x="100" y="30"/>
                      </a:lnTo>
                      <a:lnTo>
                        <a:pt x="100" y="34"/>
                      </a:lnTo>
                      <a:lnTo>
                        <a:pt x="100" y="34"/>
                      </a:lnTo>
                      <a:lnTo>
                        <a:pt x="100" y="34"/>
                      </a:lnTo>
                      <a:lnTo>
                        <a:pt x="96" y="34"/>
                      </a:lnTo>
                      <a:lnTo>
                        <a:pt x="96" y="34"/>
                      </a:lnTo>
                      <a:lnTo>
                        <a:pt x="100" y="38"/>
                      </a:lnTo>
                      <a:lnTo>
                        <a:pt x="100" y="38"/>
                      </a:lnTo>
                      <a:lnTo>
                        <a:pt x="96" y="38"/>
                      </a:lnTo>
                      <a:lnTo>
                        <a:pt x="96" y="38"/>
                      </a:lnTo>
                      <a:lnTo>
                        <a:pt x="96" y="38"/>
                      </a:lnTo>
                      <a:lnTo>
                        <a:pt x="100" y="40"/>
                      </a:lnTo>
                      <a:lnTo>
                        <a:pt x="100" y="40"/>
                      </a:lnTo>
                      <a:lnTo>
                        <a:pt x="96" y="40"/>
                      </a:lnTo>
                      <a:lnTo>
                        <a:pt x="96" y="40"/>
                      </a:lnTo>
                      <a:lnTo>
                        <a:pt x="96" y="40"/>
                      </a:lnTo>
                      <a:lnTo>
                        <a:pt x="96" y="40"/>
                      </a:lnTo>
                      <a:lnTo>
                        <a:pt x="96" y="40"/>
                      </a:lnTo>
                      <a:lnTo>
                        <a:pt x="96" y="40"/>
                      </a:lnTo>
                      <a:lnTo>
                        <a:pt x="92" y="44"/>
                      </a:lnTo>
                      <a:lnTo>
                        <a:pt x="92" y="44"/>
                      </a:lnTo>
                      <a:lnTo>
                        <a:pt x="92" y="44"/>
                      </a:lnTo>
                      <a:lnTo>
                        <a:pt x="92" y="44"/>
                      </a:lnTo>
                      <a:lnTo>
                        <a:pt x="92" y="48"/>
                      </a:lnTo>
                      <a:lnTo>
                        <a:pt x="90" y="48"/>
                      </a:lnTo>
                      <a:lnTo>
                        <a:pt x="90" y="48"/>
                      </a:lnTo>
                      <a:lnTo>
                        <a:pt x="90" y="48"/>
                      </a:lnTo>
                      <a:lnTo>
                        <a:pt x="86" y="48"/>
                      </a:lnTo>
                      <a:lnTo>
                        <a:pt x="82" y="48"/>
                      </a:lnTo>
                      <a:lnTo>
                        <a:pt x="78" y="48"/>
                      </a:lnTo>
                      <a:lnTo>
                        <a:pt x="78" y="48"/>
                      </a:lnTo>
                      <a:lnTo>
                        <a:pt x="78" y="48"/>
                      </a:lnTo>
                      <a:lnTo>
                        <a:pt x="78" y="48"/>
                      </a:lnTo>
                      <a:lnTo>
                        <a:pt x="74" y="48"/>
                      </a:lnTo>
                      <a:lnTo>
                        <a:pt x="74" y="52"/>
                      </a:lnTo>
                      <a:lnTo>
                        <a:pt x="74" y="52"/>
                      </a:lnTo>
                      <a:lnTo>
                        <a:pt x="74" y="52"/>
                      </a:lnTo>
                      <a:lnTo>
                        <a:pt x="70" y="52"/>
                      </a:lnTo>
                      <a:lnTo>
                        <a:pt x="70" y="52"/>
                      </a:lnTo>
                      <a:lnTo>
                        <a:pt x="66" y="52"/>
                      </a:lnTo>
                      <a:lnTo>
                        <a:pt x="66" y="52"/>
                      </a:lnTo>
                      <a:lnTo>
                        <a:pt x="66" y="52"/>
                      </a:lnTo>
                      <a:lnTo>
                        <a:pt x="64" y="52"/>
                      </a:lnTo>
                      <a:lnTo>
                        <a:pt x="64" y="52"/>
                      </a:lnTo>
                      <a:lnTo>
                        <a:pt x="64" y="52"/>
                      </a:lnTo>
                      <a:lnTo>
                        <a:pt x="60" y="52"/>
                      </a:lnTo>
                      <a:lnTo>
                        <a:pt x="60" y="52"/>
                      </a:lnTo>
                      <a:lnTo>
                        <a:pt x="60" y="52"/>
                      </a:lnTo>
                      <a:lnTo>
                        <a:pt x="56" y="52"/>
                      </a:lnTo>
                      <a:lnTo>
                        <a:pt x="56" y="52"/>
                      </a:lnTo>
                      <a:lnTo>
                        <a:pt x="52" y="52"/>
                      </a:lnTo>
                      <a:lnTo>
                        <a:pt x="48" y="48"/>
                      </a:lnTo>
                      <a:lnTo>
                        <a:pt x="44" y="48"/>
                      </a:lnTo>
                      <a:lnTo>
                        <a:pt x="44" y="48"/>
                      </a:lnTo>
                      <a:lnTo>
                        <a:pt x="44" y="48"/>
                      </a:lnTo>
                      <a:lnTo>
                        <a:pt x="44" y="48"/>
                      </a:lnTo>
                      <a:lnTo>
                        <a:pt x="44" y="48"/>
                      </a:lnTo>
                      <a:lnTo>
                        <a:pt x="44" y="48"/>
                      </a:lnTo>
                      <a:lnTo>
                        <a:pt x="44" y="48"/>
                      </a:lnTo>
                      <a:lnTo>
                        <a:pt x="40" y="48"/>
                      </a:lnTo>
                      <a:lnTo>
                        <a:pt x="40" y="48"/>
                      </a:lnTo>
                      <a:lnTo>
                        <a:pt x="40" y="48"/>
                      </a:lnTo>
                      <a:lnTo>
                        <a:pt x="40" y="48"/>
                      </a:lnTo>
                      <a:lnTo>
                        <a:pt x="40" y="44"/>
                      </a:lnTo>
                      <a:lnTo>
                        <a:pt x="38" y="44"/>
                      </a:lnTo>
                      <a:lnTo>
                        <a:pt x="38" y="44"/>
                      </a:lnTo>
                      <a:lnTo>
                        <a:pt x="38" y="44"/>
                      </a:lnTo>
                      <a:lnTo>
                        <a:pt x="38" y="40"/>
                      </a:lnTo>
                      <a:lnTo>
                        <a:pt x="38" y="40"/>
                      </a:lnTo>
                      <a:lnTo>
                        <a:pt x="38" y="40"/>
                      </a:lnTo>
                      <a:lnTo>
                        <a:pt x="38" y="40"/>
                      </a:lnTo>
                      <a:lnTo>
                        <a:pt x="38" y="40"/>
                      </a:lnTo>
                      <a:lnTo>
                        <a:pt x="38" y="40"/>
                      </a:lnTo>
                      <a:lnTo>
                        <a:pt x="38" y="40"/>
                      </a:lnTo>
                      <a:lnTo>
                        <a:pt x="38" y="40"/>
                      </a:lnTo>
                      <a:lnTo>
                        <a:pt x="38" y="40"/>
                      </a:lnTo>
                      <a:lnTo>
                        <a:pt x="34" y="40"/>
                      </a:lnTo>
                      <a:lnTo>
                        <a:pt x="34" y="40"/>
                      </a:lnTo>
                      <a:lnTo>
                        <a:pt x="30" y="40"/>
                      </a:lnTo>
                      <a:lnTo>
                        <a:pt x="30" y="40"/>
                      </a:lnTo>
                      <a:lnTo>
                        <a:pt x="30" y="40"/>
                      </a:lnTo>
                      <a:lnTo>
                        <a:pt x="22" y="40"/>
                      </a:lnTo>
                      <a:lnTo>
                        <a:pt x="22" y="44"/>
                      </a:lnTo>
                      <a:lnTo>
                        <a:pt x="22" y="44"/>
                      </a:lnTo>
                      <a:lnTo>
                        <a:pt x="22" y="44"/>
                      </a:lnTo>
                      <a:lnTo>
                        <a:pt x="22" y="44"/>
                      </a:lnTo>
                      <a:lnTo>
                        <a:pt x="22" y="44"/>
                      </a:lnTo>
                      <a:lnTo>
                        <a:pt x="18" y="48"/>
                      </a:lnTo>
                      <a:lnTo>
                        <a:pt x="18" y="44"/>
                      </a:lnTo>
                      <a:lnTo>
                        <a:pt x="18" y="44"/>
                      </a:lnTo>
                      <a:lnTo>
                        <a:pt x="18" y="44"/>
                      </a:lnTo>
                      <a:lnTo>
                        <a:pt x="18" y="44"/>
                      </a:lnTo>
                      <a:lnTo>
                        <a:pt x="14" y="44"/>
                      </a:lnTo>
                      <a:lnTo>
                        <a:pt x="14" y="44"/>
                      </a:lnTo>
                      <a:lnTo>
                        <a:pt x="14" y="44"/>
                      </a:lnTo>
                      <a:lnTo>
                        <a:pt x="14" y="44"/>
                      </a:lnTo>
                      <a:lnTo>
                        <a:pt x="14" y="44"/>
                      </a:lnTo>
                      <a:lnTo>
                        <a:pt x="14" y="44"/>
                      </a:lnTo>
                      <a:lnTo>
                        <a:pt x="14" y="44"/>
                      </a:lnTo>
                      <a:lnTo>
                        <a:pt x="14" y="44"/>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101" name="Freeform 90">
                  <a:extLst>
                    <a:ext uri="{FF2B5EF4-FFF2-40B4-BE49-F238E27FC236}">
                      <a16:creationId xmlns:a16="http://schemas.microsoft.com/office/drawing/2014/main" id="{97BA3DC3-177E-9399-B668-FD1EB8783651}"/>
                    </a:ext>
                  </a:extLst>
                </p:cNvPr>
                <p:cNvSpPr>
                  <a:spLocks/>
                </p:cNvSpPr>
                <p:nvPr/>
              </p:nvSpPr>
              <p:spPr bwMode="gray">
                <a:xfrm>
                  <a:off x="5370433" y="2700429"/>
                  <a:ext cx="233061" cy="187840"/>
                </a:xfrm>
                <a:custGeom>
                  <a:avLst/>
                  <a:gdLst>
                    <a:gd name="T0" fmla="*/ 26 w 134"/>
                    <a:gd name="T1" fmla="*/ 94 h 108"/>
                    <a:gd name="T2" fmla="*/ 14 w 134"/>
                    <a:gd name="T3" fmla="*/ 98 h 108"/>
                    <a:gd name="T4" fmla="*/ 12 w 134"/>
                    <a:gd name="T5" fmla="*/ 100 h 108"/>
                    <a:gd name="T6" fmla="*/ 4 w 134"/>
                    <a:gd name="T7" fmla="*/ 100 h 108"/>
                    <a:gd name="T8" fmla="*/ 8 w 134"/>
                    <a:gd name="T9" fmla="*/ 90 h 108"/>
                    <a:gd name="T10" fmla="*/ 0 w 134"/>
                    <a:gd name="T11" fmla="*/ 82 h 108"/>
                    <a:gd name="T12" fmla="*/ 8 w 134"/>
                    <a:gd name="T13" fmla="*/ 78 h 108"/>
                    <a:gd name="T14" fmla="*/ 12 w 134"/>
                    <a:gd name="T15" fmla="*/ 74 h 108"/>
                    <a:gd name="T16" fmla="*/ 8 w 134"/>
                    <a:gd name="T17" fmla="*/ 60 h 108"/>
                    <a:gd name="T18" fmla="*/ 4 w 134"/>
                    <a:gd name="T19" fmla="*/ 52 h 108"/>
                    <a:gd name="T20" fmla="*/ 8 w 134"/>
                    <a:gd name="T21" fmla="*/ 48 h 108"/>
                    <a:gd name="T22" fmla="*/ 14 w 134"/>
                    <a:gd name="T23" fmla="*/ 48 h 108"/>
                    <a:gd name="T24" fmla="*/ 18 w 134"/>
                    <a:gd name="T25" fmla="*/ 48 h 108"/>
                    <a:gd name="T26" fmla="*/ 22 w 134"/>
                    <a:gd name="T27" fmla="*/ 44 h 108"/>
                    <a:gd name="T28" fmla="*/ 30 w 134"/>
                    <a:gd name="T29" fmla="*/ 44 h 108"/>
                    <a:gd name="T30" fmla="*/ 34 w 134"/>
                    <a:gd name="T31" fmla="*/ 44 h 108"/>
                    <a:gd name="T32" fmla="*/ 38 w 134"/>
                    <a:gd name="T33" fmla="*/ 40 h 108"/>
                    <a:gd name="T34" fmla="*/ 38 w 134"/>
                    <a:gd name="T35" fmla="*/ 38 h 108"/>
                    <a:gd name="T36" fmla="*/ 38 w 134"/>
                    <a:gd name="T37" fmla="*/ 30 h 108"/>
                    <a:gd name="T38" fmla="*/ 44 w 134"/>
                    <a:gd name="T39" fmla="*/ 22 h 108"/>
                    <a:gd name="T40" fmla="*/ 48 w 134"/>
                    <a:gd name="T41" fmla="*/ 18 h 108"/>
                    <a:gd name="T42" fmla="*/ 48 w 134"/>
                    <a:gd name="T43" fmla="*/ 10 h 108"/>
                    <a:gd name="T44" fmla="*/ 52 w 134"/>
                    <a:gd name="T45" fmla="*/ 10 h 108"/>
                    <a:gd name="T46" fmla="*/ 64 w 134"/>
                    <a:gd name="T47" fmla="*/ 10 h 108"/>
                    <a:gd name="T48" fmla="*/ 68 w 134"/>
                    <a:gd name="T49" fmla="*/ 4 h 108"/>
                    <a:gd name="T50" fmla="*/ 74 w 134"/>
                    <a:gd name="T51" fmla="*/ 4 h 108"/>
                    <a:gd name="T52" fmla="*/ 78 w 134"/>
                    <a:gd name="T53" fmla="*/ 8 h 108"/>
                    <a:gd name="T54" fmla="*/ 88 w 134"/>
                    <a:gd name="T55" fmla="*/ 8 h 108"/>
                    <a:gd name="T56" fmla="*/ 96 w 134"/>
                    <a:gd name="T57" fmla="*/ 8 h 108"/>
                    <a:gd name="T58" fmla="*/ 108 w 134"/>
                    <a:gd name="T59" fmla="*/ 14 h 108"/>
                    <a:gd name="T60" fmla="*/ 108 w 134"/>
                    <a:gd name="T61" fmla="*/ 18 h 108"/>
                    <a:gd name="T62" fmla="*/ 112 w 134"/>
                    <a:gd name="T63" fmla="*/ 26 h 108"/>
                    <a:gd name="T64" fmla="*/ 108 w 134"/>
                    <a:gd name="T65" fmla="*/ 34 h 108"/>
                    <a:gd name="T66" fmla="*/ 112 w 134"/>
                    <a:gd name="T67" fmla="*/ 38 h 108"/>
                    <a:gd name="T68" fmla="*/ 118 w 134"/>
                    <a:gd name="T69" fmla="*/ 44 h 108"/>
                    <a:gd name="T70" fmla="*/ 122 w 134"/>
                    <a:gd name="T71" fmla="*/ 52 h 108"/>
                    <a:gd name="T72" fmla="*/ 130 w 134"/>
                    <a:gd name="T73" fmla="*/ 56 h 108"/>
                    <a:gd name="T74" fmla="*/ 134 w 134"/>
                    <a:gd name="T75" fmla="*/ 60 h 108"/>
                    <a:gd name="T76" fmla="*/ 130 w 134"/>
                    <a:gd name="T77" fmla="*/ 68 h 108"/>
                    <a:gd name="T78" fmla="*/ 122 w 134"/>
                    <a:gd name="T79" fmla="*/ 68 h 108"/>
                    <a:gd name="T80" fmla="*/ 114 w 134"/>
                    <a:gd name="T81" fmla="*/ 70 h 108"/>
                    <a:gd name="T82" fmla="*/ 118 w 134"/>
                    <a:gd name="T83" fmla="*/ 74 h 108"/>
                    <a:gd name="T84" fmla="*/ 118 w 134"/>
                    <a:gd name="T85" fmla="*/ 86 h 108"/>
                    <a:gd name="T86" fmla="*/ 118 w 134"/>
                    <a:gd name="T87" fmla="*/ 90 h 108"/>
                    <a:gd name="T88" fmla="*/ 112 w 134"/>
                    <a:gd name="T89" fmla="*/ 90 h 108"/>
                    <a:gd name="T90" fmla="*/ 104 w 134"/>
                    <a:gd name="T91" fmla="*/ 94 h 108"/>
                    <a:gd name="T92" fmla="*/ 104 w 134"/>
                    <a:gd name="T93" fmla="*/ 104 h 108"/>
                    <a:gd name="T94" fmla="*/ 96 w 134"/>
                    <a:gd name="T95" fmla="*/ 100 h 108"/>
                    <a:gd name="T96" fmla="*/ 92 w 134"/>
                    <a:gd name="T97" fmla="*/ 104 h 108"/>
                    <a:gd name="T98" fmla="*/ 84 w 134"/>
                    <a:gd name="T99" fmla="*/ 100 h 108"/>
                    <a:gd name="T100" fmla="*/ 78 w 134"/>
                    <a:gd name="T101" fmla="*/ 100 h 108"/>
                    <a:gd name="T102" fmla="*/ 78 w 134"/>
                    <a:gd name="T103" fmla="*/ 100 h 108"/>
                    <a:gd name="T104" fmla="*/ 70 w 134"/>
                    <a:gd name="T105" fmla="*/ 100 h 108"/>
                    <a:gd name="T106" fmla="*/ 68 w 134"/>
                    <a:gd name="T107" fmla="*/ 100 h 108"/>
                    <a:gd name="T108" fmla="*/ 64 w 134"/>
                    <a:gd name="T109" fmla="*/ 100 h 108"/>
                    <a:gd name="T110" fmla="*/ 60 w 134"/>
                    <a:gd name="T111" fmla="*/ 100 h 108"/>
                    <a:gd name="T112" fmla="*/ 52 w 134"/>
                    <a:gd name="T113" fmla="*/ 98 h 108"/>
                    <a:gd name="T114" fmla="*/ 48 w 134"/>
                    <a:gd name="T115" fmla="*/ 94 h 108"/>
                    <a:gd name="T116" fmla="*/ 44 w 134"/>
                    <a:gd name="T117" fmla="*/ 94 h 108"/>
                    <a:gd name="T118" fmla="*/ 38 w 134"/>
                    <a:gd name="T119" fmla="*/ 94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34" h="108">
                      <a:moveTo>
                        <a:pt x="34" y="94"/>
                      </a:moveTo>
                      <a:lnTo>
                        <a:pt x="34" y="94"/>
                      </a:lnTo>
                      <a:lnTo>
                        <a:pt x="30" y="94"/>
                      </a:lnTo>
                      <a:lnTo>
                        <a:pt x="30" y="94"/>
                      </a:lnTo>
                      <a:lnTo>
                        <a:pt x="30" y="94"/>
                      </a:lnTo>
                      <a:lnTo>
                        <a:pt x="30" y="94"/>
                      </a:lnTo>
                      <a:lnTo>
                        <a:pt x="30" y="94"/>
                      </a:lnTo>
                      <a:lnTo>
                        <a:pt x="26" y="94"/>
                      </a:lnTo>
                      <a:lnTo>
                        <a:pt x="26" y="94"/>
                      </a:lnTo>
                      <a:lnTo>
                        <a:pt x="26" y="94"/>
                      </a:lnTo>
                      <a:lnTo>
                        <a:pt x="22" y="94"/>
                      </a:lnTo>
                      <a:lnTo>
                        <a:pt x="22" y="94"/>
                      </a:lnTo>
                      <a:lnTo>
                        <a:pt x="22" y="94"/>
                      </a:lnTo>
                      <a:lnTo>
                        <a:pt x="18" y="94"/>
                      </a:lnTo>
                      <a:lnTo>
                        <a:pt x="14" y="94"/>
                      </a:lnTo>
                      <a:lnTo>
                        <a:pt x="14" y="98"/>
                      </a:lnTo>
                      <a:lnTo>
                        <a:pt x="14" y="98"/>
                      </a:lnTo>
                      <a:lnTo>
                        <a:pt x="14" y="98"/>
                      </a:lnTo>
                      <a:lnTo>
                        <a:pt x="12" y="100"/>
                      </a:lnTo>
                      <a:lnTo>
                        <a:pt x="12" y="100"/>
                      </a:lnTo>
                      <a:lnTo>
                        <a:pt x="12" y="100"/>
                      </a:lnTo>
                      <a:lnTo>
                        <a:pt x="12" y="100"/>
                      </a:lnTo>
                      <a:lnTo>
                        <a:pt x="12" y="100"/>
                      </a:lnTo>
                      <a:lnTo>
                        <a:pt x="12" y="100"/>
                      </a:lnTo>
                      <a:lnTo>
                        <a:pt x="12" y="100"/>
                      </a:lnTo>
                      <a:lnTo>
                        <a:pt x="8" y="98"/>
                      </a:lnTo>
                      <a:lnTo>
                        <a:pt x="8" y="100"/>
                      </a:lnTo>
                      <a:lnTo>
                        <a:pt x="8" y="100"/>
                      </a:lnTo>
                      <a:lnTo>
                        <a:pt x="8" y="100"/>
                      </a:lnTo>
                      <a:lnTo>
                        <a:pt x="8" y="100"/>
                      </a:lnTo>
                      <a:lnTo>
                        <a:pt x="8" y="100"/>
                      </a:lnTo>
                      <a:lnTo>
                        <a:pt x="4" y="100"/>
                      </a:lnTo>
                      <a:lnTo>
                        <a:pt x="4" y="100"/>
                      </a:lnTo>
                      <a:lnTo>
                        <a:pt x="4" y="98"/>
                      </a:lnTo>
                      <a:lnTo>
                        <a:pt x="4" y="98"/>
                      </a:lnTo>
                      <a:lnTo>
                        <a:pt x="4" y="98"/>
                      </a:lnTo>
                      <a:lnTo>
                        <a:pt x="4" y="98"/>
                      </a:lnTo>
                      <a:lnTo>
                        <a:pt x="8" y="94"/>
                      </a:lnTo>
                      <a:lnTo>
                        <a:pt x="8" y="94"/>
                      </a:lnTo>
                      <a:lnTo>
                        <a:pt x="8" y="90"/>
                      </a:lnTo>
                      <a:lnTo>
                        <a:pt x="8" y="90"/>
                      </a:lnTo>
                      <a:lnTo>
                        <a:pt x="8" y="90"/>
                      </a:lnTo>
                      <a:lnTo>
                        <a:pt x="4" y="86"/>
                      </a:lnTo>
                      <a:lnTo>
                        <a:pt x="0" y="86"/>
                      </a:lnTo>
                      <a:lnTo>
                        <a:pt x="0" y="86"/>
                      </a:lnTo>
                      <a:lnTo>
                        <a:pt x="0" y="86"/>
                      </a:lnTo>
                      <a:lnTo>
                        <a:pt x="0" y="86"/>
                      </a:lnTo>
                      <a:lnTo>
                        <a:pt x="0" y="82"/>
                      </a:lnTo>
                      <a:lnTo>
                        <a:pt x="4" y="82"/>
                      </a:lnTo>
                      <a:lnTo>
                        <a:pt x="4" y="82"/>
                      </a:lnTo>
                      <a:lnTo>
                        <a:pt x="4" y="78"/>
                      </a:lnTo>
                      <a:lnTo>
                        <a:pt x="4" y="78"/>
                      </a:lnTo>
                      <a:lnTo>
                        <a:pt x="4" y="78"/>
                      </a:lnTo>
                      <a:lnTo>
                        <a:pt x="8" y="78"/>
                      </a:lnTo>
                      <a:lnTo>
                        <a:pt x="8" y="78"/>
                      </a:lnTo>
                      <a:lnTo>
                        <a:pt x="8" y="78"/>
                      </a:lnTo>
                      <a:lnTo>
                        <a:pt x="8" y="78"/>
                      </a:lnTo>
                      <a:lnTo>
                        <a:pt x="8" y="78"/>
                      </a:lnTo>
                      <a:lnTo>
                        <a:pt x="8" y="78"/>
                      </a:lnTo>
                      <a:lnTo>
                        <a:pt x="12" y="78"/>
                      </a:lnTo>
                      <a:lnTo>
                        <a:pt x="12" y="78"/>
                      </a:lnTo>
                      <a:lnTo>
                        <a:pt x="12" y="74"/>
                      </a:lnTo>
                      <a:lnTo>
                        <a:pt x="12" y="74"/>
                      </a:lnTo>
                      <a:lnTo>
                        <a:pt x="12" y="74"/>
                      </a:lnTo>
                      <a:lnTo>
                        <a:pt x="12" y="74"/>
                      </a:lnTo>
                      <a:lnTo>
                        <a:pt x="12" y="74"/>
                      </a:lnTo>
                      <a:lnTo>
                        <a:pt x="12" y="70"/>
                      </a:lnTo>
                      <a:lnTo>
                        <a:pt x="12" y="70"/>
                      </a:lnTo>
                      <a:lnTo>
                        <a:pt x="12" y="68"/>
                      </a:lnTo>
                      <a:lnTo>
                        <a:pt x="8" y="64"/>
                      </a:lnTo>
                      <a:lnTo>
                        <a:pt x="8" y="60"/>
                      </a:lnTo>
                      <a:lnTo>
                        <a:pt x="8" y="60"/>
                      </a:lnTo>
                      <a:lnTo>
                        <a:pt x="8" y="60"/>
                      </a:lnTo>
                      <a:lnTo>
                        <a:pt x="8" y="56"/>
                      </a:lnTo>
                      <a:lnTo>
                        <a:pt x="8" y="56"/>
                      </a:lnTo>
                      <a:lnTo>
                        <a:pt x="8" y="56"/>
                      </a:lnTo>
                      <a:lnTo>
                        <a:pt x="8" y="56"/>
                      </a:lnTo>
                      <a:lnTo>
                        <a:pt x="4" y="56"/>
                      </a:lnTo>
                      <a:lnTo>
                        <a:pt x="4" y="52"/>
                      </a:lnTo>
                      <a:lnTo>
                        <a:pt x="4" y="52"/>
                      </a:lnTo>
                      <a:lnTo>
                        <a:pt x="4" y="48"/>
                      </a:lnTo>
                      <a:lnTo>
                        <a:pt x="4" y="48"/>
                      </a:lnTo>
                      <a:lnTo>
                        <a:pt x="4" y="48"/>
                      </a:lnTo>
                      <a:lnTo>
                        <a:pt x="4" y="48"/>
                      </a:lnTo>
                      <a:lnTo>
                        <a:pt x="4" y="48"/>
                      </a:lnTo>
                      <a:lnTo>
                        <a:pt x="4" y="48"/>
                      </a:lnTo>
                      <a:lnTo>
                        <a:pt x="8" y="48"/>
                      </a:lnTo>
                      <a:lnTo>
                        <a:pt x="8" y="48"/>
                      </a:lnTo>
                      <a:lnTo>
                        <a:pt x="8" y="48"/>
                      </a:lnTo>
                      <a:lnTo>
                        <a:pt x="12" y="48"/>
                      </a:lnTo>
                      <a:lnTo>
                        <a:pt x="12" y="48"/>
                      </a:lnTo>
                      <a:lnTo>
                        <a:pt x="12" y="48"/>
                      </a:lnTo>
                      <a:lnTo>
                        <a:pt x="12" y="48"/>
                      </a:lnTo>
                      <a:lnTo>
                        <a:pt x="14" y="48"/>
                      </a:lnTo>
                      <a:lnTo>
                        <a:pt x="14" y="48"/>
                      </a:lnTo>
                      <a:lnTo>
                        <a:pt x="14" y="48"/>
                      </a:lnTo>
                      <a:lnTo>
                        <a:pt x="14" y="48"/>
                      </a:lnTo>
                      <a:lnTo>
                        <a:pt x="14" y="48"/>
                      </a:lnTo>
                      <a:lnTo>
                        <a:pt x="14" y="48"/>
                      </a:lnTo>
                      <a:lnTo>
                        <a:pt x="14" y="52"/>
                      </a:lnTo>
                      <a:lnTo>
                        <a:pt x="18" y="52"/>
                      </a:lnTo>
                      <a:lnTo>
                        <a:pt x="18" y="48"/>
                      </a:lnTo>
                      <a:lnTo>
                        <a:pt x="18" y="48"/>
                      </a:lnTo>
                      <a:lnTo>
                        <a:pt x="18" y="48"/>
                      </a:lnTo>
                      <a:lnTo>
                        <a:pt x="22" y="48"/>
                      </a:lnTo>
                      <a:lnTo>
                        <a:pt x="22" y="48"/>
                      </a:lnTo>
                      <a:lnTo>
                        <a:pt x="22" y="48"/>
                      </a:lnTo>
                      <a:lnTo>
                        <a:pt x="22" y="48"/>
                      </a:lnTo>
                      <a:lnTo>
                        <a:pt x="22" y="48"/>
                      </a:lnTo>
                      <a:lnTo>
                        <a:pt x="22" y="48"/>
                      </a:lnTo>
                      <a:lnTo>
                        <a:pt x="22" y="44"/>
                      </a:lnTo>
                      <a:lnTo>
                        <a:pt x="22" y="44"/>
                      </a:lnTo>
                      <a:lnTo>
                        <a:pt x="26" y="44"/>
                      </a:lnTo>
                      <a:lnTo>
                        <a:pt x="26" y="44"/>
                      </a:lnTo>
                      <a:lnTo>
                        <a:pt x="26" y="44"/>
                      </a:lnTo>
                      <a:lnTo>
                        <a:pt x="26" y="44"/>
                      </a:lnTo>
                      <a:lnTo>
                        <a:pt x="26" y="44"/>
                      </a:lnTo>
                      <a:lnTo>
                        <a:pt x="26" y="44"/>
                      </a:lnTo>
                      <a:lnTo>
                        <a:pt x="30" y="44"/>
                      </a:lnTo>
                      <a:lnTo>
                        <a:pt x="30" y="44"/>
                      </a:lnTo>
                      <a:lnTo>
                        <a:pt x="30" y="44"/>
                      </a:lnTo>
                      <a:lnTo>
                        <a:pt x="30" y="44"/>
                      </a:lnTo>
                      <a:lnTo>
                        <a:pt x="30" y="44"/>
                      </a:lnTo>
                      <a:lnTo>
                        <a:pt x="30" y="40"/>
                      </a:lnTo>
                      <a:lnTo>
                        <a:pt x="34" y="40"/>
                      </a:lnTo>
                      <a:lnTo>
                        <a:pt x="34" y="40"/>
                      </a:lnTo>
                      <a:lnTo>
                        <a:pt x="34" y="40"/>
                      </a:lnTo>
                      <a:lnTo>
                        <a:pt x="34" y="44"/>
                      </a:lnTo>
                      <a:lnTo>
                        <a:pt x="34" y="44"/>
                      </a:lnTo>
                      <a:lnTo>
                        <a:pt x="34" y="44"/>
                      </a:lnTo>
                      <a:lnTo>
                        <a:pt x="34" y="44"/>
                      </a:lnTo>
                      <a:lnTo>
                        <a:pt x="34" y="44"/>
                      </a:lnTo>
                      <a:lnTo>
                        <a:pt x="38" y="44"/>
                      </a:lnTo>
                      <a:lnTo>
                        <a:pt x="38" y="44"/>
                      </a:lnTo>
                      <a:lnTo>
                        <a:pt x="38" y="44"/>
                      </a:lnTo>
                      <a:lnTo>
                        <a:pt x="38" y="40"/>
                      </a:lnTo>
                      <a:lnTo>
                        <a:pt x="34" y="40"/>
                      </a:lnTo>
                      <a:lnTo>
                        <a:pt x="34" y="40"/>
                      </a:lnTo>
                      <a:lnTo>
                        <a:pt x="34" y="40"/>
                      </a:lnTo>
                      <a:lnTo>
                        <a:pt x="34" y="40"/>
                      </a:lnTo>
                      <a:lnTo>
                        <a:pt x="34" y="40"/>
                      </a:lnTo>
                      <a:lnTo>
                        <a:pt x="34" y="40"/>
                      </a:lnTo>
                      <a:lnTo>
                        <a:pt x="34" y="38"/>
                      </a:lnTo>
                      <a:lnTo>
                        <a:pt x="38" y="38"/>
                      </a:lnTo>
                      <a:lnTo>
                        <a:pt x="38" y="38"/>
                      </a:lnTo>
                      <a:lnTo>
                        <a:pt x="38" y="38"/>
                      </a:lnTo>
                      <a:lnTo>
                        <a:pt x="38" y="34"/>
                      </a:lnTo>
                      <a:lnTo>
                        <a:pt x="38" y="34"/>
                      </a:lnTo>
                      <a:lnTo>
                        <a:pt x="38" y="34"/>
                      </a:lnTo>
                      <a:lnTo>
                        <a:pt x="38" y="30"/>
                      </a:lnTo>
                      <a:lnTo>
                        <a:pt x="38" y="30"/>
                      </a:lnTo>
                      <a:lnTo>
                        <a:pt x="38" y="30"/>
                      </a:lnTo>
                      <a:lnTo>
                        <a:pt x="38" y="30"/>
                      </a:lnTo>
                      <a:lnTo>
                        <a:pt x="38" y="30"/>
                      </a:lnTo>
                      <a:lnTo>
                        <a:pt x="42" y="26"/>
                      </a:lnTo>
                      <a:lnTo>
                        <a:pt x="42" y="26"/>
                      </a:lnTo>
                      <a:lnTo>
                        <a:pt x="42" y="26"/>
                      </a:lnTo>
                      <a:lnTo>
                        <a:pt x="44" y="26"/>
                      </a:lnTo>
                      <a:lnTo>
                        <a:pt x="44" y="26"/>
                      </a:lnTo>
                      <a:lnTo>
                        <a:pt x="44" y="22"/>
                      </a:lnTo>
                      <a:lnTo>
                        <a:pt x="44" y="22"/>
                      </a:lnTo>
                      <a:lnTo>
                        <a:pt x="48" y="22"/>
                      </a:lnTo>
                      <a:lnTo>
                        <a:pt x="48" y="22"/>
                      </a:lnTo>
                      <a:lnTo>
                        <a:pt x="52" y="22"/>
                      </a:lnTo>
                      <a:lnTo>
                        <a:pt x="52" y="22"/>
                      </a:lnTo>
                      <a:lnTo>
                        <a:pt x="52" y="22"/>
                      </a:lnTo>
                      <a:lnTo>
                        <a:pt x="52" y="18"/>
                      </a:lnTo>
                      <a:lnTo>
                        <a:pt x="48" y="18"/>
                      </a:lnTo>
                      <a:lnTo>
                        <a:pt x="48" y="18"/>
                      </a:lnTo>
                      <a:lnTo>
                        <a:pt x="48" y="18"/>
                      </a:lnTo>
                      <a:lnTo>
                        <a:pt x="48" y="18"/>
                      </a:lnTo>
                      <a:lnTo>
                        <a:pt x="48" y="18"/>
                      </a:lnTo>
                      <a:lnTo>
                        <a:pt x="44" y="18"/>
                      </a:lnTo>
                      <a:lnTo>
                        <a:pt x="48" y="18"/>
                      </a:lnTo>
                      <a:lnTo>
                        <a:pt x="48" y="14"/>
                      </a:lnTo>
                      <a:lnTo>
                        <a:pt x="48" y="10"/>
                      </a:lnTo>
                      <a:lnTo>
                        <a:pt x="48" y="10"/>
                      </a:lnTo>
                      <a:lnTo>
                        <a:pt x="48" y="10"/>
                      </a:lnTo>
                      <a:lnTo>
                        <a:pt x="48" y="10"/>
                      </a:lnTo>
                      <a:lnTo>
                        <a:pt x="48" y="10"/>
                      </a:lnTo>
                      <a:lnTo>
                        <a:pt x="48" y="10"/>
                      </a:lnTo>
                      <a:lnTo>
                        <a:pt x="48" y="10"/>
                      </a:lnTo>
                      <a:lnTo>
                        <a:pt x="52" y="10"/>
                      </a:lnTo>
                      <a:lnTo>
                        <a:pt x="52" y="10"/>
                      </a:lnTo>
                      <a:lnTo>
                        <a:pt x="52" y="10"/>
                      </a:lnTo>
                      <a:lnTo>
                        <a:pt x="52" y="10"/>
                      </a:lnTo>
                      <a:lnTo>
                        <a:pt x="52" y="8"/>
                      </a:lnTo>
                      <a:lnTo>
                        <a:pt x="56" y="8"/>
                      </a:lnTo>
                      <a:lnTo>
                        <a:pt x="56" y="8"/>
                      </a:lnTo>
                      <a:lnTo>
                        <a:pt x="60" y="10"/>
                      </a:lnTo>
                      <a:lnTo>
                        <a:pt x="60" y="10"/>
                      </a:lnTo>
                      <a:lnTo>
                        <a:pt x="64" y="10"/>
                      </a:lnTo>
                      <a:lnTo>
                        <a:pt x="64" y="10"/>
                      </a:lnTo>
                      <a:lnTo>
                        <a:pt x="64" y="8"/>
                      </a:lnTo>
                      <a:lnTo>
                        <a:pt x="64" y="8"/>
                      </a:lnTo>
                      <a:lnTo>
                        <a:pt x="64" y="8"/>
                      </a:lnTo>
                      <a:lnTo>
                        <a:pt x="64" y="8"/>
                      </a:lnTo>
                      <a:lnTo>
                        <a:pt x="64" y="4"/>
                      </a:lnTo>
                      <a:lnTo>
                        <a:pt x="68" y="4"/>
                      </a:lnTo>
                      <a:lnTo>
                        <a:pt x="68" y="4"/>
                      </a:lnTo>
                      <a:lnTo>
                        <a:pt x="70" y="0"/>
                      </a:lnTo>
                      <a:lnTo>
                        <a:pt x="70" y="0"/>
                      </a:lnTo>
                      <a:lnTo>
                        <a:pt x="70" y="4"/>
                      </a:lnTo>
                      <a:lnTo>
                        <a:pt x="70" y="4"/>
                      </a:lnTo>
                      <a:lnTo>
                        <a:pt x="70" y="4"/>
                      </a:lnTo>
                      <a:lnTo>
                        <a:pt x="70" y="4"/>
                      </a:lnTo>
                      <a:lnTo>
                        <a:pt x="74" y="4"/>
                      </a:lnTo>
                      <a:lnTo>
                        <a:pt x="74" y="4"/>
                      </a:lnTo>
                      <a:lnTo>
                        <a:pt x="74" y="4"/>
                      </a:lnTo>
                      <a:lnTo>
                        <a:pt x="78" y="4"/>
                      </a:lnTo>
                      <a:lnTo>
                        <a:pt x="78" y="4"/>
                      </a:lnTo>
                      <a:lnTo>
                        <a:pt x="78" y="4"/>
                      </a:lnTo>
                      <a:lnTo>
                        <a:pt x="78" y="4"/>
                      </a:lnTo>
                      <a:lnTo>
                        <a:pt x="78" y="8"/>
                      </a:lnTo>
                      <a:lnTo>
                        <a:pt x="78" y="8"/>
                      </a:lnTo>
                      <a:lnTo>
                        <a:pt x="78" y="8"/>
                      </a:lnTo>
                      <a:lnTo>
                        <a:pt x="82" y="8"/>
                      </a:lnTo>
                      <a:lnTo>
                        <a:pt x="82" y="4"/>
                      </a:lnTo>
                      <a:lnTo>
                        <a:pt x="82" y="4"/>
                      </a:lnTo>
                      <a:lnTo>
                        <a:pt x="82" y="4"/>
                      </a:lnTo>
                      <a:lnTo>
                        <a:pt x="84" y="4"/>
                      </a:lnTo>
                      <a:lnTo>
                        <a:pt x="84" y="4"/>
                      </a:lnTo>
                      <a:lnTo>
                        <a:pt x="88" y="8"/>
                      </a:lnTo>
                      <a:lnTo>
                        <a:pt x="88" y="8"/>
                      </a:lnTo>
                      <a:lnTo>
                        <a:pt x="88" y="8"/>
                      </a:lnTo>
                      <a:lnTo>
                        <a:pt x="84" y="10"/>
                      </a:lnTo>
                      <a:lnTo>
                        <a:pt x="88" y="10"/>
                      </a:lnTo>
                      <a:lnTo>
                        <a:pt x="88" y="10"/>
                      </a:lnTo>
                      <a:lnTo>
                        <a:pt x="88" y="10"/>
                      </a:lnTo>
                      <a:lnTo>
                        <a:pt x="92" y="10"/>
                      </a:lnTo>
                      <a:lnTo>
                        <a:pt x="92" y="8"/>
                      </a:lnTo>
                      <a:lnTo>
                        <a:pt x="96" y="8"/>
                      </a:lnTo>
                      <a:lnTo>
                        <a:pt x="96" y="8"/>
                      </a:lnTo>
                      <a:lnTo>
                        <a:pt x="100" y="8"/>
                      </a:lnTo>
                      <a:lnTo>
                        <a:pt x="104" y="10"/>
                      </a:lnTo>
                      <a:lnTo>
                        <a:pt x="104" y="10"/>
                      </a:lnTo>
                      <a:lnTo>
                        <a:pt x="104" y="10"/>
                      </a:lnTo>
                      <a:lnTo>
                        <a:pt x="104" y="10"/>
                      </a:lnTo>
                      <a:lnTo>
                        <a:pt x="108" y="14"/>
                      </a:lnTo>
                      <a:lnTo>
                        <a:pt x="108" y="14"/>
                      </a:lnTo>
                      <a:lnTo>
                        <a:pt x="108" y="14"/>
                      </a:lnTo>
                      <a:lnTo>
                        <a:pt x="108" y="14"/>
                      </a:lnTo>
                      <a:lnTo>
                        <a:pt x="108" y="14"/>
                      </a:lnTo>
                      <a:lnTo>
                        <a:pt x="108" y="14"/>
                      </a:lnTo>
                      <a:lnTo>
                        <a:pt x="108" y="14"/>
                      </a:lnTo>
                      <a:lnTo>
                        <a:pt x="108" y="14"/>
                      </a:lnTo>
                      <a:lnTo>
                        <a:pt x="108" y="18"/>
                      </a:lnTo>
                      <a:lnTo>
                        <a:pt x="108" y="18"/>
                      </a:lnTo>
                      <a:lnTo>
                        <a:pt x="108" y="18"/>
                      </a:lnTo>
                      <a:lnTo>
                        <a:pt x="108" y="18"/>
                      </a:lnTo>
                      <a:lnTo>
                        <a:pt x="108" y="18"/>
                      </a:lnTo>
                      <a:lnTo>
                        <a:pt x="108" y="18"/>
                      </a:lnTo>
                      <a:lnTo>
                        <a:pt x="108" y="22"/>
                      </a:lnTo>
                      <a:lnTo>
                        <a:pt x="108" y="22"/>
                      </a:lnTo>
                      <a:lnTo>
                        <a:pt x="112" y="22"/>
                      </a:lnTo>
                      <a:lnTo>
                        <a:pt x="112" y="26"/>
                      </a:lnTo>
                      <a:lnTo>
                        <a:pt x="108" y="26"/>
                      </a:lnTo>
                      <a:lnTo>
                        <a:pt x="108" y="30"/>
                      </a:lnTo>
                      <a:lnTo>
                        <a:pt x="108" y="30"/>
                      </a:lnTo>
                      <a:lnTo>
                        <a:pt x="108" y="30"/>
                      </a:lnTo>
                      <a:lnTo>
                        <a:pt x="108" y="30"/>
                      </a:lnTo>
                      <a:lnTo>
                        <a:pt x="108" y="30"/>
                      </a:lnTo>
                      <a:lnTo>
                        <a:pt x="108" y="34"/>
                      </a:lnTo>
                      <a:lnTo>
                        <a:pt x="108" y="34"/>
                      </a:lnTo>
                      <a:lnTo>
                        <a:pt x="108" y="34"/>
                      </a:lnTo>
                      <a:lnTo>
                        <a:pt x="112" y="34"/>
                      </a:lnTo>
                      <a:lnTo>
                        <a:pt x="112" y="34"/>
                      </a:lnTo>
                      <a:lnTo>
                        <a:pt x="112" y="38"/>
                      </a:lnTo>
                      <a:lnTo>
                        <a:pt x="112" y="38"/>
                      </a:lnTo>
                      <a:lnTo>
                        <a:pt x="112" y="38"/>
                      </a:lnTo>
                      <a:lnTo>
                        <a:pt x="112" y="38"/>
                      </a:lnTo>
                      <a:lnTo>
                        <a:pt x="112" y="38"/>
                      </a:lnTo>
                      <a:lnTo>
                        <a:pt x="112" y="38"/>
                      </a:lnTo>
                      <a:lnTo>
                        <a:pt x="114" y="38"/>
                      </a:lnTo>
                      <a:lnTo>
                        <a:pt x="114" y="40"/>
                      </a:lnTo>
                      <a:lnTo>
                        <a:pt x="114" y="40"/>
                      </a:lnTo>
                      <a:lnTo>
                        <a:pt x="114" y="44"/>
                      </a:lnTo>
                      <a:lnTo>
                        <a:pt x="118" y="44"/>
                      </a:lnTo>
                      <a:lnTo>
                        <a:pt x="118" y="44"/>
                      </a:lnTo>
                      <a:lnTo>
                        <a:pt x="118" y="44"/>
                      </a:lnTo>
                      <a:lnTo>
                        <a:pt x="118" y="44"/>
                      </a:lnTo>
                      <a:lnTo>
                        <a:pt x="122" y="44"/>
                      </a:lnTo>
                      <a:lnTo>
                        <a:pt x="122" y="48"/>
                      </a:lnTo>
                      <a:lnTo>
                        <a:pt x="122" y="48"/>
                      </a:lnTo>
                      <a:lnTo>
                        <a:pt x="122" y="48"/>
                      </a:lnTo>
                      <a:lnTo>
                        <a:pt x="122" y="52"/>
                      </a:lnTo>
                      <a:lnTo>
                        <a:pt x="122" y="52"/>
                      </a:lnTo>
                      <a:lnTo>
                        <a:pt x="122" y="52"/>
                      </a:lnTo>
                      <a:lnTo>
                        <a:pt x="122" y="52"/>
                      </a:lnTo>
                      <a:lnTo>
                        <a:pt x="122" y="52"/>
                      </a:lnTo>
                      <a:lnTo>
                        <a:pt x="122" y="52"/>
                      </a:lnTo>
                      <a:lnTo>
                        <a:pt x="122" y="52"/>
                      </a:lnTo>
                      <a:lnTo>
                        <a:pt x="122" y="52"/>
                      </a:lnTo>
                      <a:lnTo>
                        <a:pt x="126" y="52"/>
                      </a:lnTo>
                      <a:lnTo>
                        <a:pt x="130" y="52"/>
                      </a:lnTo>
                      <a:lnTo>
                        <a:pt x="130" y="56"/>
                      </a:lnTo>
                      <a:lnTo>
                        <a:pt x="130" y="56"/>
                      </a:lnTo>
                      <a:lnTo>
                        <a:pt x="130" y="56"/>
                      </a:lnTo>
                      <a:lnTo>
                        <a:pt x="130" y="56"/>
                      </a:lnTo>
                      <a:lnTo>
                        <a:pt x="130" y="56"/>
                      </a:lnTo>
                      <a:lnTo>
                        <a:pt x="130" y="56"/>
                      </a:lnTo>
                      <a:lnTo>
                        <a:pt x="130" y="60"/>
                      </a:lnTo>
                      <a:lnTo>
                        <a:pt x="134" y="60"/>
                      </a:lnTo>
                      <a:lnTo>
                        <a:pt x="134" y="60"/>
                      </a:lnTo>
                      <a:lnTo>
                        <a:pt x="134" y="60"/>
                      </a:lnTo>
                      <a:lnTo>
                        <a:pt x="134" y="60"/>
                      </a:lnTo>
                      <a:lnTo>
                        <a:pt x="134" y="60"/>
                      </a:lnTo>
                      <a:lnTo>
                        <a:pt x="134" y="64"/>
                      </a:lnTo>
                      <a:lnTo>
                        <a:pt x="134" y="64"/>
                      </a:lnTo>
                      <a:lnTo>
                        <a:pt x="130" y="68"/>
                      </a:lnTo>
                      <a:lnTo>
                        <a:pt x="130" y="68"/>
                      </a:lnTo>
                      <a:lnTo>
                        <a:pt x="130" y="68"/>
                      </a:lnTo>
                      <a:lnTo>
                        <a:pt x="126" y="68"/>
                      </a:lnTo>
                      <a:lnTo>
                        <a:pt x="126" y="68"/>
                      </a:lnTo>
                      <a:lnTo>
                        <a:pt x="126" y="68"/>
                      </a:lnTo>
                      <a:lnTo>
                        <a:pt x="122" y="68"/>
                      </a:lnTo>
                      <a:lnTo>
                        <a:pt x="122" y="68"/>
                      </a:lnTo>
                      <a:lnTo>
                        <a:pt x="122" y="68"/>
                      </a:lnTo>
                      <a:lnTo>
                        <a:pt x="122" y="68"/>
                      </a:lnTo>
                      <a:lnTo>
                        <a:pt x="122" y="68"/>
                      </a:lnTo>
                      <a:lnTo>
                        <a:pt x="118" y="68"/>
                      </a:lnTo>
                      <a:lnTo>
                        <a:pt x="114" y="68"/>
                      </a:lnTo>
                      <a:lnTo>
                        <a:pt x="114" y="68"/>
                      </a:lnTo>
                      <a:lnTo>
                        <a:pt x="114" y="68"/>
                      </a:lnTo>
                      <a:lnTo>
                        <a:pt x="114" y="68"/>
                      </a:lnTo>
                      <a:lnTo>
                        <a:pt x="114" y="68"/>
                      </a:lnTo>
                      <a:lnTo>
                        <a:pt x="114" y="68"/>
                      </a:lnTo>
                      <a:lnTo>
                        <a:pt x="114" y="70"/>
                      </a:lnTo>
                      <a:lnTo>
                        <a:pt x="114" y="70"/>
                      </a:lnTo>
                      <a:lnTo>
                        <a:pt x="114" y="70"/>
                      </a:lnTo>
                      <a:lnTo>
                        <a:pt x="114" y="70"/>
                      </a:lnTo>
                      <a:lnTo>
                        <a:pt x="114" y="74"/>
                      </a:lnTo>
                      <a:lnTo>
                        <a:pt x="118" y="74"/>
                      </a:lnTo>
                      <a:lnTo>
                        <a:pt x="118" y="74"/>
                      </a:lnTo>
                      <a:lnTo>
                        <a:pt x="118" y="74"/>
                      </a:lnTo>
                      <a:lnTo>
                        <a:pt x="118" y="74"/>
                      </a:lnTo>
                      <a:lnTo>
                        <a:pt x="118" y="74"/>
                      </a:lnTo>
                      <a:lnTo>
                        <a:pt x="118" y="74"/>
                      </a:lnTo>
                      <a:lnTo>
                        <a:pt x="118" y="78"/>
                      </a:lnTo>
                      <a:lnTo>
                        <a:pt x="118" y="78"/>
                      </a:lnTo>
                      <a:lnTo>
                        <a:pt x="118" y="82"/>
                      </a:lnTo>
                      <a:lnTo>
                        <a:pt x="118" y="82"/>
                      </a:lnTo>
                      <a:lnTo>
                        <a:pt x="118" y="86"/>
                      </a:lnTo>
                      <a:lnTo>
                        <a:pt x="118" y="86"/>
                      </a:lnTo>
                      <a:lnTo>
                        <a:pt x="118" y="86"/>
                      </a:lnTo>
                      <a:lnTo>
                        <a:pt x="122" y="86"/>
                      </a:lnTo>
                      <a:lnTo>
                        <a:pt x="122" y="90"/>
                      </a:lnTo>
                      <a:lnTo>
                        <a:pt x="122" y="90"/>
                      </a:lnTo>
                      <a:lnTo>
                        <a:pt x="122" y="90"/>
                      </a:lnTo>
                      <a:lnTo>
                        <a:pt x="118" y="90"/>
                      </a:lnTo>
                      <a:lnTo>
                        <a:pt x="118" y="90"/>
                      </a:lnTo>
                      <a:lnTo>
                        <a:pt x="118" y="90"/>
                      </a:lnTo>
                      <a:lnTo>
                        <a:pt x="118" y="90"/>
                      </a:lnTo>
                      <a:lnTo>
                        <a:pt x="114" y="90"/>
                      </a:lnTo>
                      <a:lnTo>
                        <a:pt x="114" y="90"/>
                      </a:lnTo>
                      <a:lnTo>
                        <a:pt x="114" y="90"/>
                      </a:lnTo>
                      <a:lnTo>
                        <a:pt x="114" y="90"/>
                      </a:lnTo>
                      <a:lnTo>
                        <a:pt x="114" y="90"/>
                      </a:lnTo>
                      <a:lnTo>
                        <a:pt x="112" y="90"/>
                      </a:lnTo>
                      <a:lnTo>
                        <a:pt x="112" y="90"/>
                      </a:lnTo>
                      <a:lnTo>
                        <a:pt x="108" y="90"/>
                      </a:lnTo>
                      <a:lnTo>
                        <a:pt x="108" y="90"/>
                      </a:lnTo>
                      <a:lnTo>
                        <a:pt x="108" y="90"/>
                      </a:lnTo>
                      <a:lnTo>
                        <a:pt x="108" y="90"/>
                      </a:lnTo>
                      <a:lnTo>
                        <a:pt x="108" y="94"/>
                      </a:lnTo>
                      <a:lnTo>
                        <a:pt x="108" y="94"/>
                      </a:lnTo>
                      <a:lnTo>
                        <a:pt x="108" y="94"/>
                      </a:lnTo>
                      <a:lnTo>
                        <a:pt x="104" y="94"/>
                      </a:lnTo>
                      <a:lnTo>
                        <a:pt x="104" y="98"/>
                      </a:lnTo>
                      <a:lnTo>
                        <a:pt x="104" y="98"/>
                      </a:lnTo>
                      <a:lnTo>
                        <a:pt x="104" y="98"/>
                      </a:lnTo>
                      <a:lnTo>
                        <a:pt x="104" y="100"/>
                      </a:lnTo>
                      <a:lnTo>
                        <a:pt x="104" y="100"/>
                      </a:lnTo>
                      <a:lnTo>
                        <a:pt x="104" y="104"/>
                      </a:lnTo>
                      <a:lnTo>
                        <a:pt x="104" y="104"/>
                      </a:lnTo>
                      <a:lnTo>
                        <a:pt x="104" y="104"/>
                      </a:lnTo>
                      <a:lnTo>
                        <a:pt x="104" y="104"/>
                      </a:lnTo>
                      <a:lnTo>
                        <a:pt x="104" y="108"/>
                      </a:lnTo>
                      <a:lnTo>
                        <a:pt x="104" y="104"/>
                      </a:lnTo>
                      <a:lnTo>
                        <a:pt x="100" y="104"/>
                      </a:lnTo>
                      <a:lnTo>
                        <a:pt x="100" y="104"/>
                      </a:lnTo>
                      <a:lnTo>
                        <a:pt x="100" y="100"/>
                      </a:lnTo>
                      <a:lnTo>
                        <a:pt x="100" y="100"/>
                      </a:lnTo>
                      <a:lnTo>
                        <a:pt x="96" y="100"/>
                      </a:lnTo>
                      <a:lnTo>
                        <a:pt x="96" y="100"/>
                      </a:lnTo>
                      <a:lnTo>
                        <a:pt x="96" y="100"/>
                      </a:lnTo>
                      <a:lnTo>
                        <a:pt x="96" y="100"/>
                      </a:lnTo>
                      <a:lnTo>
                        <a:pt x="96" y="100"/>
                      </a:lnTo>
                      <a:lnTo>
                        <a:pt x="92" y="104"/>
                      </a:lnTo>
                      <a:lnTo>
                        <a:pt x="92" y="104"/>
                      </a:lnTo>
                      <a:lnTo>
                        <a:pt x="92" y="104"/>
                      </a:lnTo>
                      <a:lnTo>
                        <a:pt x="92" y="104"/>
                      </a:lnTo>
                      <a:lnTo>
                        <a:pt x="92" y="100"/>
                      </a:lnTo>
                      <a:lnTo>
                        <a:pt x="92" y="100"/>
                      </a:lnTo>
                      <a:lnTo>
                        <a:pt x="88" y="100"/>
                      </a:lnTo>
                      <a:lnTo>
                        <a:pt x="88" y="104"/>
                      </a:lnTo>
                      <a:lnTo>
                        <a:pt x="84" y="104"/>
                      </a:lnTo>
                      <a:lnTo>
                        <a:pt x="84" y="104"/>
                      </a:lnTo>
                      <a:lnTo>
                        <a:pt x="84" y="104"/>
                      </a:lnTo>
                      <a:lnTo>
                        <a:pt x="84" y="100"/>
                      </a:lnTo>
                      <a:lnTo>
                        <a:pt x="84" y="100"/>
                      </a:lnTo>
                      <a:lnTo>
                        <a:pt x="84" y="100"/>
                      </a:lnTo>
                      <a:lnTo>
                        <a:pt x="84" y="100"/>
                      </a:lnTo>
                      <a:lnTo>
                        <a:pt x="84" y="100"/>
                      </a:lnTo>
                      <a:lnTo>
                        <a:pt x="82" y="100"/>
                      </a:lnTo>
                      <a:lnTo>
                        <a:pt x="82" y="100"/>
                      </a:lnTo>
                      <a:lnTo>
                        <a:pt x="78" y="100"/>
                      </a:lnTo>
                      <a:lnTo>
                        <a:pt x="78" y="100"/>
                      </a:lnTo>
                      <a:lnTo>
                        <a:pt x="78" y="100"/>
                      </a:lnTo>
                      <a:lnTo>
                        <a:pt x="78" y="100"/>
                      </a:lnTo>
                      <a:lnTo>
                        <a:pt x="78" y="104"/>
                      </a:lnTo>
                      <a:lnTo>
                        <a:pt x="78" y="104"/>
                      </a:lnTo>
                      <a:lnTo>
                        <a:pt x="78" y="104"/>
                      </a:lnTo>
                      <a:lnTo>
                        <a:pt x="78" y="104"/>
                      </a:lnTo>
                      <a:lnTo>
                        <a:pt x="78" y="100"/>
                      </a:lnTo>
                      <a:lnTo>
                        <a:pt x="78" y="100"/>
                      </a:lnTo>
                      <a:lnTo>
                        <a:pt x="78" y="100"/>
                      </a:lnTo>
                      <a:lnTo>
                        <a:pt x="74" y="100"/>
                      </a:lnTo>
                      <a:lnTo>
                        <a:pt x="74" y="100"/>
                      </a:lnTo>
                      <a:lnTo>
                        <a:pt x="74" y="100"/>
                      </a:lnTo>
                      <a:lnTo>
                        <a:pt x="70" y="100"/>
                      </a:lnTo>
                      <a:lnTo>
                        <a:pt x="70" y="98"/>
                      </a:lnTo>
                      <a:lnTo>
                        <a:pt x="70" y="98"/>
                      </a:lnTo>
                      <a:lnTo>
                        <a:pt x="70" y="100"/>
                      </a:lnTo>
                      <a:lnTo>
                        <a:pt x="70" y="100"/>
                      </a:lnTo>
                      <a:lnTo>
                        <a:pt x="70" y="100"/>
                      </a:lnTo>
                      <a:lnTo>
                        <a:pt x="70" y="100"/>
                      </a:lnTo>
                      <a:lnTo>
                        <a:pt x="70" y="100"/>
                      </a:lnTo>
                      <a:lnTo>
                        <a:pt x="68" y="100"/>
                      </a:lnTo>
                      <a:lnTo>
                        <a:pt x="68" y="100"/>
                      </a:lnTo>
                      <a:lnTo>
                        <a:pt x="68" y="100"/>
                      </a:lnTo>
                      <a:lnTo>
                        <a:pt x="68" y="100"/>
                      </a:lnTo>
                      <a:lnTo>
                        <a:pt x="68" y="100"/>
                      </a:lnTo>
                      <a:lnTo>
                        <a:pt x="68" y="100"/>
                      </a:lnTo>
                      <a:lnTo>
                        <a:pt x="68" y="100"/>
                      </a:lnTo>
                      <a:lnTo>
                        <a:pt x="68" y="100"/>
                      </a:lnTo>
                      <a:lnTo>
                        <a:pt x="68" y="100"/>
                      </a:lnTo>
                      <a:lnTo>
                        <a:pt x="68" y="100"/>
                      </a:lnTo>
                      <a:lnTo>
                        <a:pt x="64" y="100"/>
                      </a:lnTo>
                      <a:lnTo>
                        <a:pt x="64" y="100"/>
                      </a:lnTo>
                      <a:lnTo>
                        <a:pt x="64" y="100"/>
                      </a:lnTo>
                      <a:lnTo>
                        <a:pt x="64" y="100"/>
                      </a:lnTo>
                      <a:lnTo>
                        <a:pt x="64" y="100"/>
                      </a:lnTo>
                      <a:lnTo>
                        <a:pt x="64" y="100"/>
                      </a:lnTo>
                      <a:lnTo>
                        <a:pt x="60" y="100"/>
                      </a:lnTo>
                      <a:lnTo>
                        <a:pt x="60" y="100"/>
                      </a:lnTo>
                      <a:lnTo>
                        <a:pt x="60" y="100"/>
                      </a:lnTo>
                      <a:lnTo>
                        <a:pt x="60" y="100"/>
                      </a:lnTo>
                      <a:lnTo>
                        <a:pt x="56" y="98"/>
                      </a:lnTo>
                      <a:lnTo>
                        <a:pt x="56" y="98"/>
                      </a:lnTo>
                      <a:lnTo>
                        <a:pt x="56" y="98"/>
                      </a:lnTo>
                      <a:lnTo>
                        <a:pt x="56" y="98"/>
                      </a:lnTo>
                      <a:lnTo>
                        <a:pt x="56" y="98"/>
                      </a:lnTo>
                      <a:lnTo>
                        <a:pt x="56" y="98"/>
                      </a:lnTo>
                      <a:lnTo>
                        <a:pt x="52" y="98"/>
                      </a:lnTo>
                      <a:lnTo>
                        <a:pt x="52" y="98"/>
                      </a:lnTo>
                      <a:lnTo>
                        <a:pt x="52" y="98"/>
                      </a:lnTo>
                      <a:lnTo>
                        <a:pt x="52" y="98"/>
                      </a:lnTo>
                      <a:lnTo>
                        <a:pt x="52" y="98"/>
                      </a:lnTo>
                      <a:lnTo>
                        <a:pt x="52" y="98"/>
                      </a:lnTo>
                      <a:lnTo>
                        <a:pt x="48" y="98"/>
                      </a:lnTo>
                      <a:lnTo>
                        <a:pt x="48" y="98"/>
                      </a:lnTo>
                      <a:lnTo>
                        <a:pt x="48" y="94"/>
                      </a:lnTo>
                      <a:lnTo>
                        <a:pt x="48" y="94"/>
                      </a:lnTo>
                      <a:lnTo>
                        <a:pt x="48" y="98"/>
                      </a:lnTo>
                      <a:lnTo>
                        <a:pt x="48" y="98"/>
                      </a:lnTo>
                      <a:lnTo>
                        <a:pt x="48" y="98"/>
                      </a:lnTo>
                      <a:lnTo>
                        <a:pt x="44" y="98"/>
                      </a:lnTo>
                      <a:lnTo>
                        <a:pt x="44" y="94"/>
                      </a:lnTo>
                      <a:lnTo>
                        <a:pt x="44" y="94"/>
                      </a:lnTo>
                      <a:lnTo>
                        <a:pt x="44" y="94"/>
                      </a:lnTo>
                      <a:lnTo>
                        <a:pt x="44" y="94"/>
                      </a:lnTo>
                      <a:lnTo>
                        <a:pt x="44" y="94"/>
                      </a:lnTo>
                      <a:lnTo>
                        <a:pt x="42" y="94"/>
                      </a:lnTo>
                      <a:lnTo>
                        <a:pt x="42" y="94"/>
                      </a:lnTo>
                      <a:lnTo>
                        <a:pt x="42" y="94"/>
                      </a:lnTo>
                      <a:lnTo>
                        <a:pt x="42" y="94"/>
                      </a:lnTo>
                      <a:lnTo>
                        <a:pt x="38" y="94"/>
                      </a:lnTo>
                      <a:lnTo>
                        <a:pt x="38" y="94"/>
                      </a:lnTo>
                      <a:lnTo>
                        <a:pt x="38" y="94"/>
                      </a:lnTo>
                      <a:lnTo>
                        <a:pt x="34" y="94"/>
                      </a:lnTo>
                      <a:lnTo>
                        <a:pt x="34" y="94"/>
                      </a:lnTo>
                      <a:lnTo>
                        <a:pt x="34" y="94"/>
                      </a:lnTo>
                      <a:lnTo>
                        <a:pt x="34" y="94"/>
                      </a:lnTo>
                      <a:lnTo>
                        <a:pt x="34" y="94"/>
                      </a:lnTo>
                      <a:lnTo>
                        <a:pt x="34" y="94"/>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102" name="Freeform 91">
                  <a:extLst>
                    <a:ext uri="{FF2B5EF4-FFF2-40B4-BE49-F238E27FC236}">
                      <a16:creationId xmlns:a16="http://schemas.microsoft.com/office/drawing/2014/main" id="{B6062BF3-6073-80C3-42C5-B11FEBB64B53}"/>
                    </a:ext>
                  </a:extLst>
                </p:cNvPr>
                <p:cNvSpPr>
                  <a:spLocks/>
                </p:cNvSpPr>
                <p:nvPr/>
              </p:nvSpPr>
              <p:spPr bwMode="gray">
                <a:xfrm>
                  <a:off x="4866046" y="2877833"/>
                  <a:ext cx="86963" cy="69570"/>
                </a:xfrm>
                <a:custGeom>
                  <a:avLst/>
                  <a:gdLst>
                    <a:gd name="T0" fmla="*/ 22 w 50"/>
                    <a:gd name="T1" fmla="*/ 26 h 40"/>
                    <a:gd name="T2" fmla="*/ 18 w 50"/>
                    <a:gd name="T3" fmla="*/ 26 h 40"/>
                    <a:gd name="T4" fmla="*/ 14 w 50"/>
                    <a:gd name="T5" fmla="*/ 22 h 40"/>
                    <a:gd name="T6" fmla="*/ 10 w 50"/>
                    <a:gd name="T7" fmla="*/ 22 h 40"/>
                    <a:gd name="T8" fmla="*/ 6 w 50"/>
                    <a:gd name="T9" fmla="*/ 18 h 40"/>
                    <a:gd name="T10" fmla="*/ 6 w 50"/>
                    <a:gd name="T11" fmla="*/ 14 h 40"/>
                    <a:gd name="T12" fmla="*/ 2 w 50"/>
                    <a:gd name="T13" fmla="*/ 14 h 40"/>
                    <a:gd name="T14" fmla="*/ 2 w 50"/>
                    <a:gd name="T15" fmla="*/ 14 h 40"/>
                    <a:gd name="T16" fmla="*/ 0 w 50"/>
                    <a:gd name="T17" fmla="*/ 10 h 40"/>
                    <a:gd name="T18" fmla="*/ 2 w 50"/>
                    <a:gd name="T19" fmla="*/ 6 h 40"/>
                    <a:gd name="T20" fmla="*/ 10 w 50"/>
                    <a:gd name="T21" fmla="*/ 4 h 40"/>
                    <a:gd name="T22" fmla="*/ 10 w 50"/>
                    <a:gd name="T23" fmla="*/ 6 h 40"/>
                    <a:gd name="T24" fmla="*/ 14 w 50"/>
                    <a:gd name="T25" fmla="*/ 4 h 40"/>
                    <a:gd name="T26" fmla="*/ 18 w 50"/>
                    <a:gd name="T27" fmla="*/ 6 h 40"/>
                    <a:gd name="T28" fmla="*/ 22 w 50"/>
                    <a:gd name="T29" fmla="*/ 4 h 40"/>
                    <a:gd name="T30" fmla="*/ 22 w 50"/>
                    <a:gd name="T31" fmla="*/ 4 h 40"/>
                    <a:gd name="T32" fmla="*/ 22 w 50"/>
                    <a:gd name="T33" fmla="*/ 6 h 40"/>
                    <a:gd name="T34" fmla="*/ 22 w 50"/>
                    <a:gd name="T35" fmla="*/ 4 h 40"/>
                    <a:gd name="T36" fmla="*/ 26 w 50"/>
                    <a:gd name="T37" fmla="*/ 4 h 40"/>
                    <a:gd name="T38" fmla="*/ 26 w 50"/>
                    <a:gd name="T39" fmla="*/ 4 h 40"/>
                    <a:gd name="T40" fmla="*/ 26 w 50"/>
                    <a:gd name="T41" fmla="*/ 0 h 40"/>
                    <a:gd name="T42" fmla="*/ 30 w 50"/>
                    <a:gd name="T43" fmla="*/ 4 h 40"/>
                    <a:gd name="T44" fmla="*/ 30 w 50"/>
                    <a:gd name="T45" fmla="*/ 0 h 40"/>
                    <a:gd name="T46" fmla="*/ 32 w 50"/>
                    <a:gd name="T47" fmla="*/ 4 h 40"/>
                    <a:gd name="T48" fmla="*/ 32 w 50"/>
                    <a:gd name="T49" fmla="*/ 0 h 40"/>
                    <a:gd name="T50" fmla="*/ 36 w 50"/>
                    <a:gd name="T51" fmla="*/ 4 h 40"/>
                    <a:gd name="T52" fmla="*/ 36 w 50"/>
                    <a:gd name="T53" fmla="*/ 6 h 40"/>
                    <a:gd name="T54" fmla="*/ 40 w 50"/>
                    <a:gd name="T55" fmla="*/ 6 h 40"/>
                    <a:gd name="T56" fmla="*/ 44 w 50"/>
                    <a:gd name="T57" fmla="*/ 6 h 40"/>
                    <a:gd name="T58" fmla="*/ 44 w 50"/>
                    <a:gd name="T59" fmla="*/ 10 h 40"/>
                    <a:gd name="T60" fmla="*/ 44 w 50"/>
                    <a:gd name="T61" fmla="*/ 14 h 40"/>
                    <a:gd name="T62" fmla="*/ 44 w 50"/>
                    <a:gd name="T63" fmla="*/ 14 h 40"/>
                    <a:gd name="T64" fmla="*/ 44 w 50"/>
                    <a:gd name="T65" fmla="*/ 14 h 40"/>
                    <a:gd name="T66" fmla="*/ 48 w 50"/>
                    <a:gd name="T67" fmla="*/ 18 h 40"/>
                    <a:gd name="T68" fmla="*/ 50 w 50"/>
                    <a:gd name="T69" fmla="*/ 22 h 40"/>
                    <a:gd name="T70" fmla="*/ 50 w 50"/>
                    <a:gd name="T71" fmla="*/ 26 h 40"/>
                    <a:gd name="T72" fmla="*/ 48 w 50"/>
                    <a:gd name="T73" fmla="*/ 28 h 40"/>
                    <a:gd name="T74" fmla="*/ 48 w 50"/>
                    <a:gd name="T75" fmla="*/ 28 h 40"/>
                    <a:gd name="T76" fmla="*/ 44 w 50"/>
                    <a:gd name="T77" fmla="*/ 28 h 40"/>
                    <a:gd name="T78" fmla="*/ 44 w 50"/>
                    <a:gd name="T79" fmla="*/ 36 h 40"/>
                    <a:gd name="T80" fmla="*/ 44 w 50"/>
                    <a:gd name="T81" fmla="*/ 36 h 40"/>
                    <a:gd name="T82" fmla="*/ 44 w 50"/>
                    <a:gd name="T83" fmla="*/ 40 h 40"/>
                    <a:gd name="T84" fmla="*/ 40 w 50"/>
                    <a:gd name="T85" fmla="*/ 40 h 40"/>
                    <a:gd name="T86" fmla="*/ 40 w 50"/>
                    <a:gd name="T87" fmla="*/ 40 h 40"/>
                    <a:gd name="T88" fmla="*/ 36 w 50"/>
                    <a:gd name="T89" fmla="*/ 40 h 40"/>
                    <a:gd name="T90" fmla="*/ 32 w 50"/>
                    <a:gd name="T91" fmla="*/ 36 h 40"/>
                    <a:gd name="T92" fmla="*/ 30 w 50"/>
                    <a:gd name="T93" fmla="*/ 28 h 40"/>
                    <a:gd name="T94" fmla="*/ 30 w 50"/>
                    <a:gd name="T95" fmla="*/ 28 h 40"/>
                    <a:gd name="T96" fmla="*/ 26 w 50"/>
                    <a:gd name="T97" fmla="*/ 32 h 40"/>
                    <a:gd name="T98" fmla="*/ 22 w 50"/>
                    <a:gd name="T99" fmla="*/ 32 h 40"/>
                    <a:gd name="T100" fmla="*/ 22 w 50"/>
                    <a:gd name="T101" fmla="*/ 32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50" h="40">
                      <a:moveTo>
                        <a:pt x="22" y="32"/>
                      </a:moveTo>
                      <a:lnTo>
                        <a:pt x="22" y="32"/>
                      </a:lnTo>
                      <a:lnTo>
                        <a:pt x="22" y="28"/>
                      </a:lnTo>
                      <a:lnTo>
                        <a:pt x="22" y="26"/>
                      </a:lnTo>
                      <a:lnTo>
                        <a:pt x="22" y="26"/>
                      </a:lnTo>
                      <a:lnTo>
                        <a:pt x="18" y="26"/>
                      </a:lnTo>
                      <a:lnTo>
                        <a:pt x="18" y="26"/>
                      </a:lnTo>
                      <a:lnTo>
                        <a:pt x="18" y="26"/>
                      </a:lnTo>
                      <a:lnTo>
                        <a:pt x="14" y="26"/>
                      </a:lnTo>
                      <a:lnTo>
                        <a:pt x="14" y="26"/>
                      </a:lnTo>
                      <a:lnTo>
                        <a:pt x="14" y="22"/>
                      </a:lnTo>
                      <a:lnTo>
                        <a:pt x="14" y="22"/>
                      </a:lnTo>
                      <a:lnTo>
                        <a:pt x="14" y="22"/>
                      </a:lnTo>
                      <a:lnTo>
                        <a:pt x="10" y="22"/>
                      </a:lnTo>
                      <a:lnTo>
                        <a:pt x="10" y="22"/>
                      </a:lnTo>
                      <a:lnTo>
                        <a:pt x="10" y="22"/>
                      </a:lnTo>
                      <a:lnTo>
                        <a:pt x="10" y="22"/>
                      </a:lnTo>
                      <a:lnTo>
                        <a:pt x="6" y="22"/>
                      </a:lnTo>
                      <a:lnTo>
                        <a:pt x="6" y="18"/>
                      </a:lnTo>
                      <a:lnTo>
                        <a:pt x="6" y="18"/>
                      </a:lnTo>
                      <a:lnTo>
                        <a:pt x="6" y="18"/>
                      </a:lnTo>
                      <a:lnTo>
                        <a:pt x="6" y="14"/>
                      </a:lnTo>
                      <a:lnTo>
                        <a:pt x="6" y="14"/>
                      </a:lnTo>
                      <a:lnTo>
                        <a:pt x="6" y="14"/>
                      </a:lnTo>
                      <a:lnTo>
                        <a:pt x="6" y="14"/>
                      </a:lnTo>
                      <a:lnTo>
                        <a:pt x="2" y="14"/>
                      </a:lnTo>
                      <a:lnTo>
                        <a:pt x="2" y="14"/>
                      </a:lnTo>
                      <a:lnTo>
                        <a:pt x="2" y="14"/>
                      </a:lnTo>
                      <a:lnTo>
                        <a:pt x="2" y="18"/>
                      </a:lnTo>
                      <a:lnTo>
                        <a:pt x="2" y="18"/>
                      </a:lnTo>
                      <a:lnTo>
                        <a:pt x="2" y="18"/>
                      </a:lnTo>
                      <a:lnTo>
                        <a:pt x="2" y="14"/>
                      </a:lnTo>
                      <a:lnTo>
                        <a:pt x="0" y="14"/>
                      </a:lnTo>
                      <a:lnTo>
                        <a:pt x="0" y="14"/>
                      </a:lnTo>
                      <a:lnTo>
                        <a:pt x="0" y="10"/>
                      </a:lnTo>
                      <a:lnTo>
                        <a:pt x="0" y="10"/>
                      </a:lnTo>
                      <a:lnTo>
                        <a:pt x="0" y="10"/>
                      </a:lnTo>
                      <a:lnTo>
                        <a:pt x="2" y="6"/>
                      </a:lnTo>
                      <a:lnTo>
                        <a:pt x="2" y="6"/>
                      </a:lnTo>
                      <a:lnTo>
                        <a:pt x="2" y="6"/>
                      </a:lnTo>
                      <a:lnTo>
                        <a:pt x="6" y="4"/>
                      </a:lnTo>
                      <a:lnTo>
                        <a:pt x="6" y="4"/>
                      </a:lnTo>
                      <a:lnTo>
                        <a:pt x="6" y="4"/>
                      </a:lnTo>
                      <a:lnTo>
                        <a:pt x="10" y="4"/>
                      </a:lnTo>
                      <a:lnTo>
                        <a:pt x="10" y="4"/>
                      </a:lnTo>
                      <a:lnTo>
                        <a:pt x="10" y="6"/>
                      </a:lnTo>
                      <a:lnTo>
                        <a:pt x="10" y="6"/>
                      </a:lnTo>
                      <a:lnTo>
                        <a:pt x="10" y="6"/>
                      </a:lnTo>
                      <a:lnTo>
                        <a:pt x="10" y="6"/>
                      </a:lnTo>
                      <a:lnTo>
                        <a:pt x="10" y="6"/>
                      </a:lnTo>
                      <a:lnTo>
                        <a:pt x="10" y="6"/>
                      </a:lnTo>
                      <a:lnTo>
                        <a:pt x="14" y="4"/>
                      </a:lnTo>
                      <a:lnTo>
                        <a:pt x="14" y="4"/>
                      </a:lnTo>
                      <a:lnTo>
                        <a:pt x="14" y="6"/>
                      </a:lnTo>
                      <a:lnTo>
                        <a:pt x="14" y="6"/>
                      </a:lnTo>
                      <a:lnTo>
                        <a:pt x="18" y="6"/>
                      </a:lnTo>
                      <a:lnTo>
                        <a:pt x="18" y="6"/>
                      </a:lnTo>
                      <a:lnTo>
                        <a:pt x="18" y="6"/>
                      </a:lnTo>
                      <a:lnTo>
                        <a:pt x="22" y="6"/>
                      </a:lnTo>
                      <a:lnTo>
                        <a:pt x="22" y="4"/>
                      </a:lnTo>
                      <a:lnTo>
                        <a:pt x="22" y="4"/>
                      </a:lnTo>
                      <a:lnTo>
                        <a:pt x="22" y="4"/>
                      </a:lnTo>
                      <a:lnTo>
                        <a:pt x="22" y="4"/>
                      </a:lnTo>
                      <a:lnTo>
                        <a:pt x="22" y="4"/>
                      </a:lnTo>
                      <a:lnTo>
                        <a:pt x="22" y="4"/>
                      </a:lnTo>
                      <a:lnTo>
                        <a:pt x="22" y="6"/>
                      </a:lnTo>
                      <a:lnTo>
                        <a:pt x="22" y="6"/>
                      </a:lnTo>
                      <a:lnTo>
                        <a:pt x="22" y="6"/>
                      </a:lnTo>
                      <a:lnTo>
                        <a:pt x="22" y="6"/>
                      </a:lnTo>
                      <a:lnTo>
                        <a:pt x="22" y="4"/>
                      </a:lnTo>
                      <a:lnTo>
                        <a:pt x="22" y="4"/>
                      </a:lnTo>
                      <a:lnTo>
                        <a:pt x="22" y="4"/>
                      </a:lnTo>
                      <a:lnTo>
                        <a:pt x="22" y="4"/>
                      </a:lnTo>
                      <a:lnTo>
                        <a:pt x="22" y="4"/>
                      </a:lnTo>
                      <a:lnTo>
                        <a:pt x="22" y="4"/>
                      </a:lnTo>
                      <a:lnTo>
                        <a:pt x="26" y="4"/>
                      </a:lnTo>
                      <a:lnTo>
                        <a:pt x="26" y="4"/>
                      </a:lnTo>
                      <a:lnTo>
                        <a:pt x="26" y="4"/>
                      </a:lnTo>
                      <a:lnTo>
                        <a:pt x="26" y="4"/>
                      </a:lnTo>
                      <a:lnTo>
                        <a:pt x="26" y="4"/>
                      </a:lnTo>
                      <a:lnTo>
                        <a:pt x="26" y="4"/>
                      </a:lnTo>
                      <a:lnTo>
                        <a:pt x="26" y="4"/>
                      </a:lnTo>
                      <a:lnTo>
                        <a:pt x="26" y="0"/>
                      </a:lnTo>
                      <a:lnTo>
                        <a:pt x="26" y="0"/>
                      </a:lnTo>
                      <a:lnTo>
                        <a:pt x="26" y="4"/>
                      </a:lnTo>
                      <a:lnTo>
                        <a:pt x="26" y="4"/>
                      </a:lnTo>
                      <a:lnTo>
                        <a:pt x="30" y="4"/>
                      </a:lnTo>
                      <a:lnTo>
                        <a:pt x="30" y="4"/>
                      </a:lnTo>
                      <a:lnTo>
                        <a:pt x="30" y="0"/>
                      </a:lnTo>
                      <a:lnTo>
                        <a:pt x="30" y="0"/>
                      </a:lnTo>
                      <a:lnTo>
                        <a:pt x="30" y="0"/>
                      </a:lnTo>
                      <a:lnTo>
                        <a:pt x="30" y="0"/>
                      </a:lnTo>
                      <a:lnTo>
                        <a:pt x="30" y="0"/>
                      </a:lnTo>
                      <a:lnTo>
                        <a:pt x="30" y="4"/>
                      </a:lnTo>
                      <a:lnTo>
                        <a:pt x="30" y="4"/>
                      </a:lnTo>
                      <a:lnTo>
                        <a:pt x="32" y="4"/>
                      </a:lnTo>
                      <a:lnTo>
                        <a:pt x="32" y="4"/>
                      </a:lnTo>
                      <a:lnTo>
                        <a:pt x="32" y="0"/>
                      </a:lnTo>
                      <a:lnTo>
                        <a:pt x="32" y="0"/>
                      </a:lnTo>
                      <a:lnTo>
                        <a:pt x="32" y="0"/>
                      </a:lnTo>
                      <a:lnTo>
                        <a:pt x="32" y="4"/>
                      </a:lnTo>
                      <a:lnTo>
                        <a:pt x="32" y="4"/>
                      </a:lnTo>
                      <a:lnTo>
                        <a:pt x="36" y="4"/>
                      </a:lnTo>
                      <a:lnTo>
                        <a:pt x="36" y="4"/>
                      </a:lnTo>
                      <a:lnTo>
                        <a:pt x="36" y="4"/>
                      </a:lnTo>
                      <a:lnTo>
                        <a:pt x="36" y="4"/>
                      </a:lnTo>
                      <a:lnTo>
                        <a:pt x="36" y="6"/>
                      </a:lnTo>
                      <a:lnTo>
                        <a:pt x="36" y="6"/>
                      </a:lnTo>
                      <a:lnTo>
                        <a:pt x="40" y="6"/>
                      </a:lnTo>
                      <a:lnTo>
                        <a:pt x="40" y="6"/>
                      </a:lnTo>
                      <a:lnTo>
                        <a:pt x="40" y="4"/>
                      </a:lnTo>
                      <a:lnTo>
                        <a:pt x="40" y="6"/>
                      </a:lnTo>
                      <a:lnTo>
                        <a:pt x="40" y="6"/>
                      </a:lnTo>
                      <a:lnTo>
                        <a:pt x="40" y="6"/>
                      </a:lnTo>
                      <a:lnTo>
                        <a:pt x="44" y="6"/>
                      </a:lnTo>
                      <a:lnTo>
                        <a:pt x="44" y="6"/>
                      </a:lnTo>
                      <a:lnTo>
                        <a:pt x="44" y="6"/>
                      </a:lnTo>
                      <a:lnTo>
                        <a:pt x="44" y="10"/>
                      </a:lnTo>
                      <a:lnTo>
                        <a:pt x="44" y="10"/>
                      </a:lnTo>
                      <a:lnTo>
                        <a:pt x="44" y="10"/>
                      </a:lnTo>
                      <a:lnTo>
                        <a:pt x="40" y="14"/>
                      </a:lnTo>
                      <a:lnTo>
                        <a:pt x="40" y="14"/>
                      </a:lnTo>
                      <a:lnTo>
                        <a:pt x="40" y="14"/>
                      </a:lnTo>
                      <a:lnTo>
                        <a:pt x="44" y="14"/>
                      </a:lnTo>
                      <a:lnTo>
                        <a:pt x="44" y="14"/>
                      </a:lnTo>
                      <a:lnTo>
                        <a:pt x="44" y="14"/>
                      </a:lnTo>
                      <a:lnTo>
                        <a:pt x="44" y="14"/>
                      </a:lnTo>
                      <a:lnTo>
                        <a:pt x="44" y="14"/>
                      </a:lnTo>
                      <a:lnTo>
                        <a:pt x="44" y="14"/>
                      </a:lnTo>
                      <a:lnTo>
                        <a:pt x="44" y="14"/>
                      </a:lnTo>
                      <a:lnTo>
                        <a:pt x="44" y="14"/>
                      </a:lnTo>
                      <a:lnTo>
                        <a:pt x="44" y="14"/>
                      </a:lnTo>
                      <a:lnTo>
                        <a:pt x="44" y="18"/>
                      </a:lnTo>
                      <a:lnTo>
                        <a:pt x="44" y="14"/>
                      </a:lnTo>
                      <a:lnTo>
                        <a:pt x="48" y="14"/>
                      </a:lnTo>
                      <a:lnTo>
                        <a:pt x="48" y="18"/>
                      </a:lnTo>
                      <a:lnTo>
                        <a:pt x="48" y="18"/>
                      </a:lnTo>
                      <a:lnTo>
                        <a:pt x="50" y="18"/>
                      </a:lnTo>
                      <a:lnTo>
                        <a:pt x="50" y="18"/>
                      </a:lnTo>
                      <a:lnTo>
                        <a:pt x="50" y="22"/>
                      </a:lnTo>
                      <a:lnTo>
                        <a:pt x="50" y="22"/>
                      </a:lnTo>
                      <a:lnTo>
                        <a:pt x="50" y="22"/>
                      </a:lnTo>
                      <a:lnTo>
                        <a:pt x="50" y="22"/>
                      </a:lnTo>
                      <a:lnTo>
                        <a:pt x="50" y="26"/>
                      </a:lnTo>
                      <a:lnTo>
                        <a:pt x="50" y="26"/>
                      </a:lnTo>
                      <a:lnTo>
                        <a:pt x="50" y="26"/>
                      </a:lnTo>
                      <a:lnTo>
                        <a:pt x="48" y="26"/>
                      </a:lnTo>
                      <a:lnTo>
                        <a:pt x="48" y="28"/>
                      </a:lnTo>
                      <a:lnTo>
                        <a:pt x="48" y="28"/>
                      </a:lnTo>
                      <a:lnTo>
                        <a:pt x="48" y="28"/>
                      </a:lnTo>
                      <a:lnTo>
                        <a:pt x="48" y="28"/>
                      </a:lnTo>
                      <a:lnTo>
                        <a:pt x="48" y="28"/>
                      </a:lnTo>
                      <a:lnTo>
                        <a:pt x="48" y="28"/>
                      </a:lnTo>
                      <a:lnTo>
                        <a:pt x="48" y="28"/>
                      </a:lnTo>
                      <a:lnTo>
                        <a:pt x="44" y="28"/>
                      </a:lnTo>
                      <a:lnTo>
                        <a:pt x="44" y="28"/>
                      </a:lnTo>
                      <a:lnTo>
                        <a:pt x="44" y="32"/>
                      </a:lnTo>
                      <a:lnTo>
                        <a:pt x="44" y="32"/>
                      </a:lnTo>
                      <a:lnTo>
                        <a:pt x="44" y="32"/>
                      </a:lnTo>
                      <a:lnTo>
                        <a:pt x="44" y="36"/>
                      </a:lnTo>
                      <a:lnTo>
                        <a:pt x="44" y="36"/>
                      </a:lnTo>
                      <a:lnTo>
                        <a:pt x="44" y="36"/>
                      </a:lnTo>
                      <a:lnTo>
                        <a:pt x="44" y="36"/>
                      </a:lnTo>
                      <a:lnTo>
                        <a:pt x="44" y="36"/>
                      </a:lnTo>
                      <a:lnTo>
                        <a:pt x="44" y="40"/>
                      </a:lnTo>
                      <a:lnTo>
                        <a:pt x="44" y="40"/>
                      </a:lnTo>
                      <a:lnTo>
                        <a:pt x="44" y="40"/>
                      </a:lnTo>
                      <a:lnTo>
                        <a:pt x="44" y="40"/>
                      </a:lnTo>
                      <a:lnTo>
                        <a:pt x="44" y="40"/>
                      </a:lnTo>
                      <a:lnTo>
                        <a:pt x="44" y="40"/>
                      </a:lnTo>
                      <a:lnTo>
                        <a:pt x="44" y="40"/>
                      </a:lnTo>
                      <a:lnTo>
                        <a:pt x="40" y="40"/>
                      </a:lnTo>
                      <a:lnTo>
                        <a:pt x="40" y="40"/>
                      </a:lnTo>
                      <a:lnTo>
                        <a:pt x="40" y="40"/>
                      </a:lnTo>
                      <a:lnTo>
                        <a:pt x="40" y="40"/>
                      </a:lnTo>
                      <a:lnTo>
                        <a:pt x="40" y="40"/>
                      </a:lnTo>
                      <a:lnTo>
                        <a:pt x="40" y="40"/>
                      </a:lnTo>
                      <a:lnTo>
                        <a:pt x="40" y="40"/>
                      </a:lnTo>
                      <a:lnTo>
                        <a:pt x="36" y="40"/>
                      </a:lnTo>
                      <a:lnTo>
                        <a:pt x="36" y="40"/>
                      </a:lnTo>
                      <a:lnTo>
                        <a:pt x="32" y="36"/>
                      </a:lnTo>
                      <a:lnTo>
                        <a:pt x="32" y="36"/>
                      </a:lnTo>
                      <a:lnTo>
                        <a:pt x="32" y="36"/>
                      </a:lnTo>
                      <a:lnTo>
                        <a:pt x="32" y="36"/>
                      </a:lnTo>
                      <a:lnTo>
                        <a:pt x="30" y="36"/>
                      </a:lnTo>
                      <a:lnTo>
                        <a:pt x="30" y="32"/>
                      </a:lnTo>
                      <a:lnTo>
                        <a:pt x="30" y="28"/>
                      </a:lnTo>
                      <a:lnTo>
                        <a:pt x="30" y="28"/>
                      </a:lnTo>
                      <a:lnTo>
                        <a:pt x="32" y="28"/>
                      </a:lnTo>
                      <a:lnTo>
                        <a:pt x="30" y="28"/>
                      </a:lnTo>
                      <a:lnTo>
                        <a:pt x="30" y="28"/>
                      </a:lnTo>
                      <a:lnTo>
                        <a:pt x="30" y="28"/>
                      </a:lnTo>
                      <a:lnTo>
                        <a:pt x="30" y="28"/>
                      </a:lnTo>
                      <a:lnTo>
                        <a:pt x="30" y="32"/>
                      </a:lnTo>
                      <a:lnTo>
                        <a:pt x="26" y="32"/>
                      </a:lnTo>
                      <a:lnTo>
                        <a:pt x="26" y="32"/>
                      </a:lnTo>
                      <a:lnTo>
                        <a:pt x="26" y="32"/>
                      </a:lnTo>
                      <a:lnTo>
                        <a:pt x="26" y="32"/>
                      </a:lnTo>
                      <a:lnTo>
                        <a:pt x="22" y="32"/>
                      </a:lnTo>
                      <a:lnTo>
                        <a:pt x="22" y="32"/>
                      </a:lnTo>
                      <a:lnTo>
                        <a:pt x="22" y="32"/>
                      </a:lnTo>
                      <a:lnTo>
                        <a:pt x="22" y="32"/>
                      </a:lnTo>
                      <a:lnTo>
                        <a:pt x="22" y="32"/>
                      </a:lnTo>
                      <a:lnTo>
                        <a:pt x="22" y="32"/>
                      </a:lnTo>
                      <a:lnTo>
                        <a:pt x="22" y="32"/>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103" name="Freeform 92">
                  <a:extLst>
                    <a:ext uri="{FF2B5EF4-FFF2-40B4-BE49-F238E27FC236}">
                      <a16:creationId xmlns:a16="http://schemas.microsoft.com/office/drawing/2014/main" id="{829F9543-E0AB-4543-6BEC-90B5A18C2624}"/>
                    </a:ext>
                  </a:extLst>
                </p:cNvPr>
                <p:cNvSpPr>
                  <a:spLocks/>
                </p:cNvSpPr>
                <p:nvPr/>
              </p:nvSpPr>
              <p:spPr bwMode="gray">
                <a:xfrm>
                  <a:off x="5189549" y="3103936"/>
                  <a:ext cx="90442" cy="90442"/>
                </a:xfrm>
                <a:custGeom>
                  <a:avLst/>
                  <a:gdLst>
                    <a:gd name="T0" fmla="*/ 26 w 52"/>
                    <a:gd name="T1" fmla="*/ 44 h 52"/>
                    <a:gd name="T2" fmla="*/ 26 w 52"/>
                    <a:gd name="T3" fmla="*/ 40 h 52"/>
                    <a:gd name="T4" fmla="*/ 22 w 52"/>
                    <a:gd name="T5" fmla="*/ 38 h 52"/>
                    <a:gd name="T6" fmla="*/ 18 w 52"/>
                    <a:gd name="T7" fmla="*/ 34 h 52"/>
                    <a:gd name="T8" fmla="*/ 18 w 52"/>
                    <a:gd name="T9" fmla="*/ 34 h 52"/>
                    <a:gd name="T10" fmla="*/ 14 w 52"/>
                    <a:gd name="T11" fmla="*/ 30 h 52"/>
                    <a:gd name="T12" fmla="*/ 10 w 52"/>
                    <a:gd name="T13" fmla="*/ 22 h 52"/>
                    <a:gd name="T14" fmla="*/ 6 w 52"/>
                    <a:gd name="T15" fmla="*/ 22 h 52"/>
                    <a:gd name="T16" fmla="*/ 6 w 52"/>
                    <a:gd name="T17" fmla="*/ 18 h 52"/>
                    <a:gd name="T18" fmla="*/ 4 w 52"/>
                    <a:gd name="T19" fmla="*/ 18 h 52"/>
                    <a:gd name="T20" fmla="*/ 4 w 52"/>
                    <a:gd name="T21" fmla="*/ 14 h 52"/>
                    <a:gd name="T22" fmla="*/ 4 w 52"/>
                    <a:gd name="T23" fmla="*/ 12 h 52"/>
                    <a:gd name="T24" fmla="*/ 0 w 52"/>
                    <a:gd name="T25" fmla="*/ 4 h 52"/>
                    <a:gd name="T26" fmla="*/ 0 w 52"/>
                    <a:gd name="T27" fmla="*/ 0 h 52"/>
                    <a:gd name="T28" fmla="*/ 4 w 52"/>
                    <a:gd name="T29" fmla="*/ 0 h 52"/>
                    <a:gd name="T30" fmla="*/ 6 w 52"/>
                    <a:gd name="T31" fmla="*/ 4 h 52"/>
                    <a:gd name="T32" fmla="*/ 6 w 52"/>
                    <a:gd name="T33" fmla="*/ 0 h 52"/>
                    <a:gd name="T34" fmla="*/ 10 w 52"/>
                    <a:gd name="T35" fmla="*/ 0 h 52"/>
                    <a:gd name="T36" fmla="*/ 14 w 52"/>
                    <a:gd name="T37" fmla="*/ 0 h 52"/>
                    <a:gd name="T38" fmla="*/ 18 w 52"/>
                    <a:gd name="T39" fmla="*/ 0 h 52"/>
                    <a:gd name="T40" fmla="*/ 22 w 52"/>
                    <a:gd name="T41" fmla="*/ 0 h 52"/>
                    <a:gd name="T42" fmla="*/ 26 w 52"/>
                    <a:gd name="T43" fmla="*/ 4 h 52"/>
                    <a:gd name="T44" fmla="*/ 28 w 52"/>
                    <a:gd name="T45" fmla="*/ 4 h 52"/>
                    <a:gd name="T46" fmla="*/ 32 w 52"/>
                    <a:gd name="T47" fmla="*/ 4 h 52"/>
                    <a:gd name="T48" fmla="*/ 36 w 52"/>
                    <a:gd name="T49" fmla="*/ 0 h 52"/>
                    <a:gd name="T50" fmla="*/ 40 w 52"/>
                    <a:gd name="T51" fmla="*/ 4 h 52"/>
                    <a:gd name="T52" fmla="*/ 44 w 52"/>
                    <a:gd name="T53" fmla="*/ 8 h 52"/>
                    <a:gd name="T54" fmla="*/ 48 w 52"/>
                    <a:gd name="T55" fmla="*/ 4 h 52"/>
                    <a:gd name="T56" fmla="*/ 48 w 52"/>
                    <a:gd name="T57" fmla="*/ 8 h 52"/>
                    <a:gd name="T58" fmla="*/ 48 w 52"/>
                    <a:gd name="T59" fmla="*/ 14 h 52"/>
                    <a:gd name="T60" fmla="*/ 48 w 52"/>
                    <a:gd name="T61" fmla="*/ 18 h 52"/>
                    <a:gd name="T62" fmla="*/ 52 w 52"/>
                    <a:gd name="T63" fmla="*/ 22 h 52"/>
                    <a:gd name="T64" fmla="*/ 52 w 52"/>
                    <a:gd name="T65" fmla="*/ 26 h 52"/>
                    <a:gd name="T66" fmla="*/ 48 w 52"/>
                    <a:gd name="T67" fmla="*/ 22 h 52"/>
                    <a:gd name="T68" fmla="*/ 52 w 52"/>
                    <a:gd name="T69" fmla="*/ 30 h 52"/>
                    <a:gd name="T70" fmla="*/ 52 w 52"/>
                    <a:gd name="T71" fmla="*/ 30 h 52"/>
                    <a:gd name="T72" fmla="*/ 48 w 52"/>
                    <a:gd name="T73" fmla="*/ 34 h 52"/>
                    <a:gd name="T74" fmla="*/ 44 w 52"/>
                    <a:gd name="T75" fmla="*/ 34 h 52"/>
                    <a:gd name="T76" fmla="*/ 44 w 52"/>
                    <a:gd name="T77" fmla="*/ 34 h 52"/>
                    <a:gd name="T78" fmla="*/ 44 w 52"/>
                    <a:gd name="T79" fmla="*/ 38 h 52"/>
                    <a:gd name="T80" fmla="*/ 44 w 52"/>
                    <a:gd name="T81" fmla="*/ 38 h 52"/>
                    <a:gd name="T82" fmla="*/ 40 w 52"/>
                    <a:gd name="T83" fmla="*/ 40 h 52"/>
                    <a:gd name="T84" fmla="*/ 36 w 52"/>
                    <a:gd name="T85" fmla="*/ 44 h 52"/>
                    <a:gd name="T86" fmla="*/ 36 w 52"/>
                    <a:gd name="T87" fmla="*/ 48 h 52"/>
                    <a:gd name="T88" fmla="*/ 36 w 52"/>
                    <a:gd name="T89" fmla="*/ 52 h 52"/>
                    <a:gd name="T90" fmla="*/ 36 w 52"/>
                    <a:gd name="T91" fmla="*/ 52 h 52"/>
                    <a:gd name="T92" fmla="*/ 32 w 52"/>
                    <a:gd name="T93" fmla="*/ 52 h 52"/>
                    <a:gd name="T94" fmla="*/ 28 w 52"/>
                    <a:gd name="T95" fmla="*/ 48 h 52"/>
                    <a:gd name="T96" fmla="*/ 28 w 52"/>
                    <a:gd name="T97" fmla="*/ 44 h 52"/>
                    <a:gd name="T98" fmla="*/ 26 w 52"/>
                    <a:gd name="T99" fmla="*/ 44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2" h="52">
                      <a:moveTo>
                        <a:pt x="26" y="44"/>
                      </a:moveTo>
                      <a:lnTo>
                        <a:pt x="26" y="44"/>
                      </a:lnTo>
                      <a:lnTo>
                        <a:pt x="26" y="44"/>
                      </a:lnTo>
                      <a:lnTo>
                        <a:pt x="26" y="44"/>
                      </a:lnTo>
                      <a:lnTo>
                        <a:pt x="26" y="40"/>
                      </a:lnTo>
                      <a:lnTo>
                        <a:pt x="26" y="40"/>
                      </a:lnTo>
                      <a:lnTo>
                        <a:pt x="26" y="40"/>
                      </a:lnTo>
                      <a:lnTo>
                        <a:pt x="26" y="40"/>
                      </a:lnTo>
                      <a:lnTo>
                        <a:pt x="22" y="40"/>
                      </a:lnTo>
                      <a:lnTo>
                        <a:pt x="22" y="38"/>
                      </a:lnTo>
                      <a:lnTo>
                        <a:pt x="22" y="38"/>
                      </a:lnTo>
                      <a:lnTo>
                        <a:pt x="22" y="38"/>
                      </a:lnTo>
                      <a:lnTo>
                        <a:pt x="18" y="38"/>
                      </a:lnTo>
                      <a:lnTo>
                        <a:pt x="22" y="34"/>
                      </a:lnTo>
                      <a:lnTo>
                        <a:pt x="18" y="34"/>
                      </a:lnTo>
                      <a:lnTo>
                        <a:pt x="18" y="34"/>
                      </a:lnTo>
                      <a:lnTo>
                        <a:pt x="18" y="34"/>
                      </a:lnTo>
                      <a:lnTo>
                        <a:pt x="18" y="34"/>
                      </a:lnTo>
                      <a:lnTo>
                        <a:pt x="18" y="34"/>
                      </a:lnTo>
                      <a:lnTo>
                        <a:pt x="18" y="34"/>
                      </a:lnTo>
                      <a:lnTo>
                        <a:pt x="14" y="34"/>
                      </a:lnTo>
                      <a:lnTo>
                        <a:pt x="14" y="34"/>
                      </a:lnTo>
                      <a:lnTo>
                        <a:pt x="14" y="30"/>
                      </a:lnTo>
                      <a:lnTo>
                        <a:pt x="14" y="30"/>
                      </a:lnTo>
                      <a:lnTo>
                        <a:pt x="10" y="26"/>
                      </a:lnTo>
                      <a:lnTo>
                        <a:pt x="10" y="26"/>
                      </a:lnTo>
                      <a:lnTo>
                        <a:pt x="10" y="26"/>
                      </a:lnTo>
                      <a:lnTo>
                        <a:pt x="10" y="22"/>
                      </a:lnTo>
                      <a:lnTo>
                        <a:pt x="10" y="22"/>
                      </a:lnTo>
                      <a:lnTo>
                        <a:pt x="6" y="22"/>
                      </a:lnTo>
                      <a:lnTo>
                        <a:pt x="6" y="22"/>
                      </a:lnTo>
                      <a:lnTo>
                        <a:pt x="6" y="22"/>
                      </a:lnTo>
                      <a:lnTo>
                        <a:pt x="6" y="22"/>
                      </a:lnTo>
                      <a:lnTo>
                        <a:pt x="6" y="22"/>
                      </a:lnTo>
                      <a:lnTo>
                        <a:pt x="6" y="18"/>
                      </a:lnTo>
                      <a:lnTo>
                        <a:pt x="6" y="18"/>
                      </a:lnTo>
                      <a:lnTo>
                        <a:pt x="6" y="18"/>
                      </a:lnTo>
                      <a:lnTo>
                        <a:pt x="4" y="18"/>
                      </a:lnTo>
                      <a:lnTo>
                        <a:pt x="4" y="18"/>
                      </a:lnTo>
                      <a:lnTo>
                        <a:pt x="4" y="18"/>
                      </a:lnTo>
                      <a:lnTo>
                        <a:pt x="4" y="18"/>
                      </a:lnTo>
                      <a:lnTo>
                        <a:pt x="4" y="14"/>
                      </a:lnTo>
                      <a:lnTo>
                        <a:pt x="4" y="14"/>
                      </a:lnTo>
                      <a:lnTo>
                        <a:pt x="4" y="14"/>
                      </a:lnTo>
                      <a:lnTo>
                        <a:pt x="4" y="12"/>
                      </a:lnTo>
                      <a:lnTo>
                        <a:pt x="4" y="12"/>
                      </a:lnTo>
                      <a:lnTo>
                        <a:pt x="4" y="12"/>
                      </a:lnTo>
                      <a:lnTo>
                        <a:pt x="4" y="12"/>
                      </a:lnTo>
                      <a:lnTo>
                        <a:pt x="0" y="12"/>
                      </a:lnTo>
                      <a:lnTo>
                        <a:pt x="0" y="8"/>
                      </a:lnTo>
                      <a:lnTo>
                        <a:pt x="0" y="8"/>
                      </a:lnTo>
                      <a:lnTo>
                        <a:pt x="0" y="4"/>
                      </a:lnTo>
                      <a:lnTo>
                        <a:pt x="0" y="4"/>
                      </a:lnTo>
                      <a:lnTo>
                        <a:pt x="0" y="4"/>
                      </a:lnTo>
                      <a:lnTo>
                        <a:pt x="0" y="0"/>
                      </a:lnTo>
                      <a:lnTo>
                        <a:pt x="0" y="0"/>
                      </a:lnTo>
                      <a:lnTo>
                        <a:pt x="0" y="0"/>
                      </a:lnTo>
                      <a:lnTo>
                        <a:pt x="0" y="0"/>
                      </a:lnTo>
                      <a:lnTo>
                        <a:pt x="0" y="0"/>
                      </a:lnTo>
                      <a:lnTo>
                        <a:pt x="4" y="0"/>
                      </a:lnTo>
                      <a:lnTo>
                        <a:pt x="4" y="0"/>
                      </a:lnTo>
                      <a:lnTo>
                        <a:pt x="4" y="4"/>
                      </a:lnTo>
                      <a:lnTo>
                        <a:pt x="6" y="4"/>
                      </a:lnTo>
                      <a:lnTo>
                        <a:pt x="6" y="4"/>
                      </a:lnTo>
                      <a:lnTo>
                        <a:pt x="6" y="4"/>
                      </a:lnTo>
                      <a:lnTo>
                        <a:pt x="6" y="4"/>
                      </a:lnTo>
                      <a:lnTo>
                        <a:pt x="6" y="4"/>
                      </a:lnTo>
                      <a:lnTo>
                        <a:pt x="6" y="0"/>
                      </a:lnTo>
                      <a:lnTo>
                        <a:pt x="10" y="0"/>
                      </a:lnTo>
                      <a:lnTo>
                        <a:pt x="10" y="0"/>
                      </a:lnTo>
                      <a:lnTo>
                        <a:pt x="10" y="0"/>
                      </a:lnTo>
                      <a:lnTo>
                        <a:pt x="10" y="0"/>
                      </a:lnTo>
                      <a:lnTo>
                        <a:pt x="10" y="0"/>
                      </a:lnTo>
                      <a:lnTo>
                        <a:pt x="10" y="0"/>
                      </a:lnTo>
                      <a:lnTo>
                        <a:pt x="10" y="0"/>
                      </a:lnTo>
                      <a:lnTo>
                        <a:pt x="14" y="0"/>
                      </a:lnTo>
                      <a:lnTo>
                        <a:pt x="14" y="0"/>
                      </a:lnTo>
                      <a:lnTo>
                        <a:pt x="14" y="0"/>
                      </a:lnTo>
                      <a:lnTo>
                        <a:pt x="18" y="0"/>
                      </a:lnTo>
                      <a:lnTo>
                        <a:pt x="18" y="0"/>
                      </a:lnTo>
                      <a:lnTo>
                        <a:pt x="18" y="0"/>
                      </a:lnTo>
                      <a:lnTo>
                        <a:pt x="18" y="0"/>
                      </a:lnTo>
                      <a:lnTo>
                        <a:pt x="22" y="0"/>
                      </a:lnTo>
                      <a:lnTo>
                        <a:pt x="22" y="0"/>
                      </a:lnTo>
                      <a:lnTo>
                        <a:pt x="22" y="0"/>
                      </a:lnTo>
                      <a:lnTo>
                        <a:pt x="26" y="0"/>
                      </a:lnTo>
                      <a:lnTo>
                        <a:pt x="26" y="0"/>
                      </a:lnTo>
                      <a:lnTo>
                        <a:pt x="26" y="4"/>
                      </a:lnTo>
                      <a:lnTo>
                        <a:pt x="28" y="4"/>
                      </a:lnTo>
                      <a:lnTo>
                        <a:pt x="28" y="4"/>
                      </a:lnTo>
                      <a:lnTo>
                        <a:pt x="28" y="4"/>
                      </a:lnTo>
                      <a:lnTo>
                        <a:pt x="28" y="4"/>
                      </a:lnTo>
                      <a:lnTo>
                        <a:pt x="32" y="4"/>
                      </a:lnTo>
                      <a:lnTo>
                        <a:pt x="32" y="4"/>
                      </a:lnTo>
                      <a:lnTo>
                        <a:pt x="32" y="4"/>
                      </a:lnTo>
                      <a:lnTo>
                        <a:pt x="32" y="4"/>
                      </a:lnTo>
                      <a:lnTo>
                        <a:pt x="32" y="4"/>
                      </a:lnTo>
                      <a:lnTo>
                        <a:pt x="32" y="0"/>
                      </a:lnTo>
                      <a:lnTo>
                        <a:pt x="32" y="0"/>
                      </a:lnTo>
                      <a:lnTo>
                        <a:pt x="36" y="0"/>
                      </a:lnTo>
                      <a:lnTo>
                        <a:pt x="40" y="4"/>
                      </a:lnTo>
                      <a:lnTo>
                        <a:pt x="40" y="4"/>
                      </a:lnTo>
                      <a:lnTo>
                        <a:pt x="40" y="4"/>
                      </a:lnTo>
                      <a:lnTo>
                        <a:pt x="40" y="4"/>
                      </a:lnTo>
                      <a:lnTo>
                        <a:pt x="40" y="8"/>
                      </a:lnTo>
                      <a:lnTo>
                        <a:pt x="40" y="8"/>
                      </a:lnTo>
                      <a:lnTo>
                        <a:pt x="44" y="8"/>
                      </a:lnTo>
                      <a:lnTo>
                        <a:pt x="44" y="8"/>
                      </a:lnTo>
                      <a:lnTo>
                        <a:pt x="44" y="8"/>
                      </a:lnTo>
                      <a:lnTo>
                        <a:pt x="44" y="8"/>
                      </a:lnTo>
                      <a:lnTo>
                        <a:pt x="48" y="8"/>
                      </a:lnTo>
                      <a:lnTo>
                        <a:pt x="48" y="4"/>
                      </a:lnTo>
                      <a:lnTo>
                        <a:pt x="48" y="8"/>
                      </a:lnTo>
                      <a:lnTo>
                        <a:pt x="52" y="8"/>
                      </a:lnTo>
                      <a:lnTo>
                        <a:pt x="52" y="8"/>
                      </a:lnTo>
                      <a:lnTo>
                        <a:pt x="48" y="8"/>
                      </a:lnTo>
                      <a:lnTo>
                        <a:pt x="48" y="8"/>
                      </a:lnTo>
                      <a:lnTo>
                        <a:pt x="48" y="12"/>
                      </a:lnTo>
                      <a:lnTo>
                        <a:pt x="48" y="12"/>
                      </a:lnTo>
                      <a:lnTo>
                        <a:pt x="48" y="14"/>
                      </a:lnTo>
                      <a:lnTo>
                        <a:pt x="48" y="14"/>
                      </a:lnTo>
                      <a:lnTo>
                        <a:pt x="48" y="18"/>
                      </a:lnTo>
                      <a:lnTo>
                        <a:pt x="48" y="18"/>
                      </a:lnTo>
                      <a:lnTo>
                        <a:pt x="48" y="18"/>
                      </a:lnTo>
                      <a:lnTo>
                        <a:pt x="48" y="18"/>
                      </a:lnTo>
                      <a:lnTo>
                        <a:pt x="48" y="18"/>
                      </a:lnTo>
                      <a:lnTo>
                        <a:pt x="52" y="22"/>
                      </a:lnTo>
                      <a:lnTo>
                        <a:pt x="52" y="22"/>
                      </a:lnTo>
                      <a:lnTo>
                        <a:pt x="52" y="22"/>
                      </a:lnTo>
                      <a:lnTo>
                        <a:pt x="52" y="22"/>
                      </a:lnTo>
                      <a:lnTo>
                        <a:pt x="52" y="26"/>
                      </a:lnTo>
                      <a:lnTo>
                        <a:pt x="52" y="26"/>
                      </a:lnTo>
                      <a:lnTo>
                        <a:pt x="52" y="26"/>
                      </a:lnTo>
                      <a:lnTo>
                        <a:pt x="48" y="26"/>
                      </a:lnTo>
                      <a:lnTo>
                        <a:pt x="48" y="22"/>
                      </a:lnTo>
                      <a:lnTo>
                        <a:pt x="48" y="22"/>
                      </a:lnTo>
                      <a:lnTo>
                        <a:pt x="48" y="26"/>
                      </a:lnTo>
                      <a:lnTo>
                        <a:pt x="48" y="26"/>
                      </a:lnTo>
                      <a:lnTo>
                        <a:pt x="52" y="26"/>
                      </a:lnTo>
                      <a:lnTo>
                        <a:pt x="52" y="30"/>
                      </a:lnTo>
                      <a:lnTo>
                        <a:pt x="52" y="30"/>
                      </a:lnTo>
                      <a:lnTo>
                        <a:pt x="52" y="30"/>
                      </a:lnTo>
                      <a:lnTo>
                        <a:pt x="52" y="30"/>
                      </a:lnTo>
                      <a:lnTo>
                        <a:pt x="52" y="30"/>
                      </a:lnTo>
                      <a:lnTo>
                        <a:pt x="52" y="34"/>
                      </a:lnTo>
                      <a:lnTo>
                        <a:pt x="52" y="34"/>
                      </a:lnTo>
                      <a:lnTo>
                        <a:pt x="52" y="34"/>
                      </a:lnTo>
                      <a:lnTo>
                        <a:pt x="48" y="34"/>
                      </a:lnTo>
                      <a:lnTo>
                        <a:pt x="48" y="34"/>
                      </a:lnTo>
                      <a:lnTo>
                        <a:pt x="48" y="34"/>
                      </a:lnTo>
                      <a:lnTo>
                        <a:pt x="44" y="34"/>
                      </a:lnTo>
                      <a:lnTo>
                        <a:pt x="44" y="34"/>
                      </a:lnTo>
                      <a:lnTo>
                        <a:pt x="44" y="34"/>
                      </a:lnTo>
                      <a:lnTo>
                        <a:pt x="44" y="34"/>
                      </a:lnTo>
                      <a:lnTo>
                        <a:pt x="44" y="34"/>
                      </a:lnTo>
                      <a:lnTo>
                        <a:pt x="44" y="34"/>
                      </a:lnTo>
                      <a:lnTo>
                        <a:pt x="44" y="38"/>
                      </a:lnTo>
                      <a:lnTo>
                        <a:pt x="44" y="38"/>
                      </a:lnTo>
                      <a:lnTo>
                        <a:pt x="44" y="38"/>
                      </a:lnTo>
                      <a:lnTo>
                        <a:pt x="44" y="38"/>
                      </a:lnTo>
                      <a:lnTo>
                        <a:pt x="44" y="38"/>
                      </a:lnTo>
                      <a:lnTo>
                        <a:pt x="44" y="38"/>
                      </a:lnTo>
                      <a:lnTo>
                        <a:pt x="44" y="38"/>
                      </a:lnTo>
                      <a:lnTo>
                        <a:pt x="44" y="38"/>
                      </a:lnTo>
                      <a:lnTo>
                        <a:pt x="40" y="38"/>
                      </a:lnTo>
                      <a:lnTo>
                        <a:pt x="40" y="38"/>
                      </a:lnTo>
                      <a:lnTo>
                        <a:pt x="40" y="40"/>
                      </a:lnTo>
                      <a:lnTo>
                        <a:pt x="40" y="40"/>
                      </a:lnTo>
                      <a:lnTo>
                        <a:pt x="40" y="40"/>
                      </a:lnTo>
                      <a:lnTo>
                        <a:pt x="40" y="40"/>
                      </a:lnTo>
                      <a:lnTo>
                        <a:pt x="40" y="44"/>
                      </a:lnTo>
                      <a:lnTo>
                        <a:pt x="36" y="44"/>
                      </a:lnTo>
                      <a:lnTo>
                        <a:pt x="36" y="44"/>
                      </a:lnTo>
                      <a:lnTo>
                        <a:pt x="36" y="44"/>
                      </a:lnTo>
                      <a:lnTo>
                        <a:pt x="36" y="44"/>
                      </a:lnTo>
                      <a:lnTo>
                        <a:pt x="36" y="48"/>
                      </a:lnTo>
                      <a:lnTo>
                        <a:pt x="36" y="48"/>
                      </a:lnTo>
                      <a:lnTo>
                        <a:pt x="36" y="48"/>
                      </a:lnTo>
                      <a:lnTo>
                        <a:pt x="36" y="48"/>
                      </a:lnTo>
                      <a:lnTo>
                        <a:pt x="36" y="52"/>
                      </a:lnTo>
                      <a:lnTo>
                        <a:pt x="36" y="52"/>
                      </a:lnTo>
                      <a:lnTo>
                        <a:pt x="36" y="52"/>
                      </a:lnTo>
                      <a:lnTo>
                        <a:pt x="36" y="52"/>
                      </a:lnTo>
                      <a:lnTo>
                        <a:pt x="36" y="52"/>
                      </a:lnTo>
                      <a:lnTo>
                        <a:pt x="36" y="52"/>
                      </a:lnTo>
                      <a:lnTo>
                        <a:pt x="36" y="52"/>
                      </a:lnTo>
                      <a:lnTo>
                        <a:pt x="36" y="52"/>
                      </a:lnTo>
                      <a:lnTo>
                        <a:pt x="32" y="52"/>
                      </a:lnTo>
                      <a:lnTo>
                        <a:pt x="32" y="52"/>
                      </a:lnTo>
                      <a:lnTo>
                        <a:pt x="32" y="52"/>
                      </a:lnTo>
                      <a:lnTo>
                        <a:pt x="32" y="48"/>
                      </a:lnTo>
                      <a:lnTo>
                        <a:pt x="28" y="48"/>
                      </a:lnTo>
                      <a:lnTo>
                        <a:pt x="28" y="48"/>
                      </a:lnTo>
                      <a:lnTo>
                        <a:pt x="28" y="48"/>
                      </a:lnTo>
                      <a:lnTo>
                        <a:pt x="28" y="44"/>
                      </a:lnTo>
                      <a:lnTo>
                        <a:pt x="28" y="44"/>
                      </a:lnTo>
                      <a:lnTo>
                        <a:pt x="26" y="44"/>
                      </a:lnTo>
                      <a:lnTo>
                        <a:pt x="26" y="44"/>
                      </a:lnTo>
                      <a:lnTo>
                        <a:pt x="26" y="44"/>
                      </a:lnTo>
                      <a:lnTo>
                        <a:pt x="26" y="44"/>
                      </a:lnTo>
                      <a:lnTo>
                        <a:pt x="26" y="44"/>
                      </a:lnTo>
                      <a:lnTo>
                        <a:pt x="26" y="44"/>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104" name="Freeform 93">
                  <a:extLst>
                    <a:ext uri="{FF2B5EF4-FFF2-40B4-BE49-F238E27FC236}">
                      <a16:creationId xmlns:a16="http://schemas.microsoft.com/office/drawing/2014/main" id="{F9A13581-DE5C-7F8F-97BB-9F4722665F53}"/>
                    </a:ext>
                  </a:extLst>
                </p:cNvPr>
                <p:cNvSpPr>
                  <a:spLocks/>
                </p:cNvSpPr>
                <p:nvPr/>
              </p:nvSpPr>
              <p:spPr bwMode="gray">
                <a:xfrm>
                  <a:off x="5349561" y="3135243"/>
                  <a:ext cx="156534" cy="104356"/>
                </a:xfrm>
                <a:custGeom>
                  <a:avLst/>
                  <a:gdLst>
                    <a:gd name="T0" fmla="*/ 8 w 90"/>
                    <a:gd name="T1" fmla="*/ 52 h 60"/>
                    <a:gd name="T2" fmla="*/ 8 w 90"/>
                    <a:gd name="T3" fmla="*/ 48 h 60"/>
                    <a:gd name="T4" fmla="*/ 0 w 90"/>
                    <a:gd name="T5" fmla="*/ 40 h 60"/>
                    <a:gd name="T6" fmla="*/ 4 w 90"/>
                    <a:gd name="T7" fmla="*/ 38 h 60"/>
                    <a:gd name="T8" fmla="*/ 0 w 90"/>
                    <a:gd name="T9" fmla="*/ 30 h 60"/>
                    <a:gd name="T10" fmla="*/ 8 w 90"/>
                    <a:gd name="T11" fmla="*/ 22 h 60"/>
                    <a:gd name="T12" fmla="*/ 8 w 90"/>
                    <a:gd name="T13" fmla="*/ 20 h 60"/>
                    <a:gd name="T14" fmla="*/ 0 w 90"/>
                    <a:gd name="T15" fmla="*/ 12 h 60"/>
                    <a:gd name="T16" fmla="*/ 4 w 90"/>
                    <a:gd name="T17" fmla="*/ 0 h 60"/>
                    <a:gd name="T18" fmla="*/ 8 w 90"/>
                    <a:gd name="T19" fmla="*/ 4 h 60"/>
                    <a:gd name="T20" fmla="*/ 8 w 90"/>
                    <a:gd name="T21" fmla="*/ 4 h 60"/>
                    <a:gd name="T22" fmla="*/ 8 w 90"/>
                    <a:gd name="T23" fmla="*/ 8 h 60"/>
                    <a:gd name="T24" fmla="*/ 12 w 90"/>
                    <a:gd name="T25" fmla="*/ 8 h 60"/>
                    <a:gd name="T26" fmla="*/ 16 w 90"/>
                    <a:gd name="T27" fmla="*/ 8 h 60"/>
                    <a:gd name="T28" fmla="*/ 26 w 90"/>
                    <a:gd name="T29" fmla="*/ 12 h 60"/>
                    <a:gd name="T30" fmla="*/ 26 w 90"/>
                    <a:gd name="T31" fmla="*/ 12 h 60"/>
                    <a:gd name="T32" fmla="*/ 30 w 90"/>
                    <a:gd name="T33" fmla="*/ 12 h 60"/>
                    <a:gd name="T34" fmla="*/ 34 w 90"/>
                    <a:gd name="T35" fmla="*/ 12 h 60"/>
                    <a:gd name="T36" fmla="*/ 42 w 90"/>
                    <a:gd name="T37" fmla="*/ 12 h 60"/>
                    <a:gd name="T38" fmla="*/ 46 w 90"/>
                    <a:gd name="T39" fmla="*/ 12 h 60"/>
                    <a:gd name="T40" fmla="*/ 54 w 90"/>
                    <a:gd name="T41" fmla="*/ 8 h 60"/>
                    <a:gd name="T42" fmla="*/ 56 w 90"/>
                    <a:gd name="T43" fmla="*/ 4 h 60"/>
                    <a:gd name="T44" fmla="*/ 64 w 90"/>
                    <a:gd name="T45" fmla="*/ 4 h 60"/>
                    <a:gd name="T46" fmla="*/ 68 w 90"/>
                    <a:gd name="T47" fmla="*/ 4 h 60"/>
                    <a:gd name="T48" fmla="*/ 76 w 90"/>
                    <a:gd name="T49" fmla="*/ 4 h 60"/>
                    <a:gd name="T50" fmla="*/ 80 w 90"/>
                    <a:gd name="T51" fmla="*/ 8 h 60"/>
                    <a:gd name="T52" fmla="*/ 80 w 90"/>
                    <a:gd name="T53" fmla="*/ 8 h 60"/>
                    <a:gd name="T54" fmla="*/ 86 w 90"/>
                    <a:gd name="T55" fmla="*/ 12 h 60"/>
                    <a:gd name="T56" fmla="*/ 90 w 90"/>
                    <a:gd name="T57" fmla="*/ 16 h 60"/>
                    <a:gd name="T58" fmla="*/ 86 w 90"/>
                    <a:gd name="T59" fmla="*/ 20 h 60"/>
                    <a:gd name="T60" fmla="*/ 82 w 90"/>
                    <a:gd name="T61" fmla="*/ 16 h 60"/>
                    <a:gd name="T62" fmla="*/ 80 w 90"/>
                    <a:gd name="T63" fmla="*/ 22 h 60"/>
                    <a:gd name="T64" fmla="*/ 80 w 90"/>
                    <a:gd name="T65" fmla="*/ 26 h 60"/>
                    <a:gd name="T66" fmla="*/ 76 w 90"/>
                    <a:gd name="T67" fmla="*/ 30 h 60"/>
                    <a:gd name="T68" fmla="*/ 72 w 90"/>
                    <a:gd name="T69" fmla="*/ 38 h 60"/>
                    <a:gd name="T70" fmla="*/ 76 w 90"/>
                    <a:gd name="T71" fmla="*/ 40 h 60"/>
                    <a:gd name="T72" fmla="*/ 80 w 90"/>
                    <a:gd name="T73" fmla="*/ 44 h 60"/>
                    <a:gd name="T74" fmla="*/ 80 w 90"/>
                    <a:gd name="T75" fmla="*/ 44 h 60"/>
                    <a:gd name="T76" fmla="*/ 72 w 90"/>
                    <a:gd name="T77" fmla="*/ 44 h 60"/>
                    <a:gd name="T78" fmla="*/ 68 w 90"/>
                    <a:gd name="T79" fmla="*/ 40 h 60"/>
                    <a:gd name="T80" fmla="*/ 60 w 90"/>
                    <a:gd name="T81" fmla="*/ 44 h 60"/>
                    <a:gd name="T82" fmla="*/ 56 w 90"/>
                    <a:gd name="T83" fmla="*/ 48 h 60"/>
                    <a:gd name="T84" fmla="*/ 56 w 90"/>
                    <a:gd name="T85" fmla="*/ 52 h 60"/>
                    <a:gd name="T86" fmla="*/ 54 w 90"/>
                    <a:gd name="T87" fmla="*/ 52 h 60"/>
                    <a:gd name="T88" fmla="*/ 54 w 90"/>
                    <a:gd name="T89" fmla="*/ 56 h 60"/>
                    <a:gd name="T90" fmla="*/ 46 w 90"/>
                    <a:gd name="T91" fmla="*/ 60 h 60"/>
                    <a:gd name="T92" fmla="*/ 42 w 90"/>
                    <a:gd name="T93" fmla="*/ 60 h 60"/>
                    <a:gd name="T94" fmla="*/ 34 w 90"/>
                    <a:gd name="T95" fmla="*/ 56 h 60"/>
                    <a:gd name="T96" fmla="*/ 26 w 90"/>
                    <a:gd name="T97" fmla="*/ 52 h 60"/>
                    <a:gd name="T98" fmla="*/ 24 w 90"/>
                    <a:gd name="T99" fmla="*/ 56 h 60"/>
                    <a:gd name="T100" fmla="*/ 20 w 90"/>
                    <a:gd name="T101" fmla="*/ 56 h 60"/>
                    <a:gd name="T102" fmla="*/ 12 w 90"/>
                    <a:gd name="T103" fmla="*/ 56 h 60"/>
                    <a:gd name="T104" fmla="*/ 8 w 90"/>
                    <a:gd name="T105" fmla="*/ 56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90" h="60">
                      <a:moveTo>
                        <a:pt x="8" y="56"/>
                      </a:moveTo>
                      <a:lnTo>
                        <a:pt x="8" y="56"/>
                      </a:lnTo>
                      <a:lnTo>
                        <a:pt x="8" y="56"/>
                      </a:lnTo>
                      <a:lnTo>
                        <a:pt x="8" y="56"/>
                      </a:lnTo>
                      <a:lnTo>
                        <a:pt x="8" y="52"/>
                      </a:lnTo>
                      <a:lnTo>
                        <a:pt x="8" y="52"/>
                      </a:lnTo>
                      <a:lnTo>
                        <a:pt x="8" y="52"/>
                      </a:lnTo>
                      <a:lnTo>
                        <a:pt x="8" y="52"/>
                      </a:lnTo>
                      <a:lnTo>
                        <a:pt x="8" y="48"/>
                      </a:lnTo>
                      <a:lnTo>
                        <a:pt x="8" y="48"/>
                      </a:lnTo>
                      <a:lnTo>
                        <a:pt x="8" y="48"/>
                      </a:lnTo>
                      <a:lnTo>
                        <a:pt x="8" y="48"/>
                      </a:lnTo>
                      <a:lnTo>
                        <a:pt x="8" y="48"/>
                      </a:lnTo>
                      <a:lnTo>
                        <a:pt x="8" y="44"/>
                      </a:lnTo>
                      <a:lnTo>
                        <a:pt x="8" y="44"/>
                      </a:lnTo>
                      <a:lnTo>
                        <a:pt x="4" y="44"/>
                      </a:lnTo>
                      <a:lnTo>
                        <a:pt x="4" y="40"/>
                      </a:lnTo>
                      <a:lnTo>
                        <a:pt x="0" y="40"/>
                      </a:lnTo>
                      <a:lnTo>
                        <a:pt x="0" y="40"/>
                      </a:lnTo>
                      <a:lnTo>
                        <a:pt x="0" y="38"/>
                      </a:lnTo>
                      <a:lnTo>
                        <a:pt x="0" y="38"/>
                      </a:lnTo>
                      <a:lnTo>
                        <a:pt x="0" y="38"/>
                      </a:lnTo>
                      <a:lnTo>
                        <a:pt x="0" y="38"/>
                      </a:lnTo>
                      <a:lnTo>
                        <a:pt x="4" y="38"/>
                      </a:lnTo>
                      <a:lnTo>
                        <a:pt x="4" y="34"/>
                      </a:lnTo>
                      <a:lnTo>
                        <a:pt x="4" y="34"/>
                      </a:lnTo>
                      <a:lnTo>
                        <a:pt x="0" y="34"/>
                      </a:lnTo>
                      <a:lnTo>
                        <a:pt x="0" y="34"/>
                      </a:lnTo>
                      <a:lnTo>
                        <a:pt x="0" y="34"/>
                      </a:lnTo>
                      <a:lnTo>
                        <a:pt x="0" y="30"/>
                      </a:lnTo>
                      <a:lnTo>
                        <a:pt x="0" y="26"/>
                      </a:lnTo>
                      <a:lnTo>
                        <a:pt x="4" y="26"/>
                      </a:lnTo>
                      <a:lnTo>
                        <a:pt x="4" y="26"/>
                      </a:lnTo>
                      <a:lnTo>
                        <a:pt x="4" y="26"/>
                      </a:lnTo>
                      <a:lnTo>
                        <a:pt x="4" y="26"/>
                      </a:lnTo>
                      <a:lnTo>
                        <a:pt x="8" y="22"/>
                      </a:lnTo>
                      <a:lnTo>
                        <a:pt x="8" y="22"/>
                      </a:lnTo>
                      <a:lnTo>
                        <a:pt x="8" y="22"/>
                      </a:lnTo>
                      <a:lnTo>
                        <a:pt x="8" y="22"/>
                      </a:lnTo>
                      <a:lnTo>
                        <a:pt x="8" y="22"/>
                      </a:lnTo>
                      <a:lnTo>
                        <a:pt x="8" y="20"/>
                      </a:lnTo>
                      <a:lnTo>
                        <a:pt x="8" y="20"/>
                      </a:lnTo>
                      <a:lnTo>
                        <a:pt x="4" y="20"/>
                      </a:lnTo>
                      <a:lnTo>
                        <a:pt x="4" y="20"/>
                      </a:lnTo>
                      <a:lnTo>
                        <a:pt x="4" y="20"/>
                      </a:lnTo>
                      <a:lnTo>
                        <a:pt x="4" y="16"/>
                      </a:lnTo>
                      <a:lnTo>
                        <a:pt x="4" y="16"/>
                      </a:lnTo>
                      <a:lnTo>
                        <a:pt x="0" y="12"/>
                      </a:lnTo>
                      <a:lnTo>
                        <a:pt x="0" y="8"/>
                      </a:lnTo>
                      <a:lnTo>
                        <a:pt x="0" y="4"/>
                      </a:lnTo>
                      <a:lnTo>
                        <a:pt x="4" y="4"/>
                      </a:lnTo>
                      <a:lnTo>
                        <a:pt x="4" y="4"/>
                      </a:lnTo>
                      <a:lnTo>
                        <a:pt x="4" y="4"/>
                      </a:lnTo>
                      <a:lnTo>
                        <a:pt x="4" y="0"/>
                      </a:lnTo>
                      <a:lnTo>
                        <a:pt x="4" y="0"/>
                      </a:lnTo>
                      <a:lnTo>
                        <a:pt x="4" y="0"/>
                      </a:lnTo>
                      <a:lnTo>
                        <a:pt x="4" y="0"/>
                      </a:lnTo>
                      <a:lnTo>
                        <a:pt x="8" y="4"/>
                      </a:lnTo>
                      <a:lnTo>
                        <a:pt x="8" y="4"/>
                      </a:lnTo>
                      <a:lnTo>
                        <a:pt x="8" y="4"/>
                      </a:lnTo>
                      <a:lnTo>
                        <a:pt x="8" y="4"/>
                      </a:lnTo>
                      <a:lnTo>
                        <a:pt x="8" y="4"/>
                      </a:lnTo>
                      <a:lnTo>
                        <a:pt x="8" y="4"/>
                      </a:lnTo>
                      <a:lnTo>
                        <a:pt x="8" y="4"/>
                      </a:lnTo>
                      <a:lnTo>
                        <a:pt x="8" y="4"/>
                      </a:lnTo>
                      <a:lnTo>
                        <a:pt x="8" y="4"/>
                      </a:lnTo>
                      <a:lnTo>
                        <a:pt x="8" y="4"/>
                      </a:lnTo>
                      <a:lnTo>
                        <a:pt x="8" y="8"/>
                      </a:lnTo>
                      <a:lnTo>
                        <a:pt x="8" y="8"/>
                      </a:lnTo>
                      <a:lnTo>
                        <a:pt x="8" y="8"/>
                      </a:lnTo>
                      <a:lnTo>
                        <a:pt x="8" y="8"/>
                      </a:lnTo>
                      <a:lnTo>
                        <a:pt x="8" y="8"/>
                      </a:lnTo>
                      <a:lnTo>
                        <a:pt x="12" y="8"/>
                      </a:lnTo>
                      <a:lnTo>
                        <a:pt x="12" y="8"/>
                      </a:lnTo>
                      <a:lnTo>
                        <a:pt x="12" y="8"/>
                      </a:lnTo>
                      <a:lnTo>
                        <a:pt x="12" y="8"/>
                      </a:lnTo>
                      <a:lnTo>
                        <a:pt x="12" y="8"/>
                      </a:lnTo>
                      <a:lnTo>
                        <a:pt x="12" y="8"/>
                      </a:lnTo>
                      <a:lnTo>
                        <a:pt x="12" y="8"/>
                      </a:lnTo>
                      <a:lnTo>
                        <a:pt x="16" y="8"/>
                      </a:lnTo>
                      <a:lnTo>
                        <a:pt x="16" y="8"/>
                      </a:lnTo>
                      <a:lnTo>
                        <a:pt x="16" y="8"/>
                      </a:lnTo>
                      <a:lnTo>
                        <a:pt x="16" y="8"/>
                      </a:lnTo>
                      <a:lnTo>
                        <a:pt x="16" y="8"/>
                      </a:lnTo>
                      <a:lnTo>
                        <a:pt x="20" y="8"/>
                      </a:lnTo>
                      <a:lnTo>
                        <a:pt x="20" y="12"/>
                      </a:lnTo>
                      <a:lnTo>
                        <a:pt x="20" y="12"/>
                      </a:lnTo>
                      <a:lnTo>
                        <a:pt x="24" y="12"/>
                      </a:lnTo>
                      <a:lnTo>
                        <a:pt x="24" y="12"/>
                      </a:lnTo>
                      <a:lnTo>
                        <a:pt x="26" y="12"/>
                      </a:lnTo>
                      <a:lnTo>
                        <a:pt x="26" y="12"/>
                      </a:lnTo>
                      <a:lnTo>
                        <a:pt x="26" y="12"/>
                      </a:lnTo>
                      <a:lnTo>
                        <a:pt x="26" y="12"/>
                      </a:lnTo>
                      <a:lnTo>
                        <a:pt x="26" y="12"/>
                      </a:lnTo>
                      <a:lnTo>
                        <a:pt x="26" y="12"/>
                      </a:lnTo>
                      <a:lnTo>
                        <a:pt x="26" y="12"/>
                      </a:lnTo>
                      <a:lnTo>
                        <a:pt x="26" y="12"/>
                      </a:lnTo>
                      <a:lnTo>
                        <a:pt x="26" y="12"/>
                      </a:lnTo>
                      <a:lnTo>
                        <a:pt x="30" y="12"/>
                      </a:lnTo>
                      <a:lnTo>
                        <a:pt x="30" y="12"/>
                      </a:lnTo>
                      <a:lnTo>
                        <a:pt x="30" y="12"/>
                      </a:lnTo>
                      <a:lnTo>
                        <a:pt x="30" y="12"/>
                      </a:lnTo>
                      <a:lnTo>
                        <a:pt x="30" y="12"/>
                      </a:lnTo>
                      <a:lnTo>
                        <a:pt x="30" y="12"/>
                      </a:lnTo>
                      <a:lnTo>
                        <a:pt x="30" y="12"/>
                      </a:lnTo>
                      <a:lnTo>
                        <a:pt x="34" y="12"/>
                      </a:lnTo>
                      <a:lnTo>
                        <a:pt x="34" y="12"/>
                      </a:lnTo>
                      <a:lnTo>
                        <a:pt x="34" y="12"/>
                      </a:lnTo>
                      <a:lnTo>
                        <a:pt x="34" y="12"/>
                      </a:lnTo>
                      <a:lnTo>
                        <a:pt x="38" y="12"/>
                      </a:lnTo>
                      <a:lnTo>
                        <a:pt x="42" y="12"/>
                      </a:lnTo>
                      <a:lnTo>
                        <a:pt x="42" y="12"/>
                      </a:lnTo>
                      <a:lnTo>
                        <a:pt x="42" y="12"/>
                      </a:lnTo>
                      <a:lnTo>
                        <a:pt x="42" y="12"/>
                      </a:lnTo>
                      <a:lnTo>
                        <a:pt x="42" y="12"/>
                      </a:lnTo>
                      <a:lnTo>
                        <a:pt x="46" y="12"/>
                      </a:lnTo>
                      <a:lnTo>
                        <a:pt x="46" y="12"/>
                      </a:lnTo>
                      <a:lnTo>
                        <a:pt x="46" y="12"/>
                      </a:lnTo>
                      <a:lnTo>
                        <a:pt x="46" y="12"/>
                      </a:lnTo>
                      <a:lnTo>
                        <a:pt x="46" y="12"/>
                      </a:lnTo>
                      <a:lnTo>
                        <a:pt x="50" y="12"/>
                      </a:lnTo>
                      <a:lnTo>
                        <a:pt x="50" y="12"/>
                      </a:lnTo>
                      <a:lnTo>
                        <a:pt x="50" y="12"/>
                      </a:lnTo>
                      <a:lnTo>
                        <a:pt x="50" y="12"/>
                      </a:lnTo>
                      <a:lnTo>
                        <a:pt x="50" y="8"/>
                      </a:lnTo>
                      <a:lnTo>
                        <a:pt x="54" y="8"/>
                      </a:lnTo>
                      <a:lnTo>
                        <a:pt x="54" y="8"/>
                      </a:lnTo>
                      <a:lnTo>
                        <a:pt x="54" y="8"/>
                      </a:lnTo>
                      <a:lnTo>
                        <a:pt x="56" y="4"/>
                      </a:lnTo>
                      <a:lnTo>
                        <a:pt x="56" y="4"/>
                      </a:lnTo>
                      <a:lnTo>
                        <a:pt x="56" y="4"/>
                      </a:lnTo>
                      <a:lnTo>
                        <a:pt x="56" y="4"/>
                      </a:lnTo>
                      <a:lnTo>
                        <a:pt x="56" y="4"/>
                      </a:lnTo>
                      <a:lnTo>
                        <a:pt x="60" y="4"/>
                      </a:lnTo>
                      <a:lnTo>
                        <a:pt x="64" y="4"/>
                      </a:lnTo>
                      <a:lnTo>
                        <a:pt x="64" y="4"/>
                      </a:lnTo>
                      <a:lnTo>
                        <a:pt x="64" y="4"/>
                      </a:lnTo>
                      <a:lnTo>
                        <a:pt x="64" y="4"/>
                      </a:lnTo>
                      <a:lnTo>
                        <a:pt x="68" y="4"/>
                      </a:lnTo>
                      <a:lnTo>
                        <a:pt x="68" y="4"/>
                      </a:lnTo>
                      <a:lnTo>
                        <a:pt x="68" y="4"/>
                      </a:lnTo>
                      <a:lnTo>
                        <a:pt x="68" y="4"/>
                      </a:lnTo>
                      <a:lnTo>
                        <a:pt x="68" y="4"/>
                      </a:lnTo>
                      <a:lnTo>
                        <a:pt x="68" y="4"/>
                      </a:lnTo>
                      <a:lnTo>
                        <a:pt x="68" y="4"/>
                      </a:lnTo>
                      <a:lnTo>
                        <a:pt x="72" y="4"/>
                      </a:lnTo>
                      <a:lnTo>
                        <a:pt x="72" y="4"/>
                      </a:lnTo>
                      <a:lnTo>
                        <a:pt x="72" y="4"/>
                      </a:lnTo>
                      <a:lnTo>
                        <a:pt x="72" y="4"/>
                      </a:lnTo>
                      <a:lnTo>
                        <a:pt x="76" y="4"/>
                      </a:lnTo>
                      <a:lnTo>
                        <a:pt x="76" y="4"/>
                      </a:lnTo>
                      <a:lnTo>
                        <a:pt x="76" y="4"/>
                      </a:lnTo>
                      <a:lnTo>
                        <a:pt x="76" y="4"/>
                      </a:lnTo>
                      <a:lnTo>
                        <a:pt x="76" y="8"/>
                      </a:lnTo>
                      <a:lnTo>
                        <a:pt x="76" y="8"/>
                      </a:lnTo>
                      <a:lnTo>
                        <a:pt x="80" y="8"/>
                      </a:lnTo>
                      <a:lnTo>
                        <a:pt x="80" y="8"/>
                      </a:lnTo>
                      <a:lnTo>
                        <a:pt x="80" y="8"/>
                      </a:lnTo>
                      <a:lnTo>
                        <a:pt x="80" y="4"/>
                      </a:lnTo>
                      <a:lnTo>
                        <a:pt x="80" y="8"/>
                      </a:lnTo>
                      <a:lnTo>
                        <a:pt x="80" y="8"/>
                      </a:lnTo>
                      <a:lnTo>
                        <a:pt x="80" y="8"/>
                      </a:lnTo>
                      <a:lnTo>
                        <a:pt x="80" y="8"/>
                      </a:lnTo>
                      <a:lnTo>
                        <a:pt x="82" y="8"/>
                      </a:lnTo>
                      <a:lnTo>
                        <a:pt x="82" y="12"/>
                      </a:lnTo>
                      <a:lnTo>
                        <a:pt x="82" y="12"/>
                      </a:lnTo>
                      <a:lnTo>
                        <a:pt x="82" y="12"/>
                      </a:lnTo>
                      <a:lnTo>
                        <a:pt x="86" y="12"/>
                      </a:lnTo>
                      <a:lnTo>
                        <a:pt x="86" y="12"/>
                      </a:lnTo>
                      <a:lnTo>
                        <a:pt x="86" y="12"/>
                      </a:lnTo>
                      <a:lnTo>
                        <a:pt x="86" y="12"/>
                      </a:lnTo>
                      <a:lnTo>
                        <a:pt x="86" y="12"/>
                      </a:lnTo>
                      <a:lnTo>
                        <a:pt x="86" y="16"/>
                      </a:lnTo>
                      <a:lnTo>
                        <a:pt x="90" y="16"/>
                      </a:lnTo>
                      <a:lnTo>
                        <a:pt x="90" y="16"/>
                      </a:lnTo>
                      <a:lnTo>
                        <a:pt x="90" y="16"/>
                      </a:lnTo>
                      <a:lnTo>
                        <a:pt x="86" y="16"/>
                      </a:lnTo>
                      <a:lnTo>
                        <a:pt x="86" y="16"/>
                      </a:lnTo>
                      <a:lnTo>
                        <a:pt x="86" y="16"/>
                      </a:lnTo>
                      <a:lnTo>
                        <a:pt x="86" y="20"/>
                      </a:lnTo>
                      <a:lnTo>
                        <a:pt x="86" y="20"/>
                      </a:lnTo>
                      <a:lnTo>
                        <a:pt x="86" y="20"/>
                      </a:lnTo>
                      <a:lnTo>
                        <a:pt x="86" y="20"/>
                      </a:lnTo>
                      <a:lnTo>
                        <a:pt x="86" y="20"/>
                      </a:lnTo>
                      <a:lnTo>
                        <a:pt x="86" y="16"/>
                      </a:lnTo>
                      <a:lnTo>
                        <a:pt x="82" y="16"/>
                      </a:lnTo>
                      <a:lnTo>
                        <a:pt x="82" y="20"/>
                      </a:lnTo>
                      <a:lnTo>
                        <a:pt x="82" y="20"/>
                      </a:lnTo>
                      <a:lnTo>
                        <a:pt x="82" y="20"/>
                      </a:lnTo>
                      <a:lnTo>
                        <a:pt x="82" y="20"/>
                      </a:lnTo>
                      <a:lnTo>
                        <a:pt x="80" y="20"/>
                      </a:lnTo>
                      <a:lnTo>
                        <a:pt x="80" y="22"/>
                      </a:lnTo>
                      <a:lnTo>
                        <a:pt x="80" y="22"/>
                      </a:lnTo>
                      <a:lnTo>
                        <a:pt x="80" y="26"/>
                      </a:lnTo>
                      <a:lnTo>
                        <a:pt x="80" y="26"/>
                      </a:lnTo>
                      <a:lnTo>
                        <a:pt x="80" y="26"/>
                      </a:lnTo>
                      <a:lnTo>
                        <a:pt x="80" y="26"/>
                      </a:lnTo>
                      <a:lnTo>
                        <a:pt x="80" y="26"/>
                      </a:lnTo>
                      <a:lnTo>
                        <a:pt x="80" y="30"/>
                      </a:lnTo>
                      <a:lnTo>
                        <a:pt x="80" y="30"/>
                      </a:lnTo>
                      <a:lnTo>
                        <a:pt x="80" y="30"/>
                      </a:lnTo>
                      <a:lnTo>
                        <a:pt x="80" y="30"/>
                      </a:lnTo>
                      <a:lnTo>
                        <a:pt x="76" y="30"/>
                      </a:lnTo>
                      <a:lnTo>
                        <a:pt x="76" y="30"/>
                      </a:lnTo>
                      <a:lnTo>
                        <a:pt x="76" y="34"/>
                      </a:lnTo>
                      <a:lnTo>
                        <a:pt x="72" y="34"/>
                      </a:lnTo>
                      <a:lnTo>
                        <a:pt x="72" y="34"/>
                      </a:lnTo>
                      <a:lnTo>
                        <a:pt x="72" y="38"/>
                      </a:lnTo>
                      <a:lnTo>
                        <a:pt x="72" y="38"/>
                      </a:lnTo>
                      <a:lnTo>
                        <a:pt x="72" y="38"/>
                      </a:lnTo>
                      <a:lnTo>
                        <a:pt x="76" y="38"/>
                      </a:lnTo>
                      <a:lnTo>
                        <a:pt x="76" y="38"/>
                      </a:lnTo>
                      <a:lnTo>
                        <a:pt x="76" y="38"/>
                      </a:lnTo>
                      <a:lnTo>
                        <a:pt x="76" y="38"/>
                      </a:lnTo>
                      <a:lnTo>
                        <a:pt x="76" y="38"/>
                      </a:lnTo>
                      <a:lnTo>
                        <a:pt x="76" y="40"/>
                      </a:lnTo>
                      <a:lnTo>
                        <a:pt x="76" y="40"/>
                      </a:lnTo>
                      <a:lnTo>
                        <a:pt x="80" y="40"/>
                      </a:lnTo>
                      <a:lnTo>
                        <a:pt x="80" y="40"/>
                      </a:lnTo>
                      <a:lnTo>
                        <a:pt x="80" y="40"/>
                      </a:lnTo>
                      <a:lnTo>
                        <a:pt x="80" y="44"/>
                      </a:lnTo>
                      <a:lnTo>
                        <a:pt x="80" y="44"/>
                      </a:lnTo>
                      <a:lnTo>
                        <a:pt x="80" y="44"/>
                      </a:lnTo>
                      <a:lnTo>
                        <a:pt x="80" y="44"/>
                      </a:lnTo>
                      <a:lnTo>
                        <a:pt x="80" y="44"/>
                      </a:lnTo>
                      <a:lnTo>
                        <a:pt x="80" y="44"/>
                      </a:lnTo>
                      <a:lnTo>
                        <a:pt x="80" y="44"/>
                      </a:lnTo>
                      <a:lnTo>
                        <a:pt x="80" y="44"/>
                      </a:lnTo>
                      <a:lnTo>
                        <a:pt x="76" y="44"/>
                      </a:lnTo>
                      <a:lnTo>
                        <a:pt x="76" y="44"/>
                      </a:lnTo>
                      <a:lnTo>
                        <a:pt x="76" y="44"/>
                      </a:lnTo>
                      <a:lnTo>
                        <a:pt x="76" y="44"/>
                      </a:lnTo>
                      <a:lnTo>
                        <a:pt x="72" y="44"/>
                      </a:lnTo>
                      <a:lnTo>
                        <a:pt x="72" y="44"/>
                      </a:lnTo>
                      <a:lnTo>
                        <a:pt x="72" y="44"/>
                      </a:lnTo>
                      <a:lnTo>
                        <a:pt x="72" y="44"/>
                      </a:lnTo>
                      <a:lnTo>
                        <a:pt x="72" y="44"/>
                      </a:lnTo>
                      <a:lnTo>
                        <a:pt x="72" y="44"/>
                      </a:lnTo>
                      <a:lnTo>
                        <a:pt x="72" y="40"/>
                      </a:lnTo>
                      <a:lnTo>
                        <a:pt x="68" y="40"/>
                      </a:lnTo>
                      <a:lnTo>
                        <a:pt x="68" y="44"/>
                      </a:lnTo>
                      <a:lnTo>
                        <a:pt x="68" y="44"/>
                      </a:lnTo>
                      <a:lnTo>
                        <a:pt x="64" y="44"/>
                      </a:lnTo>
                      <a:lnTo>
                        <a:pt x="64" y="44"/>
                      </a:lnTo>
                      <a:lnTo>
                        <a:pt x="60" y="44"/>
                      </a:lnTo>
                      <a:lnTo>
                        <a:pt x="60" y="44"/>
                      </a:lnTo>
                      <a:lnTo>
                        <a:pt x="60" y="48"/>
                      </a:lnTo>
                      <a:lnTo>
                        <a:pt x="60" y="48"/>
                      </a:lnTo>
                      <a:lnTo>
                        <a:pt x="60" y="48"/>
                      </a:lnTo>
                      <a:lnTo>
                        <a:pt x="60" y="48"/>
                      </a:lnTo>
                      <a:lnTo>
                        <a:pt x="56" y="48"/>
                      </a:lnTo>
                      <a:lnTo>
                        <a:pt x="56" y="48"/>
                      </a:lnTo>
                      <a:lnTo>
                        <a:pt x="56" y="48"/>
                      </a:lnTo>
                      <a:lnTo>
                        <a:pt x="56" y="48"/>
                      </a:lnTo>
                      <a:lnTo>
                        <a:pt x="56" y="48"/>
                      </a:lnTo>
                      <a:lnTo>
                        <a:pt x="56" y="48"/>
                      </a:lnTo>
                      <a:lnTo>
                        <a:pt x="56" y="52"/>
                      </a:lnTo>
                      <a:lnTo>
                        <a:pt x="56" y="52"/>
                      </a:lnTo>
                      <a:lnTo>
                        <a:pt x="56" y="52"/>
                      </a:lnTo>
                      <a:lnTo>
                        <a:pt x="56" y="48"/>
                      </a:lnTo>
                      <a:lnTo>
                        <a:pt x="54" y="48"/>
                      </a:lnTo>
                      <a:lnTo>
                        <a:pt x="54" y="48"/>
                      </a:lnTo>
                      <a:lnTo>
                        <a:pt x="54" y="52"/>
                      </a:lnTo>
                      <a:lnTo>
                        <a:pt x="54" y="52"/>
                      </a:lnTo>
                      <a:lnTo>
                        <a:pt x="54" y="52"/>
                      </a:lnTo>
                      <a:lnTo>
                        <a:pt x="54" y="52"/>
                      </a:lnTo>
                      <a:lnTo>
                        <a:pt x="54" y="52"/>
                      </a:lnTo>
                      <a:lnTo>
                        <a:pt x="54" y="52"/>
                      </a:lnTo>
                      <a:lnTo>
                        <a:pt x="54" y="56"/>
                      </a:lnTo>
                      <a:lnTo>
                        <a:pt x="54" y="56"/>
                      </a:lnTo>
                      <a:lnTo>
                        <a:pt x="54" y="60"/>
                      </a:lnTo>
                      <a:lnTo>
                        <a:pt x="50" y="60"/>
                      </a:lnTo>
                      <a:lnTo>
                        <a:pt x="50" y="60"/>
                      </a:lnTo>
                      <a:lnTo>
                        <a:pt x="50" y="56"/>
                      </a:lnTo>
                      <a:lnTo>
                        <a:pt x="46" y="60"/>
                      </a:lnTo>
                      <a:lnTo>
                        <a:pt x="46" y="60"/>
                      </a:lnTo>
                      <a:lnTo>
                        <a:pt x="46" y="60"/>
                      </a:lnTo>
                      <a:lnTo>
                        <a:pt x="42" y="60"/>
                      </a:lnTo>
                      <a:lnTo>
                        <a:pt x="42" y="60"/>
                      </a:lnTo>
                      <a:lnTo>
                        <a:pt x="42" y="60"/>
                      </a:lnTo>
                      <a:lnTo>
                        <a:pt x="42" y="60"/>
                      </a:lnTo>
                      <a:lnTo>
                        <a:pt x="42" y="60"/>
                      </a:lnTo>
                      <a:lnTo>
                        <a:pt x="38" y="60"/>
                      </a:lnTo>
                      <a:lnTo>
                        <a:pt x="38" y="56"/>
                      </a:lnTo>
                      <a:lnTo>
                        <a:pt x="38" y="56"/>
                      </a:lnTo>
                      <a:lnTo>
                        <a:pt x="38" y="56"/>
                      </a:lnTo>
                      <a:lnTo>
                        <a:pt x="34" y="56"/>
                      </a:lnTo>
                      <a:lnTo>
                        <a:pt x="34" y="56"/>
                      </a:lnTo>
                      <a:lnTo>
                        <a:pt x="34" y="56"/>
                      </a:lnTo>
                      <a:lnTo>
                        <a:pt x="34" y="56"/>
                      </a:lnTo>
                      <a:lnTo>
                        <a:pt x="30" y="56"/>
                      </a:lnTo>
                      <a:lnTo>
                        <a:pt x="30" y="56"/>
                      </a:lnTo>
                      <a:lnTo>
                        <a:pt x="30" y="52"/>
                      </a:lnTo>
                      <a:lnTo>
                        <a:pt x="26" y="52"/>
                      </a:lnTo>
                      <a:lnTo>
                        <a:pt x="26" y="52"/>
                      </a:lnTo>
                      <a:lnTo>
                        <a:pt x="26" y="52"/>
                      </a:lnTo>
                      <a:lnTo>
                        <a:pt x="26" y="52"/>
                      </a:lnTo>
                      <a:lnTo>
                        <a:pt x="26" y="52"/>
                      </a:lnTo>
                      <a:lnTo>
                        <a:pt x="24" y="52"/>
                      </a:lnTo>
                      <a:lnTo>
                        <a:pt x="24" y="56"/>
                      </a:lnTo>
                      <a:lnTo>
                        <a:pt x="24" y="56"/>
                      </a:lnTo>
                      <a:lnTo>
                        <a:pt x="24" y="56"/>
                      </a:lnTo>
                      <a:lnTo>
                        <a:pt x="24" y="56"/>
                      </a:lnTo>
                      <a:lnTo>
                        <a:pt x="20" y="56"/>
                      </a:lnTo>
                      <a:lnTo>
                        <a:pt x="20" y="56"/>
                      </a:lnTo>
                      <a:lnTo>
                        <a:pt x="20" y="56"/>
                      </a:lnTo>
                      <a:lnTo>
                        <a:pt x="20" y="56"/>
                      </a:lnTo>
                      <a:lnTo>
                        <a:pt x="16" y="56"/>
                      </a:lnTo>
                      <a:lnTo>
                        <a:pt x="16" y="56"/>
                      </a:lnTo>
                      <a:lnTo>
                        <a:pt x="12" y="56"/>
                      </a:lnTo>
                      <a:lnTo>
                        <a:pt x="12" y="56"/>
                      </a:lnTo>
                      <a:lnTo>
                        <a:pt x="12" y="56"/>
                      </a:lnTo>
                      <a:lnTo>
                        <a:pt x="12" y="56"/>
                      </a:lnTo>
                      <a:lnTo>
                        <a:pt x="12" y="60"/>
                      </a:lnTo>
                      <a:lnTo>
                        <a:pt x="12" y="60"/>
                      </a:lnTo>
                      <a:lnTo>
                        <a:pt x="12" y="60"/>
                      </a:lnTo>
                      <a:lnTo>
                        <a:pt x="8" y="56"/>
                      </a:lnTo>
                      <a:lnTo>
                        <a:pt x="8" y="56"/>
                      </a:lnTo>
                      <a:lnTo>
                        <a:pt x="8" y="56"/>
                      </a:lnTo>
                      <a:lnTo>
                        <a:pt x="8" y="56"/>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105" name="Freeform 94">
                  <a:extLst>
                    <a:ext uri="{FF2B5EF4-FFF2-40B4-BE49-F238E27FC236}">
                      <a16:creationId xmlns:a16="http://schemas.microsoft.com/office/drawing/2014/main" id="{A125A1C5-CEF8-053F-04D2-C7ECE5278053}"/>
                    </a:ext>
                  </a:extLst>
                </p:cNvPr>
                <p:cNvSpPr>
                  <a:spLocks noEditPoints="1"/>
                </p:cNvSpPr>
                <p:nvPr/>
              </p:nvSpPr>
              <p:spPr bwMode="gray">
                <a:xfrm>
                  <a:off x="5130414" y="3058715"/>
                  <a:ext cx="149577" cy="139141"/>
                </a:xfrm>
                <a:custGeom>
                  <a:avLst/>
                  <a:gdLst>
                    <a:gd name="T0" fmla="*/ 66 w 86"/>
                    <a:gd name="T1" fmla="*/ 74 h 80"/>
                    <a:gd name="T2" fmla="*/ 70 w 86"/>
                    <a:gd name="T3" fmla="*/ 78 h 80"/>
                    <a:gd name="T4" fmla="*/ 56 w 86"/>
                    <a:gd name="T5" fmla="*/ 70 h 80"/>
                    <a:gd name="T6" fmla="*/ 60 w 86"/>
                    <a:gd name="T7" fmla="*/ 70 h 80"/>
                    <a:gd name="T8" fmla="*/ 14 w 86"/>
                    <a:gd name="T9" fmla="*/ 30 h 80"/>
                    <a:gd name="T10" fmla="*/ 18 w 86"/>
                    <a:gd name="T11" fmla="*/ 30 h 80"/>
                    <a:gd name="T12" fmla="*/ 14 w 86"/>
                    <a:gd name="T13" fmla="*/ 34 h 80"/>
                    <a:gd name="T14" fmla="*/ 14 w 86"/>
                    <a:gd name="T15" fmla="*/ 26 h 80"/>
                    <a:gd name="T16" fmla="*/ 14 w 86"/>
                    <a:gd name="T17" fmla="*/ 34 h 80"/>
                    <a:gd name="T18" fmla="*/ 14 w 86"/>
                    <a:gd name="T19" fmla="*/ 40 h 80"/>
                    <a:gd name="T20" fmla="*/ 14 w 86"/>
                    <a:gd name="T21" fmla="*/ 40 h 80"/>
                    <a:gd name="T22" fmla="*/ 22 w 86"/>
                    <a:gd name="T23" fmla="*/ 38 h 80"/>
                    <a:gd name="T24" fmla="*/ 22 w 86"/>
                    <a:gd name="T25" fmla="*/ 40 h 80"/>
                    <a:gd name="T26" fmla="*/ 26 w 86"/>
                    <a:gd name="T27" fmla="*/ 52 h 80"/>
                    <a:gd name="T28" fmla="*/ 18 w 86"/>
                    <a:gd name="T29" fmla="*/ 44 h 80"/>
                    <a:gd name="T30" fmla="*/ 26 w 86"/>
                    <a:gd name="T31" fmla="*/ 52 h 80"/>
                    <a:gd name="T32" fmla="*/ 44 w 86"/>
                    <a:gd name="T33" fmla="*/ 64 h 80"/>
                    <a:gd name="T34" fmla="*/ 44 w 86"/>
                    <a:gd name="T35" fmla="*/ 64 h 80"/>
                    <a:gd name="T36" fmla="*/ 40 w 86"/>
                    <a:gd name="T37" fmla="*/ 66 h 80"/>
                    <a:gd name="T38" fmla="*/ 52 w 86"/>
                    <a:gd name="T39" fmla="*/ 66 h 80"/>
                    <a:gd name="T40" fmla="*/ 40 w 86"/>
                    <a:gd name="T41" fmla="*/ 66 h 80"/>
                    <a:gd name="T42" fmla="*/ 36 w 86"/>
                    <a:gd name="T43" fmla="*/ 70 h 80"/>
                    <a:gd name="T44" fmla="*/ 52 w 86"/>
                    <a:gd name="T45" fmla="*/ 70 h 80"/>
                    <a:gd name="T46" fmla="*/ 60 w 86"/>
                    <a:gd name="T47" fmla="*/ 74 h 80"/>
                    <a:gd name="T48" fmla="*/ 60 w 86"/>
                    <a:gd name="T49" fmla="*/ 74 h 80"/>
                    <a:gd name="T50" fmla="*/ 52 w 86"/>
                    <a:gd name="T51" fmla="*/ 66 h 80"/>
                    <a:gd name="T52" fmla="*/ 40 w 86"/>
                    <a:gd name="T53" fmla="*/ 60 h 80"/>
                    <a:gd name="T54" fmla="*/ 36 w 86"/>
                    <a:gd name="T55" fmla="*/ 56 h 80"/>
                    <a:gd name="T56" fmla="*/ 26 w 86"/>
                    <a:gd name="T57" fmla="*/ 48 h 80"/>
                    <a:gd name="T58" fmla="*/ 30 w 86"/>
                    <a:gd name="T59" fmla="*/ 44 h 80"/>
                    <a:gd name="T60" fmla="*/ 18 w 86"/>
                    <a:gd name="T61" fmla="*/ 34 h 80"/>
                    <a:gd name="T62" fmla="*/ 14 w 86"/>
                    <a:gd name="T63" fmla="*/ 26 h 80"/>
                    <a:gd name="T64" fmla="*/ 10 w 86"/>
                    <a:gd name="T65" fmla="*/ 30 h 80"/>
                    <a:gd name="T66" fmla="*/ 8 w 86"/>
                    <a:gd name="T67" fmla="*/ 34 h 80"/>
                    <a:gd name="T68" fmla="*/ 0 w 86"/>
                    <a:gd name="T69" fmla="*/ 22 h 80"/>
                    <a:gd name="T70" fmla="*/ 8 w 86"/>
                    <a:gd name="T71" fmla="*/ 22 h 80"/>
                    <a:gd name="T72" fmla="*/ 14 w 86"/>
                    <a:gd name="T73" fmla="*/ 18 h 80"/>
                    <a:gd name="T74" fmla="*/ 22 w 86"/>
                    <a:gd name="T75" fmla="*/ 22 h 80"/>
                    <a:gd name="T76" fmla="*/ 30 w 86"/>
                    <a:gd name="T77" fmla="*/ 14 h 80"/>
                    <a:gd name="T78" fmla="*/ 30 w 86"/>
                    <a:gd name="T79" fmla="*/ 8 h 80"/>
                    <a:gd name="T80" fmla="*/ 36 w 86"/>
                    <a:gd name="T81" fmla="*/ 0 h 80"/>
                    <a:gd name="T82" fmla="*/ 52 w 86"/>
                    <a:gd name="T83" fmla="*/ 8 h 80"/>
                    <a:gd name="T84" fmla="*/ 60 w 86"/>
                    <a:gd name="T85" fmla="*/ 14 h 80"/>
                    <a:gd name="T86" fmla="*/ 74 w 86"/>
                    <a:gd name="T87" fmla="*/ 14 h 80"/>
                    <a:gd name="T88" fmla="*/ 78 w 86"/>
                    <a:gd name="T89" fmla="*/ 22 h 80"/>
                    <a:gd name="T90" fmla="*/ 82 w 86"/>
                    <a:gd name="T91" fmla="*/ 26 h 80"/>
                    <a:gd name="T92" fmla="*/ 74 w 86"/>
                    <a:gd name="T93" fmla="*/ 34 h 80"/>
                    <a:gd name="T94" fmla="*/ 66 w 86"/>
                    <a:gd name="T95" fmla="*/ 30 h 80"/>
                    <a:gd name="T96" fmla="*/ 56 w 86"/>
                    <a:gd name="T97" fmla="*/ 26 h 80"/>
                    <a:gd name="T98" fmla="*/ 40 w 86"/>
                    <a:gd name="T99" fmla="*/ 26 h 80"/>
                    <a:gd name="T100" fmla="*/ 34 w 86"/>
                    <a:gd name="T101" fmla="*/ 26 h 80"/>
                    <a:gd name="T102" fmla="*/ 36 w 86"/>
                    <a:gd name="T103" fmla="*/ 38 h 80"/>
                    <a:gd name="T104" fmla="*/ 40 w 86"/>
                    <a:gd name="T105" fmla="*/ 48 h 80"/>
                    <a:gd name="T106" fmla="*/ 48 w 86"/>
                    <a:gd name="T107" fmla="*/ 60 h 80"/>
                    <a:gd name="T108" fmla="*/ 56 w 86"/>
                    <a:gd name="T109" fmla="*/ 64 h 80"/>
                    <a:gd name="T110" fmla="*/ 60 w 86"/>
                    <a:gd name="T111" fmla="*/ 7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86" h="80">
                      <a:moveTo>
                        <a:pt x="60" y="70"/>
                      </a:moveTo>
                      <a:lnTo>
                        <a:pt x="62" y="70"/>
                      </a:lnTo>
                      <a:lnTo>
                        <a:pt x="62" y="74"/>
                      </a:lnTo>
                      <a:lnTo>
                        <a:pt x="66" y="74"/>
                      </a:lnTo>
                      <a:lnTo>
                        <a:pt x="66" y="78"/>
                      </a:lnTo>
                      <a:lnTo>
                        <a:pt x="70" y="78"/>
                      </a:lnTo>
                      <a:lnTo>
                        <a:pt x="70" y="80"/>
                      </a:lnTo>
                      <a:lnTo>
                        <a:pt x="70" y="78"/>
                      </a:lnTo>
                      <a:lnTo>
                        <a:pt x="66" y="78"/>
                      </a:lnTo>
                      <a:lnTo>
                        <a:pt x="62" y="74"/>
                      </a:lnTo>
                      <a:lnTo>
                        <a:pt x="60" y="74"/>
                      </a:lnTo>
                      <a:lnTo>
                        <a:pt x="56" y="70"/>
                      </a:lnTo>
                      <a:lnTo>
                        <a:pt x="52" y="70"/>
                      </a:lnTo>
                      <a:lnTo>
                        <a:pt x="52" y="66"/>
                      </a:lnTo>
                      <a:lnTo>
                        <a:pt x="56" y="70"/>
                      </a:lnTo>
                      <a:lnTo>
                        <a:pt x="60" y="70"/>
                      </a:lnTo>
                      <a:lnTo>
                        <a:pt x="60" y="70"/>
                      </a:lnTo>
                      <a:lnTo>
                        <a:pt x="60" y="70"/>
                      </a:lnTo>
                      <a:close/>
                      <a:moveTo>
                        <a:pt x="18" y="30"/>
                      </a:moveTo>
                      <a:lnTo>
                        <a:pt x="14" y="30"/>
                      </a:lnTo>
                      <a:lnTo>
                        <a:pt x="14" y="26"/>
                      </a:lnTo>
                      <a:lnTo>
                        <a:pt x="18" y="26"/>
                      </a:lnTo>
                      <a:lnTo>
                        <a:pt x="18" y="30"/>
                      </a:lnTo>
                      <a:lnTo>
                        <a:pt x="18" y="30"/>
                      </a:lnTo>
                      <a:lnTo>
                        <a:pt x="18" y="30"/>
                      </a:lnTo>
                      <a:close/>
                      <a:moveTo>
                        <a:pt x="14" y="38"/>
                      </a:moveTo>
                      <a:lnTo>
                        <a:pt x="10" y="34"/>
                      </a:lnTo>
                      <a:lnTo>
                        <a:pt x="14" y="34"/>
                      </a:lnTo>
                      <a:lnTo>
                        <a:pt x="14" y="30"/>
                      </a:lnTo>
                      <a:lnTo>
                        <a:pt x="10" y="30"/>
                      </a:lnTo>
                      <a:lnTo>
                        <a:pt x="10" y="26"/>
                      </a:lnTo>
                      <a:lnTo>
                        <a:pt x="14" y="26"/>
                      </a:lnTo>
                      <a:lnTo>
                        <a:pt x="10" y="26"/>
                      </a:lnTo>
                      <a:lnTo>
                        <a:pt x="10" y="30"/>
                      </a:lnTo>
                      <a:lnTo>
                        <a:pt x="14" y="30"/>
                      </a:lnTo>
                      <a:lnTo>
                        <a:pt x="14" y="34"/>
                      </a:lnTo>
                      <a:lnTo>
                        <a:pt x="14" y="38"/>
                      </a:lnTo>
                      <a:lnTo>
                        <a:pt x="14" y="38"/>
                      </a:lnTo>
                      <a:lnTo>
                        <a:pt x="14" y="38"/>
                      </a:lnTo>
                      <a:close/>
                      <a:moveTo>
                        <a:pt x="14" y="40"/>
                      </a:moveTo>
                      <a:lnTo>
                        <a:pt x="14" y="38"/>
                      </a:lnTo>
                      <a:lnTo>
                        <a:pt x="10" y="38"/>
                      </a:lnTo>
                      <a:lnTo>
                        <a:pt x="14" y="38"/>
                      </a:lnTo>
                      <a:lnTo>
                        <a:pt x="14" y="40"/>
                      </a:lnTo>
                      <a:lnTo>
                        <a:pt x="14" y="40"/>
                      </a:lnTo>
                      <a:lnTo>
                        <a:pt x="14" y="40"/>
                      </a:lnTo>
                      <a:close/>
                      <a:moveTo>
                        <a:pt x="18" y="38"/>
                      </a:moveTo>
                      <a:lnTo>
                        <a:pt x="22" y="38"/>
                      </a:lnTo>
                      <a:lnTo>
                        <a:pt x="22" y="40"/>
                      </a:lnTo>
                      <a:lnTo>
                        <a:pt x="26" y="44"/>
                      </a:lnTo>
                      <a:lnTo>
                        <a:pt x="22" y="44"/>
                      </a:lnTo>
                      <a:lnTo>
                        <a:pt x="22" y="40"/>
                      </a:lnTo>
                      <a:lnTo>
                        <a:pt x="18" y="38"/>
                      </a:lnTo>
                      <a:lnTo>
                        <a:pt x="18" y="38"/>
                      </a:lnTo>
                      <a:lnTo>
                        <a:pt x="18" y="38"/>
                      </a:lnTo>
                      <a:close/>
                      <a:moveTo>
                        <a:pt x="26" y="52"/>
                      </a:moveTo>
                      <a:lnTo>
                        <a:pt x="22" y="52"/>
                      </a:lnTo>
                      <a:lnTo>
                        <a:pt x="22" y="48"/>
                      </a:lnTo>
                      <a:lnTo>
                        <a:pt x="18" y="48"/>
                      </a:lnTo>
                      <a:lnTo>
                        <a:pt x="18" y="44"/>
                      </a:lnTo>
                      <a:lnTo>
                        <a:pt x="22" y="48"/>
                      </a:lnTo>
                      <a:lnTo>
                        <a:pt x="22" y="52"/>
                      </a:lnTo>
                      <a:lnTo>
                        <a:pt x="26" y="52"/>
                      </a:lnTo>
                      <a:lnTo>
                        <a:pt x="26" y="52"/>
                      </a:lnTo>
                      <a:lnTo>
                        <a:pt x="26" y="52"/>
                      </a:lnTo>
                      <a:close/>
                      <a:moveTo>
                        <a:pt x="44" y="64"/>
                      </a:moveTo>
                      <a:lnTo>
                        <a:pt x="40" y="64"/>
                      </a:lnTo>
                      <a:lnTo>
                        <a:pt x="44" y="64"/>
                      </a:lnTo>
                      <a:lnTo>
                        <a:pt x="48" y="64"/>
                      </a:lnTo>
                      <a:lnTo>
                        <a:pt x="44" y="64"/>
                      </a:lnTo>
                      <a:lnTo>
                        <a:pt x="44" y="64"/>
                      </a:lnTo>
                      <a:lnTo>
                        <a:pt x="44" y="64"/>
                      </a:lnTo>
                      <a:close/>
                      <a:moveTo>
                        <a:pt x="52" y="66"/>
                      </a:moveTo>
                      <a:lnTo>
                        <a:pt x="48" y="66"/>
                      </a:lnTo>
                      <a:lnTo>
                        <a:pt x="44" y="66"/>
                      </a:lnTo>
                      <a:lnTo>
                        <a:pt x="40" y="66"/>
                      </a:lnTo>
                      <a:lnTo>
                        <a:pt x="44" y="66"/>
                      </a:lnTo>
                      <a:lnTo>
                        <a:pt x="48" y="66"/>
                      </a:lnTo>
                      <a:lnTo>
                        <a:pt x="52" y="66"/>
                      </a:lnTo>
                      <a:lnTo>
                        <a:pt x="52" y="66"/>
                      </a:lnTo>
                      <a:lnTo>
                        <a:pt x="52" y="66"/>
                      </a:lnTo>
                      <a:close/>
                      <a:moveTo>
                        <a:pt x="36" y="70"/>
                      </a:moveTo>
                      <a:lnTo>
                        <a:pt x="36" y="66"/>
                      </a:lnTo>
                      <a:lnTo>
                        <a:pt x="40" y="66"/>
                      </a:lnTo>
                      <a:lnTo>
                        <a:pt x="40" y="70"/>
                      </a:lnTo>
                      <a:lnTo>
                        <a:pt x="36" y="70"/>
                      </a:lnTo>
                      <a:lnTo>
                        <a:pt x="36" y="70"/>
                      </a:lnTo>
                      <a:lnTo>
                        <a:pt x="36" y="70"/>
                      </a:lnTo>
                      <a:close/>
                      <a:moveTo>
                        <a:pt x="48" y="70"/>
                      </a:moveTo>
                      <a:lnTo>
                        <a:pt x="44" y="70"/>
                      </a:lnTo>
                      <a:lnTo>
                        <a:pt x="48" y="70"/>
                      </a:lnTo>
                      <a:lnTo>
                        <a:pt x="52" y="70"/>
                      </a:lnTo>
                      <a:lnTo>
                        <a:pt x="48" y="70"/>
                      </a:lnTo>
                      <a:lnTo>
                        <a:pt x="48" y="70"/>
                      </a:lnTo>
                      <a:lnTo>
                        <a:pt x="48" y="70"/>
                      </a:lnTo>
                      <a:close/>
                      <a:moveTo>
                        <a:pt x="60" y="74"/>
                      </a:moveTo>
                      <a:lnTo>
                        <a:pt x="56" y="74"/>
                      </a:lnTo>
                      <a:lnTo>
                        <a:pt x="60" y="74"/>
                      </a:lnTo>
                      <a:lnTo>
                        <a:pt x="60" y="74"/>
                      </a:lnTo>
                      <a:lnTo>
                        <a:pt x="60" y="74"/>
                      </a:lnTo>
                      <a:close/>
                      <a:moveTo>
                        <a:pt x="60" y="70"/>
                      </a:moveTo>
                      <a:lnTo>
                        <a:pt x="56" y="70"/>
                      </a:lnTo>
                      <a:lnTo>
                        <a:pt x="56" y="66"/>
                      </a:lnTo>
                      <a:lnTo>
                        <a:pt x="52" y="66"/>
                      </a:lnTo>
                      <a:lnTo>
                        <a:pt x="52" y="64"/>
                      </a:lnTo>
                      <a:lnTo>
                        <a:pt x="48" y="64"/>
                      </a:lnTo>
                      <a:lnTo>
                        <a:pt x="44" y="60"/>
                      </a:lnTo>
                      <a:lnTo>
                        <a:pt x="40" y="60"/>
                      </a:lnTo>
                      <a:lnTo>
                        <a:pt x="36" y="60"/>
                      </a:lnTo>
                      <a:lnTo>
                        <a:pt x="34" y="60"/>
                      </a:lnTo>
                      <a:lnTo>
                        <a:pt x="34" y="56"/>
                      </a:lnTo>
                      <a:lnTo>
                        <a:pt x="36" y="56"/>
                      </a:lnTo>
                      <a:lnTo>
                        <a:pt x="34" y="56"/>
                      </a:lnTo>
                      <a:lnTo>
                        <a:pt x="30" y="52"/>
                      </a:lnTo>
                      <a:lnTo>
                        <a:pt x="26" y="52"/>
                      </a:lnTo>
                      <a:lnTo>
                        <a:pt x="26" y="48"/>
                      </a:lnTo>
                      <a:lnTo>
                        <a:pt x="26" y="44"/>
                      </a:lnTo>
                      <a:lnTo>
                        <a:pt x="22" y="44"/>
                      </a:lnTo>
                      <a:lnTo>
                        <a:pt x="26" y="44"/>
                      </a:lnTo>
                      <a:lnTo>
                        <a:pt x="30" y="44"/>
                      </a:lnTo>
                      <a:lnTo>
                        <a:pt x="26" y="40"/>
                      </a:lnTo>
                      <a:lnTo>
                        <a:pt x="22" y="40"/>
                      </a:lnTo>
                      <a:lnTo>
                        <a:pt x="22" y="38"/>
                      </a:lnTo>
                      <a:lnTo>
                        <a:pt x="18" y="34"/>
                      </a:lnTo>
                      <a:lnTo>
                        <a:pt x="22" y="34"/>
                      </a:lnTo>
                      <a:lnTo>
                        <a:pt x="22" y="30"/>
                      </a:lnTo>
                      <a:lnTo>
                        <a:pt x="18" y="26"/>
                      </a:lnTo>
                      <a:lnTo>
                        <a:pt x="14" y="26"/>
                      </a:lnTo>
                      <a:lnTo>
                        <a:pt x="14" y="22"/>
                      </a:lnTo>
                      <a:lnTo>
                        <a:pt x="10" y="22"/>
                      </a:lnTo>
                      <a:lnTo>
                        <a:pt x="10" y="26"/>
                      </a:lnTo>
                      <a:lnTo>
                        <a:pt x="10" y="30"/>
                      </a:lnTo>
                      <a:lnTo>
                        <a:pt x="8" y="30"/>
                      </a:lnTo>
                      <a:lnTo>
                        <a:pt x="8" y="34"/>
                      </a:lnTo>
                      <a:lnTo>
                        <a:pt x="4" y="34"/>
                      </a:lnTo>
                      <a:lnTo>
                        <a:pt x="8" y="34"/>
                      </a:lnTo>
                      <a:lnTo>
                        <a:pt x="4" y="30"/>
                      </a:lnTo>
                      <a:lnTo>
                        <a:pt x="4" y="26"/>
                      </a:lnTo>
                      <a:lnTo>
                        <a:pt x="4" y="22"/>
                      </a:lnTo>
                      <a:lnTo>
                        <a:pt x="0" y="22"/>
                      </a:lnTo>
                      <a:lnTo>
                        <a:pt x="0" y="18"/>
                      </a:lnTo>
                      <a:lnTo>
                        <a:pt x="4" y="18"/>
                      </a:lnTo>
                      <a:lnTo>
                        <a:pt x="4" y="22"/>
                      </a:lnTo>
                      <a:lnTo>
                        <a:pt x="8" y="22"/>
                      </a:lnTo>
                      <a:lnTo>
                        <a:pt x="10" y="22"/>
                      </a:lnTo>
                      <a:lnTo>
                        <a:pt x="14" y="18"/>
                      </a:lnTo>
                      <a:lnTo>
                        <a:pt x="14" y="14"/>
                      </a:lnTo>
                      <a:lnTo>
                        <a:pt x="14" y="18"/>
                      </a:lnTo>
                      <a:lnTo>
                        <a:pt x="18" y="18"/>
                      </a:lnTo>
                      <a:lnTo>
                        <a:pt x="18" y="22"/>
                      </a:lnTo>
                      <a:lnTo>
                        <a:pt x="22" y="18"/>
                      </a:lnTo>
                      <a:lnTo>
                        <a:pt x="22" y="22"/>
                      </a:lnTo>
                      <a:lnTo>
                        <a:pt x="26" y="22"/>
                      </a:lnTo>
                      <a:lnTo>
                        <a:pt x="26" y="18"/>
                      </a:lnTo>
                      <a:lnTo>
                        <a:pt x="26" y="14"/>
                      </a:lnTo>
                      <a:lnTo>
                        <a:pt x="30" y="14"/>
                      </a:lnTo>
                      <a:lnTo>
                        <a:pt x="34" y="14"/>
                      </a:lnTo>
                      <a:lnTo>
                        <a:pt x="34" y="12"/>
                      </a:lnTo>
                      <a:lnTo>
                        <a:pt x="34" y="8"/>
                      </a:lnTo>
                      <a:lnTo>
                        <a:pt x="30" y="8"/>
                      </a:lnTo>
                      <a:lnTo>
                        <a:pt x="30" y="4"/>
                      </a:lnTo>
                      <a:lnTo>
                        <a:pt x="34" y="4"/>
                      </a:lnTo>
                      <a:lnTo>
                        <a:pt x="36" y="4"/>
                      </a:lnTo>
                      <a:lnTo>
                        <a:pt x="36" y="0"/>
                      </a:lnTo>
                      <a:lnTo>
                        <a:pt x="40" y="0"/>
                      </a:lnTo>
                      <a:lnTo>
                        <a:pt x="44" y="0"/>
                      </a:lnTo>
                      <a:lnTo>
                        <a:pt x="48" y="4"/>
                      </a:lnTo>
                      <a:lnTo>
                        <a:pt x="52" y="8"/>
                      </a:lnTo>
                      <a:lnTo>
                        <a:pt x="52" y="12"/>
                      </a:lnTo>
                      <a:lnTo>
                        <a:pt x="56" y="12"/>
                      </a:lnTo>
                      <a:lnTo>
                        <a:pt x="60" y="12"/>
                      </a:lnTo>
                      <a:lnTo>
                        <a:pt x="60" y="14"/>
                      </a:lnTo>
                      <a:lnTo>
                        <a:pt x="62" y="14"/>
                      </a:lnTo>
                      <a:lnTo>
                        <a:pt x="66" y="14"/>
                      </a:lnTo>
                      <a:lnTo>
                        <a:pt x="70" y="14"/>
                      </a:lnTo>
                      <a:lnTo>
                        <a:pt x="74" y="14"/>
                      </a:lnTo>
                      <a:lnTo>
                        <a:pt x="74" y="12"/>
                      </a:lnTo>
                      <a:lnTo>
                        <a:pt x="78" y="14"/>
                      </a:lnTo>
                      <a:lnTo>
                        <a:pt x="78" y="18"/>
                      </a:lnTo>
                      <a:lnTo>
                        <a:pt x="78" y="22"/>
                      </a:lnTo>
                      <a:lnTo>
                        <a:pt x="82" y="22"/>
                      </a:lnTo>
                      <a:lnTo>
                        <a:pt x="82" y="26"/>
                      </a:lnTo>
                      <a:lnTo>
                        <a:pt x="86" y="26"/>
                      </a:lnTo>
                      <a:lnTo>
                        <a:pt x="82" y="26"/>
                      </a:lnTo>
                      <a:lnTo>
                        <a:pt x="82" y="30"/>
                      </a:lnTo>
                      <a:lnTo>
                        <a:pt x="78" y="30"/>
                      </a:lnTo>
                      <a:lnTo>
                        <a:pt x="78" y="34"/>
                      </a:lnTo>
                      <a:lnTo>
                        <a:pt x="74" y="34"/>
                      </a:lnTo>
                      <a:lnTo>
                        <a:pt x="74" y="30"/>
                      </a:lnTo>
                      <a:lnTo>
                        <a:pt x="70" y="26"/>
                      </a:lnTo>
                      <a:lnTo>
                        <a:pt x="66" y="26"/>
                      </a:lnTo>
                      <a:lnTo>
                        <a:pt x="66" y="30"/>
                      </a:lnTo>
                      <a:lnTo>
                        <a:pt x="62" y="30"/>
                      </a:lnTo>
                      <a:lnTo>
                        <a:pt x="60" y="30"/>
                      </a:lnTo>
                      <a:lnTo>
                        <a:pt x="60" y="26"/>
                      </a:lnTo>
                      <a:lnTo>
                        <a:pt x="56" y="26"/>
                      </a:lnTo>
                      <a:lnTo>
                        <a:pt x="52" y="26"/>
                      </a:lnTo>
                      <a:lnTo>
                        <a:pt x="48" y="26"/>
                      </a:lnTo>
                      <a:lnTo>
                        <a:pt x="44" y="26"/>
                      </a:lnTo>
                      <a:lnTo>
                        <a:pt x="40" y="26"/>
                      </a:lnTo>
                      <a:lnTo>
                        <a:pt x="40" y="30"/>
                      </a:lnTo>
                      <a:lnTo>
                        <a:pt x="36" y="30"/>
                      </a:lnTo>
                      <a:lnTo>
                        <a:pt x="36" y="26"/>
                      </a:lnTo>
                      <a:lnTo>
                        <a:pt x="34" y="26"/>
                      </a:lnTo>
                      <a:lnTo>
                        <a:pt x="34" y="30"/>
                      </a:lnTo>
                      <a:lnTo>
                        <a:pt x="34" y="34"/>
                      </a:lnTo>
                      <a:lnTo>
                        <a:pt x="34" y="38"/>
                      </a:lnTo>
                      <a:lnTo>
                        <a:pt x="36" y="38"/>
                      </a:lnTo>
                      <a:lnTo>
                        <a:pt x="36" y="40"/>
                      </a:lnTo>
                      <a:lnTo>
                        <a:pt x="36" y="44"/>
                      </a:lnTo>
                      <a:lnTo>
                        <a:pt x="40" y="44"/>
                      </a:lnTo>
                      <a:lnTo>
                        <a:pt x="40" y="48"/>
                      </a:lnTo>
                      <a:lnTo>
                        <a:pt x="44" y="48"/>
                      </a:lnTo>
                      <a:lnTo>
                        <a:pt x="44" y="52"/>
                      </a:lnTo>
                      <a:lnTo>
                        <a:pt x="48" y="56"/>
                      </a:lnTo>
                      <a:lnTo>
                        <a:pt x="48" y="60"/>
                      </a:lnTo>
                      <a:lnTo>
                        <a:pt x="52" y="60"/>
                      </a:lnTo>
                      <a:lnTo>
                        <a:pt x="56" y="60"/>
                      </a:lnTo>
                      <a:lnTo>
                        <a:pt x="52" y="64"/>
                      </a:lnTo>
                      <a:lnTo>
                        <a:pt x="56" y="64"/>
                      </a:lnTo>
                      <a:lnTo>
                        <a:pt x="56" y="66"/>
                      </a:lnTo>
                      <a:lnTo>
                        <a:pt x="60" y="66"/>
                      </a:lnTo>
                      <a:lnTo>
                        <a:pt x="60" y="70"/>
                      </a:lnTo>
                      <a:lnTo>
                        <a:pt x="60" y="70"/>
                      </a:lnTo>
                      <a:lnTo>
                        <a:pt x="60" y="70"/>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106" name="Freeform 95">
                  <a:extLst>
                    <a:ext uri="{FF2B5EF4-FFF2-40B4-BE49-F238E27FC236}">
                      <a16:creationId xmlns:a16="http://schemas.microsoft.com/office/drawing/2014/main" id="{1CF09533-4EAC-E0B1-F410-C35547944432}"/>
                    </a:ext>
                  </a:extLst>
                </p:cNvPr>
                <p:cNvSpPr>
                  <a:spLocks/>
                </p:cNvSpPr>
                <p:nvPr/>
              </p:nvSpPr>
              <p:spPr bwMode="gray">
                <a:xfrm>
                  <a:off x="5095629" y="2895226"/>
                  <a:ext cx="170449" cy="90442"/>
                </a:xfrm>
                <a:custGeom>
                  <a:avLst/>
                  <a:gdLst>
                    <a:gd name="T0" fmla="*/ 84 w 98"/>
                    <a:gd name="T1" fmla="*/ 42 h 52"/>
                    <a:gd name="T2" fmla="*/ 80 w 98"/>
                    <a:gd name="T3" fmla="*/ 46 h 52"/>
                    <a:gd name="T4" fmla="*/ 72 w 98"/>
                    <a:gd name="T5" fmla="*/ 46 h 52"/>
                    <a:gd name="T6" fmla="*/ 68 w 98"/>
                    <a:gd name="T7" fmla="*/ 50 h 52"/>
                    <a:gd name="T8" fmla="*/ 68 w 98"/>
                    <a:gd name="T9" fmla="*/ 50 h 52"/>
                    <a:gd name="T10" fmla="*/ 60 w 98"/>
                    <a:gd name="T11" fmla="*/ 46 h 52"/>
                    <a:gd name="T12" fmla="*/ 58 w 98"/>
                    <a:gd name="T13" fmla="*/ 50 h 52"/>
                    <a:gd name="T14" fmla="*/ 54 w 98"/>
                    <a:gd name="T15" fmla="*/ 46 h 52"/>
                    <a:gd name="T16" fmla="*/ 50 w 98"/>
                    <a:gd name="T17" fmla="*/ 46 h 52"/>
                    <a:gd name="T18" fmla="*/ 46 w 98"/>
                    <a:gd name="T19" fmla="*/ 42 h 52"/>
                    <a:gd name="T20" fmla="*/ 42 w 98"/>
                    <a:gd name="T21" fmla="*/ 42 h 52"/>
                    <a:gd name="T22" fmla="*/ 38 w 98"/>
                    <a:gd name="T23" fmla="*/ 46 h 52"/>
                    <a:gd name="T24" fmla="*/ 38 w 98"/>
                    <a:gd name="T25" fmla="*/ 52 h 52"/>
                    <a:gd name="T26" fmla="*/ 34 w 98"/>
                    <a:gd name="T27" fmla="*/ 52 h 52"/>
                    <a:gd name="T28" fmla="*/ 26 w 98"/>
                    <a:gd name="T29" fmla="*/ 50 h 52"/>
                    <a:gd name="T30" fmla="*/ 24 w 98"/>
                    <a:gd name="T31" fmla="*/ 46 h 52"/>
                    <a:gd name="T32" fmla="*/ 24 w 98"/>
                    <a:gd name="T33" fmla="*/ 46 h 52"/>
                    <a:gd name="T34" fmla="*/ 20 w 98"/>
                    <a:gd name="T35" fmla="*/ 42 h 52"/>
                    <a:gd name="T36" fmla="*/ 12 w 98"/>
                    <a:gd name="T37" fmla="*/ 38 h 52"/>
                    <a:gd name="T38" fmla="*/ 8 w 98"/>
                    <a:gd name="T39" fmla="*/ 30 h 52"/>
                    <a:gd name="T40" fmla="*/ 4 w 98"/>
                    <a:gd name="T41" fmla="*/ 26 h 52"/>
                    <a:gd name="T42" fmla="*/ 4 w 98"/>
                    <a:gd name="T43" fmla="*/ 22 h 52"/>
                    <a:gd name="T44" fmla="*/ 0 w 98"/>
                    <a:gd name="T45" fmla="*/ 18 h 52"/>
                    <a:gd name="T46" fmla="*/ 4 w 98"/>
                    <a:gd name="T47" fmla="*/ 18 h 52"/>
                    <a:gd name="T48" fmla="*/ 8 w 98"/>
                    <a:gd name="T49" fmla="*/ 12 h 52"/>
                    <a:gd name="T50" fmla="*/ 12 w 98"/>
                    <a:gd name="T51" fmla="*/ 12 h 52"/>
                    <a:gd name="T52" fmla="*/ 12 w 98"/>
                    <a:gd name="T53" fmla="*/ 12 h 52"/>
                    <a:gd name="T54" fmla="*/ 16 w 98"/>
                    <a:gd name="T55" fmla="*/ 12 h 52"/>
                    <a:gd name="T56" fmla="*/ 20 w 98"/>
                    <a:gd name="T57" fmla="*/ 8 h 52"/>
                    <a:gd name="T58" fmla="*/ 24 w 98"/>
                    <a:gd name="T59" fmla="*/ 8 h 52"/>
                    <a:gd name="T60" fmla="*/ 26 w 98"/>
                    <a:gd name="T61" fmla="*/ 4 h 52"/>
                    <a:gd name="T62" fmla="*/ 30 w 98"/>
                    <a:gd name="T63" fmla="*/ 0 h 52"/>
                    <a:gd name="T64" fmla="*/ 34 w 98"/>
                    <a:gd name="T65" fmla="*/ 0 h 52"/>
                    <a:gd name="T66" fmla="*/ 38 w 98"/>
                    <a:gd name="T67" fmla="*/ 4 h 52"/>
                    <a:gd name="T68" fmla="*/ 38 w 98"/>
                    <a:gd name="T69" fmla="*/ 4 h 52"/>
                    <a:gd name="T70" fmla="*/ 46 w 98"/>
                    <a:gd name="T71" fmla="*/ 0 h 52"/>
                    <a:gd name="T72" fmla="*/ 46 w 98"/>
                    <a:gd name="T73" fmla="*/ 4 h 52"/>
                    <a:gd name="T74" fmla="*/ 50 w 98"/>
                    <a:gd name="T75" fmla="*/ 4 h 52"/>
                    <a:gd name="T76" fmla="*/ 58 w 98"/>
                    <a:gd name="T77" fmla="*/ 8 h 52"/>
                    <a:gd name="T78" fmla="*/ 60 w 98"/>
                    <a:gd name="T79" fmla="*/ 8 h 52"/>
                    <a:gd name="T80" fmla="*/ 60 w 98"/>
                    <a:gd name="T81" fmla="*/ 12 h 52"/>
                    <a:gd name="T82" fmla="*/ 60 w 98"/>
                    <a:gd name="T83" fmla="*/ 16 h 52"/>
                    <a:gd name="T84" fmla="*/ 64 w 98"/>
                    <a:gd name="T85" fmla="*/ 18 h 52"/>
                    <a:gd name="T86" fmla="*/ 68 w 98"/>
                    <a:gd name="T87" fmla="*/ 18 h 52"/>
                    <a:gd name="T88" fmla="*/ 72 w 98"/>
                    <a:gd name="T89" fmla="*/ 18 h 52"/>
                    <a:gd name="T90" fmla="*/ 68 w 98"/>
                    <a:gd name="T91" fmla="*/ 12 h 52"/>
                    <a:gd name="T92" fmla="*/ 72 w 98"/>
                    <a:gd name="T93" fmla="*/ 16 h 52"/>
                    <a:gd name="T94" fmla="*/ 80 w 98"/>
                    <a:gd name="T95" fmla="*/ 16 h 52"/>
                    <a:gd name="T96" fmla="*/ 80 w 98"/>
                    <a:gd name="T97" fmla="*/ 16 h 52"/>
                    <a:gd name="T98" fmla="*/ 80 w 98"/>
                    <a:gd name="T99" fmla="*/ 18 h 52"/>
                    <a:gd name="T100" fmla="*/ 88 w 98"/>
                    <a:gd name="T101" fmla="*/ 18 h 52"/>
                    <a:gd name="T102" fmla="*/ 94 w 98"/>
                    <a:gd name="T103" fmla="*/ 22 h 52"/>
                    <a:gd name="T104" fmla="*/ 94 w 98"/>
                    <a:gd name="T105" fmla="*/ 30 h 52"/>
                    <a:gd name="T106" fmla="*/ 94 w 98"/>
                    <a:gd name="T107" fmla="*/ 30 h 52"/>
                    <a:gd name="T108" fmla="*/ 88 w 98"/>
                    <a:gd name="T109" fmla="*/ 38 h 52"/>
                    <a:gd name="T110" fmla="*/ 88 w 98"/>
                    <a:gd name="T111" fmla="*/ 38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98" h="52">
                      <a:moveTo>
                        <a:pt x="88" y="38"/>
                      </a:moveTo>
                      <a:lnTo>
                        <a:pt x="88" y="42"/>
                      </a:lnTo>
                      <a:lnTo>
                        <a:pt x="88" y="42"/>
                      </a:lnTo>
                      <a:lnTo>
                        <a:pt x="88" y="42"/>
                      </a:lnTo>
                      <a:lnTo>
                        <a:pt x="84" y="42"/>
                      </a:lnTo>
                      <a:lnTo>
                        <a:pt x="84" y="46"/>
                      </a:lnTo>
                      <a:lnTo>
                        <a:pt x="80" y="46"/>
                      </a:lnTo>
                      <a:lnTo>
                        <a:pt x="80" y="46"/>
                      </a:lnTo>
                      <a:lnTo>
                        <a:pt x="80" y="46"/>
                      </a:lnTo>
                      <a:lnTo>
                        <a:pt x="80" y="46"/>
                      </a:lnTo>
                      <a:lnTo>
                        <a:pt x="76" y="46"/>
                      </a:lnTo>
                      <a:lnTo>
                        <a:pt x="76" y="46"/>
                      </a:lnTo>
                      <a:lnTo>
                        <a:pt x="76" y="46"/>
                      </a:lnTo>
                      <a:lnTo>
                        <a:pt x="76" y="46"/>
                      </a:lnTo>
                      <a:lnTo>
                        <a:pt x="72" y="46"/>
                      </a:lnTo>
                      <a:lnTo>
                        <a:pt x="72" y="46"/>
                      </a:lnTo>
                      <a:lnTo>
                        <a:pt x="72" y="46"/>
                      </a:lnTo>
                      <a:lnTo>
                        <a:pt x="72" y="50"/>
                      </a:lnTo>
                      <a:lnTo>
                        <a:pt x="72" y="50"/>
                      </a:lnTo>
                      <a:lnTo>
                        <a:pt x="68" y="50"/>
                      </a:lnTo>
                      <a:lnTo>
                        <a:pt x="68" y="50"/>
                      </a:lnTo>
                      <a:lnTo>
                        <a:pt x="68" y="50"/>
                      </a:lnTo>
                      <a:lnTo>
                        <a:pt x="68" y="50"/>
                      </a:lnTo>
                      <a:lnTo>
                        <a:pt x="68" y="50"/>
                      </a:lnTo>
                      <a:lnTo>
                        <a:pt x="68" y="50"/>
                      </a:lnTo>
                      <a:lnTo>
                        <a:pt x="68" y="50"/>
                      </a:lnTo>
                      <a:lnTo>
                        <a:pt x="64" y="50"/>
                      </a:lnTo>
                      <a:lnTo>
                        <a:pt x="64" y="46"/>
                      </a:lnTo>
                      <a:lnTo>
                        <a:pt x="64" y="46"/>
                      </a:lnTo>
                      <a:lnTo>
                        <a:pt x="60" y="46"/>
                      </a:lnTo>
                      <a:lnTo>
                        <a:pt x="60" y="46"/>
                      </a:lnTo>
                      <a:lnTo>
                        <a:pt x="60" y="50"/>
                      </a:lnTo>
                      <a:lnTo>
                        <a:pt x="60" y="50"/>
                      </a:lnTo>
                      <a:lnTo>
                        <a:pt x="60" y="50"/>
                      </a:lnTo>
                      <a:lnTo>
                        <a:pt x="58" y="50"/>
                      </a:lnTo>
                      <a:lnTo>
                        <a:pt x="58" y="50"/>
                      </a:lnTo>
                      <a:lnTo>
                        <a:pt x="58" y="50"/>
                      </a:lnTo>
                      <a:lnTo>
                        <a:pt x="58" y="50"/>
                      </a:lnTo>
                      <a:lnTo>
                        <a:pt x="58" y="46"/>
                      </a:lnTo>
                      <a:lnTo>
                        <a:pt x="54" y="46"/>
                      </a:lnTo>
                      <a:lnTo>
                        <a:pt x="54" y="46"/>
                      </a:lnTo>
                      <a:lnTo>
                        <a:pt x="54" y="46"/>
                      </a:lnTo>
                      <a:lnTo>
                        <a:pt x="50" y="46"/>
                      </a:lnTo>
                      <a:lnTo>
                        <a:pt x="50" y="46"/>
                      </a:lnTo>
                      <a:lnTo>
                        <a:pt x="50" y="46"/>
                      </a:lnTo>
                      <a:lnTo>
                        <a:pt x="50" y="46"/>
                      </a:lnTo>
                      <a:lnTo>
                        <a:pt x="50" y="46"/>
                      </a:lnTo>
                      <a:lnTo>
                        <a:pt x="46" y="42"/>
                      </a:lnTo>
                      <a:lnTo>
                        <a:pt x="46" y="42"/>
                      </a:lnTo>
                      <a:lnTo>
                        <a:pt x="46" y="42"/>
                      </a:lnTo>
                      <a:lnTo>
                        <a:pt x="46" y="42"/>
                      </a:lnTo>
                      <a:lnTo>
                        <a:pt x="42" y="42"/>
                      </a:lnTo>
                      <a:lnTo>
                        <a:pt x="42" y="42"/>
                      </a:lnTo>
                      <a:lnTo>
                        <a:pt x="42" y="42"/>
                      </a:lnTo>
                      <a:lnTo>
                        <a:pt x="42" y="42"/>
                      </a:lnTo>
                      <a:lnTo>
                        <a:pt x="42" y="46"/>
                      </a:lnTo>
                      <a:lnTo>
                        <a:pt x="42" y="46"/>
                      </a:lnTo>
                      <a:lnTo>
                        <a:pt x="38" y="46"/>
                      </a:lnTo>
                      <a:lnTo>
                        <a:pt x="38" y="46"/>
                      </a:lnTo>
                      <a:lnTo>
                        <a:pt x="38" y="46"/>
                      </a:lnTo>
                      <a:lnTo>
                        <a:pt x="38" y="50"/>
                      </a:lnTo>
                      <a:lnTo>
                        <a:pt x="38" y="50"/>
                      </a:lnTo>
                      <a:lnTo>
                        <a:pt x="38" y="50"/>
                      </a:lnTo>
                      <a:lnTo>
                        <a:pt x="38" y="52"/>
                      </a:lnTo>
                      <a:lnTo>
                        <a:pt x="38" y="52"/>
                      </a:lnTo>
                      <a:lnTo>
                        <a:pt x="38" y="50"/>
                      </a:lnTo>
                      <a:lnTo>
                        <a:pt x="34" y="50"/>
                      </a:lnTo>
                      <a:lnTo>
                        <a:pt x="34" y="50"/>
                      </a:lnTo>
                      <a:lnTo>
                        <a:pt x="34" y="50"/>
                      </a:lnTo>
                      <a:lnTo>
                        <a:pt x="34" y="52"/>
                      </a:lnTo>
                      <a:lnTo>
                        <a:pt x="30" y="52"/>
                      </a:lnTo>
                      <a:lnTo>
                        <a:pt x="30" y="52"/>
                      </a:lnTo>
                      <a:lnTo>
                        <a:pt x="26" y="50"/>
                      </a:lnTo>
                      <a:lnTo>
                        <a:pt x="26" y="50"/>
                      </a:lnTo>
                      <a:lnTo>
                        <a:pt x="26" y="50"/>
                      </a:lnTo>
                      <a:lnTo>
                        <a:pt x="26" y="50"/>
                      </a:lnTo>
                      <a:lnTo>
                        <a:pt x="24" y="50"/>
                      </a:lnTo>
                      <a:lnTo>
                        <a:pt x="24" y="46"/>
                      </a:lnTo>
                      <a:lnTo>
                        <a:pt x="24" y="46"/>
                      </a:lnTo>
                      <a:lnTo>
                        <a:pt x="24" y="46"/>
                      </a:lnTo>
                      <a:lnTo>
                        <a:pt x="24" y="46"/>
                      </a:lnTo>
                      <a:lnTo>
                        <a:pt x="24" y="46"/>
                      </a:lnTo>
                      <a:lnTo>
                        <a:pt x="24" y="46"/>
                      </a:lnTo>
                      <a:lnTo>
                        <a:pt x="24" y="46"/>
                      </a:lnTo>
                      <a:lnTo>
                        <a:pt x="24" y="46"/>
                      </a:lnTo>
                      <a:lnTo>
                        <a:pt x="24" y="46"/>
                      </a:lnTo>
                      <a:lnTo>
                        <a:pt x="24" y="46"/>
                      </a:lnTo>
                      <a:lnTo>
                        <a:pt x="24" y="46"/>
                      </a:lnTo>
                      <a:lnTo>
                        <a:pt x="20" y="42"/>
                      </a:lnTo>
                      <a:lnTo>
                        <a:pt x="20" y="42"/>
                      </a:lnTo>
                      <a:lnTo>
                        <a:pt x="20" y="42"/>
                      </a:lnTo>
                      <a:lnTo>
                        <a:pt x="20" y="42"/>
                      </a:lnTo>
                      <a:lnTo>
                        <a:pt x="20" y="42"/>
                      </a:lnTo>
                      <a:lnTo>
                        <a:pt x="16" y="38"/>
                      </a:lnTo>
                      <a:lnTo>
                        <a:pt x="12" y="38"/>
                      </a:lnTo>
                      <a:lnTo>
                        <a:pt x="12" y="34"/>
                      </a:lnTo>
                      <a:lnTo>
                        <a:pt x="12" y="34"/>
                      </a:lnTo>
                      <a:lnTo>
                        <a:pt x="12" y="34"/>
                      </a:lnTo>
                      <a:lnTo>
                        <a:pt x="8" y="34"/>
                      </a:lnTo>
                      <a:lnTo>
                        <a:pt x="8" y="30"/>
                      </a:lnTo>
                      <a:lnTo>
                        <a:pt x="8" y="30"/>
                      </a:lnTo>
                      <a:lnTo>
                        <a:pt x="8" y="30"/>
                      </a:lnTo>
                      <a:lnTo>
                        <a:pt x="4" y="30"/>
                      </a:lnTo>
                      <a:lnTo>
                        <a:pt x="4" y="26"/>
                      </a:lnTo>
                      <a:lnTo>
                        <a:pt x="4" y="26"/>
                      </a:lnTo>
                      <a:lnTo>
                        <a:pt x="4" y="26"/>
                      </a:lnTo>
                      <a:lnTo>
                        <a:pt x="8" y="22"/>
                      </a:lnTo>
                      <a:lnTo>
                        <a:pt x="4" y="22"/>
                      </a:lnTo>
                      <a:lnTo>
                        <a:pt x="4" y="22"/>
                      </a:lnTo>
                      <a:lnTo>
                        <a:pt x="4" y="22"/>
                      </a:lnTo>
                      <a:lnTo>
                        <a:pt x="4" y="18"/>
                      </a:lnTo>
                      <a:lnTo>
                        <a:pt x="4" y="18"/>
                      </a:lnTo>
                      <a:lnTo>
                        <a:pt x="0" y="18"/>
                      </a:lnTo>
                      <a:lnTo>
                        <a:pt x="0" y="18"/>
                      </a:lnTo>
                      <a:lnTo>
                        <a:pt x="0" y="18"/>
                      </a:lnTo>
                      <a:lnTo>
                        <a:pt x="0" y="16"/>
                      </a:lnTo>
                      <a:lnTo>
                        <a:pt x="0" y="16"/>
                      </a:lnTo>
                      <a:lnTo>
                        <a:pt x="0" y="16"/>
                      </a:lnTo>
                      <a:lnTo>
                        <a:pt x="4" y="18"/>
                      </a:lnTo>
                      <a:lnTo>
                        <a:pt x="4" y="18"/>
                      </a:lnTo>
                      <a:lnTo>
                        <a:pt x="4" y="16"/>
                      </a:lnTo>
                      <a:lnTo>
                        <a:pt x="4" y="16"/>
                      </a:lnTo>
                      <a:lnTo>
                        <a:pt x="4" y="16"/>
                      </a:lnTo>
                      <a:lnTo>
                        <a:pt x="4" y="16"/>
                      </a:lnTo>
                      <a:lnTo>
                        <a:pt x="8" y="12"/>
                      </a:lnTo>
                      <a:lnTo>
                        <a:pt x="8" y="12"/>
                      </a:lnTo>
                      <a:lnTo>
                        <a:pt x="8" y="12"/>
                      </a:lnTo>
                      <a:lnTo>
                        <a:pt x="8" y="12"/>
                      </a:lnTo>
                      <a:lnTo>
                        <a:pt x="12" y="12"/>
                      </a:lnTo>
                      <a:lnTo>
                        <a:pt x="12" y="12"/>
                      </a:lnTo>
                      <a:lnTo>
                        <a:pt x="12" y="12"/>
                      </a:lnTo>
                      <a:lnTo>
                        <a:pt x="12" y="12"/>
                      </a:lnTo>
                      <a:lnTo>
                        <a:pt x="12" y="12"/>
                      </a:lnTo>
                      <a:lnTo>
                        <a:pt x="12" y="12"/>
                      </a:lnTo>
                      <a:lnTo>
                        <a:pt x="12" y="12"/>
                      </a:lnTo>
                      <a:lnTo>
                        <a:pt x="12" y="12"/>
                      </a:lnTo>
                      <a:lnTo>
                        <a:pt x="16" y="12"/>
                      </a:lnTo>
                      <a:lnTo>
                        <a:pt x="16" y="12"/>
                      </a:lnTo>
                      <a:lnTo>
                        <a:pt x="16" y="12"/>
                      </a:lnTo>
                      <a:lnTo>
                        <a:pt x="16" y="12"/>
                      </a:lnTo>
                      <a:lnTo>
                        <a:pt x="16" y="8"/>
                      </a:lnTo>
                      <a:lnTo>
                        <a:pt x="20" y="8"/>
                      </a:lnTo>
                      <a:lnTo>
                        <a:pt x="20" y="8"/>
                      </a:lnTo>
                      <a:lnTo>
                        <a:pt x="20" y="8"/>
                      </a:lnTo>
                      <a:lnTo>
                        <a:pt x="20" y="8"/>
                      </a:lnTo>
                      <a:lnTo>
                        <a:pt x="20" y="8"/>
                      </a:lnTo>
                      <a:lnTo>
                        <a:pt x="20" y="8"/>
                      </a:lnTo>
                      <a:lnTo>
                        <a:pt x="20" y="8"/>
                      </a:lnTo>
                      <a:lnTo>
                        <a:pt x="24" y="8"/>
                      </a:lnTo>
                      <a:lnTo>
                        <a:pt x="24" y="8"/>
                      </a:lnTo>
                      <a:lnTo>
                        <a:pt x="24" y="8"/>
                      </a:lnTo>
                      <a:lnTo>
                        <a:pt x="24" y="8"/>
                      </a:lnTo>
                      <a:lnTo>
                        <a:pt x="26" y="4"/>
                      </a:lnTo>
                      <a:lnTo>
                        <a:pt x="26" y="4"/>
                      </a:lnTo>
                      <a:lnTo>
                        <a:pt x="26" y="4"/>
                      </a:lnTo>
                      <a:lnTo>
                        <a:pt x="30" y="4"/>
                      </a:lnTo>
                      <a:lnTo>
                        <a:pt x="30" y="4"/>
                      </a:lnTo>
                      <a:lnTo>
                        <a:pt x="34" y="0"/>
                      </a:lnTo>
                      <a:lnTo>
                        <a:pt x="30" y="0"/>
                      </a:lnTo>
                      <a:lnTo>
                        <a:pt x="30" y="0"/>
                      </a:lnTo>
                      <a:lnTo>
                        <a:pt x="30" y="0"/>
                      </a:lnTo>
                      <a:lnTo>
                        <a:pt x="30" y="0"/>
                      </a:lnTo>
                      <a:lnTo>
                        <a:pt x="34" y="0"/>
                      </a:lnTo>
                      <a:lnTo>
                        <a:pt x="34" y="0"/>
                      </a:lnTo>
                      <a:lnTo>
                        <a:pt x="34" y="0"/>
                      </a:lnTo>
                      <a:lnTo>
                        <a:pt x="38" y="4"/>
                      </a:lnTo>
                      <a:lnTo>
                        <a:pt x="38" y="4"/>
                      </a:lnTo>
                      <a:lnTo>
                        <a:pt x="34" y="4"/>
                      </a:lnTo>
                      <a:lnTo>
                        <a:pt x="38" y="4"/>
                      </a:lnTo>
                      <a:lnTo>
                        <a:pt x="38" y="4"/>
                      </a:lnTo>
                      <a:lnTo>
                        <a:pt x="38" y="4"/>
                      </a:lnTo>
                      <a:lnTo>
                        <a:pt x="38" y="4"/>
                      </a:lnTo>
                      <a:lnTo>
                        <a:pt x="38" y="4"/>
                      </a:lnTo>
                      <a:lnTo>
                        <a:pt x="38" y="4"/>
                      </a:lnTo>
                      <a:lnTo>
                        <a:pt x="38" y="4"/>
                      </a:lnTo>
                      <a:lnTo>
                        <a:pt x="42" y="4"/>
                      </a:lnTo>
                      <a:lnTo>
                        <a:pt x="42" y="4"/>
                      </a:lnTo>
                      <a:lnTo>
                        <a:pt x="42" y="0"/>
                      </a:lnTo>
                      <a:lnTo>
                        <a:pt x="42" y="0"/>
                      </a:lnTo>
                      <a:lnTo>
                        <a:pt x="46" y="0"/>
                      </a:lnTo>
                      <a:lnTo>
                        <a:pt x="46" y="0"/>
                      </a:lnTo>
                      <a:lnTo>
                        <a:pt x="46" y="0"/>
                      </a:lnTo>
                      <a:lnTo>
                        <a:pt x="46" y="0"/>
                      </a:lnTo>
                      <a:lnTo>
                        <a:pt x="46" y="4"/>
                      </a:lnTo>
                      <a:lnTo>
                        <a:pt x="46" y="4"/>
                      </a:lnTo>
                      <a:lnTo>
                        <a:pt x="46" y="4"/>
                      </a:lnTo>
                      <a:lnTo>
                        <a:pt x="46" y="4"/>
                      </a:lnTo>
                      <a:lnTo>
                        <a:pt x="46" y="4"/>
                      </a:lnTo>
                      <a:lnTo>
                        <a:pt x="50" y="4"/>
                      </a:lnTo>
                      <a:lnTo>
                        <a:pt x="50" y="4"/>
                      </a:lnTo>
                      <a:lnTo>
                        <a:pt x="54" y="8"/>
                      </a:lnTo>
                      <a:lnTo>
                        <a:pt x="58" y="8"/>
                      </a:lnTo>
                      <a:lnTo>
                        <a:pt x="58" y="8"/>
                      </a:lnTo>
                      <a:lnTo>
                        <a:pt x="58" y="8"/>
                      </a:lnTo>
                      <a:lnTo>
                        <a:pt x="58" y="8"/>
                      </a:lnTo>
                      <a:lnTo>
                        <a:pt x="58" y="8"/>
                      </a:lnTo>
                      <a:lnTo>
                        <a:pt x="60" y="8"/>
                      </a:lnTo>
                      <a:lnTo>
                        <a:pt x="60" y="8"/>
                      </a:lnTo>
                      <a:lnTo>
                        <a:pt x="60" y="8"/>
                      </a:lnTo>
                      <a:lnTo>
                        <a:pt x="60" y="8"/>
                      </a:lnTo>
                      <a:lnTo>
                        <a:pt x="60" y="8"/>
                      </a:lnTo>
                      <a:lnTo>
                        <a:pt x="60" y="12"/>
                      </a:lnTo>
                      <a:lnTo>
                        <a:pt x="60" y="12"/>
                      </a:lnTo>
                      <a:lnTo>
                        <a:pt x="60" y="12"/>
                      </a:lnTo>
                      <a:lnTo>
                        <a:pt x="60" y="12"/>
                      </a:lnTo>
                      <a:lnTo>
                        <a:pt x="60" y="12"/>
                      </a:lnTo>
                      <a:lnTo>
                        <a:pt x="60" y="16"/>
                      </a:lnTo>
                      <a:lnTo>
                        <a:pt x="60" y="16"/>
                      </a:lnTo>
                      <a:lnTo>
                        <a:pt x="60" y="16"/>
                      </a:lnTo>
                      <a:lnTo>
                        <a:pt x="60" y="16"/>
                      </a:lnTo>
                      <a:lnTo>
                        <a:pt x="60" y="16"/>
                      </a:lnTo>
                      <a:lnTo>
                        <a:pt x="64" y="16"/>
                      </a:lnTo>
                      <a:lnTo>
                        <a:pt x="64" y="18"/>
                      </a:lnTo>
                      <a:lnTo>
                        <a:pt x="64" y="18"/>
                      </a:lnTo>
                      <a:lnTo>
                        <a:pt x="64" y="18"/>
                      </a:lnTo>
                      <a:lnTo>
                        <a:pt x="64" y="18"/>
                      </a:lnTo>
                      <a:lnTo>
                        <a:pt x="64" y="18"/>
                      </a:lnTo>
                      <a:lnTo>
                        <a:pt x="64" y="18"/>
                      </a:lnTo>
                      <a:lnTo>
                        <a:pt x="68" y="18"/>
                      </a:lnTo>
                      <a:lnTo>
                        <a:pt x="68" y="18"/>
                      </a:lnTo>
                      <a:lnTo>
                        <a:pt x="68" y="18"/>
                      </a:lnTo>
                      <a:lnTo>
                        <a:pt x="68" y="18"/>
                      </a:lnTo>
                      <a:lnTo>
                        <a:pt x="68" y="16"/>
                      </a:lnTo>
                      <a:lnTo>
                        <a:pt x="68" y="16"/>
                      </a:lnTo>
                      <a:lnTo>
                        <a:pt x="72" y="18"/>
                      </a:lnTo>
                      <a:lnTo>
                        <a:pt x="68" y="16"/>
                      </a:lnTo>
                      <a:lnTo>
                        <a:pt x="68" y="16"/>
                      </a:lnTo>
                      <a:lnTo>
                        <a:pt x="68" y="12"/>
                      </a:lnTo>
                      <a:lnTo>
                        <a:pt x="68" y="12"/>
                      </a:lnTo>
                      <a:lnTo>
                        <a:pt x="68" y="12"/>
                      </a:lnTo>
                      <a:lnTo>
                        <a:pt x="68" y="12"/>
                      </a:lnTo>
                      <a:lnTo>
                        <a:pt x="72" y="12"/>
                      </a:lnTo>
                      <a:lnTo>
                        <a:pt x="72" y="16"/>
                      </a:lnTo>
                      <a:lnTo>
                        <a:pt x="72" y="16"/>
                      </a:lnTo>
                      <a:lnTo>
                        <a:pt x="72" y="16"/>
                      </a:lnTo>
                      <a:lnTo>
                        <a:pt x="76" y="16"/>
                      </a:lnTo>
                      <a:lnTo>
                        <a:pt x="76" y="16"/>
                      </a:lnTo>
                      <a:lnTo>
                        <a:pt x="76" y="16"/>
                      </a:lnTo>
                      <a:lnTo>
                        <a:pt x="80" y="16"/>
                      </a:lnTo>
                      <a:lnTo>
                        <a:pt x="80" y="16"/>
                      </a:lnTo>
                      <a:lnTo>
                        <a:pt x="80" y="16"/>
                      </a:lnTo>
                      <a:lnTo>
                        <a:pt x="80" y="16"/>
                      </a:lnTo>
                      <a:lnTo>
                        <a:pt x="80" y="16"/>
                      </a:lnTo>
                      <a:lnTo>
                        <a:pt x="80" y="16"/>
                      </a:lnTo>
                      <a:lnTo>
                        <a:pt x="80" y="16"/>
                      </a:lnTo>
                      <a:lnTo>
                        <a:pt x="80" y="18"/>
                      </a:lnTo>
                      <a:lnTo>
                        <a:pt x="80" y="18"/>
                      </a:lnTo>
                      <a:lnTo>
                        <a:pt x="80" y="18"/>
                      </a:lnTo>
                      <a:lnTo>
                        <a:pt x="80" y="18"/>
                      </a:lnTo>
                      <a:lnTo>
                        <a:pt x="80" y="18"/>
                      </a:lnTo>
                      <a:lnTo>
                        <a:pt x="84" y="22"/>
                      </a:lnTo>
                      <a:lnTo>
                        <a:pt x="84" y="22"/>
                      </a:lnTo>
                      <a:lnTo>
                        <a:pt x="84" y="22"/>
                      </a:lnTo>
                      <a:lnTo>
                        <a:pt x="84" y="22"/>
                      </a:lnTo>
                      <a:lnTo>
                        <a:pt x="88" y="18"/>
                      </a:lnTo>
                      <a:lnTo>
                        <a:pt x="88" y="22"/>
                      </a:lnTo>
                      <a:lnTo>
                        <a:pt x="88" y="22"/>
                      </a:lnTo>
                      <a:lnTo>
                        <a:pt x="90" y="22"/>
                      </a:lnTo>
                      <a:lnTo>
                        <a:pt x="90" y="22"/>
                      </a:lnTo>
                      <a:lnTo>
                        <a:pt x="94" y="22"/>
                      </a:lnTo>
                      <a:lnTo>
                        <a:pt x="94" y="26"/>
                      </a:lnTo>
                      <a:lnTo>
                        <a:pt x="94" y="26"/>
                      </a:lnTo>
                      <a:lnTo>
                        <a:pt x="94" y="26"/>
                      </a:lnTo>
                      <a:lnTo>
                        <a:pt x="94" y="30"/>
                      </a:lnTo>
                      <a:lnTo>
                        <a:pt x="94" y="30"/>
                      </a:lnTo>
                      <a:lnTo>
                        <a:pt x="98" y="30"/>
                      </a:lnTo>
                      <a:lnTo>
                        <a:pt x="98" y="30"/>
                      </a:lnTo>
                      <a:lnTo>
                        <a:pt x="98" y="30"/>
                      </a:lnTo>
                      <a:lnTo>
                        <a:pt x="94" y="30"/>
                      </a:lnTo>
                      <a:lnTo>
                        <a:pt x="94" y="30"/>
                      </a:lnTo>
                      <a:lnTo>
                        <a:pt x="90" y="34"/>
                      </a:lnTo>
                      <a:lnTo>
                        <a:pt x="90" y="34"/>
                      </a:lnTo>
                      <a:lnTo>
                        <a:pt x="90" y="34"/>
                      </a:lnTo>
                      <a:lnTo>
                        <a:pt x="88" y="38"/>
                      </a:lnTo>
                      <a:lnTo>
                        <a:pt x="88" y="38"/>
                      </a:lnTo>
                      <a:lnTo>
                        <a:pt x="88" y="38"/>
                      </a:lnTo>
                      <a:lnTo>
                        <a:pt x="88" y="38"/>
                      </a:lnTo>
                      <a:lnTo>
                        <a:pt x="88" y="38"/>
                      </a:lnTo>
                      <a:lnTo>
                        <a:pt x="88" y="38"/>
                      </a:lnTo>
                      <a:lnTo>
                        <a:pt x="88" y="38"/>
                      </a:lnTo>
                      <a:lnTo>
                        <a:pt x="88" y="38"/>
                      </a:lnTo>
                      <a:lnTo>
                        <a:pt x="88" y="38"/>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107" name="Freeform 96">
                  <a:extLst>
                    <a:ext uri="{FF2B5EF4-FFF2-40B4-BE49-F238E27FC236}">
                      <a16:creationId xmlns:a16="http://schemas.microsoft.com/office/drawing/2014/main" id="{911CC712-E3FE-6C42-6E39-239A9AF537AE}"/>
                    </a:ext>
                  </a:extLst>
                </p:cNvPr>
                <p:cNvSpPr>
                  <a:spLocks noEditPoints="1"/>
                </p:cNvSpPr>
                <p:nvPr/>
              </p:nvSpPr>
              <p:spPr bwMode="gray">
                <a:xfrm>
                  <a:off x="4998230" y="2641294"/>
                  <a:ext cx="170449" cy="125227"/>
                </a:xfrm>
                <a:custGeom>
                  <a:avLst/>
                  <a:gdLst>
                    <a:gd name="T0" fmla="*/ 4 w 98"/>
                    <a:gd name="T1" fmla="*/ 22 h 72"/>
                    <a:gd name="T2" fmla="*/ 8 w 98"/>
                    <a:gd name="T3" fmla="*/ 16 h 72"/>
                    <a:gd name="T4" fmla="*/ 24 w 98"/>
                    <a:gd name="T5" fmla="*/ 12 h 72"/>
                    <a:gd name="T6" fmla="*/ 34 w 98"/>
                    <a:gd name="T7" fmla="*/ 4 h 72"/>
                    <a:gd name="T8" fmla="*/ 30 w 98"/>
                    <a:gd name="T9" fmla="*/ 16 h 72"/>
                    <a:gd name="T10" fmla="*/ 16 w 98"/>
                    <a:gd name="T11" fmla="*/ 16 h 72"/>
                    <a:gd name="T12" fmla="*/ 4 w 98"/>
                    <a:gd name="T13" fmla="*/ 22 h 72"/>
                    <a:gd name="T14" fmla="*/ 20 w 98"/>
                    <a:gd name="T15" fmla="*/ 56 h 72"/>
                    <a:gd name="T16" fmla="*/ 24 w 98"/>
                    <a:gd name="T17" fmla="*/ 64 h 72"/>
                    <a:gd name="T18" fmla="*/ 8 w 98"/>
                    <a:gd name="T19" fmla="*/ 60 h 72"/>
                    <a:gd name="T20" fmla="*/ 8 w 98"/>
                    <a:gd name="T21" fmla="*/ 56 h 72"/>
                    <a:gd name="T22" fmla="*/ 0 w 98"/>
                    <a:gd name="T23" fmla="*/ 46 h 72"/>
                    <a:gd name="T24" fmla="*/ 0 w 98"/>
                    <a:gd name="T25" fmla="*/ 42 h 72"/>
                    <a:gd name="T26" fmla="*/ 0 w 98"/>
                    <a:gd name="T27" fmla="*/ 26 h 72"/>
                    <a:gd name="T28" fmla="*/ 8 w 98"/>
                    <a:gd name="T29" fmla="*/ 30 h 72"/>
                    <a:gd name="T30" fmla="*/ 16 w 98"/>
                    <a:gd name="T31" fmla="*/ 26 h 72"/>
                    <a:gd name="T32" fmla="*/ 16 w 98"/>
                    <a:gd name="T33" fmla="*/ 16 h 72"/>
                    <a:gd name="T34" fmla="*/ 30 w 98"/>
                    <a:gd name="T35" fmla="*/ 18 h 72"/>
                    <a:gd name="T36" fmla="*/ 30 w 98"/>
                    <a:gd name="T37" fmla="*/ 22 h 72"/>
                    <a:gd name="T38" fmla="*/ 38 w 98"/>
                    <a:gd name="T39" fmla="*/ 26 h 72"/>
                    <a:gd name="T40" fmla="*/ 34 w 98"/>
                    <a:gd name="T41" fmla="*/ 38 h 72"/>
                    <a:gd name="T42" fmla="*/ 30 w 98"/>
                    <a:gd name="T43" fmla="*/ 42 h 72"/>
                    <a:gd name="T44" fmla="*/ 24 w 98"/>
                    <a:gd name="T45" fmla="*/ 46 h 72"/>
                    <a:gd name="T46" fmla="*/ 20 w 98"/>
                    <a:gd name="T47" fmla="*/ 52 h 72"/>
                    <a:gd name="T48" fmla="*/ 42 w 98"/>
                    <a:gd name="T49" fmla="*/ 12 h 72"/>
                    <a:gd name="T50" fmla="*/ 12 w 98"/>
                    <a:gd name="T51" fmla="*/ 18 h 72"/>
                    <a:gd name="T52" fmla="*/ 60 w 98"/>
                    <a:gd name="T53" fmla="*/ 48 h 72"/>
                    <a:gd name="T54" fmla="*/ 56 w 98"/>
                    <a:gd name="T55" fmla="*/ 56 h 72"/>
                    <a:gd name="T56" fmla="*/ 46 w 98"/>
                    <a:gd name="T57" fmla="*/ 56 h 72"/>
                    <a:gd name="T58" fmla="*/ 38 w 98"/>
                    <a:gd name="T59" fmla="*/ 46 h 72"/>
                    <a:gd name="T60" fmla="*/ 46 w 98"/>
                    <a:gd name="T61" fmla="*/ 38 h 72"/>
                    <a:gd name="T62" fmla="*/ 50 w 98"/>
                    <a:gd name="T63" fmla="*/ 46 h 72"/>
                    <a:gd name="T64" fmla="*/ 54 w 98"/>
                    <a:gd name="T65" fmla="*/ 46 h 72"/>
                    <a:gd name="T66" fmla="*/ 56 w 98"/>
                    <a:gd name="T67" fmla="*/ 38 h 72"/>
                    <a:gd name="T68" fmla="*/ 64 w 98"/>
                    <a:gd name="T69" fmla="*/ 48 h 72"/>
                    <a:gd name="T70" fmla="*/ 34 w 98"/>
                    <a:gd name="T71" fmla="*/ 46 h 72"/>
                    <a:gd name="T72" fmla="*/ 34 w 98"/>
                    <a:gd name="T73" fmla="*/ 42 h 72"/>
                    <a:gd name="T74" fmla="*/ 34 w 98"/>
                    <a:gd name="T75" fmla="*/ 48 h 72"/>
                    <a:gd name="T76" fmla="*/ 34 w 98"/>
                    <a:gd name="T77" fmla="*/ 60 h 72"/>
                    <a:gd name="T78" fmla="*/ 26 w 98"/>
                    <a:gd name="T79" fmla="*/ 52 h 72"/>
                    <a:gd name="T80" fmla="*/ 26 w 98"/>
                    <a:gd name="T81" fmla="*/ 48 h 72"/>
                    <a:gd name="T82" fmla="*/ 94 w 98"/>
                    <a:gd name="T83" fmla="*/ 56 h 72"/>
                    <a:gd name="T84" fmla="*/ 38 w 98"/>
                    <a:gd name="T85" fmla="*/ 68 h 72"/>
                    <a:gd name="T86" fmla="*/ 42 w 98"/>
                    <a:gd name="T87" fmla="*/ 56 h 72"/>
                    <a:gd name="T88" fmla="*/ 38 w 98"/>
                    <a:gd name="T89" fmla="*/ 68 h 72"/>
                    <a:gd name="T90" fmla="*/ 24 w 98"/>
                    <a:gd name="T91" fmla="*/ 60 h 72"/>
                    <a:gd name="T92" fmla="*/ 26 w 98"/>
                    <a:gd name="T93" fmla="*/ 60 h 72"/>
                    <a:gd name="T94" fmla="*/ 34 w 98"/>
                    <a:gd name="T95" fmla="*/ 64 h 72"/>
                    <a:gd name="T96" fmla="*/ 60 w 98"/>
                    <a:gd name="T97" fmla="*/ 60 h 72"/>
                    <a:gd name="T98" fmla="*/ 60 w 98"/>
                    <a:gd name="T99" fmla="*/ 64 h 72"/>
                    <a:gd name="T100" fmla="*/ 30 w 98"/>
                    <a:gd name="T101" fmla="*/ 60 h 72"/>
                    <a:gd name="T102" fmla="*/ 30 w 98"/>
                    <a:gd name="T103" fmla="*/ 64 h 72"/>
                    <a:gd name="T104" fmla="*/ 54 w 98"/>
                    <a:gd name="T105" fmla="*/ 72 h 72"/>
                    <a:gd name="T106" fmla="*/ 54 w 98"/>
                    <a:gd name="T107" fmla="*/ 60 h 72"/>
                    <a:gd name="T108" fmla="*/ 42 w 98"/>
                    <a:gd name="T109" fmla="*/ 60 h 72"/>
                    <a:gd name="T110" fmla="*/ 54 w 98"/>
                    <a:gd name="T111" fmla="*/ 68 h 72"/>
                    <a:gd name="T112" fmla="*/ 42 w 98"/>
                    <a:gd name="T113" fmla="*/ 64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98" h="72">
                      <a:moveTo>
                        <a:pt x="4" y="22"/>
                      </a:moveTo>
                      <a:lnTo>
                        <a:pt x="8" y="22"/>
                      </a:lnTo>
                      <a:lnTo>
                        <a:pt x="8" y="26"/>
                      </a:lnTo>
                      <a:lnTo>
                        <a:pt x="4" y="26"/>
                      </a:lnTo>
                      <a:lnTo>
                        <a:pt x="4" y="22"/>
                      </a:lnTo>
                      <a:lnTo>
                        <a:pt x="0" y="22"/>
                      </a:lnTo>
                      <a:lnTo>
                        <a:pt x="0" y="18"/>
                      </a:lnTo>
                      <a:lnTo>
                        <a:pt x="4" y="18"/>
                      </a:lnTo>
                      <a:lnTo>
                        <a:pt x="4" y="16"/>
                      </a:lnTo>
                      <a:lnTo>
                        <a:pt x="8" y="16"/>
                      </a:lnTo>
                      <a:lnTo>
                        <a:pt x="12" y="16"/>
                      </a:lnTo>
                      <a:lnTo>
                        <a:pt x="16" y="16"/>
                      </a:lnTo>
                      <a:lnTo>
                        <a:pt x="20" y="16"/>
                      </a:lnTo>
                      <a:lnTo>
                        <a:pt x="20" y="12"/>
                      </a:lnTo>
                      <a:lnTo>
                        <a:pt x="24" y="12"/>
                      </a:lnTo>
                      <a:lnTo>
                        <a:pt x="24" y="8"/>
                      </a:lnTo>
                      <a:lnTo>
                        <a:pt x="26" y="4"/>
                      </a:lnTo>
                      <a:lnTo>
                        <a:pt x="30" y="4"/>
                      </a:lnTo>
                      <a:lnTo>
                        <a:pt x="34" y="0"/>
                      </a:lnTo>
                      <a:lnTo>
                        <a:pt x="34" y="4"/>
                      </a:lnTo>
                      <a:lnTo>
                        <a:pt x="34" y="8"/>
                      </a:lnTo>
                      <a:lnTo>
                        <a:pt x="34" y="12"/>
                      </a:lnTo>
                      <a:lnTo>
                        <a:pt x="34" y="16"/>
                      </a:lnTo>
                      <a:lnTo>
                        <a:pt x="30" y="18"/>
                      </a:lnTo>
                      <a:lnTo>
                        <a:pt x="30" y="16"/>
                      </a:lnTo>
                      <a:lnTo>
                        <a:pt x="26" y="16"/>
                      </a:lnTo>
                      <a:lnTo>
                        <a:pt x="20" y="16"/>
                      </a:lnTo>
                      <a:lnTo>
                        <a:pt x="16" y="16"/>
                      </a:lnTo>
                      <a:lnTo>
                        <a:pt x="16" y="18"/>
                      </a:lnTo>
                      <a:lnTo>
                        <a:pt x="16" y="16"/>
                      </a:lnTo>
                      <a:lnTo>
                        <a:pt x="12" y="16"/>
                      </a:lnTo>
                      <a:lnTo>
                        <a:pt x="12" y="18"/>
                      </a:lnTo>
                      <a:lnTo>
                        <a:pt x="8" y="18"/>
                      </a:lnTo>
                      <a:lnTo>
                        <a:pt x="8" y="22"/>
                      </a:lnTo>
                      <a:lnTo>
                        <a:pt x="4" y="22"/>
                      </a:lnTo>
                      <a:lnTo>
                        <a:pt x="4" y="22"/>
                      </a:lnTo>
                      <a:lnTo>
                        <a:pt x="4" y="22"/>
                      </a:lnTo>
                      <a:close/>
                      <a:moveTo>
                        <a:pt x="20" y="52"/>
                      </a:moveTo>
                      <a:lnTo>
                        <a:pt x="24" y="56"/>
                      </a:lnTo>
                      <a:lnTo>
                        <a:pt x="20" y="56"/>
                      </a:lnTo>
                      <a:lnTo>
                        <a:pt x="20" y="60"/>
                      </a:lnTo>
                      <a:lnTo>
                        <a:pt x="24" y="60"/>
                      </a:lnTo>
                      <a:lnTo>
                        <a:pt x="24" y="64"/>
                      </a:lnTo>
                      <a:lnTo>
                        <a:pt x="20" y="64"/>
                      </a:lnTo>
                      <a:lnTo>
                        <a:pt x="24" y="64"/>
                      </a:lnTo>
                      <a:lnTo>
                        <a:pt x="20" y="64"/>
                      </a:lnTo>
                      <a:lnTo>
                        <a:pt x="16" y="64"/>
                      </a:lnTo>
                      <a:lnTo>
                        <a:pt x="12" y="64"/>
                      </a:lnTo>
                      <a:lnTo>
                        <a:pt x="8" y="64"/>
                      </a:lnTo>
                      <a:lnTo>
                        <a:pt x="8" y="60"/>
                      </a:lnTo>
                      <a:lnTo>
                        <a:pt x="4" y="60"/>
                      </a:lnTo>
                      <a:lnTo>
                        <a:pt x="4" y="56"/>
                      </a:lnTo>
                      <a:lnTo>
                        <a:pt x="8" y="56"/>
                      </a:lnTo>
                      <a:lnTo>
                        <a:pt x="4" y="56"/>
                      </a:lnTo>
                      <a:lnTo>
                        <a:pt x="8" y="56"/>
                      </a:lnTo>
                      <a:lnTo>
                        <a:pt x="8" y="52"/>
                      </a:lnTo>
                      <a:lnTo>
                        <a:pt x="4" y="52"/>
                      </a:lnTo>
                      <a:lnTo>
                        <a:pt x="4" y="48"/>
                      </a:lnTo>
                      <a:lnTo>
                        <a:pt x="0" y="48"/>
                      </a:lnTo>
                      <a:lnTo>
                        <a:pt x="0" y="46"/>
                      </a:lnTo>
                      <a:lnTo>
                        <a:pt x="0" y="42"/>
                      </a:lnTo>
                      <a:lnTo>
                        <a:pt x="0" y="38"/>
                      </a:lnTo>
                      <a:lnTo>
                        <a:pt x="0" y="42"/>
                      </a:lnTo>
                      <a:lnTo>
                        <a:pt x="0" y="46"/>
                      </a:lnTo>
                      <a:lnTo>
                        <a:pt x="0" y="42"/>
                      </a:lnTo>
                      <a:lnTo>
                        <a:pt x="4" y="42"/>
                      </a:lnTo>
                      <a:lnTo>
                        <a:pt x="4" y="38"/>
                      </a:lnTo>
                      <a:lnTo>
                        <a:pt x="0" y="38"/>
                      </a:lnTo>
                      <a:lnTo>
                        <a:pt x="0" y="30"/>
                      </a:lnTo>
                      <a:lnTo>
                        <a:pt x="0" y="26"/>
                      </a:lnTo>
                      <a:lnTo>
                        <a:pt x="0" y="22"/>
                      </a:lnTo>
                      <a:lnTo>
                        <a:pt x="0" y="26"/>
                      </a:lnTo>
                      <a:lnTo>
                        <a:pt x="4" y="26"/>
                      </a:lnTo>
                      <a:lnTo>
                        <a:pt x="8" y="26"/>
                      </a:lnTo>
                      <a:lnTo>
                        <a:pt x="8" y="30"/>
                      </a:lnTo>
                      <a:lnTo>
                        <a:pt x="8" y="26"/>
                      </a:lnTo>
                      <a:lnTo>
                        <a:pt x="12" y="22"/>
                      </a:lnTo>
                      <a:lnTo>
                        <a:pt x="16" y="22"/>
                      </a:lnTo>
                      <a:lnTo>
                        <a:pt x="12" y="26"/>
                      </a:lnTo>
                      <a:lnTo>
                        <a:pt x="16" y="26"/>
                      </a:lnTo>
                      <a:lnTo>
                        <a:pt x="20" y="26"/>
                      </a:lnTo>
                      <a:lnTo>
                        <a:pt x="16" y="26"/>
                      </a:lnTo>
                      <a:lnTo>
                        <a:pt x="16" y="22"/>
                      </a:lnTo>
                      <a:lnTo>
                        <a:pt x="16" y="18"/>
                      </a:lnTo>
                      <a:lnTo>
                        <a:pt x="16" y="16"/>
                      </a:lnTo>
                      <a:lnTo>
                        <a:pt x="20" y="16"/>
                      </a:lnTo>
                      <a:lnTo>
                        <a:pt x="24" y="16"/>
                      </a:lnTo>
                      <a:lnTo>
                        <a:pt x="26" y="16"/>
                      </a:lnTo>
                      <a:lnTo>
                        <a:pt x="30" y="16"/>
                      </a:lnTo>
                      <a:lnTo>
                        <a:pt x="30" y="18"/>
                      </a:lnTo>
                      <a:lnTo>
                        <a:pt x="30" y="22"/>
                      </a:lnTo>
                      <a:lnTo>
                        <a:pt x="24" y="26"/>
                      </a:lnTo>
                      <a:lnTo>
                        <a:pt x="26" y="26"/>
                      </a:lnTo>
                      <a:lnTo>
                        <a:pt x="26" y="22"/>
                      </a:lnTo>
                      <a:lnTo>
                        <a:pt x="30" y="22"/>
                      </a:lnTo>
                      <a:lnTo>
                        <a:pt x="30" y="26"/>
                      </a:lnTo>
                      <a:lnTo>
                        <a:pt x="30" y="30"/>
                      </a:lnTo>
                      <a:lnTo>
                        <a:pt x="30" y="26"/>
                      </a:lnTo>
                      <a:lnTo>
                        <a:pt x="34" y="26"/>
                      </a:lnTo>
                      <a:lnTo>
                        <a:pt x="38" y="26"/>
                      </a:lnTo>
                      <a:lnTo>
                        <a:pt x="42" y="30"/>
                      </a:lnTo>
                      <a:lnTo>
                        <a:pt x="38" y="30"/>
                      </a:lnTo>
                      <a:lnTo>
                        <a:pt x="38" y="34"/>
                      </a:lnTo>
                      <a:lnTo>
                        <a:pt x="34" y="34"/>
                      </a:lnTo>
                      <a:lnTo>
                        <a:pt x="34" y="38"/>
                      </a:lnTo>
                      <a:lnTo>
                        <a:pt x="30" y="34"/>
                      </a:lnTo>
                      <a:lnTo>
                        <a:pt x="34" y="34"/>
                      </a:lnTo>
                      <a:lnTo>
                        <a:pt x="30" y="34"/>
                      </a:lnTo>
                      <a:lnTo>
                        <a:pt x="30" y="38"/>
                      </a:lnTo>
                      <a:lnTo>
                        <a:pt x="30" y="42"/>
                      </a:lnTo>
                      <a:lnTo>
                        <a:pt x="26" y="42"/>
                      </a:lnTo>
                      <a:lnTo>
                        <a:pt x="24" y="42"/>
                      </a:lnTo>
                      <a:lnTo>
                        <a:pt x="26" y="42"/>
                      </a:lnTo>
                      <a:lnTo>
                        <a:pt x="26" y="46"/>
                      </a:lnTo>
                      <a:lnTo>
                        <a:pt x="24" y="46"/>
                      </a:lnTo>
                      <a:lnTo>
                        <a:pt x="20" y="46"/>
                      </a:lnTo>
                      <a:lnTo>
                        <a:pt x="24" y="46"/>
                      </a:lnTo>
                      <a:lnTo>
                        <a:pt x="24" y="48"/>
                      </a:lnTo>
                      <a:lnTo>
                        <a:pt x="20" y="52"/>
                      </a:lnTo>
                      <a:lnTo>
                        <a:pt x="20" y="52"/>
                      </a:lnTo>
                      <a:lnTo>
                        <a:pt x="20" y="52"/>
                      </a:lnTo>
                      <a:close/>
                      <a:moveTo>
                        <a:pt x="42" y="12"/>
                      </a:moveTo>
                      <a:lnTo>
                        <a:pt x="38" y="12"/>
                      </a:lnTo>
                      <a:lnTo>
                        <a:pt x="42" y="12"/>
                      </a:lnTo>
                      <a:lnTo>
                        <a:pt x="42" y="12"/>
                      </a:lnTo>
                      <a:lnTo>
                        <a:pt x="42" y="12"/>
                      </a:lnTo>
                      <a:close/>
                      <a:moveTo>
                        <a:pt x="8" y="22"/>
                      </a:moveTo>
                      <a:lnTo>
                        <a:pt x="4" y="22"/>
                      </a:lnTo>
                      <a:lnTo>
                        <a:pt x="8" y="18"/>
                      </a:lnTo>
                      <a:lnTo>
                        <a:pt x="12" y="18"/>
                      </a:lnTo>
                      <a:lnTo>
                        <a:pt x="12" y="22"/>
                      </a:lnTo>
                      <a:lnTo>
                        <a:pt x="8" y="22"/>
                      </a:lnTo>
                      <a:lnTo>
                        <a:pt x="8" y="22"/>
                      </a:lnTo>
                      <a:lnTo>
                        <a:pt x="8" y="22"/>
                      </a:lnTo>
                      <a:close/>
                      <a:moveTo>
                        <a:pt x="60" y="48"/>
                      </a:moveTo>
                      <a:lnTo>
                        <a:pt x="56" y="48"/>
                      </a:lnTo>
                      <a:lnTo>
                        <a:pt x="56" y="52"/>
                      </a:lnTo>
                      <a:lnTo>
                        <a:pt x="60" y="52"/>
                      </a:lnTo>
                      <a:lnTo>
                        <a:pt x="60" y="56"/>
                      </a:lnTo>
                      <a:lnTo>
                        <a:pt x="56" y="56"/>
                      </a:lnTo>
                      <a:lnTo>
                        <a:pt x="56" y="60"/>
                      </a:lnTo>
                      <a:lnTo>
                        <a:pt x="54" y="60"/>
                      </a:lnTo>
                      <a:lnTo>
                        <a:pt x="54" y="56"/>
                      </a:lnTo>
                      <a:lnTo>
                        <a:pt x="50" y="56"/>
                      </a:lnTo>
                      <a:lnTo>
                        <a:pt x="46" y="56"/>
                      </a:lnTo>
                      <a:lnTo>
                        <a:pt x="42" y="52"/>
                      </a:lnTo>
                      <a:lnTo>
                        <a:pt x="46" y="52"/>
                      </a:lnTo>
                      <a:lnTo>
                        <a:pt x="42" y="48"/>
                      </a:lnTo>
                      <a:lnTo>
                        <a:pt x="42" y="46"/>
                      </a:lnTo>
                      <a:lnTo>
                        <a:pt x="38" y="46"/>
                      </a:lnTo>
                      <a:lnTo>
                        <a:pt x="42" y="46"/>
                      </a:lnTo>
                      <a:lnTo>
                        <a:pt x="46" y="46"/>
                      </a:lnTo>
                      <a:lnTo>
                        <a:pt x="50" y="42"/>
                      </a:lnTo>
                      <a:lnTo>
                        <a:pt x="46" y="42"/>
                      </a:lnTo>
                      <a:lnTo>
                        <a:pt x="46" y="38"/>
                      </a:lnTo>
                      <a:lnTo>
                        <a:pt x="46" y="42"/>
                      </a:lnTo>
                      <a:lnTo>
                        <a:pt x="50" y="42"/>
                      </a:lnTo>
                      <a:lnTo>
                        <a:pt x="54" y="42"/>
                      </a:lnTo>
                      <a:lnTo>
                        <a:pt x="50" y="42"/>
                      </a:lnTo>
                      <a:lnTo>
                        <a:pt x="50" y="46"/>
                      </a:lnTo>
                      <a:lnTo>
                        <a:pt x="54" y="46"/>
                      </a:lnTo>
                      <a:lnTo>
                        <a:pt x="54" y="42"/>
                      </a:lnTo>
                      <a:lnTo>
                        <a:pt x="56" y="42"/>
                      </a:lnTo>
                      <a:lnTo>
                        <a:pt x="56" y="46"/>
                      </a:lnTo>
                      <a:lnTo>
                        <a:pt x="54" y="46"/>
                      </a:lnTo>
                      <a:lnTo>
                        <a:pt x="56" y="46"/>
                      </a:lnTo>
                      <a:lnTo>
                        <a:pt x="56" y="42"/>
                      </a:lnTo>
                      <a:lnTo>
                        <a:pt x="54" y="42"/>
                      </a:lnTo>
                      <a:lnTo>
                        <a:pt x="54" y="38"/>
                      </a:lnTo>
                      <a:lnTo>
                        <a:pt x="56" y="38"/>
                      </a:lnTo>
                      <a:lnTo>
                        <a:pt x="60" y="38"/>
                      </a:lnTo>
                      <a:lnTo>
                        <a:pt x="64" y="38"/>
                      </a:lnTo>
                      <a:lnTo>
                        <a:pt x="64" y="42"/>
                      </a:lnTo>
                      <a:lnTo>
                        <a:pt x="64" y="46"/>
                      </a:lnTo>
                      <a:lnTo>
                        <a:pt x="64" y="48"/>
                      </a:lnTo>
                      <a:lnTo>
                        <a:pt x="60" y="48"/>
                      </a:lnTo>
                      <a:lnTo>
                        <a:pt x="60" y="48"/>
                      </a:lnTo>
                      <a:lnTo>
                        <a:pt x="60" y="48"/>
                      </a:lnTo>
                      <a:close/>
                      <a:moveTo>
                        <a:pt x="34" y="42"/>
                      </a:moveTo>
                      <a:lnTo>
                        <a:pt x="34" y="46"/>
                      </a:lnTo>
                      <a:lnTo>
                        <a:pt x="34" y="42"/>
                      </a:lnTo>
                      <a:lnTo>
                        <a:pt x="34" y="38"/>
                      </a:lnTo>
                      <a:lnTo>
                        <a:pt x="34" y="42"/>
                      </a:lnTo>
                      <a:lnTo>
                        <a:pt x="34" y="42"/>
                      </a:lnTo>
                      <a:lnTo>
                        <a:pt x="34" y="42"/>
                      </a:lnTo>
                      <a:close/>
                      <a:moveTo>
                        <a:pt x="26" y="48"/>
                      </a:moveTo>
                      <a:lnTo>
                        <a:pt x="30" y="48"/>
                      </a:lnTo>
                      <a:lnTo>
                        <a:pt x="34" y="48"/>
                      </a:lnTo>
                      <a:lnTo>
                        <a:pt x="34" y="52"/>
                      </a:lnTo>
                      <a:lnTo>
                        <a:pt x="34" y="48"/>
                      </a:lnTo>
                      <a:lnTo>
                        <a:pt x="38" y="48"/>
                      </a:lnTo>
                      <a:lnTo>
                        <a:pt x="38" y="52"/>
                      </a:lnTo>
                      <a:lnTo>
                        <a:pt x="38" y="56"/>
                      </a:lnTo>
                      <a:lnTo>
                        <a:pt x="38" y="60"/>
                      </a:lnTo>
                      <a:lnTo>
                        <a:pt x="34" y="60"/>
                      </a:lnTo>
                      <a:lnTo>
                        <a:pt x="30" y="60"/>
                      </a:lnTo>
                      <a:lnTo>
                        <a:pt x="26" y="60"/>
                      </a:lnTo>
                      <a:lnTo>
                        <a:pt x="30" y="56"/>
                      </a:lnTo>
                      <a:lnTo>
                        <a:pt x="26" y="56"/>
                      </a:lnTo>
                      <a:lnTo>
                        <a:pt x="26" y="52"/>
                      </a:lnTo>
                      <a:lnTo>
                        <a:pt x="24" y="52"/>
                      </a:lnTo>
                      <a:lnTo>
                        <a:pt x="24" y="48"/>
                      </a:lnTo>
                      <a:lnTo>
                        <a:pt x="26" y="48"/>
                      </a:lnTo>
                      <a:lnTo>
                        <a:pt x="26" y="48"/>
                      </a:lnTo>
                      <a:lnTo>
                        <a:pt x="26" y="48"/>
                      </a:lnTo>
                      <a:close/>
                      <a:moveTo>
                        <a:pt x="98" y="60"/>
                      </a:moveTo>
                      <a:lnTo>
                        <a:pt x="94" y="60"/>
                      </a:lnTo>
                      <a:lnTo>
                        <a:pt x="94" y="56"/>
                      </a:lnTo>
                      <a:lnTo>
                        <a:pt x="94" y="52"/>
                      </a:lnTo>
                      <a:lnTo>
                        <a:pt x="94" y="56"/>
                      </a:lnTo>
                      <a:lnTo>
                        <a:pt x="98" y="56"/>
                      </a:lnTo>
                      <a:lnTo>
                        <a:pt x="98" y="60"/>
                      </a:lnTo>
                      <a:lnTo>
                        <a:pt x="98" y="60"/>
                      </a:lnTo>
                      <a:lnTo>
                        <a:pt x="98" y="60"/>
                      </a:lnTo>
                      <a:close/>
                      <a:moveTo>
                        <a:pt x="38" y="68"/>
                      </a:moveTo>
                      <a:lnTo>
                        <a:pt x="34" y="64"/>
                      </a:lnTo>
                      <a:lnTo>
                        <a:pt x="38" y="64"/>
                      </a:lnTo>
                      <a:lnTo>
                        <a:pt x="38" y="60"/>
                      </a:lnTo>
                      <a:lnTo>
                        <a:pt x="38" y="56"/>
                      </a:lnTo>
                      <a:lnTo>
                        <a:pt x="42" y="56"/>
                      </a:lnTo>
                      <a:lnTo>
                        <a:pt x="42" y="60"/>
                      </a:lnTo>
                      <a:lnTo>
                        <a:pt x="38" y="60"/>
                      </a:lnTo>
                      <a:lnTo>
                        <a:pt x="38" y="64"/>
                      </a:lnTo>
                      <a:lnTo>
                        <a:pt x="38" y="68"/>
                      </a:lnTo>
                      <a:lnTo>
                        <a:pt x="38" y="68"/>
                      </a:lnTo>
                      <a:lnTo>
                        <a:pt x="38" y="68"/>
                      </a:lnTo>
                      <a:close/>
                      <a:moveTo>
                        <a:pt x="26" y="60"/>
                      </a:moveTo>
                      <a:lnTo>
                        <a:pt x="26" y="64"/>
                      </a:lnTo>
                      <a:lnTo>
                        <a:pt x="24" y="64"/>
                      </a:lnTo>
                      <a:lnTo>
                        <a:pt x="24" y="60"/>
                      </a:lnTo>
                      <a:lnTo>
                        <a:pt x="24" y="64"/>
                      </a:lnTo>
                      <a:lnTo>
                        <a:pt x="24" y="60"/>
                      </a:lnTo>
                      <a:lnTo>
                        <a:pt x="26" y="60"/>
                      </a:lnTo>
                      <a:lnTo>
                        <a:pt x="26" y="60"/>
                      </a:lnTo>
                      <a:lnTo>
                        <a:pt x="26" y="60"/>
                      </a:lnTo>
                      <a:close/>
                      <a:moveTo>
                        <a:pt x="34" y="64"/>
                      </a:moveTo>
                      <a:lnTo>
                        <a:pt x="34" y="60"/>
                      </a:lnTo>
                      <a:lnTo>
                        <a:pt x="38" y="60"/>
                      </a:lnTo>
                      <a:lnTo>
                        <a:pt x="34" y="60"/>
                      </a:lnTo>
                      <a:lnTo>
                        <a:pt x="34" y="64"/>
                      </a:lnTo>
                      <a:lnTo>
                        <a:pt x="34" y="64"/>
                      </a:lnTo>
                      <a:lnTo>
                        <a:pt x="34" y="64"/>
                      </a:lnTo>
                      <a:close/>
                      <a:moveTo>
                        <a:pt x="56" y="64"/>
                      </a:moveTo>
                      <a:lnTo>
                        <a:pt x="56" y="60"/>
                      </a:lnTo>
                      <a:lnTo>
                        <a:pt x="60" y="60"/>
                      </a:lnTo>
                      <a:lnTo>
                        <a:pt x="64" y="60"/>
                      </a:lnTo>
                      <a:lnTo>
                        <a:pt x="64" y="64"/>
                      </a:lnTo>
                      <a:lnTo>
                        <a:pt x="60" y="64"/>
                      </a:lnTo>
                      <a:lnTo>
                        <a:pt x="60" y="60"/>
                      </a:lnTo>
                      <a:lnTo>
                        <a:pt x="60" y="64"/>
                      </a:lnTo>
                      <a:lnTo>
                        <a:pt x="56" y="64"/>
                      </a:lnTo>
                      <a:lnTo>
                        <a:pt x="56" y="64"/>
                      </a:lnTo>
                      <a:lnTo>
                        <a:pt x="56" y="64"/>
                      </a:lnTo>
                      <a:close/>
                      <a:moveTo>
                        <a:pt x="30" y="64"/>
                      </a:moveTo>
                      <a:lnTo>
                        <a:pt x="30" y="60"/>
                      </a:lnTo>
                      <a:lnTo>
                        <a:pt x="30" y="64"/>
                      </a:lnTo>
                      <a:lnTo>
                        <a:pt x="34" y="64"/>
                      </a:lnTo>
                      <a:lnTo>
                        <a:pt x="30" y="64"/>
                      </a:lnTo>
                      <a:lnTo>
                        <a:pt x="30" y="64"/>
                      </a:lnTo>
                      <a:lnTo>
                        <a:pt x="30" y="64"/>
                      </a:lnTo>
                      <a:close/>
                      <a:moveTo>
                        <a:pt x="54" y="64"/>
                      </a:moveTo>
                      <a:lnTo>
                        <a:pt x="56" y="64"/>
                      </a:lnTo>
                      <a:lnTo>
                        <a:pt x="56" y="68"/>
                      </a:lnTo>
                      <a:lnTo>
                        <a:pt x="54" y="68"/>
                      </a:lnTo>
                      <a:lnTo>
                        <a:pt x="54" y="72"/>
                      </a:lnTo>
                      <a:lnTo>
                        <a:pt x="54" y="68"/>
                      </a:lnTo>
                      <a:lnTo>
                        <a:pt x="54" y="64"/>
                      </a:lnTo>
                      <a:lnTo>
                        <a:pt x="50" y="64"/>
                      </a:lnTo>
                      <a:lnTo>
                        <a:pt x="54" y="64"/>
                      </a:lnTo>
                      <a:lnTo>
                        <a:pt x="54" y="60"/>
                      </a:lnTo>
                      <a:lnTo>
                        <a:pt x="54" y="64"/>
                      </a:lnTo>
                      <a:lnTo>
                        <a:pt x="54" y="64"/>
                      </a:lnTo>
                      <a:lnTo>
                        <a:pt x="54" y="64"/>
                      </a:lnTo>
                      <a:close/>
                      <a:moveTo>
                        <a:pt x="42" y="64"/>
                      </a:moveTo>
                      <a:lnTo>
                        <a:pt x="42" y="60"/>
                      </a:lnTo>
                      <a:lnTo>
                        <a:pt x="46" y="60"/>
                      </a:lnTo>
                      <a:lnTo>
                        <a:pt x="46" y="64"/>
                      </a:lnTo>
                      <a:lnTo>
                        <a:pt x="50" y="64"/>
                      </a:lnTo>
                      <a:lnTo>
                        <a:pt x="54" y="64"/>
                      </a:lnTo>
                      <a:lnTo>
                        <a:pt x="54" y="68"/>
                      </a:lnTo>
                      <a:lnTo>
                        <a:pt x="50" y="68"/>
                      </a:lnTo>
                      <a:lnTo>
                        <a:pt x="46" y="68"/>
                      </a:lnTo>
                      <a:lnTo>
                        <a:pt x="42" y="68"/>
                      </a:lnTo>
                      <a:lnTo>
                        <a:pt x="42" y="64"/>
                      </a:lnTo>
                      <a:lnTo>
                        <a:pt x="42" y="64"/>
                      </a:lnTo>
                      <a:lnTo>
                        <a:pt x="42" y="64"/>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108" name="Freeform 97">
                  <a:extLst>
                    <a:ext uri="{FF2B5EF4-FFF2-40B4-BE49-F238E27FC236}">
                      <a16:creationId xmlns:a16="http://schemas.microsoft.com/office/drawing/2014/main" id="{2E8C081A-38A2-15BA-B04D-B7FB10EDF418}"/>
                    </a:ext>
                  </a:extLst>
                </p:cNvPr>
                <p:cNvSpPr>
                  <a:spLocks noEditPoints="1"/>
                </p:cNvSpPr>
                <p:nvPr/>
              </p:nvSpPr>
              <p:spPr bwMode="gray">
                <a:xfrm>
                  <a:off x="5335648" y="2564766"/>
                  <a:ext cx="156534" cy="83485"/>
                </a:xfrm>
                <a:custGeom>
                  <a:avLst/>
                  <a:gdLst>
                    <a:gd name="T0" fmla="*/ 90 w 90"/>
                    <a:gd name="T1" fmla="*/ 12 h 48"/>
                    <a:gd name="T2" fmla="*/ 88 w 90"/>
                    <a:gd name="T3" fmla="*/ 12 h 48"/>
                    <a:gd name="T4" fmla="*/ 84 w 90"/>
                    <a:gd name="T5" fmla="*/ 18 h 48"/>
                    <a:gd name="T6" fmla="*/ 80 w 90"/>
                    <a:gd name="T7" fmla="*/ 22 h 48"/>
                    <a:gd name="T8" fmla="*/ 84 w 90"/>
                    <a:gd name="T9" fmla="*/ 30 h 48"/>
                    <a:gd name="T10" fmla="*/ 84 w 90"/>
                    <a:gd name="T11" fmla="*/ 36 h 48"/>
                    <a:gd name="T12" fmla="*/ 88 w 90"/>
                    <a:gd name="T13" fmla="*/ 40 h 48"/>
                    <a:gd name="T14" fmla="*/ 84 w 90"/>
                    <a:gd name="T15" fmla="*/ 44 h 48"/>
                    <a:gd name="T16" fmla="*/ 76 w 90"/>
                    <a:gd name="T17" fmla="*/ 48 h 48"/>
                    <a:gd name="T18" fmla="*/ 68 w 90"/>
                    <a:gd name="T19" fmla="*/ 48 h 48"/>
                    <a:gd name="T20" fmla="*/ 60 w 90"/>
                    <a:gd name="T21" fmla="*/ 44 h 48"/>
                    <a:gd name="T22" fmla="*/ 54 w 90"/>
                    <a:gd name="T23" fmla="*/ 36 h 48"/>
                    <a:gd name="T24" fmla="*/ 50 w 90"/>
                    <a:gd name="T25" fmla="*/ 36 h 48"/>
                    <a:gd name="T26" fmla="*/ 46 w 90"/>
                    <a:gd name="T27" fmla="*/ 36 h 48"/>
                    <a:gd name="T28" fmla="*/ 34 w 90"/>
                    <a:gd name="T29" fmla="*/ 40 h 48"/>
                    <a:gd name="T30" fmla="*/ 38 w 90"/>
                    <a:gd name="T31" fmla="*/ 36 h 48"/>
                    <a:gd name="T32" fmla="*/ 38 w 90"/>
                    <a:gd name="T33" fmla="*/ 34 h 48"/>
                    <a:gd name="T34" fmla="*/ 34 w 90"/>
                    <a:gd name="T35" fmla="*/ 30 h 48"/>
                    <a:gd name="T36" fmla="*/ 30 w 90"/>
                    <a:gd name="T37" fmla="*/ 34 h 48"/>
                    <a:gd name="T38" fmla="*/ 28 w 90"/>
                    <a:gd name="T39" fmla="*/ 30 h 48"/>
                    <a:gd name="T40" fmla="*/ 28 w 90"/>
                    <a:gd name="T41" fmla="*/ 22 h 48"/>
                    <a:gd name="T42" fmla="*/ 24 w 90"/>
                    <a:gd name="T43" fmla="*/ 18 h 48"/>
                    <a:gd name="T44" fmla="*/ 28 w 90"/>
                    <a:gd name="T45" fmla="*/ 14 h 48"/>
                    <a:gd name="T46" fmla="*/ 24 w 90"/>
                    <a:gd name="T47" fmla="*/ 14 h 48"/>
                    <a:gd name="T48" fmla="*/ 28 w 90"/>
                    <a:gd name="T49" fmla="*/ 12 h 48"/>
                    <a:gd name="T50" fmla="*/ 30 w 90"/>
                    <a:gd name="T51" fmla="*/ 12 h 48"/>
                    <a:gd name="T52" fmla="*/ 34 w 90"/>
                    <a:gd name="T53" fmla="*/ 8 h 48"/>
                    <a:gd name="T54" fmla="*/ 38 w 90"/>
                    <a:gd name="T55" fmla="*/ 8 h 48"/>
                    <a:gd name="T56" fmla="*/ 46 w 90"/>
                    <a:gd name="T57" fmla="*/ 4 h 48"/>
                    <a:gd name="T58" fmla="*/ 50 w 90"/>
                    <a:gd name="T59" fmla="*/ 8 h 48"/>
                    <a:gd name="T60" fmla="*/ 58 w 90"/>
                    <a:gd name="T61" fmla="*/ 4 h 48"/>
                    <a:gd name="T62" fmla="*/ 60 w 90"/>
                    <a:gd name="T63" fmla="*/ 4 h 48"/>
                    <a:gd name="T64" fmla="*/ 68 w 90"/>
                    <a:gd name="T65" fmla="*/ 4 h 48"/>
                    <a:gd name="T66" fmla="*/ 72 w 90"/>
                    <a:gd name="T67" fmla="*/ 8 h 48"/>
                    <a:gd name="T68" fmla="*/ 76 w 90"/>
                    <a:gd name="T69" fmla="*/ 8 h 48"/>
                    <a:gd name="T70" fmla="*/ 88 w 90"/>
                    <a:gd name="T71" fmla="*/ 8 h 48"/>
                    <a:gd name="T72" fmla="*/ 88 w 90"/>
                    <a:gd name="T73" fmla="*/ 8 h 48"/>
                    <a:gd name="T74" fmla="*/ 8 w 90"/>
                    <a:gd name="T75" fmla="*/ 22 h 48"/>
                    <a:gd name="T76" fmla="*/ 8 w 90"/>
                    <a:gd name="T77" fmla="*/ 18 h 48"/>
                    <a:gd name="T78" fmla="*/ 4 w 90"/>
                    <a:gd name="T79" fmla="*/ 18 h 48"/>
                    <a:gd name="T80" fmla="*/ 8 w 90"/>
                    <a:gd name="T81" fmla="*/ 18 h 48"/>
                    <a:gd name="T82" fmla="*/ 12 w 90"/>
                    <a:gd name="T83" fmla="*/ 18 h 48"/>
                    <a:gd name="T84" fmla="*/ 16 w 90"/>
                    <a:gd name="T85" fmla="*/ 18 h 48"/>
                    <a:gd name="T86" fmla="*/ 16 w 90"/>
                    <a:gd name="T87" fmla="*/ 22 h 48"/>
                    <a:gd name="T88" fmla="*/ 12 w 90"/>
                    <a:gd name="T89" fmla="*/ 22 h 48"/>
                    <a:gd name="T90" fmla="*/ 12 w 90"/>
                    <a:gd name="T91" fmla="*/ 22 h 48"/>
                    <a:gd name="T92" fmla="*/ 12 w 90"/>
                    <a:gd name="T93" fmla="*/ 22 h 48"/>
                    <a:gd name="T94" fmla="*/ 24 w 90"/>
                    <a:gd name="T95" fmla="*/ 14 h 48"/>
                    <a:gd name="T96" fmla="*/ 20 w 90"/>
                    <a:gd name="T97" fmla="*/ 18 h 48"/>
                    <a:gd name="T98" fmla="*/ 20 w 90"/>
                    <a:gd name="T99" fmla="*/ 14 h 48"/>
                    <a:gd name="T100" fmla="*/ 20 w 90"/>
                    <a:gd name="T101" fmla="*/ 14 h 48"/>
                    <a:gd name="T102" fmla="*/ 24 w 90"/>
                    <a:gd name="T103" fmla="*/ 26 h 48"/>
                    <a:gd name="T104" fmla="*/ 20 w 90"/>
                    <a:gd name="T105" fmla="*/ 26 h 48"/>
                    <a:gd name="T106" fmla="*/ 20 w 90"/>
                    <a:gd name="T107" fmla="*/ 22 h 48"/>
                    <a:gd name="T108" fmla="*/ 4 w 90"/>
                    <a:gd name="T109" fmla="*/ 36 h 48"/>
                    <a:gd name="T110" fmla="*/ 0 w 90"/>
                    <a:gd name="T111" fmla="*/ 34 h 48"/>
                    <a:gd name="T112" fmla="*/ 0 w 90"/>
                    <a:gd name="T113" fmla="*/ 30 h 48"/>
                    <a:gd name="T114" fmla="*/ 8 w 90"/>
                    <a:gd name="T115" fmla="*/ 26 h 48"/>
                    <a:gd name="T116" fmla="*/ 20 w 90"/>
                    <a:gd name="T117" fmla="*/ 26 h 48"/>
                    <a:gd name="T118" fmla="*/ 20 w 90"/>
                    <a:gd name="T119" fmla="*/ 30 h 48"/>
                    <a:gd name="T120" fmla="*/ 8 w 90"/>
                    <a:gd name="T121" fmla="*/ 34 h 48"/>
                    <a:gd name="T122" fmla="*/ 4 w 90"/>
                    <a:gd name="T123" fmla="*/ 4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90" h="48">
                      <a:moveTo>
                        <a:pt x="88" y="8"/>
                      </a:moveTo>
                      <a:lnTo>
                        <a:pt x="88" y="8"/>
                      </a:lnTo>
                      <a:lnTo>
                        <a:pt x="90" y="8"/>
                      </a:lnTo>
                      <a:lnTo>
                        <a:pt x="90" y="8"/>
                      </a:lnTo>
                      <a:lnTo>
                        <a:pt x="90" y="8"/>
                      </a:lnTo>
                      <a:lnTo>
                        <a:pt x="90" y="8"/>
                      </a:lnTo>
                      <a:lnTo>
                        <a:pt x="90" y="12"/>
                      </a:lnTo>
                      <a:lnTo>
                        <a:pt x="90" y="12"/>
                      </a:lnTo>
                      <a:lnTo>
                        <a:pt x="90" y="12"/>
                      </a:lnTo>
                      <a:lnTo>
                        <a:pt x="90" y="12"/>
                      </a:lnTo>
                      <a:lnTo>
                        <a:pt x="88" y="12"/>
                      </a:lnTo>
                      <a:lnTo>
                        <a:pt x="88" y="12"/>
                      </a:lnTo>
                      <a:lnTo>
                        <a:pt x="88" y="12"/>
                      </a:lnTo>
                      <a:lnTo>
                        <a:pt x="88" y="12"/>
                      </a:lnTo>
                      <a:lnTo>
                        <a:pt x="88" y="12"/>
                      </a:lnTo>
                      <a:lnTo>
                        <a:pt x="88" y="12"/>
                      </a:lnTo>
                      <a:lnTo>
                        <a:pt x="88" y="14"/>
                      </a:lnTo>
                      <a:lnTo>
                        <a:pt x="88" y="14"/>
                      </a:lnTo>
                      <a:lnTo>
                        <a:pt x="84" y="14"/>
                      </a:lnTo>
                      <a:lnTo>
                        <a:pt x="84" y="18"/>
                      </a:lnTo>
                      <a:lnTo>
                        <a:pt x="84" y="18"/>
                      </a:lnTo>
                      <a:lnTo>
                        <a:pt x="84" y="18"/>
                      </a:lnTo>
                      <a:lnTo>
                        <a:pt x="84" y="18"/>
                      </a:lnTo>
                      <a:lnTo>
                        <a:pt x="80" y="18"/>
                      </a:lnTo>
                      <a:lnTo>
                        <a:pt x="80" y="18"/>
                      </a:lnTo>
                      <a:lnTo>
                        <a:pt x="80" y="22"/>
                      </a:lnTo>
                      <a:lnTo>
                        <a:pt x="80" y="22"/>
                      </a:lnTo>
                      <a:lnTo>
                        <a:pt x="80" y="22"/>
                      </a:lnTo>
                      <a:lnTo>
                        <a:pt x="80" y="22"/>
                      </a:lnTo>
                      <a:lnTo>
                        <a:pt x="80" y="26"/>
                      </a:lnTo>
                      <a:lnTo>
                        <a:pt x="80" y="26"/>
                      </a:lnTo>
                      <a:lnTo>
                        <a:pt x="80" y="30"/>
                      </a:lnTo>
                      <a:lnTo>
                        <a:pt x="80" y="30"/>
                      </a:lnTo>
                      <a:lnTo>
                        <a:pt x="84" y="30"/>
                      </a:lnTo>
                      <a:lnTo>
                        <a:pt x="84" y="30"/>
                      </a:lnTo>
                      <a:lnTo>
                        <a:pt x="84" y="30"/>
                      </a:lnTo>
                      <a:lnTo>
                        <a:pt x="80" y="30"/>
                      </a:lnTo>
                      <a:lnTo>
                        <a:pt x="80" y="34"/>
                      </a:lnTo>
                      <a:lnTo>
                        <a:pt x="80" y="34"/>
                      </a:lnTo>
                      <a:lnTo>
                        <a:pt x="80" y="34"/>
                      </a:lnTo>
                      <a:lnTo>
                        <a:pt x="84" y="36"/>
                      </a:lnTo>
                      <a:lnTo>
                        <a:pt x="84" y="36"/>
                      </a:lnTo>
                      <a:lnTo>
                        <a:pt x="84" y="36"/>
                      </a:lnTo>
                      <a:lnTo>
                        <a:pt x="84" y="36"/>
                      </a:lnTo>
                      <a:lnTo>
                        <a:pt x="84" y="36"/>
                      </a:lnTo>
                      <a:lnTo>
                        <a:pt x="84" y="40"/>
                      </a:lnTo>
                      <a:lnTo>
                        <a:pt x="84" y="40"/>
                      </a:lnTo>
                      <a:lnTo>
                        <a:pt x="88" y="40"/>
                      </a:lnTo>
                      <a:lnTo>
                        <a:pt x="88" y="40"/>
                      </a:lnTo>
                      <a:lnTo>
                        <a:pt x="84" y="40"/>
                      </a:lnTo>
                      <a:lnTo>
                        <a:pt x="84" y="44"/>
                      </a:lnTo>
                      <a:lnTo>
                        <a:pt x="84" y="44"/>
                      </a:lnTo>
                      <a:lnTo>
                        <a:pt x="84" y="44"/>
                      </a:lnTo>
                      <a:lnTo>
                        <a:pt x="84" y="44"/>
                      </a:lnTo>
                      <a:lnTo>
                        <a:pt x="84" y="44"/>
                      </a:lnTo>
                      <a:lnTo>
                        <a:pt x="84" y="44"/>
                      </a:lnTo>
                      <a:lnTo>
                        <a:pt x="80" y="44"/>
                      </a:lnTo>
                      <a:lnTo>
                        <a:pt x="80" y="48"/>
                      </a:lnTo>
                      <a:lnTo>
                        <a:pt x="80" y="48"/>
                      </a:lnTo>
                      <a:lnTo>
                        <a:pt x="80" y="48"/>
                      </a:lnTo>
                      <a:lnTo>
                        <a:pt x="80" y="48"/>
                      </a:lnTo>
                      <a:lnTo>
                        <a:pt x="76" y="48"/>
                      </a:lnTo>
                      <a:lnTo>
                        <a:pt x="76" y="48"/>
                      </a:lnTo>
                      <a:lnTo>
                        <a:pt x="76" y="48"/>
                      </a:lnTo>
                      <a:lnTo>
                        <a:pt x="72" y="48"/>
                      </a:lnTo>
                      <a:lnTo>
                        <a:pt x="72" y="48"/>
                      </a:lnTo>
                      <a:lnTo>
                        <a:pt x="72" y="48"/>
                      </a:lnTo>
                      <a:lnTo>
                        <a:pt x="72" y="48"/>
                      </a:lnTo>
                      <a:lnTo>
                        <a:pt x="68" y="48"/>
                      </a:lnTo>
                      <a:lnTo>
                        <a:pt x="68" y="48"/>
                      </a:lnTo>
                      <a:lnTo>
                        <a:pt x="68" y="48"/>
                      </a:lnTo>
                      <a:lnTo>
                        <a:pt x="68" y="48"/>
                      </a:lnTo>
                      <a:lnTo>
                        <a:pt x="68" y="48"/>
                      </a:lnTo>
                      <a:lnTo>
                        <a:pt x="64" y="48"/>
                      </a:lnTo>
                      <a:lnTo>
                        <a:pt x="64" y="48"/>
                      </a:lnTo>
                      <a:lnTo>
                        <a:pt x="60" y="44"/>
                      </a:lnTo>
                      <a:lnTo>
                        <a:pt x="60" y="44"/>
                      </a:lnTo>
                      <a:lnTo>
                        <a:pt x="58" y="40"/>
                      </a:lnTo>
                      <a:lnTo>
                        <a:pt x="58" y="40"/>
                      </a:lnTo>
                      <a:lnTo>
                        <a:pt x="58" y="40"/>
                      </a:lnTo>
                      <a:lnTo>
                        <a:pt x="58" y="40"/>
                      </a:lnTo>
                      <a:lnTo>
                        <a:pt x="54" y="40"/>
                      </a:lnTo>
                      <a:lnTo>
                        <a:pt x="54" y="40"/>
                      </a:lnTo>
                      <a:lnTo>
                        <a:pt x="54" y="36"/>
                      </a:lnTo>
                      <a:lnTo>
                        <a:pt x="50" y="36"/>
                      </a:lnTo>
                      <a:lnTo>
                        <a:pt x="50" y="36"/>
                      </a:lnTo>
                      <a:lnTo>
                        <a:pt x="50" y="36"/>
                      </a:lnTo>
                      <a:lnTo>
                        <a:pt x="50" y="36"/>
                      </a:lnTo>
                      <a:lnTo>
                        <a:pt x="50" y="40"/>
                      </a:lnTo>
                      <a:lnTo>
                        <a:pt x="50" y="40"/>
                      </a:lnTo>
                      <a:lnTo>
                        <a:pt x="50" y="36"/>
                      </a:lnTo>
                      <a:lnTo>
                        <a:pt x="50" y="36"/>
                      </a:lnTo>
                      <a:lnTo>
                        <a:pt x="50" y="36"/>
                      </a:lnTo>
                      <a:lnTo>
                        <a:pt x="50" y="36"/>
                      </a:lnTo>
                      <a:lnTo>
                        <a:pt x="46" y="36"/>
                      </a:lnTo>
                      <a:lnTo>
                        <a:pt x="46" y="36"/>
                      </a:lnTo>
                      <a:lnTo>
                        <a:pt x="46" y="36"/>
                      </a:lnTo>
                      <a:lnTo>
                        <a:pt x="46" y="36"/>
                      </a:lnTo>
                      <a:lnTo>
                        <a:pt x="46" y="36"/>
                      </a:lnTo>
                      <a:lnTo>
                        <a:pt x="42" y="40"/>
                      </a:lnTo>
                      <a:lnTo>
                        <a:pt x="38" y="40"/>
                      </a:lnTo>
                      <a:lnTo>
                        <a:pt x="38" y="40"/>
                      </a:lnTo>
                      <a:lnTo>
                        <a:pt x="38" y="40"/>
                      </a:lnTo>
                      <a:lnTo>
                        <a:pt x="38" y="40"/>
                      </a:lnTo>
                      <a:lnTo>
                        <a:pt x="34" y="40"/>
                      </a:lnTo>
                      <a:lnTo>
                        <a:pt x="34" y="40"/>
                      </a:lnTo>
                      <a:lnTo>
                        <a:pt x="34" y="40"/>
                      </a:lnTo>
                      <a:lnTo>
                        <a:pt x="34" y="40"/>
                      </a:lnTo>
                      <a:lnTo>
                        <a:pt x="34" y="40"/>
                      </a:lnTo>
                      <a:lnTo>
                        <a:pt x="38" y="40"/>
                      </a:lnTo>
                      <a:lnTo>
                        <a:pt x="38" y="36"/>
                      </a:lnTo>
                      <a:lnTo>
                        <a:pt x="38" y="36"/>
                      </a:lnTo>
                      <a:lnTo>
                        <a:pt x="38" y="36"/>
                      </a:lnTo>
                      <a:lnTo>
                        <a:pt x="38" y="36"/>
                      </a:lnTo>
                      <a:lnTo>
                        <a:pt x="38" y="36"/>
                      </a:lnTo>
                      <a:lnTo>
                        <a:pt x="38" y="34"/>
                      </a:lnTo>
                      <a:lnTo>
                        <a:pt x="38" y="34"/>
                      </a:lnTo>
                      <a:lnTo>
                        <a:pt x="38" y="34"/>
                      </a:lnTo>
                      <a:lnTo>
                        <a:pt x="38" y="34"/>
                      </a:lnTo>
                      <a:lnTo>
                        <a:pt x="38" y="34"/>
                      </a:lnTo>
                      <a:lnTo>
                        <a:pt x="38" y="34"/>
                      </a:lnTo>
                      <a:lnTo>
                        <a:pt x="38" y="30"/>
                      </a:lnTo>
                      <a:lnTo>
                        <a:pt x="38" y="30"/>
                      </a:lnTo>
                      <a:lnTo>
                        <a:pt x="38" y="30"/>
                      </a:lnTo>
                      <a:lnTo>
                        <a:pt x="38" y="30"/>
                      </a:lnTo>
                      <a:lnTo>
                        <a:pt x="34" y="30"/>
                      </a:lnTo>
                      <a:lnTo>
                        <a:pt x="34" y="30"/>
                      </a:lnTo>
                      <a:lnTo>
                        <a:pt x="34" y="30"/>
                      </a:lnTo>
                      <a:lnTo>
                        <a:pt x="34" y="34"/>
                      </a:lnTo>
                      <a:lnTo>
                        <a:pt x="34" y="34"/>
                      </a:lnTo>
                      <a:lnTo>
                        <a:pt x="30" y="34"/>
                      </a:lnTo>
                      <a:lnTo>
                        <a:pt x="30" y="34"/>
                      </a:lnTo>
                      <a:lnTo>
                        <a:pt x="30" y="34"/>
                      </a:lnTo>
                      <a:lnTo>
                        <a:pt x="30" y="34"/>
                      </a:lnTo>
                      <a:lnTo>
                        <a:pt x="30" y="34"/>
                      </a:lnTo>
                      <a:lnTo>
                        <a:pt x="30" y="34"/>
                      </a:lnTo>
                      <a:lnTo>
                        <a:pt x="28" y="30"/>
                      </a:lnTo>
                      <a:lnTo>
                        <a:pt x="28" y="30"/>
                      </a:lnTo>
                      <a:lnTo>
                        <a:pt x="28" y="30"/>
                      </a:lnTo>
                      <a:lnTo>
                        <a:pt x="28" y="30"/>
                      </a:lnTo>
                      <a:lnTo>
                        <a:pt x="28" y="26"/>
                      </a:lnTo>
                      <a:lnTo>
                        <a:pt x="24" y="26"/>
                      </a:lnTo>
                      <a:lnTo>
                        <a:pt x="24" y="26"/>
                      </a:lnTo>
                      <a:lnTo>
                        <a:pt x="24" y="22"/>
                      </a:lnTo>
                      <a:lnTo>
                        <a:pt x="24" y="22"/>
                      </a:lnTo>
                      <a:lnTo>
                        <a:pt x="24" y="22"/>
                      </a:lnTo>
                      <a:lnTo>
                        <a:pt x="28" y="22"/>
                      </a:lnTo>
                      <a:lnTo>
                        <a:pt x="28" y="22"/>
                      </a:lnTo>
                      <a:lnTo>
                        <a:pt x="30" y="22"/>
                      </a:lnTo>
                      <a:lnTo>
                        <a:pt x="28" y="22"/>
                      </a:lnTo>
                      <a:lnTo>
                        <a:pt x="28" y="22"/>
                      </a:lnTo>
                      <a:lnTo>
                        <a:pt x="28" y="22"/>
                      </a:lnTo>
                      <a:lnTo>
                        <a:pt x="24" y="22"/>
                      </a:lnTo>
                      <a:lnTo>
                        <a:pt x="24" y="18"/>
                      </a:lnTo>
                      <a:lnTo>
                        <a:pt x="24" y="18"/>
                      </a:lnTo>
                      <a:lnTo>
                        <a:pt x="24" y="18"/>
                      </a:lnTo>
                      <a:lnTo>
                        <a:pt x="24" y="18"/>
                      </a:lnTo>
                      <a:lnTo>
                        <a:pt x="24" y="18"/>
                      </a:lnTo>
                      <a:lnTo>
                        <a:pt x="28" y="18"/>
                      </a:lnTo>
                      <a:lnTo>
                        <a:pt x="28" y="14"/>
                      </a:lnTo>
                      <a:lnTo>
                        <a:pt x="28" y="14"/>
                      </a:lnTo>
                      <a:lnTo>
                        <a:pt x="24" y="14"/>
                      </a:lnTo>
                      <a:lnTo>
                        <a:pt x="28" y="14"/>
                      </a:lnTo>
                      <a:lnTo>
                        <a:pt x="24" y="18"/>
                      </a:lnTo>
                      <a:lnTo>
                        <a:pt x="24" y="18"/>
                      </a:lnTo>
                      <a:lnTo>
                        <a:pt x="24" y="18"/>
                      </a:lnTo>
                      <a:lnTo>
                        <a:pt x="24" y="18"/>
                      </a:lnTo>
                      <a:lnTo>
                        <a:pt x="24" y="14"/>
                      </a:lnTo>
                      <a:lnTo>
                        <a:pt x="24" y="14"/>
                      </a:lnTo>
                      <a:lnTo>
                        <a:pt x="24" y="14"/>
                      </a:lnTo>
                      <a:lnTo>
                        <a:pt x="24" y="12"/>
                      </a:lnTo>
                      <a:lnTo>
                        <a:pt x="24" y="12"/>
                      </a:lnTo>
                      <a:lnTo>
                        <a:pt x="28" y="12"/>
                      </a:lnTo>
                      <a:lnTo>
                        <a:pt x="28" y="12"/>
                      </a:lnTo>
                      <a:lnTo>
                        <a:pt x="28" y="12"/>
                      </a:lnTo>
                      <a:lnTo>
                        <a:pt x="28" y="12"/>
                      </a:lnTo>
                      <a:lnTo>
                        <a:pt x="28" y="12"/>
                      </a:lnTo>
                      <a:lnTo>
                        <a:pt x="28" y="12"/>
                      </a:lnTo>
                      <a:lnTo>
                        <a:pt x="28" y="12"/>
                      </a:lnTo>
                      <a:lnTo>
                        <a:pt x="30" y="12"/>
                      </a:lnTo>
                      <a:lnTo>
                        <a:pt x="30" y="12"/>
                      </a:lnTo>
                      <a:lnTo>
                        <a:pt x="30" y="12"/>
                      </a:lnTo>
                      <a:lnTo>
                        <a:pt x="30" y="12"/>
                      </a:lnTo>
                      <a:lnTo>
                        <a:pt x="30" y="8"/>
                      </a:lnTo>
                      <a:lnTo>
                        <a:pt x="30" y="8"/>
                      </a:lnTo>
                      <a:lnTo>
                        <a:pt x="30" y="8"/>
                      </a:lnTo>
                      <a:lnTo>
                        <a:pt x="30" y="8"/>
                      </a:lnTo>
                      <a:lnTo>
                        <a:pt x="34" y="8"/>
                      </a:lnTo>
                      <a:lnTo>
                        <a:pt x="34" y="8"/>
                      </a:lnTo>
                      <a:lnTo>
                        <a:pt x="34" y="8"/>
                      </a:lnTo>
                      <a:lnTo>
                        <a:pt x="34" y="8"/>
                      </a:lnTo>
                      <a:lnTo>
                        <a:pt x="34" y="8"/>
                      </a:lnTo>
                      <a:lnTo>
                        <a:pt x="34" y="8"/>
                      </a:lnTo>
                      <a:lnTo>
                        <a:pt x="34" y="8"/>
                      </a:lnTo>
                      <a:lnTo>
                        <a:pt x="38" y="8"/>
                      </a:lnTo>
                      <a:lnTo>
                        <a:pt x="38" y="8"/>
                      </a:lnTo>
                      <a:lnTo>
                        <a:pt x="42" y="8"/>
                      </a:lnTo>
                      <a:lnTo>
                        <a:pt x="42" y="4"/>
                      </a:lnTo>
                      <a:lnTo>
                        <a:pt x="42" y="4"/>
                      </a:lnTo>
                      <a:lnTo>
                        <a:pt x="42" y="4"/>
                      </a:lnTo>
                      <a:lnTo>
                        <a:pt x="42" y="4"/>
                      </a:lnTo>
                      <a:lnTo>
                        <a:pt x="42" y="4"/>
                      </a:lnTo>
                      <a:lnTo>
                        <a:pt x="46" y="4"/>
                      </a:lnTo>
                      <a:lnTo>
                        <a:pt x="46" y="4"/>
                      </a:lnTo>
                      <a:lnTo>
                        <a:pt x="46" y="4"/>
                      </a:lnTo>
                      <a:lnTo>
                        <a:pt x="46" y="4"/>
                      </a:lnTo>
                      <a:lnTo>
                        <a:pt x="50" y="4"/>
                      </a:lnTo>
                      <a:lnTo>
                        <a:pt x="50" y="4"/>
                      </a:lnTo>
                      <a:lnTo>
                        <a:pt x="50" y="4"/>
                      </a:lnTo>
                      <a:lnTo>
                        <a:pt x="50" y="8"/>
                      </a:lnTo>
                      <a:lnTo>
                        <a:pt x="50" y="8"/>
                      </a:lnTo>
                      <a:lnTo>
                        <a:pt x="54" y="4"/>
                      </a:lnTo>
                      <a:lnTo>
                        <a:pt x="54" y="4"/>
                      </a:lnTo>
                      <a:lnTo>
                        <a:pt x="54" y="4"/>
                      </a:lnTo>
                      <a:lnTo>
                        <a:pt x="54" y="4"/>
                      </a:lnTo>
                      <a:lnTo>
                        <a:pt x="54" y="4"/>
                      </a:lnTo>
                      <a:lnTo>
                        <a:pt x="58" y="4"/>
                      </a:lnTo>
                      <a:lnTo>
                        <a:pt x="58" y="4"/>
                      </a:lnTo>
                      <a:lnTo>
                        <a:pt x="54" y="4"/>
                      </a:lnTo>
                      <a:lnTo>
                        <a:pt x="54" y="0"/>
                      </a:lnTo>
                      <a:lnTo>
                        <a:pt x="58" y="0"/>
                      </a:lnTo>
                      <a:lnTo>
                        <a:pt x="58" y="4"/>
                      </a:lnTo>
                      <a:lnTo>
                        <a:pt x="58" y="4"/>
                      </a:lnTo>
                      <a:lnTo>
                        <a:pt x="60" y="4"/>
                      </a:lnTo>
                      <a:lnTo>
                        <a:pt x="60" y="4"/>
                      </a:lnTo>
                      <a:lnTo>
                        <a:pt x="60" y="4"/>
                      </a:lnTo>
                      <a:lnTo>
                        <a:pt x="64" y="4"/>
                      </a:lnTo>
                      <a:lnTo>
                        <a:pt x="64" y="4"/>
                      </a:lnTo>
                      <a:lnTo>
                        <a:pt x="64" y="4"/>
                      </a:lnTo>
                      <a:lnTo>
                        <a:pt x="68" y="4"/>
                      </a:lnTo>
                      <a:lnTo>
                        <a:pt x="68" y="4"/>
                      </a:lnTo>
                      <a:lnTo>
                        <a:pt x="68" y="4"/>
                      </a:lnTo>
                      <a:lnTo>
                        <a:pt x="68" y="4"/>
                      </a:lnTo>
                      <a:lnTo>
                        <a:pt x="68" y="4"/>
                      </a:lnTo>
                      <a:lnTo>
                        <a:pt x="68" y="4"/>
                      </a:lnTo>
                      <a:lnTo>
                        <a:pt x="68" y="4"/>
                      </a:lnTo>
                      <a:lnTo>
                        <a:pt x="72" y="4"/>
                      </a:lnTo>
                      <a:lnTo>
                        <a:pt x="72" y="8"/>
                      </a:lnTo>
                      <a:lnTo>
                        <a:pt x="72" y="8"/>
                      </a:lnTo>
                      <a:lnTo>
                        <a:pt x="72" y="8"/>
                      </a:lnTo>
                      <a:lnTo>
                        <a:pt x="72" y="8"/>
                      </a:lnTo>
                      <a:lnTo>
                        <a:pt x="72" y="8"/>
                      </a:lnTo>
                      <a:lnTo>
                        <a:pt x="76" y="8"/>
                      </a:lnTo>
                      <a:lnTo>
                        <a:pt x="76" y="8"/>
                      </a:lnTo>
                      <a:lnTo>
                        <a:pt x="76" y="8"/>
                      </a:lnTo>
                      <a:lnTo>
                        <a:pt x="80" y="8"/>
                      </a:lnTo>
                      <a:lnTo>
                        <a:pt x="80" y="8"/>
                      </a:lnTo>
                      <a:lnTo>
                        <a:pt x="80" y="8"/>
                      </a:lnTo>
                      <a:lnTo>
                        <a:pt x="80" y="8"/>
                      </a:lnTo>
                      <a:lnTo>
                        <a:pt x="80" y="8"/>
                      </a:lnTo>
                      <a:lnTo>
                        <a:pt x="84" y="8"/>
                      </a:lnTo>
                      <a:lnTo>
                        <a:pt x="88" y="8"/>
                      </a:lnTo>
                      <a:lnTo>
                        <a:pt x="88" y="8"/>
                      </a:lnTo>
                      <a:lnTo>
                        <a:pt x="88" y="8"/>
                      </a:lnTo>
                      <a:lnTo>
                        <a:pt x="88" y="8"/>
                      </a:lnTo>
                      <a:lnTo>
                        <a:pt x="88" y="8"/>
                      </a:lnTo>
                      <a:lnTo>
                        <a:pt x="88" y="8"/>
                      </a:lnTo>
                      <a:lnTo>
                        <a:pt x="88" y="8"/>
                      </a:lnTo>
                      <a:lnTo>
                        <a:pt x="88" y="8"/>
                      </a:lnTo>
                      <a:lnTo>
                        <a:pt x="88" y="8"/>
                      </a:lnTo>
                      <a:close/>
                      <a:moveTo>
                        <a:pt x="12" y="22"/>
                      </a:moveTo>
                      <a:lnTo>
                        <a:pt x="12" y="22"/>
                      </a:lnTo>
                      <a:lnTo>
                        <a:pt x="12" y="22"/>
                      </a:lnTo>
                      <a:lnTo>
                        <a:pt x="8" y="22"/>
                      </a:lnTo>
                      <a:lnTo>
                        <a:pt x="8" y="22"/>
                      </a:lnTo>
                      <a:lnTo>
                        <a:pt x="8" y="22"/>
                      </a:lnTo>
                      <a:lnTo>
                        <a:pt x="8" y="22"/>
                      </a:lnTo>
                      <a:lnTo>
                        <a:pt x="8" y="22"/>
                      </a:lnTo>
                      <a:lnTo>
                        <a:pt x="8" y="18"/>
                      </a:lnTo>
                      <a:lnTo>
                        <a:pt x="8" y="18"/>
                      </a:lnTo>
                      <a:lnTo>
                        <a:pt x="8" y="18"/>
                      </a:lnTo>
                      <a:lnTo>
                        <a:pt x="8" y="18"/>
                      </a:lnTo>
                      <a:lnTo>
                        <a:pt x="8" y="18"/>
                      </a:lnTo>
                      <a:lnTo>
                        <a:pt x="8" y="18"/>
                      </a:lnTo>
                      <a:lnTo>
                        <a:pt x="4" y="18"/>
                      </a:lnTo>
                      <a:lnTo>
                        <a:pt x="4" y="18"/>
                      </a:lnTo>
                      <a:lnTo>
                        <a:pt x="4" y="18"/>
                      </a:lnTo>
                      <a:lnTo>
                        <a:pt x="4" y="18"/>
                      </a:lnTo>
                      <a:lnTo>
                        <a:pt x="4" y="18"/>
                      </a:lnTo>
                      <a:lnTo>
                        <a:pt x="4" y="18"/>
                      </a:lnTo>
                      <a:lnTo>
                        <a:pt x="4" y="18"/>
                      </a:lnTo>
                      <a:lnTo>
                        <a:pt x="4" y="18"/>
                      </a:lnTo>
                      <a:lnTo>
                        <a:pt x="4" y="18"/>
                      </a:lnTo>
                      <a:lnTo>
                        <a:pt x="4" y="18"/>
                      </a:lnTo>
                      <a:lnTo>
                        <a:pt x="8" y="18"/>
                      </a:lnTo>
                      <a:lnTo>
                        <a:pt x="8" y="18"/>
                      </a:lnTo>
                      <a:lnTo>
                        <a:pt x="8" y="18"/>
                      </a:lnTo>
                      <a:lnTo>
                        <a:pt x="8" y="18"/>
                      </a:lnTo>
                      <a:lnTo>
                        <a:pt x="8" y="14"/>
                      </a:lnTo>
                      <a:lnTo>
                        <a:pt x="12" y="14"/>
                      </a:lnTo>
                      <a:lnTo>
                        <a:pt x="12" y="14"/>
                      </a:lnTo>
                      <a:lnTo>
                        <a:pt x="12" y="14"/>
                      </a:lnTo>
                      <a:lnTo>
                        <a:pt x="12" y="14"/>
                      </a:lnTo>
                      <a:lnTo>
                        <a:pt x="12" y="18"/>
                      </a:lnTo>
                      <a:lnTo>
                        <a:pt x="12" y="18"/>
                      </a:lnTo>
                      <a:lnTo>
                        <a:pt x="16" y="18"/>
                      </a:lnTo>
                      <a:lnTo>
                        <a:pt x="16" y="18"/>
                      </a:lnTo>
                      <a:lnTo>
                        <a:pt x="16" y="18"/>
                      </a:lnTo>
                      <a:lnTo>
                        <a:pt x="16" y="18"/>
                      </a:lnTo>
                      <a:lnTo>
                        <a:pt x="16" y="18"/>
                      </a:lnTo>
                      <a:lnTo>
                        <a:pt x="16" y="18"/>
                      </a:lnTo>
                      <a:lnTo>
                        <a:pt x="16" y="22"/>
                      </a:lnTo>
                      <a:lnTo>
                        <a:pt x="16" y="22"/>
                      </a:lnTo>
                      <a:lnTo>
                        <a:pt x="16" y="22"/>
                      </a:lnTo>
                      <a:lnTo>
                        <a:pt x="16" y="18"/>
                      </a:lnTo>
                      <a:lnTo>
                        <a:pt x="16" y="18"/>
                      </a:lnTo>
                      <a:lnTo>
                        <a:pt x="16" y="22"/>
                      </a:lnTo>
                      <a:lnTo>
                        <a:pt x="16" y="22"/>
                      </a:lnTo>
                      <a:lnTo>
                        <a:pt x="16" y="22"/>
                      </a:lnTo>
                      <a:lnTo>
                        <a:pt x="16" y="22"/>
                      </a:lnTo>
                      <a:lnTo>
                        <a:pt x="16" y="22"/>
                      </a:lnTo>
                      <a:lnTo>
                        <a:pt x="16" y="22"/>
                      </a:lnTo>
                      <a:lnTo>
                        <a:pt x="16" y="22"/>
                      </a:lnTo>
                      <a:lnTo>
                        <a:pt x="12" y="22"/>
                      </a:lnTo>
                      <a:lnTo>
                        <a:pt x="12" y="22"/>
                      </a:lnTo>
                      <a:lnTo>
                        <a:pt x="12" y="22"/>
                      </a:lnTo>
                      <a:lnTo>
                        <a:pt x="16" y="22"/>
                      </a:lnTo>
                      <a:lnTo>
                        <a:pt x="16" y="22"/>
                      </a:lnTo>
                      <a:lnTo>
                        <a:pt x="16" y="22"/>
                      </a:lnTo>
                      <a:lnTo>
                        <a:pt x="16" y="22"/>
                      </a:lnTo>
                      <a:lnTo>
                        <a:pt x="12" y="22"/>
                      </a:lnTo>
                      <a:lnTo>
                        <a:pt x="12" y="22"/>
                      </a:lnTo>
                      <a:lnTo>
                        <a:pt x="12" y="22"/>
                      </a:lnTo>
                      <a:lnTo>
                        <a:pt x="12" y="22"/>
                      </a:lnTo>
                      <a:lnTo>
                        <a:pt x="12" y="22"/>
                      </a:lnTo>
                      <a:lnTo>
                        <a:pt x="12" y="22"/>
                      </a:lnTo>
                      <a:lnTo>
                        <a:pt x="12" y="22"/>
                      </a:lnTo>
                      <a:lnTo>
                        <a:pt x="12" y="22"/>
                      </a:lnTo>
                      <a:lnTo>
                        <a:pt x="12" y="22"/>
                      </a:lnTo>
                      <a:lnTo>
                        <a:pt x="12" y="22"/>
                      </a:lnTo>
                      <a:lnTo>
                        <a:pt x="12" y="22"/>
                      </a:lnTo>
                      <a:lnTo>
                        <a:pt x="12" y="22"/>
                      </a:lnTo>
                      <a:lnTo>
                        <a:pt x="12" y="22"/>
                      </a:lnTo>
                      <a:close/>
                      <a:moveTo>
                        <a:pt x="20" y="14"/>
                      </a:moveTo>
                      <a:lnTo>
                        <a:pt x="24" y="14"/>
                      </a:lnTo>
                      <a:lnTo>
                        <a:pt x="24" y="14"/>
                      </a:lnTo>
                      <a:lnTo>
                        <a:pt x="24" y="14"/>
                      </a:lnTo>
                      <a:lnTo>
                        <a:pt x="24" y="14"/>
                      </a:lnTo>
                      <a:lnTo>
                        <a:pt x="24" y="18"/>
                      </a:lnTo>
                      <a:lnTo>
                        <a:pt x="24" y="18"/>
                      </a:lnTo>
                      <a:lnTo>
                        <a:pt x="24" y="18"/>
                      </a:lnTo>
                      <a:lnTo>
                        <a:pt x="24" y="18"/>
                      </a:lnTo>
                      <a:lnTo>
                        <a:pt x="20" y="18"/>
                      </a:lnTo>
                      <a:lnTo>
                        <a:pt x="20" y="18"/>
                      </a:lnTo>
                      <a:lnTo>
                        <a:pt x="20" y="18"/>
                      </a:lnTo>
                      <a:lnTo>
                        <a:pt x="20" y="18"/>
                      </a:lnTo>
                      <a:lnTo>
                        <a:pt x="20" y="18"/>
                      </a:lnTo>
                      <a:lnTo>
                        <a:pt x="20" y="18"/>
                      </a:lnTo>
                      <a:lnTo>
                        <a:pt x="20" y="14"/>
                      </a:lnTo>
                      <a:lnTo>
                        <a:pt x="20" y="14"/>
                      </a:lnTo>
                      <a:lnTo>
                        <a:pt x="20" y="14"/>
                      </a:lnTo>
                      <a:lnTo>
                        <a:pt x="20" y="14"/>
                      </a:lnTo>
                      <a:lnTo>
                        <a:pt x="20" y="14"/>
                      </a:lnTo>
                      <a:lnTo>
                        <a:pt x="20" y="14"/>
                      </a:lnTo>
                      <a:lnTo>
                        <a:pt x="20" y="14"/>
                      </a:lnTo>
                      <a:lnTo>
                        <a:pt x="20" y="14"/>
                      </a:lnTo>
                      <a:lnTo>
                        <a:pt x="20" y="14"/>
                      </a:lnTo>
                      <a:close/>
                      <a:moveTo>
                        <a:pt x="20" y="22"/>
                      </a:moveTo>
                      <a:lnTo>
                        <a:pt x="20" y="26"/>
                      </a:lnTo>
                      <a:lnTo>
                        <a:pt x="20" y="26"/>
                      </a:lnTo>
                      <a:lnTo>
                        <a:pt x="24" y="26"/>
                      </a:lnTo>
                      <a:lnTo>
                        <a:pt x="24" y="26"/>
                      </a:lnTo>
                      <a:lnTo>
                        <a:pt x="24" y="26"/>
                      </a:lnTo>
                      <a:lnTo>
                        <a:pt x="24" y="26"/>
                      </a:lnTo>
                      <a:lnTo>
                        <a:pt x="24" y="26"/>
                      </a:lnTo>
                      <a:lnTo>
                        <a:pt x="20" y="26"/>
                      </a:lnTo>
                      <a:lnTo>
                        <a:pt x="20" y="26"/>
                      </a:lnTo>
                      <a:lnTo>
                        <a:pt x="20" y="26"/>
                      </a:lnTo>
                      <a:lnTo>
                        <a:pt x="20" y="26"/>
                      </a:lnTo>
                      <a:lnTo>
                        <a:pt x="20" y="26"/>
                      </a:lnTo>
                      <a:lnTo>
                        <a:pt x="20" y="26"/>
                      </a:lnTo>
                      <a:lnTo>
                        <a:pt x="20" y="26"/>
                      </a:lnTo>
                      <a:lnTo>
                        <a:pt x="20" y="26"/>
                      </a:lnTo>
                      <a:lnTo>
                        <a:pt x="20" y="22"/>
                      </a:lnTo>
                      <a:lnTo>
                        <a:pt x="20" y="22"/>
                      </a:lnTo>
                      <a:lnTo>
                        <a:pt x="20" y="22"/>
                      </a:lnTo>
                      <a:lnTo>
                        <a:pt x="20" y="22"/>
                      </a:lnTo>
                      <a:lnTo>
                        <a:pt x="20" y="22"/>
                      </a:lnTo>
                      <a:lnTo>
                        <a:pt x="20" y="22"/>
                      </a:lnTo>
                      <a:lnTo>
                        <a:pt x="20" y="22"/>
                      </a:lnTo>
                      <a:close/>
                      <a:moveTo>
                        <a:pt x="4" y="40"/>
                      </a:moveTo>
                      <a:lnTo>
                        <a:pt x="4" y="40"/>
                      </a:lnTo>
                      <a:lnTo>
                        <a:pt x="0" y="40"/>
                      </a:lnTo>
                      <a:lnTo>
                        <a:pt x="0" y="40"/>
                      </a:lnTo>
                      <a:lnTo>
                        <a:pt x="4" y="36"/>
                      </a:lnTo>
                      <a:lnTo>
                        <a:pt x="4" y="36"/>
                      </a:lnTo>
                      <a:lnTo>
                        <a:pt x="4" y="36"/>
                      </a:lnTo>
                      <a:lnTo>
                        <a:pt x="4" y="36"/>
                      </a:lnTo>
                      <a:lnTo>
                        <a:pt x="4" y="36"/>
                      </a:lnTo>
                      <a:lnTo>
                        <a:pt x="4" y="34"/>
                      </a:lnTo>
                      <a:lnTo>
                        <a:pt x="0" y="34"/>
                      </a:lnTo>
                      <a:lnTo>
                        <a:pt x="0" y="34"/>
                      </a:lnTo>
                      <a:lnTo>
                        <a:pt x="0" y="30"/>
                      </a:lnTo>
                      <a:lnTo>
                        <a:pt x="0" y="30"/>
                      </a:lnTo>
                      <a:lnTo>
                        <a:pt x="4" y="30"/>
                      </a:lnTo>
                      <a:lnTo>
                        <a:pt x="0" y="30"/>
                      </a:lnTo>
                      <a:lnTo>
                        <a:pt x="0" y="30"/>
                      </a:lnTo>
                      <a:lnTo>
                        <a:pt x="0" y="30"/>
                      </a:lnTo>
                      <a:lnTo>
                        <a:pt x="0" y="30"/>
                      </a:lnTo>
                      <a:lnTo>
                        <a:pt x="0" y="26"/>
                      </a:lnTo>
                      <a:lnTo>
                        <a:pt x="0" y="26"/>
                      </a:lnTo>
                      <a:lnTo>
                        <a:pt x="0" y="26"/>
                      </a:lnTo>
                      <a:lnTo>
                        <a:pt x="4" y="30"/>
                      </a:lnTo>
                      <a:lnTo>
                        <a:pt x="4" y="26"/>
                      </a:lnTo>
                      <a:lnTo>
                        <a:pt x="8" y="26"/>
                      </a:lnTo>
                      <a:lnTo>
                        <a:pt x="8" y="26"/>
                      </a:lnTo>
                      <a:lnTo>
                        <a:pt x="12" y="26"/>
                      </a:lnTo>
                      <a:lnTo>
                        <a:pt x="12" y="26"/>
                      </a:lnTo>
                      <a:lnTo>
                        <a:pt x="16" y="26"/>
                      </a:lnTo>
                      <a:lnTo>
                        <a:pt x="16" y="26"/>
                      </a:lnTo>
                      <a:lnTo>
                        <a:pt x="16" y="26"/>
                      </a:lnTo>
                      <a:lnTo>
                        <a:pt x="16" y="26"/>
                      </a:lnTo>
                      <a:lnTo>
                        <a:pt x="20" y="26"/>
                      </a:lnTo>
                      <a:lnTo>
                        <a:pt x="20" y="30"/>
                      </a:lnTo>
                      <a:lnTo>
                        <a:pt x="20" y="30"/>
                      </a:lnTo>
                      <a:lnTo>
                        <a:pt x="24" y="30"/>
                      </a:lnTo>
                      <a:lnTo>
                        <a:pt x="20" y="30"/>
                      </a:lnTo>
                      <a:lnTo>
                        <a:pt x="20" y="30"/>
                      </a:lnTo>
                      <a:lnTo>
                        <a:pt x="20" y="30"/>
                      </a:lnTo>
                      <a:lnTo>
                        <a:pt x="20" y="30"/>
                      </a:lnTo>
                      <a:lnTo>
                        <a:pt x="20" y="30"/>
                      </a:lnTo>
                      <a:lnTo>
                        <a:pt x="20" y="30"/>
                      </a:lnTo>
                      <a:lnTo>
                        <a:pt x="16" y="30"/>
                      </a:lnTo>
                      <a:lnTo>
                        <a:pt x="12" y="34"/>
                      </a:lnTo>
                      <a:lnTo>
                        <a:pt x="12" y="34"/>
                      </a:lnTo>
                      <a:lnTo>
                        <a:pt x="12" y="34"/>
                      </a:lnTo>
                      <a:lnTo>
                        <a:pt x="8" y="34"/>
                      </a:lnTo>
                      <a:lnTo>
                        <a:pt x="8" y="34"/>
                      </a:lnTo>
                      <a:lnTo>
                        <a:pt x="8" y="34"/>
                      </a:lnTo>
                      <a:lnTo>
                        <a:pt x="8" y="34"/>
                      </a:lnTo>
                      <a:lnTo>
                        <a:pt x="8" y="36"/>
                      </a:lnTo>
                      <a:lnTo>
                        <a:pt x="4" y="36"/>
                      </a:lnTo>
                      <a:lnTo>
                        <a:pt x="4" y="40"/>
                      </a:lnTo>
                      <a:lnTo>
                        <a:pt x="4" y="40"/>
                      </a:lnTo>
                      <a:lnTo>
                        <a:pt x="4" y="40"/>
                      </a:lnTo>
                      <a:lnTo>
                        <a:pt x="4" y="40"/>
                      </a:lnTo>
                      <a:lnTo>
                        <a:pt x="4" y="40"/>
                      </a:lnTo>
                      <a:lnTo>
                        <a:pt x="4" y="40"/>
                      </a:lnTo>
                      <a:lnTo>
                        <a:pt x="4" y="40"/>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109" name="Freeform 98">
                  <a:extLst>
                    <a:ext uri="{FF2B5EF4-FFF2-40B4-BE49-F238E27FC236}">
                      <a16:creationId xmlns:a16="http://schemas.microsoft.com/office/drawing/2014/main" id="{DA0115EE-89EF-FD20-78DC-5F62FBDA6F6C}"/>
                    </a:ext>
                  </a:extLst>
                </p:cNvPr>
                <p:cNvSpPr>
                  <a:spLocks noEditPoints="1"/>
                </p:cNvSpPr>
                <p:nvPr/>
              </p:nvSpPr>
              <p:spPr bwMode="gray">
                <a:xfrm>
                  <a:off x="4619069" y="2460411"/>
                  <a:ext cx="24350" cy="38264"/>
                </a:xfrm>
                <a:custGeom>
                  <a:avLst/>
                  <a:gdLst>
                    <a:gd name="T0" fmla="*/ 10 w 14"/>
                    <a:gd name="T1" fmla="*/ 12 h 22"/>
                    <a:gd name="T2" fmla="*/ 6 w 14"/>
                    <a:gd name="T3" fmla="*/ 12 h 22"/>
                    <a:gd name="T4" fmla="*/ 6 w 14"/>
                    <a:gd name="T5" fmla="*/ 12 h 22"/>
                    <a:gd name="T6" fmla="*/ 10 w 14"/>
                    <a:gd name="T7" fmla="*/ 12 h 22"/>
                    <a:gd name="T8" fmla="*/ 10 w 14"/>
                    <a:gd name="T9" fmla="*/ 12 h 22"/>
                    <a:gd name="T10" fmla="*/ 10 w 14"/>
                    <a:gd name="T11" fmla="*/ 14 h 22"/>
                    <a:gd name="T12" fmla="*/ 10 w 14"/>
                    <a:gd name="T13" fmla="*/ 14 h 22"/>
                    <a:gd name="T14" fmla="*/ 10 w 14"/>
                    <a:gd name="T15" fmla="*/ 4 h 22"/>
                    <a:gd name="T16" fmla="*/ 10 w 14"/>
                    <a:gd name="T17" fmla="*/ 4 h 22"/>
                    <a:gd name="T18" fmla="*/ 10 w 14"/>
                    <a:gd name="T19" fmla="*/ 4 h 22"/>
                    <a:gd name="T20" fmla="*/ 10 w 14"/>
                    <a:gd name="T21" fmla="*/ 4 h 22"/>
                    <a:gd name="T22" fmla="*/ 10 w 14"/>
                    <a:gd name="T23" fmla="*/ 0 h 22"/>
                    <a:gd name="T24" fmla="*/ 10 w 14"/>
                    <a:gd name="T25" fmla="*/ 0 h 22"/>
                    <a:gd name="T26" fmla="*/ 10 w 14"/>
                    <a:gd name="T27" fmla="*/ 0 h 22"/>
                    <a:gd name="T28" fmla="*/ 14 w 14"/>
                    <a:gd name="T29" fmla="*/ 0 h 22"/>
                    <a:gd name="T30" fmla="*/ 14 w 14"/>
                    <a:gd name="T31" fmla="*/ 4 h 22"/>
                    <a:gd name="T32" fmla="*/ 10 w 14"/>
                    <a:gd name="T33" fmla="*/ 4 h 22"/>
                    <a:gd name="T34" fmla="*/ 10 w 14"/>
                    <a:gd name="T35" fmla="*/ 8 h 22"/>
                    <a:gd name="T36" fmla="*/ 6 w 14"/>
                    <a:gd name="T37" fmla="*/ 8 h 22"/>
                    <a:gd name="T38" fmla="*/ 6 w 14"/>
                    <a:gd name="T39" fmla="*/ 4 h 22"/>
                    <a:gd name="T40" fmla="*/ 2 w 14"/>
                    <a:gd name="T41" fmla="*/ 4 h 22"/>
                    <a:gd name="T42" fmla="*/ 2 w 14"/>
                    <a:gd name="T43" fmla="*/ 0 h 22"/>
                    <a:gd name="T44" fmla="*/ 6 w 14"/>
                    <a:gd name="T45" fmla="*/ 0 h 22"/>
                    <a:gd name="T46" fmla="*/ 6 w 14"/>
                    <a:gd name="T47" fmla="*/ 0 h 22"/>
                    <a:gd name="T48" fmla="*/ 10 w 14"/>
                    <a:gd name="T49" fmla="*/ 4 h 22"/>
                    <a:gd name="T50" fmla="*/ 10 w 14"/>
                    <a:gd name="T51" fmla="*/ 4 h 22"/>
                    <a:gd name="T52" fmla="*/ 10 w 14"/>
                    <a:gd name="T53" fmla="*/ 8 h 22"/>
                    <a:gd name="T54" fmla="*/ 10 w 14"/>
                    <a:gd name="T55" fmla="*/ 12 h 22"/>
                    <a:gd name="T56" fmla="*/ 6 w 14"/>
                    <a:gd name="T57" fmla="*/ 8 h 22"/>
                    <a:gd name="T58" fmla="*/ 6 w 14"/>
                    <a:gd name="T59" fmla="*/ 8 h 22"/>
                    <a:gd name="T60" fmla="*/ 2 w 14"/>
                    <a:gd name="T61" fmla="*/ 4 h 22"/>
                    <a:gd name="T62" fmla="*/ 2 w 14"/>
                    <a:gd name="T63" fmla="*/ 4 h 22"/>
                    <a:gd name="T64" fmla="*/ 2 w 14"/>
                    <a:gd name="T65" fmla="*/ 0 h 22"/>
                    <a:gd name="T66" fmla="*/ 2 w 14"/>
                    <a:gd name="T67" fmla="*/ 0 h 22"/>
                    <a:gd name="T68" fmla="*/ 2 w 14"/>
                    <a:gd name="T69" fmla="*/ 0 h 22"/>
                    <a:gd name="T70" fmla="*/ 2 w 14"/>
                    <a:gd name="T71" fmla="*/ 4 h 22"/>
                    <a:gd name="T72" fmla="*/ 2 w 14"/>
                    <a:gd name="T73" fmla="*/ 4 h 22"/>
                    <a:gd name="T74" fmla="*/ 6 w 14"/>
                    <a:gd name="T75" fmla="*/ 4 h 22"/>
                    <a:gd name="T76" fmla="*/ 6 w 14"/>
                    <a:gd name="T77" fmla="*/ 4 h 22"/>
                    <a:gd name="T78" fmla="*/ 6 w 14"/>
                    <a:gd name="T79" fmla="*/ 8 h 22"/>
                    <a:gd name="T80" fmla="*/ 10 w 14"/>
                    <a:gd name="T81" fmla="*/ 8 h 22"/>
                    <a:gd name="T82" fmla="*/ 10 w 14"/>
                    <a:gd name="T83" fmla="*/ 12 h 22"/>
                    <a:gd name="T84" fmla="*/ 2 w 14"/>
                    <a:gd name="T85" fmla="*/ 8 h 22"/>
                    <a:gd name="T86" fmla="*/ 2 w 14"/>
                    <a:gd name="T87" fmla="*/ 8 h 22"/>
                    <a:gd name="T88" fmla="*/ 2 w 14"/>
                    <a:gd name="T89" fmla="*/ 8 h 22"/>
                    <a:gd name="T90" fmla="*/ 0 w 14"/>
                    <a:gd name="T91" fmla="*/ 8 h 22"/>
                    <a:gd name="T92" fmla="*/ 0 w 14"/>
                    <a:gd name="T93" fmla="*/ 4 h 22"/>
                    <a:gd name="T94" fmla="*/ 2 w 14"/>
                    <a:gd name="T95" fmla="*/ 4 h 22"/>
                    <a:gd name="T96" fmla="*/ 2 w 14"/>
                    <a:gd name="T97" fmla="*/ 4 h 22"/>
                    <a:gd name="T98" fmla="*/ 2 w 14"/>
                    <a:gd name="T99" fmla="*/ 8 h 22"/>
                    <a:gd name="T100" fmla="*/ 2 w 14"/>
                    <a:gd name="T101" fmla="*/ 8 h 22"/>
                    <a:gd name="T102" fmla="*/ 2 w 14"/>
                    <a:gd name="T103" fmla="*/ 8 h 22"/>
                    <a:gd name="T104" fmla="*/ 2 w 14"/>
                    <a:gd name="T105" fmla="*/ 8 h 22"/>
                    <a:gd name="T106" fmla="*/ 10 w 14"/>
                    <a:gd name="T107" fmla="*/ 22 h 22"/>
                    <a:gd name="T108" fmla="*/ 6 w 14"/>
                    <a:gd name="T109" fmla="*/ 18 h 22"/>
                    <a:gd name="T110" fmla="*/ 6 w 14"/>
                    <a:gd name="T111" fmla="*/ 14 h 22"/>
                    <a:gd name="T112" fmla="*/ 6 w 14"/>
                    <a:gd name="T113" fmla="*/ 14 h 22"/>
                    <a:gd name="T114" fmla="*/ 6 w 14"/>
                    <a:gd name="T115" fmla="*/ 14 h 22"/>
                    <a:gd name="T116" fmla="*/ 10 w 14"/>
                    <a:gd name="T117" fmla="*/ 18 h 22"/>
                    <a:gd name="T118" fmla="*/ 10 w 14"/>
                    <a:gd name="T119" fmla="*/ 22 h 22"/>
                    <a:gd name="T120" fmla="*/ 10 w 14"/>
                    <a:gd name="T121" fmla="*/ 22 h 22"/>
                    <a:gd name="T122" fmla="*/ 10 w 14"/>
                    <a:gd name="T123"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4" h="22">
                      <a:moveTo>
                        <a:pt x="10" y="14"/>
                      </a:moveTo>
                      <a:lnTo>
                        <a:pt x="10" y="12"/>
                      </a:lnTo>
                      <a:lnTo>
                        <a:pt x="6" y="12"/>
                      </a:lnTo>
                      <a:lnTo>
                        <a:pt x="6" y="12"/>
                      </a:lnTo>
                      <a:lnTo>
                        <a:pt x="6" y="12"/>
                      </a:lnTo>
                      <a:lnTo>
                        <a:pt x="6" y="12"/>
                      </a:lnTo>
                      <a:lnTo>
                        <a:pt x="6" y="12"/>
                      </a:lnTo>
                      <a:lnTo>
                        <a:pt x="10" y="12"/>
                      </a:lnTo>
                      <a:lnTo>
                        <a:pt x="10" y="12"/>
                      </a:lnTo>
                      <a:lnTo>
                        <a:pt x="10" y="12"/>
                      </a:lnTo>
                      <a:lnTo>
                        <a:pt x="10" y="14"/>
                      </a:lnTo>
                      <a:lnTo>
                        <a:pt x="10" y="14"/>
                      </a:lnTo>
                      <a:lnTo>
                        <a:pt x="10" y="14"/>
                      </a:lnTo>
                      <a:lnTo>
                        <a:pt x="10" y="14"/>
                      </a:lnTo>
                      <a:lnTo>
                        <a:pt x="10" y="14"/>
                      </a:lnTo>
                      <a:close/>
                      <a:moveTo>
                        <a:pt x="10" y="4"/>
                      </a:moveTo>
                      <a:lnTo>
                        <a:pt x="10" y="4"/>
                      </a:lnTo>
                      <a:lnTo>
                        <a:pt x="10" y="4"/>
                      </a:lnTo>
                      <a:lnTo>
                        <a:pt x="10" y="4"/>
                      </a:lnTo>
                      <a:lnTo>
                        <a:pt x="10" y="4"/>
                      </a:lnTo>
                      <a:lnTo>
                        <a:pt x="10" y="4"/>
                      </a:lnTo>
                      <a:lnTo>
                        <a:pt x="10" y="4"/>
                      </a:lnTo>
                      <a:lnTo>
                        <a:pt x="10" y="0"/>
                      </a:lnTo>
                      <a:lnTo>
                        <a:pt x="10" y="0"/>
                      </a:lnTo>
                      <a:lnTo>
                        <a:pt x="10" y="0"/>
                      </a:lnTo>
                      <a:lnTo>
                        <a:pt x="10" y="0"/>
                      </a:lnTo>
                      <a:lnTo>
                        <a:pt x="10" y="0"/>
                      </a:lnTo>
                      <a:lnTo>
                        <a:pt x="10" y="0"/>
                      </a:lnTo>
                      <a:lnTo>
                        <a:pt x="14" y="0"/>
                      </a:lnTo>
                      <a:lnTo>
                        <a:pt x="14" y="0"/>
                      </a:lnTo>
                      <a:lnTo>
                        <a:pt x="14" y="4"/>
                      </a:lnTo>
                      <a:lnTo>
                        <a:pt x="14" y="4"/>
                      </a:lnTo>
                      <a:lnTo>
                        <a:pt x="10" y="4"/>
                      </a:lnTo>
                      <a:lnTo>
                        <a:pt x="10" y="4"/>
                      </a:lnTo>
                      <a:lnTo>
                        <a:pt x="10" y="4"/>
                      </a:lnTo>
                      <a:close/>
                      <a:moveTo>
                        <a:pt x="10" y="8"/>
                      </a:moveTo>
                      <a:lnTo>
                        <a:pt x="10" y="8"/>
                      </a:lnTo>
                      <a:lnTo>
                        <a:pt x="6" y="8"/>
                      </a:lnTo>
                      <a:lnTo>
                        <a:pt x="6" y="4"/>
                      </a:lnTo>
                      <a:lnTo>
                        <a:pt x="6" y="4"/>
                      </a:lnTo>
                      <a:lnTo>
                        <a:pt x="6" y="4"/>
                      </a:lnTo>
                      <a:lnTo>
                        <a:pt x="2" y="4"/>
                      </a:lnTo>
                      <a:lnTo>
                        <a:pt x="2" y="4"/>
                      </a:lnTo>
                      <a:lnTo>
                        <a:pt x="2" y="0"/>
                      </a:lnTo>
                      <a:lnTo>
                        <a:pt x="2" y="0"/>
                      </a:lnTo>
                      <a:lnTo>
                        <a:pt x="6" y="0"/>
                      </a:lnTo>
                      <a:lnTo>
                        <a:pt x="6" y="0"/>
                      </a:lnTo>
                      <a:lnTo>
                        <a:pt x="6" y="0"/>
                      </a:lnTo>
                      <a:lnTo>
                        <a:pt x="6" y="0"/>
                      </a:lnTo>
                      <a:lnTo>
                        <a:pt x="10" y="4"/>
                      </a:lnTo>
                      <a:lnTo>
                        <a:pt x="10" y="4"/>
                      </a:lnTo>
                      <a:lnTo>
                        <a:pt x="10" y="4"/>
                      </a:lnTo>
                      <a:lnTo>
                        <a:pt x="10" y="8"/>
                      </a:lnTo>
                      <a:lnTo>
                        <a:pt x="10" y="8"/>
                      </a:lnTo>
                      <a:lnTo>
                        <a:pt x="10" y="8"/>
                      </a:lnTo>
                      <a:close/>
                      <a:moveTo>
                        <a:pt x="10" y="12"/>
                      </a:moveTo>
                      <a:lnTo>
                        <a:pt x="6" y="12"/>
                      </a:lnTo>
                      <a:lnTo>
                        <a:pt x="6" y="8"/>
                      </a:lnTo>
                      <a:lnTo>
                        <a:pt x="6" y="8"/>
                      </a:lnTo>
                      <a:lnTo>
                        <a:pt x="6" y="8"/>
                      </a:lnTo>
                      <a:lnTo>
                        <a:pt x="2" y="4"/>
                      </a:lnTo>
                      <a:lnTo>
                        <a:pt x="2" y="4"/>
                      </a:lnTo>
                      <a:lnTo>
                        <a:pt x="2" y="4"/>
                      </a:lnTo>
                      <a:lnTo>
                        <a:pt x="2" y="4"/>
                      </a:lnTo>
                      <a:lnTo>
                        <a:pt x="2" y="0"/>
                      </a:lnTo>
                      <a:lnTo>
                        <a:pt x="2" y="0"/>
                      </a:lnTo>
                      <a:lnTo>
                        <a:pt x="2" y="0"/>
                      </a:lnTo>
                      <a:lnTo>
                        <a:pt x="2" y="0"/>
                      </a:lnTo>
                      <a:lnTo>
                        <a:pt x="2" y="0"/>
                      </a:lnTo>
                      <a:lnTo>
                        <a:pt x="2" y="0"/>
                      </a:lnTo>
                      <a:lnTo>
                        <a:pt x="2" y="0"/>
                      </a:lnTo>
                      <a:lnTo>
                        <a:pt x="2" y="4"/>
                      </a:lnTo>
                      <a:lnTo>
                        <a:pt x="2" y="4"/>
                      </a:lnTo>
                      <a:lnTo>
                        <a:pt x="2" y="4"/>
                      </a:lnTo>
                      <a:lnTo>
                        <a:pt x="6" y="4"/>
                      </a:lnTo>
                      <a:lnTo>
                        <a:pt x="6" y="4"/>
                      </a:lnTo>
                      <a:lnTo>
                        <a:pt x="6" y="4"/>
                      </a:lnTo>
                      <a:lnTo>
                        <a:pt x="6" y="4"/>
                      </a:lnTo>
                      <a:lnTo>
                        <a:pt x="6" y="8"/>
                      </a:lnTo>
                      <a:lnTo>
                        <a:pt x="6" y="8"/>
                      </a:lnTo>
                      <a:lnTo>
                        <a:pt x="10" y="8"/>
                      </a:lnTo>
                      <a:lnTo>
                        <a:pt x="10" y="8"/>
                      </a:lnTo>
                      <a:lnTo>
                        <a:pt x="10" y="12"/>
                      </a:lnTo>
                      <a:lnTo>
                        <a:pt x="10" y="12"/>
                      </a:lnTo>
                      <a:lnTo>
                        <a:pt x="10" y="12"/>
                      </a:lnTo>
                      <a:close/>
                      <a:moveTo>
                        <a:pt x="2" y="8"/>
                      </a:moveTo>
                      <a:lnTo>
                        <a:pt x="2" y="8"/>
                      </a:lnTo>
                      <a:lnTo>
                        <a:pt x="2" y="8"/>
                      </a:lnTo>
                      <a:lnTo>
                        <a:pt x="2" y="8"/>
                      </a:lnTo>
                      <a:lnTo>
                        <a:pt x="2" y="8"/>
                      </a:lnTo>
                      <a:lnTo>
                        <a:pt x="0" y="8"/>
                      </a:lnTo>
                      <a:lnTo>
                        <a:pt x="0" y="8"/>
                      </a:lnTo>
                      <a:lnTo>
                        <a:pt x="0" y="8"/>
                      </a:lnTo>
                      <a:lnTo>
                        <a:pt x="0" y="4"/>
                      </a:lnTo>
                      <a:lnTo>
                        <a:pt x="0" y="4"/>
                      </a:lnTo>
                      <a:lnTo>
                        <a:pt x="2" y="4"/>
                      </a:lnTo>
                      <a:lnTo>
                        <a:pt x="2" y="4"/>
                      </a:lnTo>
                      <a:lnTo>
                        <a:pt x="2" y="4"/>
                      </a:lnTo>
                      <a:lnTo>
                        <a:pt x="2" y="8"/>
                      </a:lnTo>
                      <a:lnTo>
                        <a:pt x="2" y="8"/>
                      </a:lnTo>
                      <a:lnTo>
                        <a:pt x="2" y="8"/>
                      </a:lnTo>
                      <a:lnTo>
                        <a:pt x="2" y="8"/>
                      </a:lnTo>
                      <a:lnTo>
                        <a:pt x="2" y="8"/>
                      </a:lnTo>
                      <a:lnTo>
                        <a:pt x="2" y="8"/>
                      </a:lnTo>
                      <a:lnTo>
                        <a:pt x="2" y="8"/>
                      </a:lnTo>
                      <a:lnTo>
                        <a:pt x="2" y="8"/>
                      </a:lnTo>
                      <a:close/>
                      <a:moveTo>
                        <a:pt x="10" y="22"/>
                      </a:moveTo>
                      <a:lnTo>
                        <a:pt x="10" y="22"/>
                      </a:lnTo>
                      <a:lnTo>
                        <a:pt x="10" y="22"/>
                      </a:lnTo>
                      <a:lnTo>
                        <a:pt x="6" y="18"/>
                      </a:lnTo>
                      <a:lnTo>
                        <a:pt x="6" y="18"/>
                      </a:lnTo>
                      <a:lnTo>
                        <a:pt x="6" y="14"/>
                      </a:lnTo>
                      <a:lnTo>
                        <a:pt x="6" y="14"/>
                      </a:lnTo>
                      <a:lnTo>
                        <a:pt x="6" y="14"/>
                      </a:lnTo>
                      <a:lnTo>
                        <a:pt x="6" y="14"/>
                      </a:lnTo>
                      <a:lnTo>
                        <a:pt x="6" y="14"/>
                      </a:lnTo>
                      <a:lnTo>
                        <a:pt x="6" y="18"/>
                      </a:lnTo>
                      <a:lnTo>
                        <a:pt x="10" y="18"/>
                      </a:lnTo>
                      <a:lnTo>
                        <a:pt x="10" y="22"/>
                      </a:lnTo>
                      <a:lnTo>
                        <a:pt x="10" y="22"/>
                      </a:lnTo>
                      <a:lnTo>
                        <a:pt x="10" y="22"/>
                      </a:lnTo>
                      <a:lnTo>
                        <a:pt x="10" y="22"/>
                      </a:lnTo>
                      <a:lnTo>
                        <a:pt x="10" y="22"/>
                      </a:lnTo>
                      <a:lnTo>
                        <a:pt x="10" y="22"/>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110" name="Freeform 99">
                  <a:extLst>
                    <a:ext uri="{FF2B5EF4-FFF2-40B4-BE49-F238E27FC236}">
                      <a16:creationId xmlns:a16="http://schemas.microsoft.com/office/drawing/2014/main" id="{DAE4CF1B-80C7-10EB-DE24-355F5DE8141F}"/>
                    </a:ext>
                  </a:extLst>
                </p:cNvPr>
                <p:cNvSpPr>
                  <a:spLocks noEditPoints="1"/>
                </p:cNvSpPr>
                <p:nvPr/>
              </p:nvSpPr>
              <p:spPr bwMode="gray">
                <a:xfrm>
                  <a:off x="5279993" y="2129952"/>
                  <a:ext cx="299153" cy="434814"/>
                </a:xfrm>
                <a:custGeom>
                  <a:avLst/>
                  <a:gdLst>
                    <a:gd name="T0" fmla="*/ 44 w 172"/>
                    <a:gd name="T1" fmla="*/ 238 h 250"/>
                    <a:gd name="T2" fmla="*/ 30 w 172"/>
                    <a:gd name="T3" fmla="*/ 232 h 250"/>
                    <a:gd name="T4" fmla="*/ 30 w 172"/>
                    <a:gd name="T5" fmla="*/ 212 h 250"/>
                    <a:gd name="T6" fmla="*/ 26 w 172"/>
                    <a:gd name="T7" fmla="*/ 202 h 250"/>
                    <a:gd name="T8" fmla="*/ 22 w 172"/>
                    <a:gd name="T9" fmla="*/ 180 h 250"/>
                    <a:gd name="T10" fmla="*/ 30 w 172"/>
                    <a:gd name="T11" fmla="*/ 172 h 250"/>
                    <a:gd name="T12" fmla="*/ 40 w 172"/>
                    <a:gd name="T13" fmla="*/ 164 h 250"/>
                    <a:gd name="T14" fmla="*/ 56 w 172"/>
                    <a:gd name="T15" fmla="*/ 154 h 250"/>
                    <a:gd name="T16" fmla="*/ 66 w 172"/>
                    <a:gd name="T17" fmla="*/ 138 h 250"/>
                    <a:gd name="T18" fmla="*/ 86 w 172"/>
                    <a:gd name="T19" fmla="*/ 128 h 250"/>
                    <a:gd name="T20" fmla="*/ 78 w 172"/>
                    <a:gd name="T21" fmla="*/ 116 h 250"/>
                    <a:gd name="T22" fmla="*/ 66 w 172"/>
                    <a:gd name="T23" fmla="*/ 108 h 250"/>
                    <a:gd name="T24" fmla="*/ 64 w 172"/>
                    <a:gd name="T25" fmla="*/ 86 h 250"/>
                    <a:gd name="T26" fmla="*/ 56 w 172"/>
                    <a:gd name="T27" fmla="*/ 64 h 250"/>
                    <a:gd name="T28" fmla="*/ 40 w 172"/>
                    <a:gd name="T29" fmla="*/ 42 h 250"/>
                    <a:gd name="T30" fmla="*/ 22 w 172"/>
                    <a:gd name="T31" fmla="*/ 34 h 250"/>
                    <a:gd name="T32" fmla="*/ 22 w 172"/>
                    <a:gd name="T33" fmla="*/ 22 h 250"/>
                    <a:gd name="T34" fmla="*/ 40 w 172"/>
                    <a:gd name="T35" fmla="*/ 38 h 250"/>
                    <a:gd name="T36" fmla="*/ 64 w 172"/>
                    <a:gd name="T37" fmla="*/ 34 h 250"/>
                    <a:gd name="T38" fmla="*/ 78 w 172"/>
                    <a:gd name="T39" fmla="*/ 34 h 250"/>
                    <a:gd name="T40" fmla="*/ 90 w 172"/>
                    <a:gd name="T41" fmla="*/ 26 h 250"/>
                    <a:gd name="T42" fmla="*/ 94 w 172"/>
                    <a:gd name="T43" fmla="*/ 12 h 250"/>
                    <a:gd name="T44" fmla="*/ 112 w 172"/>
                    <a:gd name="T45" fmla="*/ 4 h 250"/>
                    <a:gd name="T46" fmla="*/ 130 w 172"/>
                    <a:gd name="T47" fmla="*/ 12 h 250"/>
                    <a:gd name="T48" fmla="*/ 130 w 172"/>
                    <a:gd name="T49" fmla="*/ 22 h 250"/>
                    <a:gd name="T50" fmla="*/ 130 w 172"/>
                    <a:gd name="T51" fmla="*/ 34 h 250"/>
                    <a:gd name="T52" fmla="*/ 142 w 172"/>
                    <a:gd name="T53" fmla="*/ 56 h 250"/>
                    <a:gd name="T54" fmla="*/ 138 w 172"/>
                    <a:gd name="T55" fmla="*/ 78 h 250"/>
                    <a:gd name="T56" fmla="*/ 144 w 172"/>
                    <a:gd name="T57" fmla="*/ 98 h 250"/>
                    <a:gd name="T58" fmla="*/ 144 w 172"/>
                    <a:gd name="T59" fmla="*/ 116 h 250"/>
                    <a:gd name="T60" fmla="*/ 142 w 172"/>
                    <a:gd name="T61" fmla="*/ 132 h 250"/>
                    <a:gd name="T62" fmla="*/ 152 w 172"/>
                    <a:gd name="T63" fmla="*/ 142 h 250"/>
                    <a:gd name="T64" fmla="*/ 148 w 172"/>
                    <a:gd name="T65" fmla="*/ 158 h 250"/>
                    <a:gd name="T66" fmla="*/ 172 w 172"/>
                    <a:gd name="T67" fmla="*/ 176 h 250"/>
                    <a:gd name="T68" fmla="*/ 160 w 172"/>
                    <a:gd name="T69" fmla="*/ 194 h 250"/>
                    <a:gd name="T70" fmla="*/ 142 w 172"/>
                    <a:gd name="T71" fmla="*/ 212 h 250"/>
                    <a:gd name="T72" fmla="*/ 122 w 172"/>
                    <a:gd name="T73" fmla="*/ 224 h 250"/>
                    <a:gd name="T74" fmla="*/ 108 w 172"/>
                    <a:gd name="T75" fmla="*/ 232 h 250"/>
                    <a:gd name="T76" fmla="*/ 100 w 172"/>
                    <a:gd name="T77" fmla="*/ 228 h 250"/>
                    <a:gd name="T78" fmla="*/ 90 w 172"/>
                    <a:gd name="T79" fmla="*/ 236 h 250"/>
                    <a:gd name="T80" fmla="*/ 82 w 172"/>
                    <a:gd name="T81" fmla="*/ 238 h 250"/>
                    <a:gd name="T82" fmla="*/ 66 w 172"/>
                    <a:gd name="T83" fmla="*/ 242 h 250"/>
                    <a:gd name="T84" fmla="*/ 48 w 172"/>
                    <a:gd name="T85" fmla="*/ 250 h 250"/>
                    <a:gd name="T86" fmla="*/ 48 w 172"/>
                    <a:gd name="T87" fmla="*/ 242 h 250"/>
                    <a:gd name="T88" fmla="*/ 78 w 172"/>
                    <a:gd name="T89" fmla="*/ 128 h 250"/>
                    <a:gd name="T90" fmla="*/ 48 w 172"/>
                    <a:gd name="T91" fmla="*/ 158 h 250"/>
                    <a:gd name="T92" fmla="*/ 26 w 172"/>
                    <a:gd name="T93" fmla="*/ 172 h 250"/>
                    <a:gd name="T94" fmla="*/ 2 w 172"/>
                    <a:gd name="T95" fmla="*/ 236 h 250"/>
                    <a:gd name="T96" fmla="*/ 6 w 172"/>
                    <a:gd name="T97" fmla="*/ 242 h 250"/>
                    <a:gd name="T98" fmla="*/ 0 w 172"/>
                    <a:gd name="T99" fmla="*/ 242 h 250"/>
                    <a:gd name="T100" fmla="*/ 44 w 172"/>
                    <a:gd name="T101" fmla="*/ 242 h 250"/>
                    <a:gd name="T102" fmla="*/ 44 w 172"/>
                    <a:gd name="T103" fmla="*/ 246 h 250"/>
                    <a:gd name="T104" fmla="*/ 34 w 172"/>
                    <a:gd name="T105" fmla="*/ 242 h 250"/>
                    <a:gd name="T106" fmla="*/ 6 w 172"/>
                    <a:gd name="T107" fmla="*/ 242 h 250"/>
                    <a:gd name="T108" fmla="*/ 56 w 172"/>
                    <a:gd name="T109" fmla="*/ 246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72" h="250">
                      <a:moveTo>
                        <a:pt x="48" y="242"/>
                      </a:moveTo>
                      <a:lnTo>
                        <a:pt x="48" y="238"/>
                      </a:lnTo>
                      <a:lnTo>
                        <a:pt x="52" y="236"/>
                      </a:lnTo>
                      <a:lnTo>
                        <a:pt x="48" y="238"/>
                      </a:lnTo>
                      <a:lnTo>
                        <a:pt x="44" y="238"/>
                      </a:lnTo>
                      <a:lnTo>
                        <a:pt x="40" y="238"/>
                      </a:lnTo>
                      <a:lnTo>
                        <a:pt x="44" y="238"/>
                      </a:lnTo>
                      <a:lnTo>
                        <a:pt x="44" y="236"/>
                      </a:lnTo>
                      <a:lnTo>
                        <a:pt x="40" y="236"/>
                      </a:lnTo>
                      <a:lnTo>
                        <a:pt x="36" y="236"/>
                      </a:lnTo>
                      <a:lnTo>
                        <a:pt x="34" y="232"/>
                      </a:lnTo>
                      <a:lnTo>
                        <a:pt x="34" y="236"/>
                      </a:lnTo>
                      <a:lnTo>
                        <a:pt x="34" y="232"/>
                      </a:lnTo>
                      <a:lnTo>
                        <a:pt x="30" y="232"/>
                      </a:lnTo>
                      <a:lnTo>
                        <a:pt x="26" y="232"/>
                      </a:lnTo>
                      <a:lnTo>
                        <a:pt x="26" y="228"/>
                      </a:lnTo>
                      <a:lnTo>
                        <a:pt x="26" y="224"/>
                      </a:lnTo>
                      <a:lnTo>
                        <a:pt x="26" y="220"/>
                      </a:lnTo>
                      <a:lnTo>
                        <a:pt x="26" y="216"/>
                      </a:lnTo>
                      <a:lnTo>
                        <a:pt x="30" y="216"/>
                      </a:lnTo>
                      <a:lnTo>
                        <a:pt x="30" y="212"/>
                      </a:lnTo>
                      <a:lnTo>
                        <a:pt x="30" y="208"/>
                      </a:lnTo>
                      <a:lnTo>
                        <a:pt x="26" y="208"/>
                      </a:lnTo>
                      <a:lnTo>
                        <a:pt x="30" y="208"/>
                      </a:lnTo>
                      <a:lnTo>
                        <a:pt x="30" y="206"/>
                      </a:lnTo>
                      <a:lnTo>
                        <a:pt x="26" y="206"/>
                      </a:lnTo>
                      <a:lnTo>
                        <a:pt x="30" y="202"/>
                      </a:lnTo>
                      <a:lnTo>
                        <a:pt x="26" y="202"/>
                      </a:lnTo>
                      <a:lnTo>
                        <a:pt x="26" y="198"/>
                      </a:lnTo>
                      <a:lnTo>
                        <a:pt x="26" y="194"/>
                      </a:lnTo>
                      <a:lnTo>
                        <a:pt x="26" y="192"/>
                      </a:lnTo>
                      <a:lnTo>
                        <a:pt x="22" y="192"/>
                      </a:lnTo>
                      <a:lnTo>
                        <a:pt x="22" y="188"/>
                      </a:lnTo>
                      <a:lnTo>
                        <a:pt x="22" y="184"/>
                      </a:lnTo>
                      <a:lnTo>
                        <a:pt x="22" y="180"/>
                      </a:lnTo>
                      <a:lnTo>
                        <a:pt x="26" y="180"/>
                      </a:lnTo>
                      <a:lnTo>
                        <a:pt x="26" y="176"/>
                      </a:lnTo>
                      <a:lnTo>
                        <a:pt x="30" y="172"/>
                      </a:lnTo>
                      <a:lnTo>
                        <a:pt x="30" y="176"/>
                      </a:lnTo>
                      <a:lnTo>
                        <a:pt x="30" y="172"/>
                      </a:lnTo>
                      <a:lnTo>
                        <a:pt x="30" y="168"/>
                      </a:lnTo>
                      <a:lnTo>
                        <a:pt x="30" y="172"/>
                      </a:lnTo>
                      <a:lnTo>
                        <a:pt x="34" y="168"/>
                      </a:lnTo>
                      <a:lnTo>
                        <a:pt x="34" y="172"/>
                      </a:lnTo>
                      <a:lnTo>
                        <a:pt x="36" y="168"/>
                      </a:lnTo>
                      <a:lnTo>
                        <a:pt x="40" y="168"/>
                      </a:lnTo>
                      <a:lnTo>
                        <a:pt x="40" y="164"/>
                      </a:lnTo>
                      <a:lnTo>
                        <a:pt x="36" y="164"/>
                      </a:lnTo>
                      <a:lnTo>
                        <a:pt x="40" y="164"/>
                      </a:lnTo>
                      <a:lnTo>
                        <a:pt x="40" y="162"/>
                      </a:lnTo>
                      <a:lnTo>
                        <a:pt x="44" y="158"/>
                      </a:lnTo>
                      <a:lnTo>
                        <a:pt x="44" y="162"/>
                      </a:lnTo>
                      <a:lnTo>
                        <a:pt x="48" y="162"/>
                      </a:lnTo>
                      <a:lnTo>
                        <a:pt x="48" y="158"/>
                      </a:lnTo>
                      <a:lnTo>
                        <a:pt x="52" y="154"/>
                      </a:lnTo>
                      <a:lnTo>
                        <a:pt x="56" y="154"/>
                      </a:lnTo>
                      <a:lnTo>
                        <a:pt x="56" y="150"/>
                      </a:lnTo>
                      <a:lnTo>
                        <a:pt x="60" y="150"/>
                      </a:lnTo>
                      <a:lnTo>
                        <a:pt x="60" y="146"/>
                      </a:lnTo>
                      <a:lnTo>
                        <a:pt x="64" y="146"/>
                      </a:lnTo>
                      <a:lnTo>
                        <a:pt x="64" y="142"/>
                      </a:lnTo>
                      <a:lnTo>
                        <a:pt x="66" y="142"/>
                      </a:lnTo>
                      <a:lnTo>
                        <a:pt x="66" y="138"/>
                      </a:lnTo>
                      <a:lnTo>
                        <a:pt x="70" y="136"/>
                      </a:lnTo>
                      <a:lnTo>
                        <a:pt x="70" y="132"/>
                      </a:lnTo>
                      <a:lnTo>
                        <a:pt x="74" y="132"/>
                      </a:lnTo>
                      <a:lnTo>
                        <a:pt x="78" y="132"/>
                      </a:lnTo>
                      <a:lnTo>
                        <a:pt x="82" y="132"/>
                      </a:lnTo>
                      <a:lnTo>
                        <a:pt x="82" y="128"/>
                      </a:lnTo>
                      <a:lnTo>
                        <a:pt x="86" y="128"/>
                      </a:lnTo>
                      <a:lnTo>
                        <a:pt x="82" y="128"/>
                      </a:lnTo>
                      <a:lnTo>
                        <a:pt x="82" y="124"/>
                      </a:lnTo>
                      <a:lnTo>
                        <a:pt x="82" y="120"/>
                      </a:lnTo>
                      <a:lnTo>
                        <a:pt x="82" y="116"/>
                      </a:lnTo>
                      <a:lnTo>
                        <a:pt x="82" y="112"/>
                      </a:lnTo>
                      <a:lnTo>
                        <a:pt x="78" y="112"/>
                      </a:lnTo>
                      <a:lnTo>
                        <a:pt x="78" y="116"/>
                      </a:lnTo>
                      <a:lnTo>
                        <a:pt x="78" y="112"/>
                      </a:lnTo>
                      <a:lnTo>
                        <a:pt x="74" y="112"/>
                      </a:lnTo>
                      <a:lnTo>
                        <a:pt x="70" y="108"/>
                      </a:lnTo>
                      <a:lnTo>
                        <a:pt x="74" y="106"/>
                      </a:lnTo>
                      <a:lnTo>
                        <a:pt x="70" y="106"/>
                      </a:lnTo>
                      <a:lnTo>
                        <a:pt x="70" y="108"/>
                      </a:lnTo>
                      <a:lnTo>
                        <a:pt x="66" y="108"/>
                      </a:lnTo>
                      <a:lnTo>
                        <a:pt x="64" y="102"/>
                      </a:lnTo>
                      <a:lnTo>
                        <a:pt x="60" y="102"/>
                      </a:lnTo>
                      <a:lnTo>
                        <a:pt x="60" y="98"/>
                      </a:lnTo>
                      <a:lnTo>
                        <a:pt x="60" y="94"/>
                      </a:lnTo>
                      <a:lnTo>
                        <a:pt x="60" y="90"/>
                      </a:lnTo>
                      <a:lnTo>
                        <a:pt x="64" y="90"/>
                      </a:lnTo>
                      <a:lnTo>
                        <a:pt x="64" y="86"/>
                      </a:lnTo>
                      <a:lnTo>
                        <a:pt x="64" y="82"/>
                      </a:lnTo>
                      <a:lnTo>
                        <a:pt x="60" y="78"/>
                      </a:lnTo>
                      <a:lnTo>
                        <a:pt x="56" y="76"/>
                      </a:lnTo>
                      <a:lnTo>
                        <a:pt x="60" y="72"/>
                      </a:lnTo>
                      <a:lnTo>
                        <a:pt x="60" y="68"/>
                      </a:lnTo>
                      <a:lnTo>
                        <a:pt x="56" y="68"/>
                      </a:lnTo>
                      <a:lnTo>
                        <a:pt x="56" y="64"/>
                      </a:lnTo>
                      <a:lnTo>
                        <a:pt x="56" y="60"/>
                      </a:lnTo>
                      <a:lnTo>
                        <a:pt x="56" y="56"/>
                      </a:lnTo>
                      <a:lnTo>
                        <a:pt x="60" y="56"/>
                      </a:lnTo>
                      <a:lnTo>
                        <a:pt x="56" y="52"/>
                      </a:lnTo>
                      <a:lnTo>
                        <a:pt x="48" y="46"/>
                      </a:lnTo>
                      <a:lnTo>
                        <a:pt x="44" y="46"/>
                      </a:lnTo>
                      <a:lnTo>
                        <a:pt x="40" y="42"/>
                      </a:lnTo>
                      <a:lnTo>
                        <a:pt x="36" y="42"/>
                      </a:lnTo>
                      <a:lnTo>
                        <a:pt x="34" y="42"/>
                      </a:lnTo>
                      <a:lnTo>
                        <a:pt x="30" y="42"/>
                      </a:lnTo>
                      <a:lnTo>
                        <a:pt x="30" y="38"/>
                      </a:lnTo>
                      <a:lnTo>
                        <a:pt x="26" y="38"/>
                      </a:lnTo>
                      <a:lnTo>
                        <a:pt x="26" y="34"/>
                      </a:lnTo>
                      <a:lnTo>
                        <a:pt x="22" y="34"/>
                      </a:lnTo>
                      <a:lnTo>
                        <a:pt x="18" y="30"/>
                      </a:lnTo>
                      <a:lnTo>
                        <a:pt x="14" y="26"/>
                      </a:lnTo>
                      <a:lnTo>
                        <a:pt x="18" y="26"/>
                      </a:lnTo>
                      <a:lnTo>
                        <a:pt x="22" y="26"/>
                      </a:lnTo>
                      <a:lnTo>
                        <a:pt x="22" y="30"/>
                      </a:lnTo>
                      <a:lnTo>
                        <a:pt x="22" y="26"/>
                      </a:lnTo>
                      <a:lnTo>
                        <a:pt x="22" y="22"/>
                      </a:lnTo>
                      <a:lnTo>
                        <a:pt x="26" y="22"/>
                      </a:lnTo>
                      <a:lnTo>
                        <a:pt x="30" y="22"/>
                      </a:lnTo>
                      <a:lnTo>
                        <a:pt x="34" y="26"/>
                      </a:lnTo>
                      <a:lnTo>
                        <a:pt x="36" y="26"/>
                      </a:lnTo>
                      <a:lnTo>
                        <a:pt x="36" y="30"/>
                      </a:lnTo>
                      <a:lnTo>
                        <a:pt x="40" y="34"/>
                      </a:lnTo>
                      <a:lnTo>
                        <a:pt x="40" y="38"/>
                      </a:lnTo>
                      <a:lnTo>
                        <a:pt x="44" y="34"/>
                      </a:lnTo>
                      <a:lnTo>
                        <a:pt x="48" y="38"/>
                      </a:lnTo>
                      <a:lnTo>
                        <a:pt x="52" y="38"/>
                      </a:lnTo>
                      <a:lnTo>
                        <a:pt x="56" y="38"/>
                      </a:lnTo>
                      <a:lnTo>
                        <a:pt x="60" y="38"/>
                      </a:lnTo>
                      <a:lnTo>
                        <a:pt x="60" y="34"/>
                      </a:lnTo>
                      <a:lnTo>
                        <a:pt x="64" y="34"/>
                      </a:lnTo>
                      <a:lnTo>
                        <a:pt x="66" y="34"/>
                      </a:lnTo>
                      <a:lnTo>
                        <a:pt x="66" y="38"/>
                      </a:lnTo>
                      <a:lnTo>
                        <a:pt x="70" y="38"/>
                      </a:lnTo>
                      <a:lnTo>
                        <a:pt x="74" y="38"/>
                      </a:lnTo>
                      <a:lnTo>
                        <a:pt x="78" y="42"/>
                      </a:lnTo>
                      <a:lnTo>
                        <a:pt x="78" y="38"/>
                      </a:lnTo>
                      <a:lnTo>
                        <a:pt x="78" y="34"/>
                      </a:lnTo>
                      <a:lnTo>
                        <a:pt x="82" y="34"/>
                      </a:lnTo>
                      <a:lnTo>
                        <a:pt x="82" y="30"/>
                      </a:lnTo>
                      <a:lnTo>
                        <a:pt x="86" y="30"/>
                      </a:lnTo>
                      <a:lnTo>
                        <a:pt x="86" y="34"/>
                      </a:lnTo>
                      <a:lnTo>
                        <a:pt x="86" y="30"/>
                      </a:lnTo>
                      <a:lnTo>
                        <a:pt x="90" y="30"/>
                      </a:lnTo>
                      <a:lnTo>
                        <a:pt x="90" y="26"/>
                      </a:lnTo>
                      <a:lnTo>
                        <a:pt x="90" y="22"/>
                      </a:lnTo>
                      <a:lnTo>
                        <a:pt x="90" y="20"/>
                      </a:lnTo>
                      <a:lnTo>
                        <a:pt x="90" y="16"/>
                      </a:lnTo>
                      <a:lnTo>
                        <a:pt x="94" y="16"/>
                      </a:lnTo>
                      <a:lnTo>
                        <a:pt x="94" y="12"/>
                      </a:lnTo>
                      <a:lnTo>
                        <a:pt x="90" y="12"/>
                      </a:lnTo>
                      <a:lnTo>
                        <a:pt x="94" y="12"/>
                      </a:lnTo>
                      <a:lnTo>
                        <a:pt x="96" y="8"/>
                      </a:lnTo>
                      <a:lnTo>
                        <a:pt x="96" y="4"/>
                      </a:lnTo>
                      <a:lnTo>
                        <a:pt x="100" y="4"/>
                      </a:lnTo>
                      <a:lnTo>
                        <a:pt x="104" y="4"/>
                      </a:lnTo>
                      <a:lnTo>
                        <a:pt x="108" y="8"/>
                      </a:lnTo>
                      <a:lnTo>
                        <a:pt x="108" y="4"/>
                      </a:lnTo>
                      <a:lnTo>
                        <a:pt x="112" y="4"/>
                      </a:lnTo>
                      <a:lnTo>
                        <a:pt x="116" y="0"/>
                      </a:lnTo>
                      <a:lnTo>
                        <a:pt x="120" y="0"/>
                      </a:lnTo>
                      <a:lnTo>
                        <a:pt x="120" y="4"/>
                      </a:lnTo>
                      <a:lnTo>
                        <a:pt x="122" y="4"/>
                      </a:lnTo>
                      <a:lnTo>
                        <a:pt x="122" y="8"/>
                      </a:lnTo>
                      <a:lnTo>
                        <a:pt x="126" y="8"/>
                      </a:lnTo>
                      <a:lnTo>
                        <a:pt x="130" y="12"/>
                      </a:lnTo>
                      <a:lnTo>
                        <a:pt x="134" y="12"/>
                      </a:lnTo>
                      <a:lnTo>
                        <a:pt x="138" y="12"/>
                      </a:lnTo>
                      <a:lnTo>
                        <a:pt x="138" y="16"/>
                      </a:lnTo>
                      <a:lnTo>
                        <a:pt x="138" y="20"/>
                      </a:lnTo>
                      <a:lnTo>
                        <a:pt x="134" y="20"/>
                      </a:lnTo>
                      <a:lnTo>
                        <a:pt x="134" y="22"/>
                      </a:lnTo>
                      <a:lnTo>
                        <a:pt x="130" y="22"/>
                      </a:lnTo>
                      <a:lnTo>
                        <a:pt x="130" y="26"/>
                      </a:lnTo>
                      <a:lnTo>
                        <a:pt x="134" y="26"/>
                      </a:lnTo>
                      <a:lnTo>
                        <a:pt x="134" y="30"/>
                      </a:lnTo>
                      <a:lnTo>
                        <a:pt x="130" y="30"/>
                      </a:lnTo>
                      <a:lnTo>
                        <a:pt x="126" y="30"/>
                      </a:lnTo>
                      <a:lnTo>
                        <a:pt x="126" y="34"/>
                      </a:lnTo>
                      <a:lnTo>
                        <a:pt x="130" y="34"/>
                      </a:lnTo>
                      <a:lnTo>
                        <a:pt x="130" y="38"/>
                      </a:lnTo>
                      <a:lnTo>
                        <a:pt x="126" y="42"/>
                      </a:lnTo>
                      <a:lnTo>
                        <a:pt x="126" y="46"/>
                      </a:lnTo>
                      <a:lnTo>
                        <a:pt x="130" y="50"/>
                      </a:lnTo>
                      <a:lnTo>
                        <a:pt x="138" y="52"/>
                      </a:lnTo>
                      <a:lnTo>
                        <a:pt x="142" y="52"/>
                      </a:lnTo>
                      <a:lnTo>
                        <a:pt x="142" y="56"/>
                      </a:lnTo>
                      <a:lnTo>
                        <a:pt x="144" y="60"/>
                      </a:lnTo>
                      <a:lnTo>
                        <a:pt x="148" y="60"/>
                      </a:lnTo>
                      <a:lnTo>
                        <a:pt x="148" y="64"/>
                      </a:lnTo>
                      <a:lnTo>
                        <a:pt x="148" y="68"/>
                      </a:lnTo>
                      <a:lnTo>
                        <a:pt x="144" y="68"/>
                      </a:lnTo>
                      <a:lnTo>
                        <a:pt x="142" y="72"/>
                      </a:lnTo>
                      <a:lnTo>
                        <a:pt x="138" y="78"/>
                      </a:lnTo>
                      <a:lnTo>
                        <a:pt x="134" y="78"/>
                      </a:lnTo>
                      <a:lnTo>
                        <a:pt x="134" y="82"/>
                      </a:lnTo>
                      <a:lnTo>
                        <a:pt x="138" y="82"/>
                      </a:lnTo>
                      <a:lnTo>
                        <a:pt x="138" y="86"/>
                      </a:lnTo>
                      <a:lnTo>
                        <a:pt x="142" y="90"/>
                      </a:lnTo>
                      <a:lnTo>
                        <a:pt x="142" y="94"/>
                      </a:lnTo>
                      <a:lnTo>
                        <a:pt x="144" y="98"/>
                      </a:lnTo>
                      <a:lnTo>
                        <a:pt x="144" y="102"/>
                      </a:lnTo>
                      <a:lnTo>
                        <a:pt x="148" y="102"/>
                      </a:lnTo>
                      <a:lnTo>
                        <a:pt x="148" y="106"/>
                      </a:lnTo>
                      <a:lnTo>
                        <a:pt x="148" y="108"/>
                      </a:lnTo>
                      <a:lnTo>
                        <a:pt x="148" y="112"/>
                      </a:lnTo>
                      <a:lnTo>
                        <a:pt x="144" y="112"/>
                      </a:lnTo>
                      <a:lnTo>
                        <a:pt x="144" y="116"/>
                      </a:lnTo>
                      <a:lnTo>
                        <a:pt x="144" y="120"/>
                      </a:lnTo>
                      <a:lnTo>
                        <a:pt x="142" y="120"/>
                      </a:lnTo>
                      <a:lnTo>
                        <a:pt x="142" y="124"/>
                      </a:lnTo>
                      <a:lnTo>
                        <a:pt x="144" y="124"/>
                      </a:lnTo>
                      <a:lnTo>
                        <a:pt x="144" y="128"/>
                      </a:lnTo>
                      <a:lnTo>
                        <a:pt x="142" y="128"/>
                      </a:lnTo>
                      <a:lnTo>
                        <a:pt x="142" y="132"/>
                      </a:lnTo>
                      <a:lnTo>
                        <a:pt x="144" y="132"/>
                      </a:lnTo>
                      <a:lnTo>
                        <a:pt x="148" y="132"/>
                      </a:lnTo>
                      <a:lnTo>
                        <a:pt x="148" y="136"/>
                      </a:lnTo>
                      <a:lnTo>
                        <a:pt x="152" y="136"/>
                      </a:lnTo>
                      <a:lnTo>
                        <a:pt x="148" y="138"/>
                      </a:lnTo>
                      <a:lnTo>
                        <a:pt x="148" y="142"/>
                      </a:lnTo>
                      <a:lnTo>
                        <a:pt x="152" y="142"/>
                      </a:lnTo>
                      <a:lnTo>
                        <a:pt x="152" y="146"/>
                      </a:lnTo>
                      <a:lnTo>
                        <a:pt x="156" y="146"/>
                      </a:lnTo>
                      <a:lnTo>
                        <a:pt x="156" y="150"/>
                      </a:lnTo>
                      <a:lnTo>
                        <a:pt x="156" y="154"/>
                      </a:lnTo>
                      <a:lnTo>
                        <a:pt x="152" y="154"/>
                      </a:lnTo>
                      <a:lnTo>
                        <a:pt x="152" y="158"/>
                      </a:lnTo>
                      <a:lnTo>
                        <a:pt x="148" y="158"/>
                      </a:lnTo>
                      <a:lnTo>
                        <a:pt x="152" y="162"/>
                      </a:lnTo>
                      <a:lnTo>
                        <a:pt x="156" y="164"/>
                      </a:lnTo>
                      <a:lnTo>
                        <a:pt x="160" y="164"/>
                      </a:lnTo>
                      <a:lnTo>
                        <a:pt x="160" y="168"/>
                      </a:lnTo>
                      <a:lnTo>
                        <a:pt x="164" y="168"/>
                      </a:lnTo>
                      <a:lnTo>
                        <a:pt x="168" y="172"/>
                      </a:lnTo>
                      <a:lnTo>
                        <a:pt x="172" y="176"/>
                      </a:lnTo>
                      <a:lnTo>
                        <a:pt x="172" y="180"/>
                      </a:lnTo>
                      <a:lnTo>
                        <a:pt x="168" y="180"/>
                      </a:lnTo>
                      <a:lnTo>
                        <a:pt x="168" y="184"/>
                      </a:lnTo>
                      <a:lnTo>
                        <a:pt x="168" y="188"/>
                      </a:lnTo>
                      <a:lnTo>
                        <a:pt x="164" y="192"/>
                      </a:lnTo>
                      <a:lnTo>
                        <a:pt x="160" y="192"/>
                      </a:lnTo>
                      <a:lnTo>
                        <a:pt x="160" y="194"/>
                      </a:lnTo>
                      <a:lnTo>
                        <a:pt x="156" y="194"/>
                      </a:lnTo>
                      <a:lnTo>
                        <a:pt x="152" y="198"/>
                      </a:lnTo>
                      <a:lnTo>
                        <a:pt x="152" y="202"/>
                      </a:lnTo>
                      <a:lnTo>
                        <a:pt x="148" y="202"/>
                      </a:lnTo>
                      <a:lnTo>
                        <a:pt x="148" y="206"/>
                      </a:lnTo>
                      <a:lnTo>
                        <a:pt x="144" y="208"/>
                      </a:lnTo>
                      <a:lnTo>
                        <a:pt x="142" y="212"/>
                      </a:lnTo>
                      <a:lnTo>
                        <a:pt x="138" y="212"/>
                      </a:lnTo>
                      <a:lnTo>
                        <a:pt x="138" y="216"/>
                      </a:lnTo>
                      <a:lnTo>
                        <a:pt x="134" y="216"/>
                      </a:lnTo>
                      <a:lnTo>
                        <a:pt x="130" y="220"/>
                      </a:lnTo>
                      <a:lnTo>
                        <a:pt x="130" y="224"/>
                      </a:lnTo>
                      <a:lnTo>
                        <a:pt x="126" y="224"/>
                      </a:lnTo>
                      <a:lnTo>
                        <a:pt x="122" y="224"/>
                      </a:lnTo>
                      <a:lnTo>
                        <a:pt x="122" y="228"/>
                      </a:lnTo>
                      <a:lnTo>
                        <a:pt x="120" y="232"/>
                      </a:lnTo>
                      <a:lnTo>
                        <a:pt x="116" y="232"/>
                      </a:lnTo>
                      <a:lnTo>
                        <a:pt x="112" y="232"/>
                      </a:lnTo>
                      <a:lnTo>
                        <a:pt x="112" y="236"/>
                      </a:lnTo>
                      <a:lnTo>
                        <a:pt x="112" y="232"/>
                      </a:lnTo>
                      <a:lnTo>
                        <a:pt x="108" y="232"/>
                      </a:lnTo>
                      <a:lnTo>
                        <a:pt x="104" y="236"/>
                      </a:lnTo>
                      <a:lnTo>
                        <a:pt x="100" y="236"/>
                      </a:lnTo>
                      <a:lnTo>
                        <a:pt x="96" y="236"/>
                      </a:lnTo>
                      <a:lnTo>
                        <a:pt x="100" y="232"/>
                      </a:lnTo>
                      <a:lnTo>
                        <a:pt x="104" y="232"/>
                      </a:lnTo>
                      <a:lnTo>
                        <a:pt x="100" y="232"/>
                      </a:lnTo>
                      <a:lnTo>
                        <a:pt x="100" y="228"/>
                      </a:lnTo>
                      <a:lnTo>
                        <a:pt x="100" y="232"/>
                      </a:lnTo>
                      <a:lnTo>
                        <a:pt x="96" y="232"/>
                      </a:lnTo>
                      <a:lnTo>
                        <a:pt x="96" y="236"/>
                      </a:lnTo>
                      <a:lnTo>
                        <a:pt x="94" y="236"/>
                      </a:lnTo>
                      <a:lnTo>
                        <a:pt x="94" y="238"/>
                      </a:lnTo>
                      <a:lnTo>
                        <a:pt x="94" y="236"/>
                      </a:lnTo>
                      <a:lnTo>
                        <a:pt x="90" y="236"/>
                      </a:lnTo>
                      <a:lnTo>
                        <a:pt x="90" y="238"/>
                      </a:lnTo>
                      <a:lnTo>
                        <a:pt x="86" y="238"/>
                      </a:lnTo>
                      <a:lnTo>
                        <a:pt x="86" y="236"/>
                      </a:lnTo>
                      <a:lnTo>
                        <a:pt x="86" y="238"/>
                      </a:lnTo>
                      <a:lnTo>
                        <a:pt x="82" y="238"/>
                      </a:lnTo>
                      <a:lnTo>
                        <a:pt x="78" y="238"/>
                      </a:lnTo>
                      <a:lnTo>
                        <a:pt x="82" y="238"/>
                      </a:lnTo>
                      <a:lnTo>
                        <a:pt x="78" y="238"/>
                      </a:lnTo>
                      <a:lnTo>
                        <a:pt x="78" y="242"/>
                      </a:lnTo>
                      <a:lnTo>
                        <a:pt x="74" y="242"/>
                      </a:lnTo>
                      <a:lnTo>
                        <a:pt x="70" y="242"/>
                      </a:lnTo>
                      <a:lnTo>
                        <a:pt x="70" y="246"/>
                      </a:lnTo>
                      <a:lnTo>
                        <a:pt x="70" y="242"/>
                      </a:lnTo>
                      <a:lnTo>
                        <a:pt x="66" y="242"/>
                      </a:lnTo>
                      <a:lnTo>
                        <a:pt x="64" y="242"/>
                      </a:lnTo>
                      <a:lnTo>
                        <a:pt x="60" y="246"/>
                      </a:lnTo>
                      <a:lnTo>
                        <a:pt x="56" y="246"/>
                      </a:lnTo>
                      <a:lnTo>
                        <a:pt x="56" y="242"/>
                      </a:lnTo>
                      <a:lnTo>
                        <a:pt x="56" y="246"/>
                      </a:lnTo>
                      <a:lnTo>
                        <a:pt x="52" y="246"/>
                      </a:lnTo>
                      <a:lnTo>
                        <a:pt x="48" y="250"/>
                      </a:lnTo>
                      <a:lnTo>
                        <a:pt x="48" y="246"/>
                      </a:lnTo>
                      <a:lnTo>
                        <a:pt x="52" y="246"/>
                      </a:lnTo>
                      <a:lnTo>
                        <a:pt x="56" y="242"/>
                      </a:lnTo>
                      <a:lnTo>
                        <a:pt x="52" y="242"/>
                      </a:lnTo>
                      <a:lnTo>
                        <a:pt x="52" y="246"/>
                      </a:lnTo>
                      <a:lnTo>
                        <a:pt x="52" y="242"/>
                      </a:lnTo>
                      <a:lnTo>
                        <a:pt x="48" y="242"/>
                      </a:lnTo>
                      <a:lnTo>
                        <a:pt x="48" y="242"/>
                      </a:lnTo>
                      <a:lnTo>
                        <a:pt x="48" y="242"/>
                      </a:lnTo>
                      <a:close/>
                      <a:moveTo>
                        <a:pt x="78" y="128"/>
                      </a:moveTo>
                      <a:lnTo>
                        <a:pt x="74" y="128"/>
                      </a:lnTo>
                      <a:lnTo>
                        <a:pt x="70" y="128"/>
                      </a:lnTo>
                      <a:lnTo>
                        <a:pt x="74" y="128"/>
                      </a:lnTo>
                      <a:lnTo>
                        <a:pt x="78" y="128"/>
                      </a:lnTo>
                      <a:lnTo>
                        <a:pt x="78" y="128"/>
                      </a:lnTo>
                      <a:lnTo>
                        <a:pt x="78" y="128"/>
                      </a:lnTo>
                      <a:close/>
                      <a:moveTo>
                        <a:pt x="48" y="158"/>
                      </a:moveTo>
                      <a:lnTo>
                        <a:pt x="44" y="158"/>
                      </a:lnTo>
                      <a:lnTo>
                        <a:pt x="48" y="154"/>
                      </a:lnTo>
                      <a:lnTo>
                        <a:pt x="48" y="158"/>
                      </a:lnTo>
                      <a:lnTo>
                        <a:pt x="48" y="158"/>
                      </a:lnTo>
                      <a:lnTo>
                        <a:pt x="48" y="158"/>
                      </a:lnTo>
                      <a:close/>
                      <a:moveTo>
                        <a:pt x="26" y="172"/>
                      </a:moveTo>
                      <a:lnTo>
                        <a:pt x="22" y="172"/>
                      </a:lnTo>
                      <a:lnTo>
                        <a:pt x="22" y="168"/>
                      </a:lnTo>
                      <a:lnTo>
                        <a:pt x="26" y="168"/>
                      </a:lnTo>
                      <a:lnTo>
                        <a:pt x="26" y="172"/>
                      </a:lnTo>
                      <a:lnTo>
                        <a:pt x="26" y="172"/>
                      </a:lnTo>
                      <a:lnTo>
                        <a:pt x="26" y="172"/>
                      </a:lnTo>
                      <a:close/>
                      <a:moveTo>
                        <a:pt x="6" y="242"/>
                      </a:moveTo>
                      <a:lnTo>
                        <a:pt x="2" y="242"/>
                      </a:lnTo>
                      <a:lnTo>
                        <a:pt x="2" y="238"/>
                      </a:lnTo>
                      <a:lnTo>
                        <a:pt x="6" y="238"/>
                      </a:lnTo>
                      <a:lnTo>
                        <a:pt x="6" y="236"/>
                      </a:lnTo>
                      <a:lnTo>
                        <a:pt x="2" y="236"/>
                      </a:lnTo>
                      <a:lnTo>
                        <a:pt x="2" y="238"/>
                      </a:lnTo>
                      <a:lnTo>
                        <a:pt x="2" y="236"/>
                      </a:lnTo>
                      <a:lnTo>
                        <a:pt x="6" y="236"/>
                      </a:lnTo>
                      <a:lnTo>
                        <a:pt x="10" y="238"/>
                      </a:lnTo>
                      <a:lnTo>
                        <a:pt x="6" y="238"/>
                      </a:lnTo>
                      <a:lnTo>
                        <a:pt x="6" y="242"/>
                      </a:lnTo>
                      <a:lnTo>
                        <a:pt x="6" y="242"/>
                      </a:lnTo>
                      <a:lnTo>
                        <a:pt x="6" y="242"/>
                      </a:lnTo>
                      <a:close/>
                      <a:moveTo>
                        <a:pt x="36" y="238"/>
                      </a:moveTo>
                      <a:lnTo>
                        <a:pt x="40" y="238"/>
                      </a:lnTo>
                      <a:lnTo>
                        <a:pt x="36" y="238"/>
                      </a:lnTo>
                      <a:lnTo>
                        <a:pt x="36" y="238"/>
                      </a:lnTo>
                      <a:lnTo>
                        <a:pt x="36" y="238"/>
                      </a:lnTo>
                      <a:close/>
                      <a:moveTo>
                        <a:pt x="0" y="242"/>
                      </a:moveTo>
                      <a:lnTo>
                        <a:pt x="0" y="238"/>
                      </a:lnTo>
                      <a:lnTo>
                        <a:pt x="2" y="238"/>
                      </a:lnTo>
                      <a:lnTo>
                        <a:pt x="0" y="242"/>
                      </a:lnTo>
                      <a:lnTo>
                        <a:pt x="0" y="242"/>
                      </a:lnTo>
                      <a:lnTo>
                        <a:pt x="0" y="242"/>
                      </a:lnTo>
                      <a:close/>
                      <a:moveTo>
                        <a:pt x="44" y="246"/>
                      </a:moveTo>
                      <a:lnTo>
                        <a:pt x="44" y="242"/>
                      </a:lnTo>
                      <a:lnTo>
                        <a:pt x="40" y="242"/>
                      </a:lnTo>
                      <a:lnTo>
                        <a:pt x="40" y="238"/>
                      </a:lnTo>
                      <a:lnTo>
                        <a:pt x="44" y="238"/>
                      </a:lnTo>
                      <a:lnTo>
                        <a:pt x="48" y="238"/>
                      </a:lnTo>
                      <a:lnTo>
                        <a:pt x="48" y="242"/>
                      </a:lnTo>
                      <a:lnTo>
                        <a:pt x="44" y="242"/>
                      </a:lnTo>
                      <a:lnTo>
                        <a:pt x="44" y="246"/>
                      </a:lnTo>
                      <a:lnTo>
                        <a:pt x="44" y="246"/>
                      </a:lnTo>
                      <a:lnTo>
                        <a:pt x="44" y="246"/>
                      </a:lnTo>
                      <a:close/>
                      <a:moveTo>
                        <a:pt x="34" y="242"/>
                      </a:moveTo>
                      <a:lnTo>
                        <a:pt x="30" y="242"/>
                      </a:lnTo>
                      <a:lnTo>
                        <a:pt x="30" y="238"/>
                      </a:lnTo>
                      <a:lnTo>
                        <a:pt x="34" y="238"/>
                      </a:lnTo>
                      <a:lnTo>
                        <a:pt x="34" y="242"/>
                      </a:lnTo>
                      <a:lnTo>
                        <a:pt x="34" y="242"/>
                      </a:lnTo>
                      <a:lnTo>
                        <a:pt x="34" y="242"/>
                      </a:lnTo>
                      <a:close/>
                      <a:moveTo>
                        <a:pt x="6" y="242"/>
                      </a:moveTo>
                      <a:lnTo>
                        <a:pt x="10" y="242"/>
                      </a:lnTo>
                      <a:lnTo>
                        <a:pt x="10" y="246"/>
                      </a:lnTo>
                      <a:lnTo>
                        <a:pt x="6" y="242"/>
                      </a:lnTo>
                      <a:lnTo>
                        <a:pt x="6" y="242"/>
                      </a:lnTo>
                      <a:lnTo>
                        <a:pt x="6" y="242"/>
                      </a:lnTo>
                      <a:close/>
                      <a:moveTo>
                        <a:pt x="48" y="246"/>
                      </a:moveTo>
                      <a:lnTo>
                        <a:pt x="52" y="246"/>
                      </a:lnTo>
                      <a:lnTo>
                        <a:pt x="48" y="246"/>
                      </a:lnTo>
                      <a:lnTo>
                        <a:pt x="48" y="246"/>
                      </a:lnTo>
                      <a:lnTo>
                        <a:pt x="48" y="246"/>
                      </a:lnTo>
                      <a:close/>
                      <a:moveTo>
                        <a:pt x="56" y="246"/>
                      </a:moveTo>
                      <a:lnTo>
                        <a:pt x="60" y="246"/>
                      </a:lnTo>
                      <a:lnTo>
                        <a:pt x="56" y="246"/>
                      </a:lnTo>
                      <a:lnTo>
                        <a:pt x="56" y="246"/>
                      </a:lnTo>
                      <a:lnTo>
                        <a:pt x="56" y="246"/>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111" name="Freeform 100">
                  <a:extLst>
                    <a:ext uri="{FF2B5EF4-FFF2-40B4-BE49-F238E27FC236}">
                      <a16:creationId xmlns:a16="http://schemas.microsoft.com/office/drawing/2014/main" id="{F194DE20-2DAF-62EC-45D5-BB7FFB1A76D1}"/>
                    </a:ext>
                  </a:extLst>
                </p:cNvPr>
                <p:cNvSpPr>
                  <a:spLocks noEditPoints="1"/>
                </p:cNvSpPr>
                <p:nvPr/>
              </p:nvSpPr>
              <p:spPr bwMode="gray">
                <a:xfrm>
                  <a:off x="4681684" y="2895226"/>
                  <a:ext cx="351332" cy="337417"/>
                </a:xfrm>
                <a:custGeom>
                  <a:avLst/>
                  <a:gdLst>
                    <a:gd name="T0" fmla="*/ 80 w 202"/>
                    <a:gd name="T1" fmla="*/ 168 h 194"/>
                    <a:gd name="T2" fmla="*/ 72 w 202"/>
                    <a:gd name="T3" fmla="*/ 168 h 194"/>
                    <a:gd name="T4" fmla="*/ 50 w 202"/>
                    <a:gd name="T5" fmla="*/ 162 h 194"/>
                    <a:gd name="T6" fmla="*/ 46 w 202"/>
                    <a:gd name="T7" fmla="*/ 158 h 194"/>
                    <a:gd name="T8" fmla="*/ 50 w 202"/>
                    <a:gd name="T9" fmla="*/ 138 h 194"/>
                    <a:gd name="T10" fmla="*/ 50 w 202"/>
                    <a:gd name="T11" fmla="*/ 128 h 194"/>
                    <a:gd name="T12" fmla="*/ 56 w 202"/>
                    <a:gd name="T13" fmla="*/ 116 h 194"/>
                    <a:gd name="T14" fmla="*/ 56 w 202"/>
                    <a:gd name="T15" fmla="*/ 116 h 194"/>
                    <a:gd name="T16" fmla="*/ 54 w 202"/>
                    <a:gd name="T17" fmla="*/ 106 h 194"/>
                    <a:gd name="T18" fmla="*/ 42 w 202"/>
                    <a:gd name="T19" fmla="*/ 94 h 194"/>
                    <a:gd name="T20" fmla="*/ 42 w 202"/>
                    <a:gd name="T21" fmla="*/ 78 h 194"/>
                    <a:gd name="T22" fmla="*/ 34 w 202"/>
                    <a:gd name="T23" fmla="*/ 72 h 194"/>
                    <a:gd name="T24" fmla="*/ 22 w 202"/>
                    <a:gd name="T25" fmla="*/ 72 h 194"/>
                    <a:gd name="T26" fmla="*/ 12 w 202"/>
                    <a:gd name="T27" fmla="*/ 64 h 194"/>
                    <a:gd name="T28" fmla="*/ 0 w 202"/>
                    <a:gd name="T29" fmla="*/ 64 h 194"/>
                    <a:gd name="T30" fmla="*/ 0 w 202"/>
                    <a:gd name="T31" fmla="*/ 56 h 194"/>
                    <a:gd name="T32" fmla="*/ 4 w 202"/>
                    <a:gd name="T33" fmla="*/ 52 h 194"/>
                    <a:gd name="T34" fmla="*/ 16 w 202"/>
                    <a:gd name="T35" fmla="*/ 48 h 194"/>
                    <a:gd name="T36" fmla="*/ 34 w 202"/>
                    <a:gd name="T37" fmla="*/ 48 h 194"/>
                    <a:gd name="T38" fmla="*/ 46 w 202"/>
                    <a:gd name="T39" fmla="*/ 48 h 194"/>
                    <a:gd name="T40" fmla="*/ 42 w 202"/>
                    <a:gd name="T41" fmla="*/ 34 h 194"/>
                    <a:gd name="T42" fmla="*/ 50 w 202"/>
                    <a:gd name="T43" fmla="*/ 26 h 194"/>
                    <a:gd name="T44" fmla="*/ 64 w 202"/>
                    <a:gd name="T45" fmla="*/ 34 h 194"/>
                    <a:gd name="T46" fmla="*/ 72 w 202"/>
                    <a:gd name="T47" fmla="*/ 34 h 194"/>
                    <a:gd name="T48" fmla="*/ 80 w 202"/>
                    <a:gd name="T49" fmla="*/ 22 h 194"/>
                    <a:gd name="T50" fmla="*/ 90 w 202"/>
                    <a:gd name="T51" fmla="*/ 12 h 194"/>
                    <a:gd name="T52" fmla="*/ 106 w 202"/>
                    <a:gd name="T53" fmla="*/ 0 h 194"/>
                    <a:gd name="T54" fmla="*/ 114 w 202"/>
                    <a:gd name="T55" fmla="*/ 8 h 194"/>
                    <a:gd name="T56" fmla="*/ 128 w 202"/>
                    <a:gd name="T57" fmla="*/ 16 h 194"/>
                    <a:gd name="T58" fmla="*/ 138 w 202"/>
                    <a:gd name="T59" fmla="*/ 18 h 194"/>
                    <a:gd name="T60" fmla="*/ 146 w 202"/>
                    <a:gd name="T61" fmla="*/ 30 h 194"/>
                    <a:gd name="T62" fmla="*/ 158 w 202"/>
                    <a:gd name="T63" fmla="*/ 34 h 194"/>
                    <a:gd name="T64" fmla="*/ 172 w 202"/>
                    <a:gd name="T65" fmla="*/ 42 h 194"/>
                    <a:gd name="T66" fmla="*/ 180 w 202"/>
                    <a:gd name="T67" fmla="*/ 48 h 194"/>
                    <a:gd name="T68" fmla="*/ 176 w 202"/>
                    <a:gd name="T69" fmla="*/ 68 h 194"/>
                    <a:gd name="T70" fmla="*/ 168 w 202"/>
                    <a:gd name="T71" fmla="*/ 76 h 194"/>
                    <a:gd name="T72" fmla="*/ 160 w 202"/>
                    <a:gd name="T73" fmla="*/ 86 h 194"/>
                    <a:gd name="T74" fmla="*/ 154 w 202"/>
                    <a:gd name="T75" fmla="*/ 98 h 194"/>
                    <a:gd name="T76" fmla="*/ 164 w 202"/>
                    <a:gd name="T77" fmla="*/ 94 h 194"/>
                    <a:gd name="T78" fmla="*/ 164 w 202"/>
                    <a:gd name="T79" fmla="*/ 112 h 194"/>
                    <a:gd name="T80" fmla="*/ 160 w 202"/>
                    <a:gd name="T81" fmla="*/ 124 h 194"/>
                    <a:gd name="T82" fmla="*/ 168 w 202"/>
                    <a:gd name="T83" fmla="*/ 138 h 194"/>
                    <a:gd name="T84" fmla="*/ 172 w 202"/>
                    <a:gd name="T85" fmla="*/ 146 h 194"/>
                    <a:gd name="T86" fmla="*/ 164 w 202"/>
                    <a:gd name="T87" fmla="*/ 154 h 194"/>
                    <a:gd name="T88" fmla="*/ 146 w 202"/>
                    <a:gd name="T89" fmla="*/ 162 h 194"/>
                    <a:gd name="T90" fmla="*/ 138 w 202"/>
                    <a:gd name="T91" fmla="*/ 154 h 194"/>
                    <a:gd name="T92" fmla="*/ 128 w 202"/>
                    <a:gd name="T93" fmla="*/ 154 h 194"/>
                    <a:gd name="T94" fmla="*/ 110 w 202"/>
                    <a:gd name="T95" fmla="*/ 164 h 194"/>
                    <a:gd name="T96" fmla="*/ 106 w 202"/>
                    <a:gd name="T97" fmla="*/ 176 h 194"/>
                    <a:gd name="T98" fmla="*/ 94 w 202"/>
                    <a:gd name="T99" fmla="*/ 172 h 194"/>
                    <a:gd name="T100" fmla="*/ 54 w 202"/>
                    <a:gd name="T101" fmla="*/ 108 h 194"/>
                    <a:gd name="T102" fmla="*/ 22 w 202"/>
                    <a:gd name="T103" fmla="*/ 78 h 194"/>
                    <a:gd name="T104" fmla="*/ 50 w 202"/>
                    <a:gd name="T105" fmla="*/ 102 h 194"/>
                    <a:gd name="T106" fmla="*/ 190 w 202"/>
                    <a:gd name="T107" fmla="*/ 172 h 194"/>
                    <a:gd name="T108" fmla="*/ 202 w 202"/>
                    <a:gd name="T109" fmla="*/ 168 h 194"/>
                    <a:gd name="T110" fmla="*/ 198 w 202"/>
                    <a:gd name="T111" fmla="*/ 190 h 194"/>
                    <a:gd name="T112" fmla="*/ 190 w 202"/>
                    <a:gd name="T113" fmla="*/ 186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02" h="194">
                      <a:moveTo>
                        <a:pt x="94" y="172"/>
                      </a:moveTo>
                      <a:lnTo>
                        <a:pt x="90" y="172"/>
                      </a:lnTo>
                      <a:lnTo>
                        <a:pt x="86" y="172"/>
                      </a:lnTo>
                      <a:lnTo>
                        <a:pt x="86" y="168"/>
                      </a:lnTo>
                      <a:lnTo>
                        <a:pt x="84" y="168"/>
                      </a:lnTo>
                      <a:lnTo>
                        <a:pt x="80" y="168"/>
                      </a:lnTo>
                      <a:lnTo>
                        <a:pt x="80" y="164"/>
                      </a:lnTo>
                      <a:lnTo>
                        <a:pt x="80" y="168"/>
                      </a:lnTo>
                      <a:lnTo>
                        <a:pt x="76" y="168"/>
                      </a:lnTo>
                      <a:lnTo>
                        <a:pt x="80" y="168"/>
                      </a:lnTo>
                      <a:lnTo>
                        <a:pt x="76" y="168"/>
                      </a:lnTo>
                      <a:lnTo>
                        <a:pt x="72" y="168"/>
                      </a:lnTo>
                      <a:lnTo>
                        <a:pt x="68" y="168"/>
                      </a:lnTo>
                      <a:lnTo>
                        <a:pt x="64" y="168"/>
                      </a:lnTo>
                      <a:lnTo>
                        <a:pt x="60" y="168"/>
                      </a:lnTo>
                      <a:lnTo>
                        <a:pt x="56" y="164"/>
                      </a:lnTo>
                      <a:lnTo>
                        <a:pt x="54" y="164"/>
                      </a:lnTo>
                      <a:lnTo>
                        <a:pt x="50" y="162"/>
                      </a:lnTo>
                      <a:lnTo>
                        <a:pt x="50" y="164"/>
                      </a:lnTo>
                      <a:lnTo>
                        <a:pt x="50" y="162"/>
                      </a:lnTo>
                      <a:lnTo>
                        <a:pt x="46" y="162"/>
                      </a:lnTo>
                      <a:lnTo>
                        <a:pt x="50" y="162"/>
                      </a:lnTo>
                      <a:lnTo>
                        <a:pt x="50" y="158"/>
                      </a:lnTo>
                      <a:lnTo>
                        <a:pt x="46" y="158"/>
                      </a:lnTo>
                      <a:lnTo>
                        <a:pt x="42" y="158"/>
                      </a:lnTo>
                      <a:lnTo>
                        <a:pt x="46" y="158"/>
                      </a:lnTo>
                      <a:lnTo>
                        <a:pt x="46" y="154"/>
                      </a:lnTo>
                      <a:lnTo>
                        <a:pt x="50" y="150"/>
                      </a:lnTo>
                      <a:lnTo>
                        <a:pt x="50" y="142"/>
                      </a:lnTo>
                      <a:lnTo>
                        <a:pt x="50" y="138"/>
                      </a:lnTo>
                      <a:lnTo>
                        <a:pt x="50" y="134"/>
                      </a:lnTo>
                      <a:lnTo>
                        <a:pt x="50" y="132"/>
                      </a:lnTo>
                      <a:lnTo>
                        <a:pt x="54" y="132"/>
                      </a:lnTo>
                      <a:lnTo>
                        <a:pt x="54" y="128"/>
                      </a:lnTo>
                      <a:lnTo>
                        <a:pt x="50" y="132"/>
                      </a:lnTo>
                      <a:lnTo>
                        <a:pt x="50" y="128"/>
                      </a:lnTo>
                      <a:lnTo>
                        <a:pt x="50" y="124"/>
                      </a:lnTo>
                      <a:lnTo>
                        <a:pt x="54" y="120"/>
                      </a:lnTo>
                      <a:lnTo>
                        <a:pt x="54" y="116"/>
                      </a:lnTo>
                      <a:lnTo>
                        <a:pt x="54" y="112"/>
                      </a:lnTo>
                      <a:lnTo>
                        <a:pt x="54" y="116"/>
                      </a:lnTo>
                      <a:lnTo>
                        <a:pt x="56" y="116"/>
                      </a:lnTo>
                      <a:lnTo>
                        <a:pt x="56" y="120"/>
                      </a:lnTo>
                      <a:lnTo>
                        <a:pt x="56" y="124"/>
                      </a:lnTo>
                      <a:lnTo>
                        <a:pt x="60" y="128"/>
                      </a:lnTo>
                      <a:lnTo>
                        <a:pt x="60" y="124"/>
                      </a:lnTo>
                      <a:lnTo>
                        <a:pt x="56" y="120"/>
                      </a:lnTo>
                      <a:lnTo>
                        <a:pt x="56" y="116"/>
                      </a:lnTo>
                      <a:lnTo>
                        <a:pt x="56" y="112"/>
                      </a:lnTo>
                      <a:lnTo>
                        <a:pt x="54" y="112"/>
                      </a:lnTo>
                      <a:lnTo>
                        <a:pt x="54" y="108"/>
                      </a:lnTo>
                      <a:lnTo>
                        <a:pt x="50" y="108"/>
                      </a:lnTo>
                      <a:lnTo>
                        <a:pt x="54" y="108"/>
                      </a:lnTo>
                      <a:lnTo>
                        <a:pt x="54" y="106"/>
                      </a:lnTo>
                      <a:lnTo>
                        <a:pt x="54" y="102"/>
                      </a:lnTo>
                      <a:lnTo>
                        <a:pt x="54" y="98"/>
                      </a:lnTo>
                      <a:lnTo>
                        <a:pt x="50" y="98"/>
                      </a:lnTo>
                      <a:lnTo>
                        <a:pt x="46" y="98"/>
                      </a:lnTo>
                      <a:lnTo>
                        <a:pt x="46" y="94"/>
                      </a:lnTo>
                      <a:lnTo>
                        <a:pt x="42" y="94"/>
                      </a:lnTo>
                      <a:lnTo>
                        <a:pt x="42" y="90"/>
                      </a:lnTo>
                      <a:lnTo>
                        <a:pt x="38" y="90"/>
                      </a:lnTo>
                      <a:lnTo>
                        <a:pt x="38" y="86"/>
                      </a:lnTo>
                      <a:lnTo>
                        <a:pt x="38" y="82"/>
                      </a:lnTo>
                      <a:lnTo>
                        <a:pt x="38" y="78"/>
                      </a:lnTo>
                      <a:lnTo>
                        <a:pt x="42" y="78"/>
                      </a:lnTo>
                      <a:lnTo>
                        <a:pt x="38" y="78"/>
                      </a:lnTo>
                      <a:lnTo>
                        <a:pt x="34" y="78"/>
                      </a:lnTo>
                      <a:lnTo>
                        <a:pt x="30" y="78"/>
                      </a:lnTo>
                      <a:lnTo>
                        <a:pt x="30" y="76"/>
                      </a:lnTo>
                      <a:lnTo>
                        <a:pt x="34" y="76"/>
                      </a:lnTo>
                      <a:lnTo>
                        <a:pt x="34" y="72"/>
                      </a:lnTo>
                      <a:lnTo>
                        <a:pt x="30" y="72"/>
                      </a:lnTo>
                      <a:lnTo>
                        <a:pt x="26" y="76"/>
                      </a:lnTo>
                      <a:lnTo>
                        <a:pt x="26" y="72"/>
                      </a:lnTo>
                      <a:lnTo>
                        <a:pt x="30" y="72"/>
                      </a:lnTo>
                      <a:lnTo>
                        <a:pt x="26" y="72"/>
                      </a:lnTo>
                      <a:lnTo>
                        <a:pt x="22" y="72"/>
                      </a:lnTo>
                      <a:lnTo>
                        <a:pt x="22" y="76"/>
                      </a:lnTo>
                      <a:lnTo>
                        <a:pt x="22" y="72"/>
                      </a:lnTo>
                      <a:lnTo>
                        <a:pt x="20" y="68"/>
                      </a:lnTo>
                      <a:lnTo>
                        <a:pt x="16" y="68"/>
                      </a:lnTo>
                      <a:lnTo>
                        <a:pt x="12" y="68"/>
                      </a:lnTo>
                      <a:lnTo>
                        <a:pt x="12" y="64"/>
                      </a:lnTo>
                      <a:lnTo>
                        <a:pt x="8" y="64"/>
                      </a:lnTo>
                      <a:lnTo>
                        <a:pt x="8" y="68"/>
                      </a:lnTo>
                      <a:lnTo>
                        <a:pt x="4" y="68"/>
                      </a:lnTo>
                      <a:lnTo>
                        <a:pt x="8" y="68"/>
                      </a:lnTo>
                      <a:lnTo>
                        <a:pt x="4" y="64"/>
                      </a:lnTo>
                      <a:lnTo>
                        <a:pt x="0" y="64"/>
                      </a:lnTo>
                      <a:lnTo>
                        <a:pt x="0" y="60"/>
                      </a:lnTo>
                      <a:lnTo>
                        <a:pt x="4" y="60"/>
                      </a:lnTo>
                      <a:lnTo>
                        <a:pt x="8" y="60"/>
                      </a:lnTo>
                      <a:lnTo>
                        <a:pt x="4" y="56"/>
                      </a:lnTo>
                      <a:lnTo>
                        <a:pt x="4" y="60"/>
                      </a:lnTo>
                      <a:lnTo>
                        <a:pt x="0" y="56"/>
                      </a:lnTo>
                      <a:lnTo>
                        <a:pt x="4" y="56"/>
                      </a:lnTo>
                      <a:lnTo>
                        <a:pt x="8" y="56"/>
                      </a:lnTo>
                      <a:lnTo>
                        <a:pt x="4" y="56"/>
                      </a:lnTo>
                      <a:lnTo>
                        <a:pt x="0" y="56"/>
                      </a:lnTo>
                      <a:lnTo>
                        <a:pt x="0" y="52"/>
                      </a:lnTo>
                      <a:lnTo>
                        <a:pt x="4" y="52"/>
                      </a:lnTo>
                      <a:lnTo>
                        <a:pt x="4" y="48"/>
                      </a:lnTo>
                      <a:lnTo>
                        <a:pt x="8" y="48"/>
                      </a:lnTo>
                      <a:lnTo>
                        <a:pt x="12" y="48"/>
                      </a:lnTo>
                      <a:lnTo>
                        <a:pt x="16" y="48"/>
                      </a:lnTo>
                      <a:lnTo>
                        <a:pt x="20" y="48"/>
                      </a:lnTo>
                      <a:lnTo>
                        <a:pt x="16" y="48"/>
                      </a:lnTo>
                      <a:lnTo>
                        <a:pt x="16" y="46"/>
                      </a:lnTo>
                      <a:lnTo>
                        <a:pt x="20" y="46"/>
                      </a:lnTo>
                      <a:lnTo>
                        <a:pt x="22" y="46"/>
                      </a:lnTo>
                      <a:lnTo>
                        <a:pt x="26" y="48"/>
                      </a:lnTo>
                      <a:lnTo>
                        <a:pt x="30" y="52"/>
                      </a:lnTo>
                      <a:lnTo>
                        <a:pt x="34" y="48"/>
                      </a:lnTo>
                      <a:lnTo>
                        <a:pt x="38" y="48"/>
                      </a:lnTo>
                      <a:lnTo>
                        <a:pt x="42" y="52"/>
                      </a:lnTo>
                      <a:lnTo>
                        <a:pt x="38" y="52"/>
                      </a:lnTo>
                      <a:lnTo>
                        <a:pt x="38" y="48"/>
                      </a:lnTo>
                      <a:lnTo>
                        <a:pt x="42" y="48"/>
                      </a:lnTo>
                      <a:lnTo>
                        <a:pt x="46" y="48"/>
                      </a:lnTo>
                      <a:lnTo>
                        <a:pt x="50" y="48"/>
                      </a:lnTo>
                      <a:lnTo>
                        <a:pt x="46" y="48"/>
                      </a:lnTo>
                      <a:lnTo>
                        <a:pt x="46" y="46"/>
                      </a:lnTo>
                      <a:lnTo>
                        <a:pt x="46" y="42"/>
                      </a:lnTo>
                      <a:lnTo>
                        <a:pt x="46" y="38"/>
                      </a:lnTo>
                      <a:lnTo>
                        <a:pt x="42" y="34"/>
                      </a:lnTo>
                      <a:lnTo>
                        <a:pt x="42" y="30"/>
                      </a:lnTo>
                      <a:lnTo>
                        <a:pt x="42" y="26"/>
                      </a:lnTo>
                      <a:lnTo>
                        <a:pt x="42" y="30"/>
                      </a:lnTo>
                      <a:lnTo>
                        <a:pt x="46" y="30"/>
                      </a:lnTo>
                      <a:lnTo>
                        <a:pt x="46" y="26"/>
                      </a:lnTo>
                      <a:lnTo>
                        <a:pt x="50" y="26"/>
                      </a:lnTo>
                      <a:lnTo>
                        <a:pt x="50" y="30"/>
                      </a:lnTo>
                      <a:lnTo>
                        <a:pt x="50" y="34"/>
                      </a:lnTo>
                      <a:lnTo>
                        <a:pt x="54" y="34"/>
                      </a:lnTo>
                      <a:lnTo>
                        <a:pt x="56" y="34"/>
                      </a:lnTo>
                      <a:lnTo>
                        <a:pt x="60" y="34"/>
                      </a:lnTo>
                      <a:lnTo>
                        <a:pt x="64" y="34"/>
                      </a:lnTo>
                      <a:lnTo>
                        <a:pt x="64" y="38"/>
                      </a:lnTo>
                      <a:lnTo>
                        <a:pt x="68" y="38"/>
                      </a:lnTo>
                      <a:lnTo>
                        <a:pt x="68" y="34"/>
                      </a:lnTo>
                      <a:lnTo>
                        <a:pt x="72" y="34"/>
                      </a:lnTo>
                      <a:lnTo>
                        <a:pt x="76" y="34"/>
                      </a:lnTo>
                      <a:lnTo>
                        <a:pt x="72" y="34"/>
                      </a:lnTo>
                      <a:lnTo>
                        <a:pt x="68" y="34"/>
                      </a:lnTo>
                      <a:lnTo>
                        <a:pt x="68" y="30"/>
                      </a:lnTo>
                      <a:lnTo>
                        <a:pt x="72" y="26"/>
                      </a:lnTo>
                      <a:lnTo>
                        <a:pt x="76" y="26"/>
                      </a:lnTo>
                      <a:lnTo>
                        <a:pt x="76" y="22"/>
                      </a:lnTo>
                      <a:lnTo>
                        <a:pt x="80" y="22"/>
                      </a:lnTo>
                      <a:lnTo>
                        <a:pt x="84" y="22"/>
                      </a:lnTo>
                      <a:lnTo>
                        <a:pt x="86" y="22"/>
                      </a:lnTo>
                      <a:lnTo>
                        <a:pt x="86" y="18"/>
                      </a:lnTo>
                      <a:lnTo>
                        <a:pt x="90" y="18"/>
                      </a:lnTo>
                      <a:lnTo>
                        <a:pt x="90" y="16"/>
                      </a:lnTo>
                      <a:lnTo>
                        <a:pt x="90" y="12"/>
                      </a:lnTo>
                      <a:lnTo>
                        <a:pt x="90" y="8"/>
                      </a:lnTo>
                      <a:lnTo>
                        <a:pt x="90" y="4"/>
                      </a:lnTo>
                      <a:lnTo>
                        <a:pt x="94" y="0"/>
                      </a:lnTo>
                      <a:lnTo>
                        <a:pt x="98" y="0"/>
                      </a:lnTo>
                      <a:lnTo>
                        <a:pt x="102" y="0"/>
                      </a:lnTo>
                      <a:lnTo>
                        <a:pt x="106" y="0"/>
                      </a:lnTo>
                      <a:lnTo>
                        <a:pt x="106" y="4"/>
                      </a:lnTo>
                      <a:lnTo>
                        <a:pt x="110" y="4"/>
                      </a:lnTo>
                      <a:lnTo>
                        <a:pt x="110" y="8"/>
                      </a:lnTo>
                      <a:lnTo>
                        <a:pt x="110" y="4"/>
                      </a:lnTo>
                      <a:lnTo>
                        <a:pt x="114" y="4"/>
                      </a:lnTo>
                      <a:lnTo>
                        <a:pt x="114" y="8"/>
                      </a:lnTo>
                      <a:lnTo>
                        <a:pt x="114" y="12"/>
                      </a:lnTo>
                      <a:lnTo>
                        <a:pt x="116" y="12"/>
                      </a:lnTo>
                      <a:lnTo>
                        <a:pt x="120" y="12"/>
                      </a:lnTo>
                      <a:lnTo>
                        <a:pt x="120" y="16"/>
                      </a:lnTo>
                      <a:lnTo>
                        <a:pt x="124" y="16"/>
                      </a:lnTo>
                      <a:lnTo>
                        <a:pt x="128" y="16"/>
                      </a:lnTo>
                      <a:lnTo>
                        <a:pt x="128" y="18"/>
                      </a:lnTo>
                      <a:lnTo>
                        <a:pt x="128" y="22"/>
                      </a:lnTo>
                      <a:lnTo>
                        <a:pt x="132" y="22"/>
                      </a:lnTo>
                      <a:lnTo>
                        <a:pt x="136" y="22"/>
                      </a:lnTo>
                      <a:lnTo>
                        <a:pt x="136" y="18"/>
                      </a:lnTo>
                      <a:lnTo>
                        <a:pt x="138" y="18"/>
                      </a:lnTo>
                      <a:lnTo>
                        <a:pt x="136" y="18"/>
                      </a:lnTo>
                      <a:lnTo>
                        <a:pt x="136" y="22"/>
                      </a:lnTo>
                      <a:lnTo>
                        <a:pt x="136" y="26"/>
                      </a:lnTo>
                      <a:lnTo>
                        <a:pt x="138" y="26"/>
                      </a:lnTo>
                      <a:lnTo>
                        <a:pt x="142" y="30"/>
                      </a:lnTo>
                      <a:lnTo>
                        <a:pt x="146" y="30"/>
                      </a:lnTo>
                      <a:lnTo>
                        <a:pt x="150" y="30"/>
                      </a:lnTo>
                      <a:lnTo>
                        <a:pt x="150" y="34"/>
                      </a:lnTo>
                      <a:lnTo>
                        <a:pt x="154" y="34"/>
                      </a:lnTo>
                      <a:lnTo>
                        <a:pt x="154" y="30"/>
                      </a:lnTo>
                      <a:lnTo>
                        <a:pt x="158" y="30"/>
                      </a:lnTo>
                      <a:lnTo>
                        <a:pt x="158" y="34"/>
                      </a:lnTo>
                      <a:lnTo>
                        <a:pt x="160" y="34"/>
                      </a:lnTo>
                      <a:lnTo>
                        <a:pt x="160" y="38"/>
                      </a:lnTo>
                      <a:lnTo>
                        <a:pt x="164" y="38"/>
                      </a:lnTo>
                      <a:lnTo>
                        <a:pt x="168" y="38"/>
                      </a:lnTo>
                      <a:lnTo>
                        <a:pt x="168" y="42"/>
                      </a:lnTo>
                      <a:lnTo>
                        <a:pt x="172" y="42"/>
                      </a:lnTo>
                      <a:lnTo>
                        <a:pt x="172" y="38"/>
                      </a:lnTo>
                      <a:lnTo>
                        <a:pt x="176" y="42"/>
                      </a:lnTo>
                      <a:lnTo>
                        <a:pt x="180" y="42"/>
                      </a:lnTo>
                      <a:lnTo>
                        <a:pt x="184" y="42"/>
                      </a:lnTo>
                      <a:lnTo>
                        <a:pt x="184" y="46"/>
                      </a:lnTo>
                      <a:lnTo>
                        <a:pt x="180" y="48"/>
                      </a:lnTo>
                      <a:lnTo>
                        <a:pt x="180" y="52"/>
                      </a:lnTo>
                      <a:lnTo>
                        <a:pt x="176" y="52"/>
                      </a:lnTo>
                      <a:lnTo>
                        <a:pt x="176" y="56"/>
                      </a:lnTo>
                      <a:lnTo>
                        <a:pt x="176" y="60"/>
                      </a:lnTo>
                      <a:lnTo>
                        <a:pt x="176" y="64"/>
                      </a:lnTo>
                      <a:lnTo>
                        <a:pt x="176" y="68"/>
                      </a:lnTo>
                      <a:lnTo>
                        <a:pt x="176" y="72"/>
                      </a:lnTo>
                      <a:lnTo>
                        <a:pt x="172" y="72"/>
                      </a:lnTo>
                      <a:lnTo>
                        <a:pt x="172" y="76"/>
                      </a:lnTo>
                      <a:lnTo>
                        <a:pt x="168" y="76"/>
                      </a:lnTo>
                      <a:lnTo>
                        <a:pt x="168" y="72"/>
                      </a:lnTo>
                      <a:lnTo>
                        <a:pt x="168" y="76"/>
                      </a:lnTo>
                      <a:lnTo>
                        <a:pt x="164" y="76"/>
                      </a:lnTo>
                      <a:lnTo>
                        <a:pt x="168" y="76"/>
                      </a:lnTo>
                      <a:lnTo>
                        <a:pt x="164" y="78"/>
                      </a:lnTo>
                      <a:lnTo>
                        <a:pt x="164" y="82"/>
                      </a:lnTo>
                      <a:lnTo>
                        <a:pt x="160" y="82"/>
                      </a:lnTo>
                      <a:lnTo>
                        <a:pt x="160" y="86"/>
                      </a:lnTo>
                      <a:lnTo>
                        <a:pt x="158" y="86"/>
                      </a:lnTo>
                      <a:lnTo>
                        <a:pt x="160" y="86"/>
                      </a:lnTo>
                      <a:lnTo>
                        <a:pt x="158" y="90"/>
                      </a:lnTo>
                      <a:lnTo>
                        <a:pt x="154" y="90"/>
                      </a:lnTo>
                      <a:lnTo>
                        <a:pt x="154" y="94"/>
                      </a:lnTo>
                      <a:lnTo>
                        <a:pt x="154" y="98"/>
                      </a:lnTo>
                      <a:lnTo>
                        <a:pt x="154" y="102"/>
                      </a:lnTo>
                      <a:lnTo>
                        <a:pt x="158" y="102"/>
                      </a:lnTo>
                      <a:lnTo>
                        <a:pt x="158" y="98"/>
                      </a:lnTo>
                      <a:lnTo>
                        <a:pt x="158" y="94"/>
                      </a:lnTo>
                      <a:lnTo>
                        <a:pt x="160" y="94"/>
                      </a:lnTo>
                      <a:lnTo>
                        <a:pt x="164" y="94"/>
                      </a:lnTo>
                      <a:lnTo>
                        <a:pt x="164" y="98"/>
                      </a:lnTo>
                      <a:lnTo>
                        <a:pt x="164" y="102"/>
                      </a:lnTo>
                      <a:lnTo>
                        <a:pt x="168" y="106"/>
                      </a:lnTo>
                      <a:lnTo>
                        <a:pt x="164" y="106"/>
                      </a:lnTo>
                      <a:lnTo>
                        <a:pt x="164" y="108"/>
                      </a:lnTo>
                      <a:lnTo>
                        <a:pt x="164" y="112"/>
                      </a:lnTo>
                      <a:lnTo>
                        <a:pt x="168" y="112"/>
                      </a:lnTo>
                      <a:lnTo>
                        <a:pt x="168" y="116"/>
                      </a:lnTo>
                      <a:lnTo>
                        <a:pt x="168" y="120"/>
                      </a:lnTo>
                      <a:lnTo>
                        <a:pt x="164" y="120"/>
                      </a:lnTo>
                      <a:lnTo>
                        <a:pt x="160" y="120"/>
                      </a:lnTo>
                      <a:lnTo>
                        <a:pt x="160" y="124"/>
                      </a:lnTo>
                      <a:lnTo>
                        <a:pt x="164" y="128"/>
                      </a:lnTo>
                      <a:lnTo>
                        <a:pt x="168" y="128"/>
                      </a:lnTo>
                      <a:lnTo>
                        <a:pt x="164" y="132"/>
                      </a:lnTo>
                      <a:lnTo>
                        <a:pt x="164" y="134"/>
                      </a:lnTo>
                      <a:lnTo>
                        <a:pt x="164" y="138"/>
                      </a:lnTo>
                      <a:lnTo>
                        <a:pt x="168" y="138"/>
                      </a:lnTo>
                      <a:lnTo>
                        <a:pt x="172" y="142"/>
                      </a:lnTo>
                      <a:lnTo>
                        <a:pt x="176" y="142"/>
                      </a:lnTo>
                      <a:lnTo>
                        <a:pt x="176" y="138"/>
                      </a:lnTo>
                      <a:lnTo>
                        <a:pt x="176" y="142"/>
                      </a:lnTo>
                      <a:lnTo>
                        <a:pt x="176" y="146"/>
                      </a:lnTo>
                      <a:lnTo>
                        <a:pt x="172" y="146"/>
                      </a:lnTo>
                      <a:lnTo>
                        <a:pt x="176" y="146"/>
                      </a:lnTo>
                      <a:lnTo>
                        <a:pt x="176" y="150"/>
                      </a:lnTo>
                      <a:lnTo>
                        <a:pt x="172" y="150"/>
                      </a:lnTo>
                      <a:lnTo>
                        <a:pt x="168" y="150"/>
                      </a:lnTo>
                      <a:lnTo>
                        <a:pt x="168" y="154"/>
                      </a:lnTo>
                      <a:lnTo>
                        <a:pt x="164" y="154"/>
                      </a:lnTo>
                      <a:lnTo>
                        <a:pt x="160" y="158"/>
                      </a:lnTo>
                      <a:lnTo>
                        <a:pt x="160" y="162"/>
                      </a:lnTo>
                      <a:lnTo>
                        <a:pt x="158" y="162"/>
                      </a:lnTo>
                      <a:lnTo>
                        <a:pt x="154" y="162"/>
                      </a:lnTo>
                      <a:lnTo>
                        <a:pt x="150" y="162"/>
                      </a:lnTo>
                      <a:lnTo>
                        <a:pt x="146" y="162"/>
                      </a:lnTo>
                      <a:lnTo>
                        <a:pt x="142" y="162"/>
                      </a:lnTo>
                      <a:lnTo>
                        <a:pt x="142" y="158"/>
                      </a:lnTo>
                      <a:lnTo>
                        <a:pt x="138" y="158"/>
                      </a:lnTo>
                      <a:lnTo>
                        <a:pt x="142" y="158"/>
                      </a:lnTo>
                      <a:lnTo>
                        <a:pt x="142" y="154"/>
                      </a:lnTo>
                      <a:lnTo>
                        <a:pt x="138" y="154"/>
                      </a:lnTo>
                      <a:lnTo>
                        <a:pt x="136" y="158"/>
                      </a:lnTo>
                      <a:lnTo>
                        <a:pt x="136" y="154"/>
                      </a:lnTo>
                      <a:lnTo>
                        <a:pt x="136" y="158"/>
                      </a:lnTo>
                      <a:lnTo>
                        <a:pt x="132" y="158"/>
                      </a:lnTo>
                      <a:lnTo>
                        <a:pt x="132" y="154"/>
                      </a:lnTo>
                      <a:lnTo>
                        <a:pt x="128" y="154"/>
                      </a:lnTo>
                      <a:lnTo>
                        <a:pt x="124" y="154"/>
                      </a:lnTo>
                      <a:lnTo>
                        <a:pt x="120" y="158"/>
                      </a:lnTo>
                      <a:lnTo>
                        <a:pt x="116" y="158"/>
                      </a:lnTo>
                      <a:lnTo>
                        <a:pt x="114" y="162"/>
                      </a:lnTo>
                      <a:lnTo>
                        <a:pt x="114" y="164"/>
                      </a:lnTo>
                      <a:lnTo>
                        <a:pt x="110" y="164"/>
                      </a:lnTo>
                      <a:lnTo>
                        <a:pt x="110" y="168"/>
                      </a:lnTo>
                      <a:lnTo>
                        <a:pt x="114" y="168"/>
                      </a:lnTo>
                      <a:lnTo>
                        <a:pt x="114" y="172"/>
                      </a:lnTo>
                      <a:lnTo>
                        <a:pt x="114" y="176"/>
                      </a:lnTo>
                      <a:lnTo>
                        <a:pt x="110" y="172"/>
                      </a:lnTo>
                      <a:lnTo>
                        <a:pt x="106" y="176"/>
                      </a:lnTo>
                      <a:lnTo>
                        <a:pt x="102" y="176"/>
                      </a:lnTo>
                      <a:lnTo>
                        <a:pt x="98" y="176"/>
                      </a:lnTo>
                      <a:lnTo>
                        <a:pt x="94" y="176"/>
                      </a:lnTo>
                      <a:lnTo>
                        <a:pt x="94" y="172"/>
                      </a:lnTo>
                      <a:lnTo>
                        <a:pt x="94" y="172"/>
                      </a:lnTo>
                      <a:lnTo>
                        <a:pt x="94" y="172"/>
                      </a:lnTo>
                      <a:close/>
                      <a:moveTo>
                        <a:pt x="50" y="108"/>
                      </a:moveTo>
                      <a:lnTo>
                        <a:pt x="50" y="106"/>
                      </a:lnTo>
                      <a:lnTo>
                        <a:pt x="50" y="102"/>
                      </a:lnTo>
                      <a:lnTo>
                        <a:pt x="50" y="106"/>
                      </a:lnTo>
                      <a:lnTo>
                        <a:pt x="54" y="106"/>
                      </a:lnTo>
                      <a:lnTo>
                        <a:pt x="54" y="108"/>
                      </a:lnTo>
                      <a:lnTo>
                        <a:pt x="50" y="108"/>
                      </a:lnTo>
                      <a:lnTo>
                        <a:pt x="50" y="108"/>
                      </a:lnTo>
                      <a:lnTo>
                        <a:pt x="50" y="108"/>
                      </a:lnTo>
                      <a:close/>
                      <a:moveTo>
                        <a:pt x="22" y="78"/>
                      </a:moveTo>
                      <a:lnTo>
                        <a:pt x="22" y="76"/>
                      </a:lnTo>
                      <a:lnTo>
                        <a:pt x="22" y="78"/>
                      </a:lnTo>
                      <a:lnTo>
                        <a:pt x="22" y="78"/>
                      </a:lnTo>
                      <a:lnTo>
                        <a:pt x="22" y="78"/>
                      </a:lnTo>
                      <a:close/>
                      <a:moveTo>
                        <a:pt x="50" y="102"/>
                      </a:moveTo>
                      <a:lnTo>
                        <a:pt x="46" y="102"/>
                      </a:lnTo>
                      <a:lnTo>
                        <a:pt x="46" y="98"/>
                      </a:lnTo>
                      <a:lnTo>
                        <a:pt x="50" y="102"/>
                      </a:lnTo>
                      <a:lnTo>
                        <a:pt x="50" y="102"/>
                      </a:lnTo>
                      <a:lnTo>
                        <a:pt x="50" y="102"/>
                      </a:lnTo>
                      <a:close/>
                      <a:moveTo>
                        <a:pt x="190" y="182"/>
                      </a:moveTo>
                      <a:lnTo>
                        <a:pt x="190" y="180"/>
                      </a:lnTo>
                      <a:lnTo>
                        <a:pt x="190" y="176"/>
                      </a:lnTo>
                      <a:lnTo>
                        <a:pt x="190" y="172"/>
                      </a:lnTo>
                      <a:lnTo>
                        <a:pt x="194" y="172"/>
                      </a:lnTo>
                      <a:lnTo>
                        <a:pt x="194" y="168"/>
                      </a:lnTo>
                      <a:lnTo>
                        <a:pt x="198" y="168"/>
                      </a:lnTo>
                      <a:lnTo>
                        <a:pt x="198" y="164"/>
                      </a:lnTo>
                      <a:lnTo>
                        <a:pt x="202" y="164"/>
                      </a:lnTo>
                      <a:lnTo>
                        <a:pt x="202" y="168"/>
                      </a:lnTo>
                      <a:lnTo>
                        <a:pt x="202" y="172"/>
                      </a:lnTo>
                      <a:lnTo>
                        <a:pt x="202" y="180"/>
                      </a:lnTo>
                      <a:lnTo>
                        <a:pt x="202" y="182"/>
                      </a:lnTo>
                      <a:lnTo>
                        <a:pt x="202" y="186"/>
                      </a:lnTo>
                      <a:lnTo>
                        <a:pt x="202" y="190"/>
                      </a:lnTo>
                      <a:lnTo>
                        <a:pt x="198" y="190"/>
                      </a:lnTo>
                      <a:lnTo>
                        <a:pt x="198" y="194"/>
                      </a:lnTo>
                      <a:lnTo>
                        <a:pt x="194" y="194"/>
                      </a:lnTo>
                      <a:lnTo>
                        <a:pt x="190" y="190"/>
                      </a:lnTo>
                      <a:lnTo>
                        <a:pt x="194" y="190"/>
                      </a:lnTo>
                      <a:lnTo>
                        <a:pt x="190" y="190"/>
                      </a:lnTo>
                      <a:lnTo>
                        <a:pt x="190" y="186"/>
                      </a:lnTo>
                      <a:lnTo>
                        <a:pt x="190" y="182"/>
                      </a:lnTo>
                      <a:lnTo>
                        <a:pt x="190" y="182"/>
                      </a:lnTo>
                      <a:lnTo>
                        <a:pt x="190" y="182"/>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112" name="Freeform 101">
                  <a:extLst>
                    <a:ext uri="{FF2B5EF4-FFF2-40B4-BE49-F238E27FC236}">
                      <a16:creationId xmlns:a16="http://schemas.microsoft.com/office/drawing/2014/main" id="{F2985960-6B81-B8A5-6970-B88A6CD14E35}"/>
                    </a:ext>
                  </a:extLst>
                </p:cNvPr>
                <p:cNvSpPr>
                  <a:spLocks noEditPoints="1"/>
                </p:cNvSpPr>
                <p:nvPr/>
              </p:nvSpPr>
              <p:spPr bwMode="gray">
                <a:xfrm>
                  <a:off x="4942573" y="2745649"/>
                  <a:ext cx="226105" cy="285239"/>
                </a:xfrm>
                <a:custGeom>
                  <a:avLst/>
                  <a:gdLst>
                    <a:gd name="T0" fmla="*/ 26 w 130"/>
                    <a:gd name="T1" fmla="*/ 142 h 164"/>
                    <a:gd name="T2" fmla="*/ 32 w 130"/>
                    <a:gd name="T3" fmla="*/ 128 h 164"/>
                    <a:gd name="T4" fmla="*/ 18 w 130"/>
                    <a:gd name="T5" fmla="*/ 128 h 164"/>
                    <a:gd name="T6" fmla="*/ 6 w 130"/>
                    <a:gd name="T7" fmla="*/ 120 h 164"/>
                    <a:gd name="T8" fmla="*/ 4 w 130"/>
                    <a:gd name="T9" fmla="*/ 108 h 164"/>
                    <a:gd name="T10" fmla="*/ 6 w 130"/>
                    <a:gd name="T11" fmla="*/ 94 h 164"/>
                    <a:gd name="T12" fmla="*/ 4 w 130"/>
                    <a:gd name="T13" fmla="*/ 86 h 164"/>
                    <a:gd name="T14" fmla="*/ 4 w 130"/>
                    <a:gd name="T15" fmla="*/ 76 h 164"/>
                    <a:gd name="T16" fmla="*/ 14 w 130"/>
                    <a:gd name="T17" fmla="*/ 68 h 164"/>
                    <a:gd name="T18" fmla="*/ 14 w 130"/>
                    <a:gd name="T19" fmla="*/ 56 h 164"/>
                    <a:gd name="T20" fmla="*/ 18 w 130"/>
                    <a:gd name="T21" fmla="*/ 50 h 164"/>
                    <a:gd name="T22" fmla="*/ 18 w 130"/>
                    <a:gd name="T23" fmla="*/ 38 h 164"/>
                    <a:gd name="T24" fmla="*/ 30 w 130"/>
                    <a:gd name="T25" fmla="*/ 30 h 164"/>
                    <a:gd name="T26" fmla="*/ 32 w 130"/>
                    <a:gd name="T27" fmla="*/ 30 h 164"/>
                    <a:gd name="T28" fmla="*/ 40 w 130"/>
                    <a:gd name="T29" fmla="*/ 34 h 164"/>
                    <a:gd name="T30" fmla="*/ 48 w 130"/>
                    <a:gd name="T31" fmla="*/ 26 h 164"/>
                    <a:gd name="T32" fmla="*/ 52 w 130"/>
                    <a:gd name="T33" fmla="*/ 30 h 164"/>
                    <a:gd name="T34" fmla="*/ 44 w 130"/>
                    <a:gd name="T35" fmla="*/ 20 h 164"/>
                    <a:gd name="T36" fmla="*/ 44 w 130"/>
                    <a:gd name="T37" fmla="*/ 16 h 164"/>
                    <a:gd name="T38" fmla="*/ 36 w 130"/>
                    <a:gd name="T39" fmla="*/ 4 h 164"/>
                    <a:gd name="T40" fmla="*/ 36 w 130"/>
                    <a:gd name="T41" fmla="*/ 0 h 164"/>
                    <a:gd name="T42" fmla="*/ 52 w 130"/>
                    <a:gd name="T43" fmla="*/ 4 h 164"/>
                    <a:gd name="T44" fmla="*/ 56 w 130"/>
                    <a:gd name="T45" fmla="*/ 12 h 164"/>
                    <a:gd name="T46" fmla="*/ 74 w 130"/>
                    <a:gd name="T47" fmla="*/ 16 h 164"/>
                    <a:gd name="T48" fmla="*/ 74 w 130"/>
                    <a:gd name="T49" fmla="*/ 24 h 164"/>
                    <a:gd name="T50" fmla="*/ 86 w 130"/>
                    <a:gd name="T51" fmla="*/ 20 h 164"/>
                    <a:gd name="T52" fmla="*/ 100 w 130"/>
                    <a:gd name="T53" fmla="*/ 12 h 164"/>
                    <a:gd name="T54" fmla="*/ 92 w 130"/>
                    <a:gd name="T55" fmla="*/ 16 h 164"/>
                    <a:gd name="T56" fmla="*/ 108 w 130"/>
                    <a:gd name="T57" fmla="*/ 20 h 164"/>
                    <a:gd name="T58" fmla="*/ 114 w 130"/>
                    <a:gd name="T59" fmla="*/ 26 h 164"/>
                    <a:gd name="T60" fmla="*/ 122 w 130"/>
                    <a:gd name="T61" fmla="*/ 38 h 164"/>
                    <a:gd name="T62" fmla="*/ 122 w 130"/>
                    <a:gd name="T63" fmla="*/ 52 h 164"/>
                    <a:gd name="T64" fmla="*/ 126 w 130"/>
                    <a:gd name="T65" fmla="*/ 60 h 164"/>
                    <a:gd name="T66" fmla="*/ 126 w 130"/>
                    <a:gd name="T67" fmla="*/ 76 h 164"/>
                    <a:gd name="T68" fmla="*/ 126 w 130"/>
                    <a:gd name="T69" fmla="*/ 90 h 164"/>
                    <a:gd name="T70" fmla="*/ 122 w 130"/>
                    <a:gd name="T71" fmla="*/ 86 h 164"/>
                    <a:gd name="T72" fmla="*/ 104 w 130"/>
                    <a:gd name="T73" fmla="*/ 94 h 164"/>
                    <a:gd name="T74" fmla="*/ 92 w 130"/>
                    <a:gd name="T75" fmla="*/ 106 h 164"/>
                    <a:gd name="T76" fmla="*/ 96 w 130"/>
                    <a:gd name="T77" fmla="*/ 108 h 164"/>
                    <a:gd name="T78" fmla="*/ 100 w 130"/>
                    <a:gd name="T79" fmla="*/ 120 h 164"/>
                    <a:gd name="T80" fmla="*/ 112 w 130"/>
                    <a:gd name="T81" fmla="*/ 134 h 164"/>
                    <a:gd name="T82" fmla="*/ 100 w 130"/>
                    <a:gd name="T83" fmla="*/ 142 h 164"/>
                    <a:gd name="T84" fmla="*/ 100 w 130"/>
                    <a:gd name="T85" fmla="*/ 154 h 164"/>
                    <a:gd name="T86" fmla="*/ 100 w 130"/>
                    <a:gd name="T87" fmla="*/ 158 h 164"/>
                    <a:gd name="T88" fmla="*/ 82 w 130"/>
                    <a:gd name="T89" fmla="*/ 158 h 164"/>
                    <a:gd name="T90" fmla="*/ 66 w 130"/>
                    <a:gd name="T91" fmla="*/ 158 h 164"/>
                    <a:gd name="T92" fmla="*/ 58 w 130"/>
                    <a:gd name="T93" fmla="*/ 158 h 164"/>
                    <a:gd name="T94" fmla="*/ 44 w 130"/>
                    <a:gd name="T95" fmla="*/ 154 h 164"/>
                    <a:gd name="T96" fmla="*/ 40 w 130"/>
                    <a:gd name="T97" fmla="*/ 154 h 164"/>
                    <a:gd name="T98" fmla="*/ 32 w 130"/>
                    <a:gd name="T99" fmla="*/ 158 h 164"/>
                    <a:gd name="T100" fmla="*/ 118 w 130"/>
                    <a:gd name="T101" fmla="*/ 26 h 164"/>
                    <a:gd name="T102" fmla="*/ 112 w 130"/>
                    <a:gd name="T103" fmla="*/ 24 h 164"/>
                    <a:gd name="T104" fmla="*/ 118 w 130"/>
                    <a:gd name="T105" fmla="*/ 26 h 164"/>
                    <a:gd name="T106" fmla="*/ 74 w 130"/>
                    <a:gd name="T107" fmla="*/ 16 h 164"/>
                    <a:gd name="T108" fmla="*/ 40 w 130"/>
                    <a:gd name="T109" fmla="*/ 8 h 164"/>
                    <a:gd name="T110" fmla="*/ 104 w 130"/>
                    <a:gd name="T111" fmla="*/ 20 h 164"/>
                    <a:gd name="T112" fmla="*/ 104 w 130"/>
                    <a:gd name="T113" fmla="*/ 8 h 164"/>
                    <a:gd name="T114" fmla="*/ 108 w 130"/>
                    <a:gd name="T115" fmla="*/ 16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0" h="164">
                      <a:moveTo>
                        <a:pt x="26" y="158"/>
                      </a:moveTo>
                      <a:lnTo>
                        <a:pt x="26" y="154"/>
                      </a:lnTo>
                      <a:lnTo>
                        <a:pt x="26" y="150"/>
                      </a:lnTo>
                      <a:lnTo>
                        <a:pt x="26" y="146"/>
                      </a:lnTo>
                      <a:lnTo>
                        <a:pt x="26" y="142"/>
                      </a:lnTo>
                      <a:lnTo>
                        <a:pt x="26" y="138"/>
                      </a:lnTo>
                      <a:lnTo>
                        <a:pt x="30" y="138"/>
                      </a:lnTo>
                      <a:lnTo>
                        <a:pt x="30" y="134"/>
                      </a:lnTo>
                      <a:lnTo>
                        <a:pt x="32" y="132"/>
                      </a:lnTo>
                      <a:lnTo>
                        <a:pt x="32" y="128"/>
                      </a:lnTo>
                      <a:lnTo>
                        <a:pt x="30" y="128"/>
                      </a:lnTo>
                      <a:lnTo>
                        <a:pt x="26" y="128"/>
                      </a:lnTo>
                      <a:lnTo>
                        <a:pt x="22" y="124"/>
                      </a:lnTo>
                      <a:lnTo>
                        <a:pt x="22" y="128"/>
                      </a:lnTo>
                      <a:lnTo>
                        <a:pt x="18" y="128"/>
                      </a:lnTo>
                      <a:lnTo>
                        <a:pt x="18" y="124"/>
                      </a:lnTo>
                      <a:lnTo>
                        <a:pt x="14" y="124"/>
                      </a:lnTo>
                      <a:lnTo>
                        <a:pt x="10" y="124"/>
                      </a:lnTo>
                      <a:lnTo>
                        <a:pt x="10" y="120"/>
                      </a:lnTo>
                      <a:lnTo>
                        <a:pt x="6" y="120"/>
                      </a:lnTo>
                      <a:lnTo>
                        <a:pt x="6" y="116"/>
                      </a:lnTo>
                      <a:lnTo>
                        <a:pt x="10" y="112"/>
                      </a:lnTo>
                      <a:lnTo>
                        <a:pt x="6" y="112"/>
                      </a:lnTo>
                      <a:lnTo>
                        <a:pt x="6" y="108"/>
                      </a:lnTo>
                      <a:lnTo>
                        <a:pt x="4" y="108"/>
                      </a:lnTo>
                      <a:lnTo>
                        <a:pt x="4" y="106"/>
                      </a:lnTo>
                      <a:lnTo>
                        <a:pt x="4" y="102"/>
                      </a:lnTo>
                      <a:lnTo>
                        <a:pt x="6" y="102"/>
                      </a:lnTo>
                      <a:lnTo>
                        <a:pt x="6" y="98"/>
                      </a:lnTo>
                      <a:lnTo>
                        <a:pt x="6" y="94"/>
                      </a:lnTo>
                      <a:lnTo>
                        <a:pt x="4" y="94"/>
                      </a:lnTo>
                      <a:lnTo>
                        <a:pt x="4" y="90"/>
                      </a:lnTo>
                      <a:lnTo>
                        <a:pt x="4" y="86"/>
                      </a:lnTo>
                      <a:lnTo>
                        <a:pt x="0" y="86"/>
                      </a:lnTo>
                      <a:lnTo>
                        <a:pt x="4" y="86"/>
                      </a:lnTo>
                      <a:lnTo>
                        <a:pt x="4" y="82"/>
                      </a:lnTo>
                      <a:lnTo>
                        <a:pt x="4" y="78"/>
                      </a:lnTo>
                      <a:lnTo>
                        <a:pt x="6" y="78"/>
                      </a:lnTo>
                      <a:lnTo>
                        <a:pt x="6" y="76"/>
                      </a:lnTo>
                      <a:lnTo>
                        <a:pt x="4" y="76"/>
                      </a:lnTo>
                      <a:lnTo>
                        <a:pt x="4" y="72"/>
                      </a:lnTo>
                      <a:lnTo>
                        <a:pt x="4" y="68"/>
                      </a:lnTo>
                      <a:lnTo>
                        <a:pt x="6" y="68"/>
                      </a:lnTo>
                      <a:lnTo>
                        <a:pt x="10" y="68"/>
                      </a:lnTo>
                      <a:lnTo>
                        <a:pt x="14" y="68"/>
                      </a:lnTo>
                      <a:lnTo>
                        <a:pt x="14" y="64"/>
                      </a:lnTo>
                      <a:lnTo>
                        <a:pt x="14" y="60"/>
                      </a:lnTo>
                      <a:lnTo>
                        <a:pt x="18" y="60"/>
                      </a:lnTo>
                      <a:lnTo>
                        <a:pt x="18" y="56"/>
                      </a:lnTo>
                      <a:lnTo>
                        <a:pt x="14" y="56"/>
                      </a:lnTo>
                      <a:lnTo>
                        <a:pt x="10" y="56"/>
                      </a:lnTo>
                      <a:lnTo>
                        <a:pt x="10" y="52"/>
                      </a:lnTo>
                      <a:lnTo>
                        <a:pt x="14" y="52"/>
                      </a:lnTo>
                      <a:lnTo>
                        <a:pt x="18" y="52"/>
                      </a:lnTo>
                      <a:lnTo>
                        <a:pt x="18" y="50"/>
                      </a:lnTo>
                      <a:lnTo>
                        <a:pt x="18" y="46"/>
                      </a:lnTo>
                      <a:lnTo>
                        <a:pt x="18" y="42"/>
                      </a:lnTo>
                      <a:lnTo>
                        <a:pt x="18" y="38"/>
                      </a:lnTo>
                      <a:lnTo>
                        <a:pt x="22" y="38"/>
                      </a:lnTo>
                      <a:lnTo>
                        <a:pt x="18" y="38"/>
                      </a:lnTo>
                      <a:lnTo>
                        <a:pt x="18" y="34"/>
                      </a:lnTo>
                      <a:lnTo>
                        <a:pt x="18" y="30"/>
                      </a:lnTo>
                      <a:lnTo>
                        <a:pt x="22" y="30"/>
                      </a:lnTo>
                      <a:lnTo>
                        <a:pt x="26" y="30"/>
                      </a:lnTo>
                      <a:lnTo>
                        <a:pt x="30" y="30"/>
                      </a:lnTo>
                      <a:lnTo>
                        <a:pt x="32" y="30"/>
                      </a:lnTo>
                      <a:lnTo>
                        <a:pt x="32" y="34"/>
                      </a:lnTo>
                      <a:lnTo>
                        <a:pt x="36" y="34"/>
                      </a:lnTo>
                      <a:lnTo>
                        <a:pt x="32" y="34"/>
                      </a:lnTo>
                      <a:lnTo>
                        <a:pt x="32" y="30"/>
                      </a:lnTo>
                      <a:lnTo>
                        <a:pt x="36" y="30"/>
                      </a:lnTo>
                      <a:lnTo>
                        <a:pt x="36" y="34"/>
                      </a:lnTo>
                      <a:lnTo>
                        <a:pt x="36" y="38"/>
                      </a:lnTo>
                      <a:lnTo>
                        <a:pt x="36" y="34"/>
                      </a:lnTo>
                      <a:lnTo>
                        <a:pt x="40" y="34"/>
                      </a:lnTo>
                      <a:lnTo>
                        <a:pt x="36" y="30"/>
                      </a:lnTo>
                      <a:lnTo>
                        <a:pt x="36" y="26"/>
                      </a:lnTo>
                      <a:lnTo>
                        <a:pt x="40" y="26"/>
                      </a:lnTo>
                      <a:lnTo>
                        <a:pt x="44" y="26"/>
                      </a:lnTo>
                      <a:lnTo>
                        <a:pt x="48" y="26"/>
                      </a:lnTo>
                      <a:lnTo>
                        <a:pt x="52" y="26"/>
                      </a:lnTo>
                      <a:lnTo>
                        <a:pt x="52" y="30"/>
                      </a:lnTo>
                      <a:lnTo>
                        <a:pt x="56" y="34"/>
                      </a:lnTo>
                      <a:lnTo>
                        <a:pt x="56" y="30"/>
                      </a:lnTo>
                      <a:lnTo>
                        <a:pt x="52" y="30"/>
                      </a:lnTo>
                      <a:lnTo>
                        <a:pt x="52" y="26"/>
                      </a:lnTo>
                      <a:lnTo>
                        <a:pt x="48" y="26"/>
                      </a:lnTo>
                      <a:lnTo>
                        <a:pt x="44" y="26"/>
                      </a:lnTo>
                      <a:lnTo>
                        <a:pt x="44" y="24"/>
                      </a:lnTo>
                      <a:lnTo>
                        <a:pt x="44" y="20"/>
                      </a:lnTo>
                      <a:lnTo>
                        <a:pt x="40" y="20"/>
                      </a:lnTo>
                      <a:lnTo>
                        <a:pt x="44" y="20"/>
                      </a:lnTo>
                      <a:lnTo>
                        <a:pt x="44" y="16"/>
                      </a:lnTo>
                      <a:lnTo>
                        <a:pt x="40" y="16"/>
                      </a:lnTo>
                      <a:lnTo>
                        <a:pt x="44" y="16"/>
                      </a:lnTo>
                      <a:lnTo>
                        <a:pt x="44" y="12"/>
                      </a:lnTo>
                      <a:lnTo>
                        <a:pt x="44" y="8"/>
                      </a:lnTo>
                      <a:lnTo>
                        <a:pt x="40" y="8"/>
                      </a:lnTo>
                      <a:lnTo>
                        <a:pt x="40" y="4"/>
                      </a:lnTo>
                      <a:lnTo>
                        <a:pt x="36" y="4"/>
                      </a:lnTo>
                      <a:lnTo>
                        <a:pt x="32" y="4"/>
                      </a:lnTo>
                      <a:lnTo>
                        <a:pt x="32" y="8"/>
                      </a:lnTo>
                      <a:lnTo>
                        <a:pt x="32" y="4"/>
                      </a:lnTo>
                      <a:lnTo>
                        <a:pt x="36" y="4"/>
                      </a:lnTo>
                      <a:lnTo>
                        <a:pt x="36" y="0"/>
                      </a:lnTo>
                      <a:lnTo>
                        <a:pt x="36" y="4"/>
                      </a:lnTo>
                      <a:lnTo>
                        <a:pt x="40" y="4"/>
                      </a:lnTo>
                      <a:lnTo>
                        <a:pt x="44" y="4"/>
                      </a:lnTo>
                      <a:lnTo>
                        <a:pt x="48" y="4"/>
                      </a:lnTo>
                      <a:lnTo>
                        <a:pt x="52" y="4"/>
                      </a:lnTo>
                      <a:lnTo>
                        <a:pt x="56" y="4"/>
                      </a:lnTo>
                      <a:lnTo>
                        <a:pt x="58" y="4"/>
                      </a:lnTo>
                      <a:lnTo>
                        <a:pt x="58" y="8"/>
                      </a:lnTo>
                      <a:lnTo>
                        <a:pt x="58" y="12"/>
                      </a:lnTo>
                      <a:lnTo>
                        <a:pt x="56" y="12"/>
                      </a:lnTo>
                      <a:lnTo>
                        <a:pt x="58" y="12"/>
                      </a:lnTo>
                      <a:lnTo>
                        <a:pt x="62" y="16"/>
                      </a:lnTo>
                      <a:lnTo>
                        <a:pt x="66" y="16"/>
                      </a:lnTo>
                      <a:lnTo>
                        <a:pt x="70" y="16"/>
                      </a:lnTo>
                      <a:lnTo>
                        <a:pt x="74" y="16"/>
                      </a:lnTo>
                      <a:lnTo>
                        <a:pt x="74" y="20"/>
                      </a:lnTo>
                      <a:lnTo>
                        <a:pt x="70" y="24"/>
                      </a:lnTo>
                      <a:lnTo>
                        <a:pt x="70" y="26"/>
                      </a:lnTo>
                      <a:lnTo>
                        <a:pt x="70" y="24"/>
                      </a:lnTo>
                      <a:lnTo>
                        <a:pt x="74" y="24"/>
                      </a:lnTo>
                      <a:lnTo>
                        <a:pt x="78" y="24"/>
                      </a:lnTo>
                      <a:lnTo>
                        <a:pt x="78" y="26"/>
                      </a:lnTo>
                      <a:lnTo>
                        <a:pt x="82" y="24"/>
                      </a:lnTo>
                      <a:lnTo>
                        <a:pt x="82" y="20"/>
                      </a:lnTo>
                      <a:lnTo>
                        <a:pt x="86" y="20"/>
                      </a:lnTo>
                      <a:lnTo>
                        <a:pt x="88" y="20"/>
                      </a:lnTo>
                      <a:lnTo>
                        <a:pt x="92" y="16"/>
                      </a:lnTo>
                      <a:lnTo>
                        <a:pt x="92" y="12"/>
                      </a:lnTo>
                      <a:lnTo>
                        <a:pt x="96" y="12"/>
                      </a:lnTo>
                      <a:lnTo>
                        <a:pt x="100" y="12"/>
                      </a:lnTo>
                      <a:lnTo>
                        <a:pt x="100" y="16"/>
                      </a:lnTo>
                      <a:lnTo>
                        <a:pt x="96" y="16"/>
                      </a:lnTo>
                      <a:lnTo>
                        <a:pt x="92" y="16"/>
                      </a:lnTo>
                      <a:lnTo>
                        <a:pt x="92" y="20"/>
                      </a:lnTo>
                      <a:lnTo>
                        <a:pt x="92" y="16"/>
                      </a:lnTo>
                      <a:lnTo>
                        <a:pt x="96" y="16"/>
                      </a:lnTo>
                      <a:lnTo>
                        <a:pt x="100" y="16"/>
                      </a:lnTo>
                      <a:lnTo>
                        <a:pt x="104" y="16"/>
                      </a:lnTo>
                      <a:lnTo>
                        <a:pt x="104" y="20"/>
                      </a:lnTo>
                      <a:lnTo>
                        <a:pt x="108" y="20"/>
                      </a:lnTo>
                      <a:lnTo>
                        <a:pt x="108" y="24"/>
                      </a:lnTo>
                      <a:lnTo>
                        <a:pt x="108" y="20"/>
                      </a:lnTo>
                      <a:lnTo>
                        <a:pt x="112" y="20"/>
                      </a:lnTo>
                      <a:lnTo>
                        <a:pt x="112" y="24"/>
                      </a:lnTo>
                      <a:lnTo>
                        <a:pt x="114" y="26"/>
                      </a:lnTo>
                      <a:lnTo>
                        <a:pt x="112" y="26"/>
                      </a:lnTo>
                      <a:lnTo>
                        <a:pt x="114" y="26"/>
                      </a:lnTo>
                      <a:lnTo>
                        <a:pt x="118" y="30"/>
                      </a:lnTo>
                      <a:lnTo>
                        <a:pt x="118" y="34"/>
                      </a:lnTo>
                      <a:lnTo>
                        <a:pt x="122" y="38"/>
                      </a:lnTo>
                      <a:lnTo>
                        <a:pt x="122" y="42"/>
                      </a:lnTo>
                      <a:lnTo>
                        <a:pt x="118" y="46"/>
                      </a:lnTo>
                      <a:lnTo>
                        <a:pt x="118" y="50"/>
                      </a:lnTo>
                      <a:lnTo>
                        <a:pt x="122" y="50"/>
                      </a:lnTo>
                      <a:lnTo>
                        <a:pt x="122" y="52"/>
                      </a:lnTo>
                      <a:lnTo>
                        <a:pt x="126" y="52"/>
                      </a:lnTo>
                      <a:lnTo>
                        <a:pt x="126" y="56"/>
                      </a:lnTo>
                      <a:lnTo>
                        <a:pt x="122" y="56"/>
                      </a:lnTo>
                      <a:lnTo>
                        <a:pt x="122" y="60"/>
                      </a:lnTo>
                      <a:lnTo>
                        <a:pt x="126" y="60"/>
                      </a:lnTo>
                      <a:lnTo>
                        <a:pt x="126" y="64"/>
                      </a:lnTo>
                      <a:lnTo>
                        <a:pt x="126" y="68"/>
                      </a:lnTo>
                      <a:lnTo>
                        <a:pt x="122" y="68"/>
                      </a:lnTo>
                      <a:lnTo>
                        <a:pt x="126" y="72"/>
                      </a:lnTo>
                      <a:lnTo>
                        <a:pt x="126" y="76"/>
                      </a:lnTo>
                      <a:lnTo>
                        <a:pt x="130" y="76"/>
                      </a:lnTo>
                      <a:lnTo>
                        <a:pt x="130" y="78"/>
                      </a:lnTo>
                      <a:lnTo>
                        <a:pt x="130" y="82"/>
                      </a:lnTo>
                      <a:lnTo>
                        <a:pt x="130" y="86"/>
                      </a:lnTo>
                      <a:lnTo>
                        <a:pt x="126" y="90"/>
                      </a:lnTo>
                      <a:lnTo>
                        <a:pt x="122" y="90"/>
                      </a:lnTo>
                      <a:lnTo>
                        <a:pt x="126" y="90"/>
                      </a:lnTo>
                      <a:lnTo>
                        <a:pt x="122" y="86"/>
                      </a:lnTo>
                      <a:lnTo>
                        <a:pt x="118" y="86"/>
                      </a:lnTo>
                      <a:lnTo>
                        <a:pt x="122" y="86"/>
                      </a:lnTo>
                      <a:lnTo>
                        <a:pt x="118" y="90"/>
                      </a:lnTo>
                      <a:lnTo>
                        <a:pt x="114" y="90"/>
                      </a:lnTo>
                      <a:lnTo>
                        <a:pt x="112" y="94"/>
                      </a:lnTo>
                      <a:lnTo>
                        <a:pt x="108" y="94"/>
                      </a:lnTo>
                      <a:lnTo>
                        <a:pt x="104" y="94"/>
                      </a:lnTo>
                      <a:lnTo>
                        <a:pt x="104" y="98"/>
                      </a:lnTo>
                      <a:lnTo>
                        <a:pt x="100" y="98"/>
                      </a:lnTo>
                      <a:lnTo>
                        <a:pt x="96" y="98"/>
                      </a:lnTo>
                      <a:lnTo>
                        <a:pt x="92" y="102"/>
                      </a:lnTo>
                      <a:lnTo>
                        <a:pt x="92" y="106"/>
                      </a:lnTo>
                      <a:lnTo>
                        <a:pt x="88" y="102"/>
                      </a:lnTo>
                      <a:lnTo>
                        <a:pt x="88" y="106"/>
                      </a:lnTo>
                      <a:lnTo>
                        <a:pt x="92" y="106"/>
                      </a:lnTo>
                      <a:lnTo>
                        <a:pt x="92" y="108"/>
                      </a:lnTo>
                      <a:lnTo>
                        <a:pt x="96" y="108"/>
                      </a:lnTo>
                      <a:lnTo>
                        <a:pt x="92" y="112"/>
                      </a:lnTo>
                      <a:lnTo>
                        <a:pt x="92" y="116"/>
                      </a:lnTo>
                      <a:lnTo>
                        <a:pt x="96" y="116"/>
                      </a:lnTo>
                      <a:lnTo>
                        <a:pt x="96" y="120"/>
                      </a:lnTo>
                      <a:lnTo>
                        <a:pt x="100" y="120"/>
                      </a:lnTo>
                      <a:lnTo>
                        <a:pt x="100" y="124"/>
                      </a:lnTo>
                      <a:lnTo>
                        <a:pt x="104" y="124"/>
                      </a:lnTo>
                      <a:lnTo>
                        <a:pt x="108" y="128"/>
                      </a:lnTo>
                      <a:lnTo>
                        <a:pt x="112" y="132"/>
                      </a:lnTo>
                      <a:lnTo>
                        <a:pt x="112" y="134"/>
                      </a:lnTo>
                      <a:lnTo>
                        <a:pt x="112" y="138"/>
                      </a:lnTo>
                      <a:lnTo>
                        <a:pt x="108" y="138"/>
                      </a:lnTo>
                      <a:lnTo>
                        <a:pt x="108" y="142"/>
                      </a:lnTo>
                      <a:lnTo>
                        <a:pt x="104" y="142"/>
                      </a:lnTo>
                      <a:lnTo>
                        <a:pt x="100" y="142"/>
                      </a:lnTo>
                      <a:lnTo>
                        <a:pt x="100" y="146"/>
                      </a:lnTo>
                      <a:lnTo>
                        <a:pt x="96" y="146"/>
                      </a:lnTo>
                      <a:lnTo>
                        <a:pt x="100" y="146"/>
                      </a:lnTo>
                      <a:lnTo>
                        <a:pt x="100" y="150"/>
                      </a:lnTo>
                      <a:lnTo>
                        <a:pt x="100" y="154"/>
                      </a:lnTo>
                      <a:lnTo>
                        <a:pt x="104" y="154"/>
                      </a:lnTo>
                      <a:lnTo>
                        <a:pt x="104" y="158"/>
                      </a:lnTo>
                      <a:lnTo>
                        <a:pt x="104" y="162"/>
                      </a:lnTo>
                      <a:lnTo>
                        <a:pt x="100" y="162"/>
                      </a:lnTo>
                      <a:lnTo>
                        <a:pt x="100" y="158"/>
                      </a:lnTo>
                      <a:lnTo>
                        <a:pt x="96" y="158"/>
                      </a:lnTo>
                      <a:lnTo>
                        <a:pt x="92" y="158"/>
                      </a:lnTo>
                      <a:lnTo>
                        <a:pt x="88" y="158"/>
                      </a:lnTo>
                      <a:lnTo>
                        <a:pt x="86" y="158"/>
                      </a:lnTo>
                      <a:lnTo>
                        <a:pt x="82" y="158"/>
                      </a:lnTo>
                      <a:lnTo>
                        <a:pt x="78" y="158"/>
                      </a:lnTo>
                      <a:lnTo>
                        <a:pt x="78" y="162"/>
                      </a:lnTo>
                      <a:lnTo>
                        <a:pt x="74" y="162"/>
                      </a:lnTo>
                      <a:lnTo>
                        <a:pt x="70" y="158"/>
                      </a:lnTo>
                      <a:lnTo>
                        <a:pt x="66" y="158"/>
                      </a:lnTo>
                      <a:lnTo>
                        <a:pt x="66" y="162"/>
                      </a:lnTo>
                      <a:lnTo>
                        <a:pt x="62" y="164"/>
                      </a:lnTo>
                      <a:lnTo>
                        <a:pt x="62" y="162"/>
                      </a:lnTo>
                      <a:lnTo>
                        <a:pt x="58" y="162"/>
                      </a:lnTo>
                      <a:lnTo>
                        <a:pt x="58" y="158"/>
                      </a:lnTo>
                      <a:lnTo>
                        <a:pt x="56" y="158"/>
                      </a:lnTo>
                      <a:lnTo>
                        <a:pt x="52" y="158"/>
                      </a:lnTo>
                      <a:lnTo>
                        <a:pt x="48" y="158"/>
                      </a:lnTo>
                      <a:lnTo>
                        <a:pt x="44" y="158"/>
                      </a:lnTo>
                      <a:lnTo>
                        <a:pt x="44" y="154"/>
                      </a:lnTo>
                      <a:lnTo>
                        <a:pt x="44" y="158"/>
                      </a:lnTo>
                      <a:lnTo>
                        <a:pt x="44" y="154"/>
                      </a:lnTo>
                      <a:lnTo>
                        <a:pt x="40" y="154"/>
                      </a:lnTo>
                      <a:lnTo>
                        <a:pt x="40" y="158"/>
                      </a:lnTo>
                      <a:lnTo>
                        <a:pt x="40" y="154"/>
                      </a:lnTo>
                      <a:lnTo>
                        <a:pt x="36" y="154"/>
                      </a:lnTo>
                      <a:lnTo>
                        <a:pt x="36" y="158"/>
                      </a:lnTo>
                      <a:lnTo>
                        <a:pt x="40" y="158"/>
                      </a:lnTo>
                      <a:lnTo>
                        <a:pt x="36" y="158"/>
                      </a:lnTo>
                      <a:lnTo>
                        <a:pt x="32" y="158"/>
                      </a:lnTo>
                      <a:lnTo>
                        <a:pt x="30" y="158"/>
                      </a:lnTo>
                      <a:lnTo>
                        <a:pt x="26" y="158"/>
                      </a:lnTo>
                      <a:lnTo>
                        <a:pt x="26" y="158"/>
                      </a:lnTo>
                      <a:lnTo>
                        <a:pt x="26" y="158"/>
                      </a:lnTo>
                      <a:close/>
                      <a:moveTo>
                        <a:pt x="118" y="26"/>
                      </a:moveTo>
                      <a:lnTo>
                        <a:pt x="114" y="26"/>
                      </a:lnTo>
                      <a:lnTo>
                        <a:pt x="112" y="26"/>
                      </a:lnTo>
                      <a:lnTo>
                        <a:pt x="114" y="26"/>
                      </a:lnTo>
                      <a:lnTo>
                        <a:pt x="114" y="24"/>
                      </a:lnTo>
                      <a:lnTo>
                        <a:pt x="112" y="24"/>
                      </a:lnTo>
                      <a:lnTo>
                        <a:pt x="112" y="20"/>
                      </a:lnTo>
                      <a:lnTo>
                        <a:pt x="114" y="20"/>
                      </a:lnTo>
                      <a:lnTo>
                        <a:pt x="114" y="24"/>
                      </a:lnTo>
                      <a:lnTo>
                        <a:pt x="118" y="24"/>
                      </a:lnTo>
                      <a:lnTo>
                        <a:pt x="118" y="26"/>
                      </a:lnTo>
                      <a:lnTo>
                        <a:pt x="118" y="26"/>
                      </a:lnTo>
                      <a:lnTo>
                        <a:pt x="118" y="26"/>
                      </a:lnTo>
                      <a:close/>
                      <a:moveTo>
                        <a:pt x="78" y="12"/>
                      </a:moveTo>
                      <a:lnTo>
                        <a:pt x="78" y="16"/>
                      </a:lnTo>
                      <a:lnTo>
                        <a:pt x="74" y="16"/>
                      </a:lnTo>
                      <a:lnTo>
                        <a:pt x="74" y="12"/>
                      </a:lnTo>
                      <a:lnTo>
                        <a:pt x="78" y="12"/>
                      </a:lnTo>
                      <a:lnTo>
                        <a:pt x="78" y="12"/>
                      </a:lnTo>
                      <a:lnTo>
                        <a:pt x="78" y="12"/>
                      </a:lnTo>
                      <a:close/>
                      <a:moveTo>
                        <a:pt x="40" y="8"/>
                      </a:moveTo>
                      <a:lnTo>
                        <a:pt x="36" y="8"/>
                      </a:lnTo>
                      <a:lnTo>
                        <a:pt x="40" y="8"/>
                      </a:lnTo>
                      <a:lnTo>
                        <a:pt x="40" y="8"/>
                      </a:lnTo>
                      <a:lnTo>
                        <a:pt x="40" y="8"/>
                      </a:lnTo>
                      <a:close/>
                      <a:moveTo>
                        <a:pt x="104" y="20"/>
                      </a:moveTo>
                      <a:lnTo>
                        <a:pt x="104" y="16"/>
                      </a:lnTo>
                      <a:lnTo>
                        <a:pt x="104" y="12"/>
                      </a:lnTo>
                      <a:lnTo>
                        <a:pt x="108" y="12"/>
                      </a:lnTo>
                      <a:lnTo>
                        <a:pt x="104" y="12"/>
                      </a:lnTo>
                      <a:lnTo>
                        <a:pt x="104" y="8"/>
                      </a:lnTo>
                      <a:lnTo>
                        <a:pt x="108" y="8"/>
                      </a:lnTo>
                      <a:lnTo>
                        <a:pt x="108" y="12"/>
                      </a:lnTo>
                      <a:lnTo>
                        <a:pt x="112" y="12"/>
                      </a:lnTo>
                      <a:lnTo>
                        <a:pt x="112" y="16"/>
                      </a:lnTo>
                      <a:lnTo>
                        <a:pt x="108" y="16"/>
                      </a:lnTo>
                      <a:lnTo>
                        <a:pt x="108" y="20"/>
                      </a:lnTo>
                      <a:lnTo>
                        <a:pt x="104" y="20"/>
                      </a:lnTo>
                      <a:lnTo>
                        <a:pt x="104" y="20"/>
                      </a:lnTo>
                      <a:lnTo>
                        <a:pt x="104" y="20"/>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113" name="Freeform 102">
                  <a:extLst>
                    <a:ext uri="{FF2B5EF4-FFF2-40B4-BE49-F238E27FC236}">
                      <a16:creationId xmlns:a16="http://schemas.microsoft.com/office/drawing/2014/main" id="{F0228218-9DFA-AA4F-FA5D-CEA002DE3017}"/>
                    </a:ext>
                  </a:extLst>
                </p:cNvPr>
                <p:cNvSpPr>
                  <a:spLocks noEditPoints="1"/>
                </p:cNvSpPr>
                <p:nvPr/>
              </p:nvSpPr>
              <p:spPr bwMode="gray">
                <a:xfrm>
                  <a:off x="5286948" y="3218727"/>
                  <a:ext cx="205233" cy="226104"/>
                </a:xfrm>
                <a:custGeom>
                  <a:avLst/>
                  <a:gdLst>
                    <a:gd name="T0" fmla="*/ 6 w 118"/>
                    <a:gd name="T1" fmla="*/ 48 h 130"/>
                    <a:gd name="T2" fmla="*/ 6 w 118"/>
                    <a:gd name="T3" fmla="*/ 34 h 130"/>
                    <a:gd name="T4" fmla="*/ 26 w 118"/>
                    <a:gd name="T5" fmla="*/ 18 h 130"/>
                    <a:gd name="T6" fmla="*/ 44 w 118"/>
                    <a:gd name="T7" fmla="*/ 8 h 130"/>
                    <a:gd name="T8" fmla="*/ 66 w 118"/>
                    <a:gd name="T9" fmla="*/ 4 h 130"/>
                    <a:gd name="T10" fmla="*/ 86 w 118"/>
                    <a:gd name="T11" fmla="*/ 12 h 130"/>
                    <a:gd name="T12" fmla="*/ 96 w 118"/>
                    <a:gd name="T13" fmla="*/ 8 h 130"/>
                    <a:gd name="T14" fmla="*/ 86 w 118"/>
                    <a:gd name="T15" fmla="*/ 18 h 130"/>
                    <a:gd name="T16" fmla="*/ 62 w 118"/>
                    <a:gd name="T17" fmla="*/ 18 h 130"/>
                    <a:gd name="T18" fmla="*/ 62 w 118"/>
                    <a:gd name="T19" fmla="*/ 30 h 130"/>
                    <a:gd name="T20" fmla="*/ 60 w 118"/>
                    <a:gd name="T21" fmla="*/ 38 h 130"/>
                    <a:gd name="T22" fmla="*/ 52 w 118"/>
                    <a:gd name="T23" fmla="*/ 34 h 130"/>
                    <a:gd name="T24" fmla="*/ 40 w 118"/>
                    <a:gd name="T25" fmla="*/ 38 h 130"/>
                    <a:gd name="T26" fmla="*/ 44 w 118"/>
                    <a:gd name="T27" fmla="*/ 52 h 130"/>
                    <a:gd name="T28" fmla="*/ 36 w 118"/>
                    <a:gd name="T29" fmla="*/ 56 h 130"/>
                    <a:gd name="T30" fmla="*/ 48 w 118"/>
                    <a:gd name="T31" fmla="*/ 60 h 130"/>
                    <a:gd name="T32" fmla="*/ 60 w 118"/>
                    <a:gd name="T33" fmla="*/ 74 h 130"/>
                    <a:gd name="T34" fmla="*/ 48 w 118"/>
                    <a:gd name="T35" fmla="*/ 74 h 130"/>
                    <a:gd name="T36" fmla="*/ 44 w 118"/>
                    <a:gd name="T37" fmla="*/ 82 h 130"/>
                    <a:gd name="T38" fmla="*/ 44 w 118"/>
                    <a:gd name="T39" fmla="*/ 98 h 130"/>
                    <a:gd name="T40" fmla="*/ 36 w 118"/>
                    <a:gd name="T41" fmla="*/ 102 h 130"/>
                    <a:gd name="T42" fmla="*/ 26 w 118"/>
                    <a:gd name="T43" fmla="*/ 90 h 130"/>
                    <a:gd name="T44" fmla="*/ 22 w 118"/>
                    <a:gd name="T45" fmla="*/ 72 h 130"/>
                    <a:gd name="T46" fmla="*/ 40 w 118"/>
                    <a:gd name="T47" fmla="*/ 74 h 130"/>
                    <a:gd name="T48" fmla="*/ 36 w 118"/>
                    <a:gd name="T49" fmla="*/ 64 h 130"/>
                    <a:gd name="T50" fmla="*/ 18 w 118"/>
                    <a:gd name="T51" fmla="*/ 60 h 130"/>
                    <a:gd name="T52" fmla="*/ 66 w 118"/>
                    <a:gd name="T53" fmla="*/ 22 h 130"/>
                    <a:gd name="T54" fmla="*/ 82 w 118"/>
                    <a:gd name="T55" fmla="*/ 26 h 130"/>
                    <a:gd name="T56" fmla="*/ 74 w 118"/>
                    <a:gd name="T57" fmla="*/ 34 h 130"/>
                    <a:gd name="T58" fmla="*/ 2 w 118"/>
                    <a:gd name="T59" fmla="*/ 42 h 130"/>
                    <a:gd name="T60" fmla="*/ 0 w 118"/>
                    <a:gd name="T61" fmla="*/ 38 h 130"/>
                    <a:gd name="T62" fmla="*/ 92 w 118"/>
                    <a:gd name="T63" fmla="*/ 52 h 130"/>
                    <a:gd name="T64" fmla="*/ 60 w 118"/>
                    <a:gd name="T65" fmla="*/ 68 h 130"/>
                    <a:gd name="T66" fmla="*/ 48 w 118"/>
                    <a:gd name="T67" fmla="*/ 52 h 130"/>
                    <a:gd name="T68" fmla="*/ 62 w 118"/>
                    <a:gd name="T69" fmla="*/ 72 h 130"/>
                    <a:gd name="T70" fmla="*/ 60 w 118"/>
                    <a:gd name="T71" fmla="*/ 68 h 130"/>
                    <a:gd name="T72" fmla="*/ 14 w 118"/>
                    <a:gd name="T73" fmla="*/ 60 h 130"/>
                    <a:gd name="T74" fmla="*/ 90 w 118"/>
                    <a:gd name="T75" fmla="*/ 72 h 130"/>
                    <a:gd name="T76" fmla="*/ 90 w 118"/>
                    <a:gd name="T77" fmla="*/ 72 h 130"/>
                    <a:gd name="T78" fmla="*/ 14 w 118"/>
                    <a:gd name="T79" fmla="*/ 68 h 130"/>
                    <a:gd name="T80" fmla="*/ 10 w 118"/>
                    <a:gd name="T81" fmla="*/ 64 h 130"/>
                    <a:gd name="T82" fmla="*/ 74 w 118"/>
                    <a:gd name="T83" fmla="*/ 78 h 130"/>
                    <a:gd name="T84" fmla="*/ 18 w 118"/>
                    <a:gd name="T85" fmla="*/ 78 h 130"/>
                    <a:gd name="T86" fmla="*/ 100 w 118"/>
                    <a:gd name="T87" fmla="*/ 78 h 130"/>
                    <a:gd name="T88" fmla="*/ 92 w 118"/>
                    <a:gd name="T89" fmla="*/ 82 h 130"/>
                    <a:gd name="T90" fmla="*/ 62 w 118"/>
                    <a:gd name="T91" fmla="*/ 82 h 130"/>
                    <a:gd name="T92" fmla="*/ 74 w 118"/>
                    <a:gd name="T93" fmla="*/ 78 h 130"/>
                    <a:gd name="T94" fmla="*/ 66 w 118"/>
                    <a:gd name="T95" fmla="*/ 82 h 130"/>
                    <a:gd name="T96" fmla="*/ 74 w 118"/>
                    <a:gd name="T97" fmla="*/ 94 h 130"/>
                    <a:gd name="T98" fmla="*/ 100 w 118"/>
                    <a:gd name="T99" fmla="*/ 94 h 130"/>
                    <a:gd name="T100" fmla="*/ 104 w 118"/>
                    <a:gd name="T101" fmla="*/ 94 h 130"/>
                    <a:gd name="T102" fmla="*/ 78 w 118"/>
                    <a:gd name="T103" fmla="*/ 102 h 130"/>
                    <a:gd name="T104" fmla="*/ 66 w 118"/>
                    <a:gd name="T105" fmla="*/ 102 h 130"/>
                    <a:gd name="T106" fmla="*/ 112 w 118"/>
                    <a:gd name="T107" fmla="*/ 108 h 130"/>
                    <a:gd name="T108" fmla="*/ 44 w 118"/>
                    <a:gd name="T109" fmla="*/ 108 h 130"/>
                    <a:gd name="T110" fmla="*/ 104 w 118"/>
                    <a:gd name="T111" fmla="*/ 124 h 130"/>
                    <a:gd name="T112" fmla="*/ 62 w 118"/>
                    <a:gd name="T113" fmla="*/ 120 h 130"/>
                    <a:gd name="T114" fmla="*/ 82 w 118"/>
                    <a:gd name="T115" fmla="*/ 124 h 130"/>
                    <a:gd name="T116" fmla="*/ 78 w 118"/>
                    <a:gd name="T117" fmla="*/ 130 h 130"/>
                    <a:gd name="T118" fmla="*/ 56 w 118"/>
                    <a:gd name="T119" fmla="*/ 128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18" h="130">
                      <a:moveTo>
                        <a:pt x="18" y="52"/>
                      </a:moveTo>
                      <a:lnTo>
                        <a:pt x="18" y="56"/>
                      </a:lnTo>
                      <a:lnTo>
                        <a:pt x="14" y="52"/>
                      </a:lnTo>
                      <a:lnTo>
                        <a:pt x="14" y="56"/>
                      </a:lnTo>
                      <a:lnTo>
                        <a:pt x="14" y="52"/>
                      </a:lnTo>
                      <a:lnTo>
                        <a:pt x="10" y="52"/>
                      </a:lnTo>
                      <a:lnTo>
                        <a:pt x="10" y="48"/>
                      </a:lnTo>
                      <a:lnTo>
                        <a:pt x="6" y="48"/>
                      </a:lnTo>
                      <a:lnTo>
                        <a:pt x="6" y="46"/>
                      </a:lnTo>
                      <a:lnTo>
                        <a:pt x="6" y="42"/>
                      </a:lnTo>
                      <a:lnTo>
                        <a:pt x="2" y="42"/>
                      </a:lnTo>
                      <a:lnTo>
                        <a:pt x="6" y="42"/>
                      </a:lnTo>
                      <a:lnTo>
                        <a:pt x="6" y="38"/>
                      </a:lnTo>
                      <a:lnTo>
                        <a:pt x="6" y="42"/>
                      </a:lnTo>
                      <a:lnTo>
                        <a:pt x="6" y="38"/>
                      </a:lnTo>
                      <a:lnTo>
                        <a:pt x="6" y="34"/>
                      </a:lnTo>
                      <a:lnTo>
                        <a:pt x="10" y="34"/>
                      </a:lnTo>
                      <a:lnTo>
                        <a:pt x="14" y="30"/>
                      </a:lnTo>
                      <a:lnTo>
                        <a:pt x="14" y="26"/>
                      </a:lnTo>
                      <a:lnTo>
                        <a:pt x="18" y="26"/>
                      </a:lnTo>
                      <a:lnTo>
                        <a:pt x="18" y="22"/>
                      </a:lnTo>
                      <a:lnTo>
                        <a:pt x="18" y="18"/>
                      </a:lnTo>
                      <a:lnTo>
                        <a:pt x="22" y="18"/>
                      </a:lnTo>
                      <a:lnTo>
                        <a:pt x="26" y="18"/>
                      </a:lnTo>
                      <a:lnTo>
                        <a:pt x="30" y="18"/>
                      </a:lnTo>
                      <a:lnTo>
                        <a:pt x="30" y="16"/>
                      </a:lnTo>
                      <a:lnTo>
                        <a:pt x="32" y="12"/>
                      </a:lnTo>
                      <a:lnTo>
                        <a:pt x="36" y="12"/>
                      </a:lnTo>
                      <a:lnTo>
                        <a:pt x="36" y="16"/>
                      </a:lnTo>
                      <a:lnTo>
                        <a:pt x="40" y="16"/>
                      </a:lnTo>
                      <a:lnTo>
                        <a:pt x="40" y="12"/>
                      </a:lnTo>
                      <a:lnTo>
                        <a:pt x="44" y="8"/>
                      </a:lnTo>
                      <a:lnTo>
                        <a:pt x="48" y="12"/>
                      </a:lnTo>
                      <a:lnTo>
                        <a:pt x="48" y="8"/>
                      </a:lnTo>
                      <a:lnTo>
                        <a:pt x="52" y="8"/>
                      </a:lnTo>
                      <a:lnTo>
                        <a:pt x="56" y="8"/>
                      </a:lnTo>
                      <a:lnTo>
                        <a:pt x="60" y="8"/>
                      </a:lnTo>
                      <a:lnTo>
                        <a:pt x="60" y="4"/>
                      </a:lnTo>
                      <a:lnTo>
                        <a:pt x="62" y="4"/>
                      </a:lnTo>
                      <a:lnTo>
                        <a:pt x="66" y="4"/>
                      </a:lnTo>
                      <a:lnTo>
                        <a:pt x="66" y="8"/>
                      </a:lnTo>
                      <a:lnTo>
                        <a:pt x="70" y="8"/>
                      </a:lnTo>
                      <a:lnTo>
                        <a:pt x="74" y="8"/>
                      </a:lnTo>
                      <a:lnTo>
                        <a:pt x="74" y="12"/>
                      </a:lnTo>
                      <a:lnTo>
                        <a:pt x="78" y="12"/>
                      </a:lnTo>
                      <a:lnTo>
                        <a:pt x="82" y="12"/>
                      </a:lnTo>
                      <a:lnTo>
                        <a:pt x="86" y="8"/>
                      </a:lnTo>
                      <a:lnTo>
                        <a:pt x="86" y="12"/>
                      </a:lnTo>
                      <a:lnTo>
                        <a:pt x="90" y="12"/>
                      </a:lnTo>
                      <a:lnTo>
                        <a:pt x="90" y="8"/>
                      </a:lnTo>
                      <a:lnTo>
                        <a:pt x="90" y="4"/>
                      </a:lnTo>
                      <a:lnTo>
                        <a:pt x="90" y="0"/>
                      </a:lnTo>
                      <a:lnTo>
                        <a:pt x="92" y="0"/>
                      </a:lnTo>
                      <a:lnTo>
                        <a:pt x="92" y="4"/>
                      </a:lnTo>
                      <a:lnTo>
                        <a:pt x="96" y="4"/>
                      </a:lnTo>
                      <a:lnTo>
                        <a:pt x="96" y="8"/>
                      </a:lnTo>
                      <a:lnTo>
                        <a:pt x="96" y="12"/>
                      </a:lnTo>
                      <a:lnTo>
                        <a:pt x="92" y="12"/>
                      </a:lnTo>
                      <a:lnTo>
                        <a:pt x="92" y="16"/>
                      </a:lnTo>
                      <a:lnTo>
                        <a:pt x="92" y="18"/>
                      </a:lnTo>
                      <a:lnTo>
                        <a:pt x="90" y="18"/>
                      </a:lnTo>
                      <a:lnTo>
                        <a:pt x="90" y="22"/>
                      </a:lnTo>
                      <a:lnTo>
                        <a:pt x="90" y="18"/>
                      </a:lnTo>
                      <a:lnTo>
                        <a:pt x="86" y="18"/>
                      </a:lnTo>
                      <a:lnTo>
                        <a:pt x="82" y="18"/>
                      </a:lnTo>
                      <a:lnTo>
                        <a:pt x="78" y="18"/>
                      </a:lnTo>
                      <a:lnTo>
                        <a:pt x="74" y="16"/>
                      </a:lnTo>
                      <a:lnTo>
                        <a:pt x="70" y="18"/>
                      </a:lnTo>
                      <a:lnTo>
                        <a:pt x="66" y="18"/>
                      </a:lnTo>
                      <a:lnTo>
                        <a:pt x="66" y="16"/>
                      </a:lnTo>
                      <a:lnTo>
                        <a:pt x="66" y="18"/>
                      </a:lnTo>
                      <a:lnTo>
                        <a:pt x="62" y="18"/>
                      </a:lnTo>
                      <a:lnTo>
                        <a:pt x="62" y="22"/>
                      </a:lnTo>
                      <a:lnTo>
                        <a:pt x="60" y="22"/>
                      </a:lnTo>
                      <a:lnTo>
                        <a:pt x="60" y="18"/>
                      </a:lnTo>
                      <a:lnTo>
                        <a:pt x="56" y="18"/>
                      </a:lnTo>
                      <a:lnTo>
                        <a:pt x="56" y="22"/>
                      </a:lnTo>
                      <a:lnTo>
                        <a:pt x="56" y="26"/>
                      </a:lnTo>
                      <a:lnTo>
                        <a:pt x="60" y="26"/>
                      </a:lnTo>
                      <a:lnTo>
                        <a:pt x="62" y="30"/>
                      </a:lnTo>
                      <a:lnTo>
                        <a:pt x="66" y="30"/>
                      </a:lnTo>
                      <a:lnTo>
                        <a:pt x="66" y="34"/>
                      </a:lnTo>
                      <a:lnTo>
                        <a:pt x="62" y="34"/>
                      </a:lnTo>
                      <a:lnTo>
                        <a:pt x="62" y="30"/>
                      </a:lnTo>
                      <a:lnTo>
                        <a:pt x="60" y="30"/>
                      </a:lnTo>
                      <a:lnTo>
                        <a:pt x="56" y="30"/>
                      </a:lnTo>
                      <a:lnTo>
                        <a:pt x="60" y="34"/>
                      </a:lnTo>
                      <a:lnTo>
                        <a:pt x="60" y="38"/>
                      </a:lnTo>
                      <a:lnTo>
                        <a:pt x="56" y="34"/>
                      </a:lnTo>
                      <a:lnTo>
                        <a:pt x="56" y="30"/>
                      </a:lnTo>
                      <a:lnTo>
                        <a:pt x="52" y="30"/>
                      </a:lnTo>
                      <a:lnTo>
                        <a:pt x="52" y="34"/>
                      </a:lnTo>
                      <a:lnTo>
                        <a:pt x="56" y="34"/>
                      </a:lnTo>
                      <a:lnTo>
                        <a:pt x="56" y="38"/>
                      </a:lnTo>
                      <a:lnTo>
                        <a:pt x="52" y="38"/>
                      </a:lnTo>
                      <a:lnTo>
                        <a:pt x="52" y="34"/>
                      </a:lnTo>
                      <a:lnTo>
                        <a:pt x="52" y="30"/>
                      </a:lnTo>
                      <a:lnTo>
                        <a:pt x="48" y="30"/>
                      </a:lnTo>
                      <a:lnTo>
                        <a:pt x="44" y="26"/>
                      </a:lnTo>
                      <a:lnTo>
                        <a:pt x="44" y="22"/>
                      </a:lnTo>
                      <a:lnTo>
                        <a:pt x="40" y="26"/>
                      </a:lnTo>
                      <a:lnTo>
                        <a:pt x="40" y="30"/>
                      </a:lnTo>
                      <a:lnTo>
                        <a:pt x="40" y="34"/>
                      </a:lnTo>
                      <a:lnTo>
                        <a:pt x="40" y="38"/>
                      </a:lnTo>
                      <a:lnTo>
                        <a:pt x="44" y="42"/>
                      </a:lnTo>
                      <a:lnTo>
                        <a:pt x="44" y="46"/>
                      </a:lnTo>
                      <a:lnTo>
                        <a:pt x="48" y="46"/>
                      </a:lnTo>
                      <a:lnTo>
                        <a:pt x="48" y="48"/>
                      </a:lnTo>
                      <a:lnTo>
                        <a:pt x="52" y="48"/>
                      </a:lnTo>
                      <a:lnTo>
                        <a:pt x="52" y="52"/>
                      </a:lnTo>
                      <a:lnTo>
                        <a:pt x="48" y="52"/>
                      </a:lnTo>
                      <a:lnTo>
                        <a:pt x="44" y="52"/>
                      </a:lnTo>
                      <a:lnTo>
                        <a:pt x="48" y="52"/>
                      </a:lnTo>
                      <a:lnTo>
                        <a:pt x="48" y="48"/>
                      </a:lnTo>
                      <a:lnTo>
                        <a:pt x="44" y="48"/>
                      </a:lnTo>
                      <a:lnTo>
                        <a:pt x="44" y="52"/>
                      </a:lnTo>
                      <a:lnTo>
                        <a:pt x="48" y="52"/>
                      </a:lnTo>
                      <a:lnTo>
                        <a:pt x="44" y="56"/>
                      </a:lnTo>
                      <a:lnTo>
                        <a:pt x="40" y="56"/>
                      </a:lnTo>
                      <a:lnTo>
                        <a:pt x="36" y="56"/>
                      </a:lnTo>
                      <a:lnTo>
                        <a:pt x="40" y="56"/>
                      </a:lnTo>
                      <a:lnTo>
                        <a:pt x="40" y="60"/>
                      </a:lnTo>
                      <a:lnTo>
                        <a:pt x="40" y="56"/>
                      </a:lnTo>
                      <a:lnTo>
                        <a:pt x="40" y="60"/>
                      </a:lnTo>
                      <a:lnTo>
                        <a:pt x="44" y="60"/>
                      </a:lnTo>
                      <a:lnTo>
                        <a:pt x="48" y="60"/>
                      </a:lnTo>
                      <a:lnTo>
                        <a:pt x="48" y="64"/>
                      </a:lnTo>
                      <a:lnTo>
                        <a:pt x="48" y="60"/>
                      </a:lnTo>
                      <a:lnTo>
                        <a:pt x="52" y="64"/>
                      </a:lnTo>
                      <a:lnTo>
                        <a:pt x="48" y="64"/>
                      </a:lnTo>
                      <a:lnTo>
                        <a:pt x="52" y="64"/>
                      </a:lnTo>
                      <a:lnTo>
                        <a:pt x="56" y="64"/>
                      </a:lnTo>
                      <a:lnTo>
                        <a:pt x="56" y="68"/>
                      </a:lnTo>
                      <a:lnTo>
                        <a:pt x="60" y="68"/>
                      </a:lnTo>
                      <a:lnTo>
                        <a:pt x="60" y="72"/>
                      </a:lnTo>
                      <a:lnTo>
                        <a:pt x="60" y="74"/>
                      </a:lnTo>
                      <a:lnTo>
                        <a:pt x="60" y="78"/>
                      </a:lnTo>
                      <a:lnTo>
                        <a:pt x="60" y="82"/>
                      </a:lnTo>
                      <a:lnTo>
                        <a:pt x="60" y="78"/>
                      </a:lnTo>
                      <a:lnTo>
                        <a:pt x="56" y="78"/>
                      </a:lnTo>
                      <a:lnTo>
                        <a:pt x="52" y="74"/>
                      </a:lnTo>
                      <a:lnTo>
                        <a:pt x="56" y="74"/>
                      </a:lnTo>
                      <a:lnTo>
                        <a:pt x="52" y="74"/>
                      </a:lnTo>
                      <a:lnTo>
                        <a:pt x="48" y="74"/>
                      </a:lnTo>
                      <a:lnTo>
                        <a:pt x="44" y="74"/>
                      </a:lnTo>
                      <a:lnTo>
                        <a:pt x="44" y="78"/>
                      </a:lnTo>
                      <a:lnTo>
                        <a:pt x="48" y="78"/>
                      </a:lnTo>
                      <a:lnTo>
                        <a:pt x="48" y="82"/>
                      </a:lnTo>
                      <a:lnTo>
                        <a:pt x="52" y="82"/>
                      </a:lnTo>
                      <a:lnTo>
                        <a:pt x="52" y="86"/>
                      </a:lnTo>
                      <a:lnTo>
                        <a:pt x="48" y="86"/>
                      </a:lnTo>
                      <a:lnTo>
                        <a:pt x="44" y="82"/>
                      </a:lnTo>
                      <a:lnTo>
                        <a:pt x="40" y="82"/>
                      </a:lnTo>
                      <a:lnTo>
                        <a:pt x="40" y="86"/>
                      </a:lnTo>
                      <a:lnTo>
                        <a:pt x="44" y="86"/>
                      </a:lnTo>
                      <a:lnTo>
                        <a:pt x="44" y="90"/>
                      </a:lnTo>
                      <a:lnTo>
                        <a:pt x="44" y="94"/>
                      </a:lnTo>
                      <a:lnTo>
                        <a:pt x="44" y="98"/>
                      </a:lnTo>
                      <a:lnTo>
                        <a:pt x="48" y="98"/>
                      </a:lnTo>
                      <a:lnTo>
                        <a:pt x="44" y="98"/>
                      </a:lnTo>
                      <a:lnTo>
                        <a:pt x="44" y="102"/>
                      </a:lnTo>
                      <a:lnTo>
                        <a:pt x="48" y="102"/>
                      </a:lnTo>
                      <a:lnTo>
                        <a:pt x="48" y="104"/>
                      </a:lnTo>
                      <a:lnTo>
                        <a:pt x="44" y="102"/>
                      </a:lnTo>
                      <a:lnTo>
                        <a:pt x="40" y="98"/>
                      </a:lnTo>
                      <a:lnTo>
                        <a:pt x="36" y="102"/>
                      </a:lnTo>
                      <a:lnTo>
                        <a:pt x="36" y="104"/>
                      </a:lnTo>
                      <a:lnTo>
                        <a:pt x="36" y="102"/>
                      </a:lnTo>
                      <a:lnTo>
                        <a:pt x="36" y="98"/>
                      </a:lnTo>
                      <a:lnTo>
                        <a:pt x="32" y="98"/>
                      </a:lnTo>
                      <a:lnTo>
                        <a:pt x="32" y="94"/>
                      </a:lnTo>
                      <a:lnTo>
                        <a:pt x="30" y="94"/>
                      </a:lnTo>
                      <a:lnTo>
                        <a:pt x="30" y="98"/>
                      </a:lnTo>
                      <a:lnTo>
                        <a:pt x="26" y="98"/>
                      </a:lnTo>
                      <a:lnTo>
                        <a:pt x="26" y="94"/>
                      </a:lnTo>
                      <a:lnTo>
                        <a:pt x="26" y="90"/>
                      </a:lnTo>
                      <a:lnTo>
                        <a:pt x="26" y="86"/>
                      </a:lnTo>
                      <a:lnTo>
                        <a:pt x="26" y="82"/>
                      </a:lnTo>
                      <a:lnTo>
                        <a:pt x="22" y="82"/>
                      </a:lnTo>
                      <a:lnTo>
                        <a:pt x="22" y="78"/>
                      </a:lnTo>
                      <a:lnTo>
                        <a:pt x="18" y="78"/>
                      </a:lnTo>
                      <a:lnTo>
                        <a:pt x="18" y="74"/>
                      </a:lnTo>
                      <a:lnTo>
                        <a:pt x="22" y="74"/>
                      </a:lnTo>
                      <a:lnTo>
                        <a:pt x="22" y="72"/>
                      </a:lnTo>
                      <a:lnTo>
                        <a:pt x="26" y="72"/>
                      </a:lnTo>
                      <a:lnTo>
                        <a:pt x="26" y="68"/>
                      </a:lnTo>
                      <a:lnTo>
                        <a:pt x="30" y="68"/>
                      </a:lnTo>
                      <a:lnTo>
                        <a:pt x="32" y="68"/>
                      </a:lnTo>
                      <a:lnTo>
                        <a:pt x="32" y="72"/>
                      </a:lnTo>
                      <a:lnTo>
                        <a:pt x="36" y="72"/>
                      </a:lnTo>
                      <a:lnTo>
                        <a:pt x="40" y="72"/>
                      </a:lnTo>
                      <a:lnTo>
                        <a:pt x="40" y="74"/>
                      </a:lnTo>
                      <a:lnTo>
                        <a:pt x="44" y="74"/>
                      </a:lnTo>
                      <a:lnTo>
                        <a:pt x="44" y="72"/>
                      </a:lnTo>
                      <a:lnTo>
                        <a:pt x="48" y="72"/>
                      </a:lnTo>
                      <a:lnTo>
                        <a:pt x="44" y="72"/>
                      </a:lnTo>
                      <a:lnTo>
                        <a:pt x="40" y="72"/>
                      </a:lnTo>
                      <a:lnTo>
                        <a:pt x="40" y="68"/>
                      </a:lnTo>
                      <a:lnTo>
                        <a:pt x="36" y="68"/>
                      </a:lnTo>
                      <a:lnTo>
                        <a:pt x="36" y="64"/>
                      </a:lnTo>
                      <a:lnTo>
                        <a:pt x="36" y="68"/>
                      </a:lnTo>
                      <a:lnTo>
                        <a:pt x="32" y="68"/>
                      </a:lnTo>
                      <a:lnTo>
                        <a:pt x="30" y="68"/>
                      </a:lnTo>
                      <a:lnTo>
                        <a:pt x="26" y="68"/>
                      </a:lnTo>
                      <a:lnTo>
                        <a:pt x="22" y="68"/>
                      </a:lnTo>
                      <a:lnTo>
                        <a:pt x="18" y="68"/>
                      </a:lnTo>
                      <a:lnTo>
                        <a:pt x="18" y="64"/>
                      </a:lnTo>
                      <a:lnTo>
                        <a:pt x="18" y="60"/>
                      </a:lnTo>
                      <a:lnTo>
                        <a:pt x="14" y="60"/>
                      </a:lnTo>
                      <a:lnTo>
                        <a:pt x="14" y="56"/>
                      </a:lnTo>
                      <a:lnTo>
                        <a:pt x="18" y="56"/>
                      </a:lnTo>
                      <a:lnTo>
                        <a:pt x="18" y="52"/>
                      </a:lnTo>
                      <a:lnTo>
                        <a:pt x="18" y="52"/>
                      </a:lnTo>
                      <a:lnTo>
                        <a:pt x="18" y="52"/>
                      </a:lnTo>
                      <a:close/>
                      <a:moveTo>
                        <a:pt x="70" y="22"/>
                      </a:moveTo>
                      <a:lnTo>
                        <a:pt x="66" y="22"/>
                      </a:lnTo>
                      <a:lnTo>
                        <a:pt x="66" y="18"/>
                      </a:lnTo>
                      <a:lnTo>
                        <a:pt x="70" y="18"/>
                      </a:lnTo>
                      <a:lnTo>
                        <a:pt x="70" y="22"/>
                      </a:lnTo>
                      <a:lnTo>
                        <a:pt x="70" y="22"/>
                      </a:lnTo>
                      <a:lnTo>
                        <a:pt x="70" y="22"/>
                      </a:lnTo>
                      <a:close/>
                      <a:moveTo>
                        <a:pt x="82" y="26"/>
                      </a:moveTo>
                      <a:lnTo>
                        <a:pt x="86" y="26"/>
                      </a:lnTo>
                      <a:lnTo>
                        <a:pt x="82" y="26"/>
                      </a:lnTo>
                      <a:lnTo>
                        <a:pt x="82" y="26"/>
                      </a:lnTo>
                      <a:lnTo>
                        <a:pt x="82" y="26"/>
                      </a:lnTo>
                      <a:close/>
                      <a:moveTo>
                        <a:pt x="82" y="34"/>
                      </a:moveTo>
                      <a:lnTo>
                        <a:pt x="78" y="38"/>
                      </a:lnTo>
                      <a:lnTo>
                        <a:pt x="78" y="42"/>
                      </a:lnTo>
                      <a:lnTo>
                        <a:pt x="78" y="38"/>
                      </a:lnTo>
                      <a:lnTo>
                        <a:pt x="74" y="38"/>
                      </a:lnTo>
                      <a:lnTo>
                        <a:pt x="74" y="34"/>
                      </a:lnTo>
                      <a:lnTo>
                        <a:pt x="78" y="34"/>
                      </a:lnTo>
                      <a:lnTo>
                        <a:pt x="78" y="38"/>
                      </a:lnTo>
                      <a:lnTo>
                        <a:pt x="78" y="34"/>
                      </a:lnTo>
                      <a:lnTo>
                        <a:pt x="82" y="34"/>
                      </a:lnTo>
                      <a:lnTo>
                        <a:pt x="82" y="34"/>
                      </a:lnTo>
                      <a:lnTo>
                        <a:pt x="82" y="34"/>
                      </a:lnTo>
                      <a:close/>
                      <a:moveTo>
                        <a:pt x="0" y="38"/>
                      </a:moveTo>
                      <a:lnTo>
                        <a:pt x="2" y="42"/>
                      </a:lnTo>
                      <a:lnTo>
                        <a:pt x="0" y="42"/>
                      </a:lnTo>
                      <a:lnTo>
                        <a:pt x="2" y="42"/>
                      </a:lnTo>
                      <a:lnTo>
                        <a:pt x="2" y="46"/>
                      </a:lnTo>
                      <a:lnTo>
                        <a:pt x="2" y="48"/>
                      </a:lnTo>
                      <a:lnTo>
                        <a:pt x="0" y="46"/>
                      </a:lnTo>
                      <a:lnTo>
                        <a:pt x="0" y="42"/>
                      </a:lnTo>
                      <a:lnTo>
                        <a:pt x="0" y="38"/>
                      </a:lnTo>
                      <a:lnTo>
                        <a:pt x="0" y="38"/>
                      </a:lnTo>
                      <a:lnTo>
                        <a:pt x="0" y="38"/>
                      </a:lnTo>
                      <a:close/>
                      <a:moveTo>
                        <a:pt x="92" y="48"/>
                      </a:moveTo>
                      <a:lnTo>
                        <a:pt x="96" y="52"/>
                      </a:lnTo>
                      <a:lnTo>
                        <a:pt x="96" y="56"/>
                      </a:lnTo>
                      <a:lnTo>
                        <a:pt x="92" y="56"/>
                      </a:lnTo>
                      <a:lnTo>
                        <a:pt x="90" y="56"/>
                      </a:lnTo>
                      <a:lnTo>
                        <a:pt x="90" y="52"/>
                      </a:lnTo>
                      <a:lnTo>
                        <a:pt x="92" y="52"/>
                      </a:lnTo>
                      <a:lnTo>
                        <a:pt x="90" y="52"/>
                      </a:lnTo>
                      <a:lnTo>
                        <a:pt x="86" y="52"/>
                      </a:lnTo>
                      <a:lnTo>
                        <a:pt x="86" y="48"/>
                      </a:lnTo>
                      <a:lnTo>
                        <a:pt x="90" y="48"/>
                      </a:lnTo>
                      <a:lnTo>
                        <a:pt x="92" y="48"/>
                      </a:lnTo>
                      <a:lnTo>
                        <a:pt x="92" y="48"/>
                      </a:lnTo>
                      <a:lnTo>
                        <a:pt x="92" y="48"/>
                      </a:lnTo>
                      <a:close/>
                      <a:moveTo>
                        <a:pt x="60" y="68"/>
                      </a:moveTo>
                      <a:lnTo>
                        <a:pt x="56" y="68"/>
                      </a:lnTo>
                      <a:lnTo>
                        <a:pt x="56" y="64"/>
                      </a:lnTo>
                      <a:lnTo>
                        <a:pt x="52" y="64"/>
                      </a:lnTo>
                      <a:lnTo>
                        <a:pt x="52" y="60"/>
                      </a:lnTo>
                      <a:lnTo>
                        <a:pt x="48" y="56"/>
                      </a:lnTo>
                      <a:lnTo>
                        <a:pt x="44" y="56"/>
                      </a:lnTo>
                      <a:lnTo>
                        <a:pt x="48" y="56"/>
                      </a:lnTo>
                      <a:lnTo>
                        <a:pt x="48" y="52"/>
                      </a:lnTo>
                      <a:lnTo>
                        <a:pt x="52" y="56"/>
                      </a:lnTo>
                      <a:lnTo>
                        <a:pt x="52" y="60"/>
                      </a:lnTo>
                      <a:lnTo>
                        <a:pt x="56" y="60"/>
                      </a:lnTo>
                      <a:lnTo>
                        <a:pt x="60" y="60"/>
                      </a:lnTo>
                      <a:lnTo>
                        <a:pt x="62" y="60"/>
                      </a:lnTo>
                      <a:lnTo>
                        <a:pt x="62" y="64"/>
                      </a:lnTo>
                      <a:lnTo>
                        <a:pt x="62" y="68"/>
                      </a:lnTo>
                      <a:lnTo>
                        <a:pt x="62" y="72"/>
                      </a:lnTo>
                      <a:lnTo>
                        <a:pt x="66" y="72"/>
                      </a:lnTo>
                      <a:lnTo>
                        <a:pt x="66" y="74"/>
                      </a:lnTo>
                      <a:lnTo>
                        <a:pt x="62" y="74"/>
                      </a:lnTo>
                      <a:lnTo>
                        <a:pt x="62" y="72"/>
                      </a:lnTo>
                      <a:lnTo>
                        <a:pt x="62" y="68"/>
                      </a:lnTo>
                      <a:lnTo>
                        <a:pt x="60" y="68"/>
                      </a:lnTo>
                      <a:lnTo>
                        <a:pt x="60" y="68"/>
                      </a:lnTo>
                      <a:lnTo>
                        <a:pt x="60" y="68"/>
                      </a:lnTo>
                      <a:close/>
                      <a:moveTo>
                        <a:pt x="66" y="60"/>
                      </a:moveTo>
                      <a:lnTo>
                        <a:pt x="66" y="56"/>
                      </a:lnTo>
                      <a:lnTo>
                        <a:pt x="70" y="60"/>
                      </a:lnTo>
                      <a:lnTo>
                        <a:pt x="66" y="60"/>
                      </a:lnTo>
                      <a:lnTo>
                        <a:pt x="66" y="60"/>
                      </a:lnTo>
                      <a:lnTo>
                        <a:pt x="66" y="60"/>
                      </a:lnTo>
                      <a:close/>
                      <a:moveTo>
                        <a:pt x="14" y="56"/>
                      </a:moveTo>
                      <a:lnTo>
                        <a:pt x="14" y="60"/>
                      </a:lnTo>
                      <a:lnTo>
                        <a:pt x="14" y="64"/>
                      </a:lnTo>
                      <a:lnTo>
                        <a:pt x="10" y="64"/>
                      </a:lnTo>
                      <a:lnTo>
                        <a:pt x="10" y="60"/>
                      </a:lnTo>
                      <a:lnTo>
                        <a:pt x="10" y="56"/>
                      </a:lnTo>
                      <a:lnTo>
                        <a:pt x="14" y="56"/>
                      </a:lnTo>
                      <a:lnTo>
                        <a:pt x="14" y="56"/>
                      </a:lnTo>
                      <a:lnTo>
                        <a:pt x="14" y="56"/>
                      </a:lnTo>
                      <a:close/>
                      <a:moveTo>
                        <a:pt x="90" y="72"/>
                      </a:moveTo>
                      <a:lnTo>
                        <a:pt x="86" y="72"/>
                      </a:lnTo>
                      <a:lnTo>
                        <a:pt x="86" y="68"/>
                      </a:lnTo>
                      <a:lnTo>
                        <a:pt x="90" y="68"/>
                      </a:lnTo>
                      <a:lnTo>
                        <a:pt x="86" y="64"/>
                      </a:lnTo>
                      <a:lnTo>
                        <a:pt x="90" y="64"/>
                      </a:lnTo>
                      <a:lnTo>
                        <a:pt x="90" y="68"/>
                      </a:lnTo>
                      <a:lnTo>
                        <a:pt x="90" y="72"/>
                      </a:lnTo>
                      <a:lnTo>
                        <a:pt x="90" y="72"/>
                      </a:lnTo>
                      <a:lnTo>
                        <a:pt x="90" y="72"/>
                      </a:lnTo>
                      <a:close/>
                      <a:moveTo>
                        <a:pt x="14" y="68"/>
                      </a:moveTo>
                      <a:lnTo>
                        <a:pt x="10" y="68"/>
                      </a:lnTo>
                      <a:lnTo>
                        <a:pt x="10" y="64"/>
                      </a:lnTo>
                      <a:lnTo>
                        <a:pt x="14" y="64"/>
                      </a:lnTo>
                      <a:lnTo>
                        <a:pt x="14" y="68"/>
                      </a:lnTo>
                      <a:lnTo>
                        <a:pt x="14" y="68"/>
                      </a:lnTo>
                      <a:lnTo>
                        <a:pt x="14" y="68"/>
                      </a:lnTo>
                      <a:close/>
                      <a:moveTo>
                        <a:pt x="10" y="64"/>
                      </a:moveTo>
                      <a:lnTo>
                        <a:pt x="10" y="68"/>
                      </a:lnTo>
                      <a:lnTo>
                        <a:pt x="14" y="72"/>
                      </a:lnTo>
                      <a:lnTo>
                        <a:pt x="10" y="72"/>
                      </a:lnTo>
                      <a:lnTo>
                        <a:pt x="6" y="72"/>
                      </a:lnTo>
                      <a:lnTo>
                        <a:pt x="6" y="68"/>
                      </a:lnTo>
                      <a:lnTo>
                        <a:pt x="10" y="68"/>
                      </a:lnTo>
                      <a:lnTo>
                        <a:pt x="10" y="64"/>
                      </a:lnTo>
                      <a:lnTo>
                        <a:pt x="10" y="64"/>
                      </a:lnTo>
                      <a:lnTo>
                        <a:pt x="10" y="64"/>
                      </a:lnTo>
                      <a:close/>
                      <a:moveTo>
                        <a:pt x="74" y="78"/>
                      </a:moveTo>
                      <a:lnTo>
                        <a:pt x="70" y="78"/>
                      </a:lnTo>
                      <a:lnTo>
                        <a:pt x="70" y="74"/>
                      </a:lnTo>
                      <a:lnTo>
                        <a:pt x="74" y="74"/>
                      </a:lnTo>
                      <a:lnTo>
                        <a:pt x="74" y="78"/>
                      </a:lnTo>
                      <a:lnTo>
                        <a:pt x="74" y="78"/>
                      </a:lnTo>
                      <a:lnTo>
                        <a:pt x="74" y="78"/>
                      </a:lnTo>
                      <a:close/>
                      <a:moveTo>
                        <a:pt x="14" y="82"/>
                      </a:moveTo>
                      <a:lnTo>
                        <a:pt x="14" y="78"/>
                      </a:lnTo>
                      <a:lnTo>
                        <a:pt x="10" y="78"/>
                      </a:lnTo>
                      <a:lnTo>
                        <a:pt x="10" y="74"/>
                      </a:lnTo>
                      <a:lnTo>
                        <a:pt x="14" y="74"/>
                      </a:lnTo>
                      <a:lnTo>
                        <a:pt x="14" y="78"/>
                      </a:lnTo>
                      <a:lnTo>
                        <a:pt x="18" y="78"/>
                      </a:lnTo>
                      <a:lnTo>
                        <a:pt x="14" y="78"/>
                      </a:lnTo>
                      <a:lnTo>
                        <a:pt x="14" y="82"/>
                      </a:lnTo>
                      <a:lnTo>
                        <a:pt x="14" y="82"/>
                      </a:lnTo>
                      <a:lnTo>
                        <a:pt x="14" y="82"/>
                      </a:lnTo>
                      <a:close/>
                      <a:moveTo>
                        <a:pt x="100" y="82"/>
                      </a:moveTo>
                      <a:lnTo>
                        <a:pt x="100" y="78"/>
                      </a:lnTo>
                      <a:lnTo>
                        <a:pt x="96" y="78"/>
                      </a:lnTo>
                      <a:lnTo>
                        <a:pt x="100" y="78"/>
                      </a:lnTo>
                      <a:lnTo>
                        <a:pt x="104" y="78"/>
                      </a:lnTo>
                      <a:lnTo>
                        <a:pt x="100" y="78"/>
                      </a:lnTo>
                      <a:lnTo>
                        <a:pt x="100" y="82"/>
                      </a:lnTo>
                      <a:lnTo>
                        <a:pt x="100" y="82"/>
                      </a:lnTo>
                      <a:lnTo>
                        <a:pt x="100" y="82"/>
                      </a:lnTo>
                      <a:close/>
                      <a:moveTo>
                        <a:pt x="90" y="82"/>
                      </a:moveTo>
                      <a:lnTo>
                        <a:pt x="92" y="78"/>
                      </a:lnTo>
                      <a:lnTo>
                        <a:pt x="92" y="82"/>
                      </a:lnTo>
                      <a:lnTo>
                        <a:pt x="90" y="82"/>
                      </a:lnTo>
                      <a:lnTo>
                        <a:pt x="90" y="82"/>
                      </a:lnTo>
                      <a:lnTo>
                        <a:pt x="90" y="82"/>
                      </a:lnTo>
                      <a:close/>
                      <a:moveTo>
                        <a:pt x="62" y="82"/>
                      </a:moveTo>
                      <a:lnTo>
                        <a:pt x="62" y="78"/>
                      </a:lnTo>
                      <a:lnTo>
                        <a:pt x="66" y="78"/>
                      </a:lnTo>
                      <a:lnTo>
                        <a:pt x="66" y="82"/>
                      </a:lnTo>
                      <a:lnTo>
                        <a:pt x="62" y="82"/>
                      </a:lnTo>
                      <a:lnTo>
                        <a:pt x="62" y="82"/>
                      </a:lnTo>
                      <a:lnTo>
                        <a:pt x="62" y="82"/>
                      </a:lnTo>
                      <a:close/>
                      <a:moveTo>
                        <a:pt x="74" y="78"/>
                      </a:moveTo>
                      <a:lnTo>
                        <a:pt x="74" y="82"/>
                      </a:lnTo>
                      <a:lnTo>
                        <a:pt x="78" y="82"/>
                      </a:lnTo>
                      <a:lnTo>
                        <a:pt x="74" y="82"/>
                      </a:lnTo>
                      <a:lnTo>
                        <a:pt x="74" y="78"/>
                      </a:lnTo>
                      <a:lnTo>
                        <a:pt x="74" y="78"/>
                      </a:lnTo>
                      <a:lnTo>
                        <a:pt x="74" y="78"/>
                      </a:lnTo>
                      <a:close/>
                      <a:moveTo>
                        <a:pt x="66" y="82"/>
                      </a:moveTo>
                      <a:lnTo>
                        <a:pt x="66" y="86"/>
                      </a:lnTo>
                      <a:lnTo>
                        <a:pt x="62" y="86"/>
                      </a:lnTo>
                      <a:lnTo>
                        <a:pt x="66" y="86"/>
                      </a:lnTo>
                      <a:lnTo>
                        <a:pt x="66" y="82"/>
                      </a:lnTo>
                      <a:lnTo>
                        <a:pt x="66" y="82"/>
                      </a:lnTo>
                      <a:lnTo>
                        <a:pt x="66" y="82"/>
                      </a:lnTo>
                      <a:close/>
                      <a:moveTo>
                        <a:pt x="82" y="94"/>
                      </a:moveTo>
                      <a:lnTo>
                        <a:pt x="78" y="90"/>
                      </a:lnTo>
                      <a:lnTo>
                        <a:pt x="82" y="90"/>
                      </a:lnTo>
                      <a:lnTo>
                        <a:pt x="82" y="94"/>
                      </a:lnTo>
                      <a:lnTo>
                        <a:pt x="82" y="94"/>
                      </a:lnTo>
                      <a:lnTo>
                        <a:pt x="82" y="94"/>
                      </a:lnTo>
                      <a:close/>
                      <a:moveTo>
                        <a:pt x="78" y="94"/>
                      </a:moveTo>
                      <a:lnTo>
                        <a:pt x="74" y="94"/>
                      </a:lnTo>
                      <a:lnTo>
                        <a:pt x="74" y="90"/>
                      </a:lnTo>
                      <a:lnTo>
                        <a:pt x="78" y="90"/>
                      </a:lnTo>
                      <a:lnTo>
                        <a:pt x="78" y="94"/>
                      </a:lnTo>
                      <a:lnTo>
                        <a:pt x="78" y="94"/>
                      </a:lnTo>
                      <a:lnTo>
                        <a:pt x="78" y="94"/>
                      </a:lnTo>
                      <a:close/>
                      <a:moveTo>
                        <a:pt x="100" y="94"/>
                      </a:moveTo>
                      <a:lnTo>
                        <a:pt x="100" y="90"/>
                      </a:lnTo>
                      <a:lnTo>
                        <a:pt x="100" y="94"/>
                      </a:lnTo>
                      <a:lnTo>
                        <a:pt x="104" y="94"/>
                      </a:lnTo>
                      <a:lnTo>
                        <a:pt x="100" y="94"/>
                      </a:lnTo>
                      <a:lnTo>
                        <a:pt x="100" y="94"/>
                      </a:lnTo>
                      <a:lnTo>
                        <a:pt x="100" y="94"/>
                      </a:lnTo>
                      <a:close/>
                      <a:moveTo>
                        <a:pt x="100" y="102"/>
                      </a:moveTo>
                      <a:lnTo>
                        <a:pt x="100" y="98"/>
                      </a:lnTo>
                      <a:lnTo>
                        <a:pt x="104" y="98"/>
                      </a:lnTo>
                      <a:lnTo>
                        <a:pt x="104" y="94"/>
                      </a:lnTo>
                      <a:lnTo>
                        <a:pt x="108" y="94"/>
                      </a:lnTo>
                      <a:lnTo>
                        <a:pt x="108" y="98"/>
                      </a:lnTo>
                      <a:lnTo>
                        <a:pt x="104" y="98"/>
                      </a:lnTo>
                      <a:lnTo>
                        <a:pt x="100" y="98"/>
                      </a:lnTo>
                      <a:lnTo>
                        <a:pt x="100" y="102"/>
                      </a:lnTo>
                      <a:lnTo>
                        <a:pt x="100" y="102"/>
                      </a:lnTo>
                      <a:lnTo>
                        <a:pt x="100" y="102"/>
                      </a:lnTo>
                      <a:close/>
                      <a:moveTo>
                        <a:pt x="78" y="102"/>
                      </a:moveTo>
                      <a:lnTo>
                        <a:pt x="78" y="98"/>
                      </a:lnTo>
                      <a:lnTo>
                        <a:pt x="78" y="102"/>
                      </a:lnTo>
                      <a:lnTo>
                        <a:pt x="78" y="102"/>
                      </a:lnTo>
                      <a:lnTo>
                        <a:pt x="78" y="102"/>
                      </a:lnTo>
                      <a:close/>
                      <a:moveTo>
                        <a:pt x="62" y="102"/>
                      </a:moveTo>
                      <a:lnTo>
                        <a:pt x="62" y="98"/>
                      </a:lnTo>
                      <a:lnTo>
                        <a:pt x="66" y="98"/>
                      </a:lnTo>
                      <a:lnTo>
                        <a:pt x="66" y="102"/>
                      </a:lnTo>
                      <a:lnTo>
                        <a:pt x="62" y="102"/>
                      </a:lnTo>
                      <a:lnTo>
                        <a:pt x="62" y="102"/>
                      </a:lnTo>
                      <a:lnTo>
                        <a:pt x="62" y="102"/>
                      </a:lnTo>
                      <a:close/>
                      <a:moveTo>
                        <a:pt x="118" y="104"/>
                      </a:moveTo>
                      <a:lnTo>
                        <a:pt x="118" y="108"/>
                      </a:lnTo>
                      <a:lnTo>
                        <a:pt x="116" y="112"/>
                      </a:lnTo>
                      <a:lnTo>
                        <a:pt x="112" y="112"/>
                      </a:lnTo>
                      <a:lnTo>
                        <a:pt x="112" y="108"/>
                      </a:lnTo>
                      <a:lnTo>
                        <a:pt x="116" y="108"/>
                      </a:lnTo>
                      <a:lnTo>
                        <a:pt x="116" y="104"/>
                      </a:lnTo>
                      <a:lnTo>
                        <a:pt x="118" y="104"/>
                      </a:lnTo>
                      <a:lnTo>
                        <a:pt x="118" y="104"/>
                      </a:lnTo>
                      <a:lnTo>
                        <a:pt x="118" y="104"/>
                      </a:lnTo>
                      <a:close/>
                      <a:moveTo>
                        <a:pt x="44" y="104"/>
                      </a:moveTo>
                      <a:lnTo>
                        <a:pt x="48" y="108"/>
                      </a:lnTo>
                      <a:lnTo>
                        <a:pt x="44" y="108"/>
                      </a:lnTo>
                      <a:lnTo>
                        <a:pt x="44" y="104"/>
                      </a:lnTo>
                      <a:lnTo>
                        <a:pt x="44" y="104"/>
                      </a:lnTo>
                      <a:lnTo>
                        <a:pt x="44" y="104"/>
                      </a:lnTo>
                      <a:close/>
                      <a:moveTo>
                        <a:pt x="104" y="124"/>
                      </a:moveTo>
                      <a:lnTo>
                        <a:pt x="104" y="120"/>
                      </a:lnTo>
                      <a:lnTo>
                        <a:pt x="104" y="116"/>
                      </a:lnTo>
                      <a:lnTo>
                        <a:pt x="104" y="120"/>
                      </a:lnTo>
                      <a:lnTo>
                        <a:pt x="104" y="124"/>
                      </a:lnTo>
                      <a:lnTo>
                        <a:pt x="104" y="124"/>
                      </a:lnTo>
                      <a:lnTo>
                        <a:pt x="104" y="124"/>
                      </a:lnTo>
                      <a:close/>
                      <a:moveTo>
                        <a:pt x="56" y="128"/>
                      </a:moveTo>
                      <a:lnTo>
                        <a:pt x="52" y="128"/>
                      </a:lnTo>
                      <a:lnTo>
                        <a:pt x="52" y="120"/>
                      </a:lnTo>
                      <a:lnTo>
                        <a:pt x="56" y="120"/>
                      </a:lnTo>
                      <a:lnTo>
                        <a:pt x="60" y="120"/>
                      </a:lnTo>
                      <a:lnTo>
                        <a:pt x="62" y="120"/>
                      </a:lnTo>
                      <a:lnTo>
                        <a:pt x="60" y="124"/>
                      </a:lnTo>
                      <a:lnTo>
                        <a:pt x="62" y="124"/>
                      </a:lnTo>
                      <a:lnTo>
                        <a:pt x="66" y="124"/>
                      </a:lnTo>
                      <a:lnTo>
                        <a:pt x="70" y="124"/>
                      </a:lnTo>
                      <a:lnTo>
                        <a:pt x="74" y="124"/>
                      </a:lnTo>
                      <a:lnTo>
                        <a:pt x="78" y="124"/>
                      </a:lnTo>
                      <a:lnTo>
                        <a:pt x="82" y="128"/>
                      </a:lnTo>
                      <a:lnTo>
                        <a:pt x="82" y="124"/>
                      </a:lnTo>
                      <a:lnTo>
                        <a:pt x="86" y="124"/>
                      </a:lnTo>
                      <a:lnTo>
                        <a:pt x="86" y="128"/>
                      </a:lnTo>
                      <a:lnTo>
                        <a:pt x="90" y="128"/>
                      </a:lnTo>
                      <a:lnTo>
                        <a:pt x="92" y="128"/>
                      </a:lnTo>
                      <a:lnTo>
                        <a:pt x="92" y="130"/>
                      </a:lnTo>
                      <a:lnTo>
                        <a:pt x="90" y="130"/>
                      </a:lnTo>
                      <a:lnTo>
                        <a:pt x="82" y="130"/>
                      </a:lnTo>
                      <a:lnTo>
                        <a:pt x="78" y="130"/>
                      </a:lnTo>
                      <a:lnTo>
                        <a:pt x="74" y="130"/>
                      </a:lnTo>
                      <a:lnTo>
                        <a:pt x="70" y="130"/>
                      </a:lnTo>
                      <a:lnTo>
                        <a:pt x="66" y="130"/>
                      </a:lnTo>
                      <a:lnTo>
                        <a:pt x="66" y="128"/>
                      </a:lnTo>
                      <a:lnTo>
                        <a:pt x="62" y="128"/>
                      </a:lnTo>
                      <a:lnTo>
                        <a:pt x="60" y="128"/>
                      </a:lnTo>
                      <a:lnTo>
                        <a:pt x="56" y="128"/>
                      </a:lnTo>
                      <a:lnTo>
                        <a:pt x="56" y="128"/>
                      </a:lnTo>
                      <a:lnTo>
                        <a:pt x="56" y="128"/>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114" name="Freeform 103">
                  <a:extLst>
                    <a:ext uri="{FF2B5EF4-FFF2-40B4-BE49-F238E27FC236}">
                      <a16:creationId xmlns:a16="http://schemas.microsoft.com/office/drawing/2014/main" id="{6647590D-541E-C279-51B1-C04C69A974B8}"/>
                    </a:ext>
                  </a:extLst>
                </p:cNvPr>
                <p:cNvSpPr>
                  <a:spLocks/>
                </p:cNvSpPr>
                <p:nvPr/>
              </p:nvSpPr>
              <p:spPr bwMode="gray">
                <a:xfrm>
                  <a:off x="4737340" y="2947404"/>
                  <a:ext cx="3479" cy="6957"/>
                </a:xfrm>
                <a:custGeom>
                  <a:avLst/>
                  <a:gdLst>
                    <a:gd name="T0" fmla="*/ 0 w 2"/>
                    <a:gd name="T1" fmla="*/ 4 h 4"/>
                    <a:gd name="T2" fmla="*/ 0 w 2"/>
                    <a:gd name="T3" fmla="*/ 4 h 4"/>
                    <a:gd name="T4" fmla="*/ 0 w 2"/>
                    <a:gd name="T5" fmla="*/ 4 h 4"/>
                    <a:gd name="T6" fmla="*/ 0 w 2"/>
                    <a:gd name="T7" fmla="*/ 4 h 4"/>
                    <a:gd name="T8" fmla="*/ 0 w 2"/>
                    <a:gd name="T9" fmla="*/ 4 h 4"/>
                    <a:gd name="T10" fmla="*/ 0 w 2"/>
                    <a:gd name="T11" fmla="*/ 4 h 4"/>
                    <a:gd name="T12" fmla="*/ 0 w 2"/>
                    <a:gd name="T13" fmla="*/ 0 h 4"/>
                    <a:gd name="T14" fmla="*/ 2 w 2"/>
                    <a:gd name="T15" fmla="*/ 0 h 4"/>
                    <a:gd name="T16" fmla="*/ 0 w 2"/>
                    <a:gd name="T17" fmla="*/ 4 h 4"/>
                    <a:gd name="T18" fmla="*/ 0 w 2"/>
                    <a:gd name="T19" fmla="*/ 4 h 4"/>
                    <a:gd name="T20" fmla="*/ 0 w 2"/>
                    <a:gd name="T21" fmla="*/ 4 h 4"/>
                    <a:gd name="T22" fmla="*/ 0 w 2"/>
                    <a:gd name="T23" fmla="*/ 4 h 4"/>
                    <a:gd name="T24" fmla="*/ 0 w 2"/>
                    <a:gd name="T25" fmla="*/ 4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 h="4">
                      <a:moveTo>
                        <a:pt x="0" y="4"/>
                      </a:moveTo>
                      <a:lnTo>
                        <a:pt x="0" y="4"/>
                      </a:lnTo>
                      <a:lnTo>
                        <a:pt x="0" y="4"/>
                      </a:lnTo>
                      <a:lnTo>
                        <a:pt x="0" y="4"/>
                      </a:lnTo>
                      <a:lnTo>
                        <a:pt x="0" y="4"/>
                      </a:lnTo>
                      <a:lnTo>
                        <a:pt x="0" y="4"/>
                      </a:lnTo>
                      <a:lnTo>
                        <a:pt x="0" y="0"/>
                      </a:lnTo>
                      <a:lnTo>
                        <a:pt x="2" y="0"/>
                      </a:lnTo>
                      <a:lnTo>
                        <a:pt x="0" y="4"/>
                      </a:lnTo>
                      <a:lnTo>
                        <a:pt x="0" y="4"/>
                      </a:lnTo>
                      <a:lnTo>
                        <a:pt x="0" y="4"/>
                      </a:lnTo>
                      <a:lnTo>
                        <a:pt x="0" y="4"/>
                      </a:lnTo>
                      <a:lnTo>
                        <a:pt x="0" y="4"/>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115" name="Freeform 104">
                  <a:extLst>
                    <a:ext uri="{FF2B5EF4-FFF2-40B4-BE49-F238E27FC236}">
                      <a16:creationId xmlns:a16="http://schemas.microsoft.com/office/drawing/2014/main" id="{B6730E66-CC60-BF20-C511-104E7E01E2D9}"/>
                    </a:ext>
                  </a:extLst>
                </p:cNvPr>
                <p:cNvSpPr>
                  <a:spLocks/>
                </p:cNvSpPr>
                <p:nvPr/>
              </p:nvSpPr>
              <p:spPr bwMode="gray">
                <a:xfrm>
                  <a:off x="5196508" y="2985668"/>
                  <a:ext cx="166969" cy="97399"/>
                </a:xfrm>
                <a:custGeom>
                  <a:avLst/>
                  <a:gdLst>
                    <a:gd name="T0" fmla="*/ 74 w 96"/>
                    <a:gd name="T1" fmla="*/ 42 h 56"/>
                    <a:gd name="T2" fmla="*/ 70 w 96"/>
                    <a:gd name="T3" fmla="*/ 46 h 56"/>
                    <a:gd name="T4" fmla="*/ 66 w 96"/>
                    <a:gd name="T5" fmla="*/ 46 h 56"/>
                    <a:gd name="T6" fmla="*/ 66 w 96"/>
                    <a:gd name="T7" fmla="*/ 46 h 56"/>
                    <a:gd name="T8" fmla="*/ 62 w 96"/>
                    <a:gd name="T9" fmla="*/ 50 h 56"/>
                    <a:gd name="T10" fmla="*/ 58 w 96"/>
                    <a:gd name="T11" fmla="*/ 50 h 56"/>
                    <a:gd name="T12" fmla="*/ 56 w 96"/>
                    <a:gd name="T13" fmla="*/ 50 h 56"/>
                    <a:gd name="T14" fmla="*/ 52 w 96"/>
                    <a:gd name="T15" fmla="*/ 50 h 56"/>
                    <a:gd name="T16" fmla="*/ 44 w 96"/>
                    <a:gd name="T17" fmla="*/ 52 h 56"/>
                    <a:gd name="T18" fmla="*/ 40 w 96"/>
                    <a:gd name="T19" fmla="*/ 52 h 56"/>
                    <a:gd name="T20" fmla="*/ 36 w 96"/>
                    <a:gd name="T21" fmla="*/ 52 h 56"/>
                    <a:gd name="T22" fmla="*/ 32 w 96"/>
                    <a:gd name="T23" fmla="*/ 56 h 56"/>
                    <a:gd name="T24" fmla="*/ 30 w 96"/>
                    <a:gd name="T25" fmla="*/ 56 h 56"/>
                    <a:gd name="T26" fmla="*/ 22 w 96"/>
                    <a:gd name="T27" fmla="*/ 52 h 56"/>
                    <a:gd name="T28" fmla="*/ 18 w 96"/>
                    <a:gd name="T29" fmla="*/ 52 h 56"/>
                    <a:gd name="T30" fmla="*/ 14 w 96"/>
                    <a:gd name="T31" fmla="*/ 50 h 56"/>
                    <a:gd name="T32" fmla="*/ 10 w 96"/>
                    <a:gd name="T33" fmla="*/ 46 h 56"/>
                    <a:gd name="T34" fmla="*/ 10 w 96"/>
                    <a:gd name="T35" fmla="*/ 46 h 56"/>
                    <a:gd name="T36" fmla="*/ 6 w 96"/>
                    <a:gd name="T37" fmla="*/ 42 h 56"/>
                    <a:gd name="T38" fmla="*/ 2 w 96"/>
                    <a:gd name="T39" fmla="*/ 38 h 56"/>
                    <a:gd name="T40" fmla="*/ 2 w 96"/>
                    <a:gd name="T41" fmla="*/ 34 h 56"/>
                    <a:gd name="T42" fmla="*/ 0 w 96"/>
                    <a:gd name="T43" fmla="*/ 34 h 56"/>
                    <a:gd name="T44" fmla="*/ 2 w 96"/>
                    <a:gd name="T45" fmla="*/ 30 h 56"/>
                    <a:gd name="T46" fmla="*/ 2 w 96"/>
                    <a:gd name="T47" fmla="*/ 26 h 56"/>
                    <a:gd name="T48" fmla="*/ 2 w 96"/>
                    <a:gd name="T49" fmla="*/ 24 h 56"/>
                    <a:gd name="T50" fmla="*/ 6 w 96"/>
                    <a:gd name="T51" fmla="*/ 20 h 56"/>
                    <a:gd name="T52" fmla="*/ 6 w 96"/>
                    <a:gd name="T53" fmla="*/ 20 h 56"/>
                    <a:gd name="T54" fmla="*/ 6 w 96"/>
                    <a:gd name="T55" fmla="*/ 16 h 56"/>
                    <a:gd name="T56" fmla="*/ 10 w 96"/>
                    <a:gd name="T57" fmla="*/ 16 h 56"/>
                    <a:gd name="T58" fmla="*/ 14 w 96"/>
                    <a:gd name="T59" fmla="*/ 16 h 56"/>
                    <a:gd name="T60" fmla="*/ 14 w 96"/>
                    <a:gd name="T61" fmla="*/ 12 h 56"/>
                    <a:gd name="T62" fmla="*/ 18 w 96"/>
                    <a:gd name="T63" fmla="*/ 12 h 56"/>
                    <a:gd name="T64" fmla="*/ 18 w 96"/>
                    <a:gd name="T65" fmla="*/ 12 h 56"/>
                    <a:gd name="T66" fmla="*/ 26 w 96"/>
                    <a:gd name="T67" fmla="*/ 16 h 56"/>
                    <a:gd name="T68" fmla="*/ 32 w 96"/>
                    <a:gd name="T69" fmla="*/ 16 h 56"/>
                    <a:gd name="T70" fmla="*/ 36 w 96"/>
                    <a:gd name="T71" fmla="*/ 16 h 56"/>
                    <a:gd name="T72" fmla="*/ 36 w 96"/>
                    <a:gd name="T73" fmla="*/ 16 h 56"/>
                    <a:gd name="T74" fmla="*/ 36 w 96"/>
                    <a:gd name="T75" fmla="*/ 12 h 56"/>
                    <a:gd name="T76" fmla="*/ 40 w 96"/>
                    <a:gd name="T77" fmla="*/ 8 h 56"/>
                    <a:gd name="T78" fmla="*/ 44 w 96"/>
                    <a:gd name="T79" fmla="*/ 8 h 56"/>
                    <a:gd name="T80" fmla="*/ 48 w 96"/>
                    <a:gd name="T81" fmla="*/ 8 h 56"/>
                    <a:gd name="T82" fmla="*/ 56 w 96"/>
                    <a:gd name="T83" fmla="*/ 8 h 56"/>
                    <a:gd name="T84" fmla="*/ 56 w 96"/>
                    <a:gd name="T85" fmla="*/ 8 h 56"/>
                    <a:gd name="T86" fmla="*/ 58 w 96"/>
                    <a:gd name="T87" fmla="*/ 4 h 56"/>
                    <a:gd name="T88" fmla="*/ 62 w 96"/>
                    <a:gd name="T89" fmla="*/ 0 h 56"/>
                    <a:gd name="T90" fmla="*/ 66 w 96"/>
                    <a:gd name="T91" fmla="*/ 0 h 56"/>
                    <a:gd name="T92" fmla="*/ 70 w 96"/>
                    <a:gd name="T93" fmla="*/ 0 h 56"/>
                    <a:gd name="T94" fmla="*/ 78 w 96"/>
                    <a:gd name="T95" fmla="*/ 0 h 56"/>
                    <a:gd name="T96" fmla="*/ 82 w 96"/>
                    <a:gd name="T97" fmla="*/ 4 h 56"/>
                    <a:gd name="T98" fmla="*/ 84 w 96"/>
                    <a:gd name="T99" fmla="*/ 4 h 56"/>
                    <a:gd name="T100" fmla="*/ 84 w 96"/>
                    <a:gd name="T101" fmla="*/ 0 h 56"/>
                    <a:gd name="T102" fmla="*/ 88 w 96"/>
                    <a:gd name="T103" fmla="*/ 4 h 56"/>
                    <a:gd name="T104" fmla="*/ 92 w 96"/>
                    <a:gd name="T105" fmla="*/ 8 h 56"/>
                    <a:gd name="T106" fmla="*/ 96 w 96"/>
                    <a:gd name="T107" fmla="*/ 8 h 56"/>
                    <a:gd name="T108" fmla="*/ 92 w 96"/>
                    <a:gd name="T109" fmla="*/ 16 h 56"/>
                    <a:gd name="T110" fmla="*/ 88 w 96"/>
                    <a:gd name="T111" fmla="*/ 16 h 56"/>
                    <a:gd name="T112" fmla="*/ 84 w 96"/>
                    <a:gd name="T113" fmla="*/ 20 h 56"/>
                    <a:gd name="T114" fmla="*/ 84 w 96"/>
                    <a:gd name="T115" fmla="*/ 20 h 56"/>
                    <a:gd name="T116" fmla="*/ 84 w 96"/>
                    <a:gd name="T117" fmla="*/ 24 h 56"/>
                    <a:gd name="T118" fmla="*/ 82 w 96"/>
                    <a:gd name="T119" fmla="*/ 26 h 56"/>
                    <a:gd name="T120" fmla="*/ 78 w 96"/>
                    <a:gd name="T121" fmla="*/ 30 h 56"/>
                    <a:gd name="T122" fmla="*/ 78 w 96"/>
                    <a:gd name="T123" fmla="*/ 34 h 56"/>
                    <a:gd name="T124" fmla="*/ 78 w 96"/>
                    <a:gd name="T125" fmla="*/ 38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96" h="56">
                      <a:moveTo>
                        <a:pt x="78" y="38"/>
                      </a:moveTo>
                      <a:lnTo>
                        <a:pt x="74" y="38"/>
                      </a:lnTo>
                      <a:lnTo>
                        <a:pt x="74" y="38"/>
                      </a:lnTo>
                      <a:lnTo>
                        <a:pt x="74" y="38"/>
                      </a:lnTo>
                      <a:lnTo>
                        <a:pt x="74" y="42"/>
                      </a:lnTo>
                      <a:lnTo>
                        <a:pt x="74" y="42"/>
                      </a:lnTo>
                      <a:lnTo>
                        <a:pt x="74" y="42"/>
                      </a:lnTo>
                      <a:lnTo>
                        <a:pt x="70" y="46"/>
                      </a:lnTo>
                      <a:lnTo>
                        <a:pt x="70" y="46"/>
                      </a:lnTo>
                      <a:lnTo>
                        <a:pt x="70" y="46"/>
                      </a:lnTo>
                      <a:lnTo>
                        <a:pt x="70" y="46"/>
                      </a:lnTo>
                      <a:lnTo>
                        <a:pt x="70" y="46"/>
                      </a:lnTo>
                      <a:lnTo>
                        <a:pt x="70" y="46"/>
                      </a:lnTo>
                      <a:lnTo>
                        <a:pt x="70" y="46"/>
                      </a:lnTo>
                      <a:lnTo>
                        <a:pt x="66" y="46"/>
                      </a:lnTo>
                      <a:lnTo>
                        <a:pt x="66" y="46"/>
                      </a:lnTo>
                      <a:lnTo>
                        <a:pt x="66" y="46"/>
                      </a:lnTo>
                      <a:lnTo>
                        <a:pt x="66" y="46"/>
                      </a:lnTo>
                      <a:lnTo>
                        <a:pt x="66" y="46"/>
                      </a:lnTo>
                      <a:lnTo>
                        <a:pt x="66" y="46"/>
                      </a:lnTo>
                      <a:lnTo>
                        <a:pt x="66" y="50"/>
                      </a:lnTo>
                      <a:lnTo>
                        <a:pt x="66" y="50"/>
                      </a:lnTo>
                      <a:lnTo>
                        <a:pt x="66" y="50"/>
                      </a:lnTo>
                      <a:lnTo>
                        <a:pt x="66" y="50"/>
                      </a:lnTo>
                      <a:lnTo>
                        <a:pt x="62" y="50"/>
                      </a:lnTo>
                      <a:lnTo>
                        <a:pt x="62" y="50"/>
                      </a:lnTo>
                      <a:lnTo>
                        <a:pt x="62" y="50"/>
                      </a:lnTo>
                      <a:lnTo>
                        <a:pt x="62" y="50"/>
                      </a:lnTo>
                      <a:lnTo>
                        <a:pt x="62" y="50"/>
                      </a:lnTo>
                      <a:lnTo>
                        <a:pt x="58" y="50"/>
                      </a:lnTo>
                      <a:lnTo>
                        <a:pt x="58" y="50"/>
                      </a:lnTo>
                      <a:lnTo>
                        <a:pt x="58" y="50"/>
                      </a:lnTo>
                      <a:lnTo>
                        <a:pt x="58" y="50"/>
                      </a:lnTo>
                      <a:lnTo>
                        <a:pt x="58" y="50"/>
                      </a:lnTo>
                      <a:lnTo>
                        <a:pt x="56" y="50"/>
                      </a:lnTo>
                      <a:lnTo>
                        <a:pt x="56" y="50"/>
                      </a:lnTo>
                      <a:lnTo>
                        <a:pt x="52" y="50"/>
                      </a:lnTo>
                      <a:lnTo>
                        <a:pt x="52" y="50"/>
                      </a:lnTo>
                      <a:lnTo>
                        <a:pt x="52" y="50"/>
                      </a:lnTo>
                      <a:lnTo>
                        <a:pt x="52" y="50"/>
                      </a:lnTo>
                      <a:lnTo>
                        <a:pt x="48" y="50"/>
                      </a:lnTo>
                      <a:lnTo>
                        <a:pt x="48" y="50"/>
                      </a:lnTo>
                      <a:lnTo>
                        <a:pt x="48" y="50"/>
                      </a:lnTo>
                      <a:lnTo>
                        <a:pt x="48" y="50"/>
                      </a:lnTo>
                      <a:lnTo>
                        <a:pt x="44" y="52"/>
                      </a:lnTo>
                      <a:lnTo>
                        <a:pt x="44" y="52"/>
                      </a:lnTo>
                      <a:lnTo>
                        <a:pt x="44" y="52"/>
                      </a:lnTo>
                      <a:lnTo>
                        <a:pt x="40" y="52"/>
                      </a:lnTo>
                      <a:lnTo>
                        <a:pt x="40" y="52"/>
                      </a:lnTo>
                      <a:lnTo>
                        <a:pt x="40" y="52"/>
                      </a:lnTo>
                      <a:lnTo>
                        <a:pt x="36" y="52"/>
                      </a:lnTo>
                      <a:lnTo>
                        <a:pt x="36" y="52"/>
                      </a:lnTo>
                      <a:lnTo>
                        <a:pt x="36" y="52"/>
                      </a:lnTo>
                      <a:lnTo>
                        <a:pt x="36" y="52"/>
                      </a:lnTo>
                      <a:lnTo>
                        <a:pt x="36" y="52"/>
                      </a:lnTo>
                      <a:lnTo>
                        <a:pt x="36" y="52"/>
                      </a:lnTo>
                      <a:lnTo>
                        <a:pt x="36" y="56"/>
                      </a:lnTo>
                      <a:lnTo>
                        <a:pt x="32" y="56"/>
                      </a:lnTo>
                      <a:lnTo>
                        <a:pt x="32" y="56"/>
                      </a:lnTo>
                      <a:lnTo>
                        <a:pt x="32" y="56"/>
                      </a:lnTo>
                      <a:lnTo>
                        <a:pt x="32" y="56"/>
                      </a:lnTo>
                      <a:lnTo>
                        <a:pt x="30" y="56"/>
                      </a:lnTo>
                      <a:lnTo>
                        <a:pt x="30" y="56"/>
                      </a:lnTo>
                      <a:lnTo>
                        <a:pt x="30" y="56"/>
                      </a:lnTo>
                      <a:lnTo>
                        <a:pt x="30" y="56"/>
                      </a:lnTo>
                      <a:lnTo>
                        <a:pt x="26" y="56"/>
                      </a:lnTo>
                      <a:lnTo>
                        <a:pt x="26" y="56"/>
                      </a:lnTo>
                      <a:lnTo>
                        <a:pt x="22" y="56"/>
                      </a:lnTo>
                      <a:lnTo>
                        <a:pt x="22" y="52"/>
                      </a:lnTo>
                      <a:lnTo>
                        <a:pt x="22" y="52"/>
                      </a:lnTo>
                      <a:lnTo>
                        <a:pt x="22" y="52"/>
                      </a:lnTo>
                      <a:lnTo>
                        <a:pt x="22" y="52"/>
                      </a:lnTo>
                      <a:lnTo>
                        <a:pt x="18" y="52"/>
                      </a:lnTo>
                      <a:lnTo>
                        <a:pt x="18" y="52"/>
                      </a:lnTo>
                      <a:lnTo>
                        <a:pt x="18" y="52"/>
                      </a:lnTo>
                      <a:lnTo>
                        <a:pt x="18" y="52"/>
                      </a:lnTo>
                      <a:lnTo>
                        <a:pt x="18" y="52"/>
                      </a:lnTo>
                      <a:lnTo>
                        <a:pt x="14" y="52"/>
                      </a:lnTo>
                      <a:lnTo>
                        <a:pt x="14" y="50"/>
                      </a:lnTo>
                      <a:lnTo>
                        <a:pt x="14" y="50"/>
                      </a:lnTo>
                      <a:lnTo>
                        <a:pt x="14" y="50"/>
                      </a:lnTo>
                      <a:lnTo>
                        <a:pt x="14" y="50"/>
                      </a:lnTo>
                      <a:lnTo>
                        <a:pt x="14" y="50"/>
                      </a:lnTo>
                      <a:lnTo>
                        <a:pt x="10" y="46"/>
                      </a:lnTo>
                      <a:lnTo>
                        <a:pt x="10" y="46"/>
                      </a:lnTo>
                      <a:lnTo>
                        <a:pt x="10" y="46"/>
                      </a:lnTo>
                      <a:lnTo>
                        <a:pt x="10" y="46"/>
                      </a:lnTo>
                      <a:lnTo>
                        <a:pt x="10" y="46"/>
                      </a:lnTo>
                      <a:lnTo>
                        <a:pt x="10" y="46"/>
                      </a:lnTo>
                      <a:lnTo>
                        <a:pt x="10" y="46"/>
                      </a:lnTo>
                      <a:lnTo>
                        <a:pt x="10" y="46"/>
                      </a:lnTo>
                      <a:lnTo>
                        <a:pt x="10" y="46"/>
                      </a:lnTo>
                      <a:lnTo>
                        <a:pt x="6" y="42"/>
                      </a:lnTo>
                      <a:lnTo>
                        <a:pt x="6" y="42"/>
                      </a:lnTo>
                      <a:lnTo>
                        <a:pt x="6" y="42"/>
                      </a:lnTo>
                      <a:lnTo>
                        <a:pt x="6" y="42"/>
                      </a:lnTo>
                      <a:lnTo>
                        <a:pt x="2" y="38"/>
                      </a:lnTo>
                      <a:lnTo>
                        <a:pt x="2" y="38"/>
                      </a:lnTo>
                      <a:lnTo>
                        <a:pt x="2" y="38"/>
                      </a:lnTo>
                      <a:lnTo>
                        <a:pt x="2" y="38"/>
                      </a:lnTo>
                      <a:lnTo>
                        <a:pt x="2" y="38"/>
                      </a:lnTo>
                      <a:lnTo>
                        <a:pt x="2" y="34"/>
                      </a:lnTo>
                      <a:lnTo>
                        <a:pt x="2" y="34"/>
                      </a:lnTo>
                      <a:lnTo>
                        <a:pt x="2" y="34"/>
                      </a:lnTo>
                      <a:lnTo>
                        <a:pt x="2" y="34"/>
                      </a:lnTo>
                      <a:lnTo>
                        <a:pt x="2" y="34"/>
                      </a:lnTo>
                      <a:lnTo>
                        <a:pt x="2" y="34"/>
                      </a:lnTo>
                      <a:lnTo>
                        <a:pt x="0" y="34"/>
                      </a:lnTo>
                      <a:lnTo>
                        <a:pt x="0" y="34"/>
                      </a:lnTo>
                      <a:lnTo>
                        <a:pt x="0" y="34"/>
                      </a:lnTo>
                      <a:lnTo>
                        <a:pt x="0" y="34"/>
                      </a:lnTo>
                      <a:lnTo>
                        <a:pt x="2" y="30"/>
                      </a:lnTo>
                      <a:lnTo>
                        <a:pt x="2" y="30"/>
                      </a:lnTo>
                      <a:lnTo>
                        <a:pt x="2" y="30"/>
                      </a:lnTo>
                      <a:lnTo>
                        <a:pt x="2" y="30"/>
                      </a:lnTo>
                      <a:lnTo>
                        <a:pt x="2" y="30"/>
                      </a:lnTo>
                      <a:lnTo>
                        <a:pt x="2" y="30"/>
                      </a:lnTo>
                      <a:lnTo>
                        <a:pt x="6" y="30"/>
                      </a:lnTo>
                      <a:lnTo>
                        <a:pt x="6" y="30"/>
                      </a:lnTo>
                      <a:lnTo>
                        <a:pt x="2" y="26"/>
                      </a:lnTo>
                      <a:lnTo>
                        <a:pt x="2" y="26"/>
                      </a:lnTo>
                      <a:lnTo>
                        <a:pt x="2" y="26"/>
                      </a:lnTo>
                      <a:lnTo>
                        <a:pt x="6" y="26"/>
                      </a:lnTo>
                      <a:lnTo>
                        <a:pt x="6" y="26"/>
                      </a:lnTo>
                      <a:lnTo>
                        <a:pt x="2" y="24"/>
                      </a:lnTo>
                      <a:lnTo>
                        <a:pt x="2" y="24"/>
                      </a:lnTo>
                      <a:lnTo>
                        <a:pt x="6" y="24"/>
                      </a:lnTo>
                      <a:lnTo>
                        <a:pt x="6" y="24"/>
                      </a:lnTo>
                      <a:lnTo>
                        <a:pt x="6" y="24"/>
                      </a:lnTo>
                      <a:lnTo>
                        <a:pt x="6" y="20"/>
                      </a:lnTo>
                      <a:lnTo>
                        <a:pt x="6" y="20"/>
                      </a:lnTo>
                      <a:lnTo>
                        <a:pt x="6" y="20"/>
                      </a:lnTo>
                      <a:lnTo>
                        <a:pt x="6" y="20"/>
                      </a:lnTo>
                      <a:lnTo>
                        <a:pt x="6" y="20"/>
                      </a:lnTo>
                      <a:lnTo>
                        <a:pt x="6" y="20"/>
                      </a:lnTo>
                      <a:lnTo>
                        <a:pt x="2" y="20"/>
                      </a:lnTo>
                      <a:lnTo>
                        <a:pt x="2" y="16"/>
                      </a:lnTo>
                      <a:lnTo>
                        <a:pt x="6" y="16"/>
                      </a:lnTo>
                      <a:lnTo>
                        <a:pt x="6" y="16"/>
                      </a:lnTo>
                      <a:lnTo>
                        <a:pt x="6" y="16"/>
                      </a:lnTo>
                      <a:lnTo>
                        <a:pt x="6" y="16"/>
                      </a:lnTo>
                      <a:lnTo>
                        <a:pt x="10" y="16"/>
                      </a:lnTo>
                      <a:lnTo>
                        <a:pt x="10" y="20"/>
                      </a:lnTo>
                      <a:lnTo>
                        <a:pt x="10" y="20"/>
                      </a:lnTo>
                      <a:lnTo>
                        <a:pt x="10" y="16"/>
                      </a:lnTo>
                      <a:lnTo>
                        <a:pt x="10" y="16"/>
                      </a:lnTo>
                      <a:lnTo>
                        <a:pt x="14" y="16"/>
                      </a:lnTo>
                      <a:lnTo>
                        <a:pt x="14" y="16"/>
                      </a:lnTo>
                      <a:lnTo>
                        <a:pt x="14" y="16"/>
                      </a:lnTo>
                      <a:lnTo>
                        <a:pt x="14" y="16"/>
                      </a:lnTo>
                      <a:lnTo>
                        <a:pt x="14" y="16"/>
                      </a:lnTo>
                      <a:lnTo>
                        <a:pt x="14" y="12"/>
                      </a:lnTo>
                      <a:lnTo>
                        <a:pt x="14" y="12"/>
                      </a:lnTo>
                      <a:lnTo>
                        <a:pt x="14" y="12"/>
                      </a:lnTo>
                      <a:lnTo>
                        <a:pt x="14" y="12"/>
                      </a:lnTo>
                      <a:lnTo>
                        <a:pt x="14" y="12"/>
                      </a:lnTo>
                      <a:lnTo>
                        <a:pt x="14" y="12"/>
                      </a:lnTo>
                      <a:lnTo>
                        <a:pt x="14" y="12"/>
                      </a:lnTo>
                      <a:lnTo>
                        <a:pt x="18" y="12"/>
                      </a:lnTo>
                      <a:lnTo>
                        <a:pt x="18" y="12"/>
                      </a:lnTo>
                      <a:lnTo>
                        <a:pt x="18" y="12"/>
                      </a:lnTo>
                      <a:lnTo>
                        <a:pt x="18" y="12"/>
                      </a:lnTo>
                      <a:lnTo>
                        <a:pt x="18" y="12"/>
                      </a:lnTo>
                      <a:lnTo>
                        <a:pt x="18" y="12"/>
                      </a:lnTo>
                      <a:lnTo>
                        <a:pt x="18" y="12"/>
                      </a:lnTo>
                      <a:lnTo>
                        <a:pt x="22" y="16"/>
                      </a:lnTo>
                      <a:lnTo>
                        <a:pt x="26" y="16"/>
                      </a:lnTo>
                      <a:lnTo>
                        <a:pt x="26" y="16"/>
                      </a:lnTo>
                      <a:lnTo>
                        <a:pt x="26" y="16"/>
                      </a:lnTo>
                      <a:lnTo>
                        <a:pt x="26" y="16"/>
                      </a:lnTo>
                      <a:lnTo>
                        <a:pt x="30" y="16"/>
                      </a:lnTo>
                      <a:lnTo>
                        <a:pt x="30" y="16"/>
                      </a:lnTo>
                      <a:lnTo>
                        <a:pt x="30" y="16"/>
                      </a:lnTo>
                      <a:lnTo>
                        <a:pt x="30" y="16"/>
                      </a:lnTo>
                      <a:lnTo>
                        <a:pt x="32" y="16"/>
                      </a:lnTo>
                      <a:lnTo>
                        <a:pt x="32" y="16"/>
                      </a:lnTo>
                      <a:lnTo>
                        <a:pt x="32" y="16"/>
                      </a:lnTo>
                      <a:lnTo>
                        <a:pt x="32" y="16"/>
                      </a:lnTo>
                      <a:lnTo>
                        <a:pt x="32" y="16"/>
                      </a:lnTo>
                      <a:lnTo>
                        <a:pt x="36" y="16"/>
                      </a:lnTo>
                      <a:lnTo>
                        <a:pt x="36" y="16"/>
                      </a:lnTo>
                      <a:lnTo>
                        <a:pt x="36" y="16"/>
                      </a:lnTo>
                      <a:lnTo>
                        <a:pt x="36" y="16"/>
                      </a:lnTo>
                      <a:lnTo>
                        <a:pt x="36" y="16"/>
                      </a:lnTo>
                      <a:lnTo>
                        <a:pt x="36" y="16"/>
                      </a:lnTo>
                      <a:lnTo>
                        <a:pt x="36" y="16"/>
                      </a:lnTo>
                      <a:lnTo>
                        <a:pt x="40" y="16"/>
                      </a:lnTo>
                      <a:lnTo>
                        <a:pt x="40" y="16"/>
                      </a:lnTo>
                      <a:lnTo>
                        <a:pt x="36" y="16"/>
                      </a:lnTo>
                      <a:lnTo>
                        <a:pt x="36" y="12"/>
                      </a:lnTo>
                      <a:lnTo>
                        <a:pt x="36" y="12"/>
                      </a:lnTo>
                      <a:lnTo>
                        <a:pt x="36" y="12"/>
                      </a:lnTo>
                      <a:lnTo>
                        <a:pt x="36" y="12"/>
                      </a:lnTo>
                      <a:lnTo>
                        <a:pt x="40" y="12"/>
                      </a:lnTo>
                      <a:lnTo>
                        <a:pt x="40" y="8"/>
                      </a:lnTo>
                      <a:lnTo>
                        <a:pt x="40" y="8"/>
                      </a:lnTo>
                      <a:lnTo>
                        <a:pt x="40" y="8"/>
                      </a:lnTo>
                      <a:lnTo>
                        <a:pt x="40" y="8"/>
                      </a:lnTo>
                      <a:lnTo>
                        <a:pt x="40" y="8"/>
                      </a:lnTo>
                      <a:lnTo>
                        <a:pt x="44" y="8"/>
                      </a:lnTo>
                      <a:lnTo>
                        <a:pt x="44" y="8"/>
                      </a:lnTo>
                      <a:lnTo>
                        <a:pt x="48" y="8"/>
                      </a:lnTo>
                      <a:lnTo>
                        <a:pt x="48" y="8"/>
                      </a:lnTo>
                      <a:lnTo>
                        <a:pt x="48" y="8"/>
                      </a:lnTo>
                      <a:lnTo>
                        <a:pt x="48" y="8"/>
                      </a:lnTo>
                      <a:lnTo>
                        <a:pt x="48" y="8"/>
                      </a:lnTo>
                      <a:lnTo>
                        <a:pt x="52" y="8"/>
                      </a:lnTo>
                      <a:lnTo>
                        <a:pt x="52" y="8"/>
                      </a:lnTo>
                      <a:lnTo>
                        <a:pt x="52" y="8"/>
                      </a:lnTo>
                      <a:lnTo>
                        <a:pt x="56" y="8"/>
                      </a:lnTo>
                      <a:lnTo>
                        <a:pt x="56" y="8"/>
                      </a:lnTo>
                      <a:lnTo>
                        <a:pt x="56" y="8"/>
                      </a:lnTo>
                      <a:lnTo>
                        <a:pt x="56" y="8"/>
                      </a:lnTo>
                      <a:lnTo>
                        <a:pt x="56" y="8"/>
                      </a:lnTo>
                      <a:lnTo>
                        <a:pt x="56" y="8"/>
                      </a:lnTo>
                      <a:lnTo>
                        <a:pt x="56" y="8"/>
                      </a:lnTo>
                      <a:lnTo>
                        <a:pt x="58" y="4"/>
                      </a:lnTo>
                      <a:lnTo>
                        <a:pt x="58" y="4"/>
                      </a:lnTo>
                      <a:lnTo>
                        <a:pt x="58" y="4"/>
                      </a:lnTo>
                      <a:lnTo>
                        <a:pt x="58" y="4"/>
                      </a:lnTo>
                      <a:lnTo>
                        <a:pt x="58" y="4"/>
                      </a:lnTo>
                      <a:lnTo>
                        <a:pt x="58" y="4"/>
                      </a:lnTo>
                      <a:lnTo>
                        <a:pt x="58" y="4"/>
                      </a:lnTo>
                      <a:lnTo>
                        <a:pt x="62" y="0"/>
                      </a:lnTo>
                      <a:lnTo>
                        <a:pt x="62" y="0"/>
                      </a:lnTo>
                      <a:lnTo>
                        <a:pt x="62" y="0"/>
                      </a:lnTo>
                      <a:lnTo>
                        <a:pt x="62" y="0"/>
                      </a:lnTo>
                      <a:lnTo>
                        <a:pt x="62" y="0"/>
                      </a:lnTo>
                      <a:lnTo>
                        <a:pt x="62" y="0"/>
                      </a:lnTo>
                      <a:lnTo>
                        <a:pt x="66" y="0"/>
                      </a:lnTo>
                      <a:lnTo>
                        <a:pt x="66" y="0"/>
                      </a:lnTo>
                      <a:lnTo>
                        <a:pt x="66" y="0"/>
                      </a:lnTo>
                      <a:lnTo>
                        <a:pt x="66" y="0"/>
                      </a:lnTo>
                      <a:lnTo>
                        <a:pt x="66" y="0"/>
                      </a:lnTo>
                      <a:lnTo>
                        <a:pt x="70" y="0"/>
                      </a:lnTo>
                      <a:lnTo>
                        <a:pt x="70" y="0"/>
                      </a:lnTo>
                      <a:lnTo>
                        <a:pt x="74" y="0"/>
                      </a:lnTo>
                      <a:lnTo>
                        <a:pt x="74" y="0"/>
                      </a:lnTo>
                      <a:lnTo>
                        <a:pt x="74" y="0"/>
                      </a:lnTo>
                      <a:lnTo>
                        <a:pt x="78" y="0"/>
                      </a:lnTo>
                      <a:lnTo>
                        <a:pt x="78" y="0"/>
                      </a:lnTo>
                      <a:lnTo>
                        <a:pt x="78" y="0"/>
                      </a:lnTo>
                      <a:lnTo>
                        <a:pt x="78" y="4"/>
                      </a:lnTo>
                      <a:lnTo>
                        <a:pt x="82" y="4"/>
                      </a:lnTo>
                      <a:lnTo>
                        <a:pt x="82" y="4"/>
                      </a:lnTo>
                      <a:lnTo>
                        <a:pt x="82" y="4"/>
                      </a:lnTo>
                      <a:lnTo>
                        <a:pt x="82" y="4"/>
                      </a:lnTo>
                      <a:lnTo>
                        <a:pt x="82" y="4"/>
                      </a:lnTo>
                      <a:lnTo>
                        <a:pt x="84" y="4"/>
                      </a:lnTo>
                      <a:lnTo>
                        <a:pt x="84" y="4"/>
                      </a:lnTo>
                      <a:lnTo>
                        <a:pt x="84" y="4"/>
                      </a:lnTo>
                      <a:lnTo>
                        <a:pt x="84" y="4"/>
                      </a:lnTo>
                      <a:lnTo>
                        <a:pt x="84" y="4"/>
                      </a:lnTo>
                      <a:lnTo>
                        <a:pt x="84" y="4"/>
                      </a:lnTo>
                      <a:lnTo>
                        <a:pt x="84" y="0"/>
                      </a:lnTo>
                      <a:lnTo>
                        <a:pt x="88" y="4"/>
                      </a:lnTo>
                      <a:lnTo>
                        <a:pt x="88" y="4"/>
                      </a:lnTo>
                      <a:lnTo>
                        <a:pt x="88" y="4"/>
                      </a:lnTo>
                      <a:lnTo>
                        <a:pt x="88" y="4"/>
                      </a:lnTo>
                      <a:lnTo>
                        <a:pt x="88" y="4"/>
                      </a:lnTo>
                      <a:lnTo>
                        <a:pt x="88" y="4"/>
                      </a:lnTo>
                      <a:lnTo>
                        <a:pt x="92" y="8"/>
                      </a:lnTo>
                      <a:lnTo>
                        <a:pt x="92" y="8"/>
                      </a:lnTo>
                      <a:lnTo>
                        <a:pt x="92" y="8"/>
                      </a:lnTo>
                      <a:lnTo>
                        <a:pt x="92" y="8"/>
                      </a:lnTo>
                      <a:lnTo>
                        <a:pt x="92" y="8"/>
                      </a:lnTo>
                      <a:lnTo>
                        <a:pt x="92" y="8"/>
                      </a:lnTo>
                      <a:lnTo>
                        <a:pt x="92" y="8"/>
                      </a:lnTo>
                      <a:lnTo>
                        <a:pt x="92" y="8"/>
                      </a:lnTo>
                      <a:lnTo>
                        <a:pt x="96" y="8"/>
                      </a:lnTo>
                      <a:lnTo>
                        <a:pt x="96" y="12"/>
                      </a:lnTo>
                      <a:lnTo>
                        <a:pt x="96" y="12"/>
                      </a:lnTo>
                      <a:lnTo>
                        <a:pt x="96" y="12"/>
                      </a:lnTo>
                      <a:lnTo>
                        <a:pt x="92" y="16"/>
                      </a:lnTo>
                      <a:lnTo>
                        <a:pt x="92" y="16"/>
                      </a:lnTo>
                      <a:lnTo>
                        <a:pt x="92" y="16"/>
                      </a:lnTo>
                      <a:lnTo>
                        <a:pt x="92" y="16"/>
                      </a:lnTo>
                      <a:lnTo>
                        <a:pt x="92" y="16"/>
                      </a:lnTo>
                      <a:lnTo>
                        <a:pt x="88" y="16"/>
                      </a:lnTo>
                      <a:lnTo>
                        <a:pt x="88" y="16"/>
                      </a:lnTo>
                      <a:lnTo>
                        <a:pt x="88" y="16"/>
                      </a:lnTo>
                      <a:lnTo>
                        <a:pt x="88" y="16"/>
                      </a:lnTo>
                      <a:lnTo>
                        <a:pt x="88" y="16"/>
                      </a:lnTo>
                      <a:lnTo>
                        <a:pt x="84" y="20"/>
                      </a:lnTo>
                      <a:lnTo>
                        <a:pt x="84" y="20"/>
                      </a:lnTo>
                      <a:lnTo>
                        <a:pt x="84" y="20"/>
                      </a:lnTo>
                      <a:lnTo>
                        <a:pt x="84" y="20"/>
                      </a:lnTo>
                      <a:lnTo>
                        <a:pt x="84" y="20"/>
                      </a:lnTo>
                      <a:lnTo>
                        <a:pt x="84" y="20"/>
                      </a:lnTo>
                      <a:lnTo>
                        <a:pt x="84" y="20"/>
                      </a:lnTo>
                      <a:lnTo>
                        <a:pt x="84" y="20"/>
                      </a:lnTo>
                      <a:lnTo>
                        <a:pt x="84" y="24"/>
                      </a:lnTo>
                      <a:lnTo>
                        <a:pt x="84" y="24"/>
                      </a:lnTo>
                      <a:lnTo>
                        <a:pt x="84" y="24"/>
                      </a:lnTo>
                      <a:lnTo>
                        <a:pt x="84" y="24"/>
                      </a:lnTo>
                      <a:lnTo>
                        <a:pt x="82" y="24"/>
                      </a:lnTo>
                      <a:lnTo>
                        <a:pt x="82" y="24"/>
                      </a:lnTo>
                      <a:lnTo>
                        <a:pt x="82" y="24"/>
                      </a:lnTo>
                      <a:lnTo>
                        <a:pt x="82" y="26"/>
                      </a:lnTo>
                      <a:lnTo>
                        <a:pt x="82" y="26"/>
                      </a:lnTo>
                      <a:lnTo>
                        <a:pt x="82" y="26"/>
                      </a:lnTo>
                      <a:lnTo>
                        <a:pt x="82" y="30"/>
                      </a:lnTo>
                      <a:lnTo>
                        <a:pt x="82" y="30"/>
                      </a:lnTo>
                      <a:lnTo>
                        <a:pt x="78" y="30"/>
                      </a:lnTo>
                      <a:lnTo>
                        <a:pt x="78" y="30"/>
                      </a:lnTo>
                      <a:lnTo>
                        <a:pt x="78" y="30"/>
                      </a:lnTo>
                      <a:lnTo>
                        <a:pt x="78" y="30"/>
                      </a:lnTo>
                      <a:lnTo>
                        <a:pt x="78" y="30"/>
                      </a:lnTo>
                      <a:lnTo>
                        <a:pt x="78" y="34"/>
                      </a:lnTo>
                      <a:lnTo>
                        <a:pt x="78" y="34"/>
                      </a:lnTo>
                      <a:lnTo>
                        <a:pt x="78" y="38"/>
                      </a:lnTo>
                      <a:lnTo>
                        <a:pt x="78" y="38"/>
                      </a:lnTo>
                      <a:lnTo>
                        <a:pt x="78" y="38"/>
                      </a:lnTo>
                      <a:lnTo>
                        <a:pt x="78" y="38"/>
                      </a:lnTo>
                      <a:lnTo>
                        <a:pt x="78" y="38"/>
                      </a:lnTo>
                      <a:lnTo>
                        <a:pt x="78" y="38"/>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116" name="Freeform 105">
                  <a:extLst>
                    <a:ext uri="{FF2B5EF4-FFF2-40B4-BE49-F238E27FC236}">
                      <a16:creationId xmlns:a16="http://schemas.microsoft.com/office/drawing/2014/main" id="{E66412BF-C95E-B843-1047-1B3BD6951629}"/>
                    </a:ext>
                  </a:extLst>
                </p:cNvPr>
                <p:cNvSpPr>
                  <a:spLocks/>
                </p:cNvSpPr>
                <p:nvPr/>
              </p:nvSpPr>
              <p:spPr bwMode="gray">
                <a:xfrm>
                  <a:off x="4198169" y="2286485"/>
                  <a:ext cx="271325" cy="128704"/>
                </a:xfrm>
                <a:custGeom>
                  <a:avLst/>
                  <a:gdLst>
                    <a:gd name="T0" fmla="*/ 36 w 156"/>
                    <a:gd name="T1" fmla="*/ 48 h 74"/>
                    <a:gd name="T2" fmla="*/ 30 w 156"/>
                    <a:gd name="T3" fmla="*/ 44 h 74"/>
                    <a:gd name="T4" fmla="*/ 14 w 156"/>
                    <a:gd name="T5" fmla="*/ 40 h 74"/>
                    <a:gd name="T6" fmla="*/ 14 w 156"/>
                    <a:gd name="T7" fmla="*/ 40 h 74"/>
                    <a:gd name="T8" fmla="*/ 30 w 156"/>
                    <a:gd name="T9" fmla="*/ 38 h 74"/>
                    <a:gd name="T10" fmla="*/ 32 w 156"/>
                    <a:gd name="T11" fmla="*/ 34 h 74"/>
                    <a:gd name="T12" fmla="*/ 32 w 156"/>
                    <a:gd name="T13" fmla="*/ 30 h 74"/>
                    <a:gd name="T14" fmla="*/ 32 w 156"/>
                    <a:gd name="T15" fmla="*/ 26 h 74"/>
                    <a:gd name="T16" fmla="*/ 30 w 156"/>
                    <a:gd name="T17" fmla="*/ 26 h 74"/>
                    <a:gd name="T18" fmla="*/ 18 w 156"/>
                    <a:gd name="T19" fmla="*/ 26 h 74"/>
                    <a:gd name="T20" fmla="*/ 0 w 156"/>
                    <a:gd name="T21" fmla="*/ 26 h 74"/>
                    <a:gd name="T22" fmla="*/ 6 w 156"/>
                    <a:gd name="T23" fmla="*/ 26 h 74"/>
                    <a:gd name="T24" fmla="*/ 6 w 156"/>
                    <a:gd name="T25" fmla="*/ 22 h 74"/>
                    <a:gd name="T26" fmla="*/ 10 w 156"/>
                    <a:gd name="T27" fmla="*/ 22 h 74"/>
                    <a:gd name="T28" fmla="*/ 10 w 156"/>
                    <a:gd name="T29" fmla="*/ 18 h 74"/>
                    <a:gd name="T30" fmla="*/ 14 w 156"/>
                    <a:gd name="T31" fmla="*/ 14 h 74"/>
                    <a:gd name="T32" fmla="*/ 14 w 156"/>
                    <a:gd name="T33" fmla="*/ 10 h 74"/>
                    <a:gd name="T34" fmla="*/ 18 w 156"/>
                    <a:gd name="T35" fmla="*/ 10 h 74"/>
                    <a:gd name="T36" fmla="*/ 26 w 156"/>
                    <a:gd name="T37" fmla="*/ 18 h 74"/>
                    <a:gd name="T38" fmla="*/ 30 w 156"/>
                    <a:gd name="T39" fmla="*/ 10 h 74"/>
                    <a:gd name="T40" fmla="*/ 30 w 156"/>
                    <a:gd name="T41" fmla="*/ 8 h 74"/>
                    <a:gd name="T42" fmla="*/ 22 w 156"/>
                    <a:gd name="T43" fmla="*/ 4 h 74"/>
                    <a:gd name="T44" fmla="*/ 32 w 156"/>
                    <a:gd name="T45" fmla="*/ 4 h 74"/>
                    <a:gd name="T46" fmla="*/ 44 w 156"/>
                    <a:gd name="T47" fmla="*/ 14 h 74"/>
                    <a:gd name="T48" fmla="*/ 40 w 156"/>
                    <a:gd name="T49" fmla="*/ 22 h 74"/>
                    <a:gd name="T50" fmla="*/ 44 w 156"/>
                    <a:gd name="T51" fmla="*/ 26 h 74"/>
                    <a:gd name="T52" fmla="*/ 52 w 156"/>
                    <a:gd name="T53" fmla="*/ 22 h 74"/>
                    <a:gd name="T54" fmla="*/ 60 w 156"/>
                    <a:gd name="T55" fmla="*/ 14 h 74"/>
                    <a:gd name="T56" fmla="*/ 66 w 156"/>
                    <a:gd name="T57" fmla="*/ 18 h 74"/>
                    <a:gd name="T58" fmla="*/ 78 w 156"/>
                    <a:gd name="T59" fmla="*/ 10 h 74"/>
                    <a:gd name="T60" fmla="*/ 84 w 156"/>
                    <a:gd name="T61" fmla="*/ 14 h 74"/>
                    <a:gd name="T62" fmla="*/ 88 w 156"/>
                    <a:gd name="T63" fmla="*/ 18 h 74"/>
                    <a:gd name="T64" fmla="*/ 92 w 156"/>
                    <a:gd name="T65" fmla="*/ 10 h 74"/>
                    <a:gd name="T66" fmla="*/ 104 w 156"/>
                    <a:gd name="T67" fmla="*/ 8 h 74"/>
                    <a:gd name="T68" fmla="*/ 114 w 156"/>
                    <a:gd name="T69" fmla="*/ 8 h 74"/>
                    <a:gd name="T70" fmla="*/ 122 w 156"/>
                    <a:gd name="T71" fmla="*/ 0 h 74"/>
                    <a:gd name="T72" fmla="*/ 130 w 156"/>
                    <a:gd name="T73" fmla="*/ 8 h 74"/>
                    <a:gd name="T74" fmla="*/ 134 w 156"/>
                    <a:gd name="T75" fmla="*/ 10 h 74"/>
                    <a:gd name="T76" fmla="*/ 136 w 156"/>
                    <a:gd name="T77" fmla="*/ 14 h 74"/>
                    <a:gd name="T78" fmla="*/ 140 w 156"/>
                    <a:gd name="T79" fmla="*/ 22 h 74"/>
                    <a:gd name="T80" fmla="*/ 152 w 156"/>
                    <a:gd name="T81" fmla="*/ 30 h 74"/>
                    <a:gd name="T82" fmla="*/ 156 w 156"/>
                    <a:gd name="T83" fmla="*/ 34 h 74"/>
                    <a:gd name="T84" fmla="*/ 152 w 156"/>
                    <a:gd name="T85" fmla="*/ 40 h 74"/>
                    <a:gd name="T86" fmla="*/ 144 w 156"/>
                    <a:gd name="T87" fmla="*/ 44 h 74"/>
                    <a:gd name="T88" fmla="*/ 140 w 156"/>
                    <a:gd name="T89" fmla="*/ 52 h 74"/>
                    <a:gd name="T90" fmla="*/ 130 w 156"/>
                    <a:gd name="T91" fmla="*/ 56 h 74"/>
                    <a:gd name="T92" fmla="*/ 118 w 156"/>
                    <a:gd name="T93" fmla="*/ 60 h 74"/>
                    <a:gd name="T94" fmla="*/ 106 w 156"/>
                    <a:gd name="T95" fmla="*/ 64 h 74"/>
                    <a:gd name="T96" fmla="*/ 92 w 156"/>
                    <a:gd name="T97" fmla="*/ 68 h 74"/>
                    <a:gd name="T98" fmla="*/ 82 w 156"/>
                    <a:gd name="T99" fmla="*/ 74 h 74"/>
                    <a:gd name="T100" fmla="*/ 62 w 156"/>
                    <a:gd name="T101" fmla="*/ 70 h 74"/>
                    <a:gd name="T102" fmla="*/ 56 w 156"/>
                    <a:gd name="T103" fmla="*/ 68 h 74"/>
                    <a:gd name="T104" fmla="*/ 48 w 156"/>
                    <a:gd name="T105" fmla="*/ 68 h 74"/>
                    <a:gd name="T106" fmla="*/ 36 w 156"/>
                    <a:gd name="T107" fmla="*/ 64 h 74"/>
                    <a:gd name="T108" fmla="*/ 26 w 156"/>
                    <a:gd name="T109" fmla="*/ 68 h 74"/>
                    <a:gd name="T110" fmla="*/ 30 w 156"/>
                    <a:gd name="T111" fmla="*/ 60 h 74"/>
                    <a:gd name="T112" fmla="*/ 36 w 156"/>
                    <a:gd name="T113" fmla="*/ 56 h 74"/>
                    <a:gd name="T114" fmla="*/ 44 w 156"/>
                    <a:gd name="T115" fmla="*/ 52 h 74"/>
                    <a:gd name="T116" fmla="*/ 32 w 156"/>
                    <a:gd name="T117" fmla="*/ 52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56" h="74">
                      <a:moveTo>
                        <a:pt x="32" y="52"/>
                      </a:moveTo>
                      <a:lnTo>
                        <a:pt x="36" y="48"/>
                      </a:lnTo>
                      <a:lnTo>
                        <a:pt x="40" y="48"/>
                      </a:lnTo>
                      <a:lnTo>
                        <a:pt x="40" y="44"/>
                      </a:lnTo>
                      <a:lnTo>
                        <a:pt x="36" y="48"/>
                      </a:lnTo>
                      <a:lnTo>
                        <a:pt x="32" y="48"/>
                      </a:lnTo>
                      <a:lnTo>
                        <a:pt x="32" y="52"/>
                      </a:lnTo>
                      <a:lnTo>
                        <a:pt x="32" y="48"/>
                      </a:lnTo>
                      <a:lnTo>
                        <a:pt x="30" y="48"/>
                      </a:lnTo>
                      <a:lnTo>
                        <a:pt x="30" y="44"/>
                      </a:lnTo>
                      <a:lnTo>
                        <a:pt x="30" y="40"/>
                      </a:lnTo>
                      <a:lnTo>
                        <a:pt x="26" y="40"/>
                      </a:lnTo>
                      <a:lnTo>
                        <a:pt x="22" y="40"/>
                      </a:lnTo>
                      <a:lnTo>
                        <a:pt x="18" y="40"/>
                      </a:lnTo>
                      <a:lnTo>
                        <a:pt x="14" y="40"/>
                      </a:lnTo>
                      <a:lnTo>
                        <a:pt x="10" y="44"/>
                      </a:lnTo>
                      <a:lnTo>
                        <a:pt x="6" y="44"/>
                      </a:lnTo>
                      <a:lnTo>
                        <a:pt x="6" y="40"/>
                      </a:lnTo>
                      <a:lnTo>
                        <a:pt x="10" y="40"/>
                      </a:lnTo>
                      <a:lnTo>
                        <a:pt x="14" y="40"/>
                      </a:lnTo>
                      <a:lnTo>
                        <a:pt x="14" y="38"/>
                      </a:lnTo>
                      <a:lnTo>
                        <a:pt x="18" y="38"/>
                      </a:lnTo>
                      <a:lnTo>
                        <a:pt x="22" y="38"/>
                      </a:lnTo>
                      <a:lnTo>
                        <a:pt x="26" y="38"/>
                      </a:lnTo>
                      <a:lnTo>
                        <a:pt x="30" y="38"/>
                      </a:lnTo>
                      <a:lnTo>
                        <a:pt x="32" y="38"/>
                      </a:lnTo>
                      <a:lnTo>
                        <a:pt x="36" y="38"/>
                      </a:lnTo>
                      <a:lnTo>
                        <a:pt x="40" y="34"/>
                      </a:lnTo>
                      <a:lnTo>
                        <a:pt x="36" y="34"/>
                      </a:lnTo>
                      <a:lnTo>
                        <a:pt x="32" y="34"/>
                      </a:lnTo>
                      <a:lnTo>
                        <a:pt x="30" y="34"/>
                      </a:lnTo>
                      <a:lnTo>
                        <a:pt x="26" y="34"/>
                      </a:lnTo>
                      <a:lnTo>
                        <a:pt x="30" y="34"/>
                      </a:lnTo>
                      <a:lnTo>
                        <a:pt x="30" y="30"/>
                      </a:lnTo>
                      <a:lnTo>
                        <a:pt x="32" y="30"/>
                      </a:lnTo>
                      <a:lnTo>
                        <a:pt x="36" y="30"/>
                      </a:lnTo>
                      <a:lnTo>
                        <a:pt x="36" y="26"/>
                      </a:lnTo>
                      <a:lnTo>
                        <a:pt x="40" y="26"/>
                      </a:lnTo>
                      <a:lnTo>
                        <a:pt x="36" y="26"/>
                      </a:lnTo>
                      <a:lnTo>
                        <a:pt x="32" y="26"/>
                      </a:lnTo>
                      <a:lnTo>
                        <a:pt x="30" y="26"/>
                      </a:lnTo>
                      <a:lnTo>
                        <a:pt x="32" y="26"/>
                      </a:lnTo>
                      <a:lnTo>
                        <a:pt x="32" y="22"/>
                      </a:lnTo>
                      <a:lnTo>
                        <a:pt x="32" y="26"/>
                      </a:lnTo>
                      <a:lnTo>
                        <a:pt x="30" y="26"/>
                      </a:lnTo>
                      <a:lnTo>
                        <a:pt x="26" y="26"/>
                      </a:lnTo>
                      <a:lnTo>
                        <a:pt x="22" y="26"/>
                      </a:lnTo>
                      <a:lnTo>
                        <a:pt x="22" y="22"/>
                      </a:lnTo>
                      <a:lnTo>
                        <a:pt x="22" y="26"/>
                      </a:lnTo>
                      <a:lnTo>
                        <a:pt x="18" y="26"/>
                      </a:lnTo>
                      <a:lnTo>
                        <a:pt x="14" y="26"/>
                      </a:lnTo>
                      <a:lnTo>
                        <a:pt x="10" y="26"/>
                      </a:lnTo>
                      <a:lnTo>
                        <a:pt x="6" y="26"/>
                      </a:lnTo>
                      <a:lnTo>
                        <a:pt x="2" y="26"/>
                      </a:lnTo>
                      <a:lnTo>
                        <a:pt x="0" y="26"/>
                      </a:lnTo>
                      <a:lnTo>
                        <a:pt x="2" y="22"/>
                      </a:lnTo>
                      <a:lnTo>
                        <a:pt x="0" y="22"/>
                      </a:lnTo>
                      <a:lnTo>
                        <a:pt x="2" y="22"/>
                      </a:lnTo>
                      <a:lnTo>
                        <a:pt x="6" y="22"/>
                      </a:lnTo>
                      <a:lnTo>
                        <a:pt x="6" y="26"/>
                      </a:lnTo>
                      <a:lnTo>
                        <a:pt x="10" y="26"/>
                      </a:lnTo>
                      <a:lnTo>
                        <a:pt x="6" y="26"/>
                      </a:lnTo>
                      <a:lnTo>
                        <a:pt x="6" y="22"/>
                      </a:lnTo>
                      <a:lnTo>
                        <a:pt x="10" y="22"/>
                      </a:lnTo>
                      <a:lnTo>
                        <a:pt x="6" y="22"/>
                      </a:lnTo>
                      <a:lnTo>
                        <a:pt x="6" y="18"/>
                      </a:lnTo>
                      <a:lnTo>
                        <a:pt x="2" y="18"/>
                      </a:lnTo>
                      <a:lnTo>
                        <a:pt x="6" y="18"/>
                      </a:lnTo>
                      <a:lnTo>
                        <a:pt x="10" y="18"/>
                      </a:lnTo>
                      <a:lnTo>
                        <a:pt x="10" y="22"/>
                      </a:lnTo>
                      <a:lnTo>
                        <a:pt x="14" y="22"/>
                      </a:lnTo>
                      <a:lnTo>
                        <a:pt x="14" y="18"/>
                      </a:lnTo>
                      <a:lnTo>
                        <a:pt x="18" y="18"/>
                      </a:lnTo>
                      <a:lnTo>
                        <a:pt x="14" y="18"/>
                      </a:lnTo>
                      <a:lnTo>
                        <a:pt x="10" y="18"/>
                      </a:lnTo>
                      <a:lnTo>
                        <a:pt x="6" y="14"/>
                      </a:lnTo>
                      <a:lnTo>
                        <a:pt x="10" y="14"/>
                      </a:lnTo>
                      <a:lnTo>
                        <a:pt x="14" y="14"/>
                      </a:lnTo>
                      <a:lnTo>
                        <a:pt x="18" y="18"/>
                      </a:lnTo>
                      <a:lnTo>
                        <a:pt x="14" y="14"/>
                      </a:lnTo>
                      <a:lnTo>
                        <a:pt x="10" y="14"/>
                      </a:lnTo>
                      <a:lnTo>
                        <a:pt x="10" y="10"/>
                      </a:lnTo>
                      <a:lnTo>
                        <a:pt x="14" y="10"/>
                      </a:lnTo>
                      <a:lnTo>
                        <a:pt x="14" y="14"/>
                      </a:lnTo>
                      <a:lnTo>
                        <a:pt x="14" y="10"/>
                      </a:lnTo>
                      <a:lnTo>
                        <a:pt x="10" y="10"/>
                      </a:lnTo>
                      <a:lnTo>
                        <a:pt x="14" y="10"/>
                      </a:lnTo>
                      <a:lnTo>
                        <a:pt x="14" y="8"/>
                      </a:lnTo>
                      <a:lnTo>
                        <a:pt x="18" y="8"/>
                      </a:lnTo>
                      <a:lnTo>
                        <a:pt x="18" y="10"/>
                      </a:lnTo>
                      <a:lnTo>
                        <a:pt x="22" y="10"/>
                      </a:lnTo>
                      <a:lnTo>
                        <a:pt x="22" y="14"/>
                      </a:lnTo>
                      <a:lnTo>
                        <a:pt x="26" y="10"/>
                      </a:lnTo>
                      <a:lnTo>
                        <a:pt x="26" y="14"/>
                      </a:lnTo>
                      <a:lnTo>
                        <a:pt x="26" y="18"/>
                      </a:lnTo>
                      <a:lnTo>
                        <a:pt x="26" y="14"/>
                      </a:lnTo>
                      <a:lnTo>
                        <a:pt x="30" y="14"/>
                      </a:lnTo>
                      <a:lnTo>
                        <a:pt x="30" y="18"/>
                      </a:lnTo>
                      <a:lnTo>
                        <a:pt x="30" y="14"/>
                      </a:lnTo>
                      <a:lnTo>
                        <a:pt x="30" y="10"/>
                      </a:lnTo>
                      <a:lnTo>
                        <a:pt x="26" y="10"/>
                      </a:lnTo>
                      <a:lnTo>
                        <a:pt x="22" y="10"/>
                      </a:lnTo>
                      <a:lnTo>
                        <a:pt x="22" y="8"/>
                      </a:lnTo>
                      <a:lnTo>
                        <a:pt x="26" y="8"/>
                      </a:lnTo>
                      <a:lnTo>
                        <a:pt x="30" y="8"/>
                      </a:lnTo>
                      <a:lnTo>
                        <a:pt x="26" y="8"/>
                      </a:lnTo>
                      <a:lnTo>
                        <a:pt x="22" y="8"/>
                      </a:lnTo>
                      <a:lnTo>
                        <a:pt x="18" y="8"/>
                      </a:lnTo>
                      <a:lnTo>
                        <a:pt x="18" y="4"/>
                      </a:lnTo>
                      <a:lnTo>
                        <a:pt x="22" y="4"/>
                      </a:lnTo>
                      <a:lnTo>
                        <a:pt x="18" y="4"/>
                      </a:lnTo>
                      <a:lnTo>
                        <a:pt x="22" y="4"/>
                      </a:lnTo>
                      <a:lnTo>
                        <a:pt x="26" y="4"/>
                      </a:lnTo>
                      <a:lnTo>
                        <a:pt x="30" y="4"/>
                      </a:lnTo>
                      <a:lnTo>
                        <a:pt x="32" y="4"/>
                      </a:lnTo>
                      <a:lnTo>
                        <a:pt x="32" y="8"/>
                      </a:lnTo>
                      <a:lnTo>
                        <a:pt x="36" y="8"/>
                      </a:lnTo>
                      <a:lnTo>
                        <a:pt x="40" y="10"/>
                      </a:lnTo>
                      <a:lnTo>
                        <a:pt x="44" y="10"/>
                      </a:lnTo>
                      <a:lnTo>
                        <a:pt x="44" y="14"/>
                      </a:lnTo>
                      <a:lnTo>
                        <a:pt x="40" y="14"/>
                      </a:lnTo>
                      <a:lnTo>
                        <a:pt x="44" y="14"/>
                      </a:lnTo>
                      <a:lnTo>
                        <a:pt x="44" y="18"/>
                      </a:lnTo>
                      <a:lnTo>
                        <a:pt x="44" y="22"/>
                      </a:lnTo>
                      <a:lnTo>
                        <a:pt x="40" y="22"/>
                      </a:lnTo>
                      <a:lnTo>
                        <a:pt x="40" y="18"/>
                      </a:lnTo>
                      <a:lnTo>
                        <a:pt x="36" y="18"/>
                      </a:lnTo>
                      <a:lnTo>
                        <a:pt x="40" y="22"/>
                      </a:lnTo>
                      <a:lnTo>
                        <a:pt x="44" y="22"/>
                      </a:lnTo>
                      <a:lnTo>
                        <a:pt x="44" y="26"/>
                      </a:lnTo>
                      <a:lnTo>
                        <a:pt x="48" y="26"/>
                      </a:lnTo>
                      <a:lnTo>
                        <a:pt x="48" y="30"/>
                      </a:lnTo>
                      <a:lnTo>
                        <a:pt x="48" y="34"/>
                      </a:lnTo>
                      <a:lnTo>
                        <a:pt x="48" y="26"/>
                      </a:lnTo>
                      <a:lnTo>
                        <a:pt x="52" y="22"/>
                      </a:lnTo>
                      <a:lnTo>
                        <a:pt x="56" y="22"/>
                      </a:lnTo>
                      <a:lnTo>
                        <a:pt x="56" y="26"/>
                      </a:lnTo>
                      <a:lnTo>
                        <a:pt x="60" y="22"/>
                      </a:lnTo>
                      <a:lnTo>
                        <a:pt x="60" y="18"/>
                      </a:lnTo>
                      <a:lnTo>
                        <a:pt x="60" y="14"/>
                      </a:lnTo>
                      <a:lnTo>
                        <a:pt x="60" y="10"/>
                      </a:lnTo>
                      <a:lnTo>
                        <a:pt x="62" y="10"/>
                      </a:lnTo>
                      <a:lnTo>
                        <a:pt x="62" y="14"/>
                      </a:lnTo>
                      <a:lnTo>
                        <a:pt x="66" y="14"/>
                      </a:lnTo>
                      <a:lnTo>
                        <a:pt x="66" y="18"/>
                      </a:lnTo>
                      <a:lnTo>
                        <a:pt x="70" y="18"/>
                      </a:lnTo>
                      <a:lnTo>
                        <a:pt x="70" y="14"/>
                      </a:lnTo>
                      <a:lnTo>
                        <a:pt x="70" y="10"/>
                      </a:lnTo>
                      <a:lnTo>
                        <a:pt x="74" y="10"/>
                      </a:lnTo>
                      <a:lnTo>
                        <a:pt x="78" y="10"/>
                      </a:lnTo>
                      <a:lnTo>
                        <a:pt x="78" y="8"/>
                      </a:lnTo>
                      <a:lnTo>
                        <a:pt x="82" y="8"/>
                      </a:lnTo>
                      <a:lnTo>
                        <a:pt x="82" y="10"/>
                      </a:lnTo>
                      <a:lnTo>
                        <a:pt x="84" y="10"/>
                      </a:lnTo>
                      <a:lnTo>
                        <a:pt x="84" y="14"/>
                      </a:lnTo>
                      <a:lnTo>
                        <a:pt x="88" y="14"/>
                      </a:lnTo>
                      <a:lnTo>
                        <a:pt x="88" y="18"/>
                      </a:lnTo>
                      <a:lnTo>
                        <a:pt x="88" y="22"/>
                      </a:lnTo>
                      <a:lnTo>
                        <a:pt x="92" y="22"/>
                      </a:lnTo>
                      <a:lnTo>
                        <a:pt x="88" y="18"/>
                      </a:lnTo>
                      <a:lnTo>
                        <a:pt x="88" y="14"/>
                      </a:lnTo>
                      <a:lnTo>
                        <a:pt x="84" y="10"/>
                      </a:lnTo>
                      <a:lnTo>
                        <a:pt x="88" y="8"/>
                      </a:lnTo>
                      <a:lnTo>
                        <a:pt x="88" y="10"/>
                      </a:lnTo>
                      <a:lnTo>
                        <a:pt x="92" y="10"/>
                      </a:lnTo>
                      <a:lnTo>
                        <a:pt x="96" y="10"/>
                      </a:lnTo>
                      <a:lnTo>
                        <a:pt x="96" y="14"/>
                      </a:lnTo>
                      <a:lnTo>
                        <a:pt x="100" y="14"/>
                      </a:lnTo>
                      <a:lnTo>
                        <a:pt x="100" y="10"/>
                      </a:lnTo>
                      <a:lnTo>
                        <a:pt x="104" y="8"/>
                      </a:lnTo>
                      <a:lnTo>
                        <a:pt x="106" y="8"/>
                      </a:lnTo>
                      <a:lnTo>
                        <a:pt x="106" y="10"/>
                      </a:lnTo>
                      <a:lnTo>
                        <a:pt x="110" y="10"/>
                      </a:lnTo>
                      <a:lnTo>
                        <a:pt x="110" y="8"/>
                      </a:lnTo>
                      <a:lnTo>
                        <a:pt x="114" y="8"/>
                      </a:lnTo>
                      <a:lnTo>
                        <a:pt x="110" y="4"/>
                      </a:lnTo>
                      <a:lnTo>
                        <a:pt x="110" y="0"/>
                      </a:lnTo>
                      <a:lnTo>
                        <a:pt x="114" y="0"/>
                      </a:lnTo>
                      <a:lnTo>
                        <a:pt x="118" y="0"/>
                      </a:lnTo>
                      <a:lnTo>
                        <a:pt x="122" y="0"/>
                      </a:lnTo>
                      <a:lnTo>
                        <a:pt x="122" y="4"/>
                      </a:lnTo>
                      <a:lnTo>
                        <a:pt x="122" y="8"/>
                      </a:lnTo>
                      <a:lnTo>
                        <a:pt x="126" y="8"/>
                      </a:lnTo>
                      <a:lnTo>
                        <a:pt x="130" y="10"/>
                      </a:lnTo>
                      <a:lnTo>
                        <a:pt x="130" y="8"/>
                      </a:lnTo>
                      <a:lnTo>
                        <a:pt x="134" y="8"/>
                      </a:lnTo>
                      <a:lnTo>
                        <a:pt x="134" y="4"/>
                      </a:lnTo>
                      <a:lnTo>
                        <a:pt x="136" y="4"/>
                      </a:lnTo>
                      <a:lnTo>
                        <a:pt x="134" y="8"/>
                      </a:lnTo>
                      <a:lnTo>
                        <a:pt x="134" y="10"/>
                      </a:lnTo>
                      <a:lnTo>
                        <a:pt x="130" y="10"/>
                      </a:lnTo>
                      <a:lnTo>
                        <a:pt x="134" y="10"/>
                      </a:lnTo>
                      <a:lnTo>
                        <a:pt x="136" y="10"/>
                      </a:lnTo>
                      <a:lnTo>
                        <a:pt x="140" y="14"/>
                      </a:lnTo>
                      <a:lnTo>
                        <a:pt x="136" y="14"/>
                      </a:lnTo>
                      <a:lnTo>
                        <a:pt x="136" y="18"/>
                      </a:lnTo>
                      <a:lnTo>
                        <a:pt x="140" y="18"/>
                      </a:lnTo>
                      <a:lnTo>
                        <a:pt x="144" y="18"/>
                      </a:lnTo>
                      <a:lnTo>
                        <a:pt x="144" y="22"/>
                      </a:lnTo>
                      <a:lnTo>
                        <a:pt x="140" y="22"/>
                      </a:lnTo>
                      <a:lnTo>
                        <a:pt x="140" y="26"/>
                      </a:lnTo>
                      <a:lnTo>
                        <a:pt x="144" y="22"/>
                      </a:lnTo>
                      <a:lnTo>
                        <a:pt x="148" y="22"/>
                      </a:lnTo>
                      <a:lnTo>
                        <a:pt x="152" y="26"/>
                      </a:lnTo>
                      <a:lnTo>
                        <a:pt x="152" y="30"/>
                      </a:lnTo>
                      <a:lnTo>
                        <a:pt x="156" y="30"/>
                      </a:lnTo>
                      <a:lnTo>
                        <a:pt x="152" y="34"/>
                      </a:lnTo>
                      <a:lnTo>
                        <a:pt x="148" y="34"/>
                      </a:lnTo>
                      <a:lnTo>
                        <a:pt x="152" y="34"/>
                      </a:lnTo>
                      <a:lnTo>
                        <a:pt x="156" y="34"/>
                      </a:lnTo>
                      <a:lnTo>
                        <a:pt x="156" y="38"/>
                      </a:lnTo>
                      <a:lnTo>
                        <a:pt x="152" y="38"/>
                      </a:lnTo>
                      <a:lnTo>
                        <a:pt x="148" y="38"/>
                      </a:lnTo>
                      <a:lnTo>
                        <a:pt x="152" y="38"/>
                      </a:lnTo>
                      <a:lnTo>
                        <a:pt x="152" y="40"/>
                      </a:lnTo>
                      <a:lnTo>
                        <a:pt x="148" y="40"/>
                      </a:lnTo>
                      <a:lnTo>
                        <a:pt x="152" y="40"/>
                      </a:lnTo>
                      <a:lnTo>
                        <a:pt x="148" y="40"/>
                      </a:lnTo>
                      <a:lnTo>
                        <a:pt x="148" y="44"/>
                      </a:lnTo>
                      <a:lnTo>
                        <a:pt x="144" y="44"/>
                      </a:lnTo>
                      <a:lnTo>
                        <a:pt x="140" y="44"/>
                      </a:lnTo>
                      <a:lnTo>
                        <a:pt x="140" y="40"/>
                      </a:lnTo>
                      <a:lnTo>
                        <a:pt x="140" y="44"/>
                      </a:lnTo>
                      <a:lnTo>
                        <a:pt x="140" y="48"/>
                      </a:lnTo>
                      <a:lnTo>
                        <a:pt x="140" y="52"/>
                      </a:lnTo>
                      <a:lnTo>
                        <a:pt x="136" y="52"/>
                      </a:lnTo>
                      <a:lnTo>
                        <a:pt x="134" y="56"/>
                      </a:lnTo>
                      <a:lnTo>
                        <a:pt x="136" y="56"/>
                      </a:lnTo>
                      <a:lnTo>
                        <a:pt x="134" y="56"/>
                      </a:lnTo>
                      <a:lnTo>
                        <a:pt x="130" y="56"/>
                      </a:lnTo>
                      <a:lnTo>
                        <a:pt x="130" y="52"/>
                      </a:lnTo>
                      <a:lnTo>
                        <a:pt x="130" y="56"/>
                      </a:lnTo>
                      <a:lnTo>
                        <a:pt x="126" y="56"/>
                      </a:lnTo>
                      <a:lnTo>
                        <a:pt x="122" y="56"/>
                      </a:lnTo>
                      <a:lnTo>
                        <a:pt x="118" y="60"/>
                      </a:lnTo>
                      <a:lnTo>
                        <a:pt x="114" y="60"/>
                      </a:lnTo>
                      <a:lnTo>
                        <a:pt x="114" y="64"/>
                      </a:lnTo>
                      <a:lnTo>
                        <a:pt x="110" y="64"/>
                      </a:lnTo>
                      <a:lnTo>
                        <a:pt x="106" y="68"/>
                      </a:lnTo>
                      <a:lnTo>
                        <a:pt x="106" y="64"/>
                      </a:lnTo>
                      <a:lnTo>
                        <a:pt x="104" y="64"/>
                      </a:lnTo>
                      <a:lnTo>
                        <a:pt x="104" y="68"/>
                      </a:lnTo>
                      <a:lnTo>
                        <a:pt x="100" y="68"/>
                      </a:lnTo>
                      <a:lnTo>
                        <a:pt x="96" y="68"/>
                      </a:lnTo>
                      <a:lnTo>
                        <a:pt x="92" y="68"/>
                      </a:lnTo>
                      <a:lnTo>
                        <a:pt x="92" y="70"/>
                      </a:lnTo>
                      <a:lnTo>
                        <a:pt x="92" y="74"/>
                      </a:lnTo>
                      <a:lnTo>
                        <a:pt x="88" y="74"/>
                      </a:lnTo>
                      <a:lnTo>
                        <a:pt x="84" y="74"/>
                      </a:lnTo>
                      <a:lnTo>
                        <a:pt x="82" y="74"/>
                      </a:lnTo>
                      <a:lnTo>
                        <a:pt x="78" y="74"/>
                      </a:lnTo>
                      <a:lnTo>
                        <a:pt x="74" y="74"/>
                      </a:lnTo>
                      <a:lnTo>
                        <a:pt x="70" y="74"/>
                      </a:lnTo>
                      <a:lnTo>
                        <a:pt x="66" y="70"/>
                      </a:lnTo>
                      <a:lnTo>
                        <a:pt x="62" y="70"/>
                      </a:lnTo>
                      <a:lnTo>
                        <a:pt x="60" y="70"/>
                      </a:lnTo>
                      <a:lnTo>
                        <a:pt x="56" y="70"/>
                      </a:lnTo>
                      <a:lnTo>
                        <a:pt x="56" y="68"/>
                      </a:lnTo>
                      <a:lnTo>
                        <a:pt x="60" y="68"/>
                      </a:lnTo>
                      <a:lnTo>
                        <a:pt x="56" y="68"/>
                      </a:lnTo>
                      <a:lnTo>
                        <a:pt x="52" y="68"/>
                      </a:lnTo>
                      <a:lnTo>
                        <a:pt x="56" y="68"/>
                      </a:lnTo>
                      <a:lnTo>
                        <a:pt x="56" y="64"/>
                      </a:lnTo>
                      <a:lnTo>
                        <a:pt x="52" y="68"/>
                      </a:lnTo>
                      <a:lnTo>
                        <a:pt x="48" y="68"/>
                      </a:lnTo>
                      <a:lnTo>
                        <a:pt x="48" y="64"/>
                      </a:lnTo>
                      <a:lnTo>
                        <a:pt x="44" y="64"/>
                      </a:lnTo>
                      <a:lnTo>
                        <a:pt x="40" y="68"/>
                      </a:lnTo>
                      <a:lnTo>
                        <a:pt x="40" y="64"/>
                      </a:lnTo>
                      <a:lnTo>
                        <a:pt x="36" y="64"/>
                      </a:lnTo>
                      <a:lnTo>
                        <a:pt x="36" y="68"/>
                      </a:lnTo>
                      <a:lnTo>
                        <a:pt x="32" y="68"/>
                      </a:lnTo>
                      <a:lnTo>
                        <a:pt x="32" y="64"/>
                      </a:lnTo>
                      <a:lnTo>
                        <a:pt x="30" y="64"/>
                      </a:lnTo>
                      <a:lnTo>
                        <a:pt x="26" y="68"/>
                      </a:lnTo>
                      <a:lnTo>
                        <a:pt x="26" y="64"/>
                      </a:lnTo>
                      <a:lnTo>
                        <a:pt x="26" y="60"/>
                      </a:lnTo>
                      <a:lnTo>
                        <a:pt x="26" y="64"/>
                      </a:lnTo>
                      <a:lnTo>
                        <a:pt x="30" y="64"/>
                      </a:lnTo>
                      <a:lnTo>
                        <a:pt x="30" y="60"/>
                      </a:lnTo>
                      <a:lnTo>
                        <a:pt x="32" y="60"/>
                      </a:lnTo>
                      <a:lnTo>
                        <a:pt x="36" y="60"/>
                      </a:lnTo>
                      <a:lnTo>
                        <a:pt x="36" y="56"/>
                      </a:lnTo>
                      <a:lnTo>
                        <a:pt x="36" y="60"/>
                      </a:lnTo>
                      <a:lnTo>
                        <a:pt x="36" y="56"/>
                      </a:lnTo>
                      <a:lnTo>
                        <a:pt x="40" y="56"/>
                      </a:lnTo>
                      <a:lnTo>
                        <a:pt x="36" y="56"/>
                      </a:lnTo>
                      <a:lnTo>
                        <a:pt x="36" y="52"/>
                      </a:lnTo>
                      <a:lnTo>
                        <a:pt x="40" y="52"/>
                      </a:lnTo>
                      <a:lnTo>
                        <a:pt x="44" y="52"/>
                      </a:lnTo>
                      <a:lnTo>
                        <a:pt x="40" y="52"/>
                      </a:lnTo>
                      <a:lnTo>
                        <a:pt x="36" y="52"/>
                      </a:lnTo>
                      <a:lnTo>
                        <a:pt x="36" y="56"/>
                      </a:lnTo>
                      <a:lnTo>
                        <a:pt x="32" y="56"/>
                      </a:lnTo>
                      <a:lnTo>
                        <a:pt x="32" y="52"/>
                      </a:lnTo>
                      <a:lnTo>
                        <a:pt x="32" y="52"/>
                      </a:lnTo>
                      <a:lnTo>
                        <a:pt x="32" y="52"/>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117" name="Freeform 106">
                  <a:extLst>
                    <a:ext uri="{FF2B5EF4-FFF2-40B4-BE49-F238E27FC236}">
                      <a16:creationId xmlns:a16="http://schemas.microsoft.com/office/drawing/2014/main" id="{24B7ACE7-BB01-8609-9761-E8D75747B95C}"/>
                    </a:ext>
                  </a:extLst>
                </p:cNvPr>
                <p:cNvSpPr>
                  <a:spLocks noEditPoints="1"/>
                </p:cNvSpPr>
                <p:nvPr/>
              </p:nvSpPr>
              <p:spPr bwMode="gray">
                <a:xfrm>
                  <a:off x="4539064" y="2731736"/>
                  <a:ext cx="111313" cy="149576"/>
                </a:xfrm>
                <a:custGeom>
                  <a:avLst/>
                  <a:gdLst>
                    <a:gd name="T0" fmla="*/ 20 w 64"/>
                    <a:gd name="T1" fmla="*/ 46 h 86"/>
                    <a:gd name="T2" fmla="*/ 16 w 64"/>
                    <a:gd name="T3" fmla="*/ 46 h 86"/>
                    <a:gd name="T4" fmla="*/ 12 w 64"/>
                    <a:gd name="T5" fmla="*/ 46 h 86"/>
                    <a:gd name="T6" fmla="*/ 12 w 64"/>
                    <a:gd name="T7" fmla="*/ 42 h 86"/>
                    <a:gd name="T8" fmla="*/ 8 w 64"/>
                    <a:gd name="T9" fmla="*/ 38 h 86"/>
                    <a:gd name="T10" fmla="*/ 8 w 64"/>
                    <a:gd name="T11" fmla="*/ 34 h 86"/>
                    <a:gd name="T12" fmla="*/ 12 w 64"/>
                    <a:gd name="T13" fmla="*/ 34 h 86"/>
                    <a:gd name="T14" fmla="*/ 12 w 64"/>
                    <a:gd name="T15" fmla="*/ 30 h 86"/>
                    <a:gd name="T16" fmla="*/ 8 w 64"/>
                    <a:gd name="T17" fmla="*/ 30 h 86"/>
                    <a:gd name="T18" fmla="*/ 8 w 64"/>
                    <a:gd name="T19" fmla="*/ 26 h 86"/>
                    <a:gd name="T20" fmla="*/ 12 w 64"/>
                    <a:gd name="T21" fmla="*/ 26 h 86"/>
                    <a:gd name="T22" fmla="*/ 20 w 64"/>
                    <a:gd name="T23" fmla="*/ 24 h 86"/>
                    <a:gd name="T24" fmla="*/ 26 w 64"/>
                    <a:gd name="T25" fmla="*/ 26 h 86"/>
                    <a:gd name="T26" fmla="*/ 30 w 64"/>
                    <a:gd name="T27" fmla="*/ 20 h 86"/>
                    <a:gd name="T28" fmla="*/ 30 w 64"/>
                    <a:gd name="T29" fmla="*/ 16 h 86"/>
                    <a:gd name="T30" fmla="*/ 30 w 64"/>
                    <a:gd name="T31" fmla="*/ 12 h 86"/>
                    <a:gd name="T32" fmla="*/ 38 w 64"/>
                    <a:gd name="T33" fmla="*/ 4 h 86"/>
                    <a:gd name="T34" fmla="*/ 42 w 64"/>
                    <a:gd name="T35" fmla="*/ 4 h 86"/>
                    <a:gd name="T36" fmla="*/ 42 w 64"/>
                    <a:gd name="T37" fmla="*/ 8 h 86"/>
                    <a:gd name="T38" fmla="*/ 46 w 64"/>
                    <a:gd name="T39" fmla="*/ 8 h 86"/>
                    <a:gd name="T40" fmla="*/ 46 w 64"/>
                    <a:gd name="T41" fmla="*/ 4 h 86"/>
                    <a:gd name="T42" fmla="*/ 50 w 64"/>
                    <a:gd name="T43" fmla="*/ 4 h 86"/>
                    <a:gd name="T44" fmla="*/ 50 w 64"/>
                    <a:gd name="T45" fmla="*/ 8 h 86"/>
                    <a:gd name="T46" fmla="*/ 42 w 64"/>
                    <a:gd name="T47" fmla="*/ 16 h 86"/>
                    <a:gd name="T48" fmla="*/ 38 w 64"/>
                    <a:gd name="T49" fmla="*/ 20 h 86"/>
                    <a:gd name="T50" fmla="*/ 38 w 64"/>
                    <a:gd name="T51" fmla="*/ 24 h 86"/>
                    <a:gd name="T52" fmla="*/ 46 w 64"/>
                    <a:gd name="T53" fmla="*/ 26 h 86"/>
                    <a:gd name="T54" fmla="*/ 54 w 64"/>
                    <a:gd name="T55" fmla="*/ 24 h 86"/>
                    <a:gd name="T56" fmla="*/ 60 w 64"/>
                    <a:gd name="T57" fmla="*/ 30 h 86"/>
                    <a:gd name="T58" fmla="*/ 64 w 64"/>
                    <a:gd name="T59" fmla="*/ 30 h 86"/>
                    <a:gd name="T60" fmla="*/ 60 w 64"/>
                    <a:gd name="T61" fmla="*/ 38 h 86"/>
                    <a:gd name="T62" fmla="*/ 64 w 64"/>
                    <a:gd name="T63" fmla="*/ 46 h 86"/>
                    <a:gd name="T64" fmla="*/ 64 w 64"/>
                    <a:gd name="T65" fmla="*/ 50 h 86"/>
                    <a:gd name="T66" fmla="*/ 60 w 64"/>
                    <a:gd name="T67" fmla="*/ 60 h 86"/>
                    <a:gd name="T68" fmla="*/ 60 w 64"/>
                    <a:gd name="T69" fmla="*/ 68 h 86"/>
                    <a:gd name="T70" fmla="*/ 54 w 64"/>
                    <a:gd name="T71" fmla="*/ 72 h 86"/>
                    <a:gd name="T72" fmla="*/ 54 w 64"/>
                    <a:gd name="T73" fmla="*/ 68 h 86"/>
                    <a:gd name="T74" fmla="*/ 46 w 64"/>
                    <a:gd name="T75" fmla="*/ 72 h 86"/>
                    <a:gd name="T76" fmla="*/ 38 w 64"/>
                    <a:gd name="T77" fmla="*/ 76 h 86"/>
                    <a:gd name="T78" fmla="*/ 30 w 64"/>
                    <a:gd name="T79" fmla="*/ 76 h 86"/>
                    <a:gd name="T80" fmla="*/ 30 w 64"/>
                    <a:gd name="T81" fmla="*/ 82 h 86"/>
                    <a:gd name="T82" fmla="*/ 20 w 64"/>
                    <a:gd name="T83" fmla="*/ 82 h 86"/>
                    <a:gd name="T84" fmla="*/ 12 w 64"/>
                    <a:gd name="T85" fmla="*/ 86 h 86"/>
                    <a:gd name="T86" fmla="*/ 12 w 64"/>
                    <a:gd name="T87" fmla="*/ 82 h 86"/>
                    <a:gd name="T88" fmla="*/ 8 w 64"/>
                    <a:gd name="T89" fmla="*/ 82 h 86"/>
                    <a:gd name="T90" fmla="*/ 16 w 64"/>
                    <a:gd name="T91" fmla="*/ 76 h 86"/>
                    <a:gd name="T92" fmla="*/ 4 w 64"/>
                    <a:gd name="T93" fmla="*/ 78 h 86"/>
                    <a:gd name="T94" fmla="*/ 4 w 64"/>
                    <a:gd name="T95" fmla="*/ 76 h 86"/>
                    <a:gd name="T96" fmla="*/ 8 w 64"/>
                    <a:gd name="T97" fmla="*/ 72 h 86"/>
                    <a:gd name="T98" fmla="*/ 0 w 64"/>
                    <a:gd name="T99" fmla="*/ 68 h 86"/>
                    <a:gd name="T100" fmla="*/ 12 w 64"/>
                    <a:gd name="T101" fmla="*/ 68 h 86"/>
                    <a:gd name="T102" fmla="*/ 16 w 64"/>
                    <a:gd name="T103" fmla="*/ 60 h 86"/>
                    <a:gd name="T104" fmla="*/ 26 w 64"/>
                    <a:gd name="T105" fmla="*/ 60 h 86"/>
                    <a:gd name="T106" fmla="*/ 24 w 64"/>
                    <a:gd name="T107" fmla="*/ 60 h 86"/>
                    <a:gd name="T108" fmla="*/ 12 w 64"/>
                    <a:gd name="T109" fmla="*/ 60 h 86"/>
                    <a:gd name="T110" fmla="*/ 16 w 64"/>
                    <a:gd name="T111" fmla="*/ 56 h 86"/>
                    <a:gd name="T112" fmla="*/ 24 w 64"/>
                    <a:gd name="T113" fmla="*/ 50 h 86"/>
                    <a:gd name="T114" fmla="*/ 8 w 64"/>
                    <a:gd name="T115" fmla="*/ 30 h 86"/>
                    <a:gd name="T116" fmla="*/ 4 w 64"/>
                    <a:gd name="T117" fmla="*/ 30 h 86"/>
                    <a:gd name="T118" fmla="*/ 8 w 64"/>
                    <a:gd name="T119" fmla="*/ 30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64" h="86">
                      <a:moveTo>
                        <a:pt x="24" y="50"/>
                      </a:moveTo>
                      <a:lnTo>
                        <a:pt x="24" y="46"/>
                      </a:lnTo>
                      <a:lnTo>
                        <a:pt x="20" y="46"/>
                      </a:lnTo>
                      <a:lnTo>
                        <a:pt x="16" y="46"/>
                      </a:lnTo>
                      <a:lnTo>
                        <a:pt x="16" y="50"/>
                      </a:lnTo>
                      <a:lnTo>
                        <a:pt x="16" y="46"/>
                      </a:lnTo>
                      <a:lnTo>
                        <a:pt x="12" y="46"/>
                      </a:lnTo>
                      <a:lnTo>
                        <a:pt x="16" y="46"/>
                      </a:lnTo>
                      <a:lnTo>
                        <a:pt x="12" y="46"/>
                      </a:lnTo>
                      <a:lnTo>
                        <a:pt x="8" y="46"/>
                      </a:lnTo>
                      <a:lnTo>
                        <a:pt x="12" y="46"/>
                      </a:lnTo>
                      <a:lnTo>
                        <a:pt x="12" y="42"/>
                      </a:lnTo>
                      <a:lnTo>
                        <a:pt x="8" y="46"/>
                      </a:lnTo>
                      <a:lnTo>
                        <a:pt x="4" y="42"/>
                      </a:lnTo>
                      <a:lnTo>
                        <a:pt x="8" y="38"/>
                      </a:lnTo>
                      <a:lnTo>
                        <a:pt x="12" y="38"/>
                      </a:lnTo>
                      <a:lnTo>
                        <a:pt x="8" y="38"/>
                      </a:lnTo>
                      <a:lnTo>
                        <a:pt x="8" y="34"/>
                      </a:lnTo>
                      <a:lnTo>
                        <a:pt x="12" y="34"/>
                      </a:lnTo>
                      <a:lnTo>
                        <a:pt x="16" y="34"/>
                      </a:lnTo>
                      <a:lnTo>
                        <a:pt x="12" y="34"/>
                      </a:lnTo>
                      <a:lnTo>
                        <a:pt x="8" y="34"/>
                      </a:lnTo>
                      <a:lnTo>
                        <a:pt x="8" y="30"/>
                      </a:lnTo>
                      <a:lnTo>
                        <a:pt x="12" y="30"/>
                      </a:lnTo>
                      <a:lnTo>
                        <a:pt x="12" y="34"/>
                      </a:lnTo>
                      <a:lnTo>
                        <a:pt x="12" y="30"/>
                      </a:lnTo>
                      <a:lnTo>
                        <a:pt x="8" y="30"/>
                      </a:lnTo>
                      <a:lnTo>
                        <a:pt x="8" y="26"/>
                      </a:lnTo>
                      <a:lnTo>
                        <a:pt x="8" y="30"/>
                      </a:lnTo>
                      <a:lnTo>
                        <a:pt x="8" y="26"/>
                      </a:lnTo>
                      <a:lnTo>
                        <a:pt x="8" y="24"/>
                      </a:lnTo>
                      <a:lnTo>
                        <a:pt x="8" y="26"/>
                      </a:lnTo>
                      <a:lnTo>
                        <a:pt x="12" y="26"/>
                      </a:lnTo>
                      <a:lnTo>
                        <a:pt x="12" y="24"/>
                      </a:lnTo>
                      <a:lnTo>
                        <a:pt x="16" y="24"/>
                      </a:lnTo>
                      <a:lnTo>
                        <a:pt x="20" y="24"/>
                      </a:lnTo>
                      <a:lnTo>
                        <a:pt x="20" y="26"/>
                      </a:lnTo>
                      <a:lnTo>
                        <a:pt x="24" y="24"/>
                      </a:lnTo>
                      <a:lnTo>
                        <a:pt x="26" y="26"/>
                      </a:lnTo>
                      <a:lnTo>
                        <a:pt x="30" y="24"/>
                      </a:lnTo>
                      <a:lnTo>
                        <a:pt x="26" y="24"/>
                      </a:lnTo>
                      <a:lnTo>
                        <a:pt x="30" y="20"/>
                      </a:lnTo>
                      <a:lnTo>
                        <a:pt x="34" y="20"/>
                      </a:lnTo>
                      <a:lnTo>
                        <a:pt x="34" y="16"/>
                      </a:lnTo>
                      <a:lnTo>
                        <a:pt x="30" y="16"/>
                      </a:lnTo>
                      <a:lnTo>
                        <a:pt x="26" y="20"/>
                      </a:lnTo>
                      <a:lnTo>
                        <a:pt x="26" y="16"/>
                      </a:lnTo>
                      <a:lnTo>
                        <a:pt x="30" y="12"/>
                      </a:lnTo>
                      <a:lnTo>
                        <a:pt x="30" y="8"/>
                      </a:lnTo>
                      <a:lnTo>
                        <a:pt x="34" y="4"/>
                      </a:lnTo>
                      <a:lnTo>
                        <a:pt x="38" y="4"/>
                      </a:lnTo>
                      <a:lnTo>
                        <a:pt x="42" y="4"/>
                      </a:lnTo>
                      <a:lnTo>
                        <a:pt x="42" y="8"/>
                      </a:lnTo>
                      <a:lnTo>
                        <a:pt x="42" y="4"/>
                      </a:lnTo>
                      <a:lnTo>
                        <a:pt x="38" y="4"/>
                      </a:lnTo>
                      <a:lnTo>
                        <a:pt x="42" y="4"/>
                      </a:lnTo>
                      <a:lnTo>
                        <a:pt x="42" y="8"/>
                      </a:lnTo>
                      <a:lnTo>
                        <a:pt x="42" y="12"/>
                      </a:lnTo>
                      <a:lnTo>
                        <a:pt x="42" y="8"/>
                      </a:lnTo>
                      <a:lnTo>
                        <a:pt x="46" y="8"/>
                      </a:lnTo>
                      <a:lnTo>
                        <a:pt x="46" y="4"/>
                      </a:lnTo>
                      <a:lnTo>
                        <a:pt x="42" y="4"/>
                      </a:lnTo>
                      <a:lnTo>
                        <a:pt x="46" y="4"/>
                      </a:lnTo>
                      <a:lnTo>
                        <a:pt x="46" y="0"/>
                      </a:lnTo>
                      <a:lnTo>
                        <a:pt x="50" y="0"/>
                      </a:lnTo>
                      <a:lnTo>
                        <a:pt x="50" y="4"/>
                      </a:lnTo>
                      <a:lnTo>
                        <a:pt x="54" y="4"/>
                      </a:lnTo>
                      <a:lnTo>
                        <a:pt x="50" y="4"/>
                      </a:lnTo>
                      <a:lnTo>
                        <a:pt x="50" y="8"/>
                      </a:lnTo>
                      <a:lnTo>
                        <a:pt x="46" y="8"/>
                      </a:lnTo>
                      <a:lnTo>
                        <a:pt x="46" y="12"/>
                      </a:lnTo>
                      <a:lnTo>
                        <a:pt x="42" y="16"/>
                      </a:lnTo>
                      <a:lnTo>
                        <a:pt x="38" y="16"/>
                      </a:lnTo>
                      <a:lnTo>
                        <a:pt x="42" y="20"/>
                      </a:lnTo>
                      <a:lnTo>
                        <a:pt x="38" y="20"/>
                      </a:lnTo>
                      <a:lnTo>
                        <a:pt x="34" y="20"/>
                      </a:lnTo>
                      <a:lnTo>
                        <a:pt x="34" y="24"/>
                      </a:lnTo>
                      <a:lnTo>
                        <a:pt x="38" y="24"/>
                      </a:lnTo>
                      <a:lnTo>
                        <a:pt x="38" y="26"/>
                      </a:lnTo>
                      <a:lnTo>
                        <a:pt x="42" y="26"/>
                      </a:lnTo>
                      <a:lnTo>
                        <a:pt x="46" y="26"/>
                      </a:lnTo>
                      <a:lnTo>
                        <a:pt x="50" y="26"/>
                      </a:lnTo>
                      <a:lnTo>
                        <a:pt x="50" y="24"/>
                      </a:lnTo>
                      <a:lnTo>
                        <a:pt x="54" y="24"/>
                      </a:lnTo>
                      <a:lnTo>
                        <a:pt x="54" y="26"/>
                      </a:lnTo>
                      <a:lnTo>
                        <a:pt x="56" y="30"/>
                      </a:lnTo>
                      <a:lnTo>
                        <a:pt x="60" y="30"/>
                      </a:lnTo>
                      <a:lnTo>
                        <a:pt x="60" y="26"/>
                      </a:lnTo>
                      <a:lnTo>
                        <a:pt x="60" y="30"/>
                      </a:lnTo>
                      <a:lnTo>
                        <a:pt x="64" y="30"/>
                      </a:lnTo>
                      <a:lnTo>
                        <a:pt x="60" y="30"/>
                      </a:lnTo>
                      <a:lnTo>
                        <a:pt x="60" y="34"/>
                      </a:lnTo>
                      <a:lnTo>
                        <a:pt x="60" y="38"/>
                      </a:lnTo>
                      <a:lnTo>
                        <a:pt x="64" y="38"/>
                      </a:lnTo>
                      <a:lnTo>
                        <a:pt x="64" y="42"/>
                      </a:lnTo>
                      <a:lnTo>
                        <a:pt x="64" y="46"/>
                      </a:lnTo>
                      <a:lnTo>
                        <a:pt x="60" y="46"/>
                      </a:lnTo>
                      <a:lnTo>
                        <a:pt x="64" y="46"/>
                      </a:lnTo>
                      <a:lnTo>
                        <a:pt x="64" y="50"/>
                      </a:lnTo>
                      <a:lnTo>
                        <a:pt x="64" y="52"/>
                      </a:lnTo>
                      <a:lnTo>
                        <a:pt x="64" y="56"/>
                      </a:lnTo>
                      <a:lnTo>
                        <a:pt x="60" y="60"/>
                      </a:lnTo>
                      <a:lnTo>
                        <a:pt x="60" y="64"/>
                      </a:lnTo>
                      <a:lnTo>
                        <a:pt x="56" y="64"/>
                      </a:lnTo>
                      <a:lnTo>
                        <a:pt x="60" y="68"/>
                      </a:lnTo>
                      <a:lnTo>
                        <a:pt x="56" y="68"/>
                      </a:lnTo>
                      <a:lnTo>
                        <a:pt x="54" y="68"/>
                      </a:lnTo>
                      <a:lnTo>
                        <a:pt x="54" y="72"/>
                      </a:lnTo>
                      <a:lnTo>
                        <a:pt x="54" y="68"/>
                      </a:lnTo>
                      <a:lnTo>
                        <a:pt x="50" y="68"/>
                      </a:lnTo>
                      <a:lnTo>
                        <a:pt x="54" y="68"/>
                      </a:lnTo>
                      <a:lnTo>
                        <a:pt x="54" y="72"/>
                      </a:lnTo>
                      <a:lnTo>
                        <a:pt x="50" y="72"/>
                      </a:lnTo>
                      <a:lnTo>
                        <a:pt x="46" y="72"/>
                      </a:lnTo>
                      <a:lnTo>
                        <a:pt x="42" y="72"/>
                      </a:lnTo>
                      <a:lnTo>
                        <a:pt x="42" y="76"/>
                      </a:lnTo>
                      <a:lnTo>
                        <a:pt x="38" y="76"/>
                      </a:lnTo>
                      <a:lnTo>
                        <a:pt x="34" y="78"/>
                      </a:lnTo>
                      <a:lnTo>
                        <a:pt x="34" y="76"/>
                      </a:lnTo>
                      <a:lnTo>
                        <a:pt x="30" y="76"/>
                      </a:lnTo>
                      <a:lnTo>
                        <a:pt x="34" y="78"/>
                      </a:lnTo>
                      <a:lnTo>
                        <a:pt x="30" y="78"/>
                      </a:lnTo>
                      <a:lnTo>
                        <a:pt x="30" y="82"/>
                      </a:lnTo>
                      <a:lnTo>
                        <a:pt x="26" y="82"/>
                      </a:lnTo>
                      <a:lnTo>
                        <a:pt x="24" y="82"/>
                      </a:lnTo>
                      <a:lnTo>
                        <a:pt x="20" y="82"/>
                      </a:lnTo>
                      <a:lnTo>
                        <a:pt x="16" y="82"/>
                      </a:lnTo>
                      <a:lnTo>
                        <a:pt x="12" y="82"/>
                      </a:lnTo>
                      <a:lnTo>
                        <a:pt x="12" y="86"/>
                      </a:lnTo>
                      <a:lnTo>
                        <a:pt x="12" y="82"/>
                      </a:lnTo>
                      <a:lnTo>
                        <a:pt x="16" y="82"/>
                      </a:lnTo>
                      <a:lnTo>
                        <a:pt x="12" y="82"/>
                      </a:lnTo>
                      <a:lnTo>
                        <a:pt x="16" y="78"/>
                      </a:lnTo>
                      <a:lnTo>
                        <a:pt x="12" y="78"/>
                      </a:lnTo>
                      <a:lnTo>
                        <a:pt x="8" y="82"/>
                      </a:lnTo>
                      <a:lnTo>
                        <a:pt x="8" y="78"/>
                      </a:lnTo>
                      <a:lnTo>
                        <a:pt x="12" y="78"/>
                      </a:lnTo>
                      <a:lnTo>
                        <a:pt x="16" y="76"/>
                      </a:lnTo>
                      <a:lnTo>
                        <a:pt x="12" y="76"/>
                      </a:lnTo>
                      <a:lnTo>
                        <a:pt x="8" y="78"/>
                      </a:lnTo>
                      <a:lnTo>
                        <a:pt x="4" y="78"/>
                      </a:lnTo>
                      <a:lnTo>
                        <a:pt x="4" y="76"/>
                      </a:lnTo>
                      <a:lnTo>
                        <a:pt x="4" y="78"/>
                      </a:lnTo>
                      <a:lnTo>
                        <a:pt x="4" y="76"/>
                      </a:lnTo>
                      <a:lnTo>
                        <a:pt x="8" y="72"/>
                      </a:lnTo>
                      <a:lnTo>
                        <a:pt x="12" y="72"/>
                      </a:lnTo>
                      <a:lnTo>
                        <a:pt x="8" y="72"/>
                      </a:lnTo>
                      <a:lnTo>
                        <a:pt x="4" y="72"/>
                      </a:lnTo>
                      <a:lnTo>
                        <a:pt x="0" y="72"/>
                      </a:lnTo>
                      <a:lnTo>
                        <a:pt x="0" y="68"/>
                      </a:lnTo>
                      <a:lnTo>
                        <a:pt x="4" y="68"/>
                      </a:lnTo>
                      <a:lnTo>
                        <a:pt x="8" y="68"/>
                      </a:lnTo>
                      <a:lnTo>
                        <a:pt x="12" y="68"/>
                      </a:lnTo>
                      <a:lnTo>
                        <a:pt x="12" y="64"/>
                      </a:lnTo>
                      <a:lnTo>
                        <a:pt x="12" y="60"/>
                      </a:lnTo>
                      <a:lnTo>
                        <a:pt x="16" y="60"/>
                      </a:lnTo>
                      <a:lnTo>
                        <a:pt x="20" y="60"/>
                      </a:lnTo>
                      <a:lnTo>
                        <a:pt x="24" y="60"/>
                      </a:lnTo>
                      <a:lnTo>
                        <a:pt x="26" y="60"/>
                      </a:lnTo>
                      <a:lnTo>
                        <a:pt x="24" y="60"/>
                      </a:lnTo>
                      <a:lnTo>
                        <a:pt x="24" y="56"/>
                      </a:lnTo>
                      <a:lnTo>
                        <a:pt x="24" y="60"/>
                      </a:lnTo>
                      <a:lnTo>
                        <a:pt x="20" y="60"/>
                      </a:lnTo>
                      <a:lnTo>
                        <a:pt x="16" y="60"/>
                      </a:lnTo>
                      <a:lnTo>
                        <a:pt x="12" y="60"/>
                      </a:lnTo>
                      <a:lnTo>
                        <a:pt x="8" y="60"/>
                      </a:lnTo>
                      <a:lnTo>
                        <a:pt x="12" y="60"/>
                      </a:lnTo>
                      <a:lnTo>
                        <a:pt x="16" y="56"/>
                      </a:lnTo>
                      <a:lnTo>
                        <a:pt x="16" y="52"/>
                      </a:lnTo>
                      <a:lnTo>
                        <a:pt x="20" y="50"/>
                      </a:lnTo>
                      <a:lnTo>
                        <a:pt x="24" y="50"/>
                      </a:lnTo>
                      <a:lnTo>
                        <a:pt x="24" y="50"/>
                      </a:lnTo>
                      <a:lnTo>
                        <a:pt x="24" y="50"/>
                      </a:lnTo>
                      <a:close/>
                      <a:moveTo>
                        <a:pt x="8" y="30"/>
                      </a:moveTo>
                      <a:lnTo>
                        <a:pt x="8" y="34"/>
                      </a:lnTo>
                      <a:lnTo>
                        <a:pt x="8" y="30"/>
                      </a:lnTo>
                      <a:lnTo>
                        <a:pt x="4" y="30"/>
                      </a:lnTo>
                      <a:lnTo>
                        <a:pt x="8" y="30"/>
                      </a:lnTo>
                      <a:lnTo>
                        <a:pt x="8" y="30"/>
                      </a:lnTo>
                      <a:lnTo>
                        <a:pt x="8" y="30"/>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118" name="Freeform 107">
                  <a:extLst>
                    <a:ext uri="{FF2B5EF4-FFF2-40B4-BE49-F238E27FC236}">
                      <a16:creationId xmlns:a16="http://schemas.microsoft.com/office/drawing/2014/main" id="{766C4ED0-57C9-103C-C2CD-73DFB57ABB03}"/>
                    </a:ext>
                  </a:extLst>
                </p:cNvPr>
                <p:cNvSpPr>
                  <a:spLocks/>
                </p:cNvSpPr>
                <p:nvPr/>
              </p:nvSpPr>
              <p:spPr bwMode="gray">
                <a:xfrm>
                  <a:off x="4681684" y="2773478"/>
                  <a:ext cx="13914" cy="10436"/>
                </a:xfrm>
                <a:custGeom>
                  <a:avLst/>
                  <a:gdLst>
                    <a:gd name="T0" fmla="*/ 0 w 8"/>
                    <a:gd name="T1" fmla="*/ 6 h 6"/>
                    <a:gd name="T2" fmla="*/ 0 w 8"/>
                    <a:gd name="T3" fmla="*/ 6 h 6"/>
                    <a:gd name="T4" fmla="*/ 0 w 8"/>
                    <a:gd name="T5" fmla="*/ 2 h 6"/>
                    <a:gd name="T6" fmla="*/ 0 w 8"/>
                    <a:gd name="T7" fmla="*/ 2 h 6"/>
                    <a:gd name="T8" fmla="*/ 0 w 8"/>
                    <a:gd name="T9" fmla="*/ 2 h 6"/>
                    <a:gd name="T10" fmla="*/ 0 w 8"/>
                    <a:gd name="T11" fmla="*/ 2 h 6"/>
                    <a:gd name="T12" fmla="*/ 4 w 8"/>
                    <a:gd name="T13" fmla="*/ 0 h 6"/>
                    <a:gd name="T14" fmla="*/ 4 w 8"/>
                    <a:gd name="T15" fmla="*/ 0 h 6"/>
                    <a:gd name="T16" fmla="*/ 4 w 8"/>
                    <a:gd name="T17" fmla="*/ 0 h 6"/>
                    <a:gd name="T18" fmla="*/ 4 w 8"/>
                    <a:gd name="T19" fmla="*/ 0 h 6"/>
                    <a:gd name="T20" fmla="*/ 4 w 8"/>
                    <a:gd name="T21" fmla="*/ 0 h 6"/>
                    <a:gd name="T22" fmla="*/ 4 w 8"/>
                    <a:gd name="T23" fmla="*/ 0 h 6"/>
                    <a:gd name="T24" fmla="*/ 4 w 8"/>
                    <a:gd name="T25" fmla="*/ 0 h 6"/>
                    <a:gd name="T26" fmla="*/ 4 w 8"/>
                    <a:gd name="T27" fmla="*/ 0 h 6"/>
                    <a:gd name="T28" fmla="*/ 4 w 8"/>
                    <a:gd name="T29" fmla="*/ 0 h 6"/>
                    <a:gd name="T30" fmla="*/ 4 w 8"/>
                    <a:gd name="T31" fmla="*/ 0 h 6"/>
                    <a:gd name="T32" fmla="*/ 4 w 8"/>
                    <a:gd name="T33" fmla="*/ 0 h 6"/>
                    <a:gd name="T34" fmla="*/ 8 w 8"/>
                    <a:gd name="T35" fmla="*/ 0 h 6"/>
                    <a:gd name="T36" fmla="*/ 8 w 8"/>
                    <a:gd name="T37" fmla="*/ 0 h 6"/>
                    <a:gd name="T38" fmla="*/ 4 w 8"/>
                    <a:gd name="T39" fmla="*/ 2 h 6"/>
                    <a:gd name="T40" fmla="*/ 4 w 8"/>
                    <a:gd name="T41" fmla="*/ 2 h 6"/>
                    <a:gd name="T42" fmla="*/ 4 w 8"/>
                    <a:gd name="T43" fmla="*/ 2 h 6"/>
                    <a:gd name="T44" fmla="*/ 4 w 8"/>
                    <a:gd name="T45" fmla="*/ 2 h 6"/>
                    <a:gd name="T46" fmla="*/ 4 w 8"/>
                    <a:gd name="T47" fmla="*/ 2 h 6"/>
                    <a:gd name="T48" fmla="*/ 0 w 8"/>
                    <a:gd name="T49" fmla="*/ 6 h 6"/>
                    <a:gd name="T50" fmla="*/ 0 w 8"/>
                    <a:gd name="T51" fmla="*/ 6 h 6"/>
                    <a:gd name="T52" fmla="*/ 0 w 8"/>
                    <a:gd name="T53" fmla="*/ 6 h 6"/>
                    <a:gd name="T54" fmla="*/ 0 w 8"/>
                    <a:gd name="T55" fmla="*/ 6 h 6"/>
                    <a:gd name="T56" fmla="*/ 0 w 8"/>
                    <a:gd name="T57" fmla="*/ 6 h 6"/>
                    <a:gd name="T58" fmla="*/ 0 w 8"/>
                    <a:gd name="T59" fmla="*/ 6 h 6"/>
                    <a:gd name="T60" fmla="*/ 0 w 8"/>
                    <a:gd name="T61" fmla="*/ 6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8" h="6">
                      <a:moveTo>
                        <a:pt x="0" y="6"/>
                      </a:moveTo>
                      <a:lnTo>
                        <a:pt x="0" y="6"/>
                      </a:lnTo>
                      <a:lnTo>
                        <a:pt x="0" y="2"/>
                      </a:lnTo>
                      <a:lnTo>
                        <a:pt x="0" y="2"/>
                      </a:lnTo>
                      <a:lnTo>
                        <a:pt x="0" y="2"/>
                      </a:lnTo>
                      <a:lnTo>
                        <a:pt x="0" y="2"/>
                      </a:lnTo>
                      <a:lnTo>
                        <a:pt x="4" y="0"/>
                      </a:lnTo>
                      <a:lnTo>
                        <a:pt x="4" y="0"/>
                      </a:lnTo>
                      <a:lnTo>
                        <a:pt x="4" y="0"/>
                      </a:lnTo>
                      <a:lnTo>
                        <a:pt x="4" y="0"/>
                      </a:lnTo>
                      <a:lnTo>
                        <a:pt x="4" y="0"/>
                      </a:lnTo>
                      <a:lnTo>
                        <a:pt x="4" y="0"/>
                      </a:lnTo>
                      <a:lnTo>
                        <a:pt x="4" y="0"/>
                      </a:lnTo>
                      <a:lnTo>
                        <a:pt x="4" y="0"/>
                      </a:lnTo>
                      <a:lnTo>
                        <a:pt x="4" y="0"/>
                      </a:lnTo>
                      <a:lnTo>
                        <a:pt x="4" y="0"/>
                      </a:lnTo>
                      <a:lnTo>
                        <a:pt x="4" y="0"/>
                      </a:lnTo>
                      <a:lnTo>
                        <a:pt x="8" y="0"/>
                      </a:lnTo>
                      <a:lnTo>
                        <a:pt x="8" y="0"/>
                      </a:lnTo>
                      <a:lnTo>
                        <a:pt x="4" y="2"/>
                      </a:lnTo>
                      <a:lnTo>
                        <a:pt x="4" y="2"/>
                      </a:lnTo>
                      <a:lnTo>
                        <a:pt x="4" y="2"/>
                      </a:lnTo>
                      <a:lnTo>
                        <a:pt x="4" y="2"/>
                      </a:lnTo>
                      <a:lnTo>
                        <a:pt x="4" y="2"/>
                      </a:lnTo>
                      <a:lnTo>
                        <a:pt x="0" y="6"/>
                      </a:lnTo>
                      <a:lnTo>
                        <a:pt x="0" y="6"/>
                      </a:lnTo>
                      <a:lnTo>
                        <a:pt x="0" y="6"/>
                      </a:lnTo>
                      <a:lnTo>
                        <a:pt x="0" y="6"/>
                      </a:lnTo>
                      <a:lnTo>
                        <a:pt x="0" y="6"/>
                      </a:lnTo>
                      <a:lnTo>
                        <a:pt x="0" y="6"/>
                      </a:lnTo>
                      <a:lnTo>
                        <a:pt x="0" y="6"/>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119" name="Freeform 108">
                  <a:extLst>
                    <a:ext uri="{FF2B5EF4-FFF2-40B4-BE49-F238E27FC236}">
                      <a16:creationId xmlns:a16="http://schemas.microsoft.com/office/drawing/2014/main" id="{8A43C121-7411-415F-8449-2EC08ACFA0D0}"/>
                    </a:ext>
                  </a:extLst>
                </p:cNvPr>
                <p:cNvSpPr>
                  <a:spLocks noEditPoints="1"/>
                </p:cNvSpPr>
                <p:nvPr/>
              </p:nvSpPr>
              <p:spPr bwMode="gray">
                <a:xfrm>
                  <a:off x="4959966" y="3037845"/>
                  <a:ext cx="292196" cy="358287"/>
                </a:xfrm>
                <a:custGeom>
                  <a:avLst/>
                  <a:gdLst>
                    <a:gd name="T0" fmla="*/ 98 w 168"/>
                    <a:gd name="T1" fmla="*/ 72 h 206"/>
                    <a:gd name="T2" fmla="*/ 106 w 168"/>
                    <a:gd name="T3" fmla="*/ 90 h 206"/>
                    <a:gd name="T4" fmla="*/ 124 w 168"/>
                    <a:gd name="T5" fmla="*/ 100 h 206"/>
                    <a:gd name="T6" fmla="*/ 136 w 168"/>
                    <a:gd name="T7" fmla="*/ 108 h 206"/>
                    <a:gd name="T8" fmla="*/ 150 w 168"/>
                    <a:gd name="T9" fmla="*/ 120 h 206"/>
                    <a:gd name="T10" fmla="*/ 166 w 168"/>
                    <a:gd name="T11" fmla="*/ 130 h 206"/>
                    <a:gd name="T12" fmla="*/ 166 w 168"/>
                    <a:gd name="T13" fmla="*/ 142 h 206"/>
                    <a:gd name="T14" fmla="*/ 150 w 168"/>
                    <a:gd name="T15" fmla="*/ 130 h 206"/>
                    <a:gd name="T16" fmla="*/ 142 w 168"/>
                    <a:gd name="T17" fmla="*/ 142 h 206"/>
                    <a:gd name="T18" fmla="*/ 150 w 168"/>
                    <a:gd name="T19" fmla="*/ 156 h 206"/>
                    <a:gd name="T20" fmla="*/ 142 w 168"/>
                    <a:gd name="T21" fmla="*/ 172 h 206"/>
                    <a:gd name="T22" fmla="*/ 128 w 168"/>
                    <a:gd name="T23" fmla="*/ 176 h 206"/>
                    <a:gd name="T24" fmla="*/ 138 w 168"/>
                    <a:gd name="T25" fmla="*/ 160 h 206"/>
                    <a:gd name="T26" fmla="*/ 132 w 168"/>
                    <a:gd name="T27" fmla="*/ 146 h 206"/>
                    <a:gd name="T28" fmla="*/ 120 w 168"/>
                    <a:gd name="T29" fmla="*/ 130 h 206"/>
                    <a:gd name="T30" fmla="*/ 106 w 168"/>
                    <a:gd name="T31" fmla="*/ 116 h 206"/>
                    <a:gd name="T32" fmla="*/ 86 w 168"/>
                    <a:gd name="T33" fmla="*/ 112 h 206"/>
                    <a:gd name="T34" fmla="*/ 76 w 168"/>
                    <a:gd name="T35" fmla="*/ 96 h 206"/>
                    <a:gd name="T36" fmla="*/ 64 w 168"/>
                    <a:gd name="T37" fmla="*/ 86 h 206"/>
                    <a:gd name="T38" fmla="*/ 54 w 168"/>
                    <a:gd name="T39" fmla="*/ 72 h 206"/>
                    <a:gd name="T40" fmla="*/ 38 w 168"/>
                    <a:gd name="T41" fmla="*/ 56 h 206"/>
                    <a:gd name="T42" fmla="*/ 20 w 168"/>
                    <a:gd name="T43" fmla="*/ 64 h 206"/>
                    <a:gd name="T44" fmla="*/ 16 w 168"/>
                    <a:gd name="T45" fmla="*/ 60 h 206"/>
                    <a:gd name="T46" fmla="*/ 4 w 168"/>
                    <a:gd name="T47" fmla="*/ 52 h 206"/>
                    <a:gd name="T48" fmla="*/ 4 w 168"/>
                    <a:gd name="T49" fmla="*/ 38 h 206"/>
                    <a:gd name="T50" fmla="*/ 4 w 168"/>
                    <a:gd name="T51" fmla="*/ 24 h 206"/>
                    <a:gd name="T52" fmla="*/ 24 w 168"/>
                    <a:gd name="T53" fmla="*/ 16 h 206"/>
                    <a:gd name="T54" fmla="*/ 34 w 168"/>
                    <a:gd name="T55" fmla="*/ 24 h 206"/>
                    <a:gd name="T56" fmla="*/ 38 w 168"/>
                    <a:gd name="T57" fmla="*/ 12 h 206"/>
                    <a:gd name="T58" fmla="*/ 50 w 168"/>
                    <a:gd name="T59" fmla="*/ 12 h 206"/>
                    <a:gd name="T60" fmla="*/ 56 w 168"/>
                    <a:gd name="T61" fmla="*/ 4 h 206"/>
                    <a:gd name="T62" fmla="*/ 76 w 168"/>
                    <a:gd name="T63" fmla="*/ 0 h 206"/>
                    <a:gd name="T64" fmla="*/ 90 w 168"/>
                    <a:gd name="T65" fmla="*/ 8 h 206"/>
                    <a:gd name="T66" fmla="*/ 98 w 168"/>
                    <a:gd name="T67" fmla="*/ 16 h 206"/>
                    <a:gd name="T68" fmla="*/ 102 w 168"/>
                    <a:gd name="T69" fmla="*/ 26 h 206"/>
                    <a:gd name="T70" fmla="*/ 94 w 168"/>
                    <a:gd name="T71" fmla="*/ 26 h 206"/>
                    <a:gd name="T72" fmla="*/ 86 w 168"/>
                    <a:gd name="T73" fmla="*/ 30 h 206"/>
                    <a:gd name="T74" fmla="*/ 86 w 168"/>
                    <a:gd name="T75" fmla="*/ 42 h 206"/>
                    <a:gd name="T76" fmla="*/ 86 w 168"/>
                    <a:gd name="T77" fmla="*/ 60 h 206"/>
                    <a:gd name="T78" fmla="*/ 82 w 168"/>
                    <a:gd name="T79" fmla="*/ 100 h 206"/>
                    <a:gd name="T80" fmla="*/ 82 w 168"/>
                    <a:gd name="T81" fmla="*/ 64 h 206"/>
                    <a:gd name="T82" fmla="*/ 54 w 168"/>
                    <a:gd name="T83" fmla="*/ 82 h 206"/>
                    <a:gd name="T84" fmla="*/ 26 w 168"/>
                    <a:gd name="T85" fmla="*/ 150 h 206"/>
                    <a:gd name="T86" fmla="*/ 26 w 168"/>
                    <a:gd name="T87" fmla="*/ 126 h 206"/>
                    <a:gd name="T88" fmla="*/ 38 w 168"/>
                    <a:gd name="T89" fmla="*/ 116 h 206"/>
                    <a:gd name="T90" fmla="*/ 46 w 168"/>
                    <a:gd name="T91" fmla="*/ 126 h 206"/>
                    <a:gd name="T92" fmla="*/ 46 w 168"/>
                    <a:gd name="T93" fmla="*/ 150 h 206"/>
                    <a:gd name="T94" fmla="*/ 34 w 168"/>
                    <a:gd name="T95" fmla="*/ 160 h 206"/>
                    <a:gd name="T96" fmla="*/ 26 w 168"/>
                    <a:gd name="T97" fmla="*/ 152 h 206"/>
                    <a:gd name="T98" fmla="*/ 112 w 168"/>
                    <a:gd name="T99" fmla="*/ 198 h 206"/>
                    <a:gd name="T100" fmla="*/ 94 w 168"/>
                    <a:gd name="T101" fmla="*/ 190 h 206"/>
                    <a:gd name="T102" fmla="*/ 82 w 168"/>
                    <a:gd name="T103" fmla="*/ 178 h 206"/>
                    <a:gd name="T104" fmla="*/ 98 w 168"/>
                    <a:gd name="T105" fmla="*/ 176 h 206"/>
                    <a:gd name="T106" fmla="*/ 120 w 168"/>
                    <a:gd name="T107" fmla="*/ 176 h 206"/>
                    <a:gd name="T108" fmla="*/ 124 w 168"/>
                    <a:gd name="T109" fmla="*/ 182 h 206"/>
                    <a:gd name="T110" fmla="*/ 120 w 168"/>
                    <a:gd name="T111" fmla="*/ 198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68" h="206">
                      <a:moveTo>
                        <a:pt x="86" y="64"/>
                      </a:moveTo>
                      <a:lnTo>
                        <a:pt x="90" y="64"/>
                      </a:lnTo>
                      <a:lnTo>
                        <a:pt x="94" y="64"/>
                      </a:lnTo>
                      <a:lnTo>
                        <a:pt x="94" y="68"/>
                      </a:lnTo>
                      <a:lnTo>
                        <a:pt x="98" y="68"/>
                      </a:lnTo>
                      <a:lnTo>
                        <a:pt x="98" y="72"/>
                      </a:lnTo>
                      <a:lnTo>
                        <a:pt x="102" y="72"/>
                      </a:lnTo>
                      <a:lnTo>
                        <a:pt x="102" y="76"/>
                      </a:lnTo>
                      <a:lnTo>
                        <a:pt x="106" y="80"/>
                      </a:lnTo>
                      <a:lnTo>
                        <a:pt x="106" y="82"/>
                      </a:lnTo>
                      <a:lnTo>
                        <a:pt x="106" y="86"/>
                      </a:lnTo>
                      <a:lnTo>
                        <a:pt x="106" y="90"/>
                      </a:lnTo>
                      <a:lnTo>
                        <a:pt x="110" y="90"/>
                      </a:lnTo>
                      <a:lnTo>
                        <a:pt x="112" y="96"/>
                      </a:lnTo>
                      <a:lnTo>
                        <a:pt x="116" y="96"/>
                      </a:lnTo>
                      <a:lnTo>
                        <a:pt x="116" y="100"/>
                      </a:lnTo>
                      <a:lnTo>
                        <a:pt x="120" y="100"/>
                      </a:lnTo>
                      <a:lnTo>
                        <a:pt x="124" y="100"/>
                      </a:lnTo>
                      <a:lnTo>
                        <a:pt x="124" y="104"/>
                      </a:lnTo>
                      <a:lnTo>
                        <a:pt x="128" y="100"/>
                      </a:lnTo>
                      <a:lnTo>
                        <a:pt x="132" y="100"/>
                      </a:lnTo>
                      <a:lnTo>
                        <a:pt x="136" y="100"/>
                      </a:lnTo>
                      <a:lnTo>
                        <a:pt x="136" y="104"/>
                      </a:lnTo>
                      <a:lnTo>
                        <a:pt x="136" y="108"/>
                      </a:lnTo>
                      <a:lnTo>
                        <a:pt x="132" y="108"/>
                      </a:lnTo>
                      <a:lnTo>
                        <a:pt x="132" y="112"/>
                      </a:lnTo>
                      <a:lnTo>
                        <a:pt x="136" y="112"/>
                      </a:lnTo>
                      <a:lnTo>
                        <a:pt x="142" y="116"/>
                      </a:lnTo>
                      <a:lnTo>
                        <a:pt x="146" y="116"/>
                      </a:lnTo>
                      <a:lnTo>
                        <a:pt x="150" y="120"/>
                      </a:lnTo>
                      <a:lnTo>
                        <a:pt x="154" y="120"/>
                      </a:lnTo>
                      <a:lnTo>
                        <a:pt x="154" y="122"/>
                      </a:lnTo>
                      <a:lnTo>
                        <a:pt x="158" y="126"/>
                      </a:lnTo>
                      <a:lnTo>
                        <a:pt x="162" y="126"/>
                      </a:lnTo>
                      <a:lnTo>
                        <a:pt x="162" y="130"/>
                      </a:lnTo>
                      <a:lnTo>
                        <a:pt x="166" y="130"/>
                      </a:lnTo>
                      <a:lnTo>
                        <a:pt x="168" y="134"/>
                      </a:lnTo>
                      <a:lnTo>
                        <a:pt x="168" y="138"/>
                      </a:lnTo>
                      <a:lnTo>
                        <a:pt x="168" y="142"/>
                      </a:lnTo>
                      <a:lnTo>
                        <a:pt x="168" y="146"/>
                      </a:lnTo>
                      <a:lnTo>
                        <a:pt x="168" y="142"/>
                      </a:lnTo>
                      <a:lnTo>
                        <a:pt x="166" y="142"/>
                      </a:lnTo>
                      <a:lnTo>
                        <a:pt x="162" y="142"/>
                      </a:lnTo>
                      <a:lnTo>
                        <a:pt x="162" y="138"/>
                      </a:lnTo>
                      <a:lnTo>
                        <a:pt x="162" y="134"/>
                      </a:lnTo>
                      <a:lnTo>
                        <a:pt x="158" y="134"/>
                      </a:lnTo>
                      <a:lnTo>
                        <a:pt x="154" y="134"/>
                      </a:lnTo>
                      <a:lnTo>
                        <a:pt x="150" y="130"/>
                      </a:lnTo>
                      <a:lnTo>
                        <a:pt x="154" y="130"/>
                      </a:lnTo>
                      <a:lnTo>
                        <a:pt x="150" y="130"/>
                      </a:lnTo>
                      <a:lnTo>
                        <a:pt x="146" y="130"/>
                      </a:lnTo>
                      <a:lnTo>
                        <a:pt x="146" y="134"/>
                      </a:lnTo>
                      <a:lnTo>
                        <a:pt x="142" y="138"/>
                      </a:lnTo>
                      <a:lnTo>
                        <a:pt x="142" y="142"/>
                      </a:lnTo>
                      <a:lnTo>
                        <a:pt x="142" y="146"/>
                      </a:lnTo>
                      <a:lnTo>
                        <a:pt x="146" y="146"/>
                      </a:lnTo>
                      <a:lnTo>
                        <a:pt x="146" y="150"/>
                      </a:lnTo>
                      <a:lnTo>
                        <a:pt x="150" y="150"/>
                      </a:lnTo>
                      <a:lnTo>
                        <a:pt x="150" y="152"/>
                      </a:lnTo>
                      <a:lnTo>
                        <a:pt x="150" y="156"/>
                      </a:lnTo>
                      <a:lnTo>
                        <a:pt x="150" y="160"/>
                      </a:lnTo>
                      <a:lnTo>
                        <a:pt x="146" y="160"/>
                      </a:lnTo>
                      <a:lnTo>
                        <a:pt x="142" y="160"/>
                      </a:lnTo>
                      <a:lnTo>
                        <a:pt x="142" y="164"/>
                      </a:lnTo>
                      <a:lnTo>
                        <a:pt x="142" y="168"/>
                      </a:lnTo>
                      <a:lnTo>
                        <a:pt x="142" y="172"/>
                      </a:lnTo>
                      <a:lnTo>
                        <a:pt x="138" y="172"/>
                      </a:lnTo>
                      <a:lnTo>
                        <a:pt x="136" y="176"/>
                      </a:lnTo>
                      <a:lnTo>
                        <a:pt x="136" y="178"/>
                      </a:lnTo>
                      <a:lnTo>
                        <a:pt x="132" y="178"/>
                      </a:lnTo>
                      <a:lnTo>
                        <a:pt x="128" y="178"/>
                      </a:lnTo>
                      <a:lnTo>
                        <a:pt x="128" y="176"/>
                      </a:lnTo>
                      <a:lnTo>
                        <a:pt x="132" y="172"/>
                      </a:lnTo>
                      <a:lnTo>
                        <a:pt x="132" y="168"/>
                      </a:lnTo>
                      <a:lnTo>
                        <a:pt x="132" y="164"/>
                      </a:lnTo>
                      <a:lnTo>
                        <a:pt x="136" y="164"/>
                      </a:lnTo>
                      <a:lnTo>
                        <a:pt x="138" y="164"/>
                      </a:lnTo>
                      <a:lnTo>
                        <a:pt x="138" y="160"/>
                      </a:lnTo>
                      <a:lnTo>
                        <a:pt x="136" y="160"/>
                      </a:lnTo>
                      <a:lnTo>
                        <a:pt x="136" y="156"/>
                      </a:lnTo>
                      <a:lnTo>
                        <a:pt x="136" y="152"/>
                      </a:lnTo>
                      <a:lnTo>
                        <a:pt x="136" y="150"/>
                      </a:lnTo>
                      <a:lnTo>
                        <a:pt x="132" y="150"/>
                      </a:lnTo>
                      <a:lnTo>
                        <a:pt x="132" y="146"/>
                      </a:lnTo>
                      <a:lnTo>
                        <a:pt x="132" y="142"/>
                      </a:lnTo>
                      <a:lnTo>
                        <a:pt x="128" y="138"/>
                      </a:lnTo>
                      <a:lnTo>
                        <a:pt x="124" y="138"/>
                      </a:lnTo>
                      <a:lnTo>
                        <a:pt x="120" y="138"/>
                      </a:lnTo>
                      <a:lnTo>
                        <a:pt x="120" y="134"/>
                      </a:lnTo>
                      <a:lnTo>
                        <a:pt x="120" y="130"/>
                      </a:lnTo>
                      <a:lnTo>
                        <a:pt x="116" y="126"/>
                      </a:lnTo>
                      <a:lnTo>
                        <a:pt x="112" y="126"/>
                      </a:lnTo>
                      <a:lnTo>
                        <a:pt x="110" y="122"/>
                      </a:lnTo>
                      <a:lnTo>
                        <a:pt x="106" y="122"/>
                      </a:lnTo>
                      <a:lnTo>
                        <a:pt x="106" y="120"/>
                      </a:lnTo>
                      <a:lnTo>
                        <a:pt x="106" y="116"/>
                      </a:lnTo>
                      <a:lnTo>
                        <a:pt x="102" y="116"/>
                      </a:lnTo>
                      <a:lnTo>
                        <a:pt x="98" y="116"/>
                      </a:lnTo>
                      <a:lnTo>
                        <a:pt x="94" y="116"/>
                      </a:lnTo>
                      <a:lnTo>
                        <a:pt x="90" y="116"/>
                      </a:lnTo>
                      <a:lnTo>
                        <a:pt x="90" y="112"/>
                      </a:lnTo>
                      <a:lnTo>
                        <a:pt x="86" y="112"/>
                      </a:lnTo>
                      <a:lnTo>
                        <a:pt x="86" y="108"/>
                      </a:lnTo>
                      <a:lnTo>
                        <a:pt x="82" y="108"/>
                      </a:lnTo>
                      <a:lnTo>
                        <a:pt x="80" y="104"/>
                      </a:lnTo>
                      <a:lnTo>
                        <a:pt x="80" y="100"/>
                      </a:lnTo>
                      <a:lnTo>
                        <a:pt x="76" y="100"/>
                      </a:lnTo>
                      <a:lnTo>
                        <a:pt x="76" y="96"/>
                      </a:lnTo>
                      <a:lnTo>
                        <a:pt x="72" y="96"/>
                      </a:lnTo>
                      <a:lnTo>
                        <a:pt x="72" y="94"/>
                      </a:lnTo>
                      <a:lnTo>
                        <a:pt x="68" y="94"/>
                      </a:lnTo>
                      <a:lnTo>
                        <a:pt x="64" y="94"/>
                      </a:lnTo>
                      <a:lnTo>
                        <a:pt x="64" y="90"/>
                      </a:lnTo>
                      <a:lnTo>
                        <a:pt x="64" y="86"/>
                      </a:lnTo>
                      <a:lnTo>
                        <a:pt x="60" y="86"/>
                      </a:lnTo>
                      <a:lnTo>
                        <a:pt x="60" y="82"/>
                      </a:lnTo>
                      <a:lnTo>
                        <a:pt x="56" y="82"/>
                      </a:lnTo>
                      <a:lnTo>
                        <a:pt x="56" y="80"/>
                      </a:lnTo>
                      <a:lnTo>
                        <a:pt x="56" y="76"/>
                      </a:lnTo>
                      <a:lnTo>
                        <a:pt x="54" y="72"/>
                      </a:lnTo>
                      <a:lnTo>
                        <a:pt x="54" y="68"/>
                      </a:lnTo>
                      <a:lnTo>
                        <a:pt x="54" y="64"/>
                      </a:lnTo>
                      <a:lnTo>
                        <a:pt x="50" y="60"/>
                      </a:lnTo>
                      <a:lnTo>
                        <a:pt x="46" y="60"/>
                      </a:lnTo>
                      <a:lnTo>
                        <a:pt x="42" y="56"/>
                      </a:lnTo>
                      <a:lnTo>
                        <a:pt x="38" y="56"/>
                      </a:lnTo>
                      <a:lnTo>
                        <a:pt x="30" y="52"/>
                      </a:lnTo>
                      <a:lnTo>
                        <a:pt x="26" y="56"/>
                      </a:lnTo>
                      <a:lnTo>
                        <a:pt x="26" y="60"/>
                      </a:lnTo>
                      <a:lnTo>
                        <a:pt x="24" y="60"/>
                      </a:lnTo>
                      <a:lnTo>
                        <a:pt x="24" y="64"/>
                      </a:lnTo>
                      <a:lnTo>
                        <a:pt x="20" y="64"/>
                      </a:lnTo>
                      <a:lnTo>
                        <a:pt x="16" y="64"/>
                      </a:lnTo>
                      <a:lnTo>
                        <a:pt x="16" y="68"/>
                      </a:lnTo>
                      <a:lnTo>
                        <a:pt x="16" y="64"/>
                      </a:lnTo>
                      <a:lnTo>
                        <a:pt x="12" y="64"/>
                      </a:lnTo>
                      <a:lnTo>
                        <a:pt x="16" y="64"/>
                      </a:lnTo>
                      <a:lnTo>
                        <a:pt x="16" y="60"/>
                      </a:lnTo>
                      <a:lnTo>
                        <a:pt x="16" y="56"/>
                      </a:lnTo>
                      <a:lnTo>
                        <a:pt x="16" y="60"/>
                      </a:lnTo>
                      <a:lnTo>
                        <a:pt x="12" y="60"/>
                      </a:lnTo>
                      <a:lnTo>
                        <a:pt x="8" y="56"/>
                      </a:lnTo>
                      <a:lnTo>
                        <a:pt x="4" y="56"/>
                      </a:lnTo>
                      <a:lnTo>
                        <a:pt x="4" y="52"/>
                      </a:lnTo>
                      <a:lnTo>
                        <a:pt x="4" y="50"/>
                      </a:lnTo>
                      <a:lnTo>
                        <a:pt x="8" y="46"/>
                      </a:lnTo>
                      <a:lnTo>
                        <a:pt x="4" y="46"/>
                      </a:lnTo>
                      <a:lnTo>
                        <a:pt x="0" y="42"/>
                      </a:lnTo>
                      <a:lnTo>
                        <a:pt x="0" y="38"/>
                      </a:lnTo>
                      <a:lnTo>
                        <a:pt x="4" y="38"/>
                      </a:lnTo>
                      <a:lnTo>
                        <a:pt x="8" y="38"/>
                      </a:lnTo>
                      <a:lnTo>
                        <a:pt x="8" y="34"/>
                      </a:lnTo>
                      <a:lnTo>
                        <a:pt x="8" y="30"/>
                      </a:lnTo>
                      <a:lnTo>
                        <a:pt x="4" y="30"/>
                      </a:lnTo>
                      <a:lnTo>
                        <a:pt x="4" y="26"/>
                      </a:lnTo>
                      <a:lnTo>
                        <a:pt x="4" y="24"/>
                      </a:lnTo>
                      <a:lnTo>
                        <a:pt x="8" y="24"/>
                      </a:lnTo>
                      <a:lnTo>
                        <a:pt x="12" y="24"/>
                      </a:lnTo>
                      <a:lnTo>
                        <a:pt x="16" y="24"/>
                      </a:lnTo>
                      <a:lnTo>
                        <a:pt x="20" y="24"/>
                      </a:lnTo>
                      <a:lnTo>
                        <a:pt x="24" y="20"/>
                      </a:lnTo>
                      <a:lnTo>
                        <a:pt x="24" y="16"/>
                      </a:lnTo>
                      <a:lnTo>
                        <a:pt x="26" y="12"/>
                      </a:lnTo>
                      <a:lnTo>
                        <a:pt x="26" y="16"/>
                      </a:lnTo>
                      <a:lnTo>
                        <a:pt x="30" y="20"/>
                      </a:lnTo>
                      <a:lnTo>
                        <a:pt x="34" y="20"/>
                      </a:lnTo>
                      <a:lnTo>
                        <a:pt x="30" y="24"/>
                      </a:lnTo>
                      <a:lnTo>
                        <a:pt x="34" y="24"/>
                      </a:lnTo>
                      <a:lnTo>
                        <a:pt x="34" y="26"/>
                      </a:lnTo>
                      <a:lnTo>
                        <a:pt x="34" y="24"/>
                      </a:lnTo>
                      <a:lnTo>
                        <a:pt x="34" y="20"/>
                      </a:lnTo>
                      <a:lnTo>
                        <a:pt x="38" y="20"/>
                      </a:lnTo>
                      <a:lnTo>
                        <a:pt x="38" y="16"/>
                      </a:lnTo>
                      <a:lnTo>
                        <a:pt x="38" y="12"/>
                      </a:lnTo>
                      <a:lnTo>
                        <a:pt x="42" y="12"/>
                      </a:lnTo>
                      <a:lnTo>
                        <a:pt x="42" y="16"/>
                      </a:lnTo>
                      <a:lnTo>
                        <a:pt x="46" y="16"/>
                      </a:lnTo>
                      <a:lnTo>
                        <a:pt x="50" y="16"/>
                      </a:lnTo>
                      <a:lnTo>
                        <a:pt x="54" y="16"/>
                      </a:lnTo>
                      <a:lnTo>
                        <a:pt x="50" y="12"/>
                      </a:lnTo>
                      <a:lnTo>
                        <a:pt x="50" y="8"/>
                      </a:lnTo>
                      <a:lnTo>
                        <a:pt x="54" y="8"/>
                      </a:lnTo>
                      <a:lnTo>
                        <a:pt x="54" y="12"/>
                      </a:lnTo>
                      <a:lnTo>
                        <a:pt x="56" y="12"/>
                      </a:lnTo>
                      <a:lnTo>
                        <a:pt x="56" y="8"/>
                      </a:lnTo>
                      <a:lnTo>
                        <a:pt x="56" y="4"/>
                      </a:lnTo>
                      <a:lnTo>
                        <a:pt x="60" y="4"/>
                      </a:lnTo>
                      <a:lnTo>
                        <a:pt x="60" y="8"/>
                      </a:lnTo>
                      <a:lnTo>
                        <a:pt x="64" y="4"/>
                      </a:lnTo>
                      <a:lnTo>
                        <a:pt x="64" y="0"/>
                      </a:lnTo>
                      <a:lnTo>
                        <a:pt x="72" y="0"/>
                      </a:lnTo>
                      <a:lnTo>
                        <a:pt x="76" y="0"/>
                      </a:lnTo>
                      <a:lnTo>
                        <a:pt x="80" y="0"/>
                      </a:lnTo>
                      <a:lnTo>
                        <a:pt x="80" y="4"/>
                      </a:lnTo>
                      <a:lnTo>
                        <a:pt x="82" y="4"/>
                      </a:lnTo>
                      <a:lnTo>
                        <a:pt x="82" y="8"/>
                      </a:lnTo>
                      <a:lnTo>
                        <a:pt x="86" y="8"/>
                      </a:lnTo>
                      <a:lnTo>
                        <a:pt x="90" y="8"/>
                      </a:lnTo>
                      <a:lnTo>
                        <a:pt x="94" y="12"/>
                      </a:lnTo>
                      <a:lnTo>
                        <a:pt x="98" y="12"/>
                      </a:lnTo>
                      <a:lnTo>
                        <a:pt x="102" y="12"/>
                      </a:lnTo>
                      <a:lnTo>
                        <a:pt x="98" y="16"/>
                      </a:lnTo>
                      <a:lnTo>
                        <a:pt x="98" y="20"/>
                      </a:lnTo>
                      <a:lnTo>
                        <a:pt x="98" y="16"/>
                      </a:lnTo>
                      <a:lnTo>
                        <a:pt x="98" y="20"/>
                      </a:lnTo>
                      <a:lnTo>
                        <a:pt x="102" y="20"/>
                      </a:lnTo>
                      <a:lnTo>
                        <a:pt x="98" y="20"/>
                      </a:lnTo>
                      <a:lnTo>
                        <a:pt x="98" y="24"/>
                      </a:lnTo>
                      <a:lnTo>
                        <a:pt x="102" y="24"/>
                      </a:lnTo>
                      <a:lnTo>
                        <a:pt x="102" y="26"/>
                      </a:lnTo>
                      <a:lnTo>
                        <a:pt x="106" y="26"/>
                      </a:lnTo>
                      <a:lnTo>
                        <a:pt x="106" y="30"/>
                      </a:lnTo>
                      <a:lnTo>
                        <a:pt x="102" y="30"/>
                      </a:lnTo>
                      <a:lnTo>
                        <a:pt x="102" y="26"/>
                      </a:lnTo>
                      <a:lnTo>
                        <a:pt x="98" y="26"/>
                      </a:lnTo>
                      <a:lnTo>
                        <a:pt x="94" y="26"/>
                      </a:lnTo>
                      <a:lnTo>
                        <a:pt x="94" y="30"/>
                      </a:lnTo>
                      <a:lnTo>
                        <a:pt x="90" y="30"/>
                      </a:lnTo>
                      <a:lnTo>
                        <a:pt x="86" y="30"/>
                      </a:lnTo>
                      <a:lnTo>
                        <a:pt x="82" y="34"/>
                      </a:lnTo>
                      <a:lnTo>
                        <a:pt x="82" y="30"/>
                      </a:lnTo>
                      <a:lnTo>
                        <a:pt x="86" y="30"/>
                      </a:lnTo>
                      <a:lnTo>
                        <a:pt x="82" y="30"/>
                      </a:lnTo>
                      <a:lnTo>
                        <a:pt x="82" y="34"/>
                      </a:lnTo>
                      <a:lnTo>
                        <a:pt x="80" y="34"/>
                      </a:lnTo>
                      <a:lnTo>
                        <a:pt x="80" y="38"/>
                      </a:lnTo>
                      <a:lnTo>
                        <a:pt x="82" y="42"/>
                      </a:lnTo>
                      <a:lnTo>
                        <a:pt x="86" y="42"/>
                      </a:lnTo>
                      <a:lnTo>
                        <a:pt x="82" y="46"/>
                      </a:lnTo>
                      <a:lnTo>
                        <a:pt x="80" y="50"/>
                      </a:lnTo>
                      <a:lnTo>
                        <a:pt x="82" y="52"/>
                      </a:lnTo>
                      <a:lnTo>
                        <a:pt x="82" y="56"/>
                      </a:lnTo>
                      <a:lnTo>
                        <a:pt x="82" y="60"/>
                      </a:lnTo>
                      <a:lnTo>
                        <a:pt x="86" y="60"/>
                      </a:lnTo>
                      <a:lnTo>
                        <a:pt x="86" y="64"/>
                      </a:lnTo>
                      <a:lnTo>
                        <a:pt x="86" y="64"/>
                      </a:lnTo>
                      <a:lnTo>
                        <a:pt x="86" y="64"/>
                      </a:lnTo>
                      <a:close/>
                      <a:moveTo>
                        <a:pt x="82" y="100"/>
                      </a:moveTo>
                      <a:lnTo>
                        <a:pt x="82" y="104"/>
                      </a:lnTo>
                      <a:lnTo>
                        <a:pt x="82" y="100"/>
                      </a:lnTo>
                      <a:lnTo>
                        <a:pt x="82" y="100"/>
                      </a:lnTo>
                      <a:lnTo>
                        <a:pt x="82" y="100"/>
                      </a:lnTo>
                      <a:close/>
                      <a:moveTo>
                        <a:pt x="82" y="64"/>
                      </a:moveTo>
                      <a:lnTo>
                        <a:pt x="82" y="60"/>
                      </a:lnTo>
                      <a:lnTo>
                        <a:pt x="82" y="64"/>
                      </a:lnTo>
                      <a:lnTo>
                        <a:pt x="82" y="64"/>
                      </a:lnTo>
                      <a:lnTo>
                        <a:pt x="82" y="64"/>
                      </a:lnTo>
                      <a:close/>
                      <a:moveTo>
                        <a:pt x="56" y="86"/>
                      </a:moveTo>
                      <a:lnTo>
                        <a:pt x="54" y="86"/>
                      </a:lnTo>
                      <a:lnTo>
                        <a:pt x="50" y="86"/>
                      </a:lnTo>
                      <a:lnTo>
                        <a:pt x="54" y="86"/>
                      </a:lnTo>
                      <a:lnTo>
                        <a:pt x="54" y="82"/>
                      </a:lnTo>
                      <a:lnTo>
                        <a:pt x="56" y="82"/>
                      </a:lnTo>
                      <a:lnTo>
                        <a:pt x="56" y="86"/>
                      </a:lnTo>
                      <a:lnTo>
                        <a:pt x="56" y="86"/>
                      </a:lnTo>
                      <a:lnTo>
                        <a:pt x="56" y="86"/>
                      </a:lnTo>
                      <a:close/>
                      <a:moveTo>
                        <a:pt x="26" y="152"/>
                      </a:moveTo>
                      <a:lnTo>
                        <a:pt x="26" y="150"/>
                      </a:lnTo>
                      <a:lnTo>
                        <a:pt x="26" y="146"/>
                      </a:lnTo>
                      <a:lnTo>
                        <a:pt x="26" y="142"/>
                      </a:lnTo>
                      <a:lnTo>
                        <a:pt x="26" y="138"/>
                      </a:lnTo>
                      <a:lnTo>
                        <a:pt x="26" y="134"/>
                      </a:lnTo>
                      <a:lnTo>
                        <a:pt x="26" y="130"/>
                      </a:lnTo>
                      <a:lnTo>
                        <a:pt x="26" y="126"/>
                      </a:lnTo>
                      <a:lnTo>
                        <a:pt x="24" y="126"/>
                      </a:lnTo>
                      <a:lnTo>
                        <a:pt x="24" y="122"/>
                      </a:lnTo>
                      <a:lnTo>
                        <a:pt x="26" y="122"/>
                      </a:lnTo>
                      <a:lnTo>
                        <a:pt x="30" y="122"/>
                      </a:lnTo>
                      <a:lnTo>
                        <a:pt x="34" y="120"/>
                      </a:lnTo>
                      <a:lnTo>
                        <a:pt x="38" y="116"/>
                      </a:lnTo>
                      <a:lnTo>
                        <a:pt x="42" y="116"/>
                      </a:lnTo>
                      <a:lnTo>
                        <a:pt x="42" y="120"/>
                      </a:lnTo>
                      <a:lnTo>
                        <a:pt x="46" y="120"/>
                      </a:lnTo>
                      <a:lnTo>
                        <a:pt x="42" y="122"/>
                      </a:lnTo>
                      <a:lnTo>
                        <a:pt x="46" y="122"/>
                      </a:lnTo>
                      <a:lnTo>
                        <a:pt x="46" y="126"/>
                      </a:lnTo>
                      <a:lnTo>
                        <a:pt x="46" y="130"/>
                      </a:lnTo>
                      <a:lnTo>
                        <a:pt x="46" y="134"/>
                      </a:lnTo>
                      <a:lnTo>
                        <a:pt x="46" y="138"/>
                      </a:lnTo>
                      <a:lnTo>
                        <a:pt x="46" y="142"/>
                      </a:lnTo>
                      <a:lnTo>
                        <a:pt x="46" y="146"/>
                      </a:lnTo>
                      <a:lnTo>
                        <a:pt x="46" y="150"/>
                      </a:lnTo>
                      <a:lnTo>
                        <a:pt x="42" y="152"/>
                      </a:lnTo>
                      <a:lnTo>
                        <a:pt x="42" y="156"/>
                      </a:lnTo>
                      <a:lnTo>
                        <a:pt x="38" y="156"/>
                      </a:lnTo>
                      <a:lnTo>
                        <a:pt x="34" y="152"/>
                      </a:lnTo>
                      <a:lnTo>
                        <a:pt x="34" y="156"/>
                      </a:lnTo>
                      <a:lnTo>
                        <a:pt x="34" y="160"/>
                      </a:lnTo>
                      <a:lnTo>
                        <a:pt x="30" y="160"/>
                      </a:lnTo>
                      <a:lnTo>
                        <a:pt x="26" y="156"/>
                      </a:lnTo>
                      <a:lnTo>
                        <a:pt x="26" y="160"/>
                      </a:lnTo>
                      <a:lnTo>
                        <a:pt x="26" y="156"/>
                      </a:lnTo>
                      <a:lnTo>
                        <a:pt x="26" y="152"/>
                      </a:lnTo>
                      <a:lnTo>
                        <a:pt x="26" y="152"/>
                      </a:lnTo>
                      <a:lnTo>
                        <a:pt x="26" y="152"/>
                      </a:lnTo>
                      <a:close/>
                      <a:moveTo>
                        <a:pt x="120" y="206"/>
                      </a:moveTo>
                      <a:lnTo>
                        <a:pt x="120" y="202"/>
                      </a:lnTo>
                      <a:lnTo>
                        <a:pt x="116" y="202"/>
                      </a:lnTo>
                      <a:lnTo>
                        <a:pt x="112" y="202"/>
                      </a:lnTo>
                      <a:lnTo>
                        <a:pt x="112" y="198"/>
                      </a:lnTo>
                      <a:lnTo>
                        <a:pt x="110" y="198"/>
                      </a:lnTo>
                      <a:lnTo>
                        <a:pt x="110" y="194"/>
                      </a:lnTo>
                      <a:lnTo>
                        <a:pt x="106" y="194"/>
                      </a:lnTo>
                      <a:lnTo>
                        <a:pt x="102" y="194"/>
                      </a:lnTo>
                      <a:lnTo>
                        <a:pt x="98" y="190"/>
                      </a:lnTo>
                      <a:lnTo>
                        <a:pt x="94" y="190"/>
                      </a:lnTo>
                      <a:lnTo>
                        <a:pt x="94" y="186"/>
                      </a:lnTo>
                      <a:lnTo>
                        <a:pt x="90" y="186"/>
                      </a:lnTo>
                      <a:lnTo>
                        <a:pt x="86" y="186"/>
                      </a:lnTo>
                      <a:lnTo>
                        <a:pt x="82" y="186"/>
                      </a:lnTo>
                      <a:lnTo>
                        <a:pt x="82" y="182"/>
                      </a:lnTo>
                      <a:lnTo>
                        <a:pt x="82" y="178"/>
                      </a:lnTo>
                      <a:lnTo>
                        <a:pt x="86" y="176"/>
                      </a:lnTo>
                      <a:lnTo>
                        <a:pt x="90" y="176"/>
                      </a:lnTo>
                      <a:lnTo>
                        <a:pt x="90" y="178"/>
                      </a:lnTo>
                      <a:lnTo>
                        <a:pt x="90" y="176"/>
                      </a:lnTo>
                      <a:lnTo>
                        <a:pt x="94" y="176"/>
                      </a:lnTo>
                      <a:lnTo>
                        <a:pt x="98" y="176"/>
                      </a:lnTo>
                      <a:lnTo>
                        <a:pt x="102" y="178"/>
                      </a:lnTo>
                      <a:lnTo>
                        <a:pt x="106" y="178"/>
                      </a:lnTo>
                      <a:lnTo>
                        <a:pt x="110" y="178"/>
                      </a:lnTo>
                      <a:lnTo>
                        <a:pt x="112" y="178"/>
                      </a:lnTo>
                      <a:lnTo>
                        <a:pt x="116" y="176"/>
                      </a:lnTo>
                      <a:lnTo>
                        <a:pt x="120" y="176"/>
                      </a:lnTo>
                      <a:lnTo>
                        <a:pt x="124" y="176"/>
                      </a:lnTo>
                      <a:lnTo>
                        <a:pt x="128" y="172"/>
                      </a:lnTo>
                      <a:lnTo>
                        <a:pt x="128" y="176"/>
                      </a:lnTo>
                      <a:lnTo>
                        <a:pt x="128" y="178"/>
                      </a:lnTo>
                      <a:lnTo>
                        <a:pt x="124" y="178"/>
                      </a:lnTo>
                      <a:lnTo>
                        <a:pt x="124" y="182"/>
                      </a:lnTo>
                      <a:lnTo>
                        <a:pt x="124" y="186"/>
                      </a:lnTo>
                      <a:lnTo>
                        <a:pt x="120" y="186"/>
                      </a:lnTo>
                      <a:lnTo>
                        <a:pt x="120" y="190"/>
                      </a:lnTo>
                      <a:lnTo>
                        <a:pt x="124" y="194"/>
                      </a:lnTo>
                      <a:lnTo>
                        <a:pt x="124" y="198"/>
                      </a:lnTo>
                      <a:lnTo>
                        <a:pt x="120" y="198"/>
                      </a:lnTo>
                      <a:lnTo>
                        <a:pt x="120" y="202"/>
                      </a:lnTo>
                      <a:lnTo>
                        <a:pt x="120" y="206"/>
                      </a:lnTo>
                      <a:lnTo>
                        <a:pt x="120" y="206"/>
                      </a:lnTo>
                      <a:lnTo>
                        <a:pt x="120" y="206"/>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120" name="Freeform 109">
                  <a:extLst>
                    <a:ext uri="{FF2B5EF4-FFF2-40B4-BE49-F238E27FC236}">
                      <a16:creationId xmlns:a16="http://schemas.microsoft.com/office/drawing/2014/main" id="{6BFC2420-DCB4-A8FD-0B0F-42024BCFBF05}"/>
                    </a:ext>
                  </a:extLst>
                </p:cNvPr>
                <p:cNvSpPr>
                  <a:spLocks/>
                </p:cNvSpPr>
                <p:nvPr/>
              </p:nvSpPr>
              <p:spPr bwMode="gray">
                <a:xfrm>
                  <a:off x="4573850" y="2084731"/>
                  <a:ext cx="31307" cy="13914"/>
                </a:xfrm>
                <a:custGeom>
                  <a:avLst/>
                  <a:gdLst>
                    <a:gd name="T0" fmla="*/ 2 w 18"/>
                    <a:gd name="T1" fmla="*/ 8 h 8"/>
                    <a:gd name="T2" fmla="*/ 2 w 18"/>
                    <a:gd name="T3" fmla="*/ 8 h 8"/>
                    <a:gd name="T4" fmla="*/ 2 w 18"/>
                    <a:gd name="T5" fmla="*/ 8 h 8"/>
                    <a:gd name="T6" fmla="*/ 0 w 18"/>
                    <a:gd name="T7" fmla="*/ 8 h 8"/>
                    <a:gd name="T8" fmla="*/ 0 w 18"/>
                    <a:gd name="T9" fmla="*/ 8 h 8"/>
                    <a:gd name="T10" fmla="*/ 2 w 18"/>
                    <a:gd name="T11" fmla="*/ 8 h 8"/>
                    <a:gd name="T12" fmla="*/ 2 w 18"/>
                    <a:gd name="T13" fmla="*/ 8 h 8"/>
                    <a:gd name="T14" fmla="*/ 2 w 18"/>
                    <a:gd name="T15" fmla="*/ 8 h 8"/>
                    <a:gd name="T16" fmla="*/ 6 w 18"/>
                    <a:gd name="T17" fmla="*/ 4 h 8"/>
                    <a:gd name="T18" fmla="*/ 6 w 18"/>
                    <a:gd name="T19" fmla="*/ 4 h 8"/>
                    <a:gd name="T20" fmla="*/ 10 w 18"/>
                    <a:gd name="T21" fmla="*/ 4 h 8"/>
                    <a:gd name="T22" fmla="*/ 10 w 18"/>
                    <a:gd name="T23" fmla="*/ 4 h 8"/>
                    <a:gd name="T24" fmla="*/ 10 w 18"/>
                    <a:gd name="T25" fmla="*/ 4 h 8"/>
                    <a:gd name="T26" fmla="*/ 10 w 18"/>
                    <a:gd name="T27" fmla="*/ 4 h 8"/>
                    <a:gd name="T28" fmla="*/ 10 w 18"/>
                    <a:gd name="T29" fmla="*/ 4 h 8"/>
                    <a:gd name="T30" fmla="*/ 10 w 18"/>
                    <a:gd name="T31" fmla="*/ 0 h 8"/>
                    <a:gd name="T32" fmla="*/ 10 w 18"/>
                    <a:gd name="T33" fmla="*/ 0 h 8"/>
                    <a:gd name="T34" fmla="*/ 10 w 18"/>
                    <a:gd name="T35" fmla="*/ 0 h 8"/>
                    <a:gd name="T36" fmla="*/ 10 w 18"/>
                    <a:gd name="T37" fmla="*/ 0 h 8"/>
                    <a:gd name="T38" fmla="*/ 14 w 18"/>
                    <a:gd name="T39" fmla="*/ 0 h 8"/>
                    <a:gd name="T40" fmla="*/ 14 w 18"/>
                    <a:gd name="T41" fmla="*/ 0 h 8"/>
                    <a:gd name="T42" fmla="*/ 18 w 18"/>
                    <a:gd name="T43" fmla="*/ 0 h 8"/>
                    <a:gd name="T44" fmla="*/ 18 w 18"/>
                    <a:gd name="T45" fmla="*/ 0 h 8"/>
                    <a:gd name="T46" fmla="*/ 18 w 18"/>
                    <a:gd name="T47" fmla="*/ 0 h 8"/>
                    <a:gd name="T48" fmla="*/ 18 w 18"/>
                    <a:gd name="T49" fmla="*/ 0 h 8"/>
                    <a:gd name="T50" fmla="*/ 18 w 18"/>
                    <a:gd name="T51" fmla="*/ 0 h 8"/>
                    <a:gd name="T52" fmla="*/ 18 w 18"/>
                    <a:gd name="T53" fmla="*/ 0 h 8"/>
                    <a:gd name="T54" fmla="*/ 18 w 18"/>
                    <a:gd name="T55" fmla="*/ 4 h 8"/>
                    <a:gd name="T56" fmla="*/ 18 w 18"/>
                    <a:gd name="T57" fmla="*/ 4 h 8"/>
                    <a:gd name="T58" fmla="*/ 18 w 18"/>
                    <a:gd name="T59" fmla="*/ 4 h 8"/>
                    <a:gd name="T60" fmla="*/ 14 w 18"/>
                    <a:gd name="T61" fmla="*/ 4 h 8"/>
                    <a:gd name="T62" fmla="*/ 14 w 18"/>
                    <a:gd name="T63" fmla="*/ 4 h 8"/>
                    <a:gd name="T64" fmla="*/ 10 w 18"/>
                    <a:gd name="T65" fmla="*/ 4 h 8"/>
                    <a:gd name="T66" fmla="*/ 10 w 18"/>
                    <a:gd name="T67" fmla="*/ 4 h 8"/>
                    <a:gd name="T68" fmla="*/ 10 w 18"/>
                    <a:gd name="T69" fmla="*/ 4 h 8"/>
                    <a:gd name="T70" fmla="*/ 10 w 18"/>
                    <a:gd name="T71" fmla="*/ 4 h 8"/>
                    <a:gd name="T72" fmla="*/ 10 w 18"/>
                    <a:gd name="T73" fmla="*/ 4 h 8"/>
                    <a:gd name="T74" fmla="*/ 10 w 18"/>
                    <a:gd name="T75" fmla="*/ 4 h 8"/>
                    <a:gd name="T76" fmla="*/ 6 w 18"/>
                    <a:gd name="T77" fmla="*/ 4 h 8"/>
                    <a:gd name="T78" fmla="*/ 6 w 18"/>
                    <a:gd name="T79" fmla="*/ 4 h 8"/>
                    <a:gd name="T80" fmla="*/ 6 w 18"/>
                    <a:gd name="T81" fmla="*/ 4 h 8"/>
                    <a:gd name="T82" fmla="*/ 2 w 18"/>
                    <a:gd name="T83" fmla="*/ 8 h 8"/>
                    <a:gd name="T84" fmla="*/ 2 w 18"/>
                    <a:gd name="T85" fmla="*/ 8 h 8"/>
                    <a:gd name="T86" fmla="*/ 2 w 18"/>
                    <a:gd name="T87" fmla="*/ 8 h 8"/>
                    <a:gd name="T88" fmla="*/ 2 w 18"/>
                    <a:gd name="T89" fmla="*/ 8 h 8"/>
                    <a:gd name="T90" fmla="*/ 2 w 18"/>
                    <a:gd name="T91" fmla="*/ 8 h 8"/>
                    <a:gd name="T92" fmla="*/ 2 w 18"/>
                    <a:gd name="T93" fmla="*/ 8 h 8"/>
                    <a:gd name="T94" fmla="*/ 2 w 18"/>
                    <a:gd name="T95" fmla="*/ 8 h 8"/>
                    <a:gd name="T96" fmla="*/ 2 w 18"/>
                    <a:gd name="T97" fmla="*/ 8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8" h="8">
                      <a:moveTo>
                        <a:pt x="2" y="8"/>
                      </a:moveTo>
                      <a:lnTo>
                        <a:pt x="2" y="8"/>
                      </a:lnTo>
                      <a:lnTo>
                        <a:pt x="2" y="8"/>
                      </a:lnTo>
                      <a:lnTo>
                        <a:pt x="0" y="8"/>
                      </a:lnTo>
                      <a:lnTo>
                        <a:pt x="0" y="8"/>
                      </a:lnTo>
                      <a:lnTo>
                        <a:pt x="2" y="8"/>
                      </a:lnTo>
                      <a:lnTo>
                        <a:pt x="2" y="8"/>
                      </a:lnTo>
                      <a:lnTo>
                        <a:pt x="2" y="8"/>
                      </a:lnTo>
                      <a:lnTo>
                        <a:pt x="6" y="4"/>
                      </a:lnTo>
                      <a:lnTo>
                        <a:pt x="6" y="4"/>
                      </a:lnTo>
                      <a:lnTo>
                        <a:pt x="10" y="4"/>
                      </a:lnTo>
                      <a:lnTo>
                        <a:pt x="10" y="4"/>
                      </a:lnTo>
                      <a:lnTo>
                        <a:pt x="10" y="4"/>
                      </a:lnTo>
                      <a:lnTo>
                        <a:pt x="10" y="4"/>
                      </a:lnTo>
                      <a:lnTo>
                        <a:pt x="10" y="4"/>
                      </a:lnTo>
                      <a:lnTo>
                        <a:pt x="10" y="0"/>
                      </a:lnTo>
                      <a:lnTo>
                        <a:pt x="10" y="0"/>
                      </a:lnTo>
                      <a:lnTo>
                        <a:pt x="10" y="0"/>
                      </a:lnTo>
                      <a:lnTo>
                        <a:pt x="10" y="0"/>
                      </a:lnTo>
                      <a:lnTo>
                        <a:pt x="14" y="0"/>
                      </a:lnTo>
                      <a:lnTo>
                        <a:pt x="14" y="0"/>
                      </a:lnTo>
                      <a:lnTo>
                        <a:pt x="18" y="0"/>
                      </a:lnTo>
                      <a:lnTo>
                        <a:pt x="18" y="0"/>
                      </a:lnTo>
                      <a:lnTo>
                        <a:pt x="18" y="0"/>
                      </a:lnTo>
                      <a:lnTo>
                        <a:pt x="18" y="0"/>
                      </a:lnTo>
                      <a:lnTo>
                        <a:pt x="18" y="0"/>
                      </a:lnTo>
                      <a:lnTo>
                        <a:pt x="18" y="0"/>
                      </a:lnTo>
                      <a:lnTo>
                        <a:pt x="18" y="4"/>
                      </a:lnTo>
                      <a:lnTo>
                        <a:pt x="18" y="4"/>
                      </a:lnTo>
                      <a:lnTo>
                        <a:pt x="18" y="4"/>
                      </a:lnTo>
                      <a:lnTo>
                        <a:pt x="14" y="4"/>
                      </a:lnTo>
                      <a:lnTo>
                        <a:pt x="14" y="4"/>
                      </a:lnTo>
                      <a:lnTo>
                        <a:pt x="10" y="4"/>
                      </a:lnTo>
                      <a:lnTo>
                        <a:pt x="10" y="4"/>
                      </a:lnTo>
                      <a:lnTo>
                        <a:pt x="10" y="4"/>
                      </a:lnTo>
                      <a:lnTo>
                        <a:pt x="10" y="4"/>
                      </a:lnTo>
                      <a:lnTo>
                        <a:pt x="10" y="4"/>
                      </a:lnTo>
                      <a:lnTo>
                        <a:pt x="10" y="4"/>
                      </a:lnTo>
                      <a:lnTo>
                        <a:pt x="6" y="4"/>
                      </a:lnTo>
                      <a:lnTo>
                        <a:pt x="6" y="4"/>
                      </a:lnTo>
                      <a:lnTo>
                        <a:pt x="6" y="4"/>
                      </a:lnTo>
                      <a:lnTo>
                        <a:pt x="2" y="8"/>
                      </a:lnTo>
                      <a:lnTo>
                        <a:pt x="2" y="8"/>
                      </a:lnTo>
                      <a:lnTo>
                        <a:pt x="2" y="8"/>
                      </a:lnTo>
                      <a:lnTo>
                        <a:pt x="2" y="8"/>
                      </a:lnTo>
                      <a:lnTo>
                        <a:pt x="2" y="8"/>
                      </a:lnTo>
                      <a:lnTo>
                        <a:pt x="2" y="8"/>
                      </a:lnTo>
                      <a:lnTo>
                        <a:pt x="2" y="8"/>
                      </a:lnTo>
                      <a:lnTo>
                        <a:pt x="2" y="8"/>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121" name="Freeform 110">
                  <a:extLst>
                    <a:ext uri="{FF2B5EF4-FFF2-40B4-BE49-F238E27FC236}">
                      <a16:creationId xmlns:a16="http://schemas.microsoft.com/office/drawing/2014/main" id="{55D04E6B-4923-C193-DF79-6F22FB275E83}"/>
                    </a:ext>
                  </a:extLst>
                </p:cNvPr>
                <p:cNvSpPr>
                  <a:spLocks/>
                </p:cNvSpPr>
                <p:nvPr/>
              </p:nvSpPr>
              <p:spPr bwMode="gray">
                <a:xfrm>
                  <a:off x="5318255" y="2630858"/>
                  <a:ext cx="173926" cy="90442"/>
                </a:xfrm>
                <a:custGeom>
                  <a:avLst/>
                  <a:gdLst>
                    <a:gd name="T0" fmla="*/ 48 w 100"/>
                    <a:gd name="T1" fmla="*/ 4 h 52"/>
                    <a:gd name="T2" fmla="*/ 56 w 100"/>
                    <a:gd name="T3" fmla="*/ 0 h 52"/>
                    <a:gd name="T4" fmla="*/ 60 w 100"/>
                    <a:gd name="T5" fmla="*/ 0 h 52"/>
                    <a:gd name="T6" fmla="*/ 60 w 100"/>
                    <a:gd name="T7" fmla="*/ 0 h 52"/>
                    <a:gd name="T8" fmla="*/ 64 w 100"/>
                    <a:gd name="T9" fmla="*/ 4 h 52"/>
                    <a:gd name="T10" fmla="*/ 68 w 100"/>
                    <a:gd name="T11" fmla="*/ 4 h 52"/>
                    <a:gd name="T12" fmla="*/ 78 w 100"/>
                    <a:gd name="T13" fmla="*/ 10 h 52"/>
                    <a:gd name="T14" fmla="*/ 82 w 100"/>
                    <a:gd name="T15" fmla="*/ 10 h 52"/>
                    <a:gd name="T16" fmla="*/ 86 w 100"/>
                    <a:gd name="T17" fmla="*/ 10 h 52"/>
                    <a:gd name="T18" fmla="*/ 90 w 100"/>
                    <a:gd name="T19" fmla="*/ 10 h 52"/>
                    <a:gd name="T20" fmla="*/ 94 w 100"/>
                    <a:gd name="T21" fmla="*/ 14 h 52"/>
                    <a:gd name="T22" fmla="*/ 98 w 100"/>
                    <a:gd name="T23" fmla="*/ 18 h 52"/>
                    <a:gd name="T24" fmla="*/ 94 w 100"/>
                    <a:gd name="T25" fmla="*/ 26 h 52"/>
                    <a:gd name="T26" fmla="*/ 98 w 100"/>
                    <a:gd name="T27" fmla="*/ 30 h 52"/>
                    <a:gd name="T28" fmla="*/ 100 w 100"/>
                    <a:gd name="T29" fmla="*/ 36 h 52"/>
                    <a:gd name="T30" fmla="*/ 100 w 100"/>
                    <a:gd name="T31" fmla="*/ 40 h 52"/>
                    <a:gd name="T32" fmla="*/ 94 w 100"/>
                    <a:gd name="T33" fmla="*/ 48 h 52"/>
                    <a:gd name="T34" fmla="*/ 94 w 100"/>
                    <a:gd name="T35" fmla="*/ 52 h 52"/>
                    <a:gd name="T36" fmla="*/ 82 w 100"/>
                    <a:gd name="T37" fmla="*/ 48 h 52"/>
                    <a:gd name="T38" fmla="*/ 78 w 100"/>
                    <a:gd name="T39" fmla="*/ 52 h 52"/>
                    <a:gd name="T40" fmla="*/ 78 w 100"/>
                    <a:gd name="T41" fmla="*/ 52 h 52"/>
                    <a:gd name="T42" fmla="*/ 74 w 100"/>
                    <a:gd name="T43" fmla="*/ 52 h 52"/>
                    <a:gd name="T44" fmla="*/ 72 w 100"/>
                    <a:gd name="T45" fmla="*/ 48 h 52"/>
                    <a:gd name="T46" fmla="*/ 68 w 100"/>
                    <a:gd name="T47" fmla="*/ 44 h 52"/>
                    <a:gd name="T48" fmla="*/ 60 w 100"/>
                    <a:gd name="T49" fmla="*/ 40 h 52"/>
                    <a:gd name="T50" fmla="*/ 56 w 100"/>
                    <a:gd name="T51" fmla="*/ 40 h 52"/>
                    <a:gd name="T52" fmla="*/ 56 w 100"/>
                    <a:gd name="T53" fmla="*/ 36 h 52"/>
                    <a:gd name="T54" fmla="*/ 48 w 100"/>
                    <a:gd name="T55" fmla="*/ 40 h 52"/>
                    <a:gd name="T56" fmla="*/ 46 w 100"/>
                    <a:gd name="T57" fmla="*/ 40 h 52"/>
                    <a:gd name="T58" fmla="*/ 42 w 100"/>
                    <a:gd name="T59" fmla="*/ 40 h 52"/>
                    <a:gd name="T60" fmla="*/ 34 w 100"/>
                    <a:gd name="T61" fmla="*/ 36 h 52"/>
                    <a:gd name="T62" fmla="*/ 34 w 100"/>
                    <a:gd name="T63" fmla="*/ 36 h 52"/>
                    <a:gd name="T64" fmla="*/ 30 w 100"/>
                    <a:gd name="T65" fmla="*/ 40 h 52"/>
                    <a:gd name="T66" fmla="*/ 26 w 100"/>
                    <a:gd name="T67" fmla="*/ 36 h 52"/>
                    <a:gd name="T68" fmla="*/ 22 w 100"/>
                    <a:gd name="T69" fmla="*/ 36 h 52"/>
                    <a:gd name="T70" fmla="*/ 22 w 100"/>
                    <a:gd name="T71" fmla="*/ 36 h 52"/>
                    <a:gd name="T72" fmla="*/ 16 w 100"/>
                    <a:gd name="T73" fmla="*/ 36 h 52"/>
                    <a:gd name="T74" fmla="*/ 4 w 100"/>
                    <a:gd name="T75" fmla="*/ 40 h 52"/>
                    <a:gd name="T76" fmla="*/ 4 w 100"/>
                    <a:gd name="T77" fmla="*/ 40 h 52"/>
                    <a:gd name="T78" fmla="*/ 0 w 100"/>
                    <a:gd name="T79" fmla="*/ 44 h 52"/>
                    <a:gd name="T80" fmla="*/ 0 w 100"/>
                    <a:gd name="T81" fmla="*/ 40 h 52"/>
                    <a:gd name="T82" fmla="*/ 0 w 100"/>
                    <a:gd name="T83" fmla="*/ 32 h 52"/>
                    <a:gd name="T84" fmla="*/ 0 w 100"/>
                    <a:gd name="T85" fmla="*/ 32 h 52"/>
                    <a:gd name="T86" fmla="*/ 0 w 100"/>
                    <a:gd name="T87" fmla="*/ 30 h 52"/>
                    <a:gd name="T88" fmla="*/ 4 w 100"/>
                    <a:gd name="T89" fmla="*/ 26 h 52"/>
                    <a:gd name="T90" fmla="*/ 4 w 100"/>
                    <a:gd name="T91" fmla="*/ 22 h 52"/>
                    <a:gd name="T92" fmla="*/ 4 w 100"/>
                    <a:gd name="T93" fmla="*/ 18 h 52"/>
                    <a:gd name="T94" fmla="*/ 8 w 100"/>
                    <a:gd name="T95" fmla="*/ 10 h 52"/>
                    <a:gd name="T96" fmla="*/ 12 w 100"/>
                    <a:gd name="T97" fmla="*/ 10 h 52"/>
                    <a:gd name="T98" fmla="*/ 16 w 100"/>
                    <a:gd name="T99" fmla="*/ 10 h 52"/>
                    <a:gd name="T100" fmla="*/ 22 w 100"/>
                    <a:gd name="T101" fmla="*/ 6 h 52"/>
                    <a:gd name="T102" fmla="*/ 26 w 100"/>
                    <a:gd name="T103" fmla="*/ 14 h 52"/>
                    <a:gd name="T104" fmla="*/ 30 w 100"/>
                    <a:gd name="T105" fmla="*/ 14 h 52"/>
                    <a:gd name="T106" fmla="*/ 30 w 100"/>
                    <a:gd name="T107" fmla="*/ 22 h 52"/>
                    <a:gd name="T108" fmla="*/ 38 w 100"/>
                    <a:gd name="T109" fmla="*/ 26 h 52"/>
                    <a:gd name="T110" fmla="*/ 42 w 100"/>
                    <a:gd name="T111" fmla="*/ 22 h 52"/>
                    <a:gd name="T112" fmla="*/ 48 w 100"/>
                    <a:gd name="T113" fmla="*/ 18 h 52"/>
                    <a:gd name="T114" fmla="*/ 46 w 100"/>
                    <a:gd name="T115" fmla="*/ 6 h 52"/>
                    <a:gd name="T116" fmla="*/ 46 w 100"/>
                    <a:gd name="T117" fmla="*/ 4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00" h="52">
                      <a:moveTo>
                        <a:pt x="46" y="4"/>
                      </a:moveTo>
                      <a:lnTo>
                        <a:pt x="46" y="4"/>
                      </a:lnTo>
                      <a:lnTo>
                        <a:pt x="46" y="4"/>
                      </a:lnTo>
                      <a:lnTo>
                        <a:pt x="48" y="4"/>
                      </a:lnTo>
                      <a:lnTo>
                        <a:pt x="48" y="4"/>
                      </a:lnTo>
                      <a:lnTo>
                        <a:pt x="48" y="4"/>
                      </a:lnTo>
                      <a:lnTo>
                        <a:pt x="48" y="4"/>
                      </a:lnTo>
                      <a:lnTo>
                        <a:pt x="52" y="4"/>
                      </a:lnTo>
                      <a:lnTo>
                        <a:pt x="56" y="0"/>
                      </a:lnTo>
                      <a:lnTo>
                        <a:pt x="56" y="0"/>
                      </a:lnTo>
                      <a:lnTo>
                        <a:pt x="56" y="0"/>
                      </a:lnTo>
                      <a:lnTo>
                        <a:pt x="56" y="0"/>
                      </a:lnTo>
                      <a:lnTo>
                        <a:pt x="56" y="0"/>
                      </a:lnTo>
                      <a:lnTo>
                        <a:pt x="60" y="0"/>
                      </a:lnTo>
                      <a:lnTo>
                        <a:pt x="60" y="0"/>
                      </a:lnTo>
                      <a:lnTo>
                        <a:pt x="60" y="0"/>
                      </a:lnTo>
                      <a:lnTo>
                        <a:pt x="60" y="0"/>
                      </a:lnTo>
                      <a:lnTo>
                        <a:pt x="60" y="4"/>
                      </a:lnTo>
                      <a:lnTo>
                        <a:pt x="60" y="4"/>
                      </a:lnTo>
                      <a:lnTo>
                        <a:pt x="60" y="0"/>
                      </a:lnTo>
                      <a:lnTo>
                        <a:pt x="60" y="0"/>
                      </a:lnTo>
                      <a:lnTo>
                        <a:pt x="60" y="0"/>
                      </a:lnTo>
                      <a:lnTo>
                        <a:pt x="60" y="0"/>
                      </a:lnTo>
                      <a:lnTo>
                        <a:pt x="64" y="0"/>
                      </a:lnTo>
                      <a:lnTo>
                        <a:pt x="64" y="4"/>
                      </a:lnTo>
                      <a:lnTo>
                        <a:pt x="64" y="4"/>
                      </a:lnTo>
                      <a:lnTo>
                        <a:pt x="68" y="4"/>
                      </a:lnTo>
                      <a:lnTo>
                        <a:pt x="68" y="4"/>
                      </a:lnTo>
                      <a:lnTo>
                        <a:pt x="68" y="4"/>
                      </a:lnTo>
                      <a:lnTo>
                        <a:pt x="68" y="4"/>
                      </a:lnTo>
                      <a:lnTo>
                        <a:pt x="72" y="6"/>
                      </a:lnTo>
                      <a:lnTo>
                        <a:pt x="72" y="6"/>
                      </a:lnTo>
                      <a:lnTo>
                        <a:pt x="74" y="10"/>
                      </a:lnTo>
                      <a:lnTo>
                        <a:pt x="74" y="10"/>
                      </a:lnTo>
                      <a:lnTo>
                        <a:pt x="78" y="10"/>
                      </a:lnTo>
                      <a:lnTo>
                        <a:pt x="78" y="10"/>
                      </a:lnTo>
                      <a:lnTo>
                        <a:pt x="78" y="10"/>
                      </a:lnTo>
                      <a:lnTo>
                        <a:pt x="78" y="10"/>
                      </a:lnTo>
                      <a:lnTo>
                        <a:pt x="78" y="10"/>
                      </a:lnTo>
                      <a:lnTo>
                        <a:pt x="82" y="10"/>
                      </a:lnTo>
                      <a:lnTo>
                        <a:pt x="82" y="10"/>
                      </a:lnTo>
                      <a:lnTo>
                        <a:pt x="82" y="10"/>
                      </a:lnTo>
                      <a:lnTo>
                        <a:pt x="82" y="10"/>
                      </a:lnTo>
                      <a:lnTo>
                        <a:pt x="86" y="10"/>
                      </a:lnTo>
                      <a:lnTo>
                        <a:pt x="86" y="10"/>
                      </a:lnTo>
                      <a:lnTo>
                        <a:pt x="86" y="10"/>
                      </a:lnTo>
                      <a:lnTo>
                        <a:pt x="90" y="10"/>
                      </a:lnTo>
                      <a:lnTo>
                        <a:pt x="90" y="10"/>
                      </a:lnTo>
                      <a:lnTo>
                        <a:pt x="90" y="10"/>
                      </a:lnTo>
                      <a:lnTo>
                        <a:pt x="90" y="10"/>
                      </a:lnTo>
                      <a:lnTo>
                        <a:pt x="90" y="10"/>
                      </a:lnTo>
                      <a:lnTo>
                        <a:pt x="94" y="10"/>
                      </a:lnTo>
                      <a:lnTo>
                        <a:pt x="94" y="14"/>
                      </a:lnTo>
                      <a:lnTo>
                        <a:pt x="90" y="14"/>
                      </a:lnTo>
                      <a:lnTo>
                        <a:pt x="94" y="14"/>
                      </a:lnTo>
                      <a:lnTo>
                        <a:pt x="94" y="14"/>
                      </a:lnTo>
                      <a:lnTo>
                        <a:pt x="94" y="14"/>
                      </a:lnTo>
                      <a:lnTo>
                        <a:pt x="98" y="18"/>
                      </a:lnTo>
                      <a:lnTo>
                        <a:pt x="98" y="18"/>
                      </a:lnTo>
                      <a:lnTo>
                        <a:pt x="98" y="18"/>
                      </a:lnTo>
                      <a:lnTo>
                        <a:pt x="98" y="18"/>
                      </a:lnTo>
                      <a:lnTo>
                        <a:pt x="94" y="22"/>
                      </a:lnTo>
                      <a:lnTo>
                        <a:pt x="94" y="26"/>
                      </a:lnTo>
                      <a:lnTo>
                        <a:pt x="94" y="26"/>
                      </a:lnTo>
                      <a:lnTo>
                        <a:pt x="94" y="26"/>
                      </a:lnTo>
                      <a:lnTo>
                        <a:pt x="98" y="26"/>
                      </a:lnTo>
                      <a:lnTo>
                        <a:pt x="98" y="26"/>
                      </a:lnTo>
                      <a:lnTo>
                        <a:pt x="98" y="26"/>
                      </a:lnTo>
                      <a:lnTo>
                        <a:pt x="98" y="30"/>
                      </a:lnTo>
                      <a:lnTo>
                        <a:pt x="98" y="30"/>
                      </a:lnTo>
                      <a:lnTo>
                        <a:pt x="98" y="30"/>
                      </a:lnTo>
                      <a:lnTo>
                        <a:pt x="98" y="32"/>
                      </a:lnTo>
                      <a:lnTo>
                        <a:pt x="100" y="32"/>
                      </a:lnTo>
                      <a:lnTo>
                        <a:pt x="100" y="36"/>
                      </a:lnTo>
                      <a:lnTo>
                        <a:pt x="100" y="36"/>
                      </a:lnTo>
                      <a:lnTo>
                        <a:pt x="100" y="40"/>
                      </a:lnTo>
                      <a:lnTo>
                        <a:pt x="100" y="40"/>
                      </a:lnTo>
                      <a:lnTo>
                        <a:pt x="100" y="40"/>
                      </a:lnTo>
                      <a:lnTo>
                        <a:pt x="100" y="44"/>
                      </a:lnTo>
                      <a:lnTo>
                        <a:pt x="100" y="40"/>
                      </a:lnTo>
                      <a:lnTo>
                        <a:pt x="100" y="40"/>
                      </a:lnTo>
                      <a:lnTo>
                        <a:pt x="98" y="44"/>
                      </a:lnTo>
                      <a:lnTo>
                        <a:pt x="98" y="44"/>
                      </a:lnTo>
                      <a:lnTo>
                        <a:pt x="94" y="44"/>
                      </a:lnTo>
                      <a:lnTo>
                        <a:pt x="94" y="48"/>
                      </a:lnTo>
                      <a:lnTo>
                        <a:pt x="94" y="48"/>
                      </a:lnTo>
                      <a:lnTo>
                        <a:pt x="94" y="48"/>
                      </a:lnTo>
                      <a:lnTo>
                        <a:pt x="94" y="48"/>
                      </a:lnTo>
                      <a:lnTo>
                        <a:pt x="94" y="52"/>
                      </a:lnTo>
                      <a:lnTo>
                        <a:pt x="94" y="52"/>
                      </a:lnTo>
                      <a:lnTo>
                        <a:pt x="90" y="52"/>
                      </a:lnTo>
                      <a:lnTo>
                        <a:pt x="90" y="52"/>
                      </a:lnTo>
                      <a:lnTo>
                        <a:pt x="86" y="48"/>
                      </a:lnTo>
                      <a:lnTo>
                        <a:pt x="86" y="48"/>
                      </a:lnTo>
                      <a:lnTo>
                        <a:pt x="82" y="48"/>
                      </a:lnTo>
                      <a:lnTo>
                        <a:pt x="82" y="52"/>
                      </a:lnTo>
                      <a:lnTo>
                        <a:pt x="82" y="52"/>
                      </a:lnTo>
                      <a:lnTo>
                        <a:pt x="82" y="52"/>
                      </a:lnTo>
                      <a:lnTo>
                        <a:pt x="82" y="52"/>
                      </a:lnTo>
                      <a:lnTo>
                        <a:pt x="78" y="52"/>
                      </a:lnTo>
                      <a:lnTo>
                        <a:pt x="78" y="52"/>
                      </a:lnTo>
                      <a:lnTo>
                        <a:pt x="78" y="52"/>
                      </a:lnTo>
                      <a:lnTo>
                        <a:pt x="78" y="52"/>
                      </a:lnTo>
                      <a:lnTo>
                        <a:pt x="78" y="52"/>
                      </a:lnTo>
                      <a:lnTo>
                        <a:pt x="78" y="52"/>
                      </a:lnTo>
                      <a:lnTo>
                        <a:pt x="78" y="52"/>
                      </a:lnTo>
                      <a:lnTo>
                        <a:pt x="78" y="52"/>
                      </a:lnTo>
                      <a:lnTo>
                        <a:pt x="78" y="52"/>
                      </a:lnTo>
                      <a:lnTo>
                        <a:pt x="74" y="52"/>
                      </a:lnTo>
                      <a:lnTo>
                        <a:pt x="74" y="52"/>
                      </a:lnTo>
                      <a:lnTo>
                        <a:pt x="74" y="52"/>
                      </a:lnTo>
                      <a:lnTo>
                        <a:pt x="74" y="52"/>
                      </a:lnTo>
                      <a:lnTo>
                        <a:pt x="74" y="48"/>
                      </a:lnTo>
                      <a:lnTo>
                        <a:pt x="72" y="48"/>
                      </a:lnTo>
                      <a:lnTo>
                        <a:pt x="72" y="48"/>
                      </a:lnTo>
                      <a:lnTo>
                        <a:pt x="72" y="48"/>
                      </a:lnTo>
                      <a:lnTo>
                        <a:pt x="72" y="48"/>
                      </a:lnTo>
                      <a:lnTo>
                        <a:pt x="68" y="48"/>
                      </a:lnTo>
                      <a:lnTo>
                        <a:pt x="68" y="44"/>
                      </a:lnTo>
                      <a:lnTo>
                        <a:pt x="68" y="44"/>
                      </a:lnTo>
                      <a:lnTo>
                        <a:pt x="64" y="44"/>
                      </a:lnTo>
                      <a:lnTo>
                        <a:pt x="64" y="40"/>
                      </a:lnTo>
                      <a:lnTo>
                        <a:pt x="60" y="40"/>
                      </a:lnTo>
                      <a:lnTo>
                        <a:pt x="60" y="40"/>
                      </a:lnTo>
                      <a:lnTo>
                        <a:pt x="60" y="40"/>
                      </a:lnTo>
                      <a:lnTo>
                        <a:pt x="56" y="40"/>
                      </a:lnTo>
                      <a:lnTo>
                        <a:pt x="56" y="40"/>
                      </a:lnTo>
                      <a:lnTo>
                        <a:pt x="56" y="40"/>
                      </a:lnTo>
                      <a:lnTo>
                        <a:pt x="56" y="40"/>
                      </a:lnTo>
                      <a:lnTo>
                        <a:pt x="56" y="40"/>
                      </a:lnTo>
                      <a:lnTo>
                        <a:pt x="56" y="36"/>
                      </a:lnTo>
                      <a:lnTo>
                        <a:pt x="56" y="36"/>
                      </a:lnTo>
                      <a:lnTo>
                        <a:pt x="56" y="36"/>
                      </a:lnTo>
                      <a:lnTo>
                        <a:pt x="56" y="36"/>
                      </a:lnTo>
                      <a:lnTo>
                        <a:pt x="56" y="36"/>
                      </a:lnTo>
                      <a:lnTo>
                        <a:pt x="52" y="36"/>
                      </a:lnTo>
                      <a:lnTo>
                        <a:pt x="52" y="36"/>
                      </a:lnTo>
                      <a:lnTo>
                        <a:pt x="48" y="36"/>
                      </a:lnTo>
                      <a:lnTo>
                        <a:pt x="48" y="40"/>
                      </a:lnTo>
                      <a:lnTo>
                        <a:pt x="48" y="40"/>
                      </a:lnTo>
                      <a:lnTo>
                        <a:pt x="48" y="40"/>
                      </a:lnTo>
                      <a:lnTo>
                        <a:pt x="48" y="40"/>
                      </a:lnTo>
                      <a:lnTo>
                        <a:pt x="48" y="40"/>
                      </a:lnTo>
                      <a:lnTo>
                        <a:pt x="46" y="40"/>
                      </a:lnTo>
                      <a:lnTo>
                        <a:pt x="46" y="40"/>
                      </a:lnTo>
                      <a:lnTo>
                        <a:pt x="46" y="40"/>
                      </a:lnTo>
                      <a:lnTo>
                        <a:pt x="46" y="40"/>
                      </a:lnTo>
                      <a:lnTo>
                        <a:pt x="46" y="40"/>
                      </a:lnTo>
                      <a:lnTo>
                        <a:pt x="42" y="40"/>
                      </a:lnTo>
                      <a:lnTo>
                        <a:pt x="42" y="40"/>
                      </a:lnTo>
                      <a:lnTo>
                        <a:pt x="42" y="36"/>
                      </a:lnTo>
                      <a:lnTo>
                        <a:pt x="42" y="36"/>
                      </a:lnTo>
                      <a:lnTo>
                        <a:pt x="38" y="36"/>
                      </a:lnTo>
                      <a:lnTo>
                        <a:pt x="38" y="36"/>
                      </a:lnTo>
                      <a:lnTo>
                        <a:pt x="34" y="36"/>
                      </a:lnTo>
                      <a:lnTo>
                        <a:pt x="34" y="36"/>
                      </a:lnTo>
                      <a:lnTo>
                        <a:pt x="34" y="36"/>
                      </a:lnTo>
                      <a:lnTo>
                        <a:pt x="34" y="36"/>
                      </a:lnTo>
                      <a:lnTo>
                        <a:pt x="34" y="36"/>
                      </a:lnTo>
                      <a:lnTo>
                        <a:pt x="34" y="36"/>
                      </a:lnTo>
                      <a:lnTo>
                        <a:pt x="30" y="36"/>
                      </a:lnTo>
                      <a:lnTo>
                        <a:pt x="30" y="36"/>
                      </a:lnTo>
                      <a:lnTo>
                        <a:pt x="30" y="40"/>
                      </a:lnTo>
                      <a:lnTo>
                        <a:pt x="30" y="40"/>
                      </a:lnTo>
                      <a:lnTo>
                        <a:pt x="30" y="40"/>
                      </a:lnTo>
                      <a:lnTo>
                        <a:pt x="26" y="36"/>
                      </a:lnTo>
                      <a:lnTo>
                        <a:pt x="26" y="36"/>
                      </a:lnTo>
                      <a:lnTo>
                        <a:pt x="26" y="36"/>
                      </a:lnTo>
                      <a:lnTo>
                        <a:pt x="26" y="36"/>
                      </a:lnTo>
                      <a:lnTo>
                        <a:pt x="26" y="36"/>
                      </a:lnTo>
                      <a:lnTo>
                        <a:pt x="26" y="36"/>
                      </a:lnTo>
                      <a:lnTo>
                        <a:pt x="26" y="36"/>
                      </a:lnTo>
                      <a:lnTo>
                        <a:pt x="26" y="36"/>
                      </a:lnTo>
                      <a:lnTo>
                        <a:pt x="26" y="36"/>
                      </a:lnTo>
                      <a:lnTo>
                        <a:pt x="22" y="36"/>
                      </a:lnTo>
                      <a:lnTo>
                        <a:pt x="22" y="36"/>
                      </a:lnTo>
                      <a:lnTo>
                        <a:pt x="22" y="36"/>
                      </a:lnTo>
                      <a:lnTo>
                        <a:pt x="22" y="36"/>
                      </a:lnTo>
                      <a:lnTo>
                        <a:pt x="22" y="36"/>
                      </a:lnTo>
                      <a:lnTo>
                        <a:pt x="22" y="36"/>
                      </a:lnTo>
                      <a:lnTo>
                        <a:pt x="18" y="36"/>
                      </a:lnTo>
                      <a:lnTo>
                        <a:pt x="18" y="36"/>
                      </a:lnTo>
                      <a:lnTo>
                        <a:pt x="18" y="36"/>
                      </a:lnTo>
                      <a:lnTo>
                        <a:pt x="16" y="36"/>
                      </a:lnTo>
                      <a:lnTo>
                        <a:pt x="16" y="36"/>
                      </a:lnTo>
                      <a:lnTo>
                        <a:pt x="16" y="36"/>
                      </a:lnTo>
                      <a:lnTo>
                        <a:pt x="12" y="36"/>
                      </a:lnTo>
                      <a:lnTo>
                        <a:pt x="8" y="36"/>
                      </a:lnTo>
                      <a:lnTo>
                        <a:pt x="8" y="40"/>
                      </a:lnTo>
                      <a:lnTo>
                        <a:pt x="4" y="40"/>
                      </a:lnTo>
                      <a:lnTo>
                        <a:pt x="4" y="40"/>
                      </a:lnTo>
                      <a:lnTo>
                        <a:pt x="4" y="40"/>
                      </a:lnTo>
                      <a:lnTo>
                        <a:pt x="4" y="40"/>
                      </a:lnTo>
                      <a:lnTo>
                        <a:pt x="4" y="40"/>
                      </a:lnTo>
                      <a:lnTo>
                        <a:pt x="4" y="40"/>
                      </a:lnTo>
                      <a:lnTo>
                        <a:pt x="4" y="44"/>
                      </a:lnTo>
                      <a:lnTo>
                        <a:pt x="4" y="44"/>
                      </a:lnTo>
                      <a:lnTo>
                        <a:pt x="0" y="44"/>
                      </a:lnTo>
                      <a:lnTo>
                        <a:pt x="0" y="44"/>
                      </a:lnTo>
                      <a:lnTo>
                        <a:pt x="0" y="44"/>
                      </a:lnTo>
                      <a:lnTo>
                        <a:pt x="0" y="44"/>
                      </a:lnTo>
                      <a:lnTo>
                        <a:pt x="0" y="44"/>
                      </a:lnTo>
                      <a:lnTo>
                        <a:pt x="0" y="44"/>
                      </a:lnTo>
                      <a:lnTo>
                        <a:pt x="0" y="44"/>
                      </a:lnTo>
                      <a:lnTo>
                        <a:pt x="0" y="40"/>
                      </a:lnTo>
                      <a:lnTo>
                        <a:pt x="0" y="40"/>
                      </a:lnTo>
                      <a:lnTo>
                        <a:pt x="0" y="40"/>
                      </a:lnTo>
                      <a:lnTo>
                        <a:pt x="0" y="40"/>
                      </a:lnTo>
                      <a:lnTo>
                        <a:pt x="0" y="36"/>
                      </a:lnTo>
                      <a:lnTo>
                        <a:pt x="0" y="32"/>
                      </a:lnTo>
                      <a:lnTo>
                        <a:pt x="0" y="32"/>
                      </a:lnTo>
                      <a:lnTo>
                        <a:pt x="0" y="36"/>
                      </a:lnTo>
                      <a:lnTo>
                        <a:pt x="0" y="36"/>
                      </a:lnTo>
                      <a:lnTo>
                        <a:pt x="0" y="32"/>
                      </a:lnTo>
                      <a:lnTo>
                        <a:pt x="0" y="32"/>
                      </a:lnTo>
                      <a:lnTo>
                        <a:pt x="0" y="32"/>
                      </a:lnTo>
                      <a:lnTo>
                        <a:pt x="0" y="30"/>
                      </a:lnTo>
                      <a:lnTo>
                        <a:pt x="0" y="30"/>
                      </a:lnTo>
                      <a:lnTo>
                        <a:pt x="0" y="30"/>
                      </a:lnTo>
                      <a:lnTo>
                        <a:pt x="0" y="30"/>
                      </a:lnTo>
                      <a:lnTo>
                        <a:pt x="0" y="30"/>
                      </a:lnTo>
                      <a:lnTo>
                        <a:pt x="0" y="26"/>
                      </a:lnTo>
                      <a:lnTo>
                        <a:pt x="0" y="26"/>
                      </a:lnTo>
                      <a:lnTo>
                        <a:pt x="4" y="26"/>
                      </a:lnTo>
                      <a:lnTo>
                        <a:pt x="4" y="26"/>
                      </a:lnTo>
                      <a:lnTo>
                        <a:pt x="4" y="26"/>
                      </a:lnTo>
                      <a:lnTo>
                        <a:pt x="4" y="22"/>
                      </a:lnTo>
                      <a:lnTo>
                        <a:pt x="4" y="22"/>
                      </a:lnTo>
                      <a:lnTo>
                        <a:pt x="4" y="22"/>
                      </a:lnTo>
                      <a:lnTo>
                        <a:pt x="4" y="22"/>
                      </a:lnTo>
                      <a:lnTo>
                        <a:pt x="4" y="22"/>
                      </a:lnTo>
                      <a:lnTo>
                        <a:pt x="4" y="18"/>
                      </a:lnTo>
                      <a:lnTo>
                        <a:pt x="4" y="18"/>
                      </a:lnTo>
                      <a:lnTo>
                        <a:pt x="4" y="18"/>
                      </a:lnTo>
                      <a:lnTo>
                        <a:pt x="4" y="18"/>
                      </a:lnTo>
                      <a:lnTo>
                        <a:pt x="8" y="18"/>
                      </a:lnTo>
                      <a:lnTo>
                        <a:pt x="8" y="14"/>
                      </a:lnTo>
                      <a:lnTo>
                        <a:pt x="8" y="14"/>
                      </a:lnTo>
                      <a:lnTo>
                        <a:pt x="8" y="10"/>
                      </a:lnTo>
                      <a:lnTo>
                        <a:pt x="8" y="10"/>
                      </a:lnTo>
                      <a:lnTo>
                        <a:pt x="8" y="10"/>
                      </a:lnTo>
                      <a:lnTo>
                        <a:pt x="8" y="10"/>
                      </a:lnTo>
                      <a:lnTo>
                        <a:pt x="12" y="10"/>
                      </a:lnTo>
                      <a:lnTo>
                        <a:pt x="12" y="10"/>
                      </a:lnTo>
                      <a:lnTo>
                        <a:pt x="12" y="10"/>
                      </a:lnTo>
                      <a:lnTo>
                        <a:pt x="12" y="10"/>
                      </a:lnTo>
                      <a:lnTo>
                        <a:pt x="12" y="10"/>
                      </a:lnTo>
                      <a:lnTo>
                        <a:pt x="16" y="10"/>
                      </a:lnTo>
                      <a:lnTo>
                        <a:pt x="16" y="10"/>
                      </a:lnTo>
                      <a:lnTo>
                        <a:pt x="16" y="10"/>
                      </a:lnTo>
                      <a:lnTo>
                        <a:pt x="18" y="6"/>
                      </a:lnTo>
                      <a:lnTo>
                        <a:pt x="18" y="6"/>
                      </a:lnTo>
                      <a:lnTo>
                        <a:pt x="22" y="6"/>
                      </a:lnTo>
                      <a:lnTo>
                        <a:pt x="22" y="6"/>
                      </a:lnTo>
                      <a:lnTo>
                        <a:pt x="22" y="6"/>
                      </a:lnTo>
                      <a:lnTo>
                        <a:pt x="22" y="10"/>
                      </a:lnTo>
                      <a:lnTo>
                        <a:pt x="22" y="10"/>
                      </a:lnTo>
                      <a:lnTo>
                        <a:pt x="22" y="10"/>
                      </a:lnTo>
                      <a:lnTo>
                        <a:pt x="22" y="10"/>
                      </a:lnTo>
                      <a:lnTo>
                        <a:pt x="26" y="14"/>
                      </a:lnTo>
                      <a:lnTo>
                        <a:pt x="26" y="14"/>
                      </a:lnTo>
                      <a:lnTo>
                        <a:pt x="26" y="14"/>
                      </a:lnTo>
                      <a:lnTo>
                        <a:pt x="26" y="14"/>
                      </a:lnTo>
                      <a:lnTo>
                        <a:pt x="30" y="14"/>
                      </a:lnTo>
                      <a:lnTo>
                        <a:pt x="30" y="14"/>
                      </a:lnTo>
                      <a:lnTo>
                        <a:pt x="30" y="14"/>
                      </a:lnTo>
                      <a:lnTo>
                        <a:pt x="30" y="18"/>
                      </a:lnTo>
                      <a:lnTo>
                        <a:pt x="30" y="18"/>
                      </a:lnTo>
                      <a:lnTo>
                        <a:pt x="30" y="22"/>
                      </a:lnTo>
                      <a:lnTo>
                        <a:pt x="30" y="22"/>
                      </a:lnTo>
                      <a:lnTo>
                        <a:pt x="30" y="22"/>
                      </a:lnTo>
                      <a:lnTo>
                        <a:pt x="34" y="22"/>
                      </a:lnTo>
                      <a:lnTo>
                        <a:pt x="34" y="22"/>
                      </a:lnTo>
                      <a:lnTo>
                        <a:pt x="38" y="26"/>
                      </a:lnTo>
                      <a:lnTo>
                        <a:pt x="38" y="26"/>
                      </a:lnTo>
                      <a:lnTo>
                        <a:pt x="38" y="26"/>
                      </a:lnTo>
                      <a:lnTo>
                        <a:pt x="38" y="26"/>
                      </a:lnTo>
                      <a:lnTo>
                        <a:pt x="42" y="26"/>
                      </a:lnTo>
                      <a:lnTo>
                        <a:pt x="42" y="26"/>
                      </a:lnTo>
                      <a:lnTo>
                        <a:pt x="42" y="22"/>
                      </a:lnTo>
                      <a:lnTo>
                        <a:pt x="42" y="22"/>
                      </a:lnTo>
                      <a:lnTo>
                        <a:pt x="46" y="22"/>
                      </a:lnTo>
                      <a:lnTo>
                        <a:pt x="46" y="22"/>
                      </a:lnTo>
                      <a:lnTo>
                        <a:pt x="46" y="18"/>
                      </a:lnTo>
                      <a:lnTo>
                        <a:pt x="48" y="18"/>
                      </a:lnTo>
                      <a:lnTo>
                        <a:pt x="48" y="18"/>
                      </a:lnTo>
                      <a:lnTo>
                        <a:pt x="48" y="14"/>
                      </a:lnTo>
                      <a:lnTo>
                        <a:pt x="46" y="10"/>
                      </a:lnTo>
                      <a:lnTo>
                        <a:pt x="46" y="6"/>
                      </a:lnTo>
                      <a:lnTo>
                        <a:pt x="46" y="6"/>
                      </a:lnTo>
                      <a:lnTo>
                        <a:pt x="46" y="6"/>
                      </a:lnTo>
                      <a:lnTo>
                        <a:pt x="46" y="6"/>
                      </a:lnTo>
                      <a:lnTo>
                        <a:pt x="46" y="4"/>
                      </a:lnTo>
                      <a:lnTo>
                        <a:pt x="46" y="4"/>
                      </a:lnTo>
                      <a:lnTo>
                        <a:pt x="46" y="4"/>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122" name="Freeform 111">
                  <a:extLst>
                    <a:ext uri="{FF2B5EF4-FFF2-40B4-BE49-F238E27FC236}">
                      <a16:creationId xmlns:a16="http://schemas.microsoft.com/office/drawing/2014/main" id="{4013F06C-5F61-9E46-BB5A-297A26CD6B32}"/>
                    </a:ext>
                  </a:extLst>
                </p:cNvPr>
                <p:cNvSpPr>
                  <a:spLocks noEditPoints="1"/>
                </p:cNvSpPr>
                <p:nvPr/>
              </p:nvSpPr>
              <p:spPr bwMode="gray">
                <a:xfrm>
                  <a:off x="5311297" y="2693473"/>
                  <a:ext cx="149577" cy="97399"/>
                </a:xfrm>
                <a:custGeom>
                  <a:avLst/>
                  <a:gdLst>
                    <a:gd name="T0" fmla="*/ 38 w 86"/>
                    <a:gd name="T1" fmla="*/ 50 h 56"/>
                    <a:gd name="T2" fmla="*/ 34 w 86"/>
                    <a:gd name="T3" fmla="*/ 46 h 56"/>
                    <a:gd name="T4" fmla="*/ 26 w 86"/>
                    <a:gd name="T5" fmla="*/ 46 h 56"/>
                    <a:gd name="T6" fmla="*/ 26 w 86"/>
                    <a:gd name="T7" fmla="*/ 42 h 56"/>
                    <a:gd name="T8" fmla="*/ 30 w 86"/>
                    <a:gd name="T9" fmla="*/ 38 h 56"/>
                    <a:gd name="T10" fmla="*/ 26 w 86"/>
                    <a:gd name="T11" fmla="*/ 30 h 56"/>
                    <a:gd name="T12" fmla="*/ 22 w 86"/>
                    <a:gd name="T13" fmla="*/ 30 h 56"/>
                    <a:gd name="T14" fmla="*/ 18 w 86"/>
                    <a:gd name="T15" fmla="*/ 30 h 56"/>
                    <a:gd name="T16" fmla="*/ 8 w 86"/>
                    <a:gd name="T17" fmla="*/ 26 h 56"/>
                    <a:gd name="T18" fmla="*/ 8 w 86"/>
                    <a:gd name="T19" fmla="*/ 26 h 56"/>
                    <a:gd name="T20" fmla="*/ 4 w 86"/>
                    <a:gd name="T21" fmla="*/ 16 h 56"/>
                    <a:gd name="T22" fmla="*/ 4 w 86"/>
                    <a:gd name="T23" fmla="*/ 12 h 56"/>
                    <a:gd name="T24" fmla="*/ 4 w 86"/>
                    <a:gd name="T25" fmla="*/ 8 h 56"/>
                    <a:gd name="T26" fmla="*/ 8 w 86"/>
                    <a:gd name="T27" fmla="*/ 8 h 56"/>
                    <a:gd name="T28" fmla="*/ 8 w 86"/>
                    <a:gd name="T29" fmla="*/ 4 h 56"/>
                    <a:gd name="T30" fmla="*/ 18 w 86"/>
                    <a:gd name="T31" fmla="*/ 0 h 56"/>
                    <a:gd name="T32" fmla="*/ 22 w 86"/>
                    <a:gd name="T33" fmla="*/ 0 h 56"/>
                    <a:gd name="T34" fmla="*/ 26 w 86"/>
                    <a:gd name="T35" fmla="*/ 0 h 56"/>
                    <a:gd name="T36" fmla="*/ 30 w 86"/>
                    <a:gd name="T37" fmla="*/ 0 h 56"/>
                    <a:gd name="T38" fmla="*/ 30 w 86"/>
                    <a:gd name="T39" fmla="*/ 0 h 56"/>
                    <a:gd name="T40" fmla="*/ 34 w 86"/>
                    <a:gd name="T41" fmla="*/ 0 h 56"/>
                    <a:gd name="T42" fmla="*/ 38 w 86"/>
                    <a:gd name="T43" fmla="*/ 0 h 56"/>
                    <a:gd name="T44" fmla="*/ 44 w 86"/>
                    <a:gd name="T45" fmla="*/ 0 h 56"/>
                    <a:gd name="T46" fmla="*/ 48 w 86"/>
                    <a:gd name="T47" fmla="*/ 4 h 56"/>
                    <a:gd name="T48" fmla="*/ 52 w 86"/>
                    <a:gd name="T49" fmla="*/ 4 h 56"/>
                    <a:gd name="T50" fmla="*/ 56 w 86"/>
                    <a:gd name="T51" fmla="*/ 0 h 56"/>
                    <a:gd name="T52" fmla="*/ 60 w 86"/>
                    <a:gd name="T53" fmla="*/ 0 h 56"/>
                    <a:gd name="T54" fmla="*/ 60 w 86"/>
                    <a:gd name="T55" fmla="*/ 4 h 56"/>
                    <a:gd name="T56" fmla="*/ 68 w 86"/>
                    <a:gd name="T57" fmla="*/ 8 h 56"/>
                    <a:gd name="T58" fmla="*/ 74 w 86"/>
                    <a:gd name="T59" fmla="*/ 12 h 56"/>
                    <a:gd name="T60" fmla="*/ 78 w 86"/>
                    <a:gd name="T61" fmla="*/ 16 h 56"/>
                    <a:gd name="T62" fmla="*/ 82 w 86"/>
                    <a:gd name="T63" fmla="*/ 16 h 56"/>
                    <a:gd name="T64" fmla="*/ 78 w 86"/>
                    <a:gd name="T65" fmla="*/ 24 h 56"/>
                    <a:gd name="T66" fmla="*/ 82 w 86"/>
                    <a:gd name="T67" fmla="*/ 24 h 56"/>
                    <a:gd name="T68" fmla="*/ 82 w 86"/>
                    <a:gd name="T69" fmla="*/ 26 h 56"/>
                    <a:gd name="T70" fmla="*/ 78 w 86"/>
                    <a:gd name="T71" fmla="*/ 30 h 56"/>
                    <a:gd name="T72" fmla="*/ 70 w 86"/>
                    <a:gd name="T73" fmla="*/ 34 h 56"/>
                    <a:gd name="T74" fmla="*/ 70 w 86"/>
                    <a:gd name="T75" fmla="*/ 38 h 56"/>
                    <a:gd name="T76" fmla="*/ 68 w 86"/>
                    <a:gd name="T77" fmla="*/ 42 h 56"/>
                    <a:gd name="T78" fmla="*/ 68 w 86"/>
                    <a:gd name="T79" fmla="*/ 46 h 56"/>
                    <a:gd name="T80" fmla="*/ 70 w 86"/>
                    <a:gd name="T81" fmla="*/ 50 h 56"/>
                    <a:gd name="T82" fmla="*/ 68 w 86"/>
                    <a:gd name="T83" fmla="*/ 50 h 56"/>
                    <a:gd name="T84" fmla="*/ 64 w 86"/>
                    <a:gd name="T85" fmla="*/ 50 h 56"/>
                    <a:gd name="T86" fmla="*/ 60 w 86"/>
                    <a:gd name="T87" fmla="*/ 50 h 56"/>
                    <a:gd name="T88" fmla="*/ 60 w 86"/>
                    <a:gd name="T89" fmla="*/ 50 h 56"/>
                    <a:gd name="T90" fmla="*/ 56 w 86"/>
                    <a:gd name="T91" fmla="*/ 52 h 56"/>
                    <a:gd name="T92" fmla="*/ 52 w 86"/>
                    <a:gd name="T93" fmla="*/ 52 h 56"/>
                    <a:gd name="T94" fmla="*/ 48 w 86"/>
                    <a:gd name="T95" fmla="*/ 52 h 56"/>
                    <a:gd name="T96" fmla="*/ 44 w 86"/>
                    <a:gd name="T97" fmla="*/ 52 h 56"/>
                    <a:gd name="T98" fmla="*/ 42 w 86"/>
                    <a:gd name="T99" fmla="*/ 52 h 56"/>
                    <a:gd name="T100" fmla="*/ 38 w 86"/>
                    <a:gd name="T101" fmla="*/ 52 h 56"/>
                    <a:gd name="T102" fmla="*/ 4 w 86"/>
                    <a:gd name="T103" fmla="*/ 24 h 56"/>
                    <a:gd name="T104" fmla="*/ 4 w 86"/>
                    <a:gd name="T105" fmla="*/ 20 h 56"/>
                    <a:gd name="T106" fmla="*/ 4 w 86"/>
                    <a:gd name="T107" fmla="*/ 16 h 56"/>
                    <a:gd name="T108" fmla="*/ 4 w 86"/>
                    <a:gd name="T109" fmla="*/ 2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86" h="56">
                      <a:moveTo>
                        <a:pt x="38" y="52"/>
                      </a:moveTo>
                      <a:lnTo>
                        <a:pt x="38" y="52"/>
                      </a:lnTo>
                      <a:lnTo>
                        <a:pt x="38" y="52"/>
                      </a:lnTo>
                      <a:lnTo>
                        <a:pt x="38" y="50"/>
                      </a:lnTo>
                      <a:lnTo>
                        <a:pt x="38" y="50"/>
                      </a:lnTo>
                      <a:lnTo>
                        <a:pt x="38" y="50"/>
                      </a:lnTo>
                      <a:lnTo>
                        <a:pt x="38" y="50"/>
                      </a:lnTo>
                      <a:lnTo>
                        <a:pt x="38" y="50"/>
                      </a:lnTo>
                      <a:lnTo>
                        <a:pt x="34" y="46"/>
                      </a:lnTo>
                      <a:lnTo>
                        <a:pt x="34" y="46"/>
                      </a:lnTo>
                      <a:lnTo>
                        <a:pt x="30" y="46"/>
                      </a:lnTo>
                      <a:lnTo>
                        <a:pt x="30" y="46"/>
                      </a:lnTo>
                      <a:lnTo>
                        <a:pt x="30" y="46"/>
                      </a:lnTo>
                      <a:lnTo>
                        <a:pt x="30" y="46"/>
                      </a:lnTo>
                      <a:lnTo>
                        <a:pt x="26" y="46"/>
                      </a:lnTo>
                      <a:lnTo>
                        <a:pt x="26" y="46"/>
                      </a:lnTo>
                      <a:lnTo>
                        <a:pt x="26" y="46"/>
                      </a:lnTo>
                      <a:lnTo>
                        <a:pt x="26" y="42"/>
                      </a:lnTo>
                      <a:lnTo>
                        <a:pt x="26" y="42"/>
                      </a:lnTo>
                      <a:lnTo>
                        <a:pt x="26" y="42"/>
                      </a:lnTo>
                      <a:lnTo>
                        <a:pt x="26" y="42"/>
                      </a:lnTo>
                      <a:lnTo>
                        <a:pt x="26" y="38"/>
                      </a:lnTo>
                      <a:lnTo>
                        <a:pt x="26" y="38"/>
                      </a:lnTo>
                      <a:lnTo>
                        <a:pt x="30" y="38"/>
                      </a:lnTo>
                      <a:lnTo>
                        <a:pt x="30" y="38"/>
                      </a:lnTo>
                      <a:lnTo>
                        <a:pt x="30" y="34"/>
                      </a:lnTo>
                      <a:lnTo>
                        <a:pt x="30" y="34"/>
                      </a:lnTo>
                      <a:lnTo>
                        <a:pt x="30" y="34"/>
                      </a:lnTo>
                      <a:lnTo>
                        <a:pt x="30" y="34"/>
                      </a:lnTo>
                      <a:lnTo>
                        <a:pt x="26" y="30"/>
                      </a:lnTo>
                      <a:lnTo>
                        <a:pt x="26" y="30"/>
                      </a:lnTo>
                      <a:lnTo>
                        <a:pt x="26" y="30"/>
                      </a:lnTo>
                      <a:lnTo>
                        <a:pt x="26" y="30"/>
                      </a:lnTo>
                      <a:lnTo>
                        <a:pt x="22" y="30"/>
                      </a:lnTo>
                      <a:lnTo>
                        <a:pt x="22" y="30"/>
                      </a:lnTo>
                      <a:lnTo>
                        <a:pt x="18" y="30"/>
                      </a:lnTo>
                      <a:lnTo>
                        <a:pt x="18" y="30"/>
                      </a:lnTo>
                      <a:lnTo>
                        <a:pt x="18" y="30"/>
                      </a:lnTo>
                      <a:lnTo>
                        <a:pt x="18" y="30"/>
                      </a:lnTo>
                      <a:lnTo>
                        <a:pt x="18" y="30"/>
                      </a:lnTo>
                      <a:lnTo>
                        <a:pt x="18" y="30"/>
                      </a:lnTo>
                      <a:lnTo>
                        <a:pt x="12" y="26"/>
                      </a:lnTo>
                      <a:lnTo>
                        <a:pt x="12" y="26"/>
                      </a:lnTo>
                      <a:lnTo>
                        <a:pt x="12" y="26"/>
                      </a:lnTo>
                      <a:lnTo>
                        <a:pt x="8" y="26"/>
                      </a:lnTo>
                      <a:lnTo>
                        <a:pt x="8" y="26"/>
                      </a:lnTo>
                      <a:lnTo>
                        <a:pt x="8" y="26"/>
                      </a:lnTo>
                      <a:lnTo>
                        <a:pt x="8" y="26"/>
                      </a:lnTo>
                      <a:lnTo>
                        <a:pt x="8" y="26"/>
                      </a:lnTo>
                      <a:lnTo>
                        <a:pt x="8" y="26"/>
                      </a:lnTo>
                      <a:lnTo>
                        <a:pt x="8" y="26"/>
                      </a:lnTo>
                      <a:lnTo>
                        <a:pt x="8" y="24"/>
                      </a:lnTo>
                      <a:lnTo>
                        <a:pt x="4" y="20"/>
                      </a:lnTo>
                      <a:lnTo>
                        <a:pt x="4" y="16"/>
                      </a:lnTo>
                      <a:lnTo>
                        <a:pt x="4" y="16"/>
                      </a:lnTo>
                      <a:lnTo>
                        <a:pt x="4" y="16"/>
                      </a:lnTo>
                      <a:lnTo>
                        <a:pt x="4" y="16"/>
                      </a:lnTo>
                      <a:lnTo>
                        <a:pt x="4" y="12"/>
                      </a:lnTo>
                      <a:lnTo>
                        <a:pt x="4" y="12"/>
                      </a:lnTo>
                      <a:lnTo>
                        <a:pt x="4" y="12"/>
                      </a:lnTo>
                      <a:lnTo>
                        <a:pt x="4" y="8"/>
                      </a:lnTo>
                      <a:lnTo>
                        <a:pt x="4" y="8"/>
                      </a:lnTo>
                      <a:lnTo>
                        <a:pt x="4" y="8"/>
                      </a:lnTo>
                      <a:lnTo>
                        <a:pt x="4" y="8"/>
                      </a:lnTo>
                      <a:lnTo>
                        <a:pt x="4" y="8"/>
                      </a:lnTo>
                      <a:lnTo>
                        <a:pt x="4" y="8"/>
                      </a:lnTo>
                      <a:lnTo>
                        <a:pt x="4" y="8"/>
                      </a:lnTo>
                      <a:lnTo>
                        <a:pt x="4" y="8"/>
                      </a:lnTo>
                      <a:lnTo>
                        <a:pt x="8" y="8"/>
                      </a:lnTo>
                      <a:lnTo>
                        <a:pt x="8" y="8"/>
                      </a:lnTo>
                      <a:lnTo>
                        <a:pt x="8" y="4"/>
                      </a:lnTo>
                      <a:lnTo>
                        <a:pt x="8" y="4"/>
                      </a:lnTo>
                      <a:lnTo>
                        <a:pt x="8" y="4"/>
                      </a:lnTo>
                      <a:lnTo>
                        <a:pt x="8" y="4"/>
                      </a:lnTo>
                      <a:lnTo>
                        <a:pt x="8" y="4"/>
                      </a:lnTo>
                      <a:lnTo>
                        <a:pt x="8" y="4"/>
                      </a:lnTo>
                      <a:lnTo>
                        <a:pt x="12" y="4"/>
                      </a:lnTo>
                      <a:lnTo>
                        <a:pt x="12" y="0"/>
                      </a:lnTo>
                      <a:lnTo>
                        <a:pt x="16" y="0"/>
                      </a:lnTo>
                      <a:lnTo>
                        <a:pt x="18" y="0"/>
                      </a:lnTo>
                      <a:lnTo>
                        <a:pt x="18" y="0"/>
                      </a:lnTo>
                      <a:lnTo>
                        <a:pt x="18" y="0"/>
                      </a:lnTo>
                      <a:lnTo>
                        <a:pt x="22" y="0"/>
                      </a:lnTo>
                      <a:lnTo>
                        <a:pt x="22" y="0"/>
                      </a:lnTo>
                      <a:lnTo>
                        <a:pt x="22" y="0"/>
                      </a:lnTo>
                      <a:lnTo>
                        <a:pt x="26" y="0"/>
                      </a:lnTo>
                      <a:lnTo>
                        <a:pt x="26" y="0"/>
                      </a:lnTo>
                      <a:lnTo>
                        <a:pt x="26" y="0"/>
                      </a:lnTo>
                      <a:lnTo>
                        <a:pt x="26" y="0"/>
                      </a:lnTo>
                      <a:lnTo>
                        <a:pt x="26" y="0"/>
                      </a:lnTo>
                      <a:lnTo>
                        <a:pt x="26" y="0"/>
                      </a:lnTo>
                      <a:lnTo>
                        <a:pt x="30" y="0"/>
                      </a:lnTo>
                      <a:lnTo>
                        <a:pt x="30" y="0"/>
                      </a:lnTo>
                      <a:lnTo>
                        <a:pt x="30" y="0"/>
                      </a:lnTo>
                      <a:lnTo>
                        <a:pt x="30" y="0"/>
                      </a:lnTo>
                      <a:lnTo>
                        <a:pt x="30" y="0"/>
                      </a:lnTo>
                      <a:lnTo>
                        <a:pt x="30" y="0"/>
                      </a:lnTo>
                      <a:lnTo>
                        <a:pt x="30" y="0"/>
                      </a:lnTo>
                      <a:lnTo>
                        <a:pt x="30" y="0"/>
                      </a:lnTo>
                      <a:lnTo>
                        <a:pt x="30" y="0"/>
                      </a:lnTo>
                      <a:lnTo>
                        <a:pt x="34" y="4"/>
                      </a:lnTo>
                      <a:lnTo>
                        <a:pt x="34" y="4"/>
                      </a:lnTo>
                      <a:lnTo>
                        <a:pt x="34" y="4"/>
                      </a:lnTo>
                      <a:lnTo>
                        <a:pt x="34" y="0"/>
                      </a:lnTo>
                      <a:lnTo>
                        <a:pt x="34" y="0"/>
                      </a:lnTo>
                      <a:lnTo>
                        <a:pt x="38" y="0"/>
                      </a:lnTo>
                      <a:lnTo>
                        <a:pt x="38" y="0"/>
                      </a:lnTo>
                      <a:lnTo>
                        <a:pt x="38" y="0"/>
                      </a:lnTo>
                      <a:lnTo>
                        <a:pt x="38" y="0"/>
                      </a:lnTo>
                      <a:lnTo>
                        <a:pt x="38" y="0"/>
                      </a:lnTo>
                      <a:lnTo>
                        <a:pt x="38" y="0"/>
                      </a:lnTo>
                      <a:lnTo>
                        <a:pt x="42" y="0"/>
                      </a:lnTo>
                      <a:lnTo>
                        <a:pt x="42" y="0"/>
                      </a:lnTo>
                      <a:lnTo>
                        <a:pt x="44" y="0"/>
                      </a:lnTo>
                      <a:lnTo>
                        <a:pt x="44" y="0"/>
                      </a:lnTo>
                      <a:lnTo>
                        <a:pt x="44" y="4"/>
                      </a:lnTo>
                      <a:lnTo>
                        <a:pt x="44" y="4"/>
                      </a:lnTo>
                      <a:lnTo>
                        <a:pt x="48" y="4"/>
                      </a:lnTo>
                      <a:lnTo>
                        <a:pt x="48" y="4"/>
                      </a:lnTo>
                      <a:lnTo>
                        <a:pt x="48" y="4"/>
                      </a:lnTo>
                      <a:lnTo>
                        <a:pt x="48" y="4"/>
                      </a:lnTo>
                      <a:lnTo>
                        <a:pt x="48" y="4"/>
                      </a:lnTo>
                      <a:lnTo>
                        <a:pt x="52" y="4"/>
                      </a:lnTo>
                      <a:lnTo>
                        <a:pt x="52" y="4"/>
                      </a:lnTo>
                      <a:lnTo>
                        <a:pt x="52" y="4"/>
                      </a:lnTo>
                      <a:lnTo>
                        <a:pt x="52" y="4"/>
                      </a:lnTo>
                      <a:lnTo>
                        <a:pt x="52" y="4"/>
                      </a:lnTo>
                      <a:lnTo>
                        <a:pt x="52" y="0"/>
                      </a:lnTo>
                      <a:lnTo>
                        <a:pt x="56" y="0"/>
                      </a:lnTo>
                      <a:lnTo>
                        <a:pt x="56" y="0"/>
                      </a:lnTo>
                      <a:lnTo>
                        <a:pt x="60" y="0"/>
                      </a:lnTo>
                      <a:lnTo>
                        <a:pt x="60" y="0"/>
                      </a:lnTo>
                      <a:lnTo>
                        <a:pt x="60" y="0"/>
                      </a:lnTo>
                      <a:lnTo>
                        <a:pt x="60" y="0"/>
                      </a:lnTo>
                      <a:lnTo>
                        <a:pt x="60" y="0"/>
                      </a:lnTo>
                      <a:lnTo>
                        <a:pt x="60" y="4"/>
                      </a:lnTo>
                      <a:lnTo>
                        <a:pt x="60" y="4"/>
                      </a:lnTo>
                      <a:lnTo>
                        <a:pt x="60" y="4"/>
                      </a:lnTo>
                      <a:lnTo>
                        <a:pt x="60" y="4"/>
                      </a:lnTo>
                      <a:lnTo>
                        <a:pt x="60" y="4"/>
                      </a:lnTo>
                      <a:lnTo>
                        <a:pt x="64" y="4"/>
                      </a:lnTo>
                      <a:lnTo>
                        <a:pt x="64" y="4"/>
                      </a:lnTo>
                      <a:lnTo>
                        <a:pt x="64" y="4"/>
                      </a:lnTo>
                      <a:lnTo>
                        <a:pt x="68" y="4"/>
                      </a:lnTo>
                      <a:lnTo>
                        <a:pt x="68" y="8"/>
                      </a:lnTo>
                      <a:lnTo>
                        <a:pt x="70" y="8"/>
                      </a:lnTo>
                      <a:lnTo>
                        <a:pt x="70" y="8"/>
                      </a:lnTo>
                      <a:lnTo>
                        <a:pt x="70" y="12"/>
                      </a:lnTo>
                      <a:lnTo>
                        <a:pt x="74" y="12"/>
                      </a:lnTo>
                      <a:lnTo>
                        <a:pt x="74" y="12"/>
                      </a:lnTo>
                      <a:lnTo>
                        <a:pt x="74" y="12"/>
                      </a:lnTo>
                      <a:lnTo>
                        <a:pt x="74" y="12"/>
                      </a:lnTo>
                      <a:lnTo>
                        <a:pt x="78" y="12"/>
                      </a:lnTo>
                      <a:lnTo>
                        <a:pt x="78" y="16"/>
                      </a:lnTo>
                      <a:lnTo>
                        <a:pt x="78" y="16"/>
                      </a:lnTo>
                      <a:lnTo>
                        <a:pt x="78" y="16"/>
                      </a:lnTo>
                      <a:lnTo>
                        <a:pt x="78" y="16"/>
                      </a:lnTo>
                      <a:lnTo>
                        <a:pt x="82" y="16"/>
                      </a:lnTo>
                      <a:lnTo>
                        <a:pt x="82" y="16"/>
                      </a:lnTo>
                      <a:lnTo>
                        <a:pt x="82" y="16"/>
                      </a:lnTo>
                      <a:lnTo>
                        <a:pt x="82" y="16"/>
                      </a:lnTo>
                      <a:lnTo>
                        <a:pt x="82" y="16"/>
                      </a:lnTo>
                      <a:lnTo>
                        <a:pt x="82" y="20"/>
                      </a:lnTo>
                      <a:lnTo>
                        <a:pt x="82" y="24"/>
                      </a:lnTo>
                      <a:lnTo>
                        <a:pt x="78" y="24"/>
                      </a:lnTo>
                      <a:lnTo>
                        <a:pt x="82" y="24"/>
                      </a:lnTo>
                      <a:lnTo>
                        <a:pt x="82" y="24"/>
                      </a:lnTo>
                      <a:lnTo>
                        <a:pt x="82" y="24"/>
                      </a:lnTo>
                      <a:lnTo>
                        <a:pt x="82" y="24"/>
                      </a:lnTo>
                      <a:lnTo>
                        <a:pt x="82" y="24"/>
                      </a:lnTo>
                      <a:lnTo>
                        <a:pt x="86" y="24"/>
                      </a:lnTo>
                      <a:lnTo>
                        <a:pt x="86" y="26"/>
                      </a:lnTo>
                      <a:lnTo>
                        <a:pt x="86" y="26"/>
                      </a:lnTo>
                      <a:lnTo>
                        <a:pt x="86" y="26"/>
                      </a:lnTo>
                      <a:lnTo>
                        <a:pt x="82" y="26"/>
                      </a:lnTo>
                      <a:lnTo>
                        <a:pt x="82" y="26"/>
                      </a:lnTo>
                      <a:lnTo>
                        <a:pt x="78" y="26"/>
                      </a:lnTo>
                      <a:lnTo>
                        <a:pt x="78" y="26"/>
                      </a:lnTo>
                      <a:lnTo>
                        <a:pt x="78" y="30"/>
                      </a:lnTo>
                      <a:lnTo>
                        <a:pt x="78" y="30"/>
                      </a:lnTo>
                      <a:lnTo>
                        <a:pt x="74" y="30"/>
                      </a:lnTo>
                      <a:lnTo>
                        <a:pt x="74" y="30"/>
                      </a:lnTo>
                      <a:lnTo>
                        <a:pt x="74" y="30"/>
                      </a:lnTo>
                      <a:lnTo>
                        <a:pt x="70" y="34"/>
                      </a:lnTo>
                      <a:lnTo>
                        <a:pt x="70" y="34"/>
                      </a:lnTo>
                      <a:lnTo>
                        <a:pt x="70" y="34"/>
                      </a:lnTo>
                      <a:lnTo>
                        <a:pt x="70" y="34"/>
                      </a:lnTo>
                      <a:lnTo>
                        <a:pt x="70" y="34"/>
                      </a:lnTo>
                      <a:lnTo>
                        <a:pt x="70" y="38"/>
                      </a:lnTo>
                      <a:lnTo>
                        <a:pt x="70" y="38"/>
                      </a:lnTo>
                      <a:lnTo>
                        <a:pt x="70" y="38"/>
                      </a:lnTo>
                      <a:lnTo>
                        <a:pt x="70" y="42"/>
                      </a:lnTo>
                      <a:lnTo>
                        <a:pt x="70" y="42"/>
                      </a:lnTo>
                      <a:lnTo>
                        <a:pt x="70" y="42"/>
                      </a:lnTo>
                      <a:lnTo>
                        <a:pt x="68" y="42"/>
                      </a:lnTo>
                      <a:lnTo>
                        <a:pt x="68" y="46"/>
                      </a:lnTo>
                      <a:lnTo>
                        <a:pt x="68" y="46"/>
                      </a:lnTo>
                      <a:lnTo>
                        <a:pt x="68" y="46"/>
                      </a:lnTo>
                      <a:lnTo>
                        <a:pt x="68" y="46"/>
                      </a:lnTo>
                      <a:lnTo>
                        <a:pt x="68" y="46"/>
                      </a:lnTo>
                      <a:lnTo>
                        <a:pt x="68" y="46"/>
                      </a:lnTo>
                      <a:lnTo>
                        <a:pt x="70" y="46"/>
                      </a:lnTo>
                      <a:lnTo>
                        <a:pt x="70" y="50"/>
                      </a:lnTo>
                      <a:lnTo>
                        <a:pt x="70" y="50"/>
                      </a:lnTo>
                      <a:lnTo>
                        <a:pt x="70" y="50"/>
                      </a:lnTo>
                      <a:lnTo>
                        <a:pt x="68" y="50"/>
                      </a:lnTo>
                      <a:lnTo>
                        <a:pt x="68" y="50"/>
                      </a:lnTo>
                      <a:lnTo>
                        <a:pt x="68" y="50"/>
                      </a:lnTo>
                      <a:lnTo>
                        <a:pt x="68" y="50"/>
                      </a:lnTo>
                      <a:lnTo>
                        <a:pt x="68" y="50"/>
                      </a:lnTo>
                      <a:lnTo>
                        <a:pt x="68" y="46"/>
                      </a:lnTo>
                      <a:lnTo>
                        <a:pt x="68" y="46"/>
                      </a:lnTo>
                      <a:lnTo>
                        <a:pt x="68" y="46"/>
                      </a:lnTo>
                      <a:lnTo>
                        <a:pt x="64" y="46"/>
                      </a:lnTo>
                      <a:lnTo>
                        <a:pt x="64" y="50"/>
                      </a:lnTo>
                      <a:lnTo>
                        <a:pt x="64" y="50"/>
                      </a:lnTo>
                      <a:lnTo>
                        <a:pt x="64" y="50"/>
                      </a:lnTo>
                      <a:lnTo>
                        <a:pt x="64" y="50"/>
                      </a:lnTo>
                      <a:lnTo>
                        <a:pt x="64" y="50"/>
                      </a:lnTo>
                      <a:lnTo>
                        <a:pt x="60" y="50"/>
                      </a:lnTo>
                      <a:lnTo>
                        <a:pt x="60" y="50"/>
                      </a:lnTo>
                      <a:lnTo>
                        <a:pt x="60" y="50"/>
                      </a:lnTo>
                      <a:lnTo>
                        <a:pt x="60" y="50"/>
                      </a:lnTo>
                      <a:lnTo>
                        <a:pt x="60" y="50"/>
                      </a:lnTo>
                      <a:lnTo>
                        <a:pt x="60" y="50"/>
                      </a:lnTo>
                      <a:lnTo>
                        <a:pt x="56" y="50"/>
                      </a:lnTo>
                      <a:lnTo>
                        <a:pt x="56" y="50"/>
                      </a:lnTo>
                      <a:lnTo>
                        <a:pt x="56" y="52"/>
                      </a:lnTo>
                      <a:lnTo>
                        <a:pt x="56" y="52"/>
                      </a:lnTo>
                      <a:lnTo>
                        <a:pt x="56" y="52"/>
                      </a:lnTo>
                      <a:lnTo>
                        <a:pt x="56" y="52"/>
                      </a:lnTo>
                      <a:lnTo>
                        <a:pt x="56" y="52"/>
                      </a:lnTo>
                      <a:lnTo>
                        <a:pt x="56" y="52"/>
                      </a:lnTo>
                      <a:lnTo>
                        <a:pt x="52" y="52"/>
                      </a:lnTo>
                      <a:lnTo>
                        <a:pt x="52" y="52"/>
                      </a:lnTo>
                      <a:lnTo>
                        <a:pt x="52" y="52"/>
                      </a:lnTo>
                      <a:lnTo>
                        <a:pt x="52" y="56"/>
                      </a:lnTo>
                      <a:lnTo>
                        <a:pt x="48" y="56"/>
                      </a:lnTo>
                      <a:lnTo>
                        <a:pt x="48" y="52"/>
                      </a:lnTo>
                      <a:lnTo>
                        <a:pt x="48" y="52"/>
                      </a:lnTo>
                      <a:lnTo>
                        <a:pt x="48" y="52"/>
                      </a:lnTo>
                      <a:lnTo>
                        <a:pt x="48" y="52"/>
                      </a:lnTo>
                      <a:lnTo>
                        <a:pt x="48" y="52"/>
                      </a:lnTo>
                      <a:lnTo>
                        <a:pt x="48" y="52"/>
                      </a:lnTo>
                      <a:lnTo>
                        <a:pt x="44" y="52"/>
                      </a:lnTo>
                      <a:lnTo>
                        <a:pt x="44" y="52"/>
                      </a:lnTo>
                      <a:lnTo>
                        <a:pt x="44" y="52"/>
                      </a:lnTo>
                      <a:lnTo>
                        <a:pt x="44" y="52"/>
                      </a:lnTo>
                      <a:lnTo>
                        <a:pt x="42" y="52"/>
                      </a:lnTo>
                      <a:lnTo>
                        <a:pt x="42" y="52"/>
                      </a:lnTo>
                      <a:lnTo>
                        <a:pt x="42" y="52"/>
                      </a:lnTo>
                      <a:lnTo>
                        <a:pt x="38" y="52"/>
                      </a:lnTo>
                      <a:lnTo>
                        <a:pt x="38" y="52"/>
                      </a:lnTo>
                      <a:lnTo>
                        <a:pt x="38" y="52"/>
                      </a:lnTo>
                      <a:lnTo>
                        <a:pt x="38" y="52"/>
                      </a:lnTo>
                      <a:lnTo>
                        <a:pt x="38" y="52"/>
                      </a:lnTo>
                      <a:lnTo>
                        <a:pt x="38" y="52"/>
                      </a:lnTo>
                      <a:close/>
                      <a:moveTo>
                        <a:pt x="4" y="26"/>
                      </a:moveTo>
                      <a:lnTo>
                        <a:pt x="0" y="26"/>
                      </a:lnTo>
                      <a:lnTo>
                        <a:pt x="4" y="24"/>
                      </a:lnTo>
                      <a:lnTo>
                        <a:pt x="4" y="24"/>
                      </a:lnTo>
                      <a:lnTo>
                        <a:pt x="4" y="24"/>
                      </a:lnTo>
                      <a:lnTo>
                        <a:pt x="4" y="24"/>
                      </a:lnTo>
                      <a:lnTo>
                        <a:pt x="4" y="20"/>
                      </a:lnTo>
                      <a:lnTo>
                        <a:pt x="4" y="20"/>
                      </a:lnTo>
                      <a:lnTo>
                        <a:pt x="4" y="20"/>
                      </a:lnTo>
                      <a:lnTo>
                        <a:pt x="4" y="16"/>
                      </a:lnTo>
                      <a:lnTo>
                        <a:pt x="4" y="16"/>
                      </a:lnTo>
                      <a:lnTo>
                        <a:pt x="4" y="16"/>
                      </a:lnTo>
                      <a:lnTo>
                        <a:pt x="4" y="16"/>
                      </a:lnTo>
                      <a:lnTo>
                        <a:pt x="4" y="20"/>
                      </a:lnTo>
                      <a:lnTo>
                        <a:pt x="4" y="20"/>
                      </a:lnTo>
                      <a:lnTo>
                        <a:pt x="4" y="24"/>
                      </a:lnTo>
                      <a:lnTo>
                        <a:pt x="4" y="24"/>
                      </a:lnTo>
                      <a:lnTo>
                        <a:pt x="4" y="26"/>
                      </a:lnTo>
                      <a:lnTo>
                        <a:pt x="4" y="26"/>
                      </a:lnTo>
                      <a:lnTo>
                        <a:pt x="4" y="26"/>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123" name="Freeform 112">
                  <a:extLst>
                    <a:ext uri="{FF2B5EF4-FFF2-40B4-BE49-F238E27FC236}">
                      <a16:creationId xmlns:a16="http://schemas.microsoft.com/office/drawing/2014/main" id="{1F33FDE5-5324-A952-C05B-49F69D10143E}"/>
                    </a:ext>
                  </a:extLst>
                </p:cNvPr>
                <p:cNvSpPr>
                  <a:spLocks/>
                </p:cNvSpPr>
                <p:nvPr/>
              </p:nvSpPr>
              <p:spPr bwMode="gray">
                <a:xfrm>
                  <a:off x="4942573" y="2930011"/>
                  <a:ext cx="17393" cy="24350"/>
                </a:xfrm>
                <a:custGeom>
                  <a:avLst/>
                  <a:gdLst>
                    <a:gd name="T0" fmla="*/ 6 w 10"/>
                    <a:gd name="T1" fmla="*/ 10 h 14"/>
                    <a:gd name="T2" fmla="*/ 6 w 10"/>
                    <a:gd name="T3" fmla="*/ 14 h 14"/>
                    <a:gd name="T4" fmla="*/ 6 w 10"/>
                    <a:gd name="T5" fmla="*/ 14 h 14"/>
                    <a:gd name="T6" fmla="*/ 6 w 10"/>
                    <a:gd name="T7" fmla="*/ 14 h 14"/>
                    <a:gd name="T8" fmla="*/ 6 w 10"/>
                    <a:gd name="T9" fmla="*/ 14 h 14"/>
                    <a:gd name="T10" fmla="*/ 6 w 10"/>
                    <a:gd name="T11" fmla="*/ 10 h 14"/>
                    <a:gd name="T12" fmla="*/ 6 w 10"/>
                    <a:gd name="T13" fmla="*/ 10 h 14"/>
                    <a:gd name="T14" fmla="*/ 4 w 10"/>
                    <a:gd name="T15" fmla="*/ 10 h 14"/>
                    <a:gd name="T16" fmla="*/ 4 w 10"/>
                    <a:gd name="T17" fmla="*/ 14 h 14"/>
                    <a:gd name="T18" fmla="*/ 4 w 10"/>
                    <a:gd name="T19" fmla="*/ 14 h 14"/>
                    <a:gd name="T20" fmla="*/ 4 w 10"/>
                    <a:gd name="T21" fmla="*/ 14 h 14"/>
                    <a:gd name="T22" fmla="*/ 0 w 10"/>
                    <a:gd name="T23" fmla="*/ 14 h 14"/>
                    <a:gd name="T24" fmla="*/ 0 w 10"/>
                    <a:gd name="T25" fmla="*/ 10 h 14"/>
                    <a:gd name="T26" fmla="*/ 0 w 10"/>
                    <a:gd name="T27" fmla="*/ 10 h 14"/>
                    <a:gd name="T28" fmla="*/ 0 w 10"/>
                    <a:gd name="T29" fmla="*/ 10 h 14"/>
                    <a:gd name="T30" fmla="*/ 0 w 10"/>
                    <a:gd name="T31" fmla="*/ 10 h 14"/>
                    <a:gd name="T32" fmla="*/ 0 w 10"/>
                    <a:gd name="T33" fmla="*/ 10 h 14"/>
                    <a:gd name="T34" fmla="*/ 0 w 10"/>
                    <a:gd name="T35" fmla="*/ 10 h 14"/>
                    <a:gd name="T36" fmla="*/ 0 w 10"/>
                    <a:gd name="T37" fmla="*/ 10 h 14"/>
                    <a:gd name="T38" fmla="*/ 0 w 10"/>
                    <a:gd name="T39" fmla="*/ 6 h 14"/>
                    <a:gd name="T40" fmla="*/ 0 w 10"/>
                    <a:gd name="T41" fmla="*/ 6 h 14"/>
                    <a:gd name="T42" fmla="*/ 0 w 10"/>
                    <a:gd name="T43" fmla="*/ 6 h 14"/>
                    <a:gd name="T44" fmla="*/ 0 w 10"/>
                    <a:gd name="T45" fmla="*/ 6 h 14"/>
                    <a:gd name="T46" fmla="*/ 0 w 10"/>
                    <a:gd name="T47" fmla="*/ 6 h 14"/>
                    <a:gd name="T48" fmla="*/ 0 w 10"/>
                    <a:gd name="T49" fmla="*/ 2 h 14"/>
                    <a:gd name="T50" fmla="*/ 0 w 10"/>
                    <a:gd name="T51" fmla="*/ 2 h 14"/>
                    <a:gd name="T52" fmla="*/ 0 w 10"/>
                    <a:gd name="T53" fmla="*/ 2 h 14"/>
                    <a:gd name="T54" fmla="*/ 0 w 10"/>
                    <a:gd name="T55" fmla="*/ 0 h 14"/>
                    <a:gd name="T56" fmla="*/ 0 w 10"/>
                    <a:gd name="T57" fmla="*/ 0 h 14"/>
                    <a:gd name="T58" fmla="*/ 4 w 10"/>
                    <a:gd name="T59" fmla="*/ 0 h 14"/>
                    <a:gd name="T60" fmla="*/ 4 w 10"/>
                    <a:gd name="T61" fmla="*/ 0 h 14"/>
                    <a:gd name="T62" fmla="*/ 4 w 10"/>
                    <a:gd name="T63" fmla="*/ 0 h 14"/>
                    <a:gd name="T64" fmla="*/ 4 w 10"/>
                    <a:gd name="T65" fmla="*/ 0 h 14"/>
                    <a:gd name="T66" fmla="*/ 4 w 10"/>
                    <a:gd name="T67" fmla="*/ 0 h 14"/>
                    <a:gd name="T68" fmla="*/ 4 w 10"/>
                    <a:gd name="T69" fmla="*/ 0 h 14"/>
                    <a:gd name="T70" fmla="*/ 4 w 10"/>
                    <a:gd name="T71" fmla="*/ 0 h 14"/>
                    <a:gd name="T72" fmla="*/ 4 w 10"/>
                    <a:gd name="T73" fmla="*/ 0 h 14"/>
                    <a:gd name="T74" fmla="*/ 4 w 10"/>
                    <a:gd name="T75" fmla="*/ 0 h 14"/>
                    <a:gd name="T76" fmla="*/ 4 w 10"/>
                    <a:gd name="T77" fmla="*/ 2 h 14"/>
                    <a:gd name="T78" fmla="*/ 4 w 10"/>
                    <a:gd name="T79" fmla="*/ 2 h 14"/>
                    <a:gd name="T80" fmla="*/ 4 w 10"/>
                    <a:gd name="T81" fmla="*/ 2 h 14"/>
                    <a:gd name="T82" fmla="*/ 6 w 10"/>
                    <a:gd name="T83" fmla="*/ 2 h 14"/>
                    <a:gd name="T84" fmla="*/ 6 w 10"/>
                    <a:gd name="T85" fmla="*/ 2 h 14"/>
                    <a:gd name="T86" fmla="*/ 6 w 10"/>
                    <a:gd name="T87" fmla="*/ 6 h 14"/>
                    <a:gd name="T88" fmla="*/ 6 w 10"/>
                    <a:gd name="T89" fmla="*/ 6 h 14"/>
                    <a:gd name="T90" fmla="*/ 6 w 10"/>
                    <a:gd name="T91" fmla="*/ 6 h 14"/>
                    <a:gd name="T92" fmla="*/ 6 w 10"/>
                    <a:gd name="T93" fmla="*/ 6 h 14"/>
                    <a:gd name="T94" fmla="*/ 10 w 10"/>
                    <a:gd name="T95" fmla="*/ 6 h 14"/>
                    <a:gd name="T96" fmla="*/ 10 w 10"/>
                    <a:gd name="T97" fmla="*/ 6 h 14"/>
                    <a:gd name="T98" fmla="*/ 10 w 10"/>
                    <a:gd name="T99" fmla="*/ 6 h 14"/>
                    <a:gd name="T100" fmla="*/ 10 w 10"/>
                    <a:gd name="T101" fmla="*/ 6 h 14"/>
                    <a:gd name="T102" fmla="*/ 6 w 10"/>
                    <a:gd name="T103" fmla="*/ 10 h 14"/>
                    <a:gd name="T104" fmla="*/ 6 w 10"/>
                    <a:gd name="T105" fmla="*/ 10 h 14"/>
                    <a:gd name="T106" fmla="*/ 6 w 10"/>
                    <a:gd name="T107" fmla="*/ 10 h 14"/>
                    <a:gd name="T108" fmla="*/ 6 w 10"/>
                    <a:gd name="T109" fmla="*/ 1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0" h="14">
                      <a:moveTo>
                        <a:pt x="6" y="10"/>
                      </a:moveTo>
                      <a:lnTo>
                        <a:pt x="6" y="14"/>
                      </a:lnTo>
                      <a:lnTo>
                        <a:pt x="6" y="14"/>
                      </a:lnTo>
                      <a:lnTo>
                        <a:pt x="6" y="14"/>
                      </a:lnTo>
                      <a:lnTo>
                        <a:pt x="6" y="14"/>
                      </a:lnTo>
                      <a:lnTo>
                        <a:pt x="6" y="10"/>
                      </a:lnTo>
                      <a:lnTo>
                        <a:pt x="6" y="10"/>
                      </a:lnTo>
                      <a:lnTo>
                        <a:pt x="4" y="10"/>
                      </a:lnTo>
                      <a:lnTo>
                        <a:pt x="4" y="14"/>
                      </a:lnTo>
                      <a:lnTo>
                        <a:pt x="4" y="14"/>
                      </a:lnTo>
                      <a:lnTo>
                        <a:pt x="4" y="14"/>
                      </a:lnTo>
                      <a:lnTo>
                        <a:pt x="0" y="14"/>
                      </a:lnTo>
                      <a:lnTo>
                        <a:pt x="0" y="10"/>
                      </a:lnTo>
                      <a:lnTo>
                        <a:pt x="0" y="10"/>
                      </a:lnTo>
                      <a:lnTo>
                        <a:pt x="0" y="10"/>
                      </a:lnTo>
                      <a:lnTo>
                        <a:pt x="0" y="10"/>
                      </a:lnTo>
                      <a:lnTo>
                        <a:pt x="0" y="10"/>
                      </a:lnTo>
                      <a:lnTo>
                        <a:pt x="0" y="10"/>
                      </a:lnTo>
                      <a:lnTo>
                        <a:pt x="0" y="10"/>
                      </a:lnTo>
                      <a:lnTo>
                        <a:pt x="0" y="6"/>
                      </a:lnTo>
                      <a:lnTo>
                        <a:pt x="0" y="6"/>
                      </a:lnTo>
                      <a:lnTo>
                        <a:pt x="0" y="6"/>
                      </a:lnTo>
                      <a:lnTo>
                        <a:pt x="0" y="6"/>
                      </a:lnTo>
                      <a:lnTo>
                        <a:pt x="0" y="6"/>
                      </a:lnTo>
                      <a:lnTo>
                        <a:pt x="0" y="2"/>
                      </a:lnTo>
                      <a:lnTo>
                        <a:pt x="0" y="2"/>
                      </a:lnTo>
                      <a:lnTo>
                        <a:pt x="0" y="2"/>
                      </a:lnTo>
                      <a:lnTo>
                        <a:pt x="0" y="0"/>
                      </a:lnTo>
                      <a:lnTo>
                        <a:pt x="0" y="0"/>
                      </a:lnTo>
                      <a:lnTo>
                        <a:pt x="4" y="0"/>
                      </a:lnTo>
                      <a:lnTo>
                        <a:pt x="4" y="0"/>
                      </a:lnTo>
                      <a:lnTo>
                        <a:pt x="4" y="0"/>
                      </a:lnTo>
                      <a:lnTo>
                        <a:pt x="4" y="0"/>
                      </a:lnTo>
                      <a:lnTo>
                        <a:pt x="4" y="0"/>
                      </a:lnTo>
                      <a:lnTo>
                        <a:pt x="4" y="0"/>
                      </a:lnTo>
                      <a:lnTo>
                        <a:pt x="4" y="0"/>
                      </a:lnTo>
                      <a:lnTo>
                        <a:pt x="4" y="0"/>
                      </a:lnTo>
                      <a:lnTo>
                        <a:pt x="4" y="0"/>
                      </a:lnTo>
                      <a:lnTo>
                        <a:pt x="4" y="2"/>
                      </a:lnTo>
                      <a:lnTo>
                        <a:pt x="4" y="2"/>
                      </a:lnTo>
                      <a:lnTo>
                        <a:pt x="4" y="2"/>
                      </a:lnTo>
                      <a:lnTo>
                        <a:pt x="6" y="2"/>
                      </a:lnTo>
                      <a:lnTo>
                        <a:pt x="6" y="2"/>
                      </a:lnTo>
                      <a:lnTo>
                        <a:pt x="6" y="6"/>
                      </a:lnTo>
                      <a:lnTo>
                        <a:pt x="6" y="6"/>
                      </a:lnTo>
                      <a:lnTo>
                        <a:pt x="6" y="6"/>
                      </a:lnTo>
                      <a:lnTo>
                        <a:pt x="6" y="6"/>
                      </a:lnTo>
                      <a:lnTo>
                        <a:pt x="10" y="6"/>
                      </a:lnTo>
                      <a:lnTo>
                        <a:pt x="10" y="6"/>
                      </a:lnTo>
                      <a:lnTo>
                        <a:pt x="10" y="6"/>
                      </a:lnTo>
                      <a:lnTo>
                        <a:pt x="10" y="6"/>
                      </a:lnTo>
                      <a:lnTo>
                        <a:pt x="6" y="10"/>
                      </a:lnTo>
                      <a:lnTo>
                        <a:pt x="6" y="10"/>
                      </a:lnTo>
                      <a:lnTo>
                        <a:pt x="6" y="10"/>
                      </a:lnTo>
                      <a:lnTo>
                        <a:pt x="6" y="10"/>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124" name="Freeform 113">
                  <a:extLst>
                    <a:ext uri="{FF2B5EF4-FFF2-40B4-BE49-F238E27FC236}">
                      <a16:creationId xmlns:a16="http://schemas.microsoft.com/office/drawing/2014/main" id="{C6D9A765-7C08-E59C-0A95-FEF9C377F7B0}"/>
                    </a:ext>
                  </a:extLst>
                </p:cNvPr>
                <p:cNvSpPr>
                  <a:spLocks/>
                </p:cNvSpPr>
                <p:nvPr/>
              </p:nvSpPr>
              <p:spPr bwMode="gray">
                <a:xfrm>
                  <a:off x="5304341" y="3197856"/>
                  <a:ext cx="59135" cy="52178"/>
                </a:xfrm>
                <a:custGeom>
                  <a:avLst/>
                  <a:gdLst>
                    <a:gd name="T0" fmla="*/ 0 w 34"/>
                    <a:gd name="T1" fmla="*/ 12 h 30"/>
                    <a:gd name="T2" fmla="*/ 4 w 34"/>
                    <a:gd name="T3" fmla="*/ 12 h 30"/>
                    <a:gd name="T4" fmla="*/ 4 w 34"/>
                    <a:gd name="T5" fmla="*/ 8 h 30"/>
                    <a:gd name="T6" fmla="*/ 4 w 34"/>
                    <a:gd name="T7" fmla="*/ 8 h 30"/>
                    <a:gd name="T8" fmla="*/ 4 w 34"/>
                    <a:gd name="T9" fmla="*/ 4 h 30"/>
                    <a:gd name="T10" fmla="*/ 8 w 34"/>
                    <a:gd name="T11" fmla="*/ 4 h 30"/>
                    <a:gd name="T12" fmla="*/ 12 w 34"/>
                    <a:gd name="T13" fmla="*/ 4 h 30"/>
                    <a:gd name="T14" fmla="*/ 12 w 34"/>
                    <a:gd name="T15" fmla="*/ 4 h 30"/>
                    <a:gd name="T16" fmla="*/ 16 w 34"/>
                    <a:gd name="T17" fmla="*/ 4 h 30"/>
                    <a:gd name="T18" fmla="*/ 16 w 34"/>
                    <a:gd name="T19" fmla="*/ 4 h 30"/>
                    <a:gd name="T20" fmla="*/ 20 w 34"/>
                    <a:gd name="T21" fmla="*/ 0 h 30"/>
                    <a:gd name="T22" fmla="*/ 22 w 34"/>
                    <a:gd name="T23" fmla="*/ 0 h 30"/>
                    <a:gd name="T24" fmla="*/ 22 w 34"/>
                    <a:gd name="T25" fmla="*/ 0 h 30"/>
                    <a:gd name="T26" fmla="*/ 26 w 34"/>
                    <a:gd name="T27" fmla="*/ 0 h 30"/>
                    <a:gd name="T28" fmla="*/ 26 w 34"/>
                    <a:gd name="T29" fmla="*/ 4 h 30"/>
                    <a:gd name="T30" fmla="*/ 30 w 34"/>
                    <a:gd name="T31" fmla="*/ 4 h 30"/>
                    <a:gd name="T32" fmla="*/ 34 w 34"/>
                    <a:gd name="T33" fmla="*/ 8 h 30"/>
                    <a:gd name="T34" fmla="*/ 34 w 34"/>
                    <a:gd name="T35" fmla="*/ 12 h 30"/>
                    <a:gd name="T36" fmla="*/ 34 w 34"/>
                    <a:gd name="T37" fmla="*/ 12 h 30"/>
                    <a:gd name="T38" fmla="*/ 34 w 34"/>
                    <a:gd name="T39" fmla="*/ 12 h 30"/>
                    <a:gd name="T40" fmla="*/ 34 w 34"/>
                    <a:gd name="T41" fmla="*/ 16 h 30"/>
                    <a:gd name="T42" fmla="*/ 34 w 34"/>
                    <a:gd name="T43" fmla="*/ 16 h 30"/>
                    <a:gd name="T44" fmla="*/ 34 w 34"/>
                    <a:gd name="T45" fmla="*/ 20 h 30"/>
                    <a:gd name="T46" fmla="*/ 34 w 34"/>
                    <a:gd name="T47" fmla="*/ 20 h 30"/>
                    <a:gd name="T48" fmla="*/ 34 w 34"/>
                    <a:gd name="T49" fmla="*/ 20 h 30"/>
                    <a:gd name="T50" fmla="*/ 30 w 34"/>
                    <a:gd name="T51" fmla="*/ 24 h 30"/>
                    <a:gd name="T52" fmla="*/ 30 w 34"/>
                    <a:gd name="T53" fmla="*/ 24 h 30"/>
                    <a:gd name="T54" fmla="*/ 30 w 34"/>
                    <a:gd name="T55" fmla="*/ 26 h 30"/>
                    <a:gd name="T56" fmla="*/ 26 w 34"/>
                    <a:gd name="T57" fmla="*/ 26 h 30"/>
                    <a:gd name="T58" fmla="*/ 26 w 34"/>
                    <a:gd name="T59" fmla="*/ 24 h 30"/>
                    <a:gd name="T60" fmla="*/ 22 w 34"/>
                    <a:gd name="T61" fmla="*/ 24 h 30"/>
                    <a:gd name="T62" fmla="*/ 20 w 34"/>
                    <a:gd name="T63" fmla="*/ 26 h 30"/>
                    <a:gd name="T64" fmla="*/ 20 w 34"/>
                    <a:gd name="T65" fmla="*/ 30 h 30"/>
                    <a:gd name="T66" fmla="*/ 16 w 34"/>
                    <a:gd name="T67" fmla="*/ 30 h 30"/>
                    <a:gd name="T68" fmla="*/ 16 w 34"/>
                    <a:gd name="T69" fmla="*/ 30 h 30"/>
                    <a:gd name="T70" fmla="*/ 12 w 34"/>
                    <a:gd name="T71" fmla="*/ 30 h 30"/>
                    <a:gd name="T72" fmla="*/ 12 w 34"/>
                    <a:gd name="T73" fmla="*/ 30 h 30"/>
                    <a:gd name="T74" fmla="*/ 8 w 34"/>
                    <a:gd name="T75" fmla="*/ 30 h 30"/>
                    <a:gd name="T76" fmla="*/ 8 w 34"/>
                    <a:gd name="T77" fmla="*/ 30 h 30"/>
                    <a:gd name="T78" fmla="*/ 4 w 34"/>
                    <a:gd name="T79" fmla="*/ 30 h 30"/>
                    <a:gd name="T80" fmla="*/ 4 w 34"/>
                    <a:gd name="T81" fmla="*/ 30 h 30"/>
                    <a:gd name="T82" fmla="*/ 4 w 34"/>
                    <a:gd name="T83" fmla="*/ 30 h 30"/>
                    <a:gd name="T84" fmla="*/ 0 w 34"/>
                    <a:gd name="T85" fmla="*/ 26 h 30"/>
                    <a:gd name="T86" fmla="*/ 0 w 34"/>
                    <a:gd name="T87" fmla="*/ 24 h 30"/>
                    <a:gd name="T88" fmla="*/ 0 w 34"/>
                    <a:gd name="T89" fmla="*/ 20 h 30"/>
                    <a:gd name="T90" fmla="*/ 0 w 34"/>
                    <a:gd name="T91" fmla="*/ 20 h 30"/>
                    <a:gd name="T92" fmla="*/ 0 w 34"/>
                    <a:gd name="T93" fmla="*/ 20 h 30"/>
                    <a:gd name="T94" fmla="*/ 0 w 34"/>
                    <a:gd name="T95" fmla="*/ 20 h 30"/>
                    <a:gd name="T96" fmla="*/ 0 w 34"/>
                    <a:gd name="T97" fmla="*/ 16 h 30"/>
                    <a:gd name="T98" fmla="*/ 0 w 34"/>
                    <a:gd name="T99" fmla="*/ 12 h 30"/>
                    <a:gd name="T100" fmla="*/ 0 w 34"/>
                    <a:gd name="T101" fmla="*/ 12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4" h="30">
                      <a:moveTo>
                        <a:pt x="0" y="12"/>
                      </a:moveTo>
                      <a:lnTo>
                        <a:pt x="0" y="12"/>
                      </a:lnTo>
                      <a:lnTo>
                        <a:pt x="0" y="12"/>
                      </a:lnTo>
                      <a:lnTo>
                        <a:pt x="4" y="12"/>
                      </a:lnTo>
                      <a:lnTo>
                        <a:pt x="4" y="12"/>
                      </a:lnTo>
                      <a:lnTo>
                        <a:pt x="4" y="8"/>
                      </a:lnTo>
                      <a:lnTo>
                        <a:pt x="4" y="8"/>
                      </a:lnTo>
                      <a:lnTo>
                        <a:pt x="4" y="8"/>
                      </a:lnTo>
                      <a:lnTo>
                        <a:pt x="4" y="8"/>
                      </a:lnTo>
                      <a:lnTo>
                        <a:pt x="4" y="4"/>
                      </a:lnTo>
                      <a:lnTo>
                        <a:pt x="8" y="4"/>
                      </a:lnTo>
                      <a:lnTo>
                        <a:pt x="8" y="4"/>
                      </a:lnTo>
                      <a:lnTo>
                        <a:pt x="12" y="4"/>
                      </a:lnTo>
                      <a:lnTo>
                        <a:pt x="12" y="4"/>
                      </a:lnTo>
                      <a:lnTo>
                        <a:pt x="12" y="4"/>
                      </a:lnTo>
                      <a:lnTo>
                        <a:pt x="12" y="4"/>
                      </a:lnTo>
                      <a:lnTo>
                        <a:pt x="16" y="4"/>
                      </a:lnTo>
                      <a:lnTo>
                        <a:pt x="16" y="4"/>
                      </a:lnTo>
                      <a:lnTo>
                        <a:pt x="16" y="4"/>
                      </a:lnTo>
                      <a:lnTo>
                        <a:pt x="16" y="4"/>
                      </a:lnTo>
                      <a:lnTo>
                        <a:pt x="20" y="4"/>
                      </a:lnTo>
                      <a:lnTo>
                        <a:pt x="20" y="0"/>
                      </a:lnTo>
                      <a:lnTo>
                        <a:pt x="20" y="0"/>
                      </a:lnTo>
                      <a:lnTo>
                        <a:pt x="22" y="0"/>
                      </a:lnTo>
                      <a:lnTo>
                        <a:pt x="22" y="0"/>
                      </a:lnTo>
                      <a:lnTo>
                        <a:pt x="22" y="0"/>
                      </a:lnTo>
                      <a:lnTo>
                        <a:pt x="22" y="0"/>
                      </a:lnTo>
                      <a:lnTo>
                        <a:pt x="26" y="0"/>
                      </a:lnTo>
                      <a:lnTo>
                        <a:pt x="26" y="0"/>
                      </a:lnTo>
                      <a:lnTo>
                        <a:pt x="26" y="4"/>
                      </a:lnTo>
                      <a:lnTo>
                        <a:pt x="26" y="4"/>
                      </a:lnTo>
                      <a:lnTo>
                        <a:pt x="30" y="4"/>
                      </a:lnTo>
                      <a:lnTo>
                        <a:pt x="30" y="8"/>
                      </a:lnTo>
                      <a:lnTo>
                        <a:pt x="34" y="8"/>
                      </a:lnTo>
                      <a:lnTo>
                        <a:pt x="34" y="8"/>
                      </a:lnTo>
                      <a:lnTo>
                        <a:pt x="34" y="12"/>
                      </a:lnTo>
                      <a:lnTo>
                        <a:pt x="34" y="12"/>
                      </a:lnTo>
                      <a:lnTo>
                        <a:pt x="34" y="12"/>
                      </a:lnTo>
                      <a:lnTo>
                        <a:pt x="34" y="12"/>
                      </a:lnTo>
                      <a:lnTo>
                        <a:pt x="34" y="12"/>
                      </a:lnTo>
                      <a:lnTo>
                        <a:pt x="34" y="16"/>
                      </a:lnTo>
                      <a:lnTo>
                        <a:pt x="34" y="16"/>
                      </a:lnTo>
                      <a:lnTo>
                        <a:pt x="34" y="16"/>
                      </a:lnTo>
                      <a:lnTo>
                        <a:pt x="34" y="16"/>
                      </a:lnTo>
                      <a:lnTo>
                        <a:pt x="34" y="20"/>
                      </a:lnTo>
                      <a:lnTo>
                        <a:pt x="34" y="20"/>
                      </a:lnTo>
                      <a:lnTo>
                        <a:pt x="34" y="20"/>
                      </a:lnTo>
                      <a:lnTo>
                        <a:pt x="34" y="20"/>
                      </a:lnTo>
                      <a:lnTo>
                        <a:pt x="34" y="20"/>
                      </a:lnTo>
                      <a:lnTo>
                        <a:pt x="34" y="20"/>
                      </a:lnTo>
                      <a:lnTo>
                        <a:pt x="30" y="24"/>
                      </a:lnTo>
                      <a:lnTo>
                        <a:pt x="30" y="24"/>
                      </a:lnTo>
                      <a:lnTo>
                        <a:pt x="30" y="24"/>
                      </a:lnTo>
                      <a:lnTo>
                        <a:pt x="30" y="24"/>
                      </a:lnTo>
                      <a:lnTo>
                        <a:pt x="30" y="24"/>
                      </a:lnTo>
                      <a:lnTo>
                        <a:pt x="30" y="26"/>
                      </a:lnTo>
                      <a:lnTo>
                        <a:pt x="26" y="26"/>
                      </a:lnTo>
                      <a:lnTo>
                        <a:pt x="26" y="26"/>
                      </a:lnTo>
                      <a:lnTo>
                        <a:pt x="26" y="26"/>
                      </a:lnTo>
                      <a:lnTo>
                        <a:pt x="26" y="24"/>
                      </a:lnTo>
                      <a:lnTo>
                        <a:pt x="22" y="24"/>
                      </a:lnTo>
                      <a:lnTo>
                        <a:pt x="22" y="24"/>
                      </a:lnTo>
                      <a:lnTo>
                        <a:pt x="20" y="26"/>
                      </a:lnTo>
                      <a:lnTo>
                        <a:pt x="20" y="26"/>
                      </a:lnTo>
                      <a:lnTo>
                        <a:pt x="20" y="26"/>
                      </a:lnTo>
                      <a:lnTo>
                        <a:pt x="20" y="30"/>
                      </a:lnTo>
                      <a:lnTo>
                        <a:pt x="16" y="30"/>
                      </a:lnTo>
                      <a:lnTo>
                        <a:pt x="16" y="30"/>
                      </a:lnTo>
                      <a:lnTo>
                        <a:pt x="16" y="30"/>
                      </a:lnTo>
                      <a:lnTo>
                        <a:pt x="16" y="30"/>
                      </a:lnTo>
                      <a:lnTo>
                        <a:pt x="12" y="30"/>
                      </a:lnTo>
                      <a:lnTo>
                        <a:pt x="12" y="30"/>
                      </a:lnTo>
                      <a:lnTo>
                        <a:pt x="12" y="30"/>
                      </a:lnTo>
                      <a:lnTo>
                        <a:pt x="12" y="30"/>
                      </a:lnTo>
                      <a:lnTo>
                        <a:pt x="8" y="30"/>
                      </a:lnTo>
                      <a:lnTo>
                        <a:pt x="8" y="30"/>
                      </a:lnTo>
                      <a:lnTo>
                        <a:pt x="8" y="30"/>
                      </a:lnTo>
                      <a:lnTo>
                        <a:pt x="8" y="30"/>
                      </a:lnTo>
                      <a:lnTo>
                        <a:pt x="8" y="30"/>
                      </a:lnTo>
                      <a:lnTo>
                        <a:pt x="4" y="30"/>
                      </a:lnTo>
                      <a:lnTo>
                        <a:pt x="4" y="30"/>
                      </a:lnTo>
                      <a:lnTo>
                        <a:pt x="4" y="30"/>
                      </a:lnTo>
                      <a:lnTo>
                        <a:pt x="4" y="30"/>
                      </a:lnTo>
                      <a:lnTo>
                        <a:pt x="4" y="30"/>
                      </a:lnTo>
                      <a:lnTo>
                        <a:pt x="0" y="26"/>
                      </a:lnTo>
                      <a:lnTo>
                        <a:pt x="0" y="26"/>
                      </a:lnTo>
                      <a:lnTo>
                        <a:pt x="0" y="24"/>
                      </a:lnTo>
                      <a:lnTo>
                        <a:pt x="0" y="24"/>
                      </a:lnTo>
                      <a:lnTo>
                        <a:pt x="0" y="24"/>
                      </a:lnTo>
                      <a:lnTo>
                        <a:pt x="0" y="20"/>
                      </a:lnTo>
                      <a:lnTo>
                        <a:pt x="0" y="20"/>
                      </a:lnTo>
                      <a:lnTo>
                        <a:pt x="0" y="20"/>
                      </a:lnTo>
                      <a:lnTo>
                        <a:pt x="0" y="20"/>
                      </a:lnTo>
                      <a:lnTo>
                        <a:pt x="0" y="20"/>
                      </a:lnTo>
                      <a:lnTo>
                        <a:pt x="0" y="20"/>
                      </a:lnTo>
                      <a:lnTo>
                        <a:pt x="0" y="20"/>
                      </a:lnTo>
                      <a:lnTo>
                        <a:pt x="0" y="16"/>
                      </a:lnTo>
                      <a:lnTo>
                        <a:pt x="0" y="16"/>
                      </a:lnTo>
                      <a:lnTo>
                        <a:pt x="0" y="12"/>
                      </a:lnTo>
                      <a:lnTo>
                        <a:pt x="0" y="12"/>
                      </a:lnTo>
                      <a:lnTo>
                        <a:pt x="0" y="12"/>
                      </a:lnTo>
                      <a:lnTo>
                        <a:pt x="0" y="12"/>
                      </a:lnTo>
                      <a:lnTo>
                        <a:pt x="0" y="12"/>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125" name="Freeform 114">
                  <a:extLst>
                    <a:ext uri="{FF2B5EF4-FFF2-40B4-BE49-F238E27FC236}">
                      <a16:creationId xmlns:a16="http://schemas.microsoft.com/office/drawing/2014/main" id="{8D66E11E-55C8-A8FD-7A76-143EC9608F82}"/>
                    </a:ext>
                  </a:extLst>
                </p:cNvPr>
                <p:cNvSpPr>
                  <a:spLocks/>
                </p:cNvSpPr>
                <p:nvPr/>
              </p:nvSpPr>
              <p:spPr bwMode="gray">
                <a:xfrm>
                  <a:off x="5453918" y="2985668"/>
                  <a:ext cx="83485" cy="111313"/>
                </a:xfrm>
                <a:custGeom>
                  <a:avLst/>
                  <a:gdLst>
                    <a:gd name="T0" fmla="*/ 22 w 48"/>
                    <a:gd name="T1" fmla="*/ 42 h 64"/>
                    <a:gd name="T2" fmla="*/ 22 w 48"/>
                    <a:gd name="T3" fmla="*/ 38 h 64"/>
                    <a:gd name="T4" fmla="*/ 22 w 48"/>
                    <a:gd name="T5" fmla="*/ 34 h 64"/>
                    <a:gd name="T6" fmla="*/ 20 w 48"/>
                    <a:gd name="T7" fmla="*/ 30 h 64"/>
                    <a:gd name="T8" fmla="*/ 16 w 48"/>
                    <a:gd name="T9" fmla="*/ 26 h 64"/>
                    <a:gd name="T10" fmla="*/ 16 w 48"/>
                    <a:gd name="T11" fmla="*/ 24 h 64"/>
                    <a:gd name="T12" fmla="*/ 12 w 48"/>
                    <a:gd name="T13" fmla="*/ 20 h 64"/>
                    <a:gd name="T14" fmla="*/ 8 w 48"/>
                    <a:gd name="T15" fmla="*/ 16 h 64"/>
                    <a:gd name="T16" fmla="*/ 4 w 48"/>
                    <a:gd name="T17" fmla="*/ 8 h 64"/>
                    <a:gd name="T18" fmla="*/ 0 w 48"/>
                    <a:gd name="T19" fmla="*/ 4 h 64"/>
                    <a:gd name="T20" fmla="*/ 4 w 48"/>
                    <a:gd name="T21" fmla="*/ 4 h 64"/>
                    <a:gd name="T22" fmla="*/ 16 w 48"/>
                    <a:gd name="T23" fmla="*/ 0 h 64"/>
                    <a:gd name="T24" fmla="*/ 20 w 48"/>
                    <a:gd name="T25" fmla="*/ 4 h 64"/>
                    <a:gd name="T26" fmla="*/ 20 w 48"/>
                    <a:gd name="T27" fmla="*/ 4 h 64"/>
                    <a:gd name="T28" fmla="*/ 22 w 48"/>
                    <a:gd name="T29" fmla="*/ 8 h 64"/>
                    <a:gd name="T30" fmla="*/ 26 w 48"/>
                    <a:gd name="T31" fmla="*/ 4 h 64"/>
                    <a:gd name="T32" fmla="*/ 26 w 48"/>
                    <a:gd name="T33" fmla="*/ 8 h 64"/>
                    <a:gd name="T34" fmla="*/ 30 w 48"/>
                    <a:gd name="T35" fmla="*/ 8 h 64"/>
                    <a:gd name="T36" fmla="*/ 34 w 48"/>
                    <a:gd name="T37" fmla="*/ 12 h 64"/>
                    <a:gd name="T38" fmla="*/ 34 w 48"/>
                    <a:gd name="T39" fmla="*/ 12 h 64"/>
                    <a:gd name="T40" fmla="*/ 34 w 48"/>
                    <a:gd name="T41" fmla="*/ 12 h 64"/>
                    <a:gd name="T42" fmla="*/ 36 w 48"/>
                    <a:gd name="T43" fmla="*/ 20 h 64"/>
                    <a:gd name="T44" fmla="*/ 36 w 48"/>
                    <a:gd name="T45" fmla="*/ 24 h 64"/>
                    <a:gd name="T46" fmla="*/ 36 w 48"/>
                    <a:gd name="T47" fmla="*/ 24 h 64"/>
                    <a:gd name="T48" fmla="*/ 40 w 48"/>
                    <a:gd name="T49" fmla="*/ 26 h 64"/>
                    <a:gd name="T50" fmla="*/ 40 w 48"/>
                    <a:gd name="T51" fmla="*/ 26 h 64"/>
                    <a:gd name="T52" fmla="*/ 40 w 48"/>
                    <a:gd name="T53" fmla="*/ 34 h 64"/>
                    <a:gd name="T54" fmla="*/ 48 w 48"/>
                    <a:gd name="T55" fmla="*/ 38 h 64"/>
                    <a:gd name="T56" fmla="*/ 48 w 48"/>
                    <a:gd name="T57" fmla="*/ 42 h 64"/>
                    <a:gd name="T58" fmla="*/ 48 w 48"/>
                    <a:gd name="T59" fmla="*/ 42 h 64"/>
                    <a:gd name="T60" fmla="*/ 48 w 48"/>
                    <a:gd name="T61" fmla="*/ 46 h 64"/>
                    <a:gd name="T62" fmla="*/ 44 w 48"/>
                    <a:gd name="T63" fmla="*/ 46 h 64"/>
                    <a:gd name="T64" fmla="*/ 40 w 48"/>
                    <a:gd name="T65" fmla="*/ 46 h 64"/>
                    <a:gd name="T66" fmla="*/ 36 w 48"/>
                    <a:gd name="T67" fmla="*/ 42 h 64"/>
                    <a:gd name="T68" fmla="*/ 36 w 48"/>
                    <a:gd name="T69" fmla="*/ 46 h 64"/>
                    <a:gd name="T70" fmla="*/ 36 w 48"/>
                    <a:gd name="T71" fmla="*/ 42 h 64"/>
                    <a:gd name="T72" fmla="*/ 34 w 48"/>
                    <a:gd name="T73" fmla="*/ 42 h 64"/>
                    <a:gd name="T74" fmla="*/ 34 w 48"/>
                    <a:gd name="T75" fmla="*/ 50 h 64"/>
                    <a:gd name="T76" fmla="*/ 30 w 48"/>
                    <a:gd name="T77" fmla="*/ 54 h 64"/>
                    <a:gd name="T78" fmla="*/ 30 w 48"/>
                    <a:gd name="T79" fmla="*/ 54 h 64"/>
                    <a:gd name="T80" fmla="*/ 26 w 48"/>
                    <a:gd name="T81" fmla="*/ 56 h 64"/>
                    <a:gd name="T82" fmla="*/ 26 w 48"/>
                    <a:gd name="T83" fmla="*/ 60 h 64"/>
                    <a:gd name="T84" fmla="*/ 22 w 48"/>
                    <a:gd name="T85" fmla="*/ 60 h 64"/>
                    <a:gd name="T86" fmla="*/ 22 w 48"/>
                    <a:gd name="T87" fmla="*/ 60 h 64"/>
                    <a:gd name="T88" fmla="*/ 22 w 48"/>
                    <a:gd name="T89" fmla="*/ 64 h 64"/>
                    <a:gd name="T90" fmla="*/ 22 w 48"/>
                    <a:gd name="T91" fmla="*/ 56 h 64"/>
                    <a:gd name="T92" fmla="*/ 22 w 48"/>
                    <a:gd name="T93" fmla="*/ 54 h 64"/>
                    <a:gd name="T94" fmla="*/ 22 w 48"/>
                    <a:gd name="T95" fmla="*/ 5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8" h="64">
                      <a:moveTo>
                        <a:pt x="22" y="50"/>
                      </a:moveTo>
                      <a:lnTo>
                        <a:pt x="22" y="50"/>
                      </a:lnTo>
                      <a:lnTo>
                        <a:pt x="22" y="46"/>
                      </a:lnTo>
                      <a:lnTo>
                        <a:pt x="22" y="42"/>
                      </a:lnTo>
                      <a:lnTo>
                        <a:pt x="22" y="38"/>
                      </a:lnTo>
                      <a:lnTo>
                        <a:pt x="22" y="38"/>
                      </a:lnTo>
                      <a:lnTo>
                        <a:pt x="22" y="38"/>
                      </a:lnTo>
                      <a:lnTo>
                        <a:pt x="22" y="38"/>
                      </a:lnTo>
                      <a:lnTo>
                        <a:pt x="22" y="34"/>
                      </a:lnTo>
                      <a:lnTo>
                        <a:pt x="22" y="34"/>
                      </a:lnTo>
                      <a:lnTo>
                        <a:pt x="22" y="34"/>
                      </a:lnTo>
                      <a:lnTo>
                        <a:pt x="22" y="34"/>
                      </a:lnTo>
                      <a:lnTo>
                        <a:pt x="22" y="30"/>
                      </a:lnTo>
                      <a:lnTo>
                        <a:pt x="20" y="30"/>
                      </a:lnTo>
                      <a:lnTo>
                        <a:pt x="20" y="30"/>
                      </a:lnTo>
                      <a:lnTo>
                        <a:pt x="20" y="30"/>
                      </a:lnTo>
                      <a:lnTo>
                        <a:pt x="20" y="30"/>
                      </a:lnTo>
                      <a:lnTo>
                        <a:pt x="16" y="26"/>
                      </a:lnTo>
                      <a:lnTo>
                        <a:pt x="16" y="26"/>
                      </a:lnTo>
                      <a:lnTo>
                        <a:pt x="16" y="26"/>
                      </a:lnTo>
                      <a:lnTo>
                        <a:pt x="16" y="26"/>
                      </a:lnTo>
                      <a:lnTo>
                        <a:pt x="16" y="26"/>
                      </a:lnTo>
                      <a:lnTo>
                        <a:pt x="16" y="26"/>
                      </a:lnTo>
                      <a:lnTo>
                        <a:pt x="16" y="24"/>
                      </a:lnTo>
                      <a:lnTo>
                        <a:pt x="12" y="24"/>
                      </a:lnTo>
                      <a:lnTo>
                        <a:pt x="12" y="20"/>
                      </a:lnTo>
                      <a:lnTo>
                        <a:pt x="12" y="20"/>
                      </a:lnTo>
                      <a:lnTo>
                        <a:pt x="12" y="20"/>
                      </a:lnTo>
                      <a:lnTo>
                        <a:pt x="12" y="20"/>
                      </a:lnTo>
                      <a:lnTo>
                        <a:pt x="12" y="16"/>
                      </a:lnTo>
                      <a:lnTo>
                        <a:pt x="8" y="16"/>
                      </a:lnTo>
                      <a:lnTo>
                        <a:pt x="8" y="16"/>
                      </a:lnTo>
                      <a:lnTo>
                        <a:pt x="8" y="12"/>
                      </a:lnTo>
                      <a:lnTo>
                        <a:pt x="8" y="12"/>
                      </a:lnTo>
                      <a:lnTo>
                        <a:pt x="4" y="8"/>
                      </a:lnTo>
                      <a:lnTo>
                        <a:pt x="4" y="8"/>
                      </a:lnTo>
                      <a:lnTo>
                        <a:pt x="4" y="4"/>
                      </a:lnTo>
                      <a:lnTo>
                        <a:pt x="0" y="4"/>
                      </a:lnTo>
                      <a:lnTo>
                        <a:pt x="0" y="4"/>
                      </a:lnTo>
                      <a:lnTo>
                        <a:pt x="0" y="4"/>
                      </a:lnTo>
                      <a:lnTo>
                        <a:pt x="0" y="4"/>
                      </a:lnTo>
                      <a:lnTo>
                        <a:pt x="0" y="4"/>
                      </a:lnTo>
                      <a:lnTo>
                        <a:pt x="4" y="4"/>
                      </a:lnTo>
                      <a:lnTo>
                        <a:pt x="4" y="4"/>
                      </a:lnTo>
                      <a:lnTo>
                        <a:pt x="8" y="4"/>
                      </a:lnTo>
                      <a:lnTo>
                        <a:pt x="12" y="0"/>
                      </a:lnTo>
                      <a:lnTo>
                        <a:pt x="12" y="0"/>
                      </a:lnTo>
                      <a:lnTo>
                        <a:pt x="16" y="0"/>
                      </a:lnTo>
                      <a:lnTo>
                        <a:pt x="16" y="0"/>
                      </a:lnTo>
                      <a:lnTo>
                        <a:pt x="20" y="4"/>
                      </a:lnTo>
                      <a:lnTo>
                        <a:pt x="20" y="4"/>
                      </a:lnTo>
                      <a:lnTo>
                        <a:pt x="20" y="4"/>
                      </a:lnTo>
                      <a:lnTo>
                        <a:pt x="20" y="4"/>
                      </a:lnTo>
                      <a:lnTo>
                        <a:pt x="20" y="4"/>
                      </a:lnTo>
                      <a:lnTo>
                        <a:pt x="20" y="4"/>
                      </a:lnTo>
                      <a:lnTo>
                        <a:pt x="20" y="4"/>
                      </a:lnTo>
                      <a:lnTo>
                        <a:pt x="22" y="4"/>
                      </a:lnTo>
                      <a:lnTo>
                        <a:pt x="22" y="4"/>
                      </a:lnTo>
                      <a:lnTo>
                        <a:pt x="22" y="4"/>
                      </a:lnTo>
                      <a:lnTo>
                        <a:pt x="22" y="8"/>
                      </a:lnTo>
                      <a:lnTo>
                        <a:pt x="22" y="8"/>
                      </a:lnTo>
                      <a:lnTo>
                        <a:pt x="22" y="8"/>
                      </a:lnTo>
                      <a:lnTo>
                        <a:pt x="22" y="4"/>
                      </a:lnTo>
                      <a:lnTo>
                        <a:pt x="26" y="4"/>
                      </a:lnTo>
                      <a:lnTo>
                        <a:pt x="26" y="8"/>
                      </a:lnTo>
                      <a:lnTo>
                        <a:pt x="26" y="8"/>
                      </a:lnTo>
                      <a:lnTo>
                        <a:pt x="26" y="8"/>
                      </a:lnTo>
                      <a:lnTo>
                        <a:pt x="26" y="8"/>
                      </a:lnTo>
                      <a:lnTo>
                        <a:pt x="26" y="8"/>
                      </a:lnTo>
                      <a:lnTo>
                        <a:pt x="26" y="8"/>
                      </a:lnTo>
                      <a:lnTo>
                        <a:pt x="30" y="8"/>
                      </a:lnTo>
                      <a:lnTo>
                        <a:pt x="30" y="8"/>
                      </a:lnTo>
                      <a:lnTo>
                        <a:pt x="30" y="8"/>
                      </a:lnTo>
                      <a:lnTo>
                        <a:pt x="30" y="8"/>
                      </a:lnTo>
                      <a:lnTo>
                        <a:pt x="34" y="12"/>
                      </a:lnTo>
                      <a:lnTo>
                        <a:pt x="34" y="12"/>
                      </a:lnTo>
                      <a:lnTo>
                        <a:pt x="34" y="12"/>
                      </a:lnTo>
                      <a:lnTo>
                        <a:pt x="34" y="12"/>
                      </a:lnTo>
                      <a:lnTo>
                        <a:pt x="34" y="12"/>
                      </a:lnTo>
                      <a:lnTo>
                        <a:pt x="34" y="12"/>
                      </a:lnTo>
                      <a:lnTo>
                        <a:pt x="34" y="12"/>
                      </a:lnTo>
                      <a:lnTo>
                        <a:pt x="34" y="12"/>
                      </a:lnTo>
                      <a:lnTo>
                        <a:pt x="34" y="12"/>
                      </a:lnTo>
                      <a:lnTo>
                        <a:pt x="34" y="12"/>
                      </a:lnTo>
                      <a:lnTo>
                        <a:pt x="36" y="12"/>
                      </a:lnTo>
                      <a:lnTo>
                        <a:pt x="36" y="12"/>
                      </a:lnTo>
                      <a:lnTo>
                        <a:pt x="36" y="16"/>
                      </a:lnTo>
                      <a:lnTo>
                        <a:pt x="36" y="20"/>
                      </a:lnTo>
                      <a:lnTo>
                        <a:pt x="36" y="20"/>
                      </a:lnTo>
                      <a:lnTo>
                        <a:pt x="36" y="20"/>
                      </a:lnTo>
                      <a:lnTo>
                        <a:pt x="36" y="20"/>
                      </a:lnTo>
                      <a:lnTo>
                        <a:pt x="36" y="24"/>
                      </a:lnTo>
                      <a:lnTo>
                        <a:pt x="36" y="24"/>
                      </a:lnTo>
                      <a:lnTo>
                        <a:pt x="36" y="24"/>
                      </a:lnTo>
                      <a:lnTo>
                        <a:pt x="36" y="24"/>
                      </a:lnTo>
                      <a:lnTo>
                        <a:pt x="36" y="24"/>
                      </a:lnTo>
                      <a:lnTo>
                        <a:pt x="40" y="24"/>
                      </a:lnTo>
                      <a:lnTo>
                        <a:pt x="36" y="24"/>
                      </a:lnTo>
                      <a:lnTo>
                        <a:pt x="40" y="26"/>
                      </a:lnTo>
                      <a:lnTo>
                        <a:pt x="40" y="26"/>
                      </a:lnTo>
                      <a:lnTo>
                        <a:pt x="40" y="24"/>
                      </a:lnTo>
                      <a:lnTo>
                        <a:pt x="40" y="24"/>
                      </a:lnTo>
                      <a:lnTo>
                        <a:pt x="40" y="24"/>
                      </a:lnTo>
                      <a:lnTo>
                        <a:pt x="40" y="26"/>
                      </a:lnTo>
                      <a:lnTo>
                        <a:pt x="40" y="26"/>
                      </a:lnTo>
                      <a:lnTo>
                        <a:pt x="40" y="26"/>
                      </a:lnTo>
                      <a:lnTo>
                        <a:pt x="40" y="30"/>
                      </a:lnTo>
                      <a:lnTo>
                        <a:pt x="40" y="34"/>
                      </a:lnTo>
                      <a:lnTo>
                        <a:pt x="44" y="34"/>
                      </a:lnTo>
                      <a:lnTo>
                        <a:pt x="44" y="34"/>
                      </a:lnTo>
                      <a:lnTo>
                        <a:pt x="48" y="34"/>
                      </a:lnTo>
                      <a:lnTo>
                        <a:pt x="48" y="38"/>
                      </a:lnTo>
                      <a:lnTo>
                        <a:pt x="48" y="42"/>
                      </a:lnTo>
                      <a:lnTo>
                        <a:pt x="48" y="42"/>
                      </a:lnTo>
                      <a:lnTo>
                        <a:pt x="44" y="42"/>
                      </a:lnTo>
                      <a:lnTo>
                        <a:pt x="48" y="42"/>
                      </a:lnTo>
                      <a:lnTo>
                        <a:pt x="48" y="42"/>
                      </a:lnTo>
                      <a:lnTo>
                        <a:pt x="48" y="42"/>
                      </a:lnTo>
                      <a:lnTo>
                        <a:pt x="48" y="42"/>
                      </a:lnTo>
                      <a:lnTo>
                        <a:pt x="48" y="42"/>
                      </a:lnTo>
                      <a:lnTo>
                        <a:pt x="48" y="42"/>
                      </a:lnTo>
                      <a:lnTo>
                        <a:pt x="48" y="42"/>
                      </a:lnTo>
                      <a:lnTo>
                        <a:pt x="48" y="46"/>
                      </a:lnTo>
                      <a:lnTo>
                        <a:pt x="48" y="46"/>
                      </a:lnTo>
                      <a:lnTo>
                        <a:pt x="48" y="46"/>
                      </a:lnTo>
                      <a:lnTo>
                        <a:pt x="48" y="46"/>
                      </a:lnTo>
                      <a:lnTo>
                        <a:pt x="48" y="46"/>
                      </a:lnTo>
                      <a:lnTo>
                        <a:pt x="44" y="46"/>
                      </a:lnTo>
                      <a:lnTo>
                        <a:pt x="44" y="46"/>
                      </a:lnTo>
                      <a:lnTo>
                        <a:pt x="44" y="42"/>
                      </a:lnTo>
                      <a:lnTo>
                        <a:pt x="44" y="46"/>
                      </a:lnTo>
                      <a:lnTo>
                        <a:pt x="40" y="46"/>
                      </a:lnTo>
                      <a:lnTo>
                        <a:pt x="40" y="46"/>
                      </a:lnTo>
                      <a:lnTo>
                        <a:pt x="40" y="42"/>
                      </a:lnTo>
                      <a:lnTo>
                        <a:pt x="40" y="42"/>
                      </a:lnTo>
                      <a:lnTo>
                        <a:pt x="36" y="42"/>
                      </a:lnTo>
                      <a:lnTo>
                        <a:pt x="36" y="42"/>
                      </a:lnTo>
                      <a:lnTo>
                        <a:pt x="36" y="42"/>
                      </a:lnTo>
                      <a:lnTo>
                        <a:pt x="36" y="46"/>
                      </a:lnTo>
                      <a:lnTo>
                        <a:pt x="36" y="46"/>
                      </a:lnTo>
                      <a:lnTo>
                        <a:pt x="36" y="46"/>
                      </a:lnTo>
                      <a:lnTo>
                        <a:pt x="36" y="42"/>
                      </a:lnTo>
                      <a:lnTo>
                        <a:pt x="36" y="42"/>
                      </a:lnTo>
                      <a:lnTo>
                        <a:pt x="36" y="42"/>
                      </a:lnTo>
                      <a:lnTo>
                        <a:pt x="36" y="42"/>
                      </a:lnTo>
                      <a:lnTo>
                        <a:pt x="36" y="42"/>
                      </a:lnTo>
                      <a:lnTo>
                        <a:pt x="34" y="42"/>
                      </a:lnTo>
                      <a:lnTo>
                        <a:pt x="34" y="42"/>
                      </a:lnTo>
                      <a:lnTo>
                        <a:pt x="34" y="42"/>
                      </a:lnTo>
                      <a:lnTo>
                        <a:pt x="34" y="42"/>
                      </a:lnTo>
                      <a:lnTo>
                        <a:pt x="34" y="46"/>
                      </a:lnTo>
                      <a:lnTo>
                        <a:pt x="34" y="50"/>
                      </a:lnTo>
                      <a:lnTo>
                        <a:pt x="34" y="50"/>
                      </a:lnTo>
                      <a:lnTo>
                        <a:pt x="34" y="54"/>
                      </a:lnTo>
                      <a:lnTo>
                        <a:pt x="34" y="54"/>
                      </a:lnTo>
                      <a:lnTo>
                        <a:pt x="30" y="54"/>
                      </a:lnTo>
                      <a:lnTo>
                        <a:pt x="30" y="54"/>
                      </a:lnTo>
                      <a:lnTo>
                        <a:pt x="30" y="54"/>
                      </a:lnTo>
                      <a:lnTo>
                        <a:pt x="30" y="54"/>
                      </a:lnTo>
                      <a:lnTo>
                        <a:pt x="30" y="54"/>
                      </a:lnTo>
                      <a:lnTo>
                        <a:pt x="30" y="56"/>
                      </a:lnTo>
                      <a:lnTo>
                        <a:pt x="30" y="56"/>
                      </a:lnTo>
                      <a:lnTo>
                        <a:pt x="26" y="56"/>
                      </a:lnTo>
                      <a:lnTo>
                        <a:pt x="26" y="56"/>
                      </a:lnTo>
                      <a:lnTo>
                        <a:pt x="26" y="60"/>
                      </a:lnTo>
                      <a:lnTo>
                        <a:pt x="26" y="60"/>
                      </a:lnTo>
                      <a:lnTo>
                        <a:pt x="26" y="60"/>
                      </a:lnTo>
                      <a:lnTo>
                        <a:pt x="26" y="60"/>
                      </a:lnTo>
                      <a:lnTo>
                        <a:pt x="26" y="60"/>
                      </a:lnTo>
                      <a:lnTo>
                        <a:pt x="26" y="60"/>
                      </a:lnTo>
                      <a:lnTo>
                        <a:pt x="26" y="60"/>
                      </a:lnTo>
                      <a:lnTo>
                        <a:pt x="22" y="60"/>
                      </a:lnTo>
                      <a:lnTo>
                        <a:pt x="22" y="60"/>
                      </a:lnTo>
                      <a:lnTo>
                        <a:pt x="22" y="60"/>
                      </a:lnTo>
                      <a:lnTo>
                        <a:pt x="22" y="60"/>
                      </a:lnTo>
                      <a:lnTo>
                        <a:pt x="22" y="60"/>
                      </a:lnTo>
                      <a:lnTo>
                        <a:pt x="22" y="64"/>
                      </a:lnTo>
                      <a:lnTo>
                        <a:pt x="22" y="64"/>
                      </a:lnTo>
                      <a:lnTo>
                        <a:pt x="22" y="64"/>
                      </a:lnTo>
                      <a:lnTo>
                        <a:pt x="22" y="64"/>
                      </a:lnTo>
                      <a:lnTo>
                        <a:pt x="22" y="60"/>
                      </a:lnTo>
                      <a:lnTo>
                        <a:pt x="22" y="60"/>
                      </a:lnTo>
                      <a:lnTo>
                        <a:pt x="22" y="60"/>
                      </a:lnTo>
                      <a:lnTo>
                        <a:pt x="22" y="56"/>
                      </a:lnTo>
                      <a:lnTo>
                        <a:pt x="22" y="56"/>
                      </a:lnTo>
                      <a:lnTo>
                        <a:pt x="22" y="54"/>
                      </a:lnTo>
                      <a:lnTo>
                        <a:pt x="22" y="54"/>
                      </a:lnTo>
                      <a:lnTo>
                        <a:pt x="22" y="54"/>
                      </a:lnTo>
                      <a:lnTo>
                        <a:pt x="22" y="50"/>
                      </a:lnTo>
                      <a:lnTo>
                        <a:pt x="22" y="50"/>
                      </a:lnTo>
                      <a:lnTo>
                        <a:pt x="22" y="50"/>
                      </a:lnTo>
                      <a:lnTo>
                        <a:pt x="22" y="50"/>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126" name="Freeform 115">
                  <a:extLst>
                    <a:ext uri="{FF2B5EF4-FFF2-40B4-BE49-F238E27FC236}">
                      <a16:creationId xmlns:a16="http://schemas.microsoft.com/office/drawing/2014/main" id="{49F3A49F-4C32-81A9-9FB4-BC22BA7DB5EF}"/>
                    </a:ext>
                  </a:extLst>
                </p:cNvPr>
                <p:cNvSpPr>
                  <a:spLocks noEditPoints="1"/>
                </p:cNvSpPr>
                <p:nvPr/>
              </p:nvSpPr>
              <p:spPr bwMode="gray">
                <a:xfrm>
                  <a:off x="4883438" y="2804783"/>
                  <a:ext cx="90442" cy="104356"/>
                </a:xfrm>
                <a:custGeom>
                  <a:avLst/>
                  <a:gdLst>
                    <a:gd name="T0" fmla="*/ 30 w 52"/>
                    <a:gd name="T1" fmla="*/ 26 h 60"/>
                    <a:gd name="T2" fmla="*/ 34 w 52"/>
                    <a:gd name="T3" fmla="*/ 22 h 60"/>
                    <a:gd name="T4" fmla="*/ 34 w 52"/>
                    <a:gd name="T5" fmla="*/ 16 h 60"/>
                    <a:gd name="T6" fmla="*/ 26 w 52"/>
                    <a:gd name="T7" fmla="*/ 8 h 60"/>
                    <a:gd name="T8" fmla="*/ 26 w 52"/>
                    <a:gd name="T9" fmla="*/ 16 h 60"/>
                    <a:gd name="T10" fmla="*/ 22 w 52"/>
                    <a:gd name="T11" fmla="*/ 18 h 60"/>
                    <a:gd name="T12" fmla="*/ 22 w 52"/>
                    <a:gd name="T13" fmla="*/ 22 h 60"/>
                    <a:gd name="T14" fmla="*/ 20 w 52"/>
                    <a:gd name="T15" fmla="*/ 18 h 60"/>
                    <a:gd name="T16" fmla="*/ 22 w 52"/>
                    <a:gd name="T17" fmla="*/ 12 h 60"/>
                    <a:gd name="T18" fmla="*/ 26 w 52"/>
                    <a:gd name="T19" fmla="*/ 8 h 60"/>
                    <a:gd name="T20" fmla="*/ 38 w 52"/>
                    <a:gd name="T21" fmla="*/ 0 h 60"/>
                    <a:gd name="T22" fmla="*/ 48 w 52"/>
                    <a:gd name="T23" fmla="*/ 0 h 60"/>
                    <a:gd name="T24" fmla="*/ 52 w 52"/>
                    <a:gd name="T25" fmla="*/ 12 h 60"/>
                    <a:gd name="T26" fmla="*/ 52 w 52"/>
                    <a:gd name="T27" fmla="*/ 18 h 60"/>
                    <a:gd name="T28" fmla="*/ 44 w 52"/>
                    <a:gd name="T29" fmla="*/ 18 h 60"/>
                    <a:gd name="T30" fmla="*/ 52 w 52"/>
                    <a:gd name="T31" fmla="*/ 26 h 60"/>
                    <a:gd name="T32" fmla="*/ 48 w 52"/>
                    <a:gd name="T33" fmla="*/ 30 h 60"/>
                    <a:gd name="T34" fmla="*/ 44 w 52"/>
                    <a:gd name="T35" fmla="*/ 34 h 60"/>
                    <a:gd name="T36" fmla="*/ 38 w 52"/>
                    <a:gd name="T37" fmla="*/ 42 h 60"/>
                    <a:gd name="T38" fmla="*/ 38 w 52"/>
                    <a:gd name="T39" fmla="*/ 48 h 60"/>
                    <a:gd name="T40" fmla="*/ 38 w 52"/>
                    <a:gd name="T41" fmla="*/ 56 h 60"/>
                    <a:gd name="T42" fmla="*/ 34 w 52"/>
                    <a:gd name="T43" fmla="*/ 56 h 60"/>
                    <a:gd name="T44" fmla="*/ 30 w 52"/>
                    <a:gd name="T45" fmla="*/ 56 h 60"/>
                    <a:gd name="T46" fmla="*/ 30 w 52"/>
                    <a:gd name="T47" fmla="*/ 48 h 60"/>
                    <a:gd name="T48" fmla="*/ 26 w 52"/>
                    <a:gd name="T49" fmla="*/ 44 h 60"/>
                    <a:gd name="T50" fmla="*/ 20 w 52"/>
                    <a:gd name="T51" fmla="*/ 44 h 60"/>
                    <a:gd name="T52" fmla="*/ 16 w 52"/>
                    <a:gd name="T53" fmla="*/ 44 h 60"/>
                    <a:gd name="T54" fmla="*/ 16 w 52"/>
                    <a:gd name="T55" fmla="*/ 44 h 60"/>
                    <a:gd name="T56" fmla="*/ 4 w 52"/>
                    <a:gd name="T57" fmla="*/ 44 h 60"/>
                    <a:gd name="T58" fmla="*/ 8 w 52"/>
                    <a:gd name="T59" fmla="*/ 42 h 60"/>
                    <a:gd name="T60" fmla="*/ 8 w 52"/>
                    <a:gd name="T61" fmla="*/ 42 h 60"/>
                    <a:gd name="T62" fmla="*/ 12 w 52"/>
                    <a:gd name="T63" fmla="*/ 42 h 60"/>
                    <a:gd name="T64" fmla="*/ 12 w 52"/>
                    <a:gd name="T65" fmla="*/ 42 h 60"/>
                    <a:gd name="T66" fmla="*/ 12 w 52"/>
                    <a:gd name="T67" fmla="*/ 38 h 60"/>
                    <a:gd name="T68" fmla="*/ 8 w 52"/>
                    <a:gd name="T69" fmla="*/ 38 h 60"/>
                    <a:gd name="T70" fmla="*/ 12 w 52"/>
                    <a:gd name="T71" fmla="*/ 34 h 60"/>
                    <a:gd name="T72" fmla="*/ 16 w 52"/>
                    <a:gd name="T73" fmla="*/ 22 h 60"/>
                    <a:gd name="T74" fmla="*/ 22 w 52"/>
                    <a:gd name="T75" fmla="*/ 26 h 60"/>
                    <a:gd name="T76" fmla="*/ 22 w 52"/>
                    <a:gd name="T77" fmla="*/ 18 h 60"/>
                    <a:gd name="T78" fmla="*/ 26 w 52"/>
                    <a:gd name="T79" fmla="*/ 18 h 60"/>
                    <a:gd name="T80" fmla="*/ 30 w 52"/>
                    <a:gd name="T81" fmla="*/ 22 h 60"/>
                    <a:gd name="T82" fmla="*/ 22 w 52"/>
                    <a:gd name="T83" fmla="*/ 22 h 60"/>
                    <a:gd name="T84" fmla="*/ 30 w 52"/>
                    <a:gd name="T85" fmla="*/ 26 h 60"/>
                    <a:gd name="T86" fmla="*/ 26 w 52"/>
                    <a:gd name="T87" fmla="*/ 26 h 60"/>
                    <a:gd name="T88" fmla="*/ 30 w 52"/>
                    <a:gd name="T89" fmla="*/ 22 h 60"/>
                    <a:gd name="T90" fmla="*/ 34 w 52"/>
                    <a:gd name="T91" fmla="*/ 22 h 60"/>
                    <a:gd name="T92" fmla="*/ 8 w 52"/>
                    <a:gd name="T93" fmla="*/ 38 h 60"/>
                    <a:gd name="T94" fmla="*/ 8 w 52"/>
                    <a:gd name="T95" fmla="*/ 42 h 60"/>
                    <a:gd name="T96" fmla="*/ 8 w 52"/>
                    <a:gd name="T97" fmla="*/ 38 h 60"/>
                    <a:gd name="T98" fmla="*/ 8 w 52"/>
                    <a:gd name="T99" fmla="*/ 44 h 60"/>
                    <a:gd name="T100" fmla="*/ 8 w 52"/>
                    <a:gd name="T101" fmla="*/ 48 h 60"/>
                    <a:gd name="T102" fmla="*/ 0 w 52"/>
                    <a:gd name="T103" fmla="*/ 48 h 60"/>
                    <a:gd name="T104" fmla="*/ 26 w 52"/>
                    <a:gd name="T105" fmla="*/ 4 h 60"/>
                    <a:gd name="T106" fmla="*/ 26 w 52"/>
                    <a:gd name="T107" fmla="*/ 4 h 60"/>
                    <a:gd name="T108" fmla="*/ 20 w 52"/>
                    <a:gd name="T109" fmla="*/ 12 h 60"/>
                    <a:gd name="T110" fmla="*/ 22 w 52"/>
                    <a:gd name="T111" fmla="*/ 8 h 60"/>
                    <a:gd name="T112" fmla="*/ 20 w 52"/>
                    <a:gd name="T113" fmla="*/ 1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2" h="60">
                      <a:moveTo>
                        <a:pt x="26" y="26"/>
                      </a:moveTo>
                      <a:lnTo>
                        <a:pt x="26" y="26"/>
                      </a:lnTo>
                      <a:lnTo>
                        <a:pt x="26" y="26"/>
                      </a:lnTo>
                      <a:lnTo>
                        <a:pt x="30" y="26"/>
                      </a:lnTo>
                      <a:lnTo>
                        <a:pt x="30" y="26"/>
                      </a:lnTo>
                      <a:lnTo>
                        <a:pt x="30" y="26"/>
                      </a:lnTo>
                      <a:lnTo>
                        <a:pt x="30" y="26"/>
                      </a:lnTo>
                      <a:lnTo>
                        <a:pt x="30" y="26"/>
                      </a:lnTo>
                      <a:lnTo>
                        <a:pt x="30" y="26"/>
                      </a:lnTo>
                      <a:lnTo>
                        <a:pt x="30" y="22"/>
                      </a:lnTo>
                      <a:lnTo>
                        <a:pt x="34" y="22"/>
                      </a:lnTo>
                      <a:lnTo>
                        <a:pt x="34" y="22"/>
                      </a:lnTo>
                      <a:lnTo>
                        <a:pt x="34" y="22"/>
                      </a:lnTo>
                      <a:lnTo>
                        <a:pt x="34" y="22"/>
                      </a:lnTo>
                      <a:lnTo>
                        <a:pt x="34" y="22"/>
                      </a:lnTo>
                      <a:lnTo>
                        <a:pt x="34" y="22"/>
                      </a:lnTo>
                      <a:lnTo>
                        <a:pt x="34" y="22"/>
                      </a:lnTo>
                      <a:lnTo>
                        <a:pt x="34" y="22"/>
                      </a:lnTo>
                      <a:lnTo>
                        <a:pt x="34" y="18"/>
                      </a:lnTo>
                      <a:lnTo>
                        <a:pt x="34" y="18"/>
                      </a:lnTo>
                      <a:lnTo>
                        <a:pt x="34" y="18"/>
                      </a:lnTo>
                      <a:lnTo>
                        <a:pt x="34" y="18"/>
                      </a:lnTo>
                      <a:lnTo>
                        <a:pt x="30" y="18"/>
                      </a:lnTo>
                      <a:lnTo>
                        <a:pt x="30" y="16"/>
                      </a:lnTo>
                      <a:lnTo>
                        <a:pt x="30" y="16"/>
                      </a:lnTo>
                      <a:lnTo>
                        <a:pt x="34" y="16"/>
                      </a:lnTo>
                      <a:lnTo>
                        <a:pt x="34" y="16"/>
                      </a:lnTo>
                      <a:lnTo>
                        <a:pt x="34" y="16"/>
                      </a:lnTo>
                      <a:lnTo>
                        <a:pt x="30" y="16"/>
                      </a:lnTo>
                      <a:lnTo>
                        <a:pt x="30" y="16"/>
                      </a:lnTo>
                      <a:lnTo>
                        <a:pt x="30" y="16"/>
                      </a:lnTo>
                      <a:lnTo>
                        <a:pt x="26" y="12"/>
                      </a:lnTo>
                      <a:lnTo>
                        <a:pt x="30" y="12"/>
                      </a:lnTo>
                      <a:lnTo>
                        <a:pt x="30" y="12"/>
                      </a:lnTo>
                      <a:lnTo>
                        <a:pt x="30" y="12"/>
                      </a:lnTo>
                      <a:lnTo>
                        <a:pt x="26" y="8"/>
                      </a:lnTo>
                      <a:lnTo>
                        <a:pt x="26" y="8"/>
                      </a:lnTo>
                      <a:lnTo>
                        <a:pt x="26" y="8"/>
                      </a:lnTo>
                      <a:lnTo>
                        <a:pt x="26" y="12"/>
                      </a:lnTo>
                      <a:lnTo>
                        <a:pt x="26" y="12"/>
                      </a:lnTo>
                      <a:lnTo>
                        <a:pt x="22" y="12"/>
                      </a:lnTo>
                      <a:lnTo>
                        <a:pt x="22" y="12"/>
                      </a:lnTo>
                      <a:lnTo>
                        <a:pt x="22" y="16"/>
                      </a:lnTo>
                      <a:lnTo>
                        <a:pt x="26" y="16"/>
                      </a:lnTo>
                      <a:lnTo>
                        <a:pt x="26" y="16"/>
                      </a:lnTo>
                      <a:lnTo>
                        <a:pt x="26" y="16"/>
                      </a:lnTo>
                      <a:lnTo>
                        <a:pt x="26" y="16"/>
                      </a:lnTo>
                      <a:lnTo>
                        <a:pt x="26" y="18"/>
                      </a:lnTo>
                      <a:lnTo>
                        <a:pt x="26" y="18"/>
                      </a:lnTo>
                      <a:lnTo>
                        <a:pt x="26" y="18"/>
                      </a:lnTo>
                      <a:lnTo>
                        <a:pt x="26" y="18"/>
                      </a:lnTo>
                      <a:lnTo>
                        <a:pt x="26" y="18"/>
                      </a:lnTo>
                      <a:lnTo>
                        <a:pt x="22" y="18"/>
                      </a:lnTo>
                      <a:lnTo>
                        <a:pt x="22" y="18"/>
                      </a:lnTo>
                      <a:lnTo>
                        <a:pt x="22" y="18"/>
                      </a:lnTo>
                      <a:lnTo>
                        <a:pt x="22" y="18"/>
                      </a:lnTo>
                      <a:lnTo>
                        <a:pt x="22" y="18"/>
                      </a:lnTo>
                      <a:lnTo>
                        <a:pt x="22" y="22"/>
                      </a:lnTo>
                      <a:lnTo>
                        <a:pt x="22" y="22"/>
                      </a:lnTo>
                      <a:lnTo>
                        <a:pt x="22" y="22"/>
                      </a:lnTo>
                      <a:lnTo>
                        <a:pt x="22" y="22"/>
                      </a:lnTo>
                      <a:lnTo>
                        <a:pt x="22" y="22"/>
                      </a:lnTo>
                      <a:lnTo>
                        <a:pt x="22" y="22"/>
                      </a:lnTo>
                      <a:lnTo>
                        <a:pt x="22" y="22"/>
                      </a:lnTo>
                      <a:lnTo>
                        <a:pt x="20" y="22"/>
                      </a:lnTo>
                      <a:lnTo>
                        <a:pt x="20" y="22"/>
                      </a:lnTo>
                      <a:lnTo>
                        <a:pt x="20" y="22"/>
                      </a:lnTo>
                      <a:lnTo>
                        <a:pt x="16" y="22"/>
                      </a:lnTo>
                      <a:lnTo>
                        <a:pt x="16" y="22"/>
                      </a:lnTo>
                      <a:lnTo>
                        <a:pt x="20" y="18"/>
                      </a:lnTo>
                      <a:lnTo>
                        <a:pt x="20" y="18"/>
                      </a:lnTo>
                      <a:lnTo>
                        <a:pt x="20" y="18"/>
                      </a:lnTo>
                      <a:lnTo>
                        <a:pt x="20" y="16"/>
                      </a:lnTo>
                      <a:lnTo>
                        <a:pt x="20" y="12"/>
                      </a:lnTo>
                      <a:lnTo>
                        <a:pt x="20" y="12"/>
                      </a:lnTo>
                      <a:lnTo>
                        <a:pt x="20" y="12"/>
                      </a:lnTo>
                      <a:lnTo>
                        <a:pt x="20" y="12"/>
                      </a:lnTo>
                      <a:lnTo>
                        <a:pt x="20" y="12"/>
                      </a:lnTo>
                      <a:lnTo>
                        <a:pt x="20" y="12"/>
                      </a:lnTo>
                      <a:lnTo>
                        <a:pt x="22" y="12"/>
                      </a:lnTo>
                      <a:lnTo>
                        <a:pt x="22" y="12"/>
                      </a:lnTo>
                      <a:lnTo>
                        <a:pt x="22" y="12"/>
                      </a:lnTo>
                      <a:lnTo>
                        <a:pt x="26" y="12"/>
                      </a:lnTo>
                      <a:lnTo>
                        <a:pt x="26" y="12"/>
                      </a:lnTo>
                      <a:lnTo>
                        <a:pt x="26" y="12"/>
                      </a:lnTo>
                      <a:lnTo>
                        <a:pt x="26" y="12"/>
                      </a:lnTo>
                      <a:lnTo>
                        <a:pt x="26" y="8"/>
                      </a:lnTo>
                      <a:lnTo>
                        <a:pt x="26" y="8"/>
                      </a:lnTo>
                      <a:lnTo>
                        <a:pt x="26" y="8"/>
                      </a:lnTo>
                      <a:lnTo>
                        <a:pt x="26" y="8"/>
                      </a:lnTo>
                      <a:lnTo>
                        <a:pt x="30" y="8"/>
                      </a:lnTo>
                      <a:lnTo>
                        <a:pt x="30" y="8"/>
                      </a:lnTo>
                      <a:lnTo>
                        <a:pt x="30" y="8"/>
                      </a:lnTo>
                      <a:lnTo>
                        <a:pt x="30" y="8"/>
                      </a:lnTo>
                      <a:lnTo>
                        <a:pt x="30" y="4"/>
                      </a:lnTo>
                      <a:lnTo>
                        <a:pt x="30" y="4"/>
                      </a:lnTo>
                      <a:lnTo>
                        <a:pt x="30" y="4"/>
                      </a:lnTo>
                      <a:lnTo>
                        <a:pt x="34" y="4"/>
                      </a:lnTo>
                      <a:lnTo>
                        <a:pt x="38" y="0"/>
                      </a:lnTo>
                      <a:lnTo>
                        <a:pt x="38" y="0"/>
                      </a:lnTo>
                      <a:lnTo>
                        <a:pt x="38" y="0"/>
                      </a:lnTo>
                      <a:lnTo>
                        <a:pt x="38" y="0"/>
                      </a:lnTo>
                      <a:lnTo>
                        <a:pt x="42" y="0"/>
                      </a:lnTo>
                      <a:lnTo>
                        <a:pt x="42" y="0"/>
                      </a:lnTo>
                      <a:lnTo>
                        <a:pt x="42" y="0"/>
                      </a:lnTo>
                      <a:lnTo>
                        <a:pt x="44" y="0"/>
                      </a:lnTo>
                      <a:lnTo>
                        <a:pt x="48" y="0"/>
                      </a:lnTo>
                      <a:lnTo>
                        <a:pt x="48" y="0"/>
                      </a:lnTo>
                      <a:lnTo>
                        <a:pt x="48" y="0"/>
                      </a:lnTo>
                      <a:lnTo>
                        <a:pt x="48" y="0"/>
                      </a:lnTo>
                      <a:lnTo>
                        <a:pt x="48" y="4"/>
                      </a:lnTo>
                      <a:lnTo>
                        <a:pt x="48" y="4"/>
                      </a:lnTo>
                      <a:lnTo>
                        <a:pt x="52" y="4"/>
                      </a:lnTo>
                      <a:lnTo>
                        <a:pt x="52" y="4"/>
                      </a:lnTo>
                      <a:lnTo>
                        <a:pt x="52" y="4"/>
                      </a:lnTo>
                      <a:lnTo>
                        <a:pt x="52" y="8"/>
                      </a:lnTo>
                      <a:lnTo>
                        <a:pt x="52" y="12"/>
                      </a:lnTo>
                      <a:lnTo>
                        <a:pt x="52" y="12"/>
                      </a:lnTo>
                      <a:lnTo>
                        <a:pt x="52" y="12"/>
                      </a:lnTo>
                      <a:lnTo>
                        <a:pt x="52" y="12"/>
                      </a:lnTo>
                      <a:lnTo>
                        <a:pt x="52" y="16"/>
                      </a:lnTo>
                      <a:lnTo>
                        <a:pt x="52" y="16"/>
                      </a:lnTo>
                      <a:lnTo>
                        <a:pt x="52" y="16"/>
                      </a:lnTo>
                      <a:lnTo>
                        <a:pt x="52" y="16"/>
                      </a:lnTo>
                      <a:lnTo>
                        <a:pt x="52" y="16"/>
                      </a:lnTo>
                      <a:lnTo>
                        <a:pt x="52" y="18"/>
                      </a:lnTo>
                      <a:lnTo>
                        <a:pt x="52" y="18"/>
                      </a:lnTo>
                      <a:lnTo>
                        <a:pt x="48" y="18"/>
                      </a:lnTo>
                      <a:lnTo>
                        <a:pt x="48" y="18"/>
                      </a:lnTo>
                      <a:lnTo>
                        <a:pt x="48" y="18"/>
                      </a:lnTo>
                      <a:lnTo>
                        <a:pt x="48" y="18"/>
                      </a:lnTo>
                      <a:lnTo>
                        <a:pt x="48" y="18"/>
                      </a:lnTo>
                      <a:lnTo>
                        <a:pt x="48" y="18"/>
                      </a:lnTo>
                      <a:lnTo>
                        <a:pt x="48" y="18"/>
                      </a:lnTo>
                      <a:lnTo>
                        <a:pt x="44" y="18"/>
                      </a:lnTo>
                      <a:lnTo>
                        <a:pt x="44" y="22"/>
                      </a:lnTo>
                      <a:lnTo>
                        <a:pt x="48" y="22"/>
                      </a:lnTo>
                      <a:lnTo>
                        <a:pt x="48" y="22"/>
                      </a:lnTo>
                      <a:lnTo>
                        <a:pt x="52" y="22"/>
                      </a:lnTo>
                      <a:lnTo>
                        <a:pt x="52" y="22"/>
                      </a:lnTo>
                      <a:lnTo>
                        <a:pt x="52" y="22"/>
                      </a:lnTo>
                      <a:lnTo>
                        <a:pt x="52" y="26"/>
                      </a:lnTo>
                      <a:lnTo>
                        <a:pt x="52" y="26"/>
                      </a:lnTo>
                      <a:lnTo>
                        <a:pt x="52" y="26"/>
                      </a:lnTo>
                      <a:lnTo>
                        <a:pt x="52" y="26"/>
                      </a:lnTo>
                      <a:lnTo>
                        <a:pt x="52" y="26"/>
                      </a:lnTo>
                      <a:lnTo>
                        <a:pt x="48" y="26"/>
                      </a:lnTo>
                      <a:lnTo>
                        <a:pt x="48" y="30"/>
                      </a:lnTo>
                      <a:lnTo>
                        <a:pt x="48" y="30"/>
                      </a:lnTo>
                      <a:lnTo>
                        <a:pt x="48" y="30"/>
                      </a:lnTo>
                      <a:lnTo>
                        <a:pt x="48" y="30"/>
                      </a:lnTo>
                      <a:lnTo>
                        <a:pt x="48" y="30"/>
                      </a:lnTo>
                      <a:lnTo>
                        <a:pt x="48" y="30"/>
                      </a:lnTo>
                      <a:lnTo>
                        <a:pt x="48" y="30"/>
                      </a:lnTo>
                      <a:lnTo>
                        <a:pt x="48" y="34"/>
                      </a:lnTo>
                      <a:lnTo>
                        <a:pt x="48" y="34"/>
                      </a:lnTo>
                      <a:lnTo>
                        <a:pt x="48" y="34"/>
                      </a:lnTo>
                      <a:lnTo>
                        <a:pt x="48" y="34"/>
                      </a:lnTo>
                      <a:lnTo>
                        <a:pt x="44" y="34"/>
                      </a:lnTo>
                      <a:lnTo>
                        <a:pt x="44" y="34"/>
                      </a:lnTo>
                      <a:lnTo>
                        <a:pt x="44" y="34"/>
                      </a:lnTo>
                      <a:lnTo>
                        <a:pt x="44" y="34"/>
                      </a:lnTo>
                      <a:lnTo>
                        <a:pt x="42" y="34"/>
                      </a:lnTo>
                      <a:lnTo>
                        <a:pt x="38" y="34"/>
                      </a:lnTo>
                      <a:lnTo>
                        <a:pt x="38" y="34"/>
                      </a:lnTo>
                      <a:lnTo>
                        <a:pt x="38" y="34"/>
                      </a:lnTo>
                      <a:lnTo>
                        <a:pt x="38" y="38"/>
                      </a:lnTo>
                      <a:lnTo>
                        <a:pt x="38" y="38"/>
                      </a:lnTo>
                      <a:lnTo>
                        <a:pt x="38" y="38"/>
                      </a:lnTo>
                      <a:lnTo>
                        <a:pt x="38" y="38"/>
                      </a:lnTo>
                      <a:lnTo>
                        <a:pt x="38" y="42"/>
                      </a:lnTo>
                      <a:lnTo>
                        <a:pt x="38" y="42"/>
                      </a:lnTo>
                      <a:lnTo>
                        <a:pt x="38" y="42"/>
                      </a:lnTo>
                      <a:lnTo>
                        <a:pt x="42" y="42"/>
                      </a:lnTo>
                      <a:lnTo>
                        <a:pt x="42" y="42"/>
                      </a:lnTo>
                      <a:lnTo>
                        <a:pt x="42" y="44"/>
                      </a:lnTo>
                      <a:lnTo>
                        <a:pt x="38" y="44"/>
                      </a:lnTo>
                      <a:lnTo>
                        <a:pt x="38" y="48"/>
                      </a:lnTo>
                      <a:lnTo>
                        <a:pt x="38" y="48"/>
                      </a:lnTo>
                      <a:lnTo>
                        <a:pt x="38" y="48"/>
                      </a:lnTo>
                      <a:lnTo>
                        <a:pt x="38" y="48"/>
                      </a:lnTo>
                      <a:lnTo>
                        <a:pt x="38" y="52"/>
                      </a:lnTo>
                      <a:lnTo>
                        <a:pt x="34" y="52"/>
                      </a:lnTo>
                      <a:lnTo>
                        <a:pt x="34" y="52"/>
                      </a:lnTo>
                      <a:lnTo>
                        <a:pt x="34" y="52"/>
                      </a:lnTo>
                      <a:lnTo>
                        <a:pt x="34" y="52"/>
                      </a:lnTo>
                      <a:lnTo>
                        <a:pt x="38" y="52"/>
                      </a:lnTo>
                      <a:lnTo>
                        <a:pt x="38" y="52"/>
                      </a:lnTo>
                      <a:lnTo>
                        <a:pt x="38" y="56"/>
                      </a:lnTo>
                      <a:lnTo>
                        <a:pt x="38" y="56"/>
                      </a:lnTo>
                      <a:lnTo>
                        <a:pt x="38" y="56"/>
                      </a:lnTo>
                      <a:lnTo>
                        <a:pt x="38" y="56"/>
                      </a:lnTo>
                      <a:lnTo>
                        <a:pt x="38" y="56"/>
                      </a:lnTo>
                      <a:lnTo>
                        <a:pt x="38" y="56"/>
                      </a:lnTo>
                      <a:lnTo>
                        <a:pt x="34" y="56"/>
                      </a:lnTo>
                      <a:lnTo>
                        <a:pt x="34" y="60"/>
                      </a:lnTo>
                      <a:lnTo>
                        <a:pt x="34" y="56"/>
                      </a:lnTo>
                      <a:lnTo>
                        <a:pt x="34" y="56"/>
                      </a:lnTo>
                      <a:lnTo>
                        <a:pt x="34" y="56"/>
                      </a:lnTo>
                      <a:lnTo>
                        <a:pt x="34" y="56"/>
                      </a:lnTo>
                      <a:lnTo>
                        <a:pt x="34" y="56"/>
                      </a:lnTo>
                      <a:lnTo>
                        <a:pt x="34" y="56"/>
                      </a:lnTo>
                      <a:lnTo>
                        <a:pt x="34" y="56"/>
                      </a:lnTo>
                      <a:lnTo>
                        <a:pt x="34" y="56"/>
                      </a:lnTo>
                      <a:lnTo>
                        <a:pt x="34" y="56"/>
                      </a:lnTo>
                      <a:lnTo>
                        <a:pt x="30" y="56"/>
                      </a:lnTo>
                      <a:lnTo>
                        <a:pt x="30" y="56"/>
                      </a:lnTo>
                      <a:lnTo>
                        <a:pt x="30" y="56"/>
                      </a:lnTo>
                      <a:lnTo>
                        <a:pt x="34" y="52"/>
                      </a:lnTo>
                      <a:lnTo>
                        <a:pt x="34" y="52"/>
                      </a:lnTo>
                      <a:lnTo>
                        <a:pt x="34" y="52"/>
                      </a:lnTo>
                      <a:lnTo>
                        <a:pt x="34" y="48"/>
                      </a:lnTo>
                      <a:lnTo>
                        <a:pt x="34" y="48"/>
                      </a:lnTo>
                      <a:lnTo>
                        <a:pt x="34" y="48"/>
                      </a:lnTo>
                      <a:lnTo>
                        <a:pt x="30" y="48"/>
                      </a:lnTo>
                      <a:lnTo>
                        <a:pt x="30" y="48"/>
                      </a:lnTo>
                      <a:lnTo>
                        <a:pt x="30" y="48"/>
                      </a:lnTo>
                      <a:lnTo>
                        <a:pt x="30" y="44"/>
                      </a:lnTo>
                      <a:lnTo>
                        <a:pt x="30" y="48"/>
                      </a:lnTo>
                      <a:lnTo>
                        <a:pt x="30" y="48"/>
                      </a:lnTo>
                      <a:lnTo>
                        <a:pt x="26" y="48"/>
                      </a:lnTo>
                      <a:lnTo>
                        <a:pt x="26" y="48"/>
                      </a:lnTo>
                      <a:lnTo>
                        <a:pt x="26" y="44"/>
                      </a:lnTo>
                      <a:lnTo>
                        <a:pt x="26" y="44"/>
                      </a:lnTo>
                      <a:lnTo>
                        <a:pt x="26" y="44"/>
                      </a:lnTo>
                      <a:lnTo>
                        <a:pt x="26" y="44"/>
                      </a:lnTo>
                      <a:lnTo>
                        <a:pt x="22" y="44"/>
                      </a:lnTo>
                      <a:lnTo>
                        <a:pt x="22" y="44"/>
                      </a:lnTo>
                      <a:lnTo>
                        <a:pt x="22" y="42"/>
                      </a:lnTo>
                      <a:lnTo>
                        <a:pt x="22" y="42"/>
                      </a:lnTo>
                      <a:lnTo>
                        <a:pt x="22" y="42"/>
                      </a:lnTo>
                      <a:lnTo>
                        <a:pt x="22" y="44"/>
                      </a:lnTo>
                      <a:lnTo>
                        <a:pt x="22" y="44"/>
                      </a:lnTo>
                      <a:lnTo>
                        <a:pt x="20" y="44"/>
                      </a:lnTo>
                      <a:lnTo>
                        <a:pt x="20" y="44"/>
                      </a:lnTo>
                      <a:lnTo>
                        <a:pt x="20" y="42"/>
                      </a:lnTo>
                      <a:lnTo>
                        <a:pt x="20" y="42"/>
                      </a:lnTo>
                      <a:lnTo>
                        <a:pt x="20" y="42"/>
                      </a:lnTo>
                      <a:lnTo>
                        <a:pt x="20" y="42"/>
                      </a:lnTo>
                      <a:lnTo>
                        <a:pt x="20" y="42"/>
                      </a:lnTo>
                      <a:lnTo>
                        <a:pt x="20" y="44"/>
                      </a:lnTo>
                      <a:lnTo>
                        <a:pt x="20" y="44"/>
                      </a:lnTo>
                      <a:lnTo>
                        <a:pt x="16" y="44"/>
                      </a:lnTo>
                      <a:lnTo>
                        <a:pt x="16" y="44"/>
                      </a:lnTo>
                      <a:lnTo>
                        <a:pt x="16" y="42"/>
                      </a:lnTo>
                      <a:lnTo>
                        <a:pt x="16" y="42"/>
                      </a:lnTo>
                      <a:lnTo>
                        <a:pt x="16" y="44"/>
                      </a:lnTo>
                      <a:lnTo>
                        <a:pt x="16" y="44"/>
                      </a:lnTo>
                      <a:lnTo>
                        <a:pt x="16" y="44"/>
                      </a:lnTo>
                      <a:lnTo>
                        <a:pt x="16" y="44"/>
                      </a:lnTo>
                      <a:lnTo>
                        <a:pt x="16" y="44"/>
                      </a:lnTo>
                      <a:lnTo>
                        <a:pt x="16" y="44"/>
                      </a:lnTo>
                      <a:lnTo>
                        <a:pt x="16" y="44"/>
                      </a:lnTo>
                      <a:lnTo>
                        <a:pt x="12" y="44"/>
                      </a:lnTo>
                      <a:lnTo>
                        <a:pt x="12" y="44"/>
                      </a:lnTo>
                      <a:lnTo>
                        <a:pt x="12" y="44"/>
                      </a:lnTo>
                      <a:lnTo>
                        <a:pt x="8" y="44"/>
                      </a:lnTo>
                      <a:lnTo>
                        <a:pt x="8" y="44"/>
                      </a:lnTo>
                      <a:lnTo>
                        <a:pt x="8" y="44"/>
                      </a:lnTo>
                      <a:lnTo>
                        <a:pt x="8" y="44"/>
                      </a:lnTo>
                      <a:lnTo>
                        <a:pt x="4" y="44"/>
                      </a:lnTo>
                      <a:lnTo>
                        <a:pt x="0" y="44"/>
                      </a:lnTo>
                      <a:lnTo>
                        <a:pt x="0" y="42"/>
                      </a:lnTo>
                      <a:lnTo>
                        <a:pt x="0" y="42"/>
                      </a:lnTo>
                      <a:lnTo>
                        <a:pt x="0" y="42"/>
                      </a:lnTo>
                      <a:lnTo>
                        <a:pt x="0" y="42"/>
                      </a:lnTo>
                      <a:lnTo>
                        <a:pt x="4" y="42"/>
                      </a:lnTo>
                      <a:lnTo>
                        <a:pt x="4" y="42"/>
                      </a:lnTo>
                      <a:lnTo>
                        <a:pt x="8" y="42"/>
                      </a:lnTo>
                      <a:lnTo>
                        <a:pt x="8" y="42"/>
                      </a:lnTo>
                      <a:lnTo>
                        <a:pt x="8" y="42"/>
                      </a:lnTo>
                      <a:lnTo>
                        <a:pt x="8" y="42"/>
                      </a:lnTo>
                      <a:lnTo>
                        <a:pt x="8" y="42"/>
                      </a:lnTo>
                      <a:lnTo>
                        <a:pt x="8" y="42"/>
                      </a:lnTo>
                      <a:lnTo>
                        <a:pt x="8" y="42"/>
                      </a:lnTo>
                      <a:lnTo>
                        <a:pt x="8" y="42"/>
                      </a:lnTo>
                      <a:lnTo>
                        <a:pt x="8" y="42"/>
                      </a:lnTo>
                      <a:lnTo>
                        <a:pt x="8" y="42"/>
                      </a:lnTo>
                      <a:lnTo>
                        <a:pt x="8" y="42"/>
                      </a:lnTo>
                      <a:lnTo>
                        <a:pt x="8" y="42"/>
                      </a:lnTo>
                      <a:lnTo>
                        <a:pt x="8" y="42"/>
                      </a:lnTo>
                      <a:lnTo>
                        <a:pt x="12" y="44"/>
                      </a:lnTo>
                      <a:lnTo>
                        <a:pt x="12" y="44"/>
                      </a:lnTo>
                      <a:lnTo>
                        <a:pt x="12" y="44"/>
                      </a:lnTo>
                      <a:lnTo>
                        <a:pt x="12" y="44"/>
                      </a:lnTo>
                      <a:lnTo>
                        <a:pt x="12" y="44"/>
                      </a:lnTo>
                      <a:lnTo>
                        <a:pt x="12" y="44"/>
                      </a:lnTo>
                      <a:lnTo>
                        <a:pt x="12" y="42"/>
                      </a:lnTo>
                      <a:lnTo>
                        <a:pt x="12" y="42"/>
                      </a:lnTo>
                      <a:lnTo>
                        <a:pt x="12" y="42"/>
                      </a:lnTo>
                      <a:lnTo>
                        <a:pt x="12" y="42"/>
                      </a:lnTo>
                      <a:lnTo>
                        <a:pt x="12" y="42"/>
                      </a:lnTo>
                      <a:lnTo>
                        <a:pt x="8" y="42"/>
                      </a:lnTo>
                      <a:lnTo>
                        <a:pt x="8" y="42"/>
                      </a:lnTo>
                      <a:lnTo>
                        <a:pt x="8" y="42"/>
                      </a:lnTo>
                      <a:lnTo>
                        <a:pt x="8" y="42"/>
                      </a:lnTo>
                      <a:lnTo>
                        <a:pt x="12" y="42"/>
                      </a:lnTo>
                      <a:lnTo>
                        <a:pt x="12" y="42"/>
                      </a:lnTo>
                      <a:lnTo>
                        <a:pt x="12" y="42"/>
                      </a:lnTo>
                      <a:lnTo>
                        <a:pt x="12" y="42"/>
                      </a:lnTo>
                      <a:lnTo>
                        <a:pt x="12" y="42"/>
                      </a:lnTo>
                      <a:lnTo>
                        <a:pt x="12" y="42"/>
                      </a:lnTo>
                      <a:lnTo>
                        <a:pt x="12" y="42"/>
                      </a:lnTo>
                      <a:lnTo>
                        <a:pt x="12" y="42"/>
                      </a:lnTo>
                      <a:lnTo>
                        <a:pt x="12" y="38"/>
                      </a:lnTo>
                      <a:lnTo>
                        <a:pt x="12" y="38"/>
                      </a:lnTo>
                      <a:lnTo>
                        <a:pt x="12" y="38"/>
                      </a:lnTo>
                      <a:lnTo>
                        <a:pt x="12" y="38"/>
                      </a:lnTo>
                      <a:lnTo>
                        <a:pt x="12" y="38"/>
                      </a:lnTo>
                      <a:lnTo>
                        <a:pt x="12" y="38"/>
                      </a:lnTo>
                      <a:lnTo>
                        <a:pt x="12" y="38"/>
                      </a:lnTo>
                      <a:lnTo>
                        <a:pt x="8" y="38"/>
                      </a:lnTo>
                      <a:lnTo>
                        <a:pt x="8" y="38"/>
                      </a:lnTo>
                      <a:lnTo>
                        <a:pt x="8" y="38"/>
                      </a:lnTo>
                      <a:lnTo>
                        <a:pt x="8" y="38"/>
                      </a:lnTo>
                      <a:lnTo>
                        <a:pt x="8" y="38"/>
                      </a:lnTo>
                      <a:lnTo>
                        <a:pt x="8" y="38"/>
                      </a:lnTo>
                      <a:lnTo>
                        <a:pt x="8" y="34"/>
                      </a:lnTo>
                      <a:lnTo>
                        <a:pt x="8" y="34"/>
                      </a:lnTo>
                      <a:lnTo>
                        <a:pt x="8" y="34"/>
                      </a:lnTo>
                      <a:lnTo>
                        <a:pt x="8" y="34"/>
                      </a:lnTo>
                      <a:lnTo>
                        <a:pt x="8" y="34"/>
                      </a:lnTo>
                      <a:lnTo>
                        <a:pt x="12" y="34"/>
                      </a:lnTo>
                      <a:lnTo>
                        <a:pt x="12" y="34"/>
                      </a:lnTo>
                      <a:lnTo>
                        <a:pt x="12" y="30"/>
                      </a:lnTo>
                      <a:lnTo>
                        <a:pt x="16" y="26"/>
                      </a:lnTo>
                      <a:lnTo>
                        <a:pt x="16" y="26"/>
                      </a:lnTo>
                      <a:lnTo>
                        <a:pt x="16" y="26"/>
                      </a:lnTo>
                      <a:lnTo>
                        <a:pt x="16" y="26"/>
                      </a:lnTo>
                      <a:lnTo>
                        <a:pt x="16" y="26"/>
                      </a:lnTo>
                      <a:lnTo>
                        <a:pt x="16" y="22"/>
                      </a:lnTo>
                      <a:lnTo>
                        <a:pt x="16" y="22"/>
                      </a:lnTo>
                      <a:lnTo>
                        <a:pt x="16" y="22"/>
                      </a:lnTo>
                      <a:lnTo>
                        <a:pt x="16" y="22"/>
                      </a:lnTo>
                      <a:lnTo>
                        <a:pt x="20" y="22"/>
                      </a:lnTo>
                      <a:lnTo>
                        <a:pt x="20" y="22"/>
                      </a:lnTo>
                      <a:lnTo>
                        <a:pt x="20" y="22"/>
                      </a:lnTo>
                      <a:lnTo>
                        <a:pt x="22" y="22"/>
                      </a:lnTo>
                      <a:lnTo>
                        <a:pt x="22" y="22"/>
                      </a:lnTo>
                      <a:lnTo>
                        <a:pt x="22" y="22"/>
                      </a:lnTo>
                      <a:lnTo>
                        <a:pt x="22" y="22"/>
                      </a:lnTo>
                      <a:lnTo>
                        <a:pt x="22" y="26"/>
                      </a:lnTo>
                      <a:lnTo>
                        <a:pt x="26" y="26"/>
                      </a:lnTo>
                      <a:lnTo>
                        <a:pt x="26" y="26"/>
                      </a:lnTo>
                      <a:lnTo>
                        <a:pt x="26" y="26"/>
                      </a:lnTo>
                      <a:lnTo>
                        <a:pt x="26" y="26"/>
                      </a:lnTo>
                      <a:lnTo>
                        <a:pt x="26" y="26"/>
                      </a:lnTo>
                      <a:close/>
                      <a:moveTo>
                        <a:pt x="22" y="22"/>
                      </a:moveTo>
                      <a:lnTo>
                        <a:pt x="22" y="22"/>
                      </a:lnTo>
                      <a:lnTo>
                        <a:pt x="22" y="18"/>
                      </a:lnTo>
                      <a:lnTo>
                        <a:pt x="22" y="18"/>
                      </a:lnTo>
                      <a:lnTo>
                        <a:pt x="22" y="18"/>
                      </a:lnTo>
                      <a:lnTo>
                        <a:pt x="22" y="18"/>
                      </a:lnTo>
                      <a:lnTo>
                        <a:pt x="22" y="18"/>
                      </a:lnTo>
                      <a:lnTo>
                        <a:pt x="22" y="18"/>
                      </a:lnTo>
                      <a:lnTo>
                        <a:pt x="26" y="18"/>
                      </a:lnTo>
                      <a:lnTo>
                        <a:pt x="26" y="18"/>
                      </a:lnTo>
                      <a:lnTo>
                        <a:pt x="26" y="18"/>
                      </a:lnTo>
                      <a:lnTo>
                        <a:pt x="26" y="18"/>
                      </a:lnTo>
                      <a:lnTo>
                        <a:pt x="26" y="18"/>
                      </a:lnTo>
                      <a:lnTo>
                        <a:pt x="26" y="18"/>
                      </a:lnTo>
                      <a:lnTo>
                        <a:pt x="26" y="18"/>
                      </a:lnTo>
                      <a:lnTo>
                        <a:pt x="30" y="18"/>
                      </a:lnTo>
                      <a:lnTo>
                        <a:pt x="30" y="18"/>
                      </a:lnTo>
                      <a:lnTo>
                        <a:pt x="30" y="18"/>
                      </a:lnTo>
                      <a:lnTo>
                        <a:pt x="30" y="18"/>
                      </a:lnTo>
                      <a:lnTo>
                        <a:pt x="30" y="18"/>
                      </a:lnTo>
                      <a:lnTo>
                        <a:pt x="30" y="22"/>
                      </a:lnTo>
                      <a:lnTo>
                        <a:pt x="30" y="22"/>
                      </a:lnTo>
                      <a:lnTo>
                        <a:pt x="26" y="22"/>
                      </a:lnTo>
                      <a:lnTo>
                        <a:pt x="26" y="22"/>
                      </a:lnTo>
                      <a:lnTo>
                        <a:pt x="26" y="22"/>
                      </a:lnTo>
                      <a:lnTo>
                        <a:pt x="26" y="22"/>
                      </a:lnTo>
                      <a:lnTo>
                        <a:pt x="22" y="22"/>
                      </a:lnTo>
                      <a:lnTo>
                        <a:pt x="22" y="22"/>
                      </a:lnTo>
                      <a:lnTo>
                        <a:pt x="22" y="22"/>
                      </a:lnTo>
                      <a:lnTo>
                        <a:pt x="22" y="22"/>
                      </a:lnTo>
                      <a:lnTo>
                        <a:pt x="22" y="22"/>
                      </a:lnTo>
                      <a:lnTo>
                        <a:pt x="22" y="22"/>
                      </a:lnTo>
                      <a:lnTo>
                        <a:pt x="22" y="22"/>
                      </a:lnTo>
                      <a:lnTo>
                        <a:pt x="22" y="22"/>
                      </a:lnTo>
                      <a:lnTo>
                        <a:pt x="22" y="22"/>
                      </a:lnTo>
                      <a:close/>
                      <a:moveTo>
                        <a:pt x="30" y="22"/>
                      </a:moveTo>
                      <a:lnTo>
                        <a:pt x="30" y="22"/>
                      </a:lnTo>
                      <a:lnTo>
                        <a:pt x="30" y="26"/>
                      </a:lnTo>
                      <a:lnTo>
                        <a:pt x="30" y="26"/>
                      </a:lnTo>
                      <a:lnTo>
                        <a:pt x="30" y="26"/>
                      </a:lnTo>
                      <a:lnTo>
                        <a:pt x="30" y="26"/>
                      </a:lnTo>
                      <a:lnTo>
                        <a:pt x="26" y="26"/>
                      </a:lnTo>
                      <a:lnTo>
                        <a:pt x="26" y="26"/>
                      </a:lnTo>
                      <a:lnTo>
                        <a:pt x="26" y="26"/>
                      </a:lnTo>
                      <a:lnTo>
                        <a:pt x="26" y="26"/>
                      </a:lnTo>
                      <a:lnTo>
                        <a:pt x="26" y="26"/>
                      </a:lnTo>
                      <a:lnTo>
                        <a:pt x="26" y="26"/>
                      </a:lnTo>
                      <a:lnTo>
                        <a:pt x="26" y="26"/>
                      </a:lnTo>
                      <a:lnTo>
                        <a:pt x="26" y="26"/>
                      </a:lnTo>
                      <a:lnTo>
                        <a:pt x="26" y="26"/>
                      </a:lnTo>
                      <a:lnTo>
                        <a:pt x="22" y="22"/>
                      </a:lnTo>
                      <a:lnTo>
                        <a:pt x="26" y="22"/>
                      </a:lnTo>
                      <a:lnTo>
                        <a:pt x="26" y="22"/>
                      </a:lnTo>
                      <a:lnTo>
                        <a:pt x="26" y="22"/>
                      </a:lnTo>
                      <a:lnTo>
                        <a:pt x="26" y="22"/>
                      </a:lnTo>
                      <a:lnTo>
                        <a:pt x="30" y="22"/>
                      </a:lnTo>
                      <a:lnTo>
                        <a:pt x="30" y="22"/>
                      </a:lnTo>
                      <a:lnTo>
                        <a:pt x="30" y="22"/>
                      </a:lnTo>
                      <a:lnTo>
                        <a:pt x="30" y="18"/>
                      </a:lnTo>
                      <a:lnTo>
                        <a:pt x="30" y="18"/>
                      </a:lnTo>
                      <a:lnTo>
                        <a:pt x="30" y="18"/>
                      </a:lnTo>
                      <a:lnTo>
                        <a:pt x="34" y="18"/>
                      </a:lnTo>
                      <a:lnTo>
                        <a:pt x="34" y="18"/>
                      </a:lnTo>
                      <a:lnTo>
                        <a:pt x="34" y="22"/>
                      </a:lnTo>
                      <a:lnTo>
                        <a:pt x="34" y="22"/>
                      </a:lnTo>
                      <a:lnTo>
                        <a:pt x="34" y="22"/>
                      </a:lnTo>
                      <a:lnTo>
                        <a:pt x="34" y="22"/>
                      </a:lnTo>
                      <a:lnTo>
                        <a:pt x="34" y="22"/>
                      </a:lnTo>
                      <a:lnTo>
                        <a:pt x="34" y="22"/>
                      </a:lnTo>
                      <a:lnTo>
                        <a:pt x="30" y="22"/>
                      </a:lnTo>
                      <a:lnTo>
                        <a:pt x="30" y="22"/>
                      </a:lnTo>
                      <a:lnTo>
                        <a:pt x="30" y="22"/>
                      </a:lnTo>
                      <a:lnTo>
                        <a:pt x="30" y="22"/>
                      </a:lnTo>
                      <a:close/>
                      <a:moveTo>
                        <a:pt x="8" y="38"/>
                      </a:moveTo>
                      <a:lnTo>
                        <a:pt x="8" y="38"/>
                      </a:lnTo>
                      <a:lnTo>
                        <a:pt x="8" y="38"/>
                      </a:lnTo>
                      <a:lnTo>
                        <a:pt x="8" y="38"/>
                      </a:lnTo>
                      <a:lnTo>
                        <a:pt x="8" y="38"/>
                      </a:lnTo>
                      <a:lnTo>
                        <a:pt x="12" y="38"/>
                      </a:lnTo>
                      <a:lnTo>
                        <a:pt x="12" y="38"/>
                      </a:lnTo>
                      <a:lnTo>
                        <a:pt x="12" y="42"/>
                      </a:lnTo>
                      <a:lnTo>
                        <a:pt x="8" y="42"/>
                      </a:lnTo>
                      <a:lnTo>
                        <a:pt x="8" y="42"/>
                      </a:lnTo>
                      <a:lnTo>
                        <a:pt x="8" y="42"/>
                      </a:lnTo>
                      <a:lnTo>
                        <a:pt x="8" y="42"/>
                      </a:lnTo>
                      <a:lnTo>
                        <a:pt x="4" y="38"/>
                      </a:lnTo>
                      <a:lnTo>
                        <a:pt x="4" y="38"/>
                      </a:lnTo>
                      <a:lnTo>
                        <a:pt x="4" y="38"/>
                      </a:lnTo>
                      <a:lnTo>
                        <a:pt x="4" y="38"/>
                      </a:lnTo>
                      <a:lnTo>
                        <a:pt x="4" y="38"/>
                      </a:lnTo>
                      <a:lnTo>
                        <a:pt x="4" y="38"/>
                      </a:lnTo>
                      <a:lnTo>
                        <a:pt x="4" y="38"/>
                      </a:lnTo>
                      <a:lnTo>
                        <a:pt x="8" y="38"/>
                      </a:lnTo>
                      <a:lnTo>
                        <a:pt x="8" y="38"/>
                      </a:lnTo>
                      <a:lnTo>
                        <a:pt x="8" y="38"/>
                      </a:lnTo>
                      <a:close/>
                      <a:moveTo>
                        <a:pt x="0" y="44"/>
                      </a:moveTo>
                      <a:lnTo>
                        <a:pt x="0" y="44"/>
                      </a:lnTo>
                      <a:lnTo>
                        <a:pt x="0" y="44"/>
                      </a:lnTo>
                      <a:lnTo>
                        <a:pt x="0" y="44"/>
                      </a:lnTo>
                      <a:lnTo>
                        <a:pt x="4" y="44"/>
                      </a:lnTo>
                      <a:lnTo>
                        <a:pt x="4" y="44"/>
                      </a:lnTo>
                      <a:lnTo>
                        <a:pt x="4" y="44"/>
                      </a:lnTo>
                      <a:lnTo>
                        <a:pt x="8" y="44"/>
                      </a:lnTo>
                      <a:lnTo>
                        <a:pt x="8" y="44"/>
                      </a:lnTo>
                      <a:lnTo>
                        <a:pt x="12" y="44"/>
                      </a:lnTo>
                      <a:lnTo>
                        <a:pt x="12" y="44"/>
                      </a:lnTo>
                      <a:lnTo>
                        <a:pt x="12" y="44"/>
                      </a:lnTo>
                      <a:lnTo>
                        <a:pt x="12" y="44"/>
                      </a:lnTo>
                      <a:lnTo>
                        <a:pt x="12" y="48"/>
                      </a:lnTo>
                      <a:lnTo>
                        <a:pt x="8" y="48"/>
                      </a:lnTo>
                      <a:lnTo>
                        <a:pt x="8" y="48"/>
                      </a:lnTo>
                      <a:lnTo>
                        <a:pt x="8" y="48"/>
                      </a:lnTo>
                      <a:lnTo>
                        <a:pt x="4" y="48"/>
                      </a:lnTo>
                      <a:lnTo>
                        <a:pt x="4" y="48"/>
                      </a:lnTo>
                      <a:lnTo>
                        <a:pt x="4" y="44"/>
                      </a:lnTo>
                      <a:lnTo>
                        <a:pt x="4" y="44"/>
                      </a:lnTo>
                      <a:lnTo>
                        <a:pt x="0" y="48"/>
                      </a:lnTo>
                      <a:lnTo>
                        <a:pt x="0" y="48"/>
                      </a:lnTo>
                      <a:lnTo>
                        <a:pt x="0" y="48"/>
                      </a:lnTo>
                      <a:lnTo>
                        <a:pt x="0" y="48"/>
                      </a:lnTo>
                      <a:lnTo>
                        <a:pt x="0" y="48"/>
                      </a:lnTo>
                      <a:lnTo>
                        <a:pt x="0" y="48"/>
                      </a:lnTo>
                      <a:lnTo>
                        <a:pt x="0" y="44"/>
                      </a:lnTo>
                      <a:lnTo>
                        <a:pt x="0" y="44"/>
                      </a:lnTo>
                      <a:lnTo>
                        <a:pt x="0" y="44"/>
                      </a:lnTo>
                      <a:lnTo>
                        <a:pt x="0" y="44"/>
                      </a:lnTo>
                      <a:close/>
                      <a:moveTo>
                        <a:pt x="26" y="4"/>
                      </a:moveTo>
                      <a:lnTo>
                        <a:pt x="26" y="4"/>
                      </a:lnTo>
                      <a:lnTo>
                        <a:pt x="26" y="4"/>
                      </a:lnTo>
                      <a:lnTo>
                        <a:pt x="26" y="4"/>
                      </a:lnTo>
                      <a:lnTo>
                        <a:pt x="26" y="4"/>
                      </a:lnTo>
                      <a:lnTo>
                        <a:pt x="26" y="4"/>
                      </a:lnTo>
                      <a:lnTo>
                        <a:pt x="26" y="4"/>
                      </a:lnTo>
                      <a:lnTo>
                        <a:pt x="30" y="0"/>
                      </a:lnTo>
                      <a:lnTo>
                        <a:pt x="30" y="0"/>
                      </a:lnTo>
                      <a:lnTo>
                        <a:pt x="30" y="0"/>
                      </a:lnTo>
                      <a:lnTo>
                        <a:pt x="30" y="0"/>
                      </a:lnTo>
                      <a:lnTo>
                        <a:pt x="30" y="0"/>
                      </a:lnTo>
                      <a:lnTo>
                        <a:pt x="26" y="4"/>
                      </a:lnTo>
                      <a:lnTo>
                        <a:pt x="26" y="4"/>
                      </a:lnTo>
                      <a:lnTo>
                        <a:pt x="26" y="4"/>
                      </a:lnTo>
                      <a:lnTo>
                        <a:pt x="26" y="4"/>
                      </a:lnTo>
                      <a:lnTo>
                        <a:pt x="26" y="4"/>
                      </a:lnTo>
                      <a:lnTo>
                        <a:pt x="26" y="4"/>
                      </a:lnTo>
                      <a:close/>
                      <a:moveTo>
                        <a:pt x="20" y="12"/>
                      </a:moveTo>
                      <a:lnTo>
                        <a:pt x="20" y="12"/>
                      </a:lnTo>
                      <a:lnTo>
                        <a:pt x="20" y="12"/>
                      </a:lnTo>
                      <a:lnTo>
                        <a:pt x="20" y="12"/>
                      </a:lnTo>
                      <a:lnTo>
                        <a:pt x="20" y="12"/>
                      </a:lnTo>
                      <a:lnTo>
                        <a:pt x="20" y="12"/>
                      </a:lnTo>
                      <a:lnTo>
                        <a:pt x="20" y="8"/>
                      </a:lnTo>
                      <a:lnTo>
                        <a:pt x="20" y="8"/>
                      </a:lnTo>
                      <a:lnTo>
                        <a:pt x="20" y="8"/>
                      </a:lnTo>
                      <a:lnTo>
                        <a:pt x="20" y="8"/>
                      </a:lnTo>
                      <a:lnTo>
                        <a:pt x="20" y="8"/>
                      </a:lnTo>
                      <a:lnTo>
                        <a:pt x="22" y="8"/>
                      </a:lnTo>
                      <a:lnTo>
                        <a:pt x="22" y="8"/>
                      </a:lnTo>
                      <a:lnTo>
                        <a:pt x="22" y="8"/>
                      </a:lnTo>
                      <a:lnTo>
                        <a:pt x="22" y="8"/>
                      </a:lnTo>
                      <a:lnTo>
                        <a:pt x="22" y="8"/>
                      </a:lnTo>
                      <a:lnTo>
                        <a:pt x="20" y="12"/>
                      </a:lnTo>
                      <a:lnTo>
                        <a:pt x="20" y="12"/>
                      </a:lnTo>
                      <a:lnTo>
                        <a:pt x="20" y="12"/>
                      </a:lnTo>
                      <a:lnTo>
                        <a:pt x="20" y="12"/>
                      </a:lnTo>
                      <a:lnTo>
                        <a:pt x="20" y="12"/>
                      </a:lnTo>
                      <a:lnTo>
                        <a:pt x="20" y="12"/>
                      </a:lnTo>
                      <a:lnTo>
                        <a:pt x="20" y="12"/>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127" name="Freeform 116">
                  <a:extLst>
                    <a:ext uri="{FF2B5EF4-FFF2-40B4-BE49-F238E27FC236}">
                      <a16:creationId xmlns:a16="http://schemas.microsoft.com/office/drawing/2014/main" id="{151BEF11-9BA4-BA2D-33CD-E4FEE3E61434}"/>
                    </a:ext>
                  </a:extLst>
                </p:cNvPr>
                <p:cNvSpPr>
                  <a:spLocks noEditPoints="1"/>
                </p:cNvSpPr>
                <p:nvPr/>
              </p:nvSpPr>
              <p:spPr bwMode="gray">
                <a:xfrm>
                  <a:off x="4914745" y="2084731"/>
                  <a:ext cx="650486" cy="553084"/>
                </a:xfrm>
                <a:custGeom>
                  <a:avLst/>
                  <a:gdLst>
                    <a:gd name="T0" fmla="*/ 104 w 374"/>
                    <a:gd name="T1" fmla="*/ 154 h 318"/>
                    <a:gd name="T2" fmla="*/ 120 w 374"/>
                    <a:gd name="T3" fmla="*/ 132 h 318"/>
                    <a:gd name="T4" fmla="*/ 120 w 374"/>
                    <a:gd name="T5" fmla="*/ 116 h 318"/>
                    <a:gd name="T6" fmla="*/ 142 w 374"/>
                    <a:gd name="T7" fmla="*/ 102 h 318"/>
                    <a:gd name="T8" fmla="*/ 150 w 374"/>
                    <a:gd name="T9" fmla="*/ 94 h 318"/>
                    <a:gd name="T10" fmla="*/ 146 w 374"/>
                    <a:gd name="T11" fmla="*/ 82 h 318"/>
                    <a:gd name="T12" fmla="*/ 164 w 374"/>
                    <a:gd name="T13" fmla="*/ 82 h 318"/>
                    <a:gd name="T14" fmla="*/ 184 w 374"/>
                    <a:gd name="T15" fmla="*/ 72 h 318"/>
                    <a:gd name="T16" fmla="*/ 180 w 374"/>
                    <a:gd name="T17" fmla="*/ 56 h 318"/>
                    <a:gd name="T18" fmla="*/ 202 w 374"/>
                    <a:gd name="T19" fmla="*/ 42 h 318"/>
                    <a:gd name="T20" fmla="*/ 232 w 374"/>
                    <a:gd name="T21" fmla="*/ 30 h 318"/>
                    <a:gd name="T22" fmla="*/ 254 w 374"/>
                    <a:gd name="T23" fmla="*/ 22 h 318"/>
                    <a:gd name="T24" fmla="*/ 276 w 374"/>
                    <a:gd name="T25" fmla="*/ 8 h 318"/>
                    <a:gd name="T26" fmla="*/ 296 w 374"/>
                    <a:gd name="T27" fmla="*/ 22 h 318"/>
                    <a:gd name="T28" fmla="*/ 318 w 374"/>
                    <a:gd name="T29" fmla="*/ 8 h 318"/>
                    <a:gd name="T30" fmla="*/ 332 w 374"/>
                    <a:gd name="T31" fmla="*/ 22 h 318"/>
                    <a:gd name="T32" fmla="*/ 374 w 374"/>
                    <a:gd name="T33" fmla="*/ 22 h 318"/>
                    <a:gd name="T34" fmla="*/ 358 w 374"/>
                    <a:gd name="T35" fmla="*/ 34 h 318"/>
                    <a:gd name="T36" fmla="*/ 348 w 374"/>
                    <a:gd name="T37" fmla="*/ 38 h 318"/>
                    <a:gd name="T38" fmla="*/ 296 w 374"/>
                    <a:gd name="T39" fmla="*/ 56 h 318"/>
                    <a:gd name="T40" fmla="*/ 232 w 374"/>
                    <a:gd name="T41" fmla="*/ 52 h 318"/>
                    <a:gd name="T42" fmla="*/ 168 w 374"/>
                    <a:gd name="T43" fmla="*/ 90 h 318"/>
                    <a:gd name="T44" fmla="*/ 128 w 374"/>
                    <a:gd name="T45" fmla="*/ 162 h 318"/>
                    <a:gd name="T46" fmla="*/ 112 w 374"/>
                    <a:gd name="T47" fmla="*/ 236 h 318"/>
                    <a:gd name="T48" fmla="*/ 90 w 374"/>
                    <a:gd name="T49" fmla="*/ 292 h 318"/>
                    <a:gd name="T50" fmla="*/ 72 w 374"/>
                    <a:gd name="T51" fmla="*/ 294 h 318"/>
                    <a:gd name="T52" fmla="*/ 12 w 374"/>
                    <a:gd name="T53" fmla="*/ 292 h 318"/>
                    <a:gd name="T54" fmla="*/ 14 w 374"/>
                    <a:gd name="T55" fmla="*/ 284 h 318"/>
                    <a:gd name="T56" fmla="*/ 30 w 374"/>
                    <a:gd name="T57" fmla="*/ 262 h 318"/>
                    <a:gd name="T58" fmla="*/ 14 w 374"/>
                    <a:gd name="T59" fmla="*/ 258 h 318"/>
                    <a:gd name="T60" fmla="*/ 34 w 374"/>
                    <a:gd name="T61" fmla="*/ 246 h 318"/>
                    <a:gd name="T62" fmla="*/ 8 w 374"/>
                    <a:gd name="T63" fmla="*/ 238 h 318"/>
                    <a:gd name="T64" fmla="*/ 8 w 374"/>
                    <a:gd name="T65" fmla="*/ 228 h 318"/>
                    <a:gd name="T66" fmla="*/ 30 w 374"/>
                    <a:gd name="T67" fmla="*/ 224 h 318"/>
                    <a:gd name="T68" fmla="*/ 44 w 374"/>
                    <a:gd name="T69" fmla="*/ 210 h 318"/>
                    <a:gd name="T70" fmla="*/ 52 w 374"/>
                    <a:gd name="T71" fmla="*/ 206 h 318"/>
                    <a:gd name="T72" fmla="*/ 64 w 374"/>
                    <a:gd name="T73" fmla="*/ 192 h 318"/>
                    <a:gd name="T74" fmla="*/ 86 w 374"/>
                    <a:gd name="T75" fmla="*/ 180 h 318"/>
                    <a:gd name="T76" fmla="*/ 284 w 374"/>
                    <a:gd name="T77" fmla="*/ 4 h 318"/>
                    <a:gd name="T78" fmla="*/ 206 w 374"/>
                    <a:gd name="T79" fmla="*/ 26 h 318"/>
                    <a:gd name="T80" fmla="*/ 354 w 374"/>
                    <a:gd name="T81" fmla="*/ 38 h 318"/>
                    <a:gd name="T82" fmla="*/ 176 w 374"/>
                    <a:gd name="T83" fmla="*/ 60 h 318"/>
                    <a:gd name="T84" fmla="*/ 124 w 374"/>
                    <a:gd name="T85" fmla="*/ 76 h 318"/>
                    <a:gd name="T86" fmla="*/ 130 w 374"/>
                    <a:gd name="T87" fmla="*/ 106 h 318"/>
                    <a:gd name="T88" fmla="*/ 104 w 374"/>
                    <a:gd name="T89" fmla="*/ 154 h 318"/>
                    <a:gd name="T90" fmla="*/ 52 w 374"/>
                    <a:gd name="T91" fmla="*/ 194 h 318"/>
                    <a:gd name="T92" fmla="*/ 42 w 374"/>
                    <a:gd name="T93" fmla="*/ 202 h 318"/>
                    <a:gd name="T94" fmla="*/ 12 w 374"/>
                    <a:gd name="T95" fmla="*/ 222 h 318"/>
                    <a:gd name="T96" fmla="*/ 12 w 374"/>
                    <a:gd name="T97" fmla="*/ 262 h 318"/>
                    <a:gd name="T98" fmla="*/ 248 w 374"/>
                    <a:gd name="T99" fmla="*/ 16 h 318"/>
                    <a:gd name="T100" fmla="*/ 270 w 374"/>
                    <a:gd name="T101" fmla="*/ 16 h 318"/>
                    <a:gd name="T102" fmla="*/ 228 w 374"/>
                    <a:gd name="T103" fmla="*/ 30 h 318"/>
                    <a:gd name="T104" fmla="*/ 194 w 374"/>
                    <a:gd name="T105" fmla="*/ 38 h 318"/>
                    <a:gd name="T106" fmla="*/ 176 w 374"/>
                    <a:gd name="T107" fmla="*/ 42 h 318"/>
                    <a:gd name="T108" fmla="*/ 154 w 374"/>
                    <a:gd name="T109" fmla="*/ 56 h 318"/>
                    <a:gd name="T110" fmla="*/ 146 w 374"/>
                    <a:gd name="T111" fmla="*/ 60 h 318"/>
                    <a:gd name="T112" fmla="*/ 158 w 374"/>
                    <a:gd name="T113" fmla="*/ 56 h 318"/>
                    <a:gd name="T114" fmla="*/ 134 w 374"/>
                    <a:gd name="T115" fmla="*/ 76 h 318"/>
                    <a:gd name="T116" fmla="*/ 108 w 374"/>
                    <a:gd name="T117" fmla="*/ 132 h 318"/>
                    <a:gd name="T118" fmla="*/ 44 w 374"/>
                    <a:gd name="T119" fmla="*/ 194 h 318"/>
                    <a:gd name="T120" fmla="*/ 8 w 374"/>
                    <a:gd name="T121" fmla="*/ 262 h 318"/>
                    <a:gd name="T122" fmla="*/ 8 w 374"/>
                    <a:gd name="T123" fmla="*/ 280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74" h="318">
                      <a:moveTo>
                        <a:pt x="82" y="168"/>
                      </a:moveTo>
                      <a:lnTo>
                        <a:pt x="86" y="168"/>
                      </a:lnTo>
                      <a:lnTo>
                        <a:pt x="82" y="168"/>
                      </a:lnTo>
                      <a:lnTo>
                        <a:pt x="86" y="164"/>
                      </a:lnTo>
                      <a:lnTo>
                        <a:pt x="90" y="164"/>
                      </a:lnTo>
                      <a:lnTo>
                        <a:pt x="94" y="168"/>
                      </a:lnTo>
                      <a:lnTo>
                        <a:pt x="94" y="164"/>
                      </a:lnTo>
                      <a:lnTo>
                        <a:pt x="98" y="164"/>
                      </a:lnTo>
                      <a:lnTo>
                        <a:pt x="102" y="164"/>
                      </a:lnTo>
                      <a:lnTo>
                        <a:pt x="98" y="164"/>
                      </a:lnTo>
                      <a:lnTo>
                        <a:pt x="94" y="164"/>
                      </a:lnTo>
                      <a:lnTo>
                        <a:pt x="94" y="162"/>
                      </a:lnTo>
                      <a:lnTo>
                        <a:pt x="98" y="162"/>
                      </a:lnTo>
                      <a:lnTo>
                        <a:pt x="102" y="162"/>
                      </a:lnTo>
                      <a:lnTo>
                        <a:pt x="102" y="158"/>
                      </a:lnTo>
                      <a:lnTo>
                        <a:pt x="98" y="158"/>
                      </a:lnTo>
                      <a:lnTo>
                        <a:pt x="102" y="158"/>
                      </a:lnTo>
                      <a:lnTo>
                        <a:pt x="104" y="154"/>
                      </a:lnTo>
                      <a:lnTo>
                        <a:pt x="102" y="154"/>
                      </a:lnTo>
                      <a:lnTo>
                        <a:pt x="102" y="158"/>
                      </a:lnTo>
                      <a:lnTo>
                        <a:pt x="94" y="162"/>
                      </a:lnTo>
                      <a:lnTo>
                        <a:pt x="94" y="158"/>
                      </a:lnTo>
                      <a:lnTo>
                        <a:pt x="98" y="158"/>
                      </a:lnTo>
                      <a:lnTo>
                        <a:pt x="94" y="158"/>
                      </a:lnTo>
                      <a:lnTo>
                        <a:pt x="98" y="154"/>
                      </a:lnTo>
                      <a:lnTo>
                        <a:pt x="102" y="154"/>
                      </a:lnTo>
                      <a:lnTo>
                        <a:pt x="104" y="154"/>
                      </a:lnTo>
                      <a:lnTo>
                        <a:pt x="108" y="154"/>
                      </a:lnTo>
                      <a:lnTo>
                        <a:pt x="112" y="150"/>
                      </a:lnTo>
                      <a:lnTo>
                        <a:pt x="116" y="146"/>
                      </a:lnTo>
                      <a:lnTo>
                        <a:pt x="112" y="150"/>
                      </a:lnTo>
                      <a:lnTo>
                        <a:pt x="108" y="150"/>
                      </a:lnTo>
                      <a:lnTo>
                        <a:pt x="112" y="150"/>
                      </a:lnTo>
                      <a:lnTo>
                        <a:pt x="112" y="146"/>
                      </a:lnTo>
                      <a:lnTo>
                        <a:pt x="108" y="146"/>
                      </a:lnTo>
                      <a:lnTo>
                        <a:pt x="108" y="150"/>
                      </a:lnTo>
                      <a:lnTo>
                        <a:pt x="104" y="150"/>
                      </a:lnTo>
                      <a:lnTo>
                        <a:pt x="108" y="146"/>
                      </a:lnTo>
                      <a:lnTo>
                        <a:pt x="112" y="146"/>
                      </a:lnTo>
                      <a:lnTo>
                        <a:pt x="108" y="142"/>
                      </a:lnTo>
                      <a:lnTo>
                        <a:pt x="112" y="142"/>
                      </a:lnTo>
                      <a:lnTo>
                        <a:pt x="108" y="142"/>
                      </a:lnTo>
                      <a:lnTo>
                        <a:pt x="108" y="138"/>
                      </a:lnTo>
                      <a:lnTo>
                        <a:pt x="108" y="136"/>
                      </a:lnTo>
                      <a:lnTo>
                        <a:pt x="112" y="136"/>
                      </a:lnTo>
                      <a:lnTo>
                        <a:pt x="112" y="138"/>
                      </a:lnTo>
                      <a:lnTo>
                        <a:pt x="116" y="138"/>
                      </a:lnTo>
                      <a:lnTo>
                        <a:pt x="112" y="138"/>
                      </a:lnTo>
                      <a:lnTo>
                        <a:pt x="112" y="136"/>
                      </a:lnTo>
                      <a:lnTo>
                        <a:pt x="112" y="132"/>
                      </a:lnTo>
                      <a:lnTo>
                        <a:pt x="116" y="132"/>
                      </a:lnTo>
                      <a:lnTo>
                        <a:pt x="120" y="132"/>
                      </a:lnTo>
                      <a:lnTo>
                        <a:pt x="120" y="136"/>
                      </a:lnTo>
                      <a:lnTo>
                        <a:pt x="120" y="132"/>
                      </a:lnTo>
                      <a:lnTo>
                        <a:pt x="116" y="132"/>
                      </a:lnTo>
                      <a:lnTo>
                        <a:pt x="116" y="128"/>
                      </a:lnTo>
                      <a:lnTo>
                        <a:pt x="112" y="128"/>
                      </a:lnTo>
                      <a:lnTo>
                        <a:pt x="116" y="128"/>
                      </a:lnTo>
                      <a:lnTo>
                        <a:pt x="120" y="128"/>
                      </a:lnTo>
                      <a:lnTo>
                        <a:pt x="120" y="124"/>
                      </a:lnTo>
                      <a:lnTo>
                        <a:pt x="124" y="124"/>
                      </a:lnTo>
                      <a:lnTo>
                        <a:pt x="128" y="124"/>
                      </a:lnTo>
                      <a:lnTo>
                        <a:pt x="124" y="124"/>
                      </a:lnTo>
                      <a:lnTo>
                        <a:pt x="124" y="128"/>
                      </a:lnTo>
                      <a:lnTo>
                        <a:pt x="128" y="124"/>
                      </a:lnTo>
                      <a:lnTo>
                        <a:pt x="130" y="124"/>
                      </a:lnTo>
                      <a:lnTo>
                        <a:pt x="134" y="124"/>
                      </a:lnTo>
                      <a:lnTo>
                        <a:pt x="134" y="120"/>
                      </a:lnTo>
                      <a:lnTo>
                        <a:pt x="130" y="124"/>
                      </a:lnTo>
                      <a:lnTo>
                        <a:pt x="128" y="124"/>
                      </a:lnTo>
                      <a:lnTo>
                        <a:pt x="124" y="124"/>
                      </a:lnTo>
                      <a:lnTo>
                        <a:pt x="120" y="124"/>
                      </a:lnTo>
                      <a:lnTo>
                        <a:pt x="116" y="124"/>
                      </a:lnTo>
                      <a:lnTo>
                        <a:pt x="120" y="124"/>
                      </a:lnTo>
                      <a:lnTo>
                        <a:pt x="124" y="124"/>
                      </a:lnTo>
                      <a:lnTo>
                        <a:pt x="120" y="124"/>
                      </a:lnTo>
                      <a:lnTo>
                        <a:pt x="116" y="120"/>
                      </a:lnTo>
                      <a:lnTo>
                        <a:pt x="120" y="120"/>
                      </a:lnTo>
                      <a:lnTo>
                        <a:pt x="120" y="116"/>
                      </a:lnTo>
                      <a:lnTo>
                        <a:pt x="116" y="116"/>
                      </a:lnTo>
                      <a:lnTo>
                        <a:pt x="120" y="116"/>
                      </a:lnTo>
                      <a:lnTo>
                        <a:pt x="124" y="116"/>
                      </a:lnTo>
                      <a:lnTo>
                        <a:pt x="128" y="116"/>
                      </a:lnTo>
                      <a:lnTo>
                        <a:pt x="124" y="116"/>
                      </a:lnTo>
                      <a:lnTo>
                        <a:pt x="120" y="116"/>
                      </a:lnTo>
                      <a:lnTo>
                        <a:pt x="120" y="112"/>
                      </a:lnTo>
                      <a:lnTo>
                        <a:pt x="124" y="112"/>
                      </a:lnTo>
                      <a:lnTo>
                        <a:pt x="120" y="112"/>
                      </a:lnTo>
                      <a:lnTo>
                        <a:pt x="124" y="112"/>
                      </a:lnTo>
                      <a:lnTo>
                        <a:pt x="128" y="112"/>
                      </a:lnTo>
                      <a:lnTo>
                        <a:pt x="130" y="112"/>
                      </a:lnTo>
                      <a:lnTo>
                        <a:pt x="128" y="112"/>
                      </a:lnTo>
                      <a:lnTo>
                        <a:pt x="124" y="112"/>
                      </a:lnTo>
                      <a:lnTo>
                        <a:pt x="128" y="112"/>
                      </a:lnTo>
                      <a:lnTo>
                        <a:pt x="124" y="112"/>
                      </a:lnTo>
                      <a:lnTo>
                        <a:pt x="124" y="108"/>
                      </a:lnTo>
                      <a:lnTo>
                        <a:pt x="128" y="108"/>
                      </a:lnTo>
                      <a:lnTo>
                        <a:pt x="130" y="108"/>
                      </a:lnTo>
                      <a:lnTo>
                        <a:pt x="128" y="108"/>
                      </a:lnTo>
                      <a:lnTo>
                        <a:pt x="124" y="108"/>
                      </a:lnTo>
                      <a:lnTo>
                        <a:pt x="128" y="106"/>
                      </a:lnTo>
                      <a:lnTo>
                        <a:pt x="130" y="108"/>
                      </a:lnTo>
                      <a:lnTo>
                        <a:pt x="134" y="106"/>
                      </a:lnTo>
                      <a:lnTo>
                        <a:pt x="138" y="106"/>
                      </a:lnTo>
                      <a:lnTo>
                        <a:pt x="134" y="106"/>
                      </a:lnTo>
                      <a:lnTo>
                        <a:pt x="134" y="102"/>
                      </a:lnTo>
                      <a:lnTo>
                        <a:pt x="138" y="102"/>
                      </a:lnTo>
                      <a:lnTo>
                        <a:pt x="142" y="102"/>
                      </a:lnTo>
                      <a:lnTo>
                        <a:pt x="138" y="102"/>
                      </a:lnTo>
                      <a:lnTo>
                        <a:pt x="142" y="102"/>
                      </a:lnTo>
                      <a:lnTo>
                        <a:pt x="146" y="102"/>
                      </a:lnTo>
                      <a:lnTo>
                        <a:pt x="150" y="102"/>
                      </a:lnTo>
                      <a:lnTo>
                        <a:pt x="154" y="106"/>
                      </a:lnTo>
                      <a:lnTo>
                        <a:pt x="154" y="102"/>
                      </a:lnTo>
                      <a:lnTo>
                        <a:pt x="150" y="102"/>
                      </a:lnTo>
                      <a:lnTo>
                        <a:pt x="154" y="102"/>
                      </a:lnTo>
                      <a:lnTo>
                        <a:pt x="158" y="102"/>
                      </a:lnTo>
                      <a:lnTo>
                        <a:pt x="150" y="102"/>
                      </a:lnTo>
                      <a:lnTo>
                        <a:pt x="150" y="98"/>
                      </a:lnTo>
                      <a:lnTo>
                        <a:pt x="150" y="102"/>
                      </a:lnTo>
                      <a:lnTo>
                        <a:pt x="146" y="98"/>
                      </a:lnTo>
                      <a:lnTo>
                        <a:pt x="150" y="98"/>
                      </a:lnTo>
                      <a:lnTo>
                        <a:pt x="146" y="98"/>
                      </a:lnTo>
                      <a:lnTo>
                        <a:pt x="142" y="98"/>
                      </a:lnTo>
                      <a:lnTo>
                        <a:pt x="142" y="102"/>
                      </a:lnTo>
                      <a:lnTo>
                        <a:pt x="138" y="98"/>
                      </a:lnTo>
                      <a:lnTo>
                        <a:pt x="134" y="98"/>
                      </a:lnTo>
                      <a:lnTo>
                        <a:pt x="138" y="98"/>
                      </a:lnTo>
                      <a:lnTo>
                        <a:pt x="138" y="94"/>
                      </a:lnTo>
                      <a:lnTo>
                        <a:pt x="142" y="94"/>
                      </a:lnTo>
                      <a:lnTo>
                        <a:pt x="146" y="94"/>
                      </a:lnTo>
                      <a:lnTo>
                        <a:pt x="142" y="94"/>
                      </a:lnTo>
                      <a:lnTo>
                        <a:pt x="146" y="90"/>
                      </a:lnTo>
                      <a:lnTo>
                        <a:pt x="146" y="94"/>
                      </a:lnTo>
                      <a:lnTo>
                        <a:pt x="150" y="94"/>
                      </a:lnTo>
                      <a:lnTo>
                        <a:pt x="154" y="94"/>
                      </a:lnTo>
                      <a:lnTo>
                        <a:pt x="154" y="98"/>
                      </a:lnTo>
                      <a:lnTo>
                        <a:pt x="158" y="98"/>
                      </a:lnTo>
                      <a:lnTo>
                        <a:pt x="154" y="98"/>
                      </a:lnTo>
                      <a:lnTo>
                        <a:pt x="154" y="94"/>
                      </a:lnTo>
                      <a:lnTo>
                        <a:pt x="158" y="94"/>
                      </a:lnTo>
                      <a:lnTo>
                        <a:pt x="158" y="90"/>
                      </a:lnTo>
                      <a:lnTo>
                        <a:pt x="154" y="90"/>
                      </a:lnTo>
                      <a:lnTo>
                        <a:pt x="154" y="94"/>
                      </a:lnTo>
                      <a:lnTo>
                        <a:pt x="150" y="94"/>
                      </a:lnTo>
                      <a:lnTo>
                        <a:pt x="150" y="90"/>
                      </a:lnTo>
                      <a:lnTo>
                        <a:pt x="150" y="86"/>
                      </a:lnTo>
                      <a:lnTo>
                        <a:pt x="154" y="90"/>
                      </a:lnTo>
                      <a:lnTo>
                        <a:pt x="154" y="86"/>
                      </a:lnTo>
                      <a:lnTo>
                        <a:pt x="150" y="86"/>
                      </a:lnTo>
                      <a:lnTo>
                        <a:pt x="154" y="86"/>
                      </a:lnTo>
                      <a:lnTo>
                        <a:pt x="158" y="90"/>
                      </a:lnTo>
                      <a:lnTo>
                        <a:pt x="158" y="86"/>
                      </a:lnTo>
                      <a:lnTo>
                        <a:pt x="154" y="86"/>
                      </a:lnTo>
                      <a:lnTo>
                        <a:pt x="150" y="86"/>
                      </a:lnTo>
                      <a:lnTo>
                        <a:pt x="146" y="90"/>
                      </a:lnTo>
                      <a:lnTo>
                        <a:pt x="142" y="90"/>
                      </a:lnTo>
                      <a:lnTo>
                        <a:pt x="142" y="86"/>
                      </a:lnTo>
                      <a:lnTo>
                        <a:pt x="146" y="86"/>
                      </a:lnTo>
                      <a:lnTo>
                        <a:pt x="142" y="86"/>
                      </a:lnTo>
                      <a:lnTo>
                        <a:pt x="146" y="86"/>
                      </a:lnTo>
                      <a:lnTo>
                        <a:pt x="146" y="82"/>
                      </a:lnTo>
                      <a:lnTo>
                        <a:pt x="142" y="86"/>
                      </a:lnTo>
                      <a:lnTo>
                        <a:pt x="142" y="82"/>
                      </a:lnTo>
                      <a:lnTo>
                        <a:pt x="146" y="82"/>
                      </a:lnTo>
                      <a:lnTo>
                        <a:pt x="150" y="82"/>
                      </a:lnTo>
                      <a:lnTo>
                        <a:pt x="154" y="82"/>
                      </a:lnTo>
                      <a:lnTo>
                        <a:pt x="158" y="82"/>
                      </a:lnTo>
                      <a:lnTo>
                        <a:pt x="160" y="78"/>
                      </a:lnTo>
                      <a:lnTo>
                        <a:pt x="158" y="78"/>
                      </a:lnTo>
                      <a:lnTo>
                        <a:pt x="154" y="78"/>
                      </a:lnTo>
                      <a:lnTo>
                        <a:pt x="150" y="82"/>
                      </a:lnTo>
                      <a:lnTo>
                        <a:pt x="150" y="78"/>
                      </a:lnTo>
                      <a:lnTo>
                        <a:pt x="154" y="78"/>
                      </a:lnTo>
                      <a:lnTo>
                        <a:pt x="154" y="76"/>
                      </a:lnTo>
                      <a:lnTo>
                        <a:pt x="158" y="76"/>
                      </a:lnTo>
                      <a:lnTo>
                        <a:pt x="158" y="78"/>
                      </a:lnTo>
                      <a:lnTo>
                        <a:pt x="154" y="78"/>
                      </a:lnTo>
                      <a:lnTo>
                        <a:pt x="158" y="78"/>
                      </a:lnTo>
                      <a:lnTo>
                        <a:pt x="158" y="76"/>
                      </a:lnTo>
                      <a:lnTo>
                        <a:pt x="160" y="76"/>
                      </a:lnTo>
                      <a:lnTo>
                        <a:pt x="160" y="78"/>
                      </a:lnTo>
                      <a:lnTo>
                        <a:pt x="160" y="82"/>
                      </a:lnTo>
                      <a:lnTo>
                        <a:pt x="164" y="82"/>
                      </a:lnTo>
                      <a:lnTo>
                        <a:pt x="164" y="86"/>
                      </a:lnTo>
                      <a:lnTo>
                        <a:pt x="168" y="86"/>
                      </a:lnTo>
                      <a:lnTo>
                        <a:pt x="164" y="82"/>
                      </a:lnTo>
                      <a:lnTo>
                        <a:pt x="164" y="78"/>
                      </a:lnTo>
                      <a:lnTo>
                        <a:pt x="164" y="82"/>
                      </a:lnTo>
                      <a:lnTo>
                        <a:pt x="168" y="82"/>
                      </a:lnTo>
                      <a:lnTo>
                        <a:pt x="168" y="78"/>
                      </a:lnTo>
                      <a:lnTo>
                        <a:pt x="164" y="78"/>
                      </a:lnTo>
                      <a:lnTo>
                        <a:pt x="168" y="78"/>
                      </a:lnTo>
                      <a:lnTo>
                        <a:pt x="164" y="78"/>
                      </a:lnTo>
                      <a:lnTo>
                        <a:pt x="164" y="76"/>
                      </a:lnTo>
                      <a:lnTo>
                        <a:pt x="168" y="76"/>
                      </a:lnTo>
                      <a:lnTo>
                        <a:pt x="164" y="76"/>
                      </a:lnTo>
                      <a:lnTo>
                        <a:pt x="160" y="76"/>
                      </a:lnTo>
                      <a:lnTo>
                        <a:pt x="164" y="76"/>
                      </a:lnTo>
                      <a:lnTo>
                        <a:pt x="160" y="76"/>
                      </a:lnTo>
                      <a:lnTo>
                        <a:pt x="160" y="72"/>
                      </a:lnTo>
                      <a:lnTo>
                        <a:pt x="168" y="76"/>
                      </a:lnTo>
                      <a:lnTo>
                        <a:pt x="172" y="78"/>
                      </a:lnTo>
                      <a:lnTo>
                        <a:pt x="172" y="76"/>
                      </a:lnTo>
                      <a:lnTo>
                        <a:pt x="168" y="76"/>
                      </a:lnTo>
                      <a:lnTo>
                        <a:pt x="164" y="72"/>
                      </a:lnTo>
                      <a:lnTo>
                        <a:pt x="168" y="72"/>
                      </a:lnTo>
                      <a:lnTo>
                        <a:pt x="172" y="72"/>
                      </a:lnTo>
                      <a:lnTo>
                        <a:pt x="176" y="72"/>
                      </a:lnTo>
                      <a:lnTo>
                        <a:pt x="180" y="76"/>
                      </a:lnTo>
                      <a:lnTo>
                        <a:pt x="180" y="72"/>
                      </a:lnTo>
                      <a:lnTo>
                        <a:pt x="176" y="72"/>
                      </a:lnTo>
                      <a:lnTo>
                        <a:pt x="180" y="72"/>
                      </a:lnTo>
                      <a:lnTo>
                        <a:pt x="184" y="72"/>
                      </a:lnTo>
                      <a:lnTo>
                        <a:pt x="180" y="72"/>
                      </a:lnTo>
                      <a:lnTo>
                        <a:pt x="184" y="72"/>
                      </a:lnTo>
                      <a:lnTo>
                        <a:pt x="184" y="68"/>
                      </a:lnTo>
                      <a:lnTo>
                        <a:pt x="180" y="68"/>
                      </a:lnTo>
                      <a:lnTo>
                        <a:pt x="176" y="68"/>
                      </a:lnTo>
                      <a:lnTo>
                        <a:pt x="176" y="72"/>
                      </a:lnTo>
                      <a:lnTo>
                        <a:pt x="176" y="68"/>
                      </a:lnTo>
                      <a:lnTo>
                        <a:pt x="172" y="68"/>
                      </a:lnTo>
                      <a:lnTo>
                        <a:pt x="168" y="72"/>
                      </a:lnTo>
                      <a:lnTo>
                        <a:pt x="164" y="68"/>
                      </a:lnTo>
                      <a:lnTo>
                        <a:pt x="168" y="68"/>
                      </a:lnTo>
                      <a:lnTo>
                        <a:pt x="168" y="64"/>
                      </a:lnTo>
                      <a:lnTo>
                        <a:pt x="172" y="64"/>
                      </a:lnTo>
                      <a:lnTo>
                        <a:pt x="176" y="64"/>
                      </a:lnTo>
                      <a:lnTo>
                        <a:pt x="180" y="64"/>
                      </a:lnTo>
                      <a:lnTo>
                        <a:pt x="184" y="64"/>
                      </a:lnTo>
                      <a:lnTo>
                        <a:pt x="180" y="64"/>
                      </a:lnTo>
                      <a:lnTo>
                        <a:pt x="176" y="60"/>
                      </a:lnTo>
                      <a:lnTo>
                        <a:pt x="180" y="60"/>
                      </a:lnTo>
                      <a:lnTo>
                        <a:pt x="184" y="60"/>
                      </a:lnTo>
                      <a:lnTo>
                        <a:pt x="188" y="60"/>
                      </a:lnTo>
                      <a:lnTo>
                        <a:pt x="184" y="60"/>
                      </a:lnTo>
                      <a:lnTo>
                        <a:pt x="180" y="60"/>
                      </a:lnTo>
                      <a:lnTo>
                        <a:pt x="184" y="60"/>
                      </a:lnTo>
                      <a:lnTo>
                        <a:pt x="184" y="56"/>
                      </a:lnTo>
                      <a:lnTo>
                        <a:pt x="184" y="60"/>
                      </a:lnTo>
                      <a:lnTo>
                        <a:pt x="188" y="60"/>
                      </a:lnTo>
                      <a:lnTo>
                        <a:pt x="184" y="56"/>
                      </a:lnTo>
                      <a:lnTo>
                        <a:pt x="180" y="56"/>
                      </a:lnTo>
                      <a:lnTo>
                        <a:pt x="184" y="52"/>
                      </a:lnTo>
                      <a:lnTo>
                        <a:pt x="188" y="52"/>
                      </a:lnTo>
                      <a:lnTo>
                        <a:pt x="190" y="52"/>
                      </a:lnTo>
                      <a:lnTo>
                        <a:pt x="188" y="50"/>
                      </a:lnTo>
                      <a:lnTo>
                        <a:pt x="190" y="50"/>
                      </a:lnTo>
                      <a:lnTo>
                        <a:pt x="190" y="46"/>
                      </a:lnTo>
                      <a:lnTo>
                        <a:pt x="190" y="42"/>
                      </a:lnTo>
                      <a:lnTo>
                        <a:pt x="194" y="46"/>
                      </a:lnTo>
                      <a:lnTo>
                        <a:pt x="194" y="50"/>
                      </a:lnTo>
                      <a:lnTo>
                        <a:pt x="198" y="50"/>
                      </a:lnTo>
                      <a:lnTo>
                        <a:pt x="202" y="50"/>
                      </a:lnTo>
                      <a:lnTo>
                        <a:pt x="198" y="46"/>
                      </a:lnTo>
                      <a:lnTo>
                        <a:pt x="194" y="46"/>
                      </a:lnTo>
                      <a:lnTo>
                        <a:pt x="194" y="42"/>
                      </a:lnTo>
                      <a:lnTo>
                        <a:pt x="198" y="42"/>
                      </a:lnTo>
                      <a:lnTo>
                        <a:pt x="202" y="42"/>
                      </a:lnTo>
                      <a:lnTo>
                        <a:pt x="202" y="46"/>
                      </a:lnTo>
                      <a:lnTo>
                        <a:pt x="206" y="46"/>
                      </a:lnTo>
                      <a:lnTo>
                        <a:pt x="210" y="50"/>
                      </a:lnTo>
                      <a:lnTo>
                        <a:pt x="206" y="50"/>
                      </a:lnTo>
                      <a:lnTo>
                        <a:pt x="210" y="50"/>
                      </a:lnTo>
                      <a:lnTo>
                        <a:pt x="210" y="46"/>
                      </a:lnTo>
                      <a:lnTo>
                        <a:pt x="206" y="46"/>
                      </a:lnTo>
                      <a:lnTo>
                        <a:pt x="202" y="46"/>
                      </a:lnTo>
                      <a:lnTo>
                        <a:pt x="202" y="42"/>
                      </a:lnTo>
                      <a:lnTo>
                        <a:pt x="206" y="42"/>
                      </a:lnTo>
                      <a:lnTo>
                        <a:pt x="202" y="42"/>
                      </a:lnTo>
                      <a:lnTo>
                        <a:pt x="202" y="38"/>
                      </a:lnTo>
                      <a:lnTo>
                        <a:pt x="206" y="38"/>
                      </a:lnTo>
                      <a:lnTo>
                        <a:pt x="206" y="34"/>
                      </a:lnTo>
                      <a:lnTo>
                        <a:pt x="214" y="34"/>
                      </a:lnTo>
                      <a:lnTo>
                        <a:pt x="214" y="38"/>
                      </a:lnTo>
                      <a:lnTo>
                        <a:pt x="214" y="42"/>
                      </a:lnTo>
                      <a:lnTo>
                        <a:pt x="210" y="42"/>
                      </a:lnTo>
                      <a:lnTo>
                        <a:pt x="210" y="46"/>
                      </a:lnTo>
                      <a:lnTo>
                        <a:pt x="214" y="46"/>
                      </a:lnTo>
                      <a:lnTo>
                        <a:pt x="214" y="42"/>
                      </a:lnTo>
                      <a:lnTo>
                        <a:pt x="214" y="38"/>
                      </a:lnTo>
                      <a:lnTo>
                        <a:pt x="218" y="34"/>
                      </a:lnTo>
                      <a:lnTo>
                        <a:pt x="218" y="30"/>
                      </a:lnTo>
                      <a:lnTo>
                        <a:pt x="220" y="30"/>
                      </a:lnTo>
                      <a:lnTo>
                        <a:pt x="220" y="34"/>
                      </a:lnTo>
                      <a:lnTo>
                        <a:pt x="220" y="38"/>
                      </a:lnTo>
                      <a:lnTo>
                        <a:pt x="220" y="42"/>
                      </a:lnTo>
                      <a:lnTo>
                        <a:pt x="220" y="46"/>
                      </a:lnTo>
                      <a:lnTo>
                        <a:pt x="218" y="46"/>
                      </a:lnTo>
                      <a:lnTo>
                        <a:pt x="218" y="50"/>
                      </a:lnTo>
                      <a:lnTo>
                        <a:pt x="220" y="46"/>
                      </a:lnTo>
                      <a:lnTo>
                        <a:pt x="224" y="42"/>
                      </a:lnTo>
                      <a:lnTo>
                        <a:pt x="228" y="42"/>
                      </a:lnTo>
                      <a:lnTo>
                        <a:pt x="224" y="42"/>
                      </a:lnTo>
                      <a:lnTo>
                        <a:pt x="224" y="38"/>
                      </a:lnTo>
                      <a:lnTo>
                        <a:pt x="228" y="34"/>
                      </a:lnTo>
                      <a:lnTo>
                        <a:pt x="232" y="30"/>
                      </a:lnTo>
                      <a:lnTo>
                        <a:pt x="232" y="34"/>
                      </a:lnTo>
                      <a:lnTo>
                        <a:pt x="228" y="34"/>
                      </a:lnTo>
                      <a:lnTo>
                        <a:pt x="232" y="34"/>
                      </a:lnTo>
                      <a:lnTo>
                        <a:pt x="236" y="30"/>
                      </a:lnTo>
                      <a:lnTo>
                        <a:pt x="240" y="30"/>
                      </a:lnTo>
                      <a:lnTo>
                        <a:pt x="240" y="34"/>
                      </a:lnTo>
                      <a:lnTo>
                        <a:pt x="244" y="34"/>
                      </a:lnTo>
                      <a:lnTo>
                        <a:pt x="244" y="38"/>
                      </a:lnTo>
                      <a:lnTo>
                        <a:pt x="248" y="38"/>
                      </a:lnTo>
                      <a:lnTo>
                        <a:pt x="248" y="34"/>
                      </a:lnTo>
                      <a:lnTo>
                        <a:pt x="244" y="30"/>
                      </a:lnTo>
                      <a:lnTo>
                        <a:pt x="248" y="30"/>
                      </a:lnTo>
                      <a:lnTo>
                        <a:pt x="248" y="26"/>
                      </a:lnTo>
                      <a:lnTo>
                        <a:pt x="244" y="26"/>
                      </a:lnTo>
                      <a:lnTo>
                        <a:pt x="244" y="30"/>
                      </a:lnTo>
                      <a:lnTo>
                        <a:pt x="240" y="30"/>
                      </a:lnTo>
                      <a:lnTo>
                        <a:pt x="236" y="26"/>
                      </a:lnTo>
                      <a:lnTo>
                        <a:pt x="236" y="22"/>
                      </a:lnTo>
                      <a:lnTo>
                        <a:pt x="240" y="22"/>
                      </a:lnTo>
                      <a:lnTo>
                        <a:pt x="244" y="22"/>
                      </a:lnTo>
                      <a:lnTo>
                        <a:pt x="248" y="22"/>
                      </a:lnTo>
                      <a:lnTo>
                        <a:pt x="250" y="22"/>
                      </a:lnTo>
                      <a:lnTo>
                        <a:pt x="250" y="26"/>
                      </a:lnTo>
                      <a:lnTo>
                        <a:pt x="254" y="26"/>
                      </a:lnTo>
                      <a:lnTo>
                        <a:pt x="250" y="26"/>
                      </a:lnTo>
                      <a:lnTo>
                        <a:pt x="250" y="22"/>
                      </a:lnTo>
                      <a:lnTo>
                        <a:pt x="254" y="22"/>
                      </a:lnTo>
                      <a:lnTo>
                        <a:pt x="258" y="26"/>
                      </a:lnTo>
                      <a:lnTo>
                        <a:pt x="254" y="26"/>
                      </a:lnTo>
                      <a:lnTo>
                        <a:pt x="250" y="26"/>
                      </a:lnTo>
                      <a:lnTo>
                        <a:pt x="250" y="30"/>
                      </a:lnTo>
                      <a:lnTo>
                        <a:pt x="250" y="26"/>
                      </a:lnTo>
                      <a:lnTo>
                        <a:pt x="254" y="26"/>
                      </a:lnTo>
                      <a:lnTo>
                        <a:pt x="258" y="26"/>
                      </a:lnTo>
                      <a:lnTo>
                        <a:pt x="258" y="30"/>
                      </a:lnTo>
                      <a:lnTo>
                        <a:pt x="262" y="30"/>
                      </a:lnTo>
                      <a:lnTo>
                        <a:pt x="266" y="30"/>
                      </a:lnTo>
                      <a:lnTo>
                        <a:pt x="262" y="30"/>
                      </a:lnTo>
                      <a:lnTo>
                        <a:pt x="262" y="26"/>
                      </a:lnTo>
                      <a:lnTo>
                        <a:pt x="266" y="26"/>
                      </a:lnTo>
                      <a:lnTo>
                        <a:pt x="266" y="22"/>
                      </a:lnTo>
                      <a:lnTo>
                        <a:pt x="270" y="20"/>
                      </a:lnTo>
                      <a:lnTo>
                        <a:pt x="274" y="20"/>
                      </a:lnTo>
                      <a:lnTo>
                        <a:pt x="274" y="16"/>
                      </a:lnTo>
                      <a:lnTo>
                        <a:pt x="276" y="20"/>
                      </a:lnTo>
                      <a:lnTo>
                        <a:pt x="276" y="16"/>
                      </a:lnTo>
                      <a:lnTo>
                        <a:pt x="276" y="12"/>
                      </a:lnTo>
                      <a:lnTo>
                        <a:pt x="280" y="12"/>
                      </a:lnTo>
                      <a:lnTo>
                        <a:pt x="280" y="16"/>
                      </a:lnTo>
                      <a:lnTo>
                        <a:pt x="284" y="16"/>
                      </a:lnTo>
                      <a:lnTo>
                        <a:pt x="284" y="12"/>
                      </a:lnTo>
                      <a:lnTo>
                        <a:pt x="280" y="12"/>
                      </a:lnTo>
                      <a:lnTo>
                        <a:pt x="276" y="12"/>
                      </a:lnTo>
                      <a:lnTo>
                        <a:pt x="276" y="8"/>
                      </a:lnTo>
                      <a:lnTo>
                        <a:pt x="280" y="8"/>
                      </a:lnTo>
                      <a:lnTo>
                        <a:pt x="280" y="12"/>
                      </a:lnTo>
                      <a:lnTo>
                        <a:pt x="284" y="8"/>
                      </a:lnTo>
                      <a:lnTo>
                        <a:pt x="280" y="8"/>
                      </a:lnTo>
                      <a:lnTo>
                        <a:pt x="280" y="4"/>
                      </a:lnTo>
                      <a:lnTo>
                        <a:pt x="284" y="4"/>
                      </a:lnTo>
                      <a:lnTo>
                        <a:pt x="284" y="8"/>
                      </a:lnTo>
                      <a:lnTo>
                        <a:pt x="288" y="8"/>
                      </a:lnTo>
                      <a:lnTo>
                        <a:pt x="288" y="4"/>
                      </a:lnTo>
                      <a:lnTo>
                        <a:pt x="288" y="8"/>
                      </a:lnTo>
                      <a:lnTo>
                        <a:pt x="292" y="8"/>
                      </a:lnTo>
                      <a:lnTo>
                        <a:pt x="292" y="4"/>
                      </a:lnTo>
                      <a:lnTo>
                        <a:pt x="296" y="4"/>
                      </a:lnTo>
                      <a:lnTo>
                        <a:pt x="296" y="8"/>
                      </a:lnTo>
                      <a:lnTo>
                        <a:pt x="300" y="8"/>
                      </a:lnTo>
                      <a:lnTo>
                        <a:pt x="296" y="12"/>
                      </a:lnTo>
                      <a:lnTo>
                        <a:pt x="292" y="16"/>
                      </a:lnTo>
                      <a:lnTo>
                        <a:pt x="288" y="16"/>
                      </a:lnTo>
                      <a:lnTo>
                        <a:pt x="292" y="16"/>
                      </a:lnTo>
                      <a:lnTo>
                        <a:pt x="292" y="20"/>
                      </a:lnTo>
                      <a:lnTo>
                        <a:pt x="288" y="20"/>
                      </a:lnTo>
                      <a:lnTo>
                        <a:pt x="288" y="22"/>
                      </a:lnTo>
                      <a:lnTo>
                        <a:pt x="288" y="26"/>
                      </a:lnTo>
                      <a:lnTo>
                        <a:pt x="288" y="30"/>
                      </a:lnTo>
                      <a:lnTo>
                        <a:pt x="288" y="26"/>
                      </a:lnTo>
                      <a:lnTo>
                        <a:pt x="292" y="26"/>
                      </a:lnTo>
                      <a:lnTo>
                        <a:pt x="296" y="22"/>
                      </a:lnTo>
                      <a:lnTo>
                        <a:pt x="296" y="20"/>
                      </a:lnTo>
                      <a:lnTo>
                        <a:pt x="300" y="16"/>
                      </a:lnTo>
                      <a:lnTo>
                        <a:pt x="304" y="16"/>
                      </a:lnTo>
                      <a:lnTo>
                        <a:pt x="306" y="12"/>
                      </a:lnTo>
                      <a:lnTo>
                        <a:pt x="306" y="8"/>
                      </a:lnTo>
                      <a:lnTo>
                        <a:pt x="310" y="8"/>
                      </a:lnTo>
                      <a:lnTo>
                        <a:pt x="310" y="4"/>
                      </a:lnTo>
                      <a:lnTo>
                        <a:pt x="310" y="8"/>
                      </a:lnTo>
                      <a:lnTo>
                        <a:pt x="310" y="12"/>
                      </a:lnTo>
                      <a:lnTo>
                        <a:pt x="306" y="12"/>
                      </a:lnTo>
                      <a:lnTo>
                        <a:pt x="306" y="16"/>
                      </a:lnTo>
                      <a:lnTo>
                        <a:pt x="306" y="12"/>
                      </a:lnTo>
                      <a:lnTo>
                        <a:pt x="310" y="12"/>
                      </a:lnTo>
                      <a:lnTo>
                        <a:pt x="310" y="16"/>
                      </a:lnTo>
                      <a:lnTo>
                        <a:pt x="310" y="20"/>
                      </a:lnTo>
                      <a:lnTo>
                        <a:pt x="310" y="22"/>
                      </a:lnTo>
                      <a:lnTo>
                        <a:pt x="310" y="20"/>
                      </a:lnTo>
                      <a:lnTo>
                        <a:pt x="314" y="20"/>
                      </a:lnTo>
                      <a:lnTo>
                        <a:pt x="318" y="20"/>
                      </a:lnTo>
                      <a:lnTo>
                        <a:pt x="314" y="16"/>
                      </a:lnTo>
                      <a:lnTo>
                        <a:pt x="318" y="16"/>
                      </a:lnTo>
                      <a:lnTo>
                        <a:pt x="318" y="12"/>
                      </a:lnTo>
                      <a:lnTo>
                        <a:pt x="322" y="12"/>
                      </a:lnTo>
                      <a:lnTo>
                        <a:pt x="322" y="8"/>
                      </a:lnTo>
                      <a:lnTo>
                        <a:pt x="326" y="8"/>
                      </a:lnTo>
                      <a:lnTo>
                        <a:pt x="322" y="8"/>
                      </a:lnTo>
                      <a:lnTo>
                        <a:pt x="318" y="8"/>
                      </a:lnTo>
                      <a:lnTo>
                        <a:pt x="318" y="4"/>
                      </a:lnTo>
                      <a:lnTo>
                        <a:pt x="322" y="4"/>
                      </a:lnTo>
                      <a:lnTo>
                        <a:pt x="326" y="0"/>
                      </a:lnTo>
                      <a:lnTo>
                        <a:pt x="326" y="4"/>
                      </a:lnTo>
                      <a:lnTo>
                        <a:pt x="330" y="4"/>
                      </a:lnTo>
                      <a:lnTo>
                        <a:pt x="332" y="4"/>
                      </a:lnTo>
                      <a:lnTo>
                        <a:pt x="336" y="4"/>
                      </a:lnTo>
                      <a:lnTo>
                        <a:pt x="336" y="8"/>
                      </a:lnTo>
                      <a:lnTo>
                        <a:pt x="332" y="12"/>
                      </a:lnTo>
                      <a:lnTo>
                        <a:pt x="330" y="12"/>
                      </a:lnTo>
                      <a:lnTo>
                        <a:pt x="326" y="12"/>
                      </a:lnTo>
                      <a:lnTo>
                        <a:pt x="330" y="12"/>
                      </a:lnTo>
                      <a:lnTo>
                        <a:pt x="332" y="12"/>
                      </a:lnTo>
                      <a:lnTo>
                        <a:pt x="330" y="12"/>
                      </a:lnTo>
                      <a:lnTo>
                        <a:pt x="326" y="16"/>
                      </a:lnTo>
                      <a:lnTo>
                        <a:pt x="330" y="16"/>
                      </a:lnTo>
                      <a:lnTo>
                        <a:pt x="332" y="12"/>
                      </a:lnTo>
                      <a:lnTo>
                        <a:pt x="332" y="16"/>
                      </a:lnTo>
                      <a:lnTo>
                        <a:pt x="330" y="16"/>
                      </a:lnTo>
                      <a:lnTo>
                        <a:pt x="330" y="20"/>
                      </a:lnTo>
                      <a:lnTo>
                        <a:pt x="332" y="20"/>
                      </a:lnTo>
                      <a:lnTo>
                        <a:pt x="330" y="20"/>
                      </a:lnTo>
                      <a:lnTo>
                        <a:pt x="332" y="20"/>
                      </a:lnTo>
                      <a:lnTo>
                        <a:pt x="332" y="16"/>
                      </a:lnTo>
                      <a:lnTo>
                        <a:pt x="336" y="20"/>
                      </a:lnTo>
                      <a:lnTo>
                        <a:pt x="332" y="20"/>
                      </a:lnTo>
                      <a:lnTo>
                        <a:pt x="332" y="22"/>
                      </a:lnTo>
                      <a:lnTo>
                        <a:pt x="332" y="26"/>
                      </a:lnTo>
                      <a:lnTo>
                        <a:pt x="330" y="30"/>
                      </a:lnTo>
                      <a:lnTo>
                        <a:pt x="332" y="30"/>
                      </a:lnTo>
                      <a:lnTo>
                        <a:pt x="332" y="26"/>
                      </a:lnTo>
                      <a:lnTo>
                        <a:pt x="332" y="22"/>
                      </a:lnTo>
                      <a:lnTo>
                        <a:pt x="332" y="20"/>
                      </a:lnTo>
                      <a:lnTo>
                        <a:pt x="336" y="20"/>
                      </a:lnTo>
                      <a:lnTo>
                        <a:pt x="336" y="16"/>
                      </a:lnTo>
                      <a:lnTo>
                        <a:pt x="336" y="12"/>
                      </a:lnTo>
                      <a:lnTo>
                        <a:pt x="340" y="8"/>
                      </a:lnTo>
                      <a:lnTo>
                        <a:pt x="344" y="8"/>
                      </a:lnTo>
                      <a:lnTo>
                        <a:pt x="348" y="8"/>
                      </a:lnTo>
                      <a:lnTo>
                        <a:pt x="348" y="12"/>
                      </a:lnTo>
                      <a:lnTo>
                        <a:pt x="350" y="12"/>
                      </a:lnTo>
                      <a:lnTo>
                        <a:pt x="354" y="12"/>
                      </a:lnTo>
                      <a:lnTo>
                        <a:pt x="354" y="16"/>
                      </a:lnTo>
                      <a:lnTo>
                        <a:pt x="354" y="12"/>
                      </a:lnTo>
                      <a:lnTo>
                        <a:pt x="358" y="12"/>
                      </a:lnTo>
                      <a:lnTo>
                        <a:pt x="362" y="12"/>
                      </a:lnTo>
                      <a:lnTo>
                        <a:pt x="362" y="16"/>
                      </a:lnTo>
                      <a:lnTo>
                        <a:pt x="358" y="16"/>
                      </a:lnTo>
                      <a:lnTo>
                        <a:pt x="362" y="16"/>
                      </a:lnTo>
                      <a:lnTo>
                        <a:pt x="366" y="16"/>
                      </a:lnTo>
                      <a:lnTo>
                        <a:pt x="366" y="20"/>
                      </a:lnTo>
                      <a:lnTo>
                        <a:pt x="370" y="20"/>
                      </a:lnTo>
                      <a:lnTo>
                        <a:pt x="374" y="20"/>
                      </a:lnTo>
                      <a:lnTo>
                        <a:pt x="374" y="22"/>
                      </a:lnTo>
                      <a:lnTo>
                        <a:pt x="370" y="22"/>
                      </a:lnTo>
                      <a:lnTo>
                        <a:pt x="366" y="22"/>
                      </a:lnTo>
                      <a:lnTo>
                        <a:pt x="362" y="26"/>
                      </a:lnTo>
                      <a:lnTo>
                        <a:pt x="358" y="26"/>
                      </a:lnTo>
                      <a:lnTo>
                        <a:pt x="358" y="30"/>
                      </a:lnTo>
                      <a:lnTo>
                        <a:pt x="354" y="30"/>
                      </a:lnTo>
                      <a:lnTo>
                        <a:pt x="354" y="26"/>
                      </a:lnTo>
                      <a:lnTo>
                        <a:pt x="350" y="26"/>
                      </a:lnTo>
                      <a:lnTo>
                        <a:pt x="348" y="26"/>
                      </a:lnTo>
                      <a:lnTo>
                        <a:pt x="344" y="26"/>
                      </a:lnTo>
                      <a:lnTo>
                        <a:pt x="340" y="26"/>
                      </a:lnTo>
                      <a:lnTo>
                        <a:pt x="344" y="30"/>
                      </a:lnTo>
                      <a:lnTo>
                        <a:pt x="348" y="30"/>
                      </a:lnTo>
                      <a:lnTo>
                        <a:pt x="350" y="30"/>
                      </a:lnTo>
                      <a:lnTo>
                        <a:pt x="354" y="30"/>
                      </a:lnTo>
                      <a:lnTo>
                        <a:pt x="350" y="30"/>
                      </a:lnTo>
                      <a:lnTo>
                        <a:pt x="350" y="34"/>
                      </a:lnTo>
                      <a:lnTo>
                        <a:pt x="348" y="34"/>
                      </a:lnTo>
                      <a:lnTo>
                        <a:pt x="350" y="34"/>
                      </a:lnTo>
                      <a:lnTo>
                        <a:pt x="354" y="34"/>
                      </a:lnTo>
                      <a:lnTo>
                        <a:pt x="350" y="38"/>
                      </a:lnTo>
                      <a:lnTo>
                        <a:pt x="354" y="38"/>
                      </a:lnTo>
                      <a:lnTo>
                        <a:pt x="358" y="38"/>
                      </a:lnTo>
                      <a:lnTo>
                        <a:pt x="362" y="38"/>
                      </a:lnTo>
                      <a:lnTo>
                        <a:pt x="358" y="38"/>
                      </a:lnTo>
                      <a:lnTo>
                        <a:pt x="362" y="38"/>
                      </a:lnTo>
                      <a:lnTo>
                        <a:pt x="358" y="34"/>
                      </a:lnTo>
                      <a:lnTo>
                        <a:pt x="362" y="34"/>
                      </a:lnTo>
                      <a:lnTo>
                        <a:pt x="362" y="38"/>
                      </a:lnTo>
                      <a:lnTo>
                        <a:pt x="366" y="38"/>
                      </a:lnTo>
                      <a:lnTo>
                        <a:pt x="366" y="34"/>
                      </a:lnTo>
                      <a:lnTo>
                        <a:pt x="370" y="34"/>
                      </a:lnTo>
                      <a:lnTo>
                        <a:pt x="370" y="38"/>
                      </a:lnTo>
                      <a:lnTo>
                        <a:pt x="370" y="42"/>
                      </a:lnTo>
                      <a:lnTo>
                        <a:pt x="366" y="42"/>
                      </a:lnTo>
                      <a:lnTo>
                        <a:pt x="362" y="42"/>
                      </a:lnTo>
                      <a:lnTo>
                        <a:pt x="362" y="38"/>
                      </a:lnTo>
                      <a:lnTo>
                        <a:pt x="358" y="38"/>
                      </a:lnTo>
                      <a:lnTo>
                        <a:pt x="362" y="42"/>
                      </a:lnTo>
                      <a:lnTo>
                        <a:pt x="358" y="42"/>
                      </a:lnTo>
                      <a:lnTo>
                        <a:pt x="354" y="46"/>
                      </a:lnTo>
                      <a:lnTo>
                        <a:pt x="350" y="46"/>
                      </a:lnTo>
                      <a:lnTo>
                        <a:pt x="348" y="50"/>
                      </a:lnTo>
                      <a:lnTo>
                        <a:pt x="348" y="52"/>
                      </a:lnTo>
                      <a:lnTo>
                        <a:pt x="344" y="52"/>
                      </a:lnTo>
                      <a:lnTo>
                        <a:pt x="344" y="56"/>
                      </a:lnTo>
                      <a:lnTo>
                        <a:pt x="344" y="52"/>
                      </a:lnTo>
                      <a:lnTo>
                        <a:pt x="340" y="52"/>
                      </a:lnTo>
                      <a:lnTo>
                        <a:pt x="340" y="50"/>
                      </a:lnTo>
                      <a:lnTo>
                        <a:pt x="344" y="50"/>
                      </a:lnTo>
                      <a:lnTo>
                        <a:pt x="344" y="46"/>
                      </a:lnTo>
                      <a:lnTo>
                        <a:pt x="348" y="46"/>
                      </a:lnTo>
                      <a:lnTo>
                        <a:pt x="348" y="42"/>
                      </a:lnTo>
                      <a:lnTo>
                        <a:pt x="348" y="38"/>
                      </a:lnTo>
                      <a:lnTo>
                        <a:pt x="344" y="38"/>
                      </a:lnTo>
                      <a:lnTo>
                        <a:pt x="340" y="38"/>
                      </a:lnTo>
                      <a:lnTo>
                        <a:pt x="336" y="34"/>
                      </a:lnTo>
                      <a:lnTo>
                        <a:pt x="332" y="34"/>
                      </a:lnTo>
                      <a:lnTo>
                        <a:pt x="332" y="30"/>
                      </a:lnTo>
                      <a:lnTo>
                        <a:pt x="330" y="30"/>
                      </a:lnTo>
                      <a:lnTo>
                        <a:pt x="330" y="26"/>
                      </a:lnTo>
                      <a:lnTo>
                        <a:pt x="326" y="26"/>
                      </a:lnTo>
                      <a:lnTo>
                        <a:pt x="322" y="30"/>
                      </a:lnTo>
                      <a:lnTo>
                        <a:pt x="318" y="30"/>
                      </a:lnTo>
                      <a:lnTo>
                        <a:pt x="318" y="34"/>
                      </a:lnTo>
                      <a:lnTo>
                        <a:pt x="314" y="30"/>
                      </a:lnTo>
                      <a:lnTo>
                        <a:pt x="310" y="30"/>
                      </a:lnTo>
                      <a:lnTo>
                        <a:pt x="306" y="30"/>
                      </a:lnTo>
                      <a:lnTo>
                        <a:pt x="306" y="34"/>
                      </a:lnTo>
                      <a:lnTo>
                        <a:pt x="304" y="38"/>
                      </a:lnTo>
                      <a:lnTo>
                        <a:pt x="300" y="38"/>
                      </a:lnTo>
                      <a:lnTo>
                        <a:pt x="304" y="38"/>
                      </a:lnTo>
                      <a:lnTo>
                        <a:pt x="304" y="42"/>
                      </a:lnTo>
                      <a:lnTo>
                        <a:pt x="300" y="42"/>
                      </a:lnTo>
                      <a:lnTo>
                        <a:pt x="300" y="46"/>
                      </a:lnTo>
                      <a:lnTo>
                        <a:pt x="300" y="50"/>
                      </a:lnTo>
                      <a:lnTo>
                        <a:pt x="300" y="52"/>
                      </a:lnTo>
                      <a:lnTo>
                        <a:pt x="300" y="56"/>
                      </a:lnTo>
                      <a:lnTo>
                        <a:pt x="296" y="56"/>
                      </a:lnTo>
                      <a:lnTo>
                        <a:pt x="296" y="60"/>
                      </a:lnTo>
                      <a:lnTo>
                        <a:pt x="296" y="56"/>
                      </a:lnTo>
                      <a:lnTo>
                        <a:pt x="292" y="56"/>
                      </a:lnTo>
                      <a:lnTo>
                        <a:pt x="292" y="60"/>
                      </a:lnTo>
                      <a:lnTo>
                        <a:pt x="288" y="60"/>
                      </a:lnTo>
                      <a:lnTo>
                        <a:pt x="288" y="64"/>
                      </a:lnTo>
                      <a:lnTo>
                        <a:pt x="288" y="68"/>
                      </a:lnTo>
                      <a:lnTo>
                        <a:pt x="284" y="64"/>
                      </a:lnTo>
                      <a:lnTo>
                        <a:pt x="280" y="64"/>
                      </a:lnTo>
                      <a:lnTo>
                        <a:pt x="276" y="64"/>
                      </a:lnTo>
                      <a:lnTo>
                        <a:pt x="276" y="60"/>
                      </a:lnTo>
                      <a:lnTo>
                        <a:pt x="274" y="60"/>
                      </a:lnTo>
                      <a:lnTo>
                        <a:pt x="270" y="60"/>
                      </a:lnTo>
                      <a:lnTo>
                        <a:pt x="270" y="64"/>
                      </a:lnTo>
                      <a:lnTo>
                        <a:pt x="266" y="64"/>
                      </a:lnTo>
                      <a:lnTo>
                        <a:pt x="262" y="64"/>
                      </a:lnTo>
                      <a:lnTo>
                        <a:pt x="258" y="64"/>
                      </a:lnTo>
                      <a:lnTo>
                        <a:pt x="254" y="60"/>
                      </a:lnTo>
                      <a:lnTo>
                        <a:pt x="250" y="64"/>
                      </a:lnTo>
                      <a:lnTo>
                        <a:pt x="250" y="60"/>
                      </a:lnTo>
                      <a:lnTo>
                        <a:pt x="248" y="56"/>
                      </a:lnTo>
                      <a:lnTo>
                        <a:pt x="248" y="52"/>
                      </a:lnTo>
                      <a:lnTo>
                        <a:pt x="244" y="52"/>
                      </a:lnTo>
                      <a:lnTo>
                        <a:pt x="240" y="50"/>
                      </a:lnTo>
                      <a:lnTo>
                        <a:pt x="236" y="50"/>
                      </a:lnTo>
                      <a:lnTo>
                        <a:pt x="232" y="50"/>
                      </a:lnTo>
                      <a:lnTo>
                        <a:pt x="232" y="52"/>
                      </a:lnTo>
                      <a:lnTo>
                        <a:pt x="232" y="56"/>
                      </a:lnTo>
                      <a:lnTo>
                        <a:pt x="232" y="52"/>
                      </a:lnTo>
                      <a:lnTo>
                        <a:pt x="228" y="52"/>
                      </a:lnTo>
                      <a:lnTo>
                        <a:pt x="224" y="52"/>
                      </a:lnTo>
                      <a:lnTo>
                        <a:pt x="218" y="52"/>
                      </a:lnTo>
                      <a:lnTo>
                        <a:pt x="220" y="56"/>
                      </a:lnTo>
                      <a:lnTo>
                        <a:pt x="220" y="60"/>
                      </a:lnTo>
                      <a:lnTo>
                        <a:pt x="220" y="64"/>
                      </a:lnTo>
                      <a:lnTo>
                        <a:pt x="218" y="68"/>
                      </a:lnTo>
                      <a:lnTo>
                        <a:pt x="220" y="68"/>
                      </a:lnTo>
                      <a:lnTo>
                        <a:pt x="218" y="72"/>
                      </a:lnTo>
                      <a:lnTo>
                        <a:pt x="214" y="72"/>
                      </a:lnTo>
                      <a:lnTo>
                        <a:pt x="210" y="72"/>
                      </a:lnTo>
                      <a:lnTo>
                        <a:pt x="202" y="68"/>
                      </a:lnTo>
                      <a:lnTo>
                        <a:pt x="198" y="68"/>
                      </a:lnTo>
                      <a:lnTo>
                        <a:pt x="194" y="68"/>
                      </a:lnTo>
                      <a:lnTo>
                        <a:pt x="190" y="68"/>
                      </a:lnTo>
                      <a:lnTo>
                        <a:pt x="188" y="72"/>
                      </a:lnTo>
                      <a:lnTo>
                        <a:pt x="190" y="72"/>
                      </a:lnTo>
                      <a:lnTo>
                        <a:pt x="190" y="76"/>
                      </a:lnTo>
                      <a:lnTo>
                        <a:pt x="188" y="78"/>
                      </a:lnTo>
                      <a:lnTo>
                        <a:pt x="188" y="82"/>
                      </a:lnTo>
                      <a:lnTo>
                        <a:pt x="184" y="82"/>
                      </a:lnTo>
                      <a:lnTo>
                        <a:pt x="184" y="78"/>
                      </a:lnTo>
                      <a:lnTo>
                        <a:pt x="180" y="78"/>
                      </a:lnTo>
                      <a:lnTo>
                        <a:pt x="176" y="78"/>
                      </a:lnTo>
                      <a:lnTo>
                        <a:pt x="168" y="82"/>
                      </a:lnTo>
                      <a:lnTo>
                        <a:pt x="168" y="86"/>
                      </a:lnTo>
                      <a:lnTo>
                        <a:pt x="168" y="90"/>
                      </a:lnTo>
                      <a:lnTo>
                        <a:pt x="164" y="94"/>
                      </a:lnTo>
                      <a:lnTo>
                        <a:pt x="160" y="94"/>
                      </a:lnTo>
                      <a:lnTo>
                        <a:pt x="160" y="98"/>
                      </a:lnTo>
                      <a:lnTo>
                        <a:pt x="164" y="98"/>
                      </a:lnTo>
                      <a:lnTo>
                        <a:pt x="164" y="102"/>
                      </a:lnTo>
                      <a:lnTo>
                        <a:pt x="164" y="106"/>
                      </a:lnTo>
                      <a:lnTo>
                        <a:pt x="160" y="108"/>
                      </a:lnTo>
                      <a:lnTo>
                        <a:pt x="158" y="112"/>
                      </a:lnTo>
                      <a:lnTo>
                        <a:pt x="154" y="116"/>
                      </a:lnTo>
                      <a:lnTo>
                        <a:pt x="150" y="116"/>
                      </a:lnTo>
                      <a:lnTo>
                        <a:pt x="150" y="120"/>
                      </a:lnTo>
                      <a:lnTo>
                        <a:pt x="154" y="124"/>
                      </a:lnTo>
                      <a:lnTo>
                        <a:pt x="146" y="128"/>
                      </a:lnTo>
                      <a:lnTo>
                        <a:pt x="142" y="128"/>
                      </a:lnTo>
                      <a:lnTo>
                        <a:pt x="138" y="128"/>
                      </a:lnTo>
                      <a:lnTo>
                        <a:pt x="138" y="132"/>
                      </a:lnTo>
                      <a:lnTo>
                        <a:pt x="142" y="136"/>
                      </a:lnTo>
                      <a:lnTo>
                        <a:pt x="138" y="136"/>
                      </a:lnTo>
                      <a:lnTo>
                        <a:pt x="138" y="138"/>
                      </a:lnTo>
                      <a:lnTo>
                        <a:pt x="138" y="142"/>
                      </a:lnTo>
                      <a:lnTo>
                        <a:pt x="138" y="146"/>
                      </a:lnTo>
                      <a:lnTo>
                        <a:pt x="134" y="150"/>
                      </a:lnTo>
                      <a:lnTo>
                        <a:pt x="134" y="154"/>
                      </a:lnTo>
                      <a:lnTo>
                        <a:pt x="130" y="154"/>
                      </a:lnTo>
                      <a:lnTo>
                        <a:pt x="130" y="158"/>
                      </a:lnTo>
                      <a:lnTo>
                        <a:pt x="130" y="162"/>
                      </a:lnTo>
                      <a:lnTo>
                        <a:pt x="128" y="162"/>
                      </a:lnTo>
                      <a:lnTo>
                        <a:pt x="128" y="164"/>
                      </a:lnTo>
                      <a:lnTo>
                        <a:pt x="130" y="164"/>
                      </a:lnTo>
                      <a:lnTo>
                        <a:pt x="134" y="164"/>
                      </a:lnTo>
                      <a:lnTo>
                        <a:pt x="134" y="168"/>
                      </a:lnTo>
                      <a:lnTo>
                        <a:pt x="134" y="172"/>
                      </a:lnTo>
                      <a:lnTo>
                        <a:pt x="130" y="176"/>
                      </a:lnTo>
                      <a:lnTo>
                        <a:pt x="120" y="176"/>
                      </a:lnTo>
                      <a:lnTo>
                        <a:pt x="116" y="176"/>
                      </a:lnTo>
                      <a:lnTo>
                        <a:pt x="112" y="180"/>
                      </a:lnTo>
                      <a:lnTo>
                        <a:pt x="108" y="184"/>
                      </a:lnTo>
                      <a:lnTo>
                        <a:pt x="104" y="188"/>
                      </a:lnTo>
                      <a:lnTo>
                        <a:pt x="104" y="192"/>
                      </a:lnTo>
                      <a:lnTo>
                        <a:pt x="104" y="194"/>
                      </a:lnTo>
                      <a:lnTo>
                        <a:pt x="102" y="194"/>
                      </a:lnTo>
                      <a:lnTo>
                        <a:pt x="104" y="198"/>
                      </a:lnTo>
                      <a:lnTo>
                        <a:pt x="104" y="202"/>
                      </a:lnTo>
                      <a:lnTo>
                        <a:pt x="104" y="206"/>
                      </a:lnTo>
                      <a:lnTo>
                        <a:pt x="104" y="210"/>
                      </a:lnTo>
                      <a:lnTo>
                        <a:pt x="104" y="214"/>
                      </a:lnTo>
                      <a:lnTo>
                        <a:pt x="104" y="218"/>
                      </a:lnTo>
                      <a:lnTo>
                        <a:pt x="108" y="218"/>
                      </a:lnTo>
                      <a:lnTo>
                        <a:pt x="108" y="222"/>
                      </a:lnTo>
                      <a:lnTo>
                        <a:pt x="104" y="224"/>
                      </a:lnTo>
                      <a:lnTo>
                        <a:pt x="104" y="228"/>
                      </a:lnTo>
                      <a:lnTo>
                        <a:pt x="104" y="232"/>
                      </a:lnTo>
                      <a:lnTo>
                        <a:pt x="108" y="236"/>
                      </a:lnTo>
                      <a:lnTo>
                        <a:pt x="112" y="236"/>
                      </a:lnTo>
                      <a:lnTo>
                        <a:pt x="112" y="238"/>
                      </a:lnTo>
                      <a:lnTo>
                        <a:pt x="116" y="238"/>
                      </a:lnTo>
                      <a:lnTo>
                        <a:pt x="116" y="242"/>
                      </a:lnTo>
                      <a:lnTo>
                        <a:pt x="112" y="242"/>
                      </a:lnTo>
                      <a:lnTo>
                        <a:pt x="112" y="246"/>
                      </a:lnTo>
                      <a:lnTo>
                        <a:pt x="108" y="246"/>
                      </a:lnTo>
                      <a:lnTo>
                        <a:pt x="104" y="246"/>
                      </a:lnTo>
                      <a:lnTo>
                        <a:pt x="108" y="250"/>
                      </a:lnTo>
                      <a:lnTo>
                        <a:pt x="108" y="254"/>
                      </a:lnTo>
                      <a:lnTo>
                        <a:pt x="108" y="258"/>
                      </a:lnTo>
                      <a:lnTo>
                        <a:pt x="112" y="258"/>
                      </a:lnTo>
                      <a:lnTo>
                        <a:pt x="112" y="262"/>
                      </a:lnTo>
                      <a:lnTo>
                        <a:pt x="108" y="264"/>
                      </a:lnTo>
                      <a:lnTo>
                        <a:pt x="108" y="268"/>
                      </a:lnTo>
                      <a:lnTo>
                        <a:pt x="108" y="272"/>
                      </a:lnTo>
                      <a:lnTo>
                        <a:pt x="104" y="272"/>
                      </a:lnTo>
                      <a:lnTo>
                        <a:pt x="102" y="272"/>
                      </a:lnTo>
                      <a:lnTo>
                        <a:pt x="102" y="276"/>
                      </a:lnTo>
                      <a:lnTo>
                        <a:pt x="102" y="280"/>
                      </a:lnTo>
                      <a:lnTo>
                        <a:pt x="98" y="280"/>
                      </a:lnTo>
                      <a:lnTo>
                        <a:pt x="102" y="284"/>
                      </a:lnTo>
                      <a:lnTo>
                        <a:pt x="102" y="288"/>
                      </a:lnTo>
                      <a:lnTo>
                        <a:pt x="102" y="292"/>
                      </a:lnTo>
                      <a:lnTo>
                        <a:pt x="98" y="294"/>
                      </a:lnTo>
                      <a:lnTo>
                        <a:pt x="94" y="294"/>
                      </a:lnTo>
                      <a:lnTo>
                        <a:pt x="94" y="292"/>
                      </a:lnTo>
                      <a:lnTo>
                        <a:pt x="90" y="292"/>
                      </a:lnTo>
                      <a:lnTo>
                        <a:pt x="86" y="292"/>
                      </a:lnTo>
                      <a:lnTo>
                        <a:pt x="86" y="288"/>
                      </a:lnTo>
                      <a:lnTo>
                        <a:pt x="82" y="284"/>
                      </a:lnTo>
                      <a:lnTo>
                        <a:pt x="86" y="284"/>
                      </a:lnTo>
                      <a:lnTo>
                        <a:pt x="82" y="280"/>
                      </a:lnTo>
                      <a:lnTo>
                        <a:pt x="82" y="276"/>
                      </a:lnTo>
                      <a:lnTo>
                        <a:pt x="82" y="272"/>
                      </a:lnTo>
                      <a:lnTo>
                        <a:pt x="86" y="276"/>
                      </a:lnTo>
                      <a:lnTo>
                        <a:pt x="86" y="272"/>
                      </a:lnTo>
                      <a:lnTo>
                        <a:pt x="82" y="272"/>
                      </a:lnTo>
                      <a:lnTo>
                        <a:pt x="82" y="276"/>
                      </a:lnTo>
                      <a:lnTo>
                        <a:pt x="82" y="280"/>
                      </a:lnTo>
                      <a:lnTo>
                        <a:pt x="82" y="276"/>
                      </a:lnTo>
                      <a:lnTo>
                        <a:pt x="78" y="276"/>
                      </a:lnTo>
                      <a:lnTo>
                        <a:pt x="78" y="280"/>
                      </a:lnTo>
                      <a:lnTo>
                        <a:pt x="78" y="284"/>
                      </a:lnTo>
                      <a:lnTo>
                        <a:pt x="82" y="284"/>
                      </a:lnTo>
                      <a:lnTo>
                        <a:pt x="82" y="288"/>
                      </a:lnTo>
                      <a:lnTo>
                        <a:pt x="78" y="288"/>
                      </a:lnTo>
                      <a:lnTo>
                        <a:pt x="78" y="292"/>
                      </a:lnTo>
                      <a:lnTo>
                        <a:pt x="74" y="292"/>
                      </a:lnTo>
                      <a:lnTo>
                        <a:pt x="74" y="294"/>
                      </a:lnTo>
                      <a:lnTo>
                        <a:pt x="72" y="294"/>
                      </a:lnTo>
                      <a:lnTo>
                        <a:pt x="72" y="292"/>
                      </a:lnTo>
                      <a:lnTo>
                        <a:pt x="68" y="292"/>
                      </a:lnTo>
                      <a:lnTo>
                        <a:pt x="72" y="292"/>
                      </a:lnTo>
                      <a:lnTo>
                        <a:pt x="72" y="294"/>
                      </a:lnTo>
                      <a:lnTo>
                        <a:pt x="68" y="294"/>
                      </a:lnTo>
                      <a:lnTo>
                        <a:pt x="64" y="298"/>
                      </a:lnTo>
                      <a:lnTo>
                        <a:pt x="64" y="302"/>
                      </a:lnTo>
                      <a:lnTo>
                        <a:pt x="60" y="302"/>
                      </a:lnTo>
                      <a:lnTo>
                        <a:pt x="60" y="306"/>
                      </a:lnTo>
                      <a:lnTo>
                        <a:pt x="56" y="306"/>
                      </a:lnTo>
                      <a:lnTo>
                        <a:pt x="52" y="310"/>
                      </a:lnTo>
                      <a:lnTo>
                        <a:pt x="48" y="310"/>
                      </a:lnTo>
                      <a:lnTo>
                        <a:pt x="48" y="314"/>
                      </a:lnTo>
                      <a:lnTo>
                        <a:pt x="44" y="314"/>
                      </a:lnTo>
                      <a:lnTo>
                        <a:pt x="42" y="314"/>
                      </a:lnTo>
                      <a:lnTo>
                        <a:pt x="38" y="314"/>
                      </a:lnTo>
                      <a:lnTo>
                        <a:pt x="34" y="314"/>
                      </a:lnTo>
                      <a:lnTo>
                        <a:pt x="34" y="318"/>
                      </a:lnTo>
                      <a:lnTo>
                        <a:pt x="30" y="314"/>
                      </a:lnTo>
                      <a:lnTo>
                        <a:pt x="26" y="314"/>
                      </a:lnTo>
                      <a:lnTo>
                        <a:pt x="26" y="310"/>
                      </a:lnTo>
                      <a:lnTo>
                        <a:pt x="30" y="310"/>
                      </a:lnTo>
                      <a:lnTo>
                        <a:pt x="26" y="310"/>
                      </a:lnTo>
                      <a:lnTo>
                        <a:pt x="22" y="310"/>
                      </a:lnTo>
                      <a:lnTo>
                        <a:pt x="18" y="310"/>
                      </a:lnTo>
                      <a:lnTo>
                        <a:pt x="18" y="306"/>
                      </a:lnTo>
                      <a:lnTo>
                        <a:pt x="14" y="306"/>
                      </a:lnTo>
                      <a:lnTo>
                        <a:pt x="12" y="302"/>
                      </a:lnTo>
                      <a:lnTo>
                        <a:pt x="12" y="298"/>
                      </a:lnTo>
                      <a:lnTo>
                        <a:pt x="12" y="294"/>
                      </a:lnTo>
                      <a:lnTo>
                        <a:pt x="12" y="292"/>
                      </a:lnTo>
                      <a:lnTo>
                        <a:pt x="14" y="294"/>
                      </a:lnTo>
                      <a:lnTo>
                        <a:pt x="18" y="294"/>
                      </a:lnTo>
                      <a:lnTo>
                        <a:pt x="18" y="298"/>
                      </a:lnTo>
                      <a:lnTo>
                        <a:pt x="22" y="294"/>
                      </a:lnTo>
                      <a:lnTo>
                        <a:pt x="18" y="294"/>
                      </a:lnTo>
                      <a:lnTo>
                        <a:pt x="22" y="294"/>
                      </a:lnTo>
                      <a:lnTo>
                        <a:pt x="22" y="292"/>
                      </a:lnTo>
                      <a:lnTo>
                        <a:pt x="26" y="292"/>
                      </a:lnTo>
                      <a:lnTo>
                        <a:pt x="22" y="292"/>
                      </a:lnTo>
                      <a:lnTo>
                        <a:pt x="18" y="294"/>
                      </a:lnTo>
                      <a:lnTo>
                        <a:pt x="18" y="292"/>
                      </a:lnTo>
                      <a:lnTo>
                        <a:pt x="14" y="292"/>
                      </a:lnTo>
                      <a:lnTo>
                        <a:pt x="18" y="292"/>
                      </a:lnTo>
                      <a:lnTo>
                        <a:pt x="18" y="288"/>
                      </a:lnTo>
                      <a:lnTo>
                        <a:pt x="22" y="288"/>
                      </a:lnTo>
                      <a:lnTo>
                        <a:pt x="26" y="288"/>
                      </a:lnTo>
                      <a:lnTo>
                        <a:pt x="22" y="288"/>
                      </a:lnTo>
                      <a:lnTo>
                        <a:pt x="18" y="288"/>
                      </a:lnTo>
                      <a:lnTo>
                        <a:pt x="18" y="284"/>
                      </a:lnTo>
                      <a:lnTo>
                        <a:pt x="22" y="284"/>
                      </a:lnTo>
                      <a:lnTo>
                        <a:pt x="22" y="280"/>
                      </a:lnTo>
                      <a:lnTo>
                        <a:pt x="26" y="280"/>
                      </a:lnTo>
                      <a:lnTo>
                        <a:pt x="22" y="280"/>
                      </a:lnTo>
                      <a:lnTo>
                        <a:pt x="18" y="284"/>
                      </a:lnTo>
                      <a:lnTo>
                        <a:pt x="14" y="284"/>
                      </a:lnTo>
                      <a:lnTo>
                        <a:pt x="18" y="284"/>
                      </a:lnTo>
                      <a:lnTo>
                        <a:pt x="14" y="284"/>
                      </a:lnTo>
                      <a:lnTo>
                        <a:pt x="14" y="288"/>
                      </a:lnTo>
                      <a:lnTo>
                        <a:pt x="12" y="288"/>
                      </a:lnTo>
                      <a:lnTo>
                        <a:pt x="12" y="284"/>
                      </a:lnTo>
                      <a:lnTo>
                        <a:pt x="12" y="288"/>
                      </a:lnTo>
                      <a:lnTo>
                        <a:pt x="8" y="288"/>
                      </a:lnTo>
                      <a:lnTo>
                        <a:pt x="8" y="284"/>
                      </a:lnTo>
                      <a:lnTo>
                        <a:pt x="8" y="280"/>
                      </a:lnTo>
                      <a:lnTo>
                        <a:pt x="12" y="276"/>
                      </a:lnTo>
                      <a:lnTo>
                        <a:pt x="12" y="280"/>
                      </a:lnTo>
                      <a:lnTo>
                        <a:pt x="12" y="276"/>
                      </a:lnTo>
                      <a:lnTo>
                        <a:pt x="14" y="276"/>
                      </a:lnTo>
                      <a:lnTo>
                        <a:pt x="18" y="276"/>
                      </a:lnTo>
                      <a:lnTo>
                        <a:pt x="22" y="272"/>
                      </a:lnTo>
                      <a:lnTo>
                        <a:pt x="18" y="276"/>
                      </a:lnTo>
                      <a:lnTo>
                        <a:pt x="14" y="276"/>
                      </a:lnTo>
                      <a:lnTo>
                        <a:pt x="14" y="272"/>
                      </a:lnTo>
                      <a:lnTo>
                        <a:pt x="18" y="272"/>
                      </a:lnTo>
                      <a:lnTo>
                        <a:pt x="18" y="268"/>
                      </a:lnTo>
                      <a:lnTo>
                        <a:pt x="18" y="264"/>
                      </a:lnTo>
                      <a:lnTo>
                        <a:pt x="22" y="264"/>
                      </a:lnTo>
                      <a:lnTo>
                        <a:pt x="22" y="262"/>
                      </a:lnTo>
                      <a:lnTo>
                        <a:pt x="26" y="262"/>
                      </a:lnTo>
                      <a:lnTo>
                        <a:pt x="26" y="264"/>
                      </a:lnTo>
                      <a:lnTo>
                        <a:pt x="26" y="268"/>
                      </a:lnTo>
                      <a:lnTo>
                        <a:pt x="26" y="264"/>
                      </a:lnTo>
                      <a:lnTo>
                        <a:pt x="26" y="262"/>
                      </a:lnTo>
                      <a:lnTo>
                        <a:pt x="30" y="262"/>
                      </a:lnTo>
                      <a:lnTo>
                        <a:pt x="30" y="258"/>
                      </a:lnTo>
                      <a:lnTo>
                        <a:pt x="34" y="262"/>
                      </a:lnTo>
                      <a:lnTo>
                        <a:pt x="34" y="258"/>
                      </a:lnTo>
                      <a:lnTo>
                        <a:pt x="30" y="258"/>
                      </a:lnTo>
                      <a:lnTo>
                        <a:pt x="34" y="258"/>
                      </a:lnTo>
                      <a:lnTo>
                        <a:pt x="30" y="258"/>
                      </a:lnTo>
                      <a:lnTo>
                        <a:pt x="26" y="262"/>
                      </a:lnTo>
                      <a:lnTo>
                        <a:pt x="22" y="262"/>
                      </a:lnTo>
                      <a:lnTo>
                        <a:pt x="18" y="262"/>
                      </a:lnTo>
                      <a:lnTo>
                        <a:pt x="18" y="264"/>
                      </a:lnTo>
                      <a:lnTo>
                        <a:pt x="14" y="268"/>
                      </a:lnTo>
                      <a:lnTo>
                        <a:pt x="14" y="272"/>
                      </a:lnTo>
                      <a:lnTo>
                        <a:pt x="14" y="268"/>
                      </a:lnTo>
                      <a:lnTo>
                        <a:pt x="12" y="268"/>
                      </a:lnTo>
                      <a:lnTo>
                        <a:pt x="12" y="264"/>
                      </a:lnTo>
                      <a:lnTo>
                        <a:pt x="14" y="262"/>
                      </a:lnTo>
                      <a:lnTo>
                        <a:pt x="12" y="262"/>
                      </a:lnTo>
                      <a:lnTo>
                        <a:pt x="12" y="264"/>
                      </a:lnTo>
                      <a:lnTo>
                        <a:pt x="12" y="268"/>
                      </a:lnTo>
                      <a:lnTo>
                        <a:pt x="8" y="268"/>
                      </a:lnTo>
                      <a:lnTo>
                        <a:pt x="8" y="264"/>
                      </a:lnTo>
                      <a:lnTo>
                        <a:pt x="8" y="262"/>
                      </a:lnTo>
                      <a:lnTo>
                        <a:pt x="8" y="258"/>
                      </a:lnTo>
                      <a:lnTo>
                        <a:pt x="8" y="262"/>
                      </a:lnTo>
                      <a:lnTo>
                        <a:pt x="12" y="262"/>
                      </a:lnTo>
                      <a:lnTo>
                        <a:pt x="14" y="262"/>
                      </a:lnTo>
                      <a:lnTo>
                        <a:pt x="14" y="258"/>
                      </a:lnTo>
                      <a:lnTo>
                        <a:pt x="14" y="254"/>
                      </a:lnTo>
                      <a:lnTo>
                        <a:pt x="12" y="254"/>
                      </a:lnTo>
                      <a:lnTo>
                        <a:pt x="12" y="258"/>
                      </a:lnTo>
                      <a:lnTo>
                        <a:pt x="8" y="258"/>
                      </a:lnTo>
                      <a:lnTo>
                        <a:pt x="4" y="254"/>
                      </a:lnTo>
                      <a:lnTo>
                        <a:pt x="8" y="258"/>
                      </a:lnTo>
                      <a:lnTo>
                        <a:pt x="4" y="254"/>
                      </a:lnTo>
                      <a:lnTo>
                        <a:pt x="8" y="254"/>
                      </a:lnTo>
                      <a:lnTo>
                        <a:pt x="8" y="258"/>
                      </a:lnTo>
                      <a:lnTo>
                        <a:pt x="12" y="258"/>
                      </a:lnTo>
                      <a:lnTo>
                        <a:pt x="12" y="254"/>
                      </a:lnTo>
                      <a:lnTo>
                        <a:pt x="8" y="254"/>
                      </a:lnTo>
                      <a:lnTo>
                        <a:pt x="8" y="250"/>
                      </a:lnTo>
                      <a:lnTo>
                        <a:pt x="12" y="250"/>
                      </a:lnTo>
                      <a:lnTo>
                        <a:pt x="8" y="250"/>
                      </a:lnTo>
                      <a:lnTo>
                        <a:pt x="4" y="250"/>
                      </a:lnTo>
                      <a:lnTo>
                        <a:pt x="4" y="246"/>
                      </a:lnTo>
                      <a:lnTo>
                        <a:pt x="8" y="246"/>
                      </a:lnTo>
                      <a:lnTo>
                        <a:pt x="12" y="246"/>
                      </a:lnTo>
                      <a:lnTo>
                        <a:pt x="14" y="246"/>
                      </a:lnTo>
                      <a:lnTo>
                        <a:pt x="18" y="246"/>
                      </a:lnTo>
                      <a:lnTo>
                        <a:pt x="22" y="246"/>
                      </a:lnTo>
                      <a:lnTo>
                        <a:pt x="26" y="246"/>
                      </a:lnTo>
                      <a:lnTo>
                        <a:pt x="26" y="242"/>
                      </a:lnTo>
                      <a:lnTo>
                        <a:pt x="30" y="242"/>
                      </a:lnTo>
                      <a:lnTo>
                        <a:pt x="30" y="246"/>
                      </a:lnTo>
                      <a:lnTo>
                        <a:pt x="34" y="246"/>
                      </a:lnTo>
                      <a:lnTo>
                        <a:pt x="34" y="250"/>
                      </a:lnTo>
                      <a:lnTo>
                        <a:pt x="34" y="246"/>
                      </a:lnTo>
                      <a:lnTo>
                        <a:pt x="38" y="246"/>
                      </a:lnTo>
                      <a:lnTo>
                        <a:pt x="38" y="242"/>
                      </a:lnTo>
                      <a:lnTo>
                        <a:pt x="38" y="238"/>
                      </a:lnTo>
                      <a:lnTo>
                        <a:pt x="42" y="238"/>
                      </a:lnTo>
                      <a:lnTo>
                        <a:pt x="42" y="236"/>
                      </a:lnTo>
                      <a:lnTo>
                        <a:pt x="38" y="238"/>
                      </a:lnTo>
                      <a:lnTo>
                        <a:pt x="38" y="242"/>
                      </a:lnTo>
                      <a:lnTo>
                        <a:pt x="34" y="242"/>
                      </a:lnTo>
                      <a:lnTo>
                        <a:pt x="30" y="246"/>
                      </a:lnTo>
                      <a:lnTo>
                        <a:pt x="30" y="242"/>
                      </a:lnTo>
                      <a:lnTo>
                        <a:pt x="26" y="242"/>
                      </a:lnTo>
                      <a:lnTo>
                        <a:pt x="26" y="238"/>
                      </a:lnTo>
                      <a:lnTo>
                        <a:pt x="26" y="242"/>
                      </a:lnTo>
                      <a:lnTo>
                        <a:pt x="22" y="246"/>
                      </a:lnTo>
                      <a:lnTo>
                        <a:pt x="22" y="242"/>
                      </a:lnTo>
                      <a:lnTo>
                        <a:pt x="18" y="242"/>
                      </a:lnTo>
                      <a:lnTo>
                        <a:pt x="14" y="242"/>
                      </a:lnTo>
                      <a:lnTo>
                        <a:pt x="12" y="242"/>
                      </a:lnTo>
                      <a:lnTo>
                        <a:pt x="12" y="246"/>
                      </a:lnTo>
                      <a:lnTo>
                        <a:pt x="8" y="246"/>
                      </a:lnTo>
                      <a:lnTo>
                        <a:pt x="8" y="242"/>
                      </a:lnTo>
                      <a:lnTo>
                        <a:pt x="4" y="242"/>
                      </a:lnTo>
                      <a:lnTo>
                        <a:pt x="8" y="242"/>
                      </a:lnTo>
                      <a:lnTo>
                        <a:pt x="4" y="242"/>
                      </a:lnTo>
                      <a:lnTo>
                        <a:pt x="8" y="238"/>
                      </a:lnTo>
                      <a:lnTo>
                        <a:pt x="12" y="238"/>
                      </a:lnTo>
                      <a:lnTo>
                        <a:pt x="8" y="238"/>
                      </a:lnTo>
                      <a:lnTo>
                        <a:pt x="4" y="238"/>
                      </a:lnTo>
                      <a:lnTo>
                        <a:pt x="8" y="236"/>
                      </a:lnTo>
                      <a:lnTo>
                        <a:pt x="8" y="238"/>
                      </a:lnTo>
                      <a:lnTo>
                        <a:pt x="12" y="238"/>
                      </a:lnTo>
                      <a:lnTo>
                        <a:pt x="14" y="238"/>
                      </a:lnTo>
                      <a:lnTo>
                        <a:pt x="14" y="236"/>
                      </a:lnTo>
                      <a:lnTo>
                        <a:pt x="12" y="236"/>
                      </a:lnTo>
                      <a:lnTo>
                        <a:pt x="12" y="238"/>
                      </a:lnTo>
                      <a:lnTo>
                        <a:pt x="8" y="236"/>
                      </a:lnTo>
                      <a:lnTo>
                        <a:pt x="4" y="236"/>
                      </a:lnTo>
                      <a:lnTo>
                        <a:pt x="8" y="232"/>
                      </a:lnTo>
                      <a:lnTo>
                        <a:pt x="4" y="232"/>
                      </a:lnTo>
                      <a:lnTo>
                        <a:pt x="8" y="228"/>
                      </a:lnTo>
                      <a:lnTo>
                        <a:pt x="12" y="228"/>
                      </a:lnTo>
                      <a:lnTo>
                        <a:pt x="14" y="228"/>
                      </a:lnTo>
                      <a:lnTo>
                        <a:pt x="18" y="228"/>
                      </a:lnTo>
                      <a:lnTo>
                        <a:pt x="22" y="228"/>
                      </a:lnTo>
                      <a:lnTo>
                        <a:pt x="26" y="228"/>
                      </a:lnTo>
                      <a:lnTo>
                        <a:pt x="30" y="228"/>
                      </a:lnTo>
                      <a:lnTo>
                        <a:pt x="26" y="228"/>
                      </a:lnTo>
                      <a:lnTo>
                        <a:pt x="22" y="228"/>
                      </a:lnTo>
                      <a:lnTo>
                        <a:pt x="18" y="228"/>
                      </a:lnTo>
                      <a:lnTo>
                        <a:pt x="14" y="228"/>
                      </a:lnTo>
                      <a:lnTo>
                        <a:pt x="12" y="228"/>
                      </a:lnTo>
                      <a:lnTo>
                        <a:pt x="8" y="228"/>
                      </a:lnTo>
                      <a:lnTo>
                        <a:pt x="4" y="228"/>
                      </a:lnTo>
                      <a:lnTo>
                        <a:pt x="8" y="224"/>
                      </a:lnTo>
                      <a:lnTo>
                        <a:pt x="8" y="222"/>
                      </a:lnTo>
                      <a:lnTo>
                        <a:pt x="4" y="222"/>
                      </a:lnTo>
                      <a:lnTo>
                        <a:pt x="8" y="222"/>
                      </a:lnTo>
                      <a:lnTo>
                        <a:pt x="12" y="224"/>
                      </a:lnTo>
                      <a:lnTo>
                        <a:pt x="12" y="222"/>
                      </a:lnTo>
                      <a:lnTo>
                        <a:pt x="8" y="222"/>
                      </a:lnTo>
                      <a:lnTo>
                        <a:pt x="12" y="222"/>
                      </a:lnTo>
                      <a:lnTo>
                        <a:pt x="14" y="222"/>
                      </a:lnTo>
                      <a:lnTo>
                        <a:pt x="18" y="222"/>
                      </a:lnTo>
                      <a:lnTo>
                        <a:pt x="22" y="224"/>
                      </a:lnTo>
                      <a:lnTo>
                        <a:pt x="18" y="224"/>
                      </a:lnTo>
                      <a:lnTo>
                        <a:pt x="18" y="222"/>
                      </a:lnTo>
                      <a:lnTo>
                        <a:pt x="14" y="222"/>
                      </a:lnTo>
                      <a:lnTo>
                        <a:pt x="18" y="222"/>
                      </a:lnTo>
                      <a:lnTo>
                        <a:pt x="18" y="218"/>
                      </a:lnTo>
                      <a:lnTo>
                        <a:pt x="22" y="218"/>
                      </a:lnTo>
                      <a:lnTo>
                        <a:pt x="26" y="222"/>
                      </a:lnTo>
                      <a:lnTo>
                        <a:pt x="26" y="218"/>
                      </a:lnTo>
                      <a:lnTo>
                        <a:pt x="22" y="218"/>
                      </a:lnTo>
                      <a:lnTo>
                        <a:pt x="26" y="214"/>
                      </a:lnTo>
                      <a:lnTo>
                        <a:pt x="30" y="218"/>
                      </a:lnTo>
                      <a:lnTo>
                        <a:pt x="34" y="218"/>
                      </a:lnTo>
                      <a:lnTo>
                        <a:pt x="34" y="222"/>
                      </a:lnTo>
                      <a:lnTo>
                        <a:pt x="30" y="222"/>
                      </a:lnTo>
                      <a:lnTo>
                        <a:pt x="30" y="224"/>
                      </a:lnTo>
                      <a:lnTo>
                        <a:pt x="34" y="224"/>
                      </a:lnTo>
                      <a:lnTo>
                        <a:pt x="34" y="222"/>
                      </a:lnTo>
                      <a:lnTo>
                        <a:pt x="30" y="222"/>
                      </a:lnTo>
                      <a:lnTo>
                        <a:pt x="34" y="222"/>
                      </a:lnTo>
                      <a:lnTo>
                        <a:pt x="34" y="218"/>
                      </a:lnTo>
                      <a:lnTo>
                        <a:pt x="38" y="218"/>
                      </a:lnTo>
                      <a:lnTo>
                        <a:pt x="38" y="222"/>
                      </a:lnTo>
                      <a:lnTo>
                        <a:pt x="38" y="218"/>
                      </a:lnTo>
                      <a:lnTo>
                        <a:pt x="34" y="218"/>
                      </a:lnTo>
                      <a:lnTo>
                        <a:pt x="30" y="218"/>
                      </a:lnTo>
                      <a:lnTo>
                        <a:pt x="30" y="214"/>
                      </a:lnTo>
                      <a:lnTo>
                        <a:pt x="26" y="214"/>
                      </a:lnTo>
                      <a:lnTo>
                        <a:pt x="22" y="214"/>
                      </a:lnTo>
                      <a:lnTo>
                        <a:pt x="26" y="214"/>
                      </a:lnTo>
                      <a:lnTo>
                        <a:pt x="22" y="214"/>
                      </a:lnTo>
                      <a:lnTo>
                        <a:pt x="22" y="210"/>
                      </a:lnTo>
                      <a:lnTo>
                        <a:pt x="26" y="210"/>
                      </a:lnTo>
                      <a:lnTo>
                        <a:pt x="30" y="210"/>
                      </a:lnTo>
                      <a:lnTo>
                        <a:pt x="34" y="210"/>
                      </a:lnTo>
                      <a:lnTo>
                        <a:pt x="38" y="210"/>
                      </a:lnTo>
                      <a:lnTo>
                        <a:pt x="42" y="214"/>
                      </a:lnTo>
                      <a:lnTo>
                        <a:pt x="42" y="210"/>
                      </a:lnTo>
                      <a:lnTo>
                        <a:pt x="42" y="214"/>
                      </a:lnTo>
                      <a:lnTo>
                        <a:pt x="38" y="214"/>
                      </a:lnTo>
                      <a:lnTo>
                        <a:pt x="38" y="210"/>
                      </a:lnTo>
                      <a:lnTo>
                        <a:pt x="42" y="210"/>
                      </a:lnTo>
                      <a:lnTo>
                        <a:pt x="44" y="210"/>
                      </a:lnTo>
                      <a:lnTo>
                        <a:pt x="44" y="206"/>
                      </a:lnTo>
                      <a:lnTo>
                        <a:pt x="48" y="210"/>
                      </a:lnTo>
                      <a:lnTo>
                        <a:pt x="48" y="206"/>
                      </a:lnTo>
                      <a:lnTo>
                        <a:pt x="44" y="206"/>
                      </a:lnTo>
                      <a:lnTo>
                        <a:pt x="42" y="210"/>
                      </a:lnTo>
                      <a:lnTo>
                        <a:pt x="38" y="210"/>
                      </a:lnTo>
                      <a:lnTo>
                        <a:pt x="38" y="206"/>
                      </a:lnTo>
                      <a:lnTo>
                        <a:pt x="42" y="206"/>
                      </a:lnTo>
                      <a:lnTo>
                        <a:pt x="38" y="206"/>
                      </a:lnTo>
                      <a:lnTo>
                        <a:pt x="34" y="206"/>
                      </a:lnTo>
                      <a:lnTo>
                        <a:pt x="30" y="210"/>
                      </a:lnTo>
                      <a:lnTo>
                        <a:pt x="30" y="206"/>
                      </a:lnTo>
                      <a:lnTo>
                        <a:pt x="34" y="206"/>
                      </a:lnTo>
                      <a:lnTo>
                        <a:pt x="30" y="202"/>
                      </a:lnTo>
                      <a:lnTo>
                        <a:pt x="34" y="202"/>
                      </a:lnTo>
                      <a:lnTo>
                        <a:pt x="38" y="202"/>
                      </a:lnTo>
                      <a:lnTo>
                        <a:pt x="42" y="202"/>
                      </a:lnTo>
                      <a:lnTo>
                        <a:pt x="44" y="202"/>
                      </a:lnTo>
                      <a:lnTo>
                        <a:pt x="42" y="202"/>
                      </a:lnTo>
                      <a:lnTo>
                        <a:pt x="44" y="202"/>
                      </a:lnTo>
                      <a:lnTo>
                        <a:pt x="48" y="202"/>
                      </a:lnTo>
                      <a:lnTo>
                        <a:pt x="48" y="206"/>
                      </a:lnTo>
                      <a:lnTo>
                        <a:pt x="52" y="206"/>
                      </a:lnTo>
                      <a:lnTo>
                        <a:pt x="52" y="210"/>
                      </a:lnTo>
                      <a:lnTo>
                        <a:pt x="56" y="210"/>
                      </a:lnTo>
                      <a:lnTo>
                        <a:pt x="52" y="210"/>
                      </a:lnTo>
                      <a:lnTo>
                        <a:pt x="52" y="206"/>
                      </a:lnTo>
                      <a:lnTo>
                        <a:pt x="48" y="206"/>
                      </a:lnTo>
                      <a:lnTo>
                        <a:pt x="48" y="202"/>
                      </a:lnTo>
                      <a:lnTo>
                        <a:pt x="44" y="202"/>
                      </a:lnTo>
                      <a:lnTo>
                        <a:pt x="44" y="198"/>
                      </a:lnTo>
                      <a:lnTo>
                        <a:pt x="48" y="198"/>
                      </a:lnTo>
                      <a:lnTo>
                        <a:pt x="48" y="202"/>
                      </a:lnTo>
                      <a:lnTo>
                        <a:pt x="52" y="202"/>
                      </a:lnTo>
                      <a:lnTo>
                        <a:pt x="52" y="206"/>
                      </a:lnTo>
                      <a:lnTo>
                        <a:pt x="52" y="202"/>
                      </a:lnTo>
                      <a:lnTo>
                        <a:pt x="56" y="202"/>
                      </a:lnTo>
                      <a:lnTo>
                        <a:pt x="52" y="202"/>
                      </a:lnTo>
                      <a:lnTo>
                        <a:pt x="48" y="202"/>
                      </a:lnTo>
                      <a:lnTo>
                        <a:pt x="48" y="198"/>
                      </a:lnTo>
                      <a:lnTo>
                        <a:pt x="52" y="198"/>
                      </a:lnTo>
                      <a:lnTo>
                        <a:pt x="56" y="198"/>
                      </a:lnTo>
                      <a:lnTo>
                        <a:pt x="60" y="198"/>
                      </a:lnTo>
                      <a:lnTo>
                        <a:pt x="56" y="198"/>
                      </a:lnTo>
                      <a:lnTo>
                        <a:pt x="52" y="194"/>
                      </a:lnTo>
                      <a:lnTo>
                        <a:pt x="56" y="194"/>
                      </a:lnTo>
                      <a:lnTo>
                        <a:pt x="56" y="192"/>
                      </a:lnTo>
                      <a:lnTo>
                        <a:pt x="60" y="192"/>
                      </a:lnTo>
                      <a:lnTo>
                        <a:pt x="64" y="192"/>
                      </a:lnTo>
                      <a:lnTo>
                        <a:pt x="64" y="194"/>
                      </a:lnTo>
                      <a:lnTo>
                        <a:pt x="68" y="194"/>
                      </a:lnTo>
                      <a:lnTo>
                        <a:pt x="68" y="192"/>
                      </a:lnTo>
                      <a:lnTo>
                        <a:pt x="64" y="194"/>
                      </a:lnTo>
                      <a:lnTo>
                        <a:pt x="64" y="192"/>
                      </a:lnTo>
                      <a:lnTo>
                        <a:pt x="64" y="188"/>
                      </a:lnTo>
                      <a:lnTo>
                        <a:pt x="68" y="188"/>
                      </a:lnTo>
                      <a:lnTo>
                        <a:pt x="72" y="188"/>
                      </a:lnTo>
                      <a:lnTo>
                        <a:pt x="74" y="192"/>
                      </a:lnTo>
                      <a:lnTo>
                        <a:pt x="74" y="194"/>
                      </a:lnTo>
                      <a:lnTo>
                        <a:pt x="78" y="194"/>
                      </a:lnTo>
                      <a:lnTo>
                        <a:pt x="74" y="194"/>
                      </a:lnTo>
                      <a:lnTo>
                        <a:pt x="74" y="192"/>
                      </a:lnTo>
                      <a:lnTo>
                        <a:pt x="78" y="192"/>
                      </a:lnTo>
                      <a:lnTo>
                        <a:pt x="82" y="192"/>
                      </a:lnTo>
                      <a:lnTo>
                        <a:pt x="86" y="192"/>
                      </a:lnTo>
                      <a:lnTo>
                        <a:pt x="86" y="188"/>
                      </a:lnTo>
                      <a:lnTo>
                        <a:pt x="82" y="188"/>
                      </a:lnTo>
                      <a:lnTo>
                        <a:pt x="86" y="188"/>
                      </a:lnTo>
                      <a:lnTo>
                        <a:pt x="86" y="184"/>
                      </a:lnTo>
                      <a:lnTo>
                        <a:pt x="90" y="184"/>
                      </a:lnTo>
                      <a:lnTo>
                        <a:pt x="94" y="184"/>
                      </a:lnTo>
                      <a:lnTo>
                        <a:pt x="94" y="180"/>
                      </a:lnTo>
                      <a:lnTo>
                        <a:pt x="90" y="180"/>
                      </a:lnTo>
                      <a:lnTo>
                        <a:pt x="94" y="180"/>
                      </a:lnTo>
                      <a:lnTo>
                        <a:pt x="98" y="176"/>
                      </a:lnTo>
                      <a:lnTo>
                        <a:pt x="94" y="176"/>
                      </a:lnTo>
                      <a:lnTo>
                        <a:pt x="90" y="176"/>
                      </a:lnTo>
                      <a:lnTo>
                        <a:pt x="90" y="180"/>
                      </a:lnTo>
                      <a:lnTo>
                        <a:pt x="86" y="180"/>
                      </a:lnTo>
                      <a:lnTo>
                        <a:pt x="82" y="184"/>
                      </a:lnTo>
                      <a:lnTo>
                        <a:pt x="86" y="180"/>
                      </a:lnTo>
                      <a:lnTo>
                        <a:pt x="90" y="180"/>
                      </a:lnTo>
                      <a:lnTo>
                        <a:pt x="90" y="184"/>
                      </a:lnTo>
                      <a:lnTo>
                        <a:pt x="86" y="184"/>
                      </a:lnTo>
                      <a:lnTo>
                        <a:pt x="82" y="188"/>
                      </a:lnTo>
                      <a:lnTo>
                        <a:pt x="78" y="188"/>
                      </a:lnTo>
                      <a:lnTo>
                        <a:pt x="74" y="192"/>
                      </a:lnTo>
                      <a:lnTo>
                        <a:pt x="72" y="188"/>
                      </a:lnTo>
                      <a:lnTo>
                        <a:pt x="72" y="184"/>
                      </a:lnTo>
                      <a:lnTo>
                        <a:pt x="74" y="184"/>
                      </a:lnTo>
                      <a:lnTo>
                        <a:pt x="72" y="184"/>
                      </a:lnTo>
                      <a:lnTo>
                        <a:pt x="68" y="188"/>
                      </a:lnTo>
                      <a:lnTo>
                        <a:pt x="68" y="184"/>
                      </a:lnTo>
                      <a:lnTo>
                        <a:pt x="72" y="184"/>
                      </a:lnTo>
                      <a:lnTo>
                        <a:pt x="72" y="180"/>
                      </a:lnTo>
                      <a:lnTo>
                        <a:pt x="74" y="180"/>
                      </a:lnTo>
                      <a:lnTo>
                        <a:pt x="78" y="180"/>
                      </a:lnTo>
                      <a:lnTo>
                        <a:pt x="74" y="180"/>
                      </a:lnTo>
                      <a:lnTo>
                        <a:pt x="74" y="176"/>
                      </a:lnTo>
                      <a:lnTo>
                        <a:pt x="78" y="172"/>
                      </a:lnTo>
                      <a:lnTo>
                        <a:pt x="82" y="168"/>
                      </a:lnTo>
                      <a:lnTo>
                        <a:pt x="82" y="168"/>
                      </a:lnTo>
                      <a:lnTo>
                        <a:pt x="82" y="168"/>
                      </a:lnTo>
                      <a:close/>
                      <a:moveTo>
                        <a:pt x="284" y="4"/>
                      </a:moveTo>
                      <a:lnTo>
                        <a:pt x="284" y="0"/>
                      </a:lnTo>
                      <a:lnTo>
                        <a:pt x="284" y="4"/>
                      </a:lnTo>
                      <a:lnTo>
                        <a:pt x="284" y="4"/>
                      </a:lnTo>
                      <a:lnTo>
                        <a:pt x="284" y="4"/>
                      </a:lnTo>
                      <a:close/>
                      <a:moveTo>
                        <a:pt x="270" y="16"/>
                      </a:moveTo>
                      <a:lnTo>
                        <a:pt x="270" y="12"/>
                      </a:lnTo>
                      <a:lnTo>
                        <a:pt x="274" y="12"/>
                      </a:lnTo>
                      <a:lnTo>
                        <a:pt x="276" y="16"/>
                      </a:lnTo>
                      <a:lnTo>
                        <a:pt x="274" y="16"/>
                      </a:lnTo>
                      <a:lnTo>
                        <a:pt x="270" y="16"/>
                      </a:lnTo>
                      <a:lnTo>
                        <a:pt x="270" y="16"/>
                      </a:lnTo>
                      <a:lnTo>
                        <a:pt x="270" y="16"/>
                      </a:lnTo>
                      <a:close/>
                      <a:moveTo>
                        <a:pt x="258" y="22"/>
                      </a:moveTo>
                      <a:lnTo>
                        <a:pt x="254" y="22"/>
                      </a:lnTo>
                      <a:lnTo>
                        <a:pt x="250" y="22"/>
                      </a:lnTo>
                      <a:lnTo>
                        <a:pt x="250" y="20"/>
                      </a:lnTo>
                      <a:lnTo>
                        <a:pt x="254" y="20"/>
                      </a:lnTo>
                      <a:lnTo>
                        <a:pt x="258" y="22"/>
                      </a:lnTo>
                      <a:lnTo>
                        <a:pt x="258" y="22"/>
                      </a:lnTo>
                      <a:lnTo>
                        <a:pt x="258" y="22"/>
                      </a:lnTo>
                      <a:close/>
                      <a:moveTo>
                        <a:pt x="244" y="22"/>
                      </a:moveTo>
                      <a:lnTo>
                        <a:pt x="240" y="22"/>
                      </a:lnTo>
                      <a:lnTo>
                        <a:pt x="240" y="20"/>
                      </a:lnTo>
                      <a:lnTo>
                        <a:pt x="244" y="20"/>
                      </a:lnTo>
                      <a:lnTo>
                        <a:pt x="244" y="22"/>
                      </a:lnTo>
                      <a:lnTo>
                        <a:pt x="244" y="22"/>
                      </a:lnTo>
                      <a:lnTo>
                        <a:pt x="244" y="22"/>
                      </a:lnTo>
                      <a:close/>
                      <a:moveTo>
                        <a:pt x="206" y="26"/>
                      </a:moveTo>
                      <a:lnTo>
                        <a:pt x="202" y="26"/>
                      </a:lnTo>
                      <a:lnTo>
                        <a:pt x="206" y="22"/>
                      </a:lnTo>
                      <a:lnTo>
                        <a:pt x="206" y="26"/>
                      </a:lnTo>
                      <a:lnTo>
                        <a:pt x="206" y="26"/>
                      </a:lnTo>
                      <a:lnTo>
                        <a:pt x="206" y="26"/>
                      </a:lnTo>
                      <a:close/>
                      <a:moveTo>
                        <a:pt x="198" y="30"/>
                      </a:moveTo>
                      <a:lnTo>
                        <a:pt x="198" y="26"/>
                      </a:lnTo>
                      <a:lnTo>
                        <a:pt x="202" y="26"/>
                      </a:lnTo>
                      <a:lnTo>
                        <a:pt x="202" y="30"/>
                      </a:lnTo>
                      <a:lnTo>
                        <a:pt x="198" y="30"/>
                      </a:lnTo>
                      <a:lnTo>
                        <a:pt x="198" y="30"/>
                      </a:lnTo>
                      <a:lnTo>
                        <a:pt x="198" y="30"/>
                      </a:lnTo>
                      <a:close/>
                      <a:moveTo>
                        <a:pt x="228" y="30"/>
                      </a:moveTo>
                      <a:lnTo>
                        <a:pt x="232" y="30"/>
                      </a:lnTo>
                      <a:lnTo>
                        <a:pt x="228" y="30"/>
                      </a:lnTo>
                      <a:lnTo>
                        <a:pt x="228" y="30"/>
                      </a:lnTo>
                      <a:lnTo>
                        <a:pt x="228" y="30"/>
                      </a:lnTo>
                      <a:close/>
                      <a:moveTo>
                        <a:pt x="210" y="34"/>
                      </a:moveTo>
                      <a:lnTo>
                        <a:pt x="214" y="30"/>
                      </a:lnTo>
                      <a:lnTo>
                        <a:pt x="218" y="30"/>
                      </a:lnTo>
                      <a:lnTo>
                        <a:pt x="214" y="34"/>
                      </a:lnTo>
                      <a:lnTo>
                        <a:pt x="210" y="34"/>
                      </a:lnTo>
                      <a:lnTo>
                        <a:pt x="210" y="34"/>
                      </a:lnTo>
                      <a:lnTo>
                        <a:pt x="210" y="34"/>
                      </a:lnTo>
                      <a:close/>
                      <a:moveTo>
                        <a:pt x="354" y="38"/>
                      </a:moveTo>
                      <a:lnTo>
                        <a:pt x="354" y="34"/>
                      </a:lnTo>
                      <a:lnTo>
                        <a:pt x="358" y="34"/>
                      </a:lnTo>
                      <a:lnTo>
                        <a:pt x="354" y="38"/>
                      </a:lnTo>
                      <a:lnTo>
                        <a:pt x="354" y="38"/>
                      </a:lnTo>
                      <a:lnTo>
                        <a:pt x="354" y="38"/>
                      </a:lnTo>
                      <a:close/>
                      <a:moveTo>
                        <a:pt x="224" y="34"/>
                      </a:moveTo>
                      <a:lnTo>
                        <a:pt x="228" y="34"/>
                      </a:lnTo>
                      <a:lnTo>
                        <a:pt x="224" y="34"/>
                      </a:lnTo>
                      <a:lnTo>
                        <a:pt x="224" y="34"/>
                      </a:lnTo>
                      <a:lnTo>
                        <a:pt x="224" y="34"/>
                      </a:lnTo>
                      <a:close/>
                      <a:moveTo>
                        <a:pt x="202" y="42"/>
                      </a:moveTo>
                      <a:lnTo>
                        <a:pt x="202" y="38"/>
                      </a:lnTo>
                      <a:lnTo>
                        <a:pt x="202" y="42"/>
                      </a:lnTo>
                      <a:lnTo>
                        <a:pt x="202" y="42"/>
                      </a:lnTo>
                      <a:lnTo>
                        <a:pt x="202" y="42"/>
                      </a:lnTo>
                      <a:close/>
                      <a:moveTo>
                        <a:pt x="180" y="56"/>
                      </a:moveTo>
                      <a:lnTo>
                        <a:pt x="180" y="52"/>
                      </a:lnTo>
                      <a:lnTo>
                        <a:pt x="184" y="52"/>
                      </a:lnTo>
                      <a:lnTo>
                        <a:pt x="180" y="56"/>
                      </a:lnTo>
                      <a:lnTo>
                        <a:pt x="180" y="56"/>
                      </a:lnTo>
                      <a:lnTo>
                        <a:pt x="180" y="56"/>
                      </a:lnTo>
                      <a:close/>
                      <a:moveTo>
                        <a:pt x="168" y="60"/>
                      </a:moveTo>
                      <a:lnTo>
                        <a:pt x="164" y="56"/>
                      </a:lnTo>
                      <a:lnTo>
                        <a:pt x="168" y="56"/>
                      </a:lnTo>
                      <a:lnTo>
                        <a:pt x="168" y="60"/>
                      </a:lnTo>
                      <a:lnTo>
                        <a:pt x="168" y="60"/>
                      </a:lnTo>
                      <a:lnTo>
                        <a:pt x="168" y="60"/>
                      </a:lnTo>
                      <a:close/>
                      <a:moveTo>
                        <a:pt x="176" y="60"/>
                      </a:moveTo>
                      <a:lnTo>
                        <a:pt x="176" y="56"/>
                      </a:lnTo>
                      <a:lnTo>
                        <a:pt x="180" y="56"/>
                      </a:lnTo>
                      <a:lnTo>
                        <a:pt x="180" y="60"/>
                      </a:lnTo>
                      <a:lnTo>
                        <a:pt x="176" y="60"/>
                      </a:lnTo>
                      <a:lnTo>
                        <a:pt x="176" y="60"/>
                      </a:lnTo>
                      <a:lnTo>
                        <a:pt x="176" y="60"/>
                      </a:lnTo>
                      <a:close/>
                      <a:moveTo>
                        <a:pt x="172" y="64"/>
                      </a:moveTo>
                      <a:lnTo>
                        <a:pt x="172" y="60"/>
                      </a:lnTo>
                      <a:lnTo>
                        <a:pt x="176" y="60"/>
                      </a:lnTo>
                      <a:lnTo>
                        <a:pt x="172" y="60"/>
                      </a:lnTo>
                      <a:lnTo>
                        <a:pt x="172" y="64"/>
                      </a:lnTo>
                      <a:lnTo>
                        <a:pt x="172" y="64"/>
                      </a:lnTo>
                      <a:lnTo>
                        <a:pt x="172" y="64"/>
                      </a:lnTo>
                      <a:close/>
                      <a:moveTo>
                        <a:pt x="160" y="72"/>
                      </a:moveTo>
                      <a:lnTo>
                        <a:pt x="160" y="68"/>
                      </a:lnTo>
                      <a:lnTo>
                        <a:pt x="164" y="68"/>
                      </a:lnTo>
                      <a:lnTo>
                        <a:pt x="164" y="72"/>
                      </a:lnTo>
                      <a:lnTo>
                        <a:pt x="160" y="72"/>
                      </a:lnTo>
                      <a:lnTo>
                        <a:pt x="160" y="72"/>
                      </a:lnTo>
                      <a:lnTo>
                        <a:pt x="160" y="72"/>
                      </a:lnTo>
                      <a:close/>
                      <a:moveTo>
                        <a:pt x="134" y="76"/>
                      </a:moveTo>
                      <a:lnTo>
                        <a:pt x="130" y="76"/>
                      </a:lnTo>
                      <a:lnTo>
                        <a:pt x="130" y="72"/>
                      </a:lnTo>
                      <a:lnTo>
                        <a:pt x="134" y="72"/>
                      </a:lnTo>
                      <a:lnTo>
                        <a:pt x="134" y="76"/>
                      </a:lnTo>
                      <a:lnTo>
                        <a:pt x="134" y="76"/>
                      </a:lnTo>
                      <a:lnTo>
                        <a:pt x="134" y="76"/>
                      </a:lnTo>
                      <a:close/>
                      <a:moveTo>
                        <a:pt x="120" y="82"/>
                      </a:moveTo>
                      <a:lnTo>
                        <a:pt x="120" y="78"/>
                      </a:lnTo>
                      <a:lnTo>
                        <a:pt x="120" y="76"/>
                      </a:lnTo>
                      <a:lnTo>
                        <a:pt x="124" y="76"/>
                      </a:lnTo>
                      <a:lnTo>
                        <a:pt x="124" y="78"/>
                      </a:lnTo>
                      <a:lnTo>
                        <a:pt x="120" y="82"/>
                      </a:lnTo>
                      <a:lnTo>
                        <a:pt x="120" y="82"/>
                      </a:lnTo>
                      <a:lnTo>
                        <a:pt x="120" y="82"/>
                      </a:lnTo>
                      <a:close/>
                      <a:moveTo>
                        <a:pt x="116" y="86"/>
                      </a:moveTo>
                      <a:lnTo>
                        <a:pt x="116" y="82"/>
                      </a:lnTo>
                      <a:lnTo>
                        <a:pt x="116" y="78"/>
                      </a:lnTo>
                      <a:lnTo>
                        <a:pt x="120" y="78"/>
                      </a:lnTo>
                      <a:lnTo>
                        <a:pt x="120" y="82"/>
                      </a:lnTo>
                      <a:lnTo>
                        <a:pt x="116" y="82"/>
                      </a:lnTo>
                      <a:lnTo>
                        <a:pt x="116" y="86"/>
                      </a:lnTo>
                      <a:lnTo>
                        <a:pt x="116" y="86"/>
                      </a:lnTo>
                      <a:lnTo>
                        <a:pt x="116" y="86"/>
                      </a:lnTo>
                      <a:close/>
                      <a:moveTo>
                        <a:pt x="154" y="82"/>
                      </a:moveTo>
                      <a:lnTo>
                        <a:pt x="154" y="78"/>
                      </a:lnTo>
                      <a:lnTo>
                        <a:pt x="158" y="78"/>
                      </a:lnTo>
                      <a:lnTo>
                        <a:pt x="158" y="82"/>
                      </a:lnTo>
                      <a:lnTo>
                        <a:pt x="154" y="82"/>
                      </a:lnTo>
                      <a:lnTo>
                        <a:pt x="154" y="82"/>
                      </a:lnTo>
                      <a:lnTo>
                        <a:pt x="154" y="82"/>
                      </a:lnTo>
                      <a:close/>
                      <a:moveTo>
                        <a:pt x="146" y="82"/>
                      </a:moveTo>
                      <a:lnTo>
                        <a:pt x="150" y="82"/>
                      </a:lnTo>
                      <a:lnTo>
                        <a:pt x="146" y="82"/>
                      </a:lnTo>
                      <a:lnTo>
                        <a:pt x="146" y="82"/>
                      </a:lnTo>
                      <a:lnTo>
                        <a:pt x="146" y="82"/>
                      </a:lnTo>
                      <a:close/>
                      <a:moveTo>
                        <a:pt x="134" y="106"/>
                      </a:moveTo>
                      <a:lnTo>
                        <a:pt x="130" y="106"/>
                      </a:lnTo>
                      <a:lnTo>
                        <a:pt x="130" y="102"/>
                      </a:lnTo>
                      <a:lnTo>
                        <a:pt x="134" y="102"/>
                      </a:lnTo>
                      <a:lnTo>
                        <a:pt x="134" y="106"/>
                      </a:lnTo>
                      <a:lnTo>
                        <a:pt x="134" y="106"/>
                      </a:lnTo>
                      <a:lnTo>
                        <a:pt x="134" y="106"/>
                      </a:lnTo>
                      <a:close/>
                      <a:moveTo>
                        <a:pt x="102" y="138"/>
                      </a:moveTo>
                      <a:lnTo>
                        <a:pt x="104" y="138"/>
                      </a:lnTo>
                      <a:lnTo>
                        <a:pt x="102" y="138"/>
                      </a:lnTo>
                      <a:lnTo>
                        <a:pt x="102" y="138"/>
                      </a:lnTo>
                      <a:lnTo>
                        <a:pt x="102" y="138"/>
                      </a:lnTo>
                      <a:close/>
                      <a:moveTo>
                        <a:pt x="104" y="150"/>
                      </a:moveTo>
                      <a:lnTo>
                        <a:pt x="104" y="146"/>
                      </a:lnTo>
                      <a:lnTo>
                        <a:pt x="104" y="142"/>
                      </a:lnTo>
                      <a:lnTo>
                        <a:pt x="104" y="138"/>
                      </a:lnTo>
                      <a:lnTo>
                        <a:pt x="108" y="138"/>
                      </a:lnTo>
                      <a:lnTo>
                        <a:pt x="108" y="142"/>
                      </a:lnTo>
                      <a:lnTo>
                        <a:pt x="108" y="146"/>
                      </a:lnTo>
                      <a:lnTo>
                        <a:pt x="104" y="146"/>
                      </a:lnTo>
                      <a:lnTo>
                        <a:pt x="104" y="150"/>
                      </a:lnTo>
                      <a:lnTo>
                        <a:pt x="104" y="150"/>
                      </a:lnTo>
                      <a:lnTo>
                        <a:pt x="104" y="150"/>
                      </a:lnTo>
                      <a:close/>
                      <a:moveTo>
                        <a:pt x="104" y="154"/>
                      </a:moveTo>
                      <a:lnTo>
                        <a:pt x="102" y="154"/>
                      </a:lnTo>
                      <a:lnTo>
                        <a:pt x="104" y="150"/>
                      </a:lnTo>
                      <a:lnTo>
                        <a:pt x="108" y="150"/>
                      </a:lnTo>
                      <a:lnTo>
                        <a:pt x="108" y="154"/>
                      </a:lnTo>
                      <a:lnTo>
                        <a:pt x="104" y="154"/>
                      </a:lnTo>
                      <a:lnTo>
                        <a:pt x="104" y="154"/>
                      </a:lnTo>
                      <a:lnTo>
                        <a:pt x="104" y="154"/>
                      </a:lnTo>
                      <a:close/>
                      <a:moveTo>
                        <a:pt x="86" y="158"/>
                      </a:moveTo>
                      <a:lnTo>
                        <a:pt x="90" y="154"/>
                      </a:lnTo>
                      <a:lnTo>
                        <a:pt x="86" y="158"/>
                      </a:lnTo>
                      <a:lnTo>
                        <a:pt x="86" y="158"/>
                      </a:lnTo>
                      <a:lnTo>
                        <a:pt x="86" y="158"/>
                      </a:lnTo>
                      <a:close/>
                      <a:moveTo>
                        <a:pt x="90" y="158"/>
                      </a:moveTo>
                      <a:lnTo>
                        <a:pt x="86" y="158"/>
                      </a:lnTo>
                      <a:lnTo>
                        <a:pt x="90" y="154"/>
                      </a:lnTo>
                      <a:lnTo>
                        <a:pt x="94" y="158"/>
                      </a:lnTo>
                      <a:lnTo>
                        <a:pt x="90" y="158"/>
                      </a:lnTo>
                      <a:lnTo>
                        <a:pt x="90" y="158"/>
                      </a:lnTo>
                      <a:lnTo>
                        <a:pt x="90" y="158"/>
                      </a:lnTo>
                      <a:close/>
                      <a:moveTo>
                        <a:pt x="94" y="164"/>
                      </a:moveTo>
                      <a:lnTo>
                        <a:pt x="90" y="164"/>
                      </a:lnTo>
                      <a:lnTo>
                        <a:pt x="90" y="162"/>
                      </a:lnTo>
                      <a:lnTo>
                        <a:pt x="94" y="164"/>
                      </a:lnTo>
                      <a:lnTo>
                        <a:pt x="94" y="164"/>
                      </a:lnTo>
                      <a:lnTo>
                        <a:pt x="94" y="164"/>
                      </a:lnTo>
                      <a:close/>
                      <a:moveTo>
                        <a:pt x="52" y="194"/>
                      </a:moveTo>
                      <a:lnTo>
                        <a:pt x="52" y="192"/>
                      </a:lnTo>
                      <a:lnTo>
                        <a:pt x="56" y="192"/>
                      </a:lnTo>
                      <a:lnTo>
                        <a:pt x="56" y="194"/>
                      </a:lnTo>
                      <a:lnTo>
                        <a:pt x="52" y="194"/>
                      </a:lnTo>
                      <a:lnTo>
                        <a:pt x="52" y="194"/>
                      </a:lnTo>
                      <a:lnTo>
                        <a:pt x="52" y="194"/>
                      </a:lnTo>
                      <a:close/>
                      <a:moveTo>
                        <a:pt x="52" y="198"/>
                      </a:moveTo>
                      <a:lnTo>
                        <a:pt x="48" y="194"/>
                      </a:lnTo>
                      <a:lnTo>
                        <a:pt x="52" y="194"/>
                      </a:lnTo>
                      <a:lnTo>
                        <a:pt x="56" y="198"/>
                      </a:lnTo>
                      <a:lnTo>
                        <a:pt x="52" y="198"/>
                      </a:lnTo>
                      <a:lnTo>
                        <a:pt x="52" y="198"/>
                      </a:lnTo>
                      <a:lnTo>
                        <a:pt x="52" y="198"/>
                      </a:lnTo>
                      <a:close/>
                      <a:moveTo>
                        <a:pt x="44" y="198"/>
                      </a:moveTo>
                      <a:lnTo>
                        <a:pt x="48" y="194"/>
                      </a:lnTo>
                      <a:lnTo>
                        <a:pt x="48" y="198"/>
                      </a:lnTo>
                      <a:lnTo>
                        <a:pt x="44" y="198"/>
                      </a:lnTo>
                      <a:lnTo>
                        <a:pt x="44" y="198"/>
                      </a:lnTo>
                      <a:lnTo>
                        <a:pt x="44" y="198"/>
                      </a:lnTo>
                      <a:close/>
                      <a:moveTo>
                        <a:pt x="44" y="202"/>
                      </a:moveTo>
                      <a:lnTo>
                        <a:pt x="42" y="202"/>
                      </a:lnTo>
                      <a:lnTo>
                        <a:pt x="42" y="198"/>
                      </a:lnTo>
                      <a:lnTo>
                        <a:pt x="44" y="198"/>
                      </a:lnTo>
                      <a:lnTo>
                        <a:pt x="44" y="202"/>
                      </a:lnTo>
                      <a:lnTo>
                        <a:pt x="44" y="202"/>
                      </a:lnTo>
                      <a:lnTo>
                        <a:pt x="44" y="202"/>
                      </a:lnTo>
                      <a:close/>
                      <a:moveTo>
                        <a:pt x="42" y="202"/>
                      </a:moveTo>
                      <a:lnTo>
                        <a:pt x="38" y="202"/>
                      </a:lnTo>
                      <a:lnTo>
                        <a:pt x="38" y="198"/>
                      </a:lnTo>
                      <a:lnTo>
                        <a:pt x="42" y="198"/>
                      </a:lnTo>
                      <a:lnTo>
                        <a:pt x="42" y="202"/>
                      </a:lnTo>
                      <a:lnTo>
                        <a:pt x="42" y="202"/>
                      </a:lnTo>
                      <a:lnTo>
                        <a:pt x="42" y="202"/>
                      </a:lnTo>
                      <a:close/>
                      <a:moveTo>
                        <a:pt x="26" y="210"/>
                      </a:moveTo>
                      <a:lnTo>
                        <a:pt x="30" y="206"/>
                      </a:lnTo>
                      <a:lnTo>
                        <a:pt x="30" y="210"/>
                      </a:lnTo>
                      <a:lnTo>
                        <a:pt x="26" y="210"/>
                      </a:lnTo>
                      <a:lnTo>
                        <a:pt x="26" y="210"/>
                      </a:lnTo>
                      <a:lnTo>
                        <a:pt x="26" y="210"/>
                      </a:lnTo>
                      <a:close/>
                      <a:moveTo>
                        <a:pt x="22" y="218"/>
                      </a:moveTo>
                      <a:lnTo>
                        <a:pt x="18" y="218"/>
                      </a:lnTo>
                      <a:lnTo>
                        <a:pt x="18" y="214"/>
                      </a:lnTo>
                      <a:lnTo>
                        <a:pt x="22" y="214"/>
                      </a:lnTo>
                      <a:lnTo>
                        <a:pt x="22" y="218"/>
                      </a:lnTo>
                      <a:lnTo>
                        <a:pt x="22" y="218"/>
                      </a:lnTo>
                      <a:lnTo>
                        <a:pt x="22" y="218"/>
                      </a:lnTo>
                      <a:close/>
                      <a:moveTo>
                        <a:pt x="14" y="222"/>
                      </a:moveTo>
                      <a:lnTo>
                        <a:pt x="14" y="218"/>
                      </a:lnTo>
                      <a:lnTo>
                        <a:pt x="14" y="214"/>
                      </a:lnTo>
                      <a:lnTo>
                        <a:pt x="18" y="214"/>
                      </a:lnTo>
                      <a:lnTo>
                        <a:pt x="18" y="218"/>
                      </a:lnTo>
                      <a:lnTo>
                        <a:pt x="14" y="218"/>
                      </a:lnTo>
                      <a:lnTo>
                        <a:pt x="14" y="222"/>
                      </a:lnTo>
                      <a:lnTo>
                        <a:pt x="14" y="222"/>
                      </a:lnTo>
                      <a:lnTo>
                        <a:pt x="14" y="222"/>
                      </a:lnTo>
                      <a:close/>
                      <a:moveTo>
                        <a:pt x="12" y="222"/>
                      </a:moveTo>
                      <a:lnTo>
                        <a:pt x="12" y="218"/>
                      </a:lnTo>
                      <a:lnTo>
                        <a:pt x="14" y="218"/>
                      </a:lnTo>
                      <a:lnTo>
                        <a:pt x="14" y="222"/>
                      </a:lnTo>
                      <a:lnTo>
                        <a:pt x="12" y="222"/>
                      </a:lnTo>
                      <a:lnTo>
                        <a:pt x="12" y="222"/>
                      </a:lnTo>
                      <a:lnTo>
                        <a:pt x="12" y="222"/>
                      </a:lnTo>
                      <a:close/>
                      <a:moveTo>
                        <a:pt x="4" y="232"/>
                      </a:moveTo>
                      <a:lnTo>
                        <a:pt x="4" y="228"/>
                      </a:lnTo>
                      <a:lnTo>
                        <a:pt x="0" y="228"/>
                      </a:lnTo>
                      <a:lnTo>
                        <a:pt x="4" y="228"/>
                      </a:lnTo>
                      <a:lnTo>
                        <a:pt x="8" y="228"/>
                      </a:lnTo>
                      <a:lnTo>
                        <a:pt x="4" y="228"/>
                      </a:lnTo>
                      <a:lnTo>
                        <a:pt x="4" y="232"/>
                      </a:lnTo>
                      <a:lnTo>
                        <a:pt x="4" y="232"/>
                      </a:lnTo>
                      <a:lnTo>
                        <a:pt x="4" y="232"/>
                      </a:lnTo>
                      <a:close/>
                      <a:moveTo>
                        <a:pt x="0" y="246"/>
                      </a:moveTo>
                      <a:lnTo>
                        <a:pt x="0" y="242"/>
                      </a:lnTo>
                      <a:lnTo>
                        <a:pt x="4" y="242"/>
                      </a:lnTo>
                      <a:lnTo>
                        <a:pt x="4" y="246"/>
                      </a:lnTo>
                      <a:lnTo>
                        <a:pt x="0" y="246"/>
                      </a:lnTo>
                      <a:lnTo>
                        <a:pt x="0" y="246"/>
                      </a:lnTo>
                      <a:lnTo>
                        <a:pt x="0" y="246"/>
                      </a:lnTo>
                      <a:close/>
                      <a:moveTo>
                        <a:pt x="12" y="262"/>
                      </a:moveTo>
                      <a:lnTo>
                        <a:pt x="8" y="258"/>
                      </a:lnTo>
                      <a:lnTo>
                        <a:pt x="12" y="258"/>
                      </a:lnTo>
                      <a:lnTo>
                        <a:pt x="12" y="254"/>
                      </a:lnTo>
                      <a:lnTo>
                        <a:pt x="14" y="254"/>
                      </a:lnTo>
                      <a:lnTo>
                        <a:pt x="14" y="262"/>
                      </a:lnTo>
                      <a:lnTo>
                        <a:pt x="12" y="262"/>
                      </a:lnTo>
                      <a:lnTo>
                        <a:pt x="12" y="262"/>
                      </a:lnTo>
                      <a:lnTo>
                        <a:pt x="12" y="262"/>
                      </a:lnTo>
                      <a:close/>
                      <a:moveTo>
                        <a:pt x="296" y="8"/>
                      </a:moveTo>
                      <a:lnTo>
                        <a:pt x="292" y="4"/>
                      </a:lnTo>
                      <a:lnTo>
                        <a:pt x="296" y="4"/>
                      </a:lnTo>
                      <a:lnTo>
                        <a:pt x="292" y="4"/>
                      </a:lnTo>
                      <a:lnTo>
                        <a:pt x="296" y="0"/>
                      </a:lnTo>
                      <a:lnTo>
                        <a:pt x="300" y="0"/>
                      </a:lnTo>
                      <a:lnTo>
                        <a:pt x="304" y="0"/>
                      </a:lnTo>
                      <a:lnTo>
                        <a:pt x="304" y="4"/>
                      </a:lnTo>
                      <a:lnTo>
                        <a:pt x="300" y="4"/>
                      </a:lnTo>
                      <a:lnTo>
                        <a:pt x="304" y="4"/>
                      </a:lnTo>
                      <a:lnTo>
                        <a:pt x="300" y="4"/>
                      </a:lnTo>
                      <a:lnTo>
                        <a:pt x="296" y="8"/>
                      </a:lnTo>
                      <a:lnTo>
                        <a:pt x="296" y="8"/>
                      </a:lnTo>
                      <a:lnTo>
                        <a:pt x="296" y="8"/>
                      </a:lnTo>
                      <a:close/>
                      <a:moveTo>
                        <a:pt x="274" y="8"/>
                      </a:moveTo>
                      <a:lnTo>
                        <a:pt x="274" y="4"/>
                      </a:lnTo>
                      <a:lnTo>
                        <a:pt x="276" y="4"/>
                      </a:lnTo>
                      <a:lnTo>
                        <a:pt x="276" y="8"/>
                      </a:lnTo>
                      <a:lnTo>
                        <a:pt x="274" y="8"/>
                      </a:lnTo>
                      <a:lnTo>
                        <a:pt x="274" y="8"/>
                      </a:lnTo>
                      <a:lnTo>
                        <a:pt x="274" y="8"/>
                      </a:lnTo>
                      <a:close/>
                      <a:moveTo>
                        <a:pt x="248" y="20"/>
                      </a:moveTo>
                      <a:lnTo>
                        <a:pt x="248" y="16"/>
                      </a:lnTo>
                      <a:lnTo>
                        <a:pt x="244" y="16"/>
                      </a:lnTo>
                      <a:lnTo>
                        <a:pt x="244" y="12"/>
                      </a:lnTo>
                      <a:lnTo>
                        <a:pt x="248" y="12"/>
                      </a:lnTo>
                      <a:lnTo>
                        <a:pt x="248" y="16"/>
                      </a:lnTo>
                      <a:lnTo>
                        <a:pt x="250" y="12"/>
                      </a:lnTo>
                      <a:lnTo>
                        <a:pt x="254" y="12"/>
                      </a:lnTo>
                      <a:lnTo>
                        <a:pt x="254" y="16"/>
                      </a:lnTo>
                      <a:lnTo>
                        <a:pt x="258" y="16"/>
                      </a:lnTo>
                      <a:lnTo>
                        <a:pt x="258" y="12"/>
                      </a:lnTo>
                      <a:lnTo>
                        <a:pt x="254" y="12"/>
                      </a:lnTo>
                      <a:lnTo>
                        <a:pt x="258" y="12"/>
                      </a:lnTo>
                      <a:lnTo>
                        <a:pt x="262" y="12"/>
                      </a:lnTo>
                      <a:lnTo>
                        <a:pt x="266" y="12"/>
                      </a:lnTo>
                      <a:lnTo>
                        <a:pt x="266" y="8"/>
                      </a:lnTo>
                      <a:lnTo>
                        <a:pt x="262" y="8"/>
                      </a:lnTo>
                      <a:lnTo>
                        <a:pt x="266" y="8"/>
                      </a:lnTo>
                      <a:lnTo>
                        <a:pt x="266" y="12"/>
                      </a:lnTo>
                      <a:lnTo>
                        <a:pt x="262" y="12"/>
                      </a:lnTo>
                      <a:lnTo>
                        <a:pt x="262" y="16"/>
                      </a:lnTo>
                      <a:lnTo>
                        <a:pt x="258" y="16"/>
                      </a:lnTo>
                      <a:lnTo>
                        <a:pt x="254" y="16"/>
                      </a:lnTo>
                      <a:lnTo>
                        <a:pt x="250" y="20"/>
                      </a:lnTo>
                      <a:lnTo>
                        <a:pt x="248" y="16"/>
                      </a:lnTo>
                      <a:lnTo>
                        <a:pt x="248" y="20"/>
                      </a:lnTo>
                      <a:lnTo>
                        <a:pt x="248" y="20"/>
                      </a:lnTo>
                      <a:lnTo>
                        <a:pt x="248" y="20"/>
                      </a:lnTo>
                      <a:close/>
                      <a:moveTo>
                        <a:pt x="262" y="22"/>
                      </a:moveTo>
                      <a:lnTo>
                        <a:pt x="258" y="20"/>
                      </a:lnTo>
                      <a:lnTo>
                        <a:pt x="262" y="16"/>
                      </a:lnTo>
                      <a:lnTo>
                        <a:pt x="266" y="16"/>
                      </a:lnTo>
                      <a:lnTo>
                        <a:pt x="270" y="16"/>
                      </a:lnTo>
                      <a:lnTo>
                        <a:pt x="270" y="20"/>
                      </a:lnTo>
                      <a:lnTo>
                        <a:pt x="266" y="20"/>
                      </a:lnTo>
                      <a:lnTo>
                        <a:pt x="266" y="22"/>
                      </a:lnTo>
                      <a:lnTo>
                        <a:pt x="262" y="22"/>
                      </a:lnTo>
                      <a:lnTo>
                        <a:pt x="262" y="22"/>
                      </a:lnTo>
                      <a:lnTo>
                        <a:pt x="262" y="22"/>
                      </a:lnTo>
                      <a:close/>
                      <a:moveTo>
                        <a:pt x="218" y="30"/>
                      </a:moveTo>
                      <a:lnTo>
                        <a:pt x="214" y="30"/>
                      </a:lnTo>
                      <a:lnTo>
                        <a:pt x="214" y="26"/>
                      </a:lnTo>
                      <a:lnTo>
                        <a:pt x="214" y="22"/>
                      </a:lnTo>
                      <a:lnTo>
                        <a:pt x="210" y="22"/>
                      </a:lnTo>
                      <a:lnTo>
                        <a:pt x="214" y="22"/>
                      </a:lnTo>
                      <a:lnTo>
                        <a:pt x="214" y="26"/>
                      </a:lnTo>
                      <a:lnTo>
                        <a:pt x="218" y="26"/>
                      </a:lnTo>
                      <a:lnTo>
                        <a:pt x="218" y="30"/>
                      </a:lnTo>
                      <a:lnTo>
                        <a:pt x="218" y="30"/>
                      </a:lnTo>
                      <a:lnTo>
                        <a:pt x="218" y="30"/>
                      </a:lnTo>
                      <a:close/>
                      <a:moveTo>
                        <a:pt x="224" y="30"/>
                      </a:moveTo>
                      <a:lnTo>
                        <a:pt x="224" y="26"/>
                      </a:lnTo>
                      <a:lnTo>
                        <a:pt x="224" y="30"/>
                      </a:lnTo>
                      <a:lnTo>
                        <a:pt x="224" y="26"/>
                      </a:lnTo>
                      <a:lnTo>
                        <a:pt x="220" y="26"/>
                      </a:lnTo>
                      <a:lnTo>
                        <a:pt x="224" y="26"/>
                      </a:lnTo>
                      <a:lnTo>
                        <a:pt x="224" y="22"/>
                      </a:lnTo>
                      <a:lnTo>
                        <a:pt x="228" y="22"/>
                      </a:lnTo>
                      <a:lnTo>
                        <a:pt x="228" y="26"/>
                      </a:lnTo>
                      <a:lnTo>
                        <a:pt x="228" y="30"/>
                      </a:lnTo>
                      <a:lnTo>
                        <a:pt x="224" y="30"/>
                      </a:lnTo>
                      <a:lnTo>
                        <a:pt x="224" y="30"/>
                      </a:lnTo>
                      <a:lnTo>
                        <a:pt x="224" y="30"/>
                      </a:lnTo>
                      <a:close/>
                      <a:moveTo>
                        <a:pt x="210" y="26"/>
                      </a:moveTo>
                      <a:lnTo>
                        <a:pt x="206" y="26"/>
                      </a:lnTo>
                      <a:lnTo>
                        <a:pt x="210" y="26"/>
                      </a:lnTo>
                      <a:lnTo>
                        <a:pt x="210" y="26"/>
                      </a:lnTo>
                      <a:lnTo>
                        <a:pt x="210" y="26"/>
                      </a:lnTo>
                      <a:close/>
                      <a:moveTo>
                        <a:pt x="206" y="34"/>
                      </a:moveTo>
                      <a:lnTo>
                        <a:pt x="202" y="34"/>
                      </a:lnTo>
                      <a:lnTo>
                        <a:pt x="198" y="34"/>
                      </a:lnTo>
                      <a:lnTo>
                        <a:pt x="198" y="30"/>
                      </a:lnTo>
                      <a:lnTo>
                        <a:pt x="202" y="30"/>
                      </a:lnTo>
                      <a:lnTo>
                        <a:pt x="206" y="30"/>
                      </a:lnTo>
                      <a:lnTo>
                        <a:pt x="206" y="26"/>
                      </a:lnTo>
                      <a:lnTo>
                        <a:pt x="206" y="30"/>
                      </a:lnTo>
                      <a:lnTo>
                        <a:pt x="210" y="30"/>
                      </a:lnTo>
                      <a:lnTo>
                        <a:pt x="214" y="30"/>
                      </a:lnTo>
                      <a:lnTo>
                        <a:pt x="210" y="34"/>
                      </a:lnTo>
                      <a:lnTo>
                        <a:pt x="206" y="34"/>
                      </a:lnTo>
                      <a:lnTo>
                        <a:pt x="206" y="34"/>
                      </a:lnTo>
                      <a:lnTo>
                        <a:pt x="206" y="34"/>
                      </a:lnTo>
                      <a:close/>
                      <a:moveTo>
                        <a:pt x="194" y="38"/>
                      </a:moveTo>
                      <a:lnTo>
                        <a:pt x="198" y="38"/>
                      </a:lnTo>
                      <a:lnTo>
                        <a:pt x="194" y="38"/>
                      </a:lnTo>
                      <a:lnTo>
                        <a:pt x="194" y="34"/>
                      </a:lnTo>
                      <a:lnTo>
                        <a:pt x="194" y="38"/>
                      </a:lnTo>
                      <a:lnTo>
                        <a:pt x="198" y="38"/>
                      </a:lnTo>
                      <a:lnTo>
                        <a:pt x="198" y="34"/>
                      </a:lnTo>
                      <a:lnTo>
                        <a:pt x="202" y="34"/>
                      </a:lnTo>
                      <a:lnTo>
                        <a:pt x="202" y="38"/>
                      </a:lnTo>
                      <a:lnTo>
                        <a:pt x="198" y="38"/>
                      </a:lnTo>
                      <a:lnTo>
                        <a:pt x="198" y="42"/>
                      </a:lnTo>
                      <a:lnTo>
                        <a:pt x="202" y="42"/>
                      </a:lnTo>
                      <a:lnTo>
                        <a:pt x="198" y="42"/>
                      </a:lnTo>
                      <a:lnTo>
                        <a:pt x="194" y="42"/>
                      </a:lnTo>
                      <a:lnTo>
                        <a:pt x="190" y="42"/>
                      </a:lnTo>
                      <a:lnTo>
                        <a:pt x="188" y="42"/>
                      </a:lnTo>
                      <a:lnTo>
                        <a:pt x="190" y="38"/>
                      </a:lnTo>
                      <a:lnTo>
                        <a:pt x="190" y="42"/>
                      </a:lnTo>
                      <a:lnTo>
                        <a:pt x="190" y="38"/>
                      </a:lnTo>
                      <a:lnTo>
                        <a:pt x="194" y="38"/>
                      </a:lnTo>
                      <a:lnTo>
                        <a:pt x="194" y="38"/>
                      </a:lnTo>
                      <a:lnTo>
                        <a:pt x="194" y="38"/>
                      </a:lnTo>
                      <a:close/>
                      <a:moveTo>
                        <a:pt x="172" y="50"/>
                      </a:moveTo>
                      <a:lnTo>
                        <a:pt x="176" y="50"/>
                      </a:lnTo>
                      <a:lnTo>
                        <a:pt x="172" y="50"/>
                      </a:lnTo>
                      <a:lnTo>
                        <a:pt x="176" y="50"/>
                      </a:lnTo>
                      <a:lnTo>
                        <a:pt x="176" y="46"/>
                      </a:lnTo>
                      <a:lnTo>
                        <a:pt x="172" y="46"/>
                      </a:lnTo>
                      <a:lnTo>
                        <a:pt x="176" y="46"/>
                      </a:lnTo>
                      <a:lnTo>
                        <a:pt x="180" y="46"/>
                      </a:lnTo>
                      <a:lnTo>
                        <a:pt x="176" y="46"/>
                      </a:lnTo>
                      <a:lnTo>
                        <a:pt x="176" y="42"/>
                      </a:lnTo>
                      <a:lnTo>
                        <a:pt x="180" y="46"/>
                      </a:lnTo>
                      <a:lnTo>
                        <a:pt x="180" y="42"/>
                      </a:lnTo>
                      <a:lnTo>
                        <a:pt x="184" y="42"/>
                      </a:lnTo>
                      <a:lnTo>
                        <a:pt x="184" y="46"/>
                      </a:lnTo>
                      <a:lnTo>
                        <a:pt x="184" y="42"/>
                      </a:lnTo>
                      <a:lnTo>
                        <a:pt x="180" y="42"/>
                      </a:lnTo>
                      <a:lnTo>
                        <a:pt x="184" y="42"/>
                      </a:lnTo>
                      <a:lnTo>
                        <a:pt x="188" y="42"/>
                      </a:lnTo>
                      <a:lnTo>
                        <a:pt x="190" y="46"/>
                      </a:lnTo>
                      <a:lnTo>
                        <a:pt x="188" y="46"/>
                      </a:lnTo>
                      <a:lnTo>
                        <a:pt x="188" y="50"/>
                      </a:lnTo>
                      <a:lnTo>
                        <a:pt x="188" y="52"/>
                      </a:lnTo>
                      <a:lnTo>
                        <a:pt x="184" y="52"/>
                      </a:lnTo>
                      <a:lnTo>
                        <a:pt x="180" y="50"/>
                      </a:lnTo>
                      <a:lnTo>
                        <a:pt x="180" y="52"/>
                      </a:lnTo>
                      <a:lnTo>
                        <a:pt x="176" y="52"/>
                      </a:lnTo>
                      <a:lnTo>
                        <a:pt x="176" y="56"/>
                      </a:lnTo>
                      <a:lnTo>
                        <a:pt x="176" y="52"/>
                      </a:lnTo>
                      <a:lnTo>
                        <a:pt x="172" y="52"/>
                      </a:lnTo>
                      <a:lnTo>
                        <a:pt x="176" y="52"/>
                      </a:lnTo>
                      <a:lnTo>
                        <a:pt x="176" y="50"/>
                      </a:lnTo>
                      <a:lnTo>
                        <a:pt x="176" y="52"/>
                      </a:lnTo>
                      <a:lnTo>
                        <a:pt x="172" y="50"/>
                      </a:lnTo>
                      <a:lnTo>
                        <a:pt x="172" y="50"/>
                      </a:lnTo>
                      <a:lnTo>
                        <a:pt x="172" y="50"/>
                      </a:lnTo>
                      <a:close/>
                      <a:moveTo>
                        <a:pt x="154" y="60"/>
                      </a:moveTo>
                      <a:lnTo>
                        <a:pt x="154" y="56"/>
                      </a:lnTo>
                      <a:lnTo>
                        <a:pt x="154" y="52"/>
                      </a:lnTo>
                      <a:lnTo>
                        <a:pt x="158" y="52"/>
                      </a:lnTo>
                      <a:lnTo>
                        <a:pt x="158" y="50"/>
                      </a:lnTo>
                      <a:lnTo>
                        <a:pt x="160" y="50"/>
                      </a:lnTo>
                      <a:lnTo>
                        <a:pt x="160" y="52"/>
                      </a:lnTo>
                      <a:lnTo>
                        <a:pt x="158" y="52"/>
                      </a:lnTo>
                      <a:lnTo>
                        <a:pt x="158" y="56"/>
                      </a:lnTo>
                      <a:lnTo>
                        <a:pt x="154" y="56"/>
                      </a:lnTo>
                      <a:lnTo>
                        <a:pt x="154" y="60"/>
                      </a:lnTo>
                      <a:lnTo>
                        <a:pt x="154" y="60"/>
                      </a:lnTo>
                      <a:lnTo>
                        <a:pt x="154" y="60"/>
                      </a:lnTo>
                      <a:close/>
                      <a:moveTo>
                        <a:pt x="138" y="64"/>
                      </a:moveTo>
                      <a:lnTo>
                        <a:pt x="138" y="60"/>
                      </a:lnTo>
                      <a:lnTo>
                        <a:pt x="142" y="60"/>
                      </a:lnTo>
                      <a:lnTo>
                        <a:pt x="146" y="60"/>
                      </a:lnTo>
                      <a:lnTo>
                        <a:pt x="150" y="60"/>
                      </a:lnTo>
                      <a:lnTo>
                        <a:pt x="146" y="60"/>
                      </a:lnTo>
                      <a:lnTo>
                        <a:pt x="146" y="56"/>
                      </a:lnTo>
                      <a:lnTo>
                        <a:pt x="150" y="56"/>
                      </a:lnTo>
                      <a:lnTo>
                        <a:pt x="150" y="60"/>
                      </a:lnTo>
                      <a:lnTo>
                        <a:pt x="150" y="64"/>
                      </a:lnTo>
                      <a:lnTo>
                        <a:pt x="146" y="68"/>
                      </a:lnTo>
                      <a:lnTo>
                        <a:pt x="142" y="68"/>
                      </a:lnTo>
                      <a:lnTo>
                        <a:pt x="142" y="64"/>
                      </a:lnTo>
                      <a:lnTo>
                        <a:pt x="146" y="64"/>
                      </a:lnTo>
                      <a:lnTo>
                        <a:pt x="150" y="64"/>
                      </a:lnTo>
                      <a:lnTo>
                        <a:pt x="146" y="60"/>
                      </a:lnTo>
                      <a:lnTo>
                        <a:pt x="146" y="64"/>
                      </a:lnTo>
                      <a:lnTo>
                        <a:pt x="142" y="64"/>
                      </a:lnTo>
                      <a:lnTo>
                        <a:pt x="138" y="64"/>
                      </a:lnTo>
                      <a:lnTo>
                        <a:pt x="138" y="64"/>
                      </a:lnTo>
                      <a:lnTo>
                        <a:pt x="138" y="64"/>
                      </a:lnTo>
                      <a:close/>
                      <a:moveTo>
                        <a:pt x="168" y="68"/>
                      </a:moveTo>
                      <a:lnTo>
                        <a:pt x="164" y="68"/>
                      </a:lnTo>
                      <a:lnTo>
                        <a:pt x="160" y="68"/>
                      </a:lnTo>
                      <a:lnTo>
                        <a:pt x="160" y="72"/>
                      </a:lnTo>
                      <a:lnTo>
                        <a:pt x="158" y="72"/>
                      </a:lnTo>
                      <a:lnTo>
                        <a:pt x="154" y="72"/>
                      </a:lnTo>
                      <a:lnTo>
                        <a:pt x="150" y="72"/>
                      </a:lnTo>
                      <a:lnTo>
                        <a:pt x="154" y="72"/>
                      </a:lnTo>
                      <a:lnTo>
                        <a:pt x="154" y="68"/>
                      </a:lnTo>
                      <a:lnTo>
                        <a:pt x="154" y="72"/>
                      </a:lnTo>
                      <a:lnTo>
                        <a:pt x="150" y="72"/>
                      </a:lnTo>
                      <a:lnTo>
                        <a:pt x="146" y="76"/>
                      </a:lnTo>
                      <a:lnTo>
                        <a:pt x="146" y="72"/>
                      </a:lnTo>
                      <a:lnTo>
                        <a:pt x="150" y="68"/>
                      </a:lnTo>
                      <a:lnTo>
                        <a:pt x="154" y="64"/>
                      </a:lnTo>
                      <a:lnTo>
                        <a:pt x="158" y="64"/>
                      </a:lnTo>
                      <a:lnTo>
                        <a:pt x="154" y="64"/>
                      </a:lnTo>
                      <a:lnTo>
                        <a:pt x="154" y="60"/>
                      </a:lnTo>
                      <a:lnTo>
                        <a:pt x="154" y="64"/>
                      </a:lnTo>
                      <a:lnTo>
                        <a:pt x="154" y="60"/>
                      </a:lnTo>
                      <a:lnTo>
                        <a:pt x="154" y="56"/>
                      </a:lnTo>
                      <a:lnTo>
                        <a:pt x="158" y="56"/>
                      </a:lnTo>
                      <a:lnTo>
                        <a:pt x="158" y="60"/>
                      </a:lnTo>
                      <a:lnTo>
                        <a:pt x="160" y="60"/>
                      </a:lnTo>
                      <a:lnTo>
                        <a:pt x="160" y="64"/>
                      </a:lnTo>
                      <a:lnTo>
                        <a:pt x="158" y="64"/>
                      </a:lnTo>
                      <a:lnTo>
                        <a:pt x="158" y="68"/>
                      </a:lnTo>
                      <a:lnTo>
                        <a:pt x="158" y="64"/>
                      </a:lnTo>
                      <a:lnTo>
                        <a:pt x="160" y="64"/>
                      </a:lnTo>
                      <a:lnTo>
                        <a:pt x="160" y="60"/>
                      </a:lnTo>
                      <a:lnTo>
                        <a:pt x="164" y="60"/>
                      </a:lnTo>
                      <a:lnTo>
                        <a:pt x="168" y="60"/>
                      </a:lnTo>
                      <a:lnTo>
                        <a:pt x="168" y="64"/>
                      </a:lnTo>
                      <a:lnTo>
                        <a:pt x="168" y="68"/>
                      </a:lnTo>
                      <a:lnTo>
                        <a:pt x="168" y="68"/>
                      </a:lnTo>
                      <a:lnTo>
                        <a:pt x="168" y="68"/>
                      </a:lnTo>
                      <a:close/>
                      <a:moveTo>
                        <a:pt x="134" y="76"/>
                      </a:moveTo>
                      <a:lnTo>
                        <a:pt x="134" y="72"/>
                      </a:lnTo>
                      <a:lnTo>
                        <a:pt x="138" y="72"/>
                      </a:lnTo>
                      <a:lnTo>
                        <a:pt x="142" y="72"/>
                      </a:lnTo>
                      <a:lnTo>
                        <a:pt x="146" y="72"/>
                      </a:lnTo>
                      <a:lnTo>
                        <a:pt x="146" y="68"/>
                      </a:lnTo>
                      <a:lnTo>
                        <a:pt x="150" y="68"/>
                      </a:lnTo>
                      <a:lnTo>
                        <a:pt x="146" y="72"/>
                      </a:lnTo>
                      <a:lnTo>
                        <a:pt x="142" y="76"/>
                      </a:lnTo>
                      <a:lnTo>
                        <a:pt x="138" y="76"/>
                      </a:lnTo>
                      <a:lnTo>
                        <a:pt x="134" y="76"/>
                      </a:lnTo>
                      <a:lnTo>
                        <a:pt x="134" y="76"/>
                      </a:lnTo>
                      <a:lnTo>
                        <a:pt x="134" y="76"/>
                      </a:lnTo>
                      <a:close/>
                      <a:moveTo>
                        <a:pt x="124" y="78"/>
                      </a:moveTo>
                      <a:lnTo>
                        <a:pt x="124" y="76"/>
                      </a:lnTo>
                      <a:lnTo>
                        <a:pt x="128" y="76"/>
                      </a:lnTo>
                      <a:lnTo>
                        <a:pt x="130" y="76"/>
                      </a:lnTo>
                      <a:lnTo>
                        <a:pt x="134" y="76"/>
                      </a:lnTo>
                      <a:lnTo>
                        <a:pt x="130" y="76"/>
                      </a:lnTo>
                      <a:lnTo>
                        <a:pt x="130" y="78"/>
                      </a:lnTo>
                      <a:lnTo>
                        <a:pt x="128" y="78"/>
                      </a:lnTo>
                      <a:lnTo>
                        <a:pt x="124" y="78"/>
                      </a:lnTo>
                      <a:lnTo>
                        <a:pt x="124" y="78"/>
                      </a:lnTo>
                      <a:lnTo>
                        <a:pt x="124" y="78"/>
                      </a:lnTo>
                      <a:close/>
                      <a:moveTo>
                        <a:pt x="108" y="132"/>
                      </a:moveTo>
                      <a:lnTo>
                        <a:pt x="108" y="128"/>
                      </a:lnTo>
                      <a:lnTo>
                        <a:pt x="108" y="124"/>
                      </a:lnTo>
                      <a:lnTo>
                        <a:pt x="112" y="124"/>
                      </a:lnTo>
                      <a:lnTo>
                        <a:pt x="112" y="128"/>
                      </a:lnTo>
                      <a:lnTo>
                        <a:pt x="108" y="128"/>
                      </a:lnTo>
                      <a:lnTo>
                        <a:pt x="108" y="132"/>
                      </a:lnTo>
                      <a:lnTo>
                        <a:pt x="108" y="132"/>
                      </a:lnTo>
                      <a:lnTo>
                        <a:pt x="108" y="132"/>
                      </a:lnTo>
                      <a:close/>
                      <a:moveTo>
                        <a:pt x="108" y="132"/>
                      </a:moveTo>
                      <a:lnTo>
                        <a:pt x="112" y="132"/>
                      </a:lnTo>
                      <a:lnTo>
                        <a:pt x="112" y="128"/>
                      </a:lnTo>
                      <a:lnTo>
                        <a:pt x="116" y="128"/>
                      </a:lnTo>
                      <a:lnTo>
                        <a:pt x="116" y="132"/>
                      </a:lnTo>
                      <a:lnTo>
                        <a:pt x="112" y="132"/>
                      </a:lnTo>
                      <a:lnTo>
                        <a:pt x="108" y="132"/>
                      </a:lnTo>
                      <a:lnTo>
                        <a:pt x="108" y="132"/>
                      </a:lnTo>
                      <a:lnTo>
                        <a:pt x="108" y="132"/>
                      </a:lnTo>
                      <a:close/>
                      <a:moveTo>
                        <a:pt x="52" y="188"/>
                      </a:moveTo>
                      <a:lnTo>
                        <a:pt x="48" y="188"/>
                      </a:lnTo>
                      <a:lnTo>
                        <a:pt x="48" y="184"/>
                      </a:lnTo>
                      <a:lnTo>
                        <a:pt x="52" y="184"/>
                      </a:lnTo>
                      <a:lnTo>
                        <a:pt x="56" y="184"/>
                      </a:lnTo>
                      <a:lnTo>
                        <a:pt x="60" y="184"/>
                      </a:lnTo>
                      <a:lnTo>
                        <a:pt x="56" y="184"/>
                      </a:lnTo>
                      <a:lnTo>
                        <a:pt x="56" y="188"/>
                      </a:lnTo>
                      <a:lnTo>
                        <a:pt x="52" y="188"/>
                      </a:lnTo>
                      <a:lnTo>
                        <a:pt x="52" y="188"/>
                      </a:lnTo>
                      <a:lnTo>
                        <a:pt x="52" y="188"/>
                      </a:lnTo>
                      <a:close/>
                      <a:moveTo>
                        <a:pt x="52" y="192"/>
                      </a:moveTo>
                      <a:lnTo>
                        <a:pt x="48" y="192"/>
                      </a:lnTo>
                      <a:lnTo>
                        <a:pt x="52" y="192"/>
                      </a:lnTo>
                      <a:lnTo>
                        <a:pt x="52" y="188"/>
                      </a:lnTo>
                      <a:lnTo>
                        <a:pt x="56" y="188"/>
                      </a:lnTo>
                      <a:lnTo>
                        <a:pt x="60" y="188"/>
                      </a:lnTo>
                      <a:lnTo>
                        <a:pt x="64" y="188"/>
                      </a:lnTo>
                      <a:lnTo>
                        <a:pt x="60" y="188"/>
                      </a:lnTo>
                      <a:lnTo>
                        <a:pt x="60" y="192"/>
                      </a:lnTo>
                      <a:lnTo>
                        <a:pt x="56" y="192"/>
                      </a:lnTo>
                      <a:lnTo>
                        <a:pt x="52" y="192"/>
                      </a:lnTo>
                      <a:lnTo>
                        <a:pt x="52" y="192"/>
                      </a:lnTo>
                      <a:lnTo>
                        <a:pt x="52" y="192"/>
                      </a:lnTo>
                      <a:close/>
                      <a:moveTo>
                        <a:pt x="44" y="194"/>
                      </a:moveTo>
                      <a:lnTo>
                        <a:pt x="44" y="192"/>
                      </a:lnTo>
                      <a:lnTo>
                        <a:pt x="48" y="192"/>
                      </a:lnTo>
                      <a:lnTo>
                        <a:pt x="48" y="194"/>
                      </a:lnTo>
                      <a:lnTo>
                        <a:pt x="44" y="194"/>
                      </a:lnTo>
                      <a:lnTo>
                        <a:pt x="44" y="194"/>
                      </a:lnTo>
                      <a:lnTo>
                        <a:pt x="44" y="194"/>
                      </a:lnTo>
                      <a:close/>
                      <a:moveTo>
                        <a:pt x="8" y="258"/>
                      </a:moveTo>
                      <a:lnTo>
                        <a:pt x="4" y="258"/>
                      </a:lnTo>
                      <a:lnTo>
                        <a:pt x="4" y="254"/>
                      </a:lnTo>
                      <a:lnTo>
                        <a:pt x="0" y="254"/>
                      </a:lnTo>
                      <a:lnTo>
                        <a:pt x="4" y="254"/>
                      </a:lnTo>
                      <a:lnTo>
                        <a:pt x="4" y="258"/>
                      </a:lnTo>
                      <a:lnTo>
                        <a:pt x="8" y="258"/>
                      </a:lnTo>
                      <a:lnTo>
                        <a:pt x="8" y="258"/>
                      </a:lnTo>
                      <a:lnTo>
                        <a:pt x="8" y="258"/>
                      </a:lnTo>
                      <a:close/>
                      <a:moveTo>
                        <a:pt x="8" y="258"/>
                      </a:moveTo>
                      <a:lnTo>
                        <a:pt x="4" y="258"/>
                      </a:lnTo>
                      <a:lnTo>
                        <a:pt x="8" y="258"/>
                      </a:lnTo>
                      <a:lnTo>
                        <a:pt x="8" y="258"/>
                      </a:lnTo>
                      <a:lnTo>
                        <a:pt x="8" y="258"/>
                      </a:lnTo>
                      <a:close/>
                      <a:moveTo>
                        <a:pt x="8" y="262"/>
                      </a:moveTo>
                      <a:lnTo>
                        <a:pt x="4" y="262"/>
                      </a:lnTo>
                      <a:lnTo>
                        <a:pt x="4" y="258"/>
                      </a:lnTo>
                      <a:lnTo>
                        <a:pt x="8" y="258"/>
                      </a:lnTo>
                      <a:lnTo>
                        <a:pt x="8" y="262"/>
                      </a:lnTo>
                      <a:lnTo>
                        <a:pt x="8" y="262"/>
                      </a:lnTo>
                      <a:lnTo>
                        <a:pt x="8" y="262"/>
                      </a:lnTo>
                      <a:close/>
                      <a:moveTo>
                        <a:pt x="4" y="264"/>
                      </a:moveTo>
                      <a:lnTo>
                        <a:pt x="4" y="262"/>
                      </a:lnTo>
                      <a:lnTo>
                        <a:pt x="4" y="264"/>
                      </a:lnTo>
                      <a:lnTo>
                        <a:pt x="4" y="264"/>
                      </a:lnTo>
                      <a:lnTo>
                        <a:pt x="4" y="264"/>
                      </a:lnTo>
                      <a:close/>
                      <a:moveTo>
                        <a:pt x="12" y="272"/>
                      </a:moveTo>
                      <a:lnTo>
                        <a:pt x="8" y="272"/>
                      </a:lnTo>
                      <a:lnTo>
                        <a:pt x="12" y="268"/>
                      </a:lnTo>
                      <a:lnTo>
                        <a:pt x="12" y="272"/>
                      </a:lnTo>
                      <a:lnTo>
                        <a:pt x="12" y="272"/>
                      </a:lnTo>
                      <a:lnTo>
                        <a:pt x="12" y="272"/>
                      </a:lnTo>
                      <a:close/>
                      <a:moveTo>
                        <a:pt x="8" y="276"/>
                      </a:moveTo>
                      <a:lnTo>
                        <a:pt x="8" y="272"/>
                      </a:lnTo>
                      <a:lnTo>
                        <a:pt x="12" y="272"/>
                      </a:lnTo>
                      <a:lnTo>
                        <a:pt x="12" y="276"/>
                      </a:lnTo>
                      <a:lnTo>
                        <a:pt x="8" y="276"/>
                      </a:lnTo>
                      <a:lnTo>
                        <a:pt x="8" y="276"/>
                      </a:lnTo>
                      <a:lnTo>
                        <a:pt x="8" y="276"/>
                      </a:lnTo>
                      <a:close/>
                      <a:moveTo>
                        <a:pt x="8" y="280"/>
                      </a:moveTo>
                      <a:lnTo>
                        <a:pt x="4" y="280"/>
                      </a:lnTo>
                      <a:lnTo>
                        <a:pt x="4" y="276"/>
                      </a:lnTo>
                      <a:lnTo>
                        <a:pt x="4" y="272"/>
                      </a:lnTo>
                      <a:lnTo>
                        <a:pt x="8" y="272"/>
                      </a:lnTo>
                      <a:lnTo>
                        <a:pt x="8" y="276"/>
                      </a:lnTo>
                      <a:lnTo>
                        <a:pt x="8" y="280"/>
                      </a:lnTo>
                      <a:lnTo>
                        <a:pt x="8" y="280"/>
                      </a:lnTo>
                      <a:lnTo>
                        <a:pt x="8" y="280"/>
                      </a:lnTo>
                      <a:close/>
                      <a:moveTo>
                        <a:pt x="8" y="292"/>
                      </a:moveTo>
                      <a:lnTo>
                        <a:pt x="4" y="288"/>
                      </a:lnTo>
                      <a:lnTo>
                        <a:pt x="8" y="288"/>
                      </a:lnTo>
                      <a:lnTo>
                        <a:pt x="8" y="284"/>
                      </a:lnTo>
                      <a:lnTo>
                        <a:pt x="8" y="288"/>
                      </a:lnTo>
                      <a:lnTo>
                        <a:pt x="8" y="292"/>
                      </a:lnTo>
                      <a:lnTo>
                        <a:pt x="8" y="292"/>
                      </a:lnTo>
                      <a:lnTo>
                        <a:pt x="8" y="292"/>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128" name="Freeform 117">
                  <a:extLst>
                    <a:ext uri="{FF2B5EF4-FFF2-40B4-BE49-F238E27FC236}">
                      <a16:creationId xmlns:a16="http://schemas.microsoft.com/office/drawing/2014/main" id="{73AA55E3-497B-A880-D501-FE1C9034612C}"/>
                    </a:ext>
                  </a:extLst>
                </p:cNvPr>
                <p:cNvSpPr>
                  <a:spLocks/>
                </p:cNvSpPr>
                <p:nvPr/>
              </p:nvSpPr>
              <p:spPr bwMode="gray">
                <a:xfrm>
                  <a:off x="5151286" y="2752606"/>
                  <a:ext cx="246975" cy="215668"/>
                </a:xfrm>
                <a:custGeom>
                  <a:avLst/>
                  <a:gdLst>
                    <a:gd name="T0" fmla="*/ 118 w 142"/>
                    <a:gd name="T1" fmla="*/ 120 h 124"/>
                    <a:gd name="T2" fmla="*/ 116 w 142"/>
                    <a:gd name="T3" fmla="*/ 124 h 124"/>
                    <a:gd name="T4" fmla="*/ 104 w 142"/>
                    <a:gd name="T5" fmla="*/ 116 h 124"/>
                    <a:gd name="T6" fmla="*/ 96 w 142"/>
                    <a:gd name="T7" fmla="*/ 120 h 124"/>
                    <a:gd name="T8" fmla="*/ 90 w 142"/>
                    <a:gd name="T9" fmla="*/ 116 h 124"/>
                    <a:gd name="T10" fmla="*/ 78 w 142"/>
                    <a:gd name="T11" fmla="*/ 120 h 124"/>
                    <a:gd name="T12" fmla="*/ 74 w 142"/>
                    <a:gd name="T13" fmla="*/ 112 h 124"/>
                    <a:gd name="T14" fmla="*/ 66 w 142"/>
                    <a:gd name="T15" fmla="*/ 116 h 124"/>
                    <a:gd name="T16" fmla="*/ 62 w 142"/>
                    <a:gd name="T17" fmla="*/ 108 h 124"/>
                    <a:gd name="T18" fmla="*/ 56 w 142"/>
                    <a:gd name="T19" fmla="*/ 104 h 124"/>
                    <a:gd name="T20" fmla="*/ 48 w 142"/>
                    <a:gd name="T21" fmla="*/ 102 h 124"/>
                    <a:gd name="T22" fmla="*/ 40 w 142"/>
                    <a:gd name="T23" fmla="*/ 98 h 124"/>
                    <a:gd name="T24" fmla="*/ 36 w 142"/>
                    <a:gd name="T25" fmla="*/ 98 h 124"/>
                    <a:gd name="T26" fmla="*/ 36 w 142"/>
                    <a:gd name="T27" fmla="*/ 102 h 124"/>
                    <a:gd name="T28" fmla="*/ 30 w 142"/>
                    <a:gd name="T29" fmla="*/ 98 h 124"/>
                    <a:gd name="T30" fmla="*/ 26 w 142"/>
                    <a:gd name="T31" fmla="*/ 90 h 124"/>
                    <a:gd name="T32" fmla="*/ 14 w 142"/>
                    <a:gd name="T33" fmla="*/ 86 h 124"/>
                    <a:gd name="T34" fmla="*/ 10 w 142"/>
                    <a:gd name="T35" fmla="*/ 86 h 124"/>
                    <a:gd name="T36" fmla="*/ 10 w 142"/>
                    <a:gd name="T37" fmla="*/ 78 h 124"/>
                    <a:gd name="T38" fmla="*/ 6 w 142"/>
                    <a:gd name="T39" fmla="*/ 72 h 124"/>
                    <a:gd name="T40" fmla="*/ 6 w 142"/>
                    <a:gd name="T41" fmla="*/ 64 h 124"/>
                    <a:gd name="T42" fmla="*/ 4 w 142"/>
                    <a:gd name="T43" fmla="*/ 56 h 124"/>
                    <a:gd name="T44" fmla="*/ 6 w 142"/>
                    <a:gd name="T45" fmla="*/ 48 h 124"/>
                    <a:gd name="T46" fmla="*/ 0 w 142"/>
                    <a:gd name="T47" fmla="*/ 46 h 124"/>
                    <a:gd name="T48" fmla="*/ 4 w 142"/>
                    <a:gd name="T49" fmla="*/ 34 h 124"/>
                    <a:gd name="T50" fmla="*/ 4 w 142"/>
                    <a:gd name="T51" fmla="*/ 26 h 124"/>
                    <a:gd name="T52" fmla="*/ 0 w 142"/>
                    <a:gd name="T53" fmla="*/ 20 h 124"/>
                    <a:gd name="T54" fmla="*/ 4 w 142"/>
                    <a:gd name="T55" fmla="*/ 20 h 124"/>
                    <a:gd name="T56" fmla="*/ 14 w 142"/>
                    <a:gd name="T57" fmla="*/ 16 h 124"/>
                    <a:gd name="T58" fmla="*/ 26 w 142"/>
                    <a:gd name="T59" fmla="*/ 16 h 124"/>
                    <a:gd name="T60" fmla="*/ 32 w 142"/>
                    <a:gd name="T61" fmla="*/ 8 h 124"/>
                    <a:gd name="T62" fmla="*/ 44 w 142"/>
                    <a:gd name="T63" fmla="*/ 4 h 124"/>
                    <a:gd name="T64" fmla="*/ 52 w 142"/>
                    <a:gd name="T65" fmla="*/ 0 h 124"/>
                    <a:gd name="T66" fmla="*/ 62 w 142"/>
                    <a:gd name="T67" fmla="*/ 4 h 124"/>
                    <a:gd name="T68" fmla="*/ 60 w 142"/>
                    <a:gd name="T69" fmla="*/ 4 h 124"/>
                    <a:gd name="T70" fmla="*/ 66 w 142"/>
                    <a:gd name="T71" fmla="*/ 12 h 124"/>
                    <a:gd name="T72" fmla="*/ 74 w 142"/>
                    <a:gd name="T73" fmla="*/ 8 h 124"/>
                    <a:gd name="T74" fmla="*/ 74 w 142"/>
                    <a:gd name="T75" fmla="*/ 12 h 124"/>
                    <a:gd name="T76" fmla="*/ 78 w 142"/>
                    <a:gd name="T77" fmla="*/ 12 h 124"/>
                    <a:gd name="T78" fmla="*/ 90 w 142"/>
                    <a:gd name="T79" fmla="*/ 12 h 124"/>
                    <a:gd name="T80" fmla="*/ 100 w 142"/>
                    <a:gd name="T81" fmla="*/ 12 h 124"/>
                    <a:gd name="T82" fmla="*/ 112 w 142"/>
                    <a:gd name="T83" fmla="*/ 12 h 124"/>
                    <a:gd name="T84" fmla="*/ 122 w 142"/>
                    <a:gd name="T85" fmla="*/ 12 h 124"/>
                    <a:gd name="T86" fmla="*/ 130 w 142"/>
                    <a:gd name="T87" fmla="*/ 20 h 124"/>
                    <a:gd name="T88" fmla="*/ 134 w 142"/>
                    <a:gd name="T89" fmla="*/ 26 h 124"/>
                    <a:gd name="T90" fmla="*/ 138 w 142"/>
                    <a:gd name="T91" fmla="*/ 38 h 124"/>
                    <a:gd name="T92" fmla="*/ 138 w 142"/>
                    <a:gd name="T93" fmla="*/ 48 h 124"/>
                    <a:gd name="T94" fmla="*/ 130 w 142"/>
                    <a:gd name="T95" fmla="*/ 52 h 124"/>
                    <a:gd name="T96" fmla="*/ 130 w 142"/>
                    <a:gd name="T97" fmla="*/ 56 h 124"/>
                    <a:gd name="T98" fmla="*/ 130 w 142"/>
                    <a:gd name="T99" fmla="*/ 68 h 124"/>
                    <a:gd name="T100" fmla="*/ 134 w 142"/>
                    <a:gd name="T101" fmla="*/ 74 h 124"/>
                    <a:gd name="T102" fmla="*/ 138 w 142"/>
                    <a:gd name="T103" fmla="*/ 86 h 124"/>
                    <a:gd name="T104" fmla="*/ 138 w 142"/>
                    <a:gd name="T105" fmla="*/ 90 h 124"/>
                    <a:gd name="T106" fmla="*/ 134 w 142"/>
                    <a:gd name="T107" fmla="*/ 94 h 124"/>
                    <a:gd name="T108" fmla="*/ 130 w 142"/>
                    <a:gd name="T109" fmla="*/ 102 h 124"/>
                    <a:gd name="T110" fmla="*/ 118 w 142"/>
                    <a:gd name="T111" fmla="*/ 112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42" h="124">
                      <a:moveTo>
                        <a:pt x="118" y="112"/>
                      </a:moveTo>
                      <a:lnTo>
                        <a:pt x="118" y="116"/>
                      </a:lnTo>
                      <a:lnTo>
                        <a:pt x="118" y="120"/>
                      </a:lnTo>
                      <a:lnTo>
                        <a:pt x="122" y="124"/>
                      </a:lnTo>
                      <a:lnTo>
                        <a:pt x="118" y="124"/>
                      </a:lnTo>
                      <a:lnTo>
                        <a:pt x="116" y="124"/>
                      </a:lnTo>
                      <a:lnTo>
                        <a:pt x="112" y="120"/>
                      </a:lnTo>
                      <a:lnTo>
                        <a:pt x="108" y="116"/>
                      </a:lnTo>
                      <a:lnTo>
                        <a:pt x="104" y="116"/>
                      </a:lnTo>
                      <a:lnTo>
                        <a:pt x="100" y="116"/>
                      </a:lnTo>
                      <a:lnTo>
                        <a:pt x="96" y="116"/>
                      </a:lnTo>
                      <a:lnTo>
                        <a:pt x="96" y="120"/>
                      </a:lnTo>
                      <a:lnTo>
                        <a:pt x="92" y="120"/>
                      </a:lnTo>
                      <a:lnTo>
                        <a:pt x="92" y="116"/>
                      </a:lnTo>
                      <a:lnTo>
                        <a:pt x="90" y="116"/>
                      </a:lnTo>
                      <a:lnTo>
                        <a:pt x="86" y="116"/>
                      </a:lnTo>
                      <a:lnTo>
                        <a:pt x="82" y="120"/>
                      </a:lnTo>
                      <a:lnTo>
                        <a:pt x="78" y="120"/>
                      </a:lnTo>
                      <a:lnTo>
                        <a:pt x="78" y="116"/>
                      </a:lnTo>
                      <a:lnTo>
                        <a:pt x="74" y="116"/>
                      </a:lnTo>
                      <a:lnTo>
                        <a:pt x="74" y="112"/>
                      </a:lnTo>
                      <a:lnTo>
                        <a:pt x="70" y="112"/>
                      </a:lnTo>
                      <a:lnTo>
                        <a:pt x="70" y="116"/>
                      </a:lnTo>
                      <a:lnTo>
                        <a:pt x="66" y="116"/>
                      </a:lnTo>
                      <a:lnTo>
                        <a:pt x="66" y="112"/>
                      </a:lnTo>
                      <a:lnTo>
                        <a:pt x="62" y="112"/>
                      </a:lnTo>
                      <a:lnTo>
                        <a:pt x="62" y="108"/>
                      </a:lnTo>
                      <a:lnTo>
                        <a:pt x="62" y="104"/>
                      </a:lnTo>
                      <a:lnTo>
                        <a:pt x="60" y="104"/>
                      </a:lnTo>
                      <a:lnTo>
                        <a:pt x="56" y="104"/>
                      </a:lnTo>
                      <a:lnTo>
                        <a:pt x="56" y="102"/>
                      </a:lnTo>
                      <a:lnTo>
                        <a:pt x="52" y="104"/>
                      </a:lnTo>
                      <a:lnTo>
                        <a:pt x="48" y="102"/>
                      </a:lnTo>
                      <a:lnTo>
                        <a:pt x="48" y="98"/>
                      </a:lnTo>
                      <a:lnTo>
                        <a:pt x="44" y="98"/>
                      </a:lnTo>
                      <a:lnTo>
                        <a:pt x="40" y="98"/>
                      </a:lnTo>
                      <a:lnTo>
                        <a:pt x="40" y="94"/>
                      </a:lnTo>
                      <a:lnTo>
                        <a:pt x="36" y="94"/>
                      </a:lnTo>
                      <a:lnTo>
                        <a:pt x="36" y="98"/>
                      </a:lnTo>
                      <a:lnTo>
                        <a:pt x="40" y="102"/>
                      </a:lnTo>
                      <a:lnTo>
                        <a:pt x="36" y="98"/>
                      </a:lnTo>
                      <a:lnTo>
                        <a:pt x="36" y="102"/>
                      </a:lnTo>
                      <a:lnTo>
                        <a:pt x="32" y="102"/>
                      </a:lnTo>
                      <a:lnTo>
                        <a:pt x="32" y="98"/>
                      </a:lnTo>
                      <a:lnTo>
                        <a:pt x="30" y="98"/>
                      </a:lnTo>
                      <a:lnTo>
                        <a:pt x="30" y="94"/>
                      </a:lnTo>
                      <a:lnTo>
                        <a:pt x="30" y="90"/>
                      </a:lnTo>
                      <a:lnTo>
                        <a:pt x="26" y="90"/>
                      </a:lnTo>
                      <a:lnTo>
                        <a:pt x="22" y="90"/>
                      </a:lnTo>
                      <a:lnTo>
                        <a:pt x="18" y="86"/>
                      </a:lnTo>
                      <a:lnTo>
                        <a:pt x="14" y="86"/>
                      </a:lnTo>
                      <a:lnTo>
                        <a:pt x="14" y="82"/>
                      </a:lnTo>
                      <a:lnTo>
                        <a:pt x="10" y="82"/>
                      </a:lnTo>
                      <a:lnTo>
                        <a:pt x="10" y="86"/>
                      </a:lnTo>
                      <a:lnTo>
                        <a:pt x="6" y="86"/>
                      </a:lnTo>
                      <a:lnTo>
                        <a:pt x="10" y="82"/>
                      </a:lnTo>
                      <a:lnTo>
                        <a:pt x="10" y="78"/>
                      </a:lnTo>
                      <a:lnTo>
                        <a:pt x="10" y="74"/>
                      </a:lnTo>
                      <a:lnTo>
                        <a:pt x="10" y="72"/>
                      </a:lnTo>
                      <a:lnTo>
                        <a:pt x="6" y="72"/>
                      </a:lnTo>
                      <a:lnTo>
                        <a:pt x="6" y="68"/>
                      </a:lnTo>
                      <a:lnTo>
                        <a:pt x="4" y="64"/>
                      </a:lnTo>
                      <a:lnTo>
                        <a:pt x="6" y="64"/>
                      </a:lnTo>
                      <a:lnTo>
                        <a:pt x="6" y="60"/>
                      </a:lnTo>
                      <a:lnTo>
                        <a:pt x="6" y="56"/>
                      </a:lnTo>
                      <a:lnTo>
                        <a:pt x="4" y="56"/>
                      </a:lnTo>
                      <a:lnTo>
                        <a:pt x="4" y="52"/>
                      </a:lnTo>
                      <a:lnTo>
                        <a:pt x="6" y="52"/>
                      </a:lnTo>
                      <a:lnTo>
                        <a:pt x="6" y="48"/>
                      </a:lnTo>
                      <a:lnTo>
                        <a:pt x="4" y="48"/>
                      </a:lnTo>
                      <a:lnTo>
                        <a:pt x="4" y="46"/>
                      </a:lnTo>
                      <a:lnTo>
                        <a:pt x="0" y="46"/>
                      </a:lnTo>
                      <a:lnTo>
                        <a:pt x="0" y="42"/>
                      </a:lnTo>
                      <a:lnTo>
                        <a:pt x="4" y="38"/>
                      </a:lnTo>
                      <a:lnTo>
                        <a:pt x="4" y="34"/>
                      </a:lnTo>
                      <a:lnTo>
                        <a:pt x="0" y="30"/>
                      </a:lnTo>
                      <a:lnTo>
                        <a:pt x="0" y="26"/>
                      </a:lnTo>
                      <a:lnTo>
                        <a:pt x="4" y="26"/>
                      </a:lnTo>
                      <a:lnTo>
                        <a:pt x="4" y="22"/>
                      </a:lnTo>
                      <a:lnTo>
                        <a:pt x="0" y="22"/>
                      </a:lnTo>
                      <a:lnTo>
                        <a:pt x="0" y="20"/>
                      </a:lnTo>
                      <a:lnTo>
                        <a:pt x="0" y="22"/>
                      </a:lnTo>
                      <a:lnTo>
                        <a:pt x="4" y="22"/>
                      </a:lnTo>
                      <a:lnTo>
                        <a:pt x="4" y="20"/>
                      </a:lnTo>
                      <a:lnTo>
                        <a:pt x="6" y="20"/>
                      </a:lnTo>
                      <a:lnTo>
                        <a:pt x="10" y="20"/>
                      </a:lnTo>
                      <a:lnTo>
                        <a:pt x="14" y="16"/>
                      </a:lnTo>
                      <a:lnTo>
                        <a:pt x="18" y="16"/>
                      </a:lnTo>
                      <a:lnTo>
                        <a:pt x="22" y="16"/>
                      </a:lnTo>
                      <a:lnTo>
                        <a:pt x="26" y="16"/>
                      </a:lnTo>
                      <a:lnTo>
                        <a:pt x="30" y="12"/>
                      </a:lnTo>
                      <a:lnTo>
                        <a:pt x="30" y="8"/>
                      </a:lnTo>
                      <a:lnTo>
                        <a:pt x="32" y="8"/>
                      </a:lnTo>
                      <a:lnTo>
                        <a:pt x="36" y="8"/>
                      </a:lnTo>
                      <a:lnTo>
                        <a:pt x="40" y="4"/>
                      </a:lnTo>
                      <a:lnTo>
                        <a:pt x="44" y="4"/>
                      </a:lnTo>
                      <a:lnTo>
                        <a:pt x="48" y="4"/>
                      </a:lnTo>
                      <a:lnTo>
                        <a:pt x="48" y="0"/>
                      </a:lnTo>
                      <a:lnTo>
                        <a:pt x="52" y="0"/>
                      </a:lnTo>
                      <a:lnTo>
                        <a:pt x="60" y="0"/>
                      </a:lnTo>
                      <a:lnTo>
                        <a:pt x="60" y="4"/>
                      </a:lnTo>
                      <a:lnTo>
                        <a:pt x="62" y="4"/>
                      </a:lnTo>
                      <a:lnTo>
                        <a:pt x="62" y="8"/>
                      </a:lnTo>
                      <a:lnTo>
                        <a:pt x="62" y="4"/>
                      </a:lnTo>
                      <a:lnTo>
                        <a:pt x="60" y="4"/>
                      </a:lnTo>
                      <a:lnTo>
                        <a:pt x="60" y="8"/>
                      </a:lnTo>
                      <a:lnTo>
                        <a:pt x="62" y="12"/>
                      </a:lnTo>
                      <a:lnTo>
                        <a:pt x="66" y="12"/>
                      </a:lnTo>
                      <a:lnTo>
                        <a:pt x="70" y="12"/>
                      </a:lnTo>
                      <a:lnTo>
                        <a:pt x="74" y="12"/>
                      </a:lnTo>
                      <a:lnTo>
                        <a:pt x="74" y="8"/>
                      </a:lnTo>
                      <a:lnTo>
                        <a:pt x="78" y="8"/>
                      </a:lnTo>
                      <a:lnTo>
                        <a:pt x="74" y="8"/>
                      </a:lnTo>
                      <a:lnTo>
                        <a:pt x="74" y="12"/>
                      </a:lnTo>
                      <a:lnTo>
                        <a:pt x="70" y="12"/>
                      </a:lnTo>
                      <a:lnTo>
                        <a:pt x="74" y="12"/>
                      </a:lnTo>
                      <a:lnTo>
                        <a:pt x="78" y="12"/>
                      </a:lnTo>
                      <a:lnTo>
                        <a:pt x="82" y="12"/>
                      </a:lnTo>
                      <a:lnTo>
                        <a:pt x="86" y="12"/>
                      </a:lnTo>
                      <a:lnTo>
                        <a:pt x="90" y="12"/>
                      </a:lnTo>
                      <a:lnTo>
                        <a:pt x="92" y="12"/>
                      </a:lnTo>
                      <a:lnTo>
                        <a:pt x="96" y="12"/>
                      </a:lnTo>
                      <a:lnTo>
                        <a:pt x="100" y="12"/>
                      </a:lnTo>
                      <a:lnTo>
                        <a:pt x="104" y="12"/>
                      </a:lnTo>
                      <a:lnTo>
                        <a:pt x="108" y="12"/>
                      </a:lnTo>
                      <a:lnTo>
                        <a:pt x="112" y="12"/>
                      </a:lnTo>
                      <a:lnTo>
                        <a:pt x="116" y="12"/>
                      </a:lnTo>
                      <a:lnTo>
                        <a:pt x="118" y="12"/>
                      </a:lnTo>
                      <a:lnTo>
                        <a:pt x="122" y="12"/>
                      </a:lnTo>
                      <a:lnTo>
                        <a:pt x="126" y="12"/>
                      </a:lnTo>
                      <a:lnTo>
                        <a:pt x="130" y="16"/>
                      </a:lnTo>
                      <a:lnTo>
                        <a:pt x="130" y="20"/>
                      </a:lnTo>
                      <a:lnTo>
                        <a:pt x="130" y="22"/>
                      </a:lnTo>
                      <a:lnTo>
                        <a:pt x="130" y="26"/>
                      </a:lnTo>
                      <a:lnTo>
                        <a:pt x="134" y="26"/>
                      </a:lnTo>
                      <a:lnTo>
                        <a:pt x="134" y="30"/>
                      </a:lnTo>
                      <a:lnTo>
                        <a:pt x="134" y="34"/>
                      </a:lnTo>
                      <a:lnTo>
                        <a:pt x="138" y="38"/>
                      </a:lnTo>
                      <a:lnTo>
                        <a:pt x="138" y="42"/>
                      </a:lnTo>
                      <a:lnTo>
                        <a:pt x="138" y="46"/>
                      </a:lnTo>
                      <a:lnTo>
                        <a:pt x="138" y="48"/>
                      </a:lnTo>
                      <a:lnTo>
                        <a:pt x="134" y="48"/>
                      </a:lnTo>
                      <a:lnTo>
                        <a:pt x="130" y="48"/>
                      </a:lnTo>
                      <a:lnTo>
                        <a:pt x="130" y="52"/>
                      </a:lnTo>
                      <a:lnTo>
                        <a:pt x="126" y="52"/>
                      </a:lnTo>
                      <a:lnTo>
                        <a:pt x="126" y="56"/>
                      </a:lnTo>
                      <a:lnTo>
                        <a:pt x="130" y="56"/>
                      </a:lnTo>
                      <a:lnTo>
                        <a:pt x="134" y="60"/>
                      </a:lnTo>
                      <a:lnTo>
                        <a:pt x="134" y="64"/>
                      </a:lnTo>
                      <a:lnTo>
                        <a:pt x="130" y="68"/>
                      </a:lnTo>
                      <a:lnTo>
                        <a:pt x="130" y="72"/>
                      </a:lnTo>
                      <a:lnTo>
                        <a:pt x="134" y="72"/>
                      </a:lnTo>
                      <a:lnTo>
                        <a:pt x="134" y="74"/>
                      </a:lnTo>
                      <a:lnTo>
                        <a:pt x="134" y="78"/>
                      </a:lnTo>
                      <a:lnTo>
                        <a:pt x="138" y="82"/>
                      </a:lnTo>
                      <a:lnTo>
                        <a:pt x="138" y="86"/>
                      </a:lnTo>
                      <a:lnTo>
                        <a:pt x="142" y="86"/>
                      </a:lnTo>
                      <a:lnTo>
                        <a:pt x="138" y="86"/>
                      </a:lnTo>
                      <a:lnTo>
                        <a:pt x="138" y="90"/>
                      </a:lnTo>
                      <a:lnTo>
                        <a:pt x="142" y="94"/>
                      </a:lnTo>
                      <a:lnTo>
                        <a:pt x="138" y="94"/>
                      </a:lnTo>
                      <a:lnTo>
                        <a:pt x="134" y="94"/>
                      </a:lnTo>
                      <a:lnTo>
                        <a:pt x="134" y="98"/>
                      </a:lnTo>
                      <a:lnTo>
                        <a:pt x="130" y="98"/>
                      </a:lnTo>
                      <a:lnTo>
                        <a:pt x="130" y="102"/>
                      </a:lnTo>
                      <a:lnTo>
                        <a:pt x="126" y="102"/>
                      </a:lnTo>
                      <a:lnTo>
                        <a:pt x="126" y="104"/>
                      </a:lnTo>
                      <a:lnTo>
                        <a:pt x="118" y="112"/>
                      </a:lnTo>
                      <a:lnTo>
                        <a:pt x="118" y="112"/>
                      </a:lnTo>
                      <a:lnTo>
                        <a:pt x="118" y="112"/>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129" name="Freeform 118">
                  <a:extLst>
                    <a:ext uri="{FF2B5EF4-FFF2-40B4-BE49-F238E27FC236}">
                      <a16:creationId xmlns:a16="http://schemas.microsoft.com/office/drawing/2014/main" id="{EB9C2F08-9993-2FDD-88CC-83B8368F72C9}"/>
                    </a:ext>
                  </a:extLst>
                </p:cNvPr>
                <p:cNvSpPr>
                  <a:spLocks/>
                </p:cNvSpPr>
                <p:nvPr/>
              </p:nvSpPr>
              <p:spPr bwMode="gray">
                <a:xfrm>
                  <a:off x="5297383" y="2992624"/>
                  <a:ext cx="233061" cy="163491"/>
                </a:xfrm>
                <a:custGeom>
                  <a:avLst/>
                  <a:gdLst>
                    <a:gd name="T0" fmla="*/ 56 w 134"/>
                    <a:gd name="T1" fmla="*/ 94 h 94"/>
                    <a:gd name="T2" fmla="*/ 46 w 134"/>
                    <a:gd name="T3" fmla="*/ 90 h 94"/>
                    <a:gd name="T4" fmla="*/ 42 w 134"/>
                    <a:gd name="T5" fmla="*/ 90 h 94"/>
                    <a:gd name="T6" fmla="*/ 38 w 134"/>
                    <a:gd name="T7" fmla="*/ 86 h 94"/>
                    <a:gd name="T8" fmla="*/ 38 w 134"/>
                    <a:gd name="T9" fmla="*/ 86 h 94"/>
                    <a:gd name="T10" fmla="*/ 34 w 134"/>
                    <a:gd name="T11" fmla="*/ 82 h 94"/>
                    <a:gd name="T12" fmla="*/ 34 w 134"/>
                    <a:gd name="T13" fmla="*/ 78 h 94"/>
                    <a:gd name="T14" fmla="*/ 34 w 134"/>
                    <a:gd name="T15" fmla="*/ 76 h 94"/>
                    <a:gd name="T16" fmla="*/ 26 w 134"/>
                    <a:gd name="T17" fmla="*/ 76 h 94"/>
                    <a:gd name="T18" fmla="*/ 24 w 134"/>
                    <a:gd name="T19" fmla="*/ 76 h 94"/>
                    <a:gd name="T20" fmla="*/ 20 w 134"/>
                    <a:gd name="T21" fmla="*/ 72 h 94"/>
                    <a:gd name="T22" fmla="*/ 20 w 134"/>
                    <a:gd name="T23" fmla="*/ 72 h 94"/>
                    <a:gd name="T24" fmla="*/ 16 w 134"/>
                    <a:gd name="T25" fmla="*/ 68 h 94"/>
                    <a:gd name="T26" fmla="*/ 16 w 134"/>
                    <a:gd name="T27" fmla="*/ 64 h 94"/>
                    <a:gd name="T28" fmla="*/ 8 w 134"/>
                    <a:gd name="T29" fmla="*/ 52 h 94"/>
                    <a:gd name="T30" fmla="*/ 4 w 134"/>
                    <a:gd name="T31" fmla="*/ 50 h 94"/>
                    <a:gd name="T32" fmla="*/ 4 w 134"/>
                    <a:gd name="T33" fmla="*/ 46 h 94"/>
                    <a:gd name="T34" fmla="*/ 8 w 134"/>
                    <a:gd name="T35" fmla="*/ 42 h 94"/>
                    <a:gd name="T36" fmla="*/ 12 w 134"/>
                    <a:gd name="T37" fmla="*/ 42 h 94"/>
                    <a:gd name="T38" fmla="*/ 16 w 134"/>
                    <a:gd name="T39" fmla="*/ 34 h 94"/>
                    <a:gd name="T40" fmla="*/ 20 w 134"/>
                    <a:gd name="T41" fmla="*/ 30 h 94"/>
                    <a:gd name="T42" fmla="*/ 24 w 134"/>
                    <a:gd name="T43" fmla="*/ 24 h 94"/>
                    <a:gd name="T44" fmla="*/ 26 w 134"/>
                    <a:gd name="T45" fmla="*/ 20 h 94"/>
                    <a:gd name="T46" fmla="*/ 26 w 134"/>
                    <a:gd name="T47" fmla="*/ 16 h 94"/>
                    <a:gd name="T48" fmla="*/ 34 w 134"/>
                    <a:gd name="T49" fmla="*/ 12 h 94"/>
                    <a:gd name="T50" fmla="*/ 42 w 134"/>
                    <a:gd name="T51" fmla="*/ 8 h 94"/>
                    <a:gd name="T52" fmla="*/ 42 w 134"/>
                    <a:gd name="T53" fmla="*/ 8 h 94"/>
                    <a:gd name="T54" fmla="*/ 52 w 134"/>
                    <a:gd name="T55" fmla="*/ 8 h 94"/>
                    <a:gd name="T56" fmla="*/ 60 w 134"/>
                    <a:gd name="T57" fmla="*/ 8 h 94"/>
                    <a:gd name="T58" fmla="*/ 64 w 134"/>
                    <a:gd name="T59" fmla="*/ 12 h 94"/>
                    <a:gd name="T60" fmla="*/ 68 w 134"/>
                    <a:gd name="T61" fmla="*/ 12 h 94"/>
                    <a:gd name="T62" fmla="*/ 72 w 134"/>
                    <a:gd name="T63" fmla="*/ 8 h 94"/>
                    <a:gd name="T64" fmla="*/ 80 w 134"/>
                    <a:gd name="T65" fmla="*/ 8 h 94"/>
                    <a:gd name="T66" fmla="*/ 86 w 134"/>
                    <a:gd name="T67" fmla="*/ 4 h 94"/>
                    <a:gd name="T68" fmla="*/ 94 w 134"/>
                    <a:gd name="T69" fmla="*/ 4 h 94"/>
                    <a:gd name="T70" fmla="*/ 102 w 134"/>
                    <a:gd name="T71" fmla="*/ 16 h 94"/>
                    <a:gd name="T72" fmla="*/ 106 w 134"/>
                    <a:gd name="T73" fmla="*/ 24 h 94"/>
                    <a:gd name="T74" fmla="*/ 112 w 134"/>
                    <a:gd name="T75" fmla="*/ 30 h 94"/>
                    <a:gd name="T76" fmla="*/ 112 w 134"/>
                    <a:gd name="T77" fmla="*/ 38 h 94"/>
                    <a:gd name="T78" fmla="*/ 112 w 134"/>
                    <a:gd name="T79" fmla="*/ 52 h 94"/>
                    <a:gd name="T80" fmla="*/ 112 w 134"/>
                    <a:gd name="T81" fmla="*/ 60 h 94"/>
                    <a:gd name="T82" fmla="*/ 120 w 134"/>
                    <a:gd name="T83" fmla="*/ 64 h 94"/>
                    <a:gd name="T84" fmla="*/ 130 w 134"/>
                    <a:gd name="T85" fmla="*/ 60 h 94"/>
                    <a:gd name="T86" fmla="*/ 130 w 134"/>
                    <a:gd name="T87" fmla="*/ 64 h 94"/>
                    <a:gd name="T88" fmla="*/ 126 w 134"/>
                    <a:gd name="T89" fmla="*/ 72 h 94"/>
                    <a:gd name="T90" fmla="*/ 122 w 134"/>
                    <a:gd name="T91" fmla="*/ 68 h 94"/>
                    <a:gd name="T92" fmla="*/ 122 w 134"/>
                    <a:gd name="T93" fmla="*/ 72 h 94"/>
                    <a:gd name="T94" fmla="*/ 122 w 134"/>
                    <a:gd name="T95" fmla="*/ 76 h 94"/>
                    <a:gd name="T96" fmla="*/ 122 w 134"/>
                    <a:gd name="T97" fmla="*/ 76 h 94"/>
                    <a:gd name="T98" fmla="*/ 122 w 134"/>
                    <a:gd name="T99" fmla="*/ 78 h 94"/>
                    <a:gd name="T100" fmla="*/ 120 w 134"/>
                    <a:gd name="T101" fmla="*/ 86 h 94"/>
                    <a:gd name="T102" fmla="*/ 116 w 134"/>
                    <a:gd name="T103" fmla="*/ 94 h 94"/>
                    <a:gd name="T104" fmla="*/ 108 w 134"/>
                    <a:gd name="T105" fmla="*/ 90 h 94"/>
                    <a:gd name="T106" fmla="*/ 106 w 134"/>
                    <a:gd name="T107" fmla="*/ 86 h 94"/>
                    <a:gd name="T108" fmla="*/ 98 w 134"/>
                    <a:gd name="T109" fmla="*/ 86 h 94"/>
                    <a:gd name="T110" fmla="*/ 94 w 134"/>
                    <a:gd name="T111" fmla="*/ 86 h 94"/>
                    <a:gd name="T112" fmla="*/ 86 w 134"/>
                    <a:gd name="T113" fmla="*/ 86 h 94"/>
                    <a:gd name="T114" fmla="*/ 80 w 134"/>
                    <a:gd name="T115" fmla="*/ 94 h 94"/>
                    <a:gd name="T116" fmla="*/ 72 w 134"/>
                    <a:gd name="T117" fmla="*/ 94 h 94"/>
                    <a:gd name="T118" fmla="*/ 60 w 134"/>
                    <a:gd name="T119" fmla="*/ 94 h 94"/>
                    <a:gd name="T120" fmla="*/ 56 w 134"/>
                    <a:gd name="T121" fmla="*/ 94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34" h="94">
                      <a:moveTo>
                        <a:pt x="56" y="94"/>
                      </a:moveTo>
                      <a:lnTo>
                        <a:pt x="56" y="94"/>
                      </a:lnTo>
                      <a:lnTo>
                        <a:pt x="56" y="94"/>
                      </a:lnTo>
                      <a:lnTo>
                        <a:pt x="56" y="94"/>
                      </a:lnTo>
                      <a:lnTo>
                        <a:pt x="56" y="94"/>
                      </a:lnTo>
                      <a:lnTo>
                        <a:pt x="56" y="94"/>
                      </a:lnTo>
                      <a:lnTo>
                        <a:pt x="56" y="94"/>
                      </a:lnTo>
                      <a:lnTo>
                        <a:pt x="56" y="94"/>
                      </a:lnTo>
                      <a:lnTo>
                        <a:pt x="52" y="94"/>
                      </a:lnTo>
                      <a:lnTo>
                        <a:pt x="52" y="94"/>
                      </a:lnTo>
                      <a:lnTo>
                        <a:pt x="50" y="94"/>
                      </a:lnTo>
                      <a:lnTo>
                        <a:pt x="50" y="94"/>
                      </a:lnTo>
                      <a:lnTo>
                        <a:pt x="50" y="90"/>
                      </a:lnTo>
                      <a:lnTo>
                        <a:pt x="46" y="90"/>
                      </a:lnTo>
                      <a:lnTo>
                        <a:pt x="46" y="90"/>
                      </a:lnTo>
                      <a:lnTo>
                        <a:pt x="46" y="90"/>
                      </a:lnTo>
                      <a:lnTo>
                        <a:pt x="46" y="90"/>
                      </a:lnTo>
                      <a:lnTo>
                        <a:pt x="46" y="90"/>
                      </a:lnTo>
                      <a:lnTo>
                        <a:pt x="42" y="90"/>
                      </a:lnTo>
                      <a:lnTo>
                        <a:pt x="42" y="90"/>
                      </a:lnTo>
                      <a:lnTo>
                        <a:pt x="42" y="90"/>
                      </a:lnTo>
                      <a:lnTo>
                        <a:pt x="42" y="90"/>
                      </a:lnTo>
                      <a:lnTo>
                        <a:pt x="42" y="90"/>
                      </a:lnTo>
                      <a:lnTo>
                        <a:pt x="42" y="90"/>
                      </a:lnTo>
                      <a:lnTo>
                        <a:pt x="42" y="90"/>
                      </a:lnTo>
                      <a:lnTo>
                        <a:pt x="38" y="90"/>
                      </a:lnTo>
                      <a:lnTo>
                        <a:pt x="38" y="90"/>
                      </a:lnTo>
                      <a:lnTo>
                        <a:pt x="38" y="90"/>
                      </a:lnTo>
                      <a:lnTo>
                        <a:pt x="38" y="90"/>
                      </a:lnTo>
                      <a:lnTo>
                        <a:pt x="38" y="90"/>
                      </a:lnTo>
                      <a:lnTo>
                        <a:pt x="38" y="86"/>
                      </a:lnTo>
                      <a:lnTo>
                        <a:pt x="38" y="86"/>
                      </a:lnTo>
                      <a:lnTo>
                        <a:pt x="38" y="86"/>
                      </a:lnTo>
                      <a:lnTo>
                        <a:pt x="38" y="86"/>
                      </a:lnTo>
                      <a:lnTo>
                        <a:pt x="38" y="86"/>
                      </a:lnTo>
                      <a:lnTo>
                        <a:pt x="38" y="86"/>
                      </a:lnTo>
                      <a:lnTo>
                        <a:pt x="38" y="86"/>
                      </a:lnTo>
                      <a:lnTo>
                        <a:pt x="38" y="86"/>
                      </a:lnTo>
                      <a:lnTo>
                        <a:pt x="38" y="86"/>
                      </a:lnTo>
                      <a:lnTo>
                        <a:pt x="38" y="86"/>
                      </a:lnTo>
                      <a:lnTo>
                        <a:pt x="34" y="82"/>
                      </a:lnTo>
                      <a:lnTo>
                        <a:pt x="34" y="82"/>
                      </a:lnTo>
                      <a:lnTo>
                        <a:pt x="34" y="82"/>
                      </a:lnTo>
                      <a:lnTo>
                        <a:pt x="34" y="82"/>
                      </a:lnTo>
                      <a:lnTo>
                        <a:pt x="34" y="82"/>
                      </a:lnTo>
                      <a:lnTo>
                        <a:pt x="34" y="82"/>
                      </a:lnTo>
                      <a:lnTo>
                        <a:pt x="34" y="82"/>
                      </a:lnTo>
                      <a:lnTo>
                        <a:pt x="34" y="82"/>
                      </a:lnTo>
                      <a:lnTo>
                        <a:pt x="34" y="82"/>
                      </a:lnTo>
                      <a:lnTo>
                        <a:pt x="30" y="78"/>
                      </a:lnTo>
                      <a:lnTo>
                        <a:pt x="30" y="78"/>
                      </a:lnTo>
                      <a:lnTo>
                        <a:pt x="34" y="76"/>
                      </a:lnTo>
                      <a:lnTo>
                        <a:pt x="34" y="76"/>
                      </a:lnTo>
                      <a:lnTo>
                        <a:pt x="34" y="78"/>
                      </a:lnTo>
                      <a:lnTo>
                        <a:pt x="34" y="78"/>
                      </a:lnTo>
                      <a:lnTo>
                        <a:pt x="34" y="78"/>
                      </a:lnTo>
                      <a:lnTo>
                        <a:pt x="34" y="78"/>
                      </a:lnTo>
                      <a:lnTo>
                        <a:pt x="34" y="76"/>
                      </a:lnTo>
                      <a:lnTo>
                        <a:pt x="34" y="76"/>
                      </a:lnTo>
                      <a:lnTo>
                        <a:pt x="34" y="76"/>
                      </a:lnTo>
                      <a:lnTo>
                        <a:pt x="34" y="76"/>
                      </a:lnTo>
                      <a:lnTo>
                        <a:pt x="34" y="76"/>
                      </a:lnTo>
                      <a:lnTo>
                        <a:pt x="34" y="76"/>
                      </a:lnTo>
                      <a:lnTo>
                        <a:pt x="34" y="76"/>
                      </a:lnTo>
                      <a:lnTo>
                        <a:pt x="30" y="76"/>
                      </a:lnTo>
                      <a:lnTo>
                        <a:pt x="30" y="76"/>
                      </a:lnTo>
                      <a:lnTo>
                        <a:pt x="30" y="76"/>
                      </a:lnTo>
                      <a:lnTo>
                        <a:pt x="30" y="76"/>
                      </a:lnTo>
                      <a:lnTo>
                        <a:pt x="30" y="76"/>
                      </a:lnTo>
                      <a:lnTo>
                        <a:pt x="30" y="76"/>
                      </a:lnTo>
                      <a:lnTo>
                        <a:pt x="30" y="76"/>
                      </a:lnTo>
                      <a:lnTo>
                        <a:pt x="26" y="76"/>
                      </a:lnTo>
                      <a:lnTo>
                        <a:pt x="26" y="78"/>
                      </a:lnTo>
                      <a:lnTo>
                        <a:pt x="26" y="78"/>
                      </a:lnTo>
                      <a:lnTo>
                        <a:pt x="26" y="78"/>
                      </a:lnTo>
                      <a:lnTo>
                        <a:pt x="26" y="76"/>
                      </a:lnTo>
                      <a:lnTo>
                        <a:pt x="26" y="76"/>
                      </a:lnTo>
                      <a:lnTo>
                        <a:pt x="26" y="76"/>
                      </a:lnTo>
                      <a:lnTo>
                        <a:pt x="24" y="76"/>
                      </a:lnTo>
                      <a:lnTo>
                        <a:pt x="24" y="76"/>
                      </a:lnTo>
                      <a:lnTo>
                        <a:pt x="24" y="76"/>
                      </a:lnTo>
                      <a:lnTo>
                        <a:pt x="20" y="76"/>
                      </a:lnTo>
                      <a:lnTo>
                        <a:pt x="20" y="76"/>
                      </a:lnTo>
                      <a:lnTo>
                        <a:pt x="20" y="76"/>
                      </a:lnTo>
                      <a:lnTo>
                        <a:pt x="20" y="76"/>
                      </a:lnTo>
                      <a:lnTo>
                        <a:pt x="20" y="72"/>
                      </a:lnTo>
                      <a:lnTo>
                        <a:pt x="20" y="72"/>
                      </a:lnTo>
                      <a:lnTo>
                        <a:pt x="20" y="72"/>
                      </a:lnTo>
                      <a:lnTo>
                        <a:pt x="16" y="72"/>
                      </a:lnTo>
                      <a:lnTo>
                        <a:pt x="16" y="72"/>
                      </a:lnTo>
                      <a:lnTo>
                        <a:pt x="16" y="72"/>
                      </a:lnTo>
                      <a:lnTo>
                        <a:pt x="16" y="72"/>
                      </a:lnTo>
                      <a:lnTo>
                        <a:pt x="16" y="72"/>
                      </a:lnTo>
                      <a:lnTo>
                        <a:pt x="16" y="72"/>
                      </a:lnTo>
                      <a:lnTo>
                        <a:pt x="16" y="72"/>
                      </a:lnTo>
                      <a:lnTo>
                        <a:pt x="20" y="72"/>
                      </a:lnTo>
                      <a:lnTo>
                        <a:pt x="20" y="72"/>
                      </a:lnTo>
                      <a:lnTo>
                        <a:pt x="20" y="72"/>
                      </a:lnTo>
                      <a:lnTo>
                        <a:pt x="20" y="72"/>
                      </a:lnTo>
                      <a:lnTo>
                        <a:pt x="20" y="68"/>
                      </a:lnTo>
                      <a:lnTo>
                        <a:pt x="16" y="68"/>
                      </a:lnTo>
                      <a:lnTo>
                        <a:pt x="16" y="68"/>
                      </a:lnTo>
                      <a:lnTo>
                        <a:pt x="16" y="68"/>
                      </a:lnTo>
                      <a:lnTo>
                        <a:pt x="16" y="68"/>
                      </a:lnTo>
                      <a:lnTo>
                        <a:pt x="16" y="68"/>
                      </a:lnTo>
                      <a:lnTo>
                        <a:pt x="16" y="68"/>
                      </a:lnTo>
                      <a:lnTo>
                        <a:pt x="20" y="64"/>
                      </a:lnTo>
                      <a:lnTo>
                        <a:pt x="20" y="64"/>
                      </a:lnTo>
                      <a:lnTo>
                        <a:pt x="16" y="64"/>
                      </a:lnTo>
                      <a:lnTo>
                        <a:pt x="16" y="64"/>
                      </a:lnTo>
                      <a:lnTo>
                        <a:pt x="16" y="64"/>
                      </a:lnTo>
                      <a:lnTo>
                        <a:pt x="16" y="64"/>
                      </a:lnTo>
                      <a:lnTo>
                        <a:pt x="12" y="60"/>
                      </a:lnTo>
                      <a:lnTo>
                        <a:pt x="12" y="60"/>
                      </a:lnTo>
                      <a:lnTo>
                        <a:pt x="8" y="56"/>
                      </a:lnTo>
                      <a:lnTo>
                        <a:pt x="8" y="56"/>
                      </a:lnTo>
                      <a:lnTo>
                        <a:pt x="8" y="56"/>
                      </a:lnTo>
                      <a:lnTo>
                        <a:pt x="8" y="56"/>
                      </a:lnTo>
                      <a:lnTo>
                        <a:pt x="8" y="56"/>
                      </a:lnTo>
                      <a:lnTo>
                        <a:pt x="8" y="52"/>
                      </a:lnTo>
                      <a:lnTo>
                        <a:pt x="8" y="52"/>
                      </a:lnTo>
                      <a:lnTo>
                        <a:pt x="8" y="52"/>
                      </a:lnTo>
                      <a:lnTo>
                        <a:pt x="8" y="52"/>
                      </a:lnTo>
                      <a:lnTo>
                        <a:pt x="4" y="52"/>
                      </a:lnTo>
                      <a:lnTo>
                        <a:pt x="4" y="52"/>
                      </a:lnTo>
                      <a:lnTo>
                        <a:pt x="4" y="50"/>
                      </a:lnTo>
                      <a:lnTo>
                        <a:pt x="4" y="50"/>
                      </a:lnTo>
                      <a:lnTo>
                        <a:pt x="4" y="50"/>
                      </a:lnTo>
                      <a:lnTo>
                        <a:pt x="0" y="50"/>
                      </a:lnTo>
                      <a:lnTo>
                        <a:pt x="0" y="50"/>
                      </a:lnTo>
                      <a:lnTo>
                        <a:pt x="0" y="46"/>
                      </a:lnTo>
                      <a:lnTo>
                        <a:pt x="0" y="46"/>
                      </a:lnTo>
                      <a:lnTo>
                        <a:pt x="0" y="46"/>
                      </a:lnTo>
                      <a:lnTo>
                        <a:pt x="0" y="46"/>
                      </a:lnTo>
                      <a:lnTo>
                        <a:pt x="4" y="46"/>
                      </a:lnTo>
                      <a:lnTo>
                        <a:pt x="4" y="46"/>
                      </a:lnTo>
                      <a:lnTo>
                        <a:pt x="4" y="46"/>
                      </a:lnTo>
                      <a:lnTo>
                        <a:pt x="4" y="46"/>
                      </a:lnTo>
                      <a:lnTo>
                        <a:pt x="4" y="46"/>
                      </a:lnTo>
                      <a:lnTo>
                        <a:pt x="8" y="46"/>
                      </a:lnTo>
                      <a:lnTo>
                        <a:pt x="8" y="46"/>
                      </a:lnTo>
                      <a:lnTo>
                        <a:pt x="8" y="46"/>
                      </a:lnTo>
                      <a:lnTo>
                        <a:pt x="8" y="46"/>
                      </a:lnTo>
                      <a:lnTo>
                        <a:pt x="8" y="42"/>
                      </a:lnTo>
                      <a:lnTo>
                        <a:pt x="8" y="42"/>
                      </a:lnTo>
                      <a:lnTo>
                        <a:pt x="8" y="42"/>
                      </a:lnTo>
                      <a:lnTo>
                        <a:pt x="8" y="42"/>
                      </a:lnTo>
                      <a:lnTo>
                        <a:pt x="8" y="42"/>
                      </a:lnTo>
                      <a:lnTo>
                        <a:pt x="8" y="42"/>
                      </a:lnTo>
                      <a:lnTo>
                        <a:pt x="12" y="42"/>
                      </a:lnTo>
                      <a:lnTo>
                        <a:pt x="12" y="42"/>
                      </a:lnTo>
                      <a:lnTo>
                        <a:pt x="12" y="42"/>
                      </a:lnTo>
                      <a:lnTo>
                        <a:pt x="12" y="42"/>
                      </a:lnTo>
                      <a:lnTo>
                        <a:pt x="12" y="42"/>
                      </a:lnTo>
                      <a:lnTo>
                        <a:pt x="12" y="42"/>
                      </a:lnTo>
                      <a:lnTo>
                        <a:pt x="12" y="42"/>
                      </a:lnTo>
                      <a:lnTo>
                        <a:pt x="16" y="38"/>
                      </a:lnTo>
                      <a:lnTo>
                        <a:pt x="16" y="38"/>
                      </a:lnTo>
                      <a:lnTo>
                        <a:pt x="16" y="38"/>
                      </a:lnTo>
                      <a:lnTo>
                        <a:pt x="16" y="34"/>
                      </a:lnTo>
                      <a:lnTo>
                        <a:pt x="16" y="34"/>
                      </a:lnTo>
                      <a:lnTo>
                        <a:pt x="16" y="34"/>
                      </a:lnTo>
                      <a:lnTo>
                        <a:pt x="20" y="34"/>
                      </a:lnTo>
                      <a:lnTo>
                        <a:pt x="20" y="34"/>
                      </a:lnTo>
                      <a:lnTo>
                        <a:pt x="20" y="34"/>
                      </a:lnTo>
                      <a:lnTo>
                        <a:pt x="20" y="34"/>
                      </a:lnTo>
                      <a:lnTo>
                        <a:pt x="20" y="30"/>
                      </a:lnTo>
                      <a:lnTo>
                        <a:pt x="20" y="30"/>
                      </a:lnTo>
                      <a:lnTo>
                        <a:pt x="20" y="26"/>
                      </a:lnTo>
                      <a:lnTo>
                        <a:pt x="20" y="26"/>
                      </a:lnTo>
                      <a:lnTo>
                        <a:pt x="20" y="26"/>
                      </a:lnTo>
                      <a:lnTo>
                        <a:pt x="20" y="26"/>
                      </a:lnTo>
                      <a:lnTo>
                        <a:pt x="20" y="26"/>
                      </a:lnTo>
                      <a:lnTo>
                        <a:pt x="24" y="26"/>
                      </a:lnTo>
                      <a:lnTo>
                        <a:pt x="24" y="26"/>
                      </a:lnTo>
                      <a:lnTo>
                        <a:pt x="24" y="24"/>
                      </a:lnTo>
                      <a:lnTo>
                        <a:pt x="24" y="24"/>
                      </a:lnTo>
                      <a:lnTo>
                        <a:pt x="24" y="24"/>
                      </a:lnTo>
                      <a:lnTo>
                        <a:pt x="24" y="20"/>
                      </a:lnTo>
                      <a:lnTo>
                        <a:pt x="24" y="20"/>
                      </a:lnTo>
                      <a:lnTo>
                        <a:pt x="24" y="20"/>
                      </a:lnTo>
                      <a:lnTo>
                        <a:pt x="26" y="20"/>
                      </a:lnTo>
                      <a:lnTo>
                        <a:pt x="26" y="20"/>
                      </a:lnTo>
                      <a:lnTo>
                        <a:pt x="26" y="20"/>
                      </a:lnTo>
                      <a:lnTo>
                        <a:pt x="26" y="20"/>
                      </a:lnTo>
                      <a:lnTo>
                        <a:pt x="26" y="16"/>
                      </a:lnTo>
                      <a:lnTo>
                        <a:pt x="26" y="16"/>
                      </a:lnTo>
                      <a:lnTo>
                        <a:pt x="26" y="16"/>
                      </a:lnTo>
                      <a:lnTo>
                        <a:pt x="26" y="16"/>
                      </a:lnTo>
                      <a:lnTo>
                        <a:pt x="26" y="16"/>
                      </a:lnTo>
                      <a:lnTo>
                        <a:pt x="26" y="16"/>
                      </a:lnTo>
                      <a:lnTo>
                        <a:pt x="26" y="16"/>
                      </a:lnTo>
                      <a:lnTo>
                        <a:pt x="26" y="16"/>
                      </a:lnTo>
                      <a:lnTo>
                        <a:pt x="30" y="12"/>
                      </a:lnTo>
                      <a:lnTo>
                        <a:pt x="30" y="12"/>
                      </a:lnTo>
                      <a:lnTo>
                        <a:pt x="30" y="12"/>
                      </a:lnTo>
                      <a:lnTo>
                        <a:pt x="30" y="12"/>
                      </a:lnTo>
                      <a:lnTo>
                        <a:pt x="30" y="12"/>
                      </a:lnTo>
                      <a:lnTo>
                        <a:pt x="34" y="12"/>
                      </a:lnTo>
                      <a:lnTo>
                        <a:pt x="34" y="12"/>
                      </a:lnTo>
                      <a:lnTo>
                        <a:pt x="34" y="12"/>
                      </a:lnTo>
                      <a:lnTo>
                        <a:pt x="34" y="12"/>
                      </a:lnTo>
                      <a:lnTo>
                        <a:pt x="34" y="12"/>
                      </a:lnTo>
                      <a:lnTo>
                        <a:pt x="38" y="8"/>
                      </a:lnTo>
                      <a:lnTo>
                        <a:pt x="38" y="8"/>
                      </a:lnTo>
                      <a:lnTo>
                        <a:pt x="38" y="8"/>
                      </a:lnTo>
                      <a:lnTo>
                        <a:pt x="38" y="8"/>
                      </a:lnTo>
                      <a:lnTo>
                        <a:pt x="42" y="8"/>
                      </a:lnTo>
                      <a:lnTo>
                        <a:pt x="42" y="8"/>
                      </a:lnTo>
                      <a:lnTo>
                        <a:pt x="42" y="4"/>
                      </a:lnTo>
                      <a:lnTo>
                        <a:pt x="42" y="4"/>
                      </a:lnTo>
                      <a:lnTo>
                        <a:pt x="42" y="4"/>
                      </a:lnTo>
                      <a:lnTo>
                        <a:pt x="42" y="4"/>
                      </a:lnTo>
                      <a:lnTo>
                        <a:pt x="42" y="4"/>
                      </a:lnTo>
                      <a:lnTo>
                        <a:pt x="42" y="4"/>
                      </a:lnTo>
                      <a:lnTo>
                        <a:pt x="42" y="8"/>
                      </a:lnTo>
                      <a:lnTo>
                        <a:pt x="46" y="8"/>
                      </a:lnTo>
                      <a:lnTo>
                        <a:pt x="46" y="8"/>
                      </a:lnTo>
                      <a:lnTo>
                        <a:pt x="46" y="8"/>
                      </a:lnTo>
                      <a:lnTo>
                        <a:pt x="46" y="8"/>
                      </a:lnTo>
                      <a:lnTo>
                        <a:pt x="46" y="8"/>
                      </a:lnTo>
                      <a:lnTo>
                        <a:pt x="50" y="8"/>
                      </a:lnTo>
                      <a:lnTo>
                        <a:pt x="52" y="8"/>
                      </a:lnTo>
                      <a:lnTo>
                        <a:pt x="52" y="8"/>
                      </a:lnTo>
                      <a:lnTo>
                        <a:pt x="52" y="8"/>
                      </a:lnTo>
                      <a:lnTo>
                        <a:pt x="56" y="8"/>
                      </a:lnTo>
                      <a:lnTo>
                        <a:pt x="56" y="8"/>
                      </a:lnTo>
                      <a:lnTo>
                        <a:pt x="56" y="8"/>
                      </a:lnTo>
                      <a:lnTo>
                        <a:pt x="60" y="8"/>
                      </a:lnTo>
                      <a:lnTo>
                        <a:pt x="60" y="8"/>
                      </a:lnTo>
                      <a:lnTo>
                        <a:pt x="60" y="8"/>
                      </a:lnTo>
                      <a:lnTo>
                        <a:pt x="60" y="8"/>
                      </a:lnTo>
                      <a:lnTo>
                        <a:pt x="60" y="8"/>
                      </a:lnTo>
                      <a:lnTo>
                        <a:pt x="60" y="8"/>
                      </a:lnTo>
                      <a:lnTo>
                        <a:pt x="64" y="8"/>
                      </a:lnTo>
                      <a:lnTo>
                        <a:pt x="64" y="12"/>
                      </a:lnTo>
                      <a:lnTo>
                        <a:pt x="64" y="12"/>
                      </a:lnTo>
                      <a:lnTo>
                        <a:pt x="64" y="12"/>
                      </a:lnTo>
                      <a:lnTo>
                        <a:pt x="64" y="12"/>
                      </a:lnTo>
                      <a:lnTo>
                        <a:pt x="64" y="12"/>
                      </a:lnTo>
                      <a:lnTo>
                        <a:pt x="64" y="12"/>
                      </a:lnTo>
                      <a:lnTo>
                        <a:pt x="64" y="12"/>
                      </a:lnTo>
                      <a:lnTo>
                        <a:pt x="64" y="12"/>
                      </a:lnTo>
                      <a:lnTo>
                        <a:pt x="68" y="12"/>
                      </a:lnTo>
                      <a:lnTo>
                        <a:pt x="68" y="12"/>
                      </a:lnTo>
                      <a:lnTo>
                        <a:pt x="68" y="12"/>
                      </a:lnTo>
                      <a:lnTo>
                        <a:pt x="68" y="12"/>
                      </a:lnTo>
                      <a:lnTo>
                        <a:pt x="68" y="12"/>
                      </a:lnTo>
                      <a:lnTo>
                        <a:pt x="68" y="12"/>
                      </a:lnTo>
                      <a:lnTo>
                        <a:pt x="68" y="12"/>
                      </a:lnTo>
                      <a:lnTo>
                        <a:pt x="68" y="12"/>
                      </a:lnTo>
                      <a:lnTo>
                        <a:pt x="68" y="12"/>
                      </a:lnTo>
                      <a:lnTo>
                        <a:pt x="72" y="12"/>
                      </a:lnTo>
                      <a:lnTo>
                        <a:pt x="72" y="8"/>
                      </a:lnTo>
                      <a:lnTo>
                        <a:pt x="72" y="8"/>
                      </a:lnTo>
                      <a:lnTo>
                        <a:pt x="72" y="8"/>
                      </a:lnTo>
                      <a:lnTo>
                        <a:pt x="76" y="8"/>
                      </a:lnTo>
                      <a:lnTo>
                        <a:pt x="76" y="8"/>
                      </a:lnTo>
                      <a:lnTo>
                        <a:pt x="76" y="8"/>
                      </a:lnTo>
                      <a:lnTo>
                        <a:pt x="76" y="8"/>
                      </a:lnTo>
                      <a:lnTo>
                        <a:pt x="76" y="8"/>
                      </a:lnTo>
                      <a:lnTo>
                        <a:pt x="80" y="8"/>
                      </a:lnTo>
                      <a:lnTo>
                        <a:pt x="80" y="8"/>
                      </a:lnTo>
                      <a:lnTo>
                        <a:pt x="80" y="8"/>
                      </a:lnTo>
                      <a:lnTo>
                        <a:pt x="80" y="8"/>
                      </a:lnTo>
                      <a:lnTo>
                        <a:pt x="82" y="8"/>
                      </a:lnTo>
                      <a:lnTo>
                        <a:pt x="82" y="8"/>
                      </a:lnTo>
                      <a:lnTo>
                        <a:pt x="82" y="8"/>
                      </a:lnTo>
                      <a:lnTo>
                        <a:pt x="82" y="8"/>
                      </a:lnTo>
                      <a:lnTo>
                        <a:pt x="82" y="8"/>
                      </a:lnTo>
                      <a:lnTo>
                        <a:pt x="86" y="4"/>
                      </a:lnTo>
                      <a:lnTo>
                        <a:pt x="86" y="4"/>
                      </a:lnTo>
                      <a:lnTo>
                        <a:pt x="86" y="4"/>
                      </a:lnTo>
                      <a:lnTo>
                        <a:pt x="90" y="4"/>
                      </a:lnTo>
                      <a:lnTo>
                        <a:pt x="90" y="4"/>
                      </a:lnTo>
                      <a:lnTo>
                        <a:pt x="90" y="4"/>
                      </a:lnTo>
                      <a:lnTo>
                        <a:pt x="90" y="0"/>
                      </a:lnTo>
                      <a:lnTo>
                        <a:pt x="90" y="0"/>
                      </a:lnTo>
                      <a:lnTo>
                        <a:pt x="94" y="0"/>
                      </a:lnTo>
                      <a:lnTo>
                        <a:pt x="94" y="4"/>
                      </a:lnTo>
                      <a:lnTo>
                        <a:pt x="94" y="4"/>
                      </a:lnTo>
                      <a:lnTo>
                        <a:pt x="98" y="8"/>
                      </a:lnTo>
                      <a:lnTo>
                        <a:pt x="98" y="8"/>
                      </a:lnTo>
                      <a:lnTo>
                        <a:pt x="98" y="12"/>
                      </a:lnTo>
                      <a:lnTo>
                        <a:pt x="98" y="12"/>
                      </a:lnTo>
                      <a:lnTo>
                        <a:pt x="102" y="12"/>
                      </a:lnTo>
                      <a:lnTo>
                        <a:pt x="102" y="16"/>
                      </a:lnTo>
                      <a:lnTo>
                        <a:pt x="102" y="16"/>
                      </a:lnTo>
                      <a:lnTo>
                        <a:pt x="102" y="16"/>
                      </a:lnTo>
                      <a:lnTo>
                        <a:pt x="102" y="16"/>
                      </a:lnTo>
                      <a:lnTo>
                        <a:pt x="102" y="20"/>
                      </a:lnTo>
                      <a:lnTo>
                        <a:pt x="106" y="20"/>
                      </a:lnTo>
                      <a:lnTo>
                        <a:pt x="106" y="24"/>
                      </a:lnTo>
                      <a:lnTo>
                        <a:pt x="106" y="24"/>
                      </a:lnTo>
                      <a:lnTo>
                        <a:pt x="106" y="24"/>
                      </a:lnTo>
                      <a:lnTo>
                        <a:pt x="106" y="24"/>
                      </a:lnTo>
                      <a:lnTo>
                        <a:pt x="106" y="24"/>
                      </a:lnTo>
                      <a:lnTo>
                        <a:pt x="106" y="24"/>
                      </a:lnTo>
                      <a:lnTo>
                        <a:pt x="108" y="26"/>
                      </a:lnTo>
                      <a:lnTo>
                        <a:pt x="108" y="26"/>
                      </a:lnTo>
                      <a:lnTo>
                        <a:pt x="108" y="26"/>
                      </a:lnTo>
                      <a:lnTo>
                        <a:pt x="108" y="26"/>
                      </a:lnTo>
                      <a:lnTo>
                        <a:pt x="112" y="26"/>
                      </a:lnTo>
                      <a:lnTo>
                        <a:pt x="112" y="30"/>
                      </a:lnTo>
                      <a:lnTo>
                        <a:pt x="112" y="30"/>
                      </a:lnTo>
                      <a:lnTo>
                        <a:pt x="112" y="30"/>
                      </a:lnTo>
                      <a:lnTo>
                        <a:pt x="112" y="30"/>
                      </a:lnTo>
                      <a:lnTo>
                        <a:pt x="112" y="34"/>
                      </a:lnTo>
                      <a:lnTo>
                        <a:pt x="112" y="34"/>
                      </a:lnTo>
                      <a:lnTo>
                        <a:pt x="112" y="34"/>
                      </a:lnTo>
                      <a:lnTo>
                        <a:pt x="112" y="34"/>
                      </a:lnTo>
                      <a:lnTo>
                        <a:pt x="112" y="38"/>
                      </a:lnTo>
                      <a:lnTo>
                        <a:pt x="112" y="42"/>
                      </a:lnTo>
                      <a:lnTo>
                        <a:pt x="112" y="46"/>
                      </a:lnTo>
                      <a:lnTo>
                        <a:pt x="112" y="46"/>
                      </a:lnTo>
                      <a:lnTo>
                        <a:pt x="112" y="46"/>
                      </a:lnTo>
                      <a:lnTo>
                        <a:pt x="112" y="50"/>
                      </a:lnTo>
                      <a:lnTo>
                        <a:pt x="112" y="50"/>
                      </a:lnTo>
                      <a:lnTo>
                        <a:pt x="112" y="50"/>
                      </a:lnTo>
                      <a:lnTo>
                        <a:pt x="112" y="52"/>
                      </a:lnTo>
                      <a:lnTo>
                        <a:pt x="112" y="52"/>
                      </a:lnTo>
                      <a:lnTo>
                        <a:pt x="112" y="56"/>
                      </a:lnTo>
                      <a:lnTo>
                        <a:pt x="112" y="56"/>
                      </a:lnTo>
                      <a:lnTo>
                        <a:pt x="112" y="56"/>
                      </a:lnTo>
                      <a:lnTo>
                        <a:pt x="112" y="60"/>
                      </a:lnTo>
                      <a:lnTo>
                        <a:pt x="112" y="60"/>
                      </a:lnTo>
                      <a:lnTo>
                        <a:pt x="112" y="60"/>
                      </a:lnTo>
                      <a:lnTo>
                        <a:pt x="112" y="60"/>
                      </a:lnTo>
                      <a:lnTo>
                        <a:pt x="112" y="60"/>
                      </a:lnTo>
                      <a:lnTo>
                        <a:pt x="112" y="60"/>
                      </a:lnTo>
                      <a:lnTo>
                        <a:pt x="112" y="60"/>
                      </a:lnTo>
                      <a:lnTo>
                        <a:pt x="112" y="60"/>
                      </a:lnTo>
                      <a:lnTo>
                        <a:pt x="116" y="60"/>
                      </a:lnTo>
                      <a:lnTo>
                        <a:pt x="116" y="60"/>
                      </a:lnTo>
                      <a:lnTo>
                        <a:pt x="116" y="64"/>
                      </a:lnTo>
                      <a:lnTo>
                        <a:pt x="120" y="64"/>
                      </a:lnTo>
                      <a:lnTo>
                        <a:pt x="120" y="64"/>
                      </a:lnTo>
                      <a:lnTo>
                        <a:pt x="120" y="60"/>
                      </a:lnTo>
                      <a:lnTo>
                        <a:pt x="122" y="60"/>
                      </a:lnTo>
                      <a:lnTo>
                        <a:pt x="126" y="60"/>
                      </a:lnTo>
                      <a:lnTo>
                        <a:pt x="126" y="60"/>
                      </a:lnTo>
                      <a:lnTo>
                        <a:pt x="130" y="60"/>
                      </a:lnTo>
                      <a:lnTo>
                        <a:pt x="130" y="60"/>
                      </a:lnTo>
                      <a:lnTo>
                        <a:pt x="130" y="60"/>
                      </a:lnTo>
                      <a:lnTo>
                        <a:pt x="130" y="60"/>
                      </a:lnTo>
                      <a:lnTo>
                        <a:pt x="130" y="60"/>
                      </a:lnTo>
                      <a:lnTo>
                        <a:pt x="134" y="60"/>
                      </a:lnTo>
                      <a:lnTo>
                        <a:pt x="134" y="60"/>
                      </a:lnTo>
                      <a:lnTo>
                        <a:pt x="134" y="64"/>
                      </a:lnTo>
                      <a:lnTo>
                        <a:pt x="134" y="64"/>
                      </a:lnTo>
                      <a:lnTo>
                        <a:pt x="130" y="64"/>
                      </a:lnTo>
                      <a:lnTo>
                        <a:pt x="130" y="64"/>
                      </a:lnTo>
                      <a:lnTo>
                        <a:pt x="134" y="64"/>
                      </a:lnTo>
                      <a:lnTo>
                        <a:pt x="130" y="68"/>
                      </a:lnTo>
                      <a:lnTo>
                        <a:pt x="130" y="72"/>
                      </a:lnTo>
                      <a:lnTo>
                        <a:pt x="130" y="72"/>
                      </a:lnTo>
                      <a:lnTo>
                        <a:pt x="130" y="72"/>
                      </a:lnTo>
                      <a:lnTo>
                        <a:pt x="130" y="72"/>
                      </a:lnTo>
                      <a:lnTo>
                        <a:pt x="126" y="72"/>
                      </a:lnTo>
                      <a:lnTo>
                        <a:pt x="126" y="72"/>
                      </a:lnTo>
                      <a:lnTo>
                        <a:pt x="126" y="72"/>
                      </a:lnTo>
                      <a:lnTo>
                        <a:pt x="122" y="72"/>
                      </a:lnTo>
                      <a:lnTo>
                        <a:pt x="122" y="72"/>
                      </a:lnTo>
                      <a:lnTo>
                        <a:pt x="122" y="68"/>
                      </a:lnTo>
                      <a:lnTo>
                        <a:pt x="122" y="68"/>
                      </a:lnTo>
                      <a:lnTo>
                        <a:pt x="122" y="68"/>
                      </a:lnTo>
                      <a:lnTo>
                        <a:pt x="122" y="68"/>
                      </a:lnTo>
                      <a:lnTo>
                        <a:pt x="122" y="68"/>
                      </a:lnTo>
                      <a:lnTo>
                        <a:pt x="122" y="68"/>
                      </a:lnTo>
                      <a:lnTo>
                        <a:pt x="122" y="68"/>
                      </a:lnTo>
                      <a:lnTo>
                        <a:pt x="122" y="72"/>
                      </a:lnTo>
                      <a:lnTo>
                        <a:pt x="122" y="72"/>
                      </a:lnTo>
                      <a:lnTo>
                        <a:pt x="122" y="72"/>
                      </a:lnTo>
                      <a:lnTo>
                        <a:pt x="122" y="72"/>
                      </a:lnTo>
                      <a:lnTo>
                        <a:pt x="122" y="72"/>
                      </a:lnTo>
                      <a:lnTo>
                        <a:pt x="122" y="72"/>
                      </a:lnTo>
                      <a:lnTo>
                        <a:pt x="120" y="76"/>
                      </a:lnTo>
                      <a:lnTo>
                        <a:pt x="120" y="76"/>
                      </a:lnTo>
                      <a:lnTo>
                        <a:pt x="120" y="76"/>
                      </a:lnTo>
                      <a:lnTo>
                        <a:pt x="120" y="76"/>
                      </a:lnTo>
                      <a:lnTo>
                        <a:pt x="120" y="76"/>
                      </a:lnTo>
                      <a:lnTo>
                        <a:pt x="120" y="76"/>
                      </a:lnTo>
                      <a:lnTo>
                        <a:pt x="122" y="76"/>
                      </a:lnTo>
                      <a:lnTo>
                        <a:pt x="122" y="76"/>
                      </a:lnTo>
                      <a:lnTo>
                        <a:pt x="122" y="76"/>
                      </a:lnTo>
                      <a:lnTo>
                        <a:pt x="122" y="76"/>
                      </a:lnTo>
                      <a:lnTo>
                        <a:pt x="122" y="76"/>
                      </a:lnTo>
                      <a:lnTo>
                        <a:pt x="122" y="76"/>
                      </a:lnTo>
                      <a:lnTo>
                        <a:pt x="122" y="76"/>
                      </a:lnTo>
                      <a:lnTo>
                        <a:pt x="122" y="76"/>
                      </a:lnTo>
                      <a:lnTo>
                        <a:pt x="122" y="76"/>
                      </a:lnTo>
                      <a:lnTo>
                        <a:pt x="122" y="76"/>
                      </a:lnTo>
                      <a:lnTo>
                        <a:pt x="120" y="76"/>
                      </a:lnTo>
                      <a:lnTo>
                        <a:pt x="120" y="76"/>
                      </a:lnTo>
                      <a:lnTo>
                        <a:pt x="120" y="76"/>
                      </a:lnTo>
                      <a:lnTo>
                        <a:pt x="120" y="78"/>
                      </a:lnTo>
                      <a:lnTo>
                        <a:pt x="120" y="78"/>
                      </a:lnTo>
                      <a:lnTo>
                        <a:pt x="122" y="76"/>
                      </a:lnTo>
                      <a:lnTo>
                        <a:pt x="122" y="76"/>
                      </a:lnTo>
                      <a:lnTo>
                        <a:pt x="122" y="78"/>
                      </a:lnTo>
                      <a:lnTo>
                        <a:pt x="120" y="78"/>
                      </a:lnTo>
                      <a:lnTo>
                        <a:pt x="120" y="78"/>
                      </a:lnTo>
                      <a:lnTo>
                        <a:pt x="120" y="78"/>
                      </a:lnTo>
                      <a:lnTo>
                        <a:pt x="120" y="78"/>
                      </a:lnTo>
                      <a:lnTo>
                        <a:pt x="120" y="82"/>
                      </a:lnTo>
                      <a:lnTo>
                        <a:pt x="120" y="82"/>
                      </a:lnTo>
                      <a:lnTo>
                        <a:pt x="120" y="82"/>
                      </a:lnTo>
                      <a:lnTo>
                        <a:pt x="120" y="86"/>
                      </a:lnTo>
                      <a:lnTo>
                        <a:pt x="120" y="90"/>
                      </a:lnTo>
                      <a:lnTo>
                        <a:pt x="120" y="90"/>
                      </a:lnTo>
                      <a:lnTo>
                        <a:pt x="120" y="90"/>
                      </a:lnTo>
                      <a:lnTo>
                        <a:pt x="120" y="90"/>
                      </a:lnTo>
                      <a:lnTo>
                        <a:pt x="116" y="90"/>
                      </a:lnTo>
                      <a:lnTo>
                        <a:pt x="116" y="94"/>
                      </a:lnTo>
                      <a:lnTo>
                        <a:pt x="116" y="94"/>
                      </a:lnTo>
                      <a:lnTo>
                        <a:pt x="116" y="94"/>
                      </a:lnTo>
                      <a:lnTo>
                        <a:pt x="116" y="94"/>
                      </a:lnTo>
                      <a:lnTo>
                        <a:pt x="112" y="94"/>
                      </a:lnTo>
                      <a:lnTo>
                        <a:pt x="112" y="94"/>
                      </a:lnTo>
                      <a:lnTo>
                        <a:pt x="112" y="94"/>
                      </a:lnTo>
                      <a:lnTo>
                        <a:pt x="112" y="90"/>
                      </a:lnTo>
                      <a:lnTo>
                        <a:pt x="108" y="90"/>
                      </a:lnTo>
                      <a:lnTo>
                        <a:pt x="108" y="90"/>
                      </a:lnTo>
                      <a:lnTo>
                        <a:pt x="108" y="90"/>
                      </a:lnTo>
                      <a:lnTo>
                        <a:pt x="108" y="90"/>
                      </a:lnTo>
                      <a:lnTo>
                        <a:pt x="108" y="86"/>
                      </a:lnTo>
                      <a:lnTo>
                        <a:pt x="108" y="90"/>
                      </a:lnTo>
                      <a:lnTo>
                        <a:pt x="108" y="90"/>
                      </a:lnTo>
                      <a:lnTo>
                        <a:pt x="108" y="90"/>
                      </a:lnTo>
                      <a:lnTo>
                        <a:pt x="106" y="90"/>
                      </a:lnTo>
                      <a:lnTo>
                        <a:pt x="106" y="90"/>
                      </a:lnTo>
                      <a:lnTo>
                        <a:pt x="106" y="86"/>
                      </a:lnTo>
                      <a:lnTo>
                        <a:pt x="106" y="86"/>
                      </a:lnTo>
                      <a:lnTo>
                        <a:pt x="106" y="86"/>
                      </a:lnTo>
                      <a:lnTo>
                        <a:pt x="106" y="86"/>
                      </a:lnTo>
                      <a:lnTo>
                        <a:pt x="102" y="86"/>
                      </a:lnTo>
                      <a:lnTo>
                        <a:pt x="102" y="86"/>
                      </a:lnTo>
                      <a:lnTo>
                        <a:pt x="102" y="86"/>
                      </a:lnTo>
                      <a:lnTo>
                        <a:pt x="102" y="86"/>
                      </a:lnTo>
                      <a:lnTo>
                        <a:pt x="98" y="86"/>
                      </a:lnTo>
                      <a:lnTo>
                        <a:pt x="98" y="86"/>
                      </a:lnTo>
                      <a:lnTo>
                        <a:pt x="98" y="86"/>
                      </a:lnTo>
                      <a:lnTo>
                        <a:pt x="98" y="86"/>
                      </a:lnTo>
                      <a:lnTo>
                        <a:pt x="98" y="86"/>
                      </a:lnTo>
                      <a:lnTo>
                        <a:pt x="98" y="86"/>
                      </a:lnTo>
                      <a:lnTo>
                        <a:pt x="98" y="86"/>
                      </a:lnTo>
                      <a:lnTo>
                        <a:pt x="94" y="86"/>
                      </a:lnTo>
                      <a:lnTo>
                        <a:pt x="94" y="86"/>
                      </a:lnTo>
                      <a:lnTo>
                        <a:pt x="94" y="86"/>
                      </a:lnTo>
                      <a:lnTo>
                        <a:pt x="94" y="86"/>
                      </a:lnTo>
                      <a:lnTo>
                        <a:pt x="90" y="86"/>
                      </a:lnTo>
                      <a:lnTo>
                        <a:pt x="86" y="86"/>
                      </a:lnTo>
                      <a:lnTo>
                        <a:pt x="86" y="86"/>
                      </a:lnTo>
                      <a:lnTo>
                        <a:pt x="86" y="86"/>
                      </a:lnTo>
                      <a:lnTo>
                        <a:pt x="86" y="86"/>
                      </a:lnTo>
                      <a:lnTo>
                        <a:pt x="86" y="86"/>
                      </a:lnTo>
                      <a:lnTo>
                        <a:pt x="82" y="90"/>
                      </a:lnTo>
                      <a:lnTo>
                        <a:pt x="82" y="90"/>
                      </a:lnTo>
                      <a:lnTo>
                        <a:pt x="82" y="90"/>
                      </a:lnTo>
                      <a:lnTo>
                        <a:pt x="80" y="90"/>
                      </a:lnTo>
                      <a:lnTo>
                        <a:pt x="80" y="94"/>
                      </a:lnTo>
                      <a:lnTo>
                        <a:pt x="80" y="94"/>
                      </a:lnTo>
                      <a:lnTo>
                        <a:pt x="80" y="94"/>
                      </a:lnTo>
                      <a:lnTo>
                        <a:pt x="80" y="94"/>
                      </a:lnTo>
                      <a:lnTo>
                        <a:pt x="76" y="94"/>
                      </a:lnTo>
                      <a:lnTo>
                        <a:pt x="76" y="94"/>
                      </a:lnTo>
                      <a:lnTo>
                        <a:pt x="76" y="94"/>
                      </a:lnTo>
                      <a:lnTo>
                        <a:pt x="76" y="94"/>
                      </a:lnTo>
                      <a:lnTo>
                        <a:pt x="76" y="94"/>
                      </a:lnTo>
                      <a:lnTo>
                        <a:pt x="72" y="94"/>
                      </a:lnTo>
                      <a:lnTo>
                        <a:pt x="72" y="94"/>
                      </a:lnTo>
                      <a:lnTo>
                        <a:pt x="72" y="94"/>
                      </a:lnTo>
                      <a:lnTo>
                        <a:pt x="72" y="94"/>
                      </a:lnTo>
                      <a:lnTo>
                        <a:pt x="72" y="94"/>
                      </a:lnTo>
                      <a:lnTo>
                        <a:pt x="68" y="94"/>
                      </a:lnTo>
                      <a:lnTo>
                        <a:pt x="64" y="94"/>
                      </a:lnTo>
                      <a:lnTo>
                        <a:pt x="64" y="94"/>
                      </a:lnTo>
                      <a:lnTo>
                        <a:pt x="64" y="94"/>
                      </a:lnTo>
                      <a:lnTo>
                        <a:pt x="64" y="94"/>
                      </a:lnTo>
                      <a:lnTo>
                        <a:pt x="60" y="94"/>
                      </a:lnTo>
                      <a:lnTo>
                        <a:pt x="60" y="94"/>
                      </a:lnTo>
                      <a:lnTo>
                        <a:pt x="60" y="94"/>
                      </a:lnTo>
                      <a:lnTo>
                        <a:pt x="60" y="94"/>
                      </a:lnTo>
                      <a:lnTo>
                        <a:pt x="60" y="94"/>
                      </a:lnTo>
                      <a:lnTo>
                        <a:pt x="60" y="94"/>
                      </a:lnTo>
                      <a:lnTo>
                        <a:pt x="60" y="94"/>
                      </a:lnTo>
                      <a:lnTo>
                        <a:pt x="56" y="94"/>
                      </a:lnTo>
                      <a:lnTo>
                        <a:pt x="56" y="94"/>
                      </a:lnTo>
                      <a:lnTo>
                        <a:pt x="56" y="94"/>
                      </a:lnTo>
                      <a:lnTo>
                        <a:pt x="56" y="94"/>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130" name="Freeform 119">
                  <a:extLst>
                    <a:ext uri="{FF2B5EF4-FFF2-40B4-BE49-F238E27FC236}">
                      <a16:creationId xmlns:a16="http://schemas.microsoft.com/office/drawing/2014/main" id="{621C84F7-DB06-C8D0-2CEB-21C2E624009A}"/>
                    </a:ext>
                  </a:extLst>
                </p:cNvPr>
                <p:cNvSpPr>
                  <a:spLocks/>
                </p:cNvSpPr>
                <p:nvPr/>
              </p:nvSpPr>
              <p:spPr bwMode="gray">
                <a:xfrm>
                  <a:off x="5252164" y="3069151"/>
                  <a:ext cx="111313" cy="149576"/>
                </a:xfrm>
                <a:custGeom>
                  <a:avLst/>
                  <a:gdLst>
                    <a:gd name="T0" fmla="*/ 0 w 64"/>
                    <a:gd name="T1" fmla="*/ 68 h 86"/>
                    <a:gd name="T2" fmla="*/ 0 w 64"/>
                    <a:gd name="T3" fmla="*/ 64 h 86"/>
                    <a:gd name="T4" fmla="*/ 4 w 64"/>
                    <a:gd name="T5" fmla="*/ 60 h 86"/>
                    <a:gd name="T6" fmla="*/ 8 w 64"/>
                    <a:gd name="T7" fmla="*/ 58 h 86"/>
                    <a:gd name="T8" fmla="*/ 8 w 64"/>
                    <a:gd name="T9" fmla="*/ 54 h 86"/>
                    <a:gd name="T10" fmla="*/ 12 w 64"/>
                    <a:gd name="T11" fmla="*/ 54 h 86"/>
                    <a:gd name="T12" fmla="*/ 16 w 64"/>
                    <a:gd name="T13" fmla="*/ 50 h 86"/>
                    <a:gd name="T14" fmla="*/ 12 w 64"/>
                    <a:gd name="T15" fmla="*/ 46 h 86"/>
                    <a:gd name="T16" fmla="*/ 16 w 64"/>
                    <a:gd name="T17" fmla="*/ 46 h 86"/>
                    <a:gd name="T18" fmla="*/ 12 w 64"/>
                    <a:gd name="T19" fmla="*/ 38 h 86"/>
                    <a:gd name="T20" fmla="*/ 12 w 64"/>
                    <a:gd name="T21" fmla="*/ 30 h 86"/>
                    <a:gd name="T22" fmla="*/ 12 w 64"/>
                    <a:gd name="T23" fmla="*/ 28 h 86"/>
                    <a:gd name="T24" fmla="*/ 8 w 64"/>
                    <a:gd name="T25" fmla="*/ 24 h 86"/>
                    <a:gd name="T26" fmla="*/ 12 w 64"/>
                    <a:gd name="T27" fmla="*/ 20 h 86"/>
                    <a:gd name="T28" fmla="*/ 12 w 64"/>
                    <a:gd name="T29" fmla="*/ 20 h 86"/>
                    <a:gd name="T30" fmla="*/ 12 w 64"/>
                    <a:gd name="T31" fmla="*/ 16 h 86"/>
                    <a:gd name="T32" fmla="*/ 8 w 64"/>
                    <a:gd name="T33" fmla="*/ 12 h 86"/>
                    <a:gd name="T34" fmla="*/ 8 w 64"/>
                    <a:gd name="T35" fmla="*/ 12 h 86"/>
                    <a:gd name="T36" fmla="*/ 4 w 64"/>
                    <a:gd name="T37" fmla="*/ 4 h 86"/>
                    <a:gd name="T38" fmla="*/ 12 w 64"/>
                    <a:gd name="T39" fmla="*/ 4 h 86"/>
                    <a:gd name="T40" fmla="*/ 16 w 64"/>
                    <a:gd name="T41" fmla="*/ 0 h 86"/>
                    <a:gd name="T42" fmla="*/ 24 w 64"/>
                    <a:gd name="T43" fmla="*/ 0 h 86"/>
                    <a:gd name="T44" fmla="*/ 26 w 64"/>
                    <a:gd name="T45" fmla="*/ 4 h 86"/>
                    <a:gd name="T46" fmla="*/ 34 w 64"/>
                    <a:gd name="T47" fmla="*/ 8 h 86"/>
                    <a:gd name="T48" fmla="*/ 34 w 64"/>
                    <a:gd name="T49" fmla="*/ 12 h 86"/>
                    <a:gd name="T50" fmla="*/ 42 w 64"/>
                    <a:gd name="T51" fmla="*/ 20 h 86"/>
                    <a:gd name="T52" fmla="*/ 42 w 64"/>
                    <a:gd name="T53" fmla="*/ 24 h 86"/>
                    <a:gd name="T54" fmla="*/ 46 w 64"/>
                    <a:gd name="T55" fmla="*/ 28 h 86"/>
                    <a:gd name="T56" fmla="*/ 42 w 64"/>
                    <a:gd name="T57" fmla="*/ 28 h 86"/>
                    <a:gd name="T58" fmla="*/ 46 w 64"/>
                    <a:gd name="T59" fmla="*/ 28 h 86"/>
                    <a:gd name="T60" fmla="*/ 50 w 64"/>
                    <a:gd name="T61" fmla="*/ 30 h 86"/>
                    <a:gd name="T62" fmla="*/ 52 w 64"/>
                    <a:gd name="T63" fmla="*/ 34 h 86"/>
                    <a:gd name="T64" fmla="*/ 56 w 64"/>
                    <a:gd name="T65" fmla="*/ 30 h 86"/>
                    <a:gd name="T66" fmla="*/ 60 w 64"/>
                    <a:gd name="T67" fmla="*/ 30 h 86"/>
                    <a:gd name="T68" fmla="*/ 60 w 64"/>
                    <a:gd name="T69" fmla="*/ 34 h 86"/>
                    <a:gd name="T70" fmla="*/ 56 w 64"/>
                    <a:gd name="T71" fmla="*/ 34 h 86"/>
                    <a:gd name="T72" fmla="*/ 60 w 64"/>
                    <a:gd name="T73" fmla="*/ 38 h 86"/>
                    <a:gd name="T74" fmla="*/ 60 w 64"/>
                    <a:gd name="T75" fmla="*/ 42 h 86"/>
                    <a:gd name="T76" fmla="*/ 60 w 64"/>
                    <a:gd name="T77" fmla="*/ 54 h 86"/>
                    <a:gd name="T78" fmla="*/ 64 w 64"/>
                    <a:gd name="T79" fmla="*/ 58 h 86"/>
                    <a:gd name="T80" fmla="*/ 60 w 64"/>
                    <a:gd name="T81" fmla="*/ 64 h 86"/>
                    <a:gd name="T82" fmla="*/ 56 w 64"/>
                    <a:gd name="T83" fmla="*/ 72 h 86"/>
                    <a:gd name="T84" fmla="*/ 56 w 64"/>
                    <a:gd name="T85" fmla="*/ 76 h 86"/>
                    <a:gd name="T86" fmla="*/ 52 w 64"/>
                    <a:gd name="T87" fmla="*/ 76 h 86"/>
                    <a:gd name="T88" fmla="*/ 46 w 64"/>
                    <a:gd name="T89" fmla="*/ 78 h 86"/>
                    <a:gd name="T90" fmla="*/ 42 w 64"/>
                    <a:gd name="T91" fmla="*/ 78 h 86"/>
                    <a:gd name="T92" fmla="*/ 34 w 64"/>
                    <a:gd name="T93" fmla="*/ 82 h 86"/>
                    <a:gd name="T94" fmla="*/ 30 w 64"/>
                    <a:gd name="T95" fmla="*/ 86 h 86"/>
                    <a:gd name="T96" fmla="*/ 30 w 64"/>
                    <a:gd name="T97" fmla="*/ 78 h 86"/>
                    <a:gd name="T98" fmla="*/ 26 w 64"/>
                    <a:gd name="T99" fmla="*/ 76 h 86"/>
                    <a:gd name="T100" fmla="*/ 20 w 64"/>
                    <a:gd name="T101" fmla="*/ 76 h 86"/>
                    <a:gd name="T102" fmla="*/ 20 w 64"/>
                    <a:gd name="T103" fmla="*/ 72 h 86"/>
                    <a:gd name="T104" fmla="*/ 12 w 64"/>
                    <a:gd name="T105" fmla="*/ 78 h 86"/>
                    <a:gd name="T106" fmla="*/ 12 w 64"/>
                    <a:gd name="T107" fmla="*/ 82 h 86"/>
                    <a:gd name="T108" fmla="*/ 12 w 64"/>
                    <a:gd name="T109" fmla="*/ 82 h 86"/>
                    <a:gd name="T110" fmla="*/ 8 w 64"/>
                    <a:gd name="T111" fmla="*/ 78 h 86"/>
                    <a:gd name="T112" fmla="*/ 4 w 64"/>
                    <a:gd name="T113" fmla="*/ 76 h 86"/>
                    <a:gd name="T114" fmla="*/ 4 w 64"/>
                    <a:gd name="T115" fmla="*/ 76 h 86"/>
                    <a:gd name="T116" fmla="*/ 0 w 64"/>
                    <a:gd name="T117" fmla="*/ 72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64" h="86">
                      <a:moveTo>
                        <a:pt x="0" y="72"/>
                      </a:moveTo>
                      <a:lnTo>
                        <a:pt x="0" y="72"/>
                      </a:lnTo>
                      <a:lnTo>
                        <a:pt x="0" y="72"/>
                      </a:lnTo>
                      <a:lnTo>
                        <a:pt x="0" y="72"/>
                      </a:lnTo>
                      <a:lnTo>
                        <a:pt x="0" y="72"/>
                      </a:lnTo>
                      <a:lnTo>
                        <a:pt x="0" y="68"/>
                      </a:lnTo>
                      <a:lnTo>
                        <a:pt x="0" y="68"/>
                      </a:lnTo>
                      <a:lnTo>
                        <a:pt x="0" y="68"/>
                      </a:lnTo>
                      <a:lnTo>
                        <a:pt x="0" y="68"/>
                      </a:lnTo>
                      <a:lnTo>
                        <a:pt x="0" y="64"/>
                      </a:lnTo>
                      <a:lnTo>
                        <a:pt x="0" y="64"/>
                      </a:lnTo>
                      <a:lnTo>
                        <a:pt x="0" y="64"/>
                      </a:lnTo>
                      <a:lnTo>
                        <a:pt x="0" y="64"/>
                      </a:lnTo>
                      <a:lnTo>
                        <a:pt x="4" y="64"/>
                      </a:lnTo>
                      <a:lnTo>
                        <a:pt x="4" y="60"/>
                      </a:lnTo>
                      <a:lnTo>
                        <a:pt x="4" y="60"/>
                      </a:lnTo>
                      <a:lnTo>
                        <a:pt x="4" y="60"/>
                      </a:lnTo>
                      <a:lnTo>
                        <a:pt x="4" y="60"/>
                      </a:lnTo>
                      <a:lnTo>
                        <a:pt x="4" y="58"/>
                      </a:lnTo>
                      <a:lnTo>
                        <a:pt x="4" y="58"/>
                      </a:lnTo>
                      <a:lnTo>
                        <a:pt x="8" y="58"/>
                      </a:lnTo>
                      <a:lnTo>
                        <a:pt x="8" y="58"/>
                      </a:lnTo>
                      <a:lnTo>
                        <a:pt x="8" y="58"/>
                      </a:lnTo>
                      <a:lnTo>
                        <a:pt x="8" y="58"/>
                      </a:lnTo>
                      <a:lnTo>
                        <a:pt x="8" y="58"/>
                      </a:lnTo>
                      <a:lnTo>
                        <a:pt x="8" y="58"/>
                      </a:lnTo>
                      <a:lnTo>
                        <a:pt x="8" y="58"/>
                      </a:lnTo>
                      <a:lnTo>
                        <a:pt x="8" y="58"/>
                      </a:lnTo>
                      <a:lnTo>
                        <a:pt x="8" y="54"/>
                      </a:lnTo>
                      <a:lnTo>
                        <a:pt x="8" y="54"/>
                      </a:lnTo>
                      <a:lnTo>
                        <a:pt x="8" y="54"/>
                      </a:lnTo>
                      <a:lnTo>
                        <a:pt x="8" y="54"/>
                      </a:lnTo>
                      <a:lnTo>
                        <a:pt x="8" y="54"/>
                      </a:lnTo>
                      <a:lnTo>
                        <a:pt x="8" y="54"/>
                      </a:lnTo>
                      <a:lnTo>
                        <a:pt x="12" y="54"/>
                      </a:lnTo>
                      <a:lnTo>
                        <a:pt x="12" y="54"/>
                      </a:lnTo>
                      <a:lnTo>
                        <a:pt x="12" y="54"/>
                      </a:lnTo>
                      <a:lnTo>
                        <a:pt x="16" y="54"/>
                      </a:lnTo>
                      <a:lnTo>
                        <a:pt x="16" y="54"/>
                      </a:lnTo>
                      <a:lnTo>
                        <a:pt x="16" y="54"/>
                      </a:lnTo>
                      <a:lnTo>
                        <a:pt x="16" y="50"/>
                      </a:lnTo>
                      <a:lnTo>
                        <a:pt x="16" y="50"/>
                      </a:lnTo>
                      <a:lnTo>
                        <a:pt x="16" y="50"/>
                      </a:lnTo>
                      <a:lnTo>
                        <a:pt x="16" y="50"/>
                      </a:lnTo>
                      <a:lnTo>
                        <a:pt x="16" y="50"/>
                      </a:lnTo>
                      <a:lnTo>
                        <a:pt x="16" y="46"/>
                      </a:lnTo>
                      <a:lnTo>
                        <a:pt x="12" y="46"/>
                      </a:lnTo>
                      <a:lnTo>
                        <a:pt x="12" y="46"/>
                      </a:lnTo>
                      <a:lnTo>
                        <a:pt x="12" y="42"/>
                      </a:lnTo>
                      <a:lnTo>
                        <a:pt x="12" y="42"/>
                      </a:lnTo>
                      <a:lnTo>
                        <a:pt x="12" y="46"/>
                      </a:lnTo>
                      <a:lnTo>
                        <a:pt x="16" y="46"/>
                      </a:lnTo>
                      <a:lnTo>
                        <a:pt x="16" y="46"/>
                      </a:lnTo>
                      <a:lnTo>
                        <a:pt x="16" y="46"/>
                      </a:lnTo>
                      <a:lnTo>
                        <a:pt x="16" y="42"/>
                      </a:lnTo>
                      <a:lnTo>
                        <a:pt x="16" y="42"/>
                      </a:lnTo>
                      <a:lnTo>
                        <a:pt x="16" y="42"/>
                      </a:lnTo>
                      <a:lnTo>
                        <a:pt x="16" y="42"/>
                      </a:lnTo>
                      <a:lnTo>
                        <a:pt x="12" y="38"/>
                      </a:lnTo>
                      <a:lnTo>
                        <a:pt x="12" y="38"/>
                      </a:lnTo>
                      <a:lnTo>
                        <a:pt x="12" y="38"/>
                      </a:lnTo>
                      <a:lnTo>
                        <a:pt x="12" y="38"/>
                      </a:lnTo>
                      <a:lnTo>
                        <a:pt x="12" y="38"/>
                      </a:lnTo>
                      <a:lnTo>
                        <a:pt x="12" y="34"/>
                      </a:lnTo>
                      <a:lnTo>
                        <a:pt x="12" y="34"/>
                      </a:lnTo>
                      <a:lnTo>
                        <a:pt x="12" y="30"/>
                      </a:lnTo>
                      <a:lnTo>
                        <a:pt x="12" y="30"/>
                      </a:lnTo>
                      <a:lnTo>
                        <a:pt x="12" y="28"/>
                      </a:lnTo>
                      <a:lnTo>
                        <a:pt x="12" y="28"/>
                      </a:lnTo>
                      <a:lnTo>
                        <a:pt x="16" y="28"/>
                      </a:lnTo>
                      <a:lnTo>
                        <a:pt x="16" y="28"/>
                      </a:lnTo>
                      <a:lnTo>
                        <a:pt x="12" y="28"/>
                      </a:lnTo>
                      <a:lnTo>
                        <a:pt x="12" y="24"/>
                      </a:lnTo>
                      <a:lnTo>
                        <a:pt x="12" y="28"/>
                      </a:lnTo>
                      <a:lnTo>
                        <a:pt x="8" y="28"/>
                      </a:lnTo>
                      <a:lnTo>
                        <a:pt x="8" y="28"/>
                      </a:lnTo>
                      <a:lnTo>
                        <a:pt x="8" y="28"/>
                      </a:lnTo>
                      <a:lnTo>
                        <a:pt x="8" y="24"/>
                      </a:lnTo>
                      <a:lnTo>
                        <a:pt x="12" y="24"/>
                      </a:lnTo>
                      <a:lnTo>
                        <a:pt x="12" y="24"/>
                      </a:lnTo>
                      <a:lnTo>
                        <a:pt x="12" y="20"/>
                      </a:lnTo>
                      <a:lnTo>
                        <a:pt x="12" y="20"/>
                      </a:lnTo>
                      <a:lnTo>
                        <a:pt x="12" y="20"/>
                      </a:lnTo>
                      <a:lnTo>
                        <a:pt x="12" y="20"/>
                      </a:lnTo>
                      <a:lnTo>
                        <a:pt x="12" y="20"/>
                      </a:lnTo>
                      <a:lnTo>
                        <a:pt x="16" y="20"/>
                      </a:lnTo>
                      <a:lnTo>
                        <a:pt x="16" y="20"/>
                      </a:lnTo>
                      <a:lnTo>
                        <a:pt x="16" y="20"/>
                      </a:lnTo>
                      <a:lnTo>
                        <a:pt x="16" y="20"/>
                      </a:lnTo>
                      <a:lnTo>
                        <a:pt x="12" y="20"/>
                      </a:lnTo>
                      <a:lnTo>
                        <a:pt x="12" y="20"/>
                      </a:lnTo>
                      <a:lnTo>
                        <a:pt x="12" y="20"/>
                      </a:lnTo>
                      <a:lnTo>
                        <a:pt x="12" y="20"/>
                      </a:lnTo>
                      <a:lnTo>
                        <a:pt x="12" y="20"/>
                      </a:lnTo>
                      <a:lnTo>
                        <a:pt x="12" y="20"/>
                      </a:lnTo>
                      <a:lnTo>
                        <a:pt x="12" y="16"/>
                      </a:lnTo>
                      <a:lnTo>
                        <a:pt x="8" y="16"/>
                      </a:lnTo>
                      <a:lnTo>
                        <a:pt x="8" y="12"/>
                      </a:lnTo>
                      <a:lnTo>
                        <a:pt x="8" y="12"/>
                      </a:lnTo>
                      <a:lnTo>
                        <a:pt x="8" y="12"/>
                      </a:lnTo>
                      <a:lnTo>
                        <a:pt x="8" y="12"/>
                      </a:lnTo>
                      <a:lnTo>
                        <a:pt x="8" y="12"/>
                      </a:lnTo>
                      <a:lnTo>
                        <a:pt x="8" y="12"/>
                      </a:lnTo>
                      <a:lnTo>
                        <a:pt x="8" y="12"/>
                      </a:lnTo>
                      <a:lnTo>
                        <a:pt x="8" y="12"/>
                      </a:lnTo>
                      <a:lnTo>
                        <a:pt x="8" y="12"/>
                      </a:lnTo>
                      <a:lnTo>
                        <a:pt x="8" y="12"/>
                      </a:lnTo>
                      <a:lnTo>
                        <a:pt x="8" y="12"/>
                      </a:lnTo>
                      <a:lnTo>
                        <a:pt x="8" y="12"/>
                      </a:lnTo>
                      <a:lnTo>
                        <a:pt x="8" y="8"/>
                      </a:lnTo>
                      <a:lnTo>
                        <a:pt x="8" y="8"/>
                      </a:lnTo>
                      <a:lnTo>
                        <a:pt x="8" y="8"/>
                      </a:lnTo>
                      <a:lnTo>
                        <a:pt x="8" y="8"/>
                      </a:lnTo>
                      <a:lnTo>
                        <a:pt x="4" y="4"/>
                      </a:lnTo>
                      <a:lnTo>
                        <a:pt x="4" y="4"/>
                      </a:lnTo>
                      <a:lnTo>
                        <a:pt x="4" y="4"/>
                      </a:lnTo>
                      <a:lnTo>
                        <a:pt x="8" y="4"/>
                      </a:lnTo>
                      <a:lnTo>
                        <a:pt x="8" y="4"/>
                      </a:lnTo>
                      <a:lnTo>
                        <a:pt x="8" y="4"/>
                      </a:lnTo>
                      <a:lnTo>
                        <a:pt x="12" y="4"/>
                      </a:lnTo>
                      <a:lnTo>
                        <a:pt x="12" y="4"/>
                      </a:lnTo>
                      <a:lnTo>
                        <a:pt x="12" y="4"/>
                      </a:lnTo>
                      <a:lnTo>
                        <a:pt x="16" y="0"/>
                      </a:lnTo>
                      <a:lnTo>
                        <a:pt x="16" y="0"/>
                      </a:lnTo>
                      <a:lnTo>
                        <a:pt x="16" y="0"/>
                      </a:lnTo>
                      <a:lnTo>
                        <a:pt x="16" y="0"/>
                      </a:lnTo>
                      <a:lnTo>
                        <a:pt x="20" y="0"/>
                      </a:lnTo>
                      <a:lnTo>
                        <a:pt x="20" y="0"/>
                      </a:lnTo>
                      <a:lnTo>
                        <a:pt x="20" y="0"/>
                      </a:lnTo>
                      <a:lnTo>
                        <a:pt x="20" y="0"/>
                      </a:lnTo>
                      <a:lnTo>
                        <a:pt x="24" y="0"/>
                      </a:lnTo>
                      <a:lnTo>
                        <a:pt x="24" y="0"/>
                      </a:lnTo>
                      <a:lnTo>
                        <a:pt x="26" y="0"/>
                      </a:lnTo>
                      <a:lnTo>
                        <a:pt x="26" y="0"/>
                      </a:lnTo>
                      <a:lnTo>
                        <a:pt x="26" y="0"/>
                      </a:lnTo>
                      <a:lnTo>
                        <a:pt x="26" y="0"/>
                      </a:lnTo>
                      <a:lnTo>
                        <a:pt x="26" y="4"/>
                      </a:lnTo>
                      <a:lnTo>
                        <a:pt x="26" y="4"/>
                      </a:lnTo>
                      <a:lnTo>
                        <a:pt x="30" y="4"/>
                      </a:lnTo>
                      <a:lnTo>
                        <a:pt x="30" y="4"/>
                      </a:lnTo>
                      <a:lnTo>
                        <a:pt x="30" y="4"/>
                      </a:lnTo>
                      <a:lnTo>
                        <a:pt x="30" y="8"/>
                      </a:lnTo>
                      <a:lnTo>
                        <a:pt x="30" y="8"/>
                      </a:lnTo>
                      <a:lnTo>
                        <a:pt x="34" y="8"/>
                      </a:lnTo>
                      <a:lnTo>
                        <a:pt x="34" y="8"/>
                      </a:lnTo>
                      <a:lnTo>
                        <a:pt x="34" y="8"/>
                      </a:lnTo>
                      <a:lnTo>
                        <a:pt x="34" y="8"/>
                      </a:lnTo>
                      <a:lnTo>
                        <a:pt x="34" y="12"/>
                      </a:lnTo>
                      <a:lnTo>
                        <a:pt x="34" y="12"/>
                      </a:lnTo>
                      <a:lnTo>
                        <a:pt x="34" y="12"/>
                      </a:lnTo>
                      <a:lnTo>
                        <a:pt x="34" y="12"/>
                      </a:lnTo>
                      <a:lnTo>
                        <a:pt x="34" y="12"/>
                      </a:lnTo>
                      <a:lnTo>
                        <a:pt x="38" y="16"/>
                      </a:lnTo>
                      <a:lnTo>
                        <a:pt x="38" y="16"/>
                      </a:lnTo>
                      <a:lnTo>
                        <a:pt x="42" y="20"/>
                      </a:lnTo>
                      <a:lnTo>
                        <a:pt x="42" y="20"/>
                      </a:lnTo>
                      <a:lnTo>
                        <a:pt x="42" y="20"/>
                      </a:lnTo>
                      <a:lnTo>
                        <a:pt x="42" y="20"/>
                      </a:lnTo>
                      <a:lnTo>
                        <a:pt x="46" y="20"/>
                      </a:lnTo>
                      <a:lnTo>
                        <a:pt x="46" y="20"/>
                      </a:lnTo>
                      <a:lnTo>
                        <a:pt x="42" y="24"/>
                      </a:lnTo>
                      <a:lnTo>
                        <a:pt x="42" y="24"/>
                      </a:lnTo>
                      <a:lnTo>
                        <a:pt x="42" y="24"/>
                      </a:lnTo>
                      <a:lnTo>
                        <a:pt x="42" y="24"/>
                      </a:lnTo>
                      <a:lnTo>
                        <a:pt x="42" y="24"/>
                      </a:lnTo>
                      <a:lnTo>
                        <a:pt x="42" y="24"/>
                      </a:lnTo>
                      <a:lnTo>
                        <a:pt x="46" y="24"/>
                      </a:lnTo>
                      <a:lnTo>
                        <a:pt x="46" y="28"/>
                      </a:lnTo>
                      <a:lnTo>
                        <a:pt x="46" y="28"/>
                      </a:lnTo>
                      <a:lnTo>
                        <a:pt x="46" y="28"/>
                      </a:lnTo>
                      <a:lnTo>
                        <a:pt x="46" y="28"/>
                      </a:lnTo>
                      <a:lnTo>
                        <a:pt x="42" y="28"/>
                      </a:lnTo>
                      <a:lnTo>
                        <a:pt x="42" y="28"/>
                      </a:lnTo>
                      <a:lnTo>
                        <a:pt x="42" y="28"/>
                      </a:lnTo>
                      <a:lnTo>
                        <a:pt x="42" y="28"/>
                      </a:lnTo>
                      <a:lnTo>
                        <a:pt x="42" y="28"/>
                      </a:lnTo>
                      <a:lnTo>
                        <a:pt x="42" y="28"/>
                      </a:lnTo>
                      <a:lnTo>
                        <a:pt x="42" y="28"/>
                      </a:lnTo>
                      <a:lnTo>
                        <a:pt x="46" y="28"/>
                      </a:lnTo>
                      <a:lnTo>
                        <a:pt x="46" y="28"/>
                      </a:lnTo>
                      <a:lnTo>
                        <a:pt x="46" y="28"/>
                      </a:lnTo>
                      <a:lnTo>
                        <a:pt x="46" y="30"/>
                      </a:lnTo>
                      <a:lnTo>
                        <a:pt x="46" y="30"/>
                      </a:lnTo>
                      <a:lnTo>
                        <a:pt x="46" y="30"/>
                      </a:lnTo>
                      <a:lnTo>
                        <a:pt x="46" y="30"/>
                      </a:lnTo>
                      <a:lnTo>
                        <a:pt x="50" y="30"/>
                      </a:lnTo>
                      <a:lnTo>
                        <a:pt x="50" y="30"/>
                      </a:lnTo>
                      <a:lnTo>
                        <a:pt x="50" y="30"/>
                      </a:lnTo>
                      <a:lnTo>
                        <a:pt x="52" y="30"/>
                      </a:lnTo>
                      <a:lnTo>
                        <a:pt x="52" y="30"/>
                      </a:lnTo>
                      <a:lnTo>
                        <a:pt x="52" y="30"/>
                      </a:lnTo>
                      <a:lnTo>
                        <a:pt x="52" y="34"/>
                      </a:lnTo>
                      <a:lnTo>
                        <a:pt x="52" y="34"/>
                      </a:lnTo>
                      <a:lnTo>
                        <a:pt x="52" y="34"/>
                      </a:lnTo>
                      <a:lnTo>
                        <a:pt x="52" y="30"/>
                      </a:lnTo>
                      <a:lnTo>
                        <a:pt x="56" y="30"/>
                      </a:lnTo>
                      <a:lnTo>
                        <a:pt x="56" y="30"/>
                      </a:lnTo>
                      <a:lnTo>
                        <a:pt x="56" y="30"/>
                      </a:lnTo>
                      <a:lnTo>
                        <a:pt x="56" y="30"/>
                      </a:lnTo>
                      <a:lnTo>
                        <a:pt x="56" y="30"/>
                      </a:lnTo>
                      <a:lnTo>
                        <a:pt x="56" y="30"/>
                      </a:lnTo>
                      <a:lnTo>
                        <a:pt x="56" y="30"/>
                      </a:lnTo>
                      <a:lnTo>
                        <a:pt x="60" y="30"/>
                      </a:lnTo>
                      <a:lnTo>
                        <a:pt x="60" y="30"/>
                      </a:lnTo>
                      <a:lnTo>
                        <a:pt x="60" y="30"/>
                      </a:lnTo>
                      <a:lnTo>
                        <a:pt x="60" y="30"/>
                      </a:lnTo>
                      <a:lnTo>
                        <a:pt x="60" y="30"/>
                      </a:lnTo>
                      <a:lnTo>
                        <a:pt x="60" y="30"/>
                      </a:lnTo>
                      <a:lnTo>
                        <a:pt x="60" y="30"/>
                      </a:lnTo>
                      <a:lnTo>
                        <a:pt x="60" y="34"/>
                      </a:lnTo>
                      <a:lnTo>
                        <a:pt x="60" y="34"/>
                      </a:lnTo>
                      <a:lnTo>
                        <a:pt x="60" y="34"/>
                      </a:lnTo>
                      <a:lnTo>
                        <a:pt x="60" y="34"/>
                      </a:lnTo>
                      <a:lnTo>
                        <a:pt x="60" y="30"/>
                      </a:lnTo>
                      <a:lnTo>
                        <a:pt x="60" y="30"/>
                      </a:lnTo>
                      <a:lnTo>
                        <a:pt x="56" y="34"/>
                      </a:lnTo>
                      <a:lnTo>
                        <a:pt x="56" y="34"/>
                      </a:lnTo>
                      <a:lnTo>
                        <a:pt x="60" y="38"/>
                      </a:lnTo>
                      <a:lnTo>
                        <a:pt x="60" y="38"/>
                      </a:lnTo>
                      <a:lnTo>
                        <a:pt x="60" y="38"/>
                      </a:lnTo>
                      <a:lnTo>
                        <a:pt x="60" y="38"/>
                      </a:lnTo>
                      <a:lnTo>
                        <a:pt x="60" y="38"/>
                      </a:lnTo>
                      <a:lnTo>
                        <a:pt x="60" y="38"/>
                      </a:lnTo>
                      <a:lnTo>
                        <a:pt x="60" y="38"/>
                      </a:lnTo>
                      <a:lnTo>
                        <a:pt x="60" y="38"/>
                      </a:lnTo>
                      <a:lnTo>
                        <a:pt x="60" y="38"/>
                      </a:lnTo>
                      <a:lnTo>
                        <a:pt x="60" y="38"/>
                      </a:lnTo>
                      <a:lnTo>
                        <a:pt x="60" y="42"/>
                      </a:lnTo>
                      <a:lnTo>
                        <a:pt x="60" y="42"/>
                      </a:lnTo>
                      <a:lnTo>
                        <a:pt x="60" y="42"/>
                      </a:lnTo>
                      <a:lnTo>
                        <a:pt x="56" y="42"/>
                      </a:lnTo>
                      <a:lnTo>
                        <a:pt x="56" y="46"/>
                      </a:lnTo>
                      <a:lnTo>
                        <a:pt x="56" y="50"/>
                      </a:lnTo>
                      <a:lnTo>
                        <a:pt x="60" y="54"/>
                      </a:lnTo>
                      <a:lnTo>
                        <a:pt x="60" y="54"/>
                      </a:lnTo>
                      <a:lnTo>
                        <a:pt x="60" y="58"/>
                      </a:lnTo>
                      <a:lnTo>
                        <a:pt x="60" y="58"/>
                      </a:lnTo>
                      <a:lnTo>
                        <a:pt x="60" y="58"/>
                      </a:lnTo>
                      <a:lnTo>
                        <a:pt x="64" y="58"/>
                      </a:lnTo>
                      <a:lnTo>
                        <a:pt x="64" y="58"/>
                      </a:lnTo>
                      <a:lnTo>
                        <a:pt x="64" y="60"/>
                      </a:lnTo>
                      <a:lnTo>
                        <a:pt x="64" y="60"/>
                      </a:lnTo>
                      <a:lnTo>
                        <a:pt x="64" y="60"/>
                      </a:lnTo>
                      <a:lnTo>
                        <a:pt x="64" y="60"/>
                      </a:lnTo>
                      <a:lnTo>
                        <a:pt x="64" y="60"/>
                      </a:lnTo>
                      <a:lnTo>
                        <a:pt x="60" y="64"/>
                      </a:lnTo>
                      <a:lnTo>
                        <a:pt x="60" y="64"/>
                      </a:lnTo>
                      <a:lnTo>
                        <a:pt x="60" y="64"/>
                      </a:lnTo>
                      <a:lnTo>
                        <a:pt x="60" y="64"/>
                      </a:lnTo>
                      <a:lnTo>
                        <a:pt x="56" y="64"/>
                      </a:lnTo>
                      <a:lnTo>
                        <a:pt x="56" y="68"/>
                      </a:lnTo>
                      <a:lnTo>
                        <a:pt x="56" y="72"/>
                      </a:lnTo>
                      <a:lnTo>
                        <a:pt x="56" y="72"/>
                      </a:lnTo>
                      <a:lnTo>
                        <a:pt x="56" y="72"/>
                      </a:lnTo>
                      <a:lnTo>
                        <a:pt x="60" y="72"/>
                      </a:lnTo>
                      <a:lnTo>
                        <a:pt x="60" y="72"/>
                      </a:lnTo>
                      <a:lnTo>
                        <a:pt x="60" y="76"/>
                      </a:lnTo>
                      <a:lnTo>
                        <a:pt x="56" y="76"/>
                      </a:lnTo>
                      <a:lnTo>
                        <a:pt x="56" y="76"/>
                      </a:lnTo>
                      <a:lnTo>
                        <a:pt x="56" y="76"/>
                      </a:lnTo>
                      <a:lnTo>
                        <a:pt x="56" y="76"/>
                      </a:lnTo>
                      <a:lnTo>
                        <a:pt x="56" y="76"/>
                      </a:lnTo>
                      <a:lnTo>
                        <a:pt x="52" y="76"/>
                      </a:lnTo>
                      <a:lnTo>
                        <a:pt x="52" y="76"/>
                      </a:lnTo>
                      <a:lnTo>
                        <a:pt x="52" y="76"/>
                      </a:lnTo>
                      <a:lnTo>
                        <a:pt x="52" y="76"/>
                      </a:lnTo>
                      <a:lnTo>
                        <a:pt x="50" y="76"/>
                      </a:lnTo>
                      <a:lnTo>
                        <a:pt x="50" y="76"/>
                      </a:lnTo>
                      <a:lnTo>
                        <a:pt x="50" y="78"/>
                      </a:lnTo>
                      <a:lnTo>
                        <a:pt x="46" y="78"/>
                      </a:lnTo>
                      <a:lnTo>
                        <a:pt x="46" y="78"/>
                      </a:lnTo>
                      <a:lnTo>
                        <a:pt x="46" y="78"/>
                      </a:lnTo>
                      <a:lnTo>
                        <a:pt x="46" y="78"/>
                      </a:lnTo>
                      <a:lnTo>
                        <a:pt x="42" y="78"/>
                      </a:lnTo>
                      <a:lnTo>
                        <a:pt x="42" y="78"/>
                      </a:lnTo>
                      <a:lnTo>
                        <a:pt x="42" y="78"/>
                      </a:lnTo>
                      <a:lnTo>
                        <a:pt x="42" y="78"/>
                      </a:lnTo>
                      <a:lnTo>
                        <a:pt x="38" y="78"/>
                      </a:lnTo>
                      <a:lnTo>
                        <a:pt x="38" y="78"/>
                      </a:lnTo>
                      <a:lnTo>
                        <a:pt x="34" y="78"/>
                      </a:lnTo>
                      <a:lnTo>
                        <a:pt x="34" y="82"/>
                      </a:lnTo>
                      <a:lnTo>
                        <a:pt x="34" y="82"/>
                      </a:lnTo>
                      <a:lnTo>
                        <a:pt x="34" y="82"/>
                      </a:lnTo>
                      <a:lnTo>
                        <a:pt x="34" y="82"/>
                      </a:lnTo>
                      <a:lnTo>
                        <a:pt x="34" y="86"/>
                      </a:lnTo>
                      <a:lnTo>
                        <a:pt x="34" y="86"/>
                      </a:lnTo>
                      <a:lnTo>
                        <a:pt x="30" y="86"/>
                      </a:lnTo>
                      <a:lnTo>
                        <a:pt x="30" y="86"/>
                      </a:lnTo>
                      <a:lnTo>
                        <a:pt x="30" y="82"/>
                      </a:lnTo>
                      <a:lnTo>
                        <a:pt x="30" y="82"/>
                      </a:lnTo>
                      <a:lnTo>
                        <a:pt x="30" y="82"/>
                      </a:lnTo>
                      <a:lnTo>
                        <a:pt x="30" y="82"/>
                      </a:lnTo>
                      <a:lnTo>
                        <a:pt x="30" y="78"/>
                      </a:lnTo>
                      <a:lnTo>
                        <a:pt x="30" y="78"/>
                      </a:lnTo>
                      <a:lnTo>
                        <a:pt x="30" y="78"/>
                      </a:lnTo>
                      <a:lnTo>
                        <a:pt x="26" y="76"/>
                      </a:lnTo>
                      <a:lnTo>
                        <a:pt x="26" y="76"/>
                      </a:lnTo>
                      <a:lnTo>
                        <a:pt x="26" y="76"/>
                      </a:lnTo>
                      <a:lnTo>
                        <a:pt x="26" y="76"/>
                      </a:lnTo>
                      <a:lnTo>
                        <a:pt x="26" y="76"/>
                      </a:lnTo>
                      <a:lnTo>
                        <a:pt x="26" y="72"/>
                      </a:lnTo>
                      <a:lnTo>
                        <a:pt x="24" y="72"/>
                      </a:lnTo>
                      <a:lnTo>
                        <a:pt x="24" y="72"/>
                      </a:lnTo>
                      <a:lnTo>
                        <a:pt x="24" y="72"/>
                      </a:lnTo>
                      <a:lnTo>
                        <a:pt x="24" y="72"/>
                      </a:lnTo>
                      <a:lnTo>
                        <a:pt x="20" y="76"/>
                      </a:lnTo>
                      <a:lnTo>
                        <a:pt x="20" y="72"/>
                      </a:lnTo>
                      <a:lnTo>
                        <a:pt x="20" y="72"/>
                      </a:lnTo>
                      <a:lnTo>
                        <a:pt x="20" y="72"/>
                      </a:lnTo>
                      <a:lnTo>
                        <a:pt x="20" y="72"/>
                      </a:lnTo>
                      <a:lnTo>
                        <a:pt x="20" y="72"/>
                      </a:lnTo>
                      <a:lnTo>
                        <a:pt x="20" y="72"/>
                      </a:lnTo>
                      <a:lnTo>
                        <a:pt x="20" y="72"/>
                      </a:lnTo>
                      <a:lnTo>
                        <a:pt x="20" y="72"/>
                      </a:lnTo>
                      <a:lnTo>
                        <a:pt x="16" y="72"/>
                      </a:lnTo>
                      <a:lnTo>
                        <a:pt x="16" y="72"/>
                      </a:lnTo>
                      <a:lnTo>
                        <a:pt x="16" y="76"/>
                      </a:lnTo>
                      <a:lnTo>
                        <a:pt x="12" y="78"/>
                      </a:lnTo>
                      <a:lnTo>
                        <a:pt x="12" y="78"/>
                      </a:lnTo>
                      <a:lnTo>
                        <a:pt x="16" y="78"/>
                      </a:lnTo>
                      <a:lnTo>
                        <a:pt x="16" y="78"/>
                      </a:lnTo>
                      <a:lnTo>
                        <a:pt x="16" y="82"/>
                      </a:lnTo>
                      <a:lnTo>
                        <a:pt x="12" y="82"/>
                      </a:lnTo>
                      <a:lnTo>
                        <a:pt x="12" y="82"/>
                      </a:lnTo>
                      <a:lnTo>
                        <a:pt x="16" y="86"/>
                      </a:lnTo>
                      <a:lnTo>
                        <a:pt x="12" y="86"/>
                      </a:lnTo>
                      <a:lnTo>
                        <a:pt x="12" y="86"/>
                      </a:lnTo>
                      <a:lnTo>
                        <a:pt x="12" y="82"/>
                      </a:lnTo>
                      <a:lnTo>
                        <a:pt x="12" y="82"/>
                      </a:lnTo>
                      <a:lnTo>
                        <a:pt x="12" y="82"/>
                      </a:lnTo>
                      <a:lnTo>
                        <a:pt x="12" y="82"/>
                      </a:lnTo>
                      <a:lnTo>
                        <a:pt x="12" y="82"/>
                      </a:lnTo>
                      <a:lnTo>
                        <a:pt x="12" y="82"/>
                      </a:lnTo>
                      <a:lnTo>
                        <a:pt x="8" y="78"/>
                      </a:lnTo>
                      <a:lnTo>
                        <a:pt x="8" y="78"/>
                      </a:lnTo>
                      <a:lnTo>
                        <a:pt x="8" y="78"/>
                      </a:lnTo>
                      <a:lnTo>
                        <a:pt x="8" y="78"/>
                      </a:lnTo>
                      <a:lnTo>
                        <a:pt x="8" y="78"/>
                      </a:lnTo>
                      <a:lnTo>
                        <a:pt x="8" y="76"/>
                      </a:lnTo>
                      <a:lnTo>
                        <a:pt x="4" y="78"/>
                      </a:lnTo>
                      <a:lnTo>
                        <a:pt x="4" y="76"/>
                      </a:lnTo>
                      <a:lnTo>
                        <a:pt x="4" y="76"/>
                      </a:lnTo>
                      <a:lnTo>
                        <a:pt x="4" y="76"/>
                      </a:lnTo>
                      <a:lnTo>
                        <a:pt x="0" y="76"/>
                      </a:lnTo>
                      <a:lnTo>
                        <a:pt x="4" y="76"/>
                      </a:lnTo>
                      <a:lnTo>
                        <a:pt x="4" y="76"/>
                      </a:lnTo>
                      <a:lnTo>
                        <a:pt x="4" y="76"/>
                      </a:lnTo>
                      <a:lnTo>
                        <a:pt x="4" y="76"/>
                      </a:lnTo>
                      <a:lnTo>
                        <a:pt x="4" y="76"/>
                      </a:lnTo>
                      <a:lnTo>
                        <a:pt x="0" y="76"/>
                      </a:lnTo>
                      <a:lnTo>
                        <a:pt x="0" y="76"/>
                      </a:lnTo>
                      <a:lnTo>
                        <a:pt x="0" y="76"/>
                      </a:lnTo>
                      <a:lnTo>
                        <a:pt x="0" y="76"/>
                      </a:lnTo>
                      <a:lnTo>
                        <a:pt x="0" y="72"/>
                      </a:lnTo>
                      <a:lnTo>
                        <a:pt x="0" y="72"/>
                      </a:lnTo>
                      <a:lnTo>
                        <a:pt x="0" y="72"/>
                      </a:lnTo>
                      <a:lnTo>
                        <a:pt x="0" y="72"/>
                      </a:lnTo>
                      <a:lnTo>
                        <a:pt x="0" y="72"/>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131" name="Freeform 120">
                  <a:extLst>
                    <a:ext uri="{FF2B5EF4-FFF2-40B4-BE49-F238E27FC236}">
                      <a16:creationId xmlns:a16="http://schemas.microsoft.com/office/drawing/2014/main" id="{787E40A8-7742-4DCE-4201-2A6E4334E95B}"/>
                    </a:ext>
                  </a:extLst>
                </p:cNvPr>
                <p:cNvSpPr>
                  <a:spLocks/>
                </p:cNvSpPr>
                <p:nvPr/>
              </p:nvSpPr>
              <p:spPr bwMode="gray">
                <a:xfrm>
                  <a:off x="5213899" y="2947404"/>
                  <a:ext cx="142620" cy="66092"/>
                </a:xfrm>
                <a:custGeom>
                  <a:avLst/>
                  <a:gdLst>
                    <a:gd name="T0" fmla="*/ 30 w 82"/>
                    <a:gd name="T1" fmla="*/ 30 h 38"/>
                    <a:gd name="T2" fmla="*/ 26 w 82"/>
                    <a:gd name="T3" fmla="*/ 34 h 38"/>
                    <a:gd name="T4" fmla="*/ 30 w 82"/>
                    <a:gd name="T5" fmla="*/ 38 h 38"/>
                    <a:gd name="T6" fmla="*/ 26 w 82"/>
                    <a:gd name="T7" fmla="*/ 38 h 38"/>
                    <a:gd name="T8" fmla="*/ 22 w 82"/>
                    <a:gd name="T9" fmla="*/ 38 h 38"/>
                    <a:gd name="T10" fmla="*/ 22 w 82"/>
                    <a:gd name="T11" fmla="*/ 38 h 38"/>
                    <a:gd name="T12" fmla="*/ 20 w 82"/>
                    <a:gd name="T13" fmla="*/ 38 h 38"/>
                    <a:gd name="T14" fmla="*/ 16 w 82"/>
                    <a:gd name="T15" fmla="*/ 38 h 38"/>
                    <a:gd name="T16" fmla="*/ 8 w 82"/>
                    <a:gd name="T17" fmla="*/ 34 h 38"/>
                    <a:gd name="T18" fmla="*/ 8 w 82"/>
                    <a:gd name="T19" fmla="*/ 34 h 38"/>
                    <a:gd name="T20" fmla="*/ 4 w 82"/>
                    <a:gd name="T21" fmla="*/ 34 h 38"/>
                    <a:gd name="T22" fmla="*/ 4 w 82"/>
                    <a:gd name="T23" fmla="*/ 30 h 38"/>
                    <a:gd name="T24" fmla="*/ 0 w 82"/>
                    <a:gd name="T25" fmla="*/ 26 h 38"/>
                    <a:gd name="T26" fmla="*/ 0 w 82"/>
                    <a:gd name="T27" fmla="*/ 22 h 38"/>
                    <a:gd name="T28" fmla="*/ 0 w 82"/>
                    <a:gd name="T29" fmla="*/ 18 h 38"/>
                    <a:gd name="T30" fmla="*/ 4 w 82"/>
                    <a:gd name="T31" fmla="*/ 14 h 38"/>
                    <a:gd name="T32" fmla="*/ 8 w 82"/>
                    <a:gd name="T33" fmla="*/ 14 h 38"/>
                    <a:gd name="T34" fmla="*/ 12 w 82"/>
                    <a:gd name="T35" fmla="*/ 14 h 38"/>
                    <a:gd name="T36" fmla="*/ 16 w 82"/>
                    <a:gd name="T37" fmla="*/ 12 h 38"/>
                    <a:gd name="T38" fmla="*/ 20 w 82"/>
                    <a:gd name="T39" fmla="*/ 8 h 38"/>
                    <a:gd name="T40" fmla="*/ 20 w 82"/>
                    <a:gd name="T41" fmla="*/ 8 h 38"/>
                    <a:gd name="T42" fmla="*/ 22 w 82"/>
                    <a:gd name="T43" fmla="*/ 4 h 38"/>
                    <a:gd name="T44" fmla="*/ 30 w 82"/>
                    <a:gd name="T45" fmla="*/ 0 h 38"/>
                    <a:gd name="T46" fmla="*/ 30 w 82"/>
                    <a:gd name="T47" fmla="*/ 4 h 38"/>
                    <a:gd name="T48" fmla="*/ 34 w 82"/>
                    <a:gd name="T49" fmla="*/ 0 h 38"/>
                    <a:gd name="T50" fmla="*/ 38 w 82"/>
                    <a:gd name="T51" fmla="*/ 0 h 38"/>
                    <a:gd name="T52" fmla="*/ 42 w 82"/>
                    <a:gd name="T53" fmla="*/ 4 h 38"/>
                    <a:gd name="T54" fmla="*/ 42 w 82"/>
                    <a:gd name="T55" fmla="*/ 8 h 38"/>
                    <a:gd name="T56" fmla="*/ 42 w 82"/>
                    <a:gd name="T57" fmla="*/ 8 h 38"/>
                    <a:gd name="T58" fmla="*/ 46 w 82"/>
                    <a:gd name="T59" fmla="*/ 8 h 38"/>
                    <a:gd name="T60" fmla="*/ 46 w 82"/>
                    <a:gd name="T61" fmla="*/ 8 h 38"/>
                    <a:gd name="T62" fmla="*/ 48 w 82"/>
                    <a:gd name="T63" fmla="*/ 4 h 38"/>
                    <a:gd name="T64" fmla="*/ 56 w 82"/>
                    <a:gd name="T65" fmla="*/ 4 h 38"/>
                    <a:gd name="T66" fmla="*/ 60 w 82"/>
                    <a:gd name="T67" fmla="*/ 8 h 38"/>
                    <a:gd name="T68" fmla="*/ 64 w 82"/>
                    <a:gd name="T69" fmla="*/ 4 h 38"/>
                    <a:gd name="T70" fmla="*/ 68 w 82"/>
                    <a:gd name="T71" fmla="*/ 4 h 38"/>
                    <a:gd name="T72" fmla="*/ 72 w 82"/>
                    <a:gd name="T73" fmla="*/ 4 h 38"/>
                    <a:gd name="T74" fmla="*/ 74 w 82"/>
                    <a:gd name="T75" fmla="*/ 8 h 38"/>
                    <a:gd name="T76" fmla="*/ 82 w 82"/>
                    <a:gd name="T77" fmla="*/ 12 h 38"/>
                    <a:gd name="T78" fmla="*/ 78 w 82"/>
                    <a:gd name="T79" fmla="*/ 14 h 38"/>
                    <a:gd name="T80" fmla="*/ 74 w 82"/>
                    <a:gd name="T81" fmla="*/ 22 h 38"/>
                    <a:gd name="T82" fmla="*/ 74 w 82"/>
                    <a:gd name="T83" fmla="*/ 26 h 38"/>
                    <a:gd name="T84" fmla="*/ 72 w 82"/>
                    <a:gd name="T85" fmla="*/ 26 h 38"/>
                    <a:gd name="T86" fmla="*/ 68 w 82"/>
                    <a:gd name="T87" fmla="*/ 26 h 38"/>
                    <a:gd name="T88" fmla="*/ 64 w 82"/>
                    <a:gd name="T89" fmla="*/ 22 h 38"/>
                    <a:gd name="T90" fmla="*/ 60 w 82"/>
                    <a:gd name="T91" fmla="*/ 22 h 38"/>
                    <a:gd name="T92" fmla="*/ 56 w 82"/>
                    <a:gd name="T93" fmla="*/ 22 h 38"/>
                    <a:gd name="T94" fmla="*/ 52 w 82"/>
                    <a:gd name="T95" fmla="*/ 22 h 38"/>
                    <a:gd name="T96" fmla="*/ 48 w 82"/>
                    <a:gd name="T97" fmla="*/ 26 h 38"/>
                    <a:gd name="T98" fmla="*/ 48 w 82"/>
                    <a:gd name="T99" fmla="*/ 26 h 38"/>
                    <a:gd name="T100" fmla="*/ 46 w 82"/>
                    <a:gd name="T101" fmla="*/ 30 h 38"/>
                    <a:gd name="T102" fmla="*/ 46 w 82"/>
                    <a:gd name="T103" fmla="*/ 30 h 38"/>
                    <a:gd name="T104" fmla="*/ 42 w 82"/>
                    <a:gd name="T105" fmla="*/ 30 h 38"/>
                    <a:gd name="T106" fmla="*/ 38 w 82"/>
                    <a:gd name="T107" fmla="*/ 30 h 38"/>
                    <a:gd name="T108" fmla="*/ 30 w 82"/>
                    <a:gd name="T109" fmla="*/ 3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82" h="38">
                      <a:moveTo>
                        <a:pt x="30" y="30"/>
                      </a:moveTo>
                      <a:lnTo>
                        <a:pt x="30" y="30"/>
                      </a:lnTo>
                      <a:lnTo>
                        <a:pt x="30" y="30"/>
                      </a:lnTo>
                      <a:lnTo>
                        <a:pt x="30" y="30"/>
                      </a:lnTo>
                      <a:lnTo>
                        <a:pt x="30" y="34"/>
                      </a:lnTo>
                      <a:lnTo>
                        <a:pt x="26" y="34"/>
                      </a:lnTo>
                      <a:lnTo>
                        <a:pt x="26" y="34"/>
                      </a:lnTo>
                      <a:lnTo>
                        <a:pt x="26" y="34"/>
                      </a:lnTo>
                      <a:lnTo>
                        <a:pt x="26" y="34"/>
                      </a:lnTo>
                      <a:lnTo>
                        <a:pt x="26" y="38"/>
                      </a:lnTo>
                      <a:lnTo>
                        <a:pt x="30" y="38"/>
                      </a:lnTo>
                      <a:lnTo>
                        <a:pt x="30" y="38"/>
                      </a:lnTo>
                      <a:lnTo>
                        <a:pt x="26" y="38"/>
                      </a:lnTo>
                      <a:lnTo>
                        <a:pt x="26" y="38"/>
                      </a:lnTo>
                      <a:lnTo>
                        <a:pt x="26" y="38"/>
                      </a:lnTo>
                      <a:lnTo>
                        <a:pt x="26" y="38"/>
                      </a:lnTo>
                      <a:lnTo>
                        <a:pt x="26" y="38"/>
                      </a:lnTo>
                      <a:lnTo>
                        <a:pt x="26" y="38"/>
                      </a:lnTo>
                      <a:lnTo>
                        <a:pt x="26" y="38"/>
                      </a:lnTo>
                      <a:lnTo>
                        <a:pt x="22" y="38"/>
                      </a:lnTo>
                      <a:lnTo>
                        <a:pt x="22" y="38"/>
                      </a:lnTo>
                      <a:lnTo>
                        <a:pt x="22" y="38"/>
                      </a:lnTo>
                      <a:lnTo>
                        <a:pt x="22" y="38"/>
                      </a:lnTo>
                      <a:lnTo>
                        <a:pt x="22" y="38"/>
                      </a:lnTo>
                      <a:lnTo>
                        <a:pt x="20" y="38"/>
                      </a:lnTo>
                      <a:lnTo>
                        <a:pt x="20" y="38"/>
                      </a:lnTo>
                      <a:lnTo>
                        <a:pt x="20" y="38"/>
                      </a:lnTo>
                      <a:lnTo>
                        <a:pt x="20" y="38"/>
                      </a:lnTo>
                      <a:lnTo>
                        <a:pt x="16" y="38"/>
                      </a:lnTo>
                      <a:lnTo>
                        <a:pt x="16" y="38"/>
                      </a:lnTo>
                      <a:lnTo>
                        <a:pt x="16" y="38"/>
                      </a:lnTo>
                      <a:lnTo>
                        <a:pt x="16" y="38"/>
                      </a:lnTo>
                      <a:lnTo>
                        <a:pt x="12" y="38"/>
                      </a:lnTo>
                      <a:lnTo>
                        <a:pt x="8" y="34"/>
                      </a:lnTo>
                      <a:lnTo>
                        <a:pt x="8" y="34"/>
                      </a:lnTo>
                      <a:lnTo>
                        <a:pt x="8" y="34"/>
                      </a:lnTo>
                      <a:lnTo>
                        <a:pt x="8" y="34"/>
                      </a:lnTo>
                      <a:lnTo>
                        <a:pt x="8" y="34"/>
                      </a:lnTo>
                      <a:lnTo>
                        <a:pt x="8" y="34"/>
                      </a:lnTo>
                      <a:lnTo>
                        <a:pt x="8" y="34"/>
                      </a:lnTo>
                      <a:lnTo>
                        <a:pt x="4" y="34"/>
                      </a:lnTo>
                      <a:lnTo>
                        <a:pt x="4" y="34"/>
                      </a:lnTo>
                      <a:lnTo>
                        <a:pt x="4" y="34"/>
                      </a:lnTo>
                      <a:lnTo>
                        <a:pt x="4" y="34"/>
                      </a:lnTo>
                      <a:lnTo>
                        <a:pt x="4" y="34"/>
                      </a:lnTo>
                      <a:lnTo>
                        <a:pt x="4" y="30"/>
                      </a:lnTo>
                      <a:lnTo>
                        <a:pt x="4" y="30"/>
                      </a:lnTo>
                      <a:lnTo>
                        <a:pt x="4" y="30"/>
                      </a:lnTo>
                      <a:lnTo>
                        <a:pt x="4" y="30"/>
                      </a:lnTo>
                      <a:lnTo>
                        <a:pt x="0" y="30"/>
                      </a:lnTo>
                      <a:lnTo>
                        <a:pt x="0" y="26"/>
                      </a:lnTo>
                      <a:lnTo>
                        <a:pt x="0" y="26"/>
                      </a:lnTo>
                      <a:lnTo>
                        <a:pt x="0" y="26"/>
                      </a:lnTo>
                      <a:lnTo>
                        <a:pt x="0" y="26"/>
                      </a:lnTo>
                      <a:lnTo>
                        <a:pt x="0" y="22"/>
                      </a:lnTo>
                      <a:lnTo>
                        <a:pt x="0" y="22"/>
                      </a:lnTo>
                      <a:lnTo>
                        <a:pt x="0" y="22"/>
                      </a:lnTo>
                      <a:lnTo>
                        <a:pt x="0" y="22"/>
                      </a:lnTo>
                      <a:lnTo>
                        <a:pt x="0" y="22"/>
                      </a:lnTo>
                      <a:lnTo>
                        <a:pt x="0" y="18"/>
                      </a:lnTo>
                      <a:lnTo>
                        <a:pt x="0" y="18"/>
                      </a:lnTo>
                      <a:lnTo>
                        <a:pt x="4" y="18"/>
                      </a:lnTo>
                      <a:lnTo>
                        <a:pt x="4" y="18"/>
                      </a:lnTo>
                      <a:lnTo>
                        <a:pt x="4" y="14"/>
                      </a:lnTo>
                      <a:lnTo>
                        <a:pt x="4" y="14"/>
                      </a:lnTo>
                      <a:lnTo>
                        <a:pt x="4" y="14"/>
                      </a:lnTo>
                      <a:lnTo>
                        <a:pt x="8" y="14"/>
                      </a:lnTo>
                      <a:lnTo>
                        <a:pt x="8" y="14"/>
                      </a:lnTo>
                      <a:lnTo>
                        <a:pt x="8" y="14"/>
                      </a:lnTo>
                      <a:lnTo>
                        <a:pt x="8" y="14"/>
                      </a:lnTo>
                      <a:lnTo>
                        <a:pt x="12" y="14"/>
                      </a:lnTo>
                      <a:lnTo>
                        <a:pt x="12" y="14"/>
                      </a:lnTo>
                      <a:lnTo>
                        <a:pt x="12" y="14"/>
                      </a:lnTo>
                      <a:lnTo>
                        <a:pt x="12" y="14"/>
                      </a:lnTo>
                      <a:lnTo>
                        <a:pt x="16" y="14"/>
                      </a:lnTo>
                      <a:lnTo>
                        <a:pt x="16" y="12"/>
                      </a:lnTo>
                      <a:lnTo>
                        <a:pt x="20" y="12"/>
                      </a:lnTo>
                      <a:lnTo>
                        <a:pt x="20" y="12"/>
                      </a:lnTo>
                      <a:lnTo>
                        <a:pt x="20" y="12"/>
                      </a:lnTo>
                      <a:lnTo>
                        <a:pt x="20" y="8"/>
                      </a:lnTo>
                      <a:lnTo>
                        <a:pt x="20" y="8"/>
                      </a:lnTo>
                      <a:lnTo>
                        <a:pt x="20" y="8"/>
                      </a:lnTo>
                      <a:lnTo>
                        <a:pt x="20" y="8"/>
                      </a:lnTo>
                      <a:lnTo>
                        <a:pt x="20" y="8"/>
                      </a:lnTo>
                      <a:lnTo>
                        <a:pt x="20" y="8"/>
                      </a:lnTo>
                      <a:lnTo>
                        <a:pt x="20" y="8"/>
                      </a:lnTo>
                      <a:lnTo>
                        <a:pt x="22" y="4"/>
                      </a:lnTo>
                      <a:lnTo>
                        <a:pt x="22" y="4"/>
                      </a:lnTo>
                      <a:lnTo>
                        <a:pt x="22" y="4"/>
                      </a:lnTo>
                      <a:lnTo>
                        <a:pt x="26" y="0"/>
                      </a:lnTo>
                      <a:lnTo>
                        <a:pt x="26" y="0"/>
                      </a:lnTo>
                      <a:lnTo>
                        <a:pt x="30" y="0"/>
                      </a:lnTo>
                      <a:lnTo>
                        <a:pt x="30" y="4"/>
                      </a:lnTo>
                      <a:lnTo>
                        <a:pt x="30" y="4"/>
                      </a:lnTo>
                      <a:lnTo>
                        <a:pt x="30" y="4"/>
                      </a:lnTo>
                      <a:lnTo>
                        <a:pt x="30" y="4"/>
                      </a:lnTo>
                      <a:lnTo>
                        <a:pt x="34" y="4"/>
                      </a:lnTo>
                      <a:lnTo>
                        <a:pt x="34" y="4"/>
                      </a:lnTo>
                      <a:lnTo>
                        <a:pt x="34" y="4"/>
                      </a:lnTo>
                      <a:lnTo>
                        <a:pt x="34" y="0"/>
                      </a:lnTo>
                      <a:lnTo>
                        <a:pt x="34" y="0"/>
                      </a:lnTo>
                      <a:lnTo>
                        <a:pt x="38" y="0"/>
                      </a:lnTo>
                      <a:lnTo>
                        <a:pt x="38" y="0"/>
                      </a:lnTo>
                      <a:lnTo>
                        <a:pt x="38" y="0"/>
                      </a:lnTo>
                      <a:lnTo>
                        <a:pt x="38" y="0"/>
                      </a:lnTo>
                      <a:lnTo>
                        <a:pt x="38" y="4"/>
                      </a:lnTo>
                      <a:lnTo>
                        <a:pt x="42" y="4"/>
                      </a:lnTo>
                      <a:lnTo>
                        <a:pt x="42" y="4"/>
                      </a:lnTo>
                      <a:lnTo>
                        <a:pt x="42" y="4"/>
                      </a:lnTo>
                      <a:lnTo>
                        <a:pt x="42" y="4"/>
                      </a:lnTo>
                      <a:lnTo>
                        <a:pt x="42" y="8"/>
                      </a:lnTo>
                      <a:lnTo>
                        <a:pt x="42" y="8"/>
                      </a:lnTo>
                      <a:lnTo>
                        <a:pt x="42" y="8"/>
                      </a:lnTo>
                      <a:lnTo>
                        <a:pt x="42" y="8"/>
                      </a:lnTo>
                      <a:lnTo>
                        <a:pt x="42" y="8"/>
                      </a:lnTo>
                      <a:lnTo>
                        <a:pt x="42" y="8"/>
                      </a:lnTo>
                      <a:lnTo>
                        <a:pt x="42" y="8"/>
                      </a:lnTo>
                      <a:lnTo>
                        <a:pt x="46" y="8"/>
                      </a:lnTo>
                      <a:lnTo>
                        <a:pt x="46" y="8"/>
                      </a:lnTo>
                      <a:lnTo>
                        <a:pt x="46" y="8"/>
                      </a:lnTo>
                      <a:lnTo>
                        <a:pt x="46" y="8"/>
                      </a:lnTo>
                      <a:lnTo>
                        <a:pt x="46" y="8"/>
                      </a:lnTo>
                      <a:lnTo>
                        <a:pt x="46" y="8"/>
                      </a:lnTo>
                      <a:lnTo>
                        <a:pt x="46" y="8"/>
                      </a:lnTo>
                      <a:lnTo>
                        <a:pt x="46" y="8"/>
                      </a:lnTo>
                      <a:lnTo>
                        <a:pt x="46" y="8"/>
                      </a:lnTo>
                      <a:lnTo>
                        <a:pt x="46" y="8"/>
                      </a:lnTo>
                      <a:lnTo>
                        <a:pt x="48" y="4"/>
                      </a:lnTo>
                      <a:lnTo>
                        <a:pt x="48" y="4"/>
                      </a:lnTo>
                      <a:lnTo>
                        <a:pt x="48" y="4"/>
                      </a:lnTo>
                      <a:lnTo>
                        <a:pt x="52" y="4"/>
                      </a:lnTo>
                      <a:lnTo>
                        <a:pt x="56" y="4"/>
                      </a:lnTo>
                      <a:lnTo>
                        <a:pt x="56" y="4"/>
                      </a:lnTo>
                      <a:lnTo>
                        <a:pt x="56" y="8"/>
                      </a:lnTo>
                      <a:lnTo>
                        <a:pt x="60" y="8"/>
                      </a:lnTo>
                      <a:lnTo>
                        <a:pt x="60" y="8"/>
                      </a:lnTo>
                      <a:lnTo>
                        <a:pt x="60" y="4"/>
                      </a:lnTo>
                      <a:lnTo>
                        <a:pt x="60" y="4"/>
                      </a:lnTo>
                      <a:lnTo>
                        <a:pt x="60" y="4"/>
                      </a:lnTo>
                      <a:lnTo>
                        <a:pt x="64" y="4"/>
                      </a:lnTo>
                      <a:lnTo>
                        <a:pt x="64" y="4"/>
                      </a:lnTo>
                      <a:lnTo>
                        <a:pt x="64" y="4"/>
                      </a:lnTo>
                      <a:lnTo>
                        <a:pt x="64" y="4"/>
                      </a:lnTo>
                      <a:lnTo>
                        <a:pt x="68" y="4"/>
                      </a:lnTo>
                      <a:lnTo>
                        <a:pt x="68" y="4"/>
                      </a:lnTo>
                      <a:lnTo>
                        <a:pt x="68" y="4"/>
                      </a:lnTo>
                      <a:lnTo>
                        <a:pt x="72" y="4"/>
                      </a:lnTo>
                      <a:lnTo>
                        <a:pt x="72" y="4"/>
                      </a:lnTo>
                      <a:lnTo>
                        <a:pt x="74" y="8"/>
                      </a:lnTo>
                      <a:lnTo>
                        <a:pt x="74" y="8"/>
                      </a:lnTo>
                      <a:lnTo>
                        <a:pt x="74" y="8"/>
                      </a:lnTo>
                      <a:lnTo>
                        <a:pt x="74" y="8"/>
                      </a:lnTo>
                      <a:lnTo>
                        <a:pt x="78" y="12"/>
                      </a:lnTo>
                      <a:lnTo>
                        <a:pt x="78" y="12"/>
                      </a:lnTo>
                      <a:lnTo>
                        <a:pt x="82" y="12"/>
                      </a:lnTo>
                      <a:lnTo>
                        <a:pt x="82" y="12"/>
                      </a:lnTo>
                      <a:lnTo>
                        <a:pt x="82" y="12"/>
                      </a:lnTo>
                      <a:lnTo>
                        <a:pt x="82" y="12"/>
                      </a:lnTo>
                      <a:lnTo>
                        <a:pt x="78" y="14"/>
                      </a:lnTo>
                      <a:lnTo>
                        <a:pt x="78" y="14"/>
                      </a:lnTo>
                      <a:lnTo>
                        <a:pt x="78" y="14"/>
                      </a:lnTo>
                      <a:lnTo>
                        <a:pt x="78" y="18"/>
                      </a:lnTo>
                      <a:lnTo>
                        <a:pt x="74" y="18"/>
                      </a:lnTo>
                      <a:lnTo>
                        <a:pt x="74" y="22"/>
                      </a:lnTo>
                      <a:lnTo>
                        <a:pt x="74" y="22"/>
                      </a:lnTo>
                      <a:lnTo>
                        <a:pt x="74" y="26"/>
                      </a:lnTo>
                      <a:lnTo>
                        <a:pt x="74" y="26"/>
                      </a:lnTo>
                      <a:lnTo>
                        <a:pt x="74" y="26"/>
                      </a:lnTo>
                      <a:lnTo>
                        <a:pt x="74" y="26"/>
                      </a:lnTo>
                      <a:lnTo>
                        <a:pt x="74" y="26"/>
                      </a:lnTo>
                      <a:lnTo>
                        <a:pt x="72" y="26"/>
                      </a:lnTo>
                      <a:lnTo>
                        <a:pt x="72" y="26"/>
                      </a:lnTo>
                      <a:lnTo>
                        <a:pt x="72" y="26"/>
                      </a:lnTo>
                      <a:lnTo>
                        <a:pt x="72" y="26"/>
                      </a:lnTo>
                      <a:lnTo>
                        <a:pt x="72" y="26"/>
                      </a:lnTo>
                      <a:lnTo>
                        <a:pt x="68" y="26"/>
                      </a:lnTo>
                      <a:lnTo>
                        <a:pt x="68" y="22"/>
                      </a:lnTo>
                      <a:lnTo>
                        <a:pt x="68" y="22"/>
                      </a:lnTo>
                      <a:lnTo>
                        <a:pt x="68" y="22"/>
                      </a:lnTo>
                      <a:lnTo>
                        <a:pt x="64" y="22"/>
                      </a:lnTo>
                      <a:lnTo>
                        <a:pt x="64" y="22"/>
                      </a:lnTo>
                      <a:lnTo>
                        <a:pt x="64" y="22"/>
                      </a:lnTo>
                      <a:lnTo>
                        <a:pt x="60" y="22"/>
                      </a:lnTo>
                      <a:lnTo>
                        <a:pt x="60" y="22"/>
                      </a:lnTo>
                      <a:lnTo>
                        <a:pt x="56" y="22"/>
                      </a:lnTo>
                      <a:lnTo>
                        <a:pt x="56" y="22"/>
                      </a:lnTo>
                      <a:lnTo>
                        <a:pt x="56" y="22"/>
                      </a:lnTo>
                      <a:lnTo>
                        <a:pt x="56" y="22"/>
                      </a:lnTo>
                      <a:lnTo>
                        <a:pt x="56" y="22"/>
                      </a:lnTo>
                      <a:lnTo>
                        <a:pt x="52" y="22"/>
                      </a:lnTo>
                      <a:lnTo>
                        <a:pt x="52" y="22"/>
                      </a:lnTo>
                      <a:lnTo>
                        <a:pt x="52" y="22"/>
                      </a:lnTo>
                      <a:lnTo>
                        <a:pt x="52" y="22"/>
                      </a:lnTo>
                      <a:lnTo>
                        <a:pt x="52" y="22"/>
                      </a:lnTo>
                      <a:lnTo>
                        <a:pt x="52" y="22"/>
                      </a:lnTo>
                      <a:lnTo>
                        <a:pt x="48" y="26"/>
                      </a:lnTo>
                      <a:lnTo>
                        <a:pt x="48" y="26"/>
                      </a:lnTo>
                      <a:lnTo>
                        <a:pt x="48" y="26"/>
                      </a:lnTo>
                      <a:lnTo>
                        <a:pt x="48" y="26"/>
                      </a:lnTo>
                      <a:lnTo>
                        <a:pt x="48" y="26"/>
                      </a:lnTo>
                      <a:lnTo>
                        <a:pt x="48" y="26"/>
                      </a:lnTo>
                      <a:lnTo>
                        <a:pt x="48" y="26"/>
                      </a:lnTo>
                      <a:lnTo>
                        <a:pt x="46" y="30"/>
                      </a:lnTo>
                      <a:lnTo>
                        <a:pt x="46" y="30"/>
                      </a:lnTo>
                      <a:lnTo>
                        <a:pt x="46" y="30"/>
                      </a:lnTo>
                      <a:lnTo>
                        <a:pt x="46" y="30"/>
                      </a:lnTo>
                      <a:lnTo>
                        <a:pt x="46" y="30"/>
                      </a:lnTo>
                      <a:lnTo>
                        <a:pt x="46" y="30"/>
                      </a:lnTo>
                      <a:lnTo>
                        <a:pt x="46" y="30"/>
                      </a:lnTo>
                      <a:lnTo>
                        <a:pt x="42" y="30"/>
                      </a:lnTo>
                      <a:lnTo>
                        <a:pt x="42" y="30"/>
                      </a:lnTo>
                      <a:lnTo>
                        <a:pt x="42" y="30"/>
                      </a:lnTo>
                      <a:lnTo>
                        <a:pt x="38" y="30"/>
                      </a:lnTo>
                      <a:lnTo>
                        <a:pt x="38" y="30"/>
                      </a:lnTo>
                      <a:lnTo>
                        <a:pt x="38" y="30"/>
                      </a:lnTo>
                      <a:lnTo>
                        <a:pt x="38" y="30"/>
                      </a:lnTo>
                      <a:lnTo>
                        <a:pt x="38" y="30"/>
                      </a:lnTo>
                      <a:lnTo>
                        <a:pt x="34" y="30"/>
                      </a:lnTo>
                      <a:lnTo>
                        <a:pt x="34" y="30"/>
                      </a:lnTo>
                      <a:lnTo>
                        <a:pt x="30" y="30"/>
                      </a:lnTo>
                      <a:lnTo>
                        <a:pt x="30" y="30"/>
                      </a:lnTo>
                      <a:lnTo>
                        <a:pt x="30" y="30"/>
                      </a:lnTo>
                      <a:lnTo>
                        <a:pt x="30" y="30"/>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132" name="Freeform 121">
                  <a:extLst>
                    <a:ext uri="{FF2B5EF4-FFF2-40B4-BE49-F238E27FC236}">
                      <a16:creationId xmlns:a16="http://schemas.microsoft.com/office/drawing/2014/main" id="{B4E806AE-E64A-1E2A-F220-449827B6C692}"/>
                    </a:ext>
                  </a:extLst>
                </p:cNvPr>
                <p:cNvSpPr>
                  <a:spLocks/>
                </p:cNvSpPr>
                <p:nvPr/>
              </p:nvSpPr>
              <p:spPr bwMode="gray">
                <a:xfrm>
                  <a:off x="5130414" y="3044801"/>
                  <a:ext cx="76528" cy="52178"/>
                </a:xfrm>
                <a:custGeom>
                  <a:avLst/>
                  <a:gdLst>
                    <a:gd name="T0" fmla="*/ 26 w 44"/>
                    <a:gd name="T1" fmla="*/ 26 h 30"/>
                    <a:gd name="T2" fmla="*/ 26 w 44"/>
                    <a:gd name="T3" fmla="*/ 30 h 30"/>
                    <a:gd name="T4" fmla="*/ 22 w 44"/>
                    <a:gd name="T5" fmla="*/ 26 h 30"/>
                    <a:gd name="T6" fmla="*/ 18 w 44"/>
                    <a:gd name="T7" fmla="*/ 26 h 30"/>
                    <a:gd name="T8" fmla="*/ 14 w 44"/>
                    <a:gd name="T9" fmla="*/ 22 h 30"/>
                    <a:gd name="T10" fmla="*/ 14 w 44"/>
                    <a:gd name="T11" fmla="*/ 26 h 30"/>
                    <a:gd name="T12" fmla="*/ 12 w 44"/>
                    <a:gd name="T13" fmla="*/ 30 h 30"/>
                    <a:gd name="T14" fmla="*/ 8 w 44"/>
                    <a:gd name="T15" fmla="*/ 30 h 30"/>
                    <a:gd name="T16" fmla="*/ 4 w 44"/>
                    <a:gd name="T17" fmla="*/ 30 h 30"/>
                    <a:gd name="T18" fmla="*/ 4 w 44"/>
                    <a:gd name="T19" fmla="*/ 26 h 30"/>
                    <a:gd name="T20" fmla="*/ 4 w 44"/>
                    <a:gd name="T21" fmla="*/ 26 h 30"/>
                    <a:gd name="T22" fmla="*/ 8 w 44"/>
                    <a:gd name="T23" fmla="*/ 26 h 30"/>
                    <a:gd name="T24" fmla="*/ 4 w 44"/>
                    <a:gd name="T25" fmla="*/ 22 h 30"/>
                    <a:gd name="T26" fmla="*/ 4 w 44"/>
                    <a:gd name="T27" fmla="*/ 20 h 30"/>
                    <a:gd name="T28" fmla="*/ 4 w 44"/>
                    <a:gd name="T29" fmla="*/ 20 h 30"/>
                    <a:gd name="T30" fmla="*/ 0 w 44"/>
                    <a:gd name="T31" fmla="*/ 20 h 30"/>
                    <a:gd name="T32" fmla="*/ 0 w 44"/>
                    <a:gd name="T33" fmla="*/ 20 h 30"/>
                    <a:gd name="T34" fmla="*/ 0 w 44"/>
                    <a:gd name="T35" fmla="*/ 16 h 30"/>
                    <a:gd name="T36" fmla="*/ 4 w 44"/>
                    <a:gd name="T37" fmla="*/ 16 h 30"/>
                    <a:gd name="T38" fmla="*/ 0 w 44"/>
                    <a:gd name="T39" fmla="*/ 12 h 30"/>
                    <a:gd name="T40" fmla="*/ 0 w 44"/>
                    <a:gd name="T41" fmla="*/ 12 h 30"/>
                    <a:gd name="T42" fmla="*/ 4 w 44"/>
                    <a:gd name="T43" fmla="*/ 8 h 30"/>
                    <a:gd name="T44" fmla="*/ 4 w 44"/>
                    <a:gd name="T45" fmla="*/ 8 h 30"/>
                    <a:gd name="T46" fmla="*/ 8 w 44"/>
                    <a:gd name="T47" fmla="*/ 8 h 30"/>
                    <a:gd name="T48" fmla="*/ 12 w 44"/>
                    <a:gd name="T49" fmla="*/ 8 h 30"/>
                    <a:gd name="T50" fmla="*/ 14 w 44"/>
                    <a:gd name="T51" fmla="*/ 8 h 30"/>
                    <a:gd name="T52" fmla="*/ 18 w 44"/>
                    <a:gd name="T53" fmla="*/ 8 h 30"/>
                    <a:gd name="T54" fmla="*/ 22 w 44"/>
                    <a:gd name="T55" fmla="*/ 4 h 30"/>
                    <a:gd name="T56" fmla="*/ 26 w 44"/>
                    <a:gd name="T57" fmla="*/ 4 h 30"/>
                    <a:gd name="T58" fmla="*/ 34 w 44"/>
                    <a:gd name="T59" fmla="*/ 4 h 30"/>
                    <a:gd name="T60" fmla="*/ 38 w 44"/>
                    <a:gd name="T61" fmla="*/ 0 h 30"/>
                    <a:gd name="T62" fmla="*/ 38 w 44"/>
                    <a:gd name="T63" fmla="*/ 0 h 30"/>
                    <a:gd name="T64" fmla="*/ 42 w 44"/>
                    <a:gd name="T65" fmla="*/ 0 h 30"/>
                    <a:gd name="T66" fmla="*/ 42 w 44"/>
                    <a:gd name="T67" fmla="*/ 0 h 30"/>
                    <a:gd name="T68" fmla="*/ 42 w 44"/>
                    <a:gd name="T69" fmla="*/ 4 h 30"/>
                    <a:gd name="T70" fmla="*/ 42 w 44"/>
                    <a:gd name="T71" fmla="*/ 4 h 30"/>
                    <a:gd name="T72" fmla="*/ 44 w 44"/>
                    <a:gd name="T73" fmla="*/ 8 h 30"/>
                    <a:gd name="T74" fmla="*/ 44 w 44"/>
                    <a:gd name="T75" fmla="*/ 8 h 30"/>
                    <a:gd name="T76" fmla="*/ 42 w 44"/>
                    <a:gd name="T77" fmla="*/ 8 h 30"/>
                    <a:gd name="T78" fmla="*/ 42 w 44"/>
                    <a:gd name="T79" fmla="*/ 8 h 30"/>
                    <a:gd name="T80" fmla="*/ 38 w 44"/>
                    <a:gd name="T81" fmla="*/ 12 h 30"/>
                    <a:gd name="T82" fmla="*/ 38 w 44"/>
                    <a:gd name="T83" fmla="*/ 12 h 30"/>
                    <a:gd name="T84" fmla="*/ 30 w 44"/>
                    <a:gd name="T85" fmla="*/ 12 h 30"/>
                    <a:gd name="T86" fmla="*/ 30 w 44"/>
                    <a:gd name="T87" fmla="*/ 16 h 30"/>
                    <a:gd name="T88" fmla="*/ 34 w 44"/>
                    <a:gd name="T89" fmla="*/ 16 h 30"/>
                    <a:gd name="T90" fmla="*/ 30 w 44"/>
                    <a:gd name="T91" fmla="*/ 22 h 30"/>
                    <a:gd name="T92" fmla="*/ 30 w 44"/>
                    <a:gd name="T93" fmla="*/ 22 h 30"/>
                    <a:gd name="T94" fmla="*/ 26 w 44"/>
                    <a:gd name="T95" fmla="*/ 22 h 30"/>
                    <a:gd name="T96" fmla="*/ 26 w 44"/>
                    <a:gd name="T97" fmla="*/ 26 h 30"/>
                    <a:gd name="T98" fmla="*/ 26 w 44"/>
                    <a:gd name="T99" fmla="*/ 26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4" h="30">
                      <a:moveTo>
                        <a:pt x="26" y="26"/>
                      </a:moveTo>
                      <a:lnTo>
                        <a:pt x="26" y="26"/>
                      </a:lnTo>
                      <a:lnTo>
                        <a:pt x="26" y="26"/>
                      </a:lnTo>
                      <a:lnTo>
                        <a:pt x="26" y="30"/>
                      </a:lnTo>
                      <a:lnTo>
                        <a:pt x="26" y="30"/>
                      </a:lnTo>
                      <a:lnTo>
                        <a:pt x="26" y="30"/>
                      </a:lnTo>
                      <a:lnTo>
                        <a:pt x="22" y="30"/>
                      </a:lnTo>
                      <a:lnTo>
                        <a:pt x="22" y="26"/>
                      </a:lnTo>
                      <a:lnTo>
                        <a:pt x="22" y="26"/>
                      </a:lnTo>
                      <a:lnTo>
                        <a:pt x="18" y="30"/>
                      </a:lnTo>
                      <a:lnTo>
                        <a:pt x="18" y="30"/>
                      </a:lnTo>
                      <a:lnTo>
                        <a:pt x="18" y="26"/>
                      </a:lnTo>
                      <a:lnTo>
                        <a:pt x="14" y="26"/>
                      </a:lnTo>
                      <a:lnTo>
                        <a:pt x="14" y="26"/>
                      </a:lnTo>
                      <a:lnTo>
                        <a:pt x="14" y="22"/>
                      </a:lnTo>
                      <a:lnTo>
                        <a:pt x="14" y="22"/>
                      </a:lnTo>
                      <a:lnTo>
                        <a:pt x="14" y="26"/>
                      </a:lnTo>
                      <a:lnTo>
                        <a:pt x="14" y="26"/>
                      </a:lnTo>
                      <a:lnTo>
                        <a:pt x="14" y="26"/>
                      </a:lnTo>
                      <a:lnTo>
                        <a:pt x="14" y="26"/>
                      </a:lnTo>
                      <a:lnTo>
                        <a:pt x="12" y="30"/>
                      </a:lnTo>
                      <a:lnTo>
                        <a:pt x="8" y="30"/>
                      </a:lnTo>
                      <a:lnTo>
                        <a:pt x="8" y="30"/>
                      </a:lnTo>
                      <a:lnTo>
                        <a:pt x="8" y="30"/>
                      </a:lnTo>
                      <a:lnTo>
                        <a:pt x="4" y="30"/>
                      </a:lnTo>
                      <a:lnTo>
                        <a:pt x="4" y="30"/>
                      </a:lnTo>
                      <a:lnTo>
                        <a:pt x="4" y="30"/>
                      </a:lnTo>
                      <a:lnTo>
                        <a:pt x="4" y="30"/>
                      </a:lnTo>
                      <a:lnTo>
                        <a:pt x="4" y="26"/>
                      </a:lnTo>
                      <a:lnTo>
                        <a:pt x="4" y="26"/>
                      </a:lnTo>
                      <a:lnTo>
                        <a:pt x="4" y="26"/>
                      </a:lnTo>
                      <a:lnTo>
                        <a:pt x="4" y="26"/>
                      </a:lnTo>
                      <a:lnTo>
                        <a:pt x="4" y="26"/>
                      </a:lnTo>
                      <a:lnTo>
                        <a:pt x="4" y="26"/>
                      </a:lnTo>
                      <a:lnTo>
                        <a:pt x="4" y="26"/>
                      </a:lnTo>
                      <a:lnTo>
                        <a:pt x="8" y="26"/>
                      </a:lnTo>
                      <a:lnTo>
                        <a:pt x="8" y="26"/>
                      </a:lnTo>
                      <a:lnTo>
                        <a:pt x="8" y="22"/>
                      </a:lnTo>
                      <a:lnTo>
                        <a:pt x="4" y="22"/>
                      </a:lnTo>
                      <a:lnTo>
                        <a:pt x="4" y="22"/>
                      </a:lnTo>
                      <a:lnTo>
                        <a:pt x="4" y="22"/>
                      </a:lnTo>
                      <a:lnTo>
                        <a:pt x="4" y="20"/>
                      </a:lnTo>
                      <a:lnTo>
                        <a:pt x="4" y="20"/>
                      </a:lnTo>
                      <a:lnTo>
                        <a:pt x="4" y="20"/>
                      </a:lnTo>
                      <a:lnTo>
                        <a:pt x="4" y="20"/>
                      </a:lnTo>
                      <a:lnTo>
                        <a:pt x="4" y="20"/>
                      </a:lnTo>
                      <a:lnTo>
                        <a:pt x="4" y="20"/>
                      </a:lnTo>
                      <a:lnTo>
                        <a:pt x="0" y="20"/>
                      </a:lnTo>
                      <a:lnTo>
                        <a:pt x="0" y="20"/>
                      </a:lnTo>
                      <a:lnTo>
                        <a:pt x="0" y="20"/>
                      </a:lnTo>
                      <a:lnTo>
                        <a:pt x="0" y="20"/>
                      </a:lnTo>
                      <a:lnTo>
                        <a:pt x="0" y="16"/>
                      </a:lnTo>
                      <a:lnTo>
                        <a:pt x="0" y="16"/>
                      </a:lnTo>
                      <a:lnTo>
                        <a:pt x="0" y="16"/>
                      </a:lnTo>
                      <a:lnTo>
                        <a:pt x="4" y="16"/>
                      </a:lnTo>
                      <a:lnTo>
                        <a:pt x="4" y="16"/>
                      </a:lnTo>
                      <a:lnTo>
                        <a:pt x="4" y="16"/>
                      </a:lnTo>
                      <a:lnTo>
                        <a:pt x="0" y="16"/>
                      </a:lnTo>
                      <a:lnTo>
                        <a:pt x="0" y="12"/>
                      </a:lnTo>
                      <a:lnTo>
                        <a:pt x="0" y="12"/>
                      </a:lnTo>
                      <a:lnTo>
                        <a:pt x="0" y="16"/>
                      </a:lnTo>
                      <a:lnTo>
                        <a:pt x="0" y="12"/>
                      </a:lnTo>
                      <a:lnTo>
                        <a:pt x="0" y="12"/>
                      </a:lnTo>
                      <a:lnTo>
                        <a:pt x="0" y="12"/>
                      </a:lnTo>
                      <a:lnTo>
                        <a:pt x="4" y="8"/>
                      </a:lnTo>
                      <a:lnTo>
                        <a:pt x="4" y="8"/>
                      </a:lnTo>
                      <a:lnTo>
                        <a:pt x="4" y="8"/>
                      </a:lnTo>
                      <a:lnTo>
                        <a:pt x="4" y="8"/>
                      </a:lnTo>
                      <a:lnTo>
                        <a:pt x="4" y="8"/>
                      </a:lnTo>
                      <a:lnTo>
                        <a:pt x="4" y="8"/>
                      </a:lnTo>
                      <a:lnTo>
                        <a:pt x="8" y="8"/>
                      </a:lnTo>
                      <a:lnTo>
                        <a:pt x="8" y="8"/>
                      </a:lnTo>
                      <a:lnTo>
                        <a:pt x="8" y="8"/>
                      </a:lnTo>
                      <a:lnTo>
                        <a:pt x="12" y="8"/>
                      </a:lnTo>
                      <a:lnTo>
                        <a:pt x="12" y="8"/>
                      </a:lnTo>
                      <a:lnTo>
                        <a:pt x="12" y="8"/>
                      </a:lnTo>
                      <a:lnTo>
                        <a:pt x="14" y="8"/>
                      </a:lnTo>
                      <a:lnTo>
                        <a:pt x="14" y="8"/>
                      </a:lnTo>
                      <a:lnTo>
                        <a:pt x="18" y="8"/>
                      </a:lnTo>
                      <a:lnTo>
                        <a:pt x="18" y="8"/>
                      </a:lnTo>
                      <a:lnTo>
                        <a:pt x="18" y="8"/>
                      </a:lnTo>
                      <a:lnTo>
                        <a:pt x="18" y="4"/>
                      </a:lnTo>
                      <a:lnTo>
                        <a:pt x="22" y="4"/>
                      </a:lnTo>
                      <a:lnTo>
                        <a:pt x="22" y="4"/>
                      </a:lnTo>
                      <a:lnTo>
                        <a:pt x="22" y="4"/>
                      </a:lnTo>
                      <a:lnTo>
                        <a:pt x="22" y="4"/>
                      </a:lnTo>
                      <a:lnTo>
                        <a:pt x="26" y="4"/>
                      </a:lnTo>
                      <a:lnTo>
                        <a:pt x="30" y="4"/>
                      </a:lnTo>
                      <a:lnTo>
                        <a:pt x="34" y="4"/>
                      </a:lnTo>
                      <a:lnTo>
                        <a:pt x="34" y="4"/>
                      </a:lnTo>
                      <a:lnTo>
                        <a:pt x="34" y="4"/>
                      </a:lnTo>
                      <a:lnTo>
                        <a:pt x="38" y="4"/>
                      </a:lnTo>
                      <a:lnTo>
                        <a:pt x="38" y="0"/>
                      </a:lnTo>
                      <a:lnTo>
                        <a:pt x="38" y="0"/>
                      </a:lnTo>
                      <a:lnTo>
                        <a:pt x="38" y="0"/>
                      </a:lnTo>
                      <a:lnTo>
                        <a:pt x="38" y="0"/>
                      </a:lnTo>
                      <a:lnTo>
                        <a:pt x="38" y="0"/>
                      </a:lnTo>
                      <a:lnTo>
                        <a:pt x="42" y="0"/>
                      </a:lnTo>
                      <a:lnTo>
                        <a:pt x="42" y="0"/>
                      </a:lnTo>
                      <a:lnTo>
                        <a:pt x="42" y="0"/>
                      </a:lnTo>
                      <a:lnTo>
                        <a:pt x="42" y="0"/>
                      </a:lnTo>
                      <a:lnTo>
                        <a:pt x="42" y="0"/>
                      </a:lnTo>
                      <a:lnTo>
                        <a:pt x="42" y="0"/>
                      </a:lnTo>
                      <a:lnTo>
                        <a:pt x="42" y="4"/>
                      </a:lnTo>
                      <a:lnTo>
                        <a:pt x="42" y="4"/>
                      </a:lnTo>
                      <a:lnTo>
                        <a:pt x="42" y="4"/>
                      </a:lnTo>
                      <a:lnTo>
                        <a:pt x="42" y="4"/>
                      </a:lnTo>
                      <a:lnTo>
                        <a:pt x="42" y="4"/>
                      </a:lnTo>
                      <a:lnTo>
                        <a:pt x="44" y="8"/>
                      </a:lnTo>
                      <a:lnTo>
                        <a:pt x="44" y="8"/>
                      </a:lnTo>
                      <a:lnTo>
                        <a:pt x="44" y="8"/>
                      </a:lnTo>
                      <a:lnTo>
                        <a:pt x="44" y="8"/>
                      </a:lnTo>
                      <a:lnTo>
                        <a:pt x="44" y="8"/>
                      </a:lnTo>
                      <a:lnTo>
                        <a:pt x="44" y="8"/>
                      </a:lnTo>
                      <a:lnTo>
                        <a:pt x="42" y="8"/>
                      </a:lnTo>
                      <a:lnTo>
                        <a:pt x="42" y="8"/>
                      </a:lnTo>
                      <a:lnTo>
                        <a:pt x="42" y="8"/>
                      </a:lnTo>
                      <a:lnTo>
                        <a:pt x="42" y="8"/>
                      </a:lnTo>
                      <a:lnTo>
                        <a:pt x="42" y="8"/>
                      </a:lnTo>
                      <a:lnTo>
                        <a:pt x="42" y="8"/>
                      </a:lnTo>
                      <a:lnTo>
                        <a:pt x="42" y="8"/>
                      </a:lnTo>
                      <a:lnTo>
                        <a:pt x="38" y="8"/>
                      </a:lnTo>
                      <a:lnTo>
                        <a:pt x="38" y="12"/>
                      </a:lnTo>
                      <a:lnTo>
                        <a:pt x="38" y="12"/>
                      </a:lnTo>
                      <a:lnTo>
                        <a:pt x="38" y="12"/>
                      </a:lnTo>
                      <a:lnTo>
                        <a:pt x="38" y="12"/>
                      </a:lnTo>
                      <a:lnTo>
                        <a:pt x="34" y="12"/>
                      </a:lnTo>
                      <a:lnTo>
                        <a:pt x="34" y="12"/>
                      </a:lnTo>
                      <a:lnTo>
                        <a:pt x="30" y="12"/>
                      </a:lnTo>
                      <a:lnTo>
                        <a:pt x="30" y="16"/>
                      </a:lnTo>
                      <a:lnTo>
                        <a:pt x="30" y="16"/>
                      </a:lnTo>
                      <a:lnTo>
                        <a:pt x="30" y="16"/>
                      </a:lnTo>
                      <a:lnTo>
                        <a:pt x="30" y="16"/>
                      </a:lnTo>
                      <a:lnTo>
                        <a:pt x="30" y="16"/>
                      </a:lnTo>
                      <a:lnTo>
                        <a:pt x="34" y="16"/>
                      </a:lnTo>
                      <a:lnTo>
                        <a:pt x="34" y="20"/>
                      </a:lnTo>
                      <a:lnTo>
                        <a:pt x="34" y="22"/>
                      </a:lnTo>
                      <a:lnTo>
                        <a:pt x="30" y="22"/>
                      </a:lnTo>
                      <a:lnTo>
                        <a:pt x="30" y="22"/>
                      </a:lnTo>
                      <a:lnTo>
                        <a:pt x="30" y="22"/>
                      </a:lnTo>
                      <a:lnTo>
                        <a:pt x="30" y="22"/>
                      </a:lnTo>
                      <a:lnTo>
                        <a:pt x="26" y="22"/>
                      </a:lnTo>
                      <a:lnTo>
                        <a:pt x="26" y="22"/>
                      </a:lnTo>
                      <a:lnTo>
                        <a:pt x="26" y="22"/>
                      </a:lnTo>
                      <a:lnTo>
                        <a:pt x="26" y="22"/>
                      </a:lnTo>
                      <a:lnTo>
                        <a:pt x="26" y="22"/>
                      </a:lnTo>
                      <a:lnTo>
                        <a:pt x="26" y="26"/>
                      </a:lnTo>
                      <a:lnTo>
                        <a:pt x="26" y="26"/>
                      </a:lnTo>
                      <a:lnTo>
                        <a:pt x="26" y="26"/>
                      </a:lnTo>
                      <a:lnTo>
                        <a:pt x="26" y="26"/>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133" name="Freeform 122">
                  <a:extLst>
                    <a:ext uri="{FF2B5EF4-FFF2-40B4-BE49-F238E27FC236}">
                      <a16:creationId xmlns:a16="http://schemas.microsoft.com/office/drawing/2014/main" id="{7D588B14-3FF9-6AA0-1E4E-18486377B043}"/>
                    </a:ext>
                  </a:extLst>
                </p:cNvPr>
                <p:cNvSpPr>
                  <a:spLocks noEditPoints="1"/>
                </p:cNvSpPr>
                <p:nvPr/>
              </p:nvSpPr>
              <p:spPr bwMode="gray">
                <a:xfrm>
                  <a:off x="5057366" y="1625566"/>
                  <a:ext cx="570479" cy="309588"/>
                </a:xfrm>
                <a:custGeom>
                  <a:avLst/>
                  <a:gdLst>
                    <a:gd name="T0" fmla="*/ 154 w 328"/>
                    <a:gd name="T1" fmla="*/ 4 h 178"/>
                    <a:gd name="T2" fmla="*/ 198 w 328"/>
                    <a:gd name="T3" fmla="*/ 10 h 178"/>
                    <a:gd name="T4" fmla="*/ 112 w 328"/>
                    <a:gd name="T5" fmla="*/ 14 h 178"/>
                    <a:gd name="T6" fmla="*/ 328 w 328"/>
                    <a:gd name="T7" fmla="*/ 14 h 178"/>
                    <a:gd name="T8" fmla="*/ 250 w 328"/>
                    <a:gd name="T9" fmla="*/ 18 h 178"/>
                    <a:gd name="T10" fmla="*/ 8 w 328"/>
                    <a:gd name="T11" fmla="*/ 30 h 178"/>
                    <a:gd name="T12" fmla="*/ 136 w 328"/>
                    <a:gd name="T13" fmla="*/ 40 h 178"/>
                    <a:gd name="T14" fmla="*/ 142 w 328"/>
                    <a:gd name="T15" fmla="*/ 52 h 178"/>
                    <a:gd name="T16" fmla="*/ 268 w 328"/>
                    <a:gd name="T17" fmla="*/ 56 h 178"/>
                    <a:gd name="T18" fmla="*/ 228 w 328"/>
                    <a:gd name="T19" fmla="*/ 64 h 178"/>
                    <a:gd name="T20" fmla="*/ 228 w 328"/>
                    <a:gd name="T21" fmla="*/ 64 h 178"/>
                    <a:gd name="T22" fmla="*/ 120 w 328"/>
                    <a:gd name="T23" fmla="*/ 174 h 178"/>
                    <a:gd name="T24" fmla="*/ 222 w 328"/>
                    <a:gd name="T25" fmla="*/ 34 h 178"/>
                    <a:gd name="T26" fmla="*/ 196 w 328"/>
                    <a:gd name="T27" fmla="*/ 44 h 178"/>
                    <a:gd name="T28" fmla="*/ 162 w 328"/>
                    <a:gd name="T29" fmla="*/ 40 h 178"/>
                    <a:gd name="T30" fmla="*/ 138 w 328"/>
                    <a:gd name="T31" fmla="*/ 34 h 178"/>
                    <a:gd name="T32" fmla="*/ 166 w 328"/>
                    <a:gd name="T33" fmla="*/ 30 h 178"/>
                    <a:gd name="T34" fmla="*/ 128 w 328"/>
                    <a:gd name="T35" fmla="*/ 30 h 178"/>
                    <a:gd name="T36" fmla="*/ 108 w 328"/>
                    <a:gd name="T37" fmla="*/ 18 h 178"/>
                    <a:gd name="T38" fmla="*/ 124 w 328"/>
                    <a:gd name="T39" fmla="*/ 10 h 178"/>
                    <a:gd name="T40" fmla="*/ 142 w 328"/>
                    <a:gd name="T41" fmla="*/ 10 h 178"/>
                    <a:gd name="T42" fmla="*/ 168 w 328"/>
                    <a:gd name="T43" fmla="*/ 22 h 178"/>
                    <a:gd name="T44" fmla="*/ 184 w 328"/>
                    <a:gd name="T45" fmla="*/ 10 h 178"/>
                    <a:gd name="T46" fmla="*/ 196 w 328"/>
                    <a:gd name="T47" fmla="*/ 14 h 178"/>
                    <a:gd name="T48" fmla="*/ 218 w 328"/>
                    <a:gd name="T49" fmla="*/ 18 h 178"/>
                    <a:gd name="T50" fmla="*/ 50 w 328"/>
                    <a:gd name="T51" fmla="*/ 96 h 178"/>
                    <a:gd name="T52" fmla="*/ 82 w 328"/>
                    <a:gd name="T53" fmla="*/ 92 h 178"/>
                    <a:gd name="T54" fmla="*/ 82 w 328"/>
                    <a:gd name="T55" fmla="*/ 86 h 178"/>
                    <a:gd name="T56" fmla="*/ 68 w 328"/>
                    <a:gd name="T57" fmla="*/ 82 h 178"/>
                    <a:gd name="T58" fmla="*/ 52 w 328"/>
                    <a:gd name="T59" fmla="*/ 78 h 178"/>
                    <a:gd name="T60" fmla="*/ 76 w 328"/>
                    <a:gd name="T61" fmla="*/ 70 h 178"/>
                    <a:gd name="T62" fmla="*/ 82 w 328"/>
                    <a:gd name="T63" fmla="*/ 66 h 178"/>
                    <a:gd name="T64" fmla="*/ 68 w 328"/>
                    <a:gd name="T65" fmla="*/ 66 h 178"/>
                    <a:gd name="T66" fmla="*/ 56 w 328"/>
                    <a:gd name="T67" fmla="*/ 66 h 178"/>
                    <a:gd name="T68" fmla="*/ 38 w 328"/>
                    <a:gd name="T69" fmla="*/ 74 h 178"/>
                    <a:gd name="T70" fmla="*/ 26 w 328"/>
                    <a:gd name="T71" fmla="*/ 64 h 178"/>
                    <a:gd name="T72" fmla="*/ 26 w 328"/>
                    <a:gd name="T73" fmla="*/ 52 h 178"/>
                    <a:gd name="T74" fmla="*/ 12 w 328"/>
                    <a:gd name="T75" fmla="*/ 48 h 178"/>
                    <a:gd name="T76" fmla="*/ 12 w 328"/>
                    <a:gd name="T77" fmla="*/ 30 h 178"/>
                    <a:gd name="T78" fmla="*/ 22 w 328"/>
                    <a:gd name="T79" fmla="*/ 26 h 178"/>
                    <a:gd name="T80" fmla="*/ 38 w 328"/>
                    <a:gd name="T81" fmla="*/ 30 h 178"/>
                    <a:gd name="T82" fmla="*/ 42 w 328"/>
                    <a:gd name="T83" fmla="*/ 36 h 178"/>
                    <a:gd name="T84" fmla="*/ 64 w 328"/>
                    <a:gd name="T85" fmla="*/ 34 h 178"/>
                    <a:gd name="T86" fmla="*/ 82 w 328"/>
                    <a:gd name="T87" fmla="*/ 52 h 178"/>
                    <a:gd name="T88" fmla="*/ 80 w 328"/>
                    <a:gd name="T89" fmla="*/ 26 h 178"/>
                    <a:gd name="T90" fmla="*/ 108 w 328"/>
                    <a:gd name="T91" fmla="*/ 30 h 178"/>
                    <a:gd name="T92" fmla="*/ 120 w 328"/>
                    <a:gd name="T93" fmla="*/ 40 h 178"/>
                    <a:gd name="T94" fmla="*/ 154 w 328"/>
                    <a:gd name="T95" fmla="*/ 56 h 178"/>
                    <a:gd name="T96" fmla="*/ 128 w 328"/>
                    <a:gd name="T97" fmla="*/ 64 h 178"/>
                    <a:gd name="T98" fmla="*/ 112 w 328"/>
                    <a:gd name="T99" fmla="*/ 86 h 178"/>
                    <a:gd name="T100" fmla="*/ 90 w 328"/>
                    <a:gd name="T101" fmla="*/ 110 h 178"/>
                    <a:gd name="T102" fmla="*/ 76 w 328"/>
                    <a:gd name="T103" fmla="*/ 110 h 178"/>
                    <a:gd name="T104" fmla="*/ 64 w 328"/>
                    <a:gd name="T105" fmla="*/ 104 h 178"/>
                    <a:gd name="T106" fmla="*/ 8 w 328"/>
                    <a:gd name="T107" fmla="*/ 64 h 178"/>
                    <a:gd name="T108" fmla="*/ 22 w 328"/>
                    <a:gd name="T109" fmla="*/ 70 h 178"/>
                    <a:gd name="T110" fmla="*/ 166 w 328"/>
                    <a:gd name="T111" fmla="*/ 64 h 178"/>
                    <a:gd name="T112" fmla="*/ 146 w 328"/>
                    <a:gd name="T113" fmla="*/ 74 h 178"/>
                    <a:gd name="T114" fmla="*/ 168 w 328"/>
                    <a:gd name="T115" fmla="*/ 92 h 178"/>
                    <a:gd name="T116" fmla="*/ 154 w 328"/>
                    <a:gd name="T117" fmla="*/ 86 h 178"/>
                    <a:gd name="T118" fmla="*/ 176 w 328"/>
                    <a:gd name="T119" fmla="*/ 74 h 178"/>
                    <a:gd name="T120" fmla="*/ 192 w 328"/>
                    <a:gd name="T121" fmla="*/ 82 h 178"/>
                    <a:gd name="T122" fmla="*/ 180 w 328"/>
                    <a:gd name="T123" fmla="*/ 96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28" h="178">
                      <a:moveTo>
                        <a:pt x="146" y="4"/>
                      </a:moveTo>
                      <a:lnTo>
                        <a:pt x="146" y="0"/>
                      </a:lnTo>
                      <a:lnTo>
                        <a:pt x="142" y="0"/>
                      </a:lnTo>
                      <a:lnTo>
                        <a:pt x="146" y="0"/>
                      </a:lnTo>
                      <a:lnTo>
                        <a:pt x="150" y="0"/>
                      </a:lnTo>
                      <a:lnTo>
                        <a:pt x="150" y="4"/>
                      </a:lnTo>
                      <a:lnTo>
                        <a:pt x="146" y="4"/>
                      </a:lnTo>
                      <a:lnTo>
                        <a:pt x="146" y="4"/>
                      </a:lnTo>
                      <a:lnTo>
                        <a:pt x="146" y="4"/>
                      </a:lnTo>
                      <a:close/>
                      <a:moveTo>
                        <a:pt x="150" y="4"/>
                      </a:moveTo>
                      <a:lnTo>
                        <a:pt x="154" y="0"/>
                      </a:lnTo>
                      <a:lnTo>
                        <a:pt x="154" y="4"/>
                      </a:lnTo>
                      <a:lnTo>
                        <a:pt x="150" y="4"/>
                      </a:lnTo>
                      <a:lnTo>
                        <a:pt x="150" y="4"/>
                      </a:lnTo>
                      <a:lnTo>
                        <a:pt x="150" y="4"/>
                      </a:lnTo>
                      <a:close/>
                      <a:moveTo>
                        <a:pt x="136" y="6"/>
                      </a:moveTo>
                      <a:lnTo>
                        <a:pt x="132" y="6"/>
                      </a:lnTo>
                      <a:lnTo>
                        <a:pt x="136" y="6"/>
                      </a:lnTo>
                      <a:lnTo>
                        <a:pt x="136" y="6"/>
                      </a:lnTo>
                      <a:lnTo>
                        <a:pt x="136" y="6"/>
                      </a:lnTo>
                      <a:close/>
                      <a:moveTo>
                        <a:pt x="196" y="10"/>
                      </a:moveTo>
                      <a:lnTo>
                        <a:pt x="196" y="6"/>
                      </a:lnTo>
                      <a:lnTo>
                        <a:pt x="196" y="10"/>
                      </a:lnTo>
                      <a:lnTo>
                        <a:pt x="198" y="10"/>
                      </a:lnTo>
                      <a:lnTo>
                        <a:pt x="196" y="10"/>
                      </a:lnTo>
                      <a:lnTo>
                        <a:pt x="196" y="10"/>
                      </a:lnTo>
                      <a:lnTo>
                        <a:pt x="196" y="10"/>
                      </a:lnTo>
                      <a:close/>
                      <a:moveTo>
                        <a:pt x="112" y="14"/>
                      </a:moveTo>
                      <a:lnTo>
                        <a:pt x="108" y="14"/>
                      </a:lnTo>
                      <a:lnTo>
                        <a:pt x="108" y="10"/>
                      </a:lnTo>
                      <a:lnTo>
                        <a:pt x="112" y="10"/>
                      </a:lnTo>
                      <a:lnTo>
                        <a:pt x="116" y="10"/>
                      </a:lnTo>
                      <a:lnTo>
                        <a:pt x="116" y="14"/>
                      </a:lnTo>
                      <a:lnTo>
                        <a:pt x="112" y="14"/>
                      </a:lnTo>
                      <a:lnTo>
                        <a:pt x="112" y="14"/>
                      </a:lnTo>
                      <a:lnTo>
                        <a:pt x="112" y="14"/>
                      </a:lnTo>
                      <a:close/>
                      <a:moveTo>
                        <a:pt x="298" y="18"/>
                      </a:moveTo>
                      <a:lnTo>
                        <a:pt x="296" y="18"/>
                      </a:lnTo>
                      <a:lnTo>
                        <a:pt x="298" y="18"/>
                      </a:lnTo>
                      <a:lnTo>
                        <a:pt x="302" y="18"/>
                      </a:lnTo>
                      <a:lnTo>
                        <a:pt x="306" y="18"/>
                      </a:lnTo>
                      <a:lnTo>
                        <a:pt x="310" y="18"/>
                      </a:lnTo>
                      <a:lnTo>
                        <a:pt x="314" y="18"/>
                      </a:lnTo>
                      <a:lnTo>
                        <a:pt x="318" y="18"/>
                      </a:lnTo>
                      <a:lnTo>
                        <a:pt x="318" y="14"/>
                      </a:lnTo>
                      <a:lnTo>
                        <a:pt x="322" y="14"/>
                      </a:lnTo>
                      <a:lnTo>
                        <a:pt x="326" y="14"/>
                      </a:lnTo>
                      <a:lnTo>
                        <a:pt x="328" y="14"/>
                      </a:lnTo>
                      <a:lnTo>
                        <a:pt x="326" y="14"/>
                      </a:lnTo>
                      <a:lnTo>
                        <a:pt x="326" y="18"/>
                      </a:lnTo>
                      <a:lnTo>
                        <a:pt x="322" y="18"/>
                      </a:lnTo>
                      <a:lnTo>
                        <a:pt x="318" y="18"/>
                      </a:lnTo>
                      <a:lnTo>
                        <a:pt x="314" y="18"/>
                      </a:lnTo>
                      <a:lnTo>
                        <a:pt x="310" y="18"/>
                      </a:lnTo>
                      <a:lnTo>
                        <a:pt x="306" y="18"/>
                      </a:lnTo>
                      <a:lnTo>
                        <a:pt x="298" y="18"/>
                      </a:lnTo>
                      <a:lnTo>
                        <a:pt x="298" y="18"/>
                      </a:lnTo>
                      <a:lnTo>
                        <a:pt x="298" y="18"/>
                      </a:lnTo>
                      <a:close/>
                      <a:moveTo>
                        <a:pt x="248" y="18"/>
                      </a:moveTo>
                      <a:lnTo>
                        <a:pt x="250" y="18"/>
                      </a:lnTo>
                      <a:lnTo>
                        <a:pt x="248" y="18"/>
                      </a:lnTo>
                      <a:lnTo>
                        <a:pt x="244" y="18"/>
                      </a:lnTo>
                      <a:lnTo>
                        <a:pt x="248" y="18"/>
                      </a:lnTo>
                      <a:lnTo>
                        <a:pt x="248" y="18"/>
                      </a:lnTo>
                      <a:lnTo>
                        <a:pt x="248" y="18"/>
                      </a:lnTo>
                      <a:close/>
                      <a:moveTo>
                        <a:pt x="8" y="30"/>
                      </a:moveTo>
                      <a:lnTo>
                        <a:pt x="4" y="30"/>
                      </a:lnTo>
                      <a:lnTo>
                        <a:pt x="0" y="30"/>
                      </a:lnTo>
                      <a:lnTo>
                        <a:pt x="4" y="30"/>
                      </a:lnTo>
                      <a:lnTo>
                        <a:pt x="8" y="30"/>
                      </a:lnTo>
                      <a:lnTo>
                        <a:pt x="8" y="30"/>
                      </a:lnTo>
                      <a:lnTo>
                        <a:pt x="8" y="30"/>
                      </a:lnTo>
                      <a:close/>
                      <a:moveTo>
                        <a:pt x="4" y="34"/>
                      </a:moveTo>
                      <a:lnTo>
                        <a:pt x="4" y="30"/>
                      </a:lnTo>
                      <a:lnTo>
                        <a:pt x="8" y="30"/>
                      </a:lnTo>
                      <a:lnTo>
                        <a:pt x="8" y="34"/>
                      </a:lnTo>
                      <a:lnTo>
                        <a:pt x="4" y="34"/>
                      </a:lnTo>
                      <a:lnTo>
                        <a:pt x="4" y="34"/>
                      </a:lnTo>
                      <a:lnTo>
                        <a:pt x="4" y="34"/>
                      </a:lnTo>
                      <a:close/>
                      <a:moveTo>
                        <a:pt x="136" y="40"/>
                      </a:moveTo>
                      <a:lnTo>
                        <a:pt x="132" y="40"/>
                      </a:lnTo>
                      <a:lnTo>
                        <a:pt x="128" y="40"/>
                      </a:lnTo>
                      <a:lnTo>
                        <a:pt x="132" y="40"/>
                      </a:lnTo>
                      <a:lnTo>
                        <a:pt x="136" y="40"/>
                      </a:lnTo>
                      <a:lnTo>
                        <a:pt x="138" y="40"/>
                      </a:lnTo>
                      <a:lnTo>
                        <a:pt x="136" y="40"/>
                      </a:lnTo>
                      <a:lnTo>
                        <a:pt x="136" y="40"/>
                      </a:lnTo>
                      <a:lnTo>
                        <a:pt x="136" y="40"/>
                      </a:lnTo>
                      <a:close/>
                      <a:moveTo>
                        <a:pt x="138" y="52"/>
                      </a:moveTo>
                      <a:lnTo>
                        <a:pt x="136" y="52"/>
                      </a:lnTo>
                      <a:lnTo>
                        <a:pt x="136" y="48"/>
                      </a:lnTo>
                      <a:lnTo>
                        <a:pt x="138" y="48"/>
                      </a:lnTo>
                      <a:lnTo>
                        <a:pt x="142" y="48"/>
                      </a:lnTo>
                      <a:lnTo>
                        <a:pt x="146" y="48"/>
                      </a:lnTo>
                      <a:lnTo>
                        <a:pt x="146" y="52"/>
                      </a:lnTo>
                      <a:lnTo>
                        <a:pt x="142" y="52"/>
                      </a:lnTo>
                      <a:lnTo>
                        <a:pt x="138" y="52"/>
                      </a:lnTo>
                      <a:lnTo>
                        <a:pt x="138" y="52"/>
                      </a:lnTo>
                      <a:lnTo>
                        <a:pt x="138" y="52"/>
                      </a:lnTo>
                      <a:close/>
                      <a:moveTo>
                        <a:pt x="250" y="56"/>
                      </a:moveTo>
                      <a:lnTo>
                        <a:pt x="248" y="56"/>
                      </a:lnTo>
                      <a:lnTo>
                        <a:pt x="250" y="52"/>
                      </a:lnTo>
                      <a:lnTo>
                        <a:pt x="254" y="52"/>
                      </a:lnTo>
                      <a:lnTo>
                        <a:pt x="258" y="52"/>
                      </a:lnTo>
                      <a:lnTo>
                        <a:pt x="262" y="52"/>
                      </a:lnTo>
                      <a:lnTo>
                        <a:pt x="262" y="56"/>
                      </a:lnTo>
                      <a:lnTo>
                        <a:pt x="266" y="56"/>
                      </a:lnTo>
                      <a:lnTo>
                        <a:pt x="268" y="56"/>
                      </a:lnTo>
                      <a:lnTo>
                        <a:pt x="268" y="52"/>
                      </a:lnTo>
                      <a:lnTo>
                        <a:pt x="272" y="52"/>
                      </a:lnTo>
                      <a:lnTo>
                        <a:pt x="272" y="56"/>
                      </a:lnTo>
                      <a:lnTo>
                        <a:pt x="268" y="56"/>
                      </a:lnTo>
                      <a:lnTo>
                        <a:pt x="266" y="56"/>
                      </a:lnTo>
                      <a:lnTo>
                        <a:pt x="262" y="56"/>
                      </a:lnTo>
                      <a:lnTo>
                        <a:pt x="258" y="56"/>
                      </a:lnTo>
                      <a:lnTo>
                        <a:pt x="254" y="56"/>
                      </a:lnTo>
                      <a:lnTo>
                        <a:pt x="250" y="56"/>
                      </a:lnTo>
                      <a:lnTo>
                        <a:pt x="250" y="56"/>
                      </a:lnTo>
                      <a:lnTo>
                        <a:pt x="250" y="56"/>
                      </a:lnTo>
                      <a:close/>
                      <a:moveTo>
                        <a:pt x="228" y="64"/>
                      </a:moveTo>
                      <a:lnTo>
                        <a:pt x="228" y="60"/>
                      </a:lnTo>
                      <a:lnTo>
                        <a:pt x="224" y="60"/>
                      </a:lnTo>
                      <a:lnTo>
                        <a:pt x="224" y="56"/>
                      </a:lnTo>
                      <a:lnTo>
                        <a:pt x="228" y="56"/>
                      </a:lnTo>
                      <a:lnTo>
                        <a:pt x="228" y="60"/>
                      </a:lnTo>
                      <a:lnTo>
                        <a:pt x="232" y="60"/>
                      </a:lnTo>
                      <a:lnTo>
                        <a:pt x="236" y="60"/>
                      </a:lnTo>
                      <a:lnTo>
                        <a:pt x="232" y="60"/>
                      </a:lnTo>
                      <a:lnTo>
                        <a:pt x="232" y="64"/>
                      </a:lnTo>
                      <a:lnTo>
                        <a:pt x="228" y="64"/>
                      </a:lnTo>
                      <a:lnTo>
                        <a:pt x="228" y="64"/>
                      </a:lnTo>
                      <a:lnTo>
                        <a:pt x="228" y="64"/>
                      </a:lnTo>
                      <a:close/>
                      <a:moveTo>
                        <a:pt x="206" y="122"/>
                      </a:moveTo>
                      <a:lnTo>
                        <a:pt x="206" y="118"/>
                      </a:lnTo>
                      <a:lnTo>
                        <a:pt x="210" y="118"/>
                      </a:lnTo>
                      <a:lnTo>
                        <a:pt x="210" y="114"/>
                      </a:lnTo>
                      <a:lnTo>
                        <a:pt x="214" y="114"/>
                      </a:lnTo>
                      <a:lnTo>
                        <a:pt x="210" y="118"/>
                      </a:lnTo>
                      <a:lnTo>
                        <a:pt x="206" y="122"/>
                      </a:lnTo>
                      <a:lnTo>
                        <a:pt x="206" y="122"/>
                      </a:lnTo>
                      <a:lnTo>
                        <a:pt x="206" y="122"/>
                      </a:lnTo>
                      <a:close/>
                      <a:moveTo>
                        <a:pt x="120" y="178"/>
                      </a:moveTo>
                      <a:lnTo>
                        <a:pt x="116" y="174"/>
                      </a:lnTo>
                      <a:lnTo>
                        <a:pt x="120" y="174"/>
                      </a:lnTo>
                      <a:lnTo>
                        <a:pt x="124" y="174"/>
                      </a:lnTo>
                      <a:lnTo>
                        <a:pt x="124" y="178"/>
                      </a:lnTo>
                      <a:lnTo>
                        <a:pt x="120" y="178"/>
                      </a:lnTo>
                      <a:lnTo>
                        <a:pt x="120" y="178"/>
                      </a:lnTo>
                      <a:lnTo>
                        <a:pt x="120" y="178"/>
                      </a:lnTo>
                      <a:close/>
                      <a:moveTo>
                        <a:pt x="236" y="22"/>
                      </a:moveTo>
                      <a:lnTo>
                        <a:pt x="236" y="26"/>
                      </a:lnTo>
                      <a:lnTo>
                        <a:pt x="232" y="26"/>
                      </a:lnTo>
                      <a:lnTo>
                        <a:pt x="232" y="30"/>
                      </a:lnTo>
                      <a:lnTo>
                        <a:pt x="228" y="30"/>
                      </a:lnTo>
                      <a:lnTo>
                        <a:pt x="224" y="30"/>
                      </a:lnTo>
                      <a:lnTo>
                        <a:pt x="222" y="34"/>
                      </a:lnTo>
                      <a:lnTo>
                        <a:pt x="218" y="34"/>
                      </a:lnTo>
                      <a:lnTo>
                        <a:pt x="218" y="36"/>
                      </a:lnTo>
                      <a:lnTo>
                        <a:pt x="222" y="36"/>
                      </a:lnTo>
                      <a:lnTo>
                        <a:pt x="218" y="36"/>
                      </a:lnTo>
                      <a:lnTo>
                        <a:pt x="218" y="40"/>
                      </a:lnTo>
                      <a:lnTo>
                        <a:pt x="214" y="40"/>
                      </a:lnTo>
                      <a:lnTo>
                        <a:pt x="210" y="40"/>
                      </a:lnTo>
                      <a:lnTo>
                        <a:pt x="206" y="40"/>
                      </a:lnTo>
                      <a:lnTo>
                        <a:pt x="202" y="40"/>
                      </a:lnTo>
                      <a:lnTo>
                        <a:pt x="198" y="40"/>
                      </a:lnTo>
                      <a:lnTo>
                        <a:pt x="196" y="40"/>
                      </a:lnTo>
                      <a:lnTo>
                        <a:pt x="196" y="44"/>
                      </a:lnTo>
                      <a:lnTo>
                        <a:pt x="192" y="44"/>
                      </a:lnTo>
                      <a:lnTo>
                        <a:pt x="188" y="44"/>
                      </a:lnTo>
                      <a:lnTo>
                        <a:pt x="184" y="44"/>
                      </a:lnTo>
                      <a:lnTo>
                        <a:pt x="180" y="44"/>
                      </a:lnTo>
                      <a:lnTo>
                        <a:pt x="176" y="44"/>
                      </a:lnTo>
                      <a:lnTo>
                        <a:pt x="172" y="44"/>
                      </a:lnTo>
                      <a:lnTo>
                        <a:pt x="172" y="40"/>
                      </a:lnTo>
                      <a:lnTo>
                        <a:pt x="176" y="40"/>
                      </a:lnTo>
                      <a:lnTo>
                        <a:pt x="172" y="40"/>
                      </a:lnTo>
                      <a:lnTo>
                        <a:pt x="168" y="40"/>
                      </a:lnTo>
                      <a:lnTo>
                        <a:pt x="166" y="40"/>
                      </a:lnTo>
                      <a:lnTo>
                        <a:pt x="162" y="40"/>
                      </a:lnTo>
                      <a:lnTo>
                        <a:pt x="158" y="40"/>
                      </a:lnTo>
                      <a:lnTo>
                        <a:pt x="154" y="40"/>
                      </a:lnTo>
                      <a:lnTo>
                        <a:pt x="150" y="40"/>
                      </a:lnTo>
                      <a:lnTo>
                        <a:pt x="146" y="40"/>
                      </a:lnTo>
                      <a:lnTo>
                        <a:pt x="146" y="36"/>
                      </a:lnTo>
                      <a:lnTo>
                        <a:pt x="142" y="36"/>
                      </a:lnTo>
                      <a:lnTo>
                        <a:pt x="138" y="36"/>
                      </a:lnTo>
                      <a:lnTo>
                        <a:pt x="136" y="36"/>
                      </a:lnTo>
                      <a:lnTo>
                        <a:pt x="132" y="36"/>
                      </a:lnTo>
                      <a:lnTo>
                        <a:pt x="132" y="34"/>
                      </a:lnTo>
                      <a:lnTo>
                        <a:pt x="136" y="34"/>
                      </a:lnTo>
                      <a:lnTo>
                        <a:pt x="138" y="34"/>
                      </a:lnTo>
                      <a:lnTo>
                        <a:pt x="142" y="34"/>
                      </a:lnTo>
                      <a:lnTo>
                        <a:pt x="146" y="34"/>
                      </a:lnTo>
                      <a:lnTo>
                        <a:pt x="150" y="34"/>
                      </a:lnTo>
                      <a:lnTo>
                        <a:pt x="146" y="34"/>
                      </a:lnTo>
                      <a:lnTo>
                        <a:pt x="142" y="34"/>
                      </a:lnTo>
                      <a:lnTo>
                        <a:pt x="150" y="30"/>
                      </a:lnTo>
                      <a:lnTo>
                        <a:pt x="154" y="30"/>
                      </a:lnTo>
                      <a:lnTo>
                        <a:pt x="158" y="30"/>
                      </a:lnTo>
                      <a:lnTo>
                        <a:pt x="162" y="30"/>
                      </a:lnTo>
                      <a:lnTo>
                        <a:pt x="166" y="30"/>
                      </a:lnTo>
                      <a:lnTo>
                        <a:pt x="168" y="30"/>
                      </a:lnTo>
                      <a:lnTo>
                        <a:pt x="166" y="30"/>
                      </a:lnTo>
                      <a:lnTo>
                        <a:pt x="162" y="30"/>
                      </a:lnTo>
                      <a:lnTo>
                        <a:pt x="158" y="30"/>
                      </a:lnTo>
                      <a:lnTo>
                        <a:pt x="162" y="30"/>
                      </a:lnTo>
                      <a:lnTo>
                        <a:pt x="162" y="26"/>
                      </a:lnTo>
                      <a:lnTo>
                        <a:pt x="158" y="26"/>
                      </a:lnTo>
                      <a:lnTo>
                        <a:pt x="154" y="26"/>
                      </a:lnTo>
                      <a:lnTo>
                        <a:pt x="150" y="26"/>
                      </a:lnTo>
                      <a:lnTo>
                        <a:pt x="146" y="30"/>
                      </a:lnTo>
                      <a:lnTo>
                        <a:pt x="142" y="30"/>
                      </a:lnTo>
                      <a:lnTo>
                        <a:pt x="138" y="30"/>
                      </a:lnTo>
                      <a:lnTo>
                        <a:pt x="136" y="30"/>
                      </a:lnTo>
                      <a:lnTo>
                        <a:pt x="128" y="30"/>
                      </a:lnTo>
                      <a:lnTo>
                        <a:pt x="120" y="30"/>
                      </a:lnTo>
                      <a:lnTo>
                        <a:pt x="116" y="30"/>
                      </a:lnTo>
                      <a:lnTo>
                        <a:pt x="112" y="30"/>
                      </a:lnTo>
                      <a:lnTo>
                        <a:pt x="108" y="26"/>
                      </a:lnTo>
                      <a:lnTo>
                        <a:pt x="112" y="22"/>
                      </a:lnTo>
                      <a:lnTo>
                        <a:pt x="116" y="22"/>
                      </a:lnTo>
                      <a:lnTo>
                        <a:pt x="112" y="22"/>
                      </a:lnTo>
                      <a:lnTo>
                        <a:pt x="108" y="22"/>
                      </a:lnTo>
                      <a:lnTo>
                        <a:pt x="108" y="18"/>
                      </a:lnTo>
                      <a:lnTo>
                        <a:pt x="108" y="22"/>
                      </a:lnTo>
                      <a:lnTo>
                        <a:pt x="112" y="18"/>
                      </a:lnTo>
                      <a:lnTo>
                        <a:pt x="108" y="18"/>
                      </a:lnTo>
                      <a:lnTo>
                        <a:pt x="106" y="18"/>
                      </a:lnTo>
                      <a:lnTo>
                        <a:pt x="108" y="18"/>
                      </a:lnTo>
                      <a:lnTo>
                        <a:pt x="112" y="18"/>
                      </a:lnTo>
                      <a:lnTo>
                        <a:pt x="116" y="18"/>
                      </a:lnTo>
                      <a:lnTo>
                        <a:pt x="120" y="18"/>
                      </a:lnTo>
                      <a:lnTo>
                        <a:pt x="124" y="18"/>
                      </a:lnTo>
                      <a:lnTo>
                        <a:pt x="128" y="18"/>
                      </a:lnTo>
                      <a:lnTo>
                        <a:pt x="124" y="18"/>
                      </a:lnTo>
                      <a:lnTo>
                        <a:pt x="124" y="14"/>
                      </a:lnTo>
                      <a:lnTo>
                        <a:pt x="120" y="14"/>
                      </a:lnTo>
                      <a:lnTo>
                        <a:pt x="120" y="10"/>
                      </a:lnTo>
                      <a:lnTo>
                        <a:pt x="124" y="10"/>
                      </a:lnTo>
                      <a:lnTo>
                        <a:pt x="128" y="14"/>
                      </a:lnTo>
                      <a:lnTo>
                        <a:pt x="132" y="14"/>
                      </a:lnTo>
                      <a:lnTo>
                        <a:pt x="132" y="10"/>
                      </a:lnTo>
                      <a:lnTo>
                        <a:pt x="136" y="10"/>
                      </a:lnTo>
                      <a:lnTo>
                        <a:pt x="132" y="10"/>
                      </a:lnTo>
                      <a:lnTo>
                        <a:pt x="128" y="10"/>
                      </a:lnTo>
                      <a:lnTo>
                        <a:pt x="128" y="6"/>
                      </a:lnTo>
                      <a:lnTo>
                        <a:pt x="132" y="6"/>
                      </a:lnTo>
                      <a:lnTo>
                        <a:pt x="136" y="6"/>
                      </a:lnTo>
                      <a:lnTo>
                        <a:pt x="136" y="10"/>
                      </a:lnTo>
                      <a:lnTo>
                        <a:pt x="138" y="10"/>
                      </a:lnTo>
                      <a:lnTo>
                        <a:pt x="142" y="10"/>
                      </a:lnTo>
                      <a:lnTo>
                        <a:pt x="142" y="14"/>
                      </a:lnTo>
                      <a:lnTo>
                        <a:pt x="146" y="14"/>
                      </a:lnTo>
                      <a:lnTo>
                        <a:pt x="150" y="14"/>
                      </a:lnTo>
                      <a:lnTo>
                        <a:pt x="154" y="14"/>
                      </a:lnTo>
                      <a:lnTo>
                        <a:pt x="158" y="14"/>
                      </a:lnTo>
                      <a:lnTo>
                        <a:pt x="162" y="14"/>
                      </a:lnTo>
                      <a:lnTo>
                        <a:pt x="162" y="18"/>
                      </a:lnTo>
                      <a:lnTo>
                        <a:pt x="158" y="18"/>
                      </a:lnTo>
                      <a:lnTo>
                        <a:pt x="162" y="18"/>
                      </a:lnTo>
                      <a:lnTo>
                        <a:pt x="166" y="18"/>
                      </a:lnTo>
                      <a:lnTo>
                        <a:pt x="166" y="22"/>
                      </a:lnTo>
                      <a:lnTo>
                        <a:pt x="168" y="22"/>
                      </a:lnTo>
                      <a:lnTo>
                        <a:pt x="168" y="18"/>
                      </a:lnTo>
                      <a:lnTo>
                        <a:pt x="168" y="14"/>
                      </a:lnTo>
                      <a:lnTo>
                        <a:pt x="172" y="14"/>
                      </a:lnTo>
                      <a:lnTo>
                        <a:pt x="168" y="14"/>
                      </a:lnTo>
                      <a:lnTo>
                        <a:pt x="168" y="10"/>
                      </a:lnTo>
                      <a:lnTo>
                        <a:pt x="172" y="10"/>
                      </a:lnTo>
                      <a:lnTo>
                        <a:pt x="172" y="14"/>
                      </a:lnTo>
                      <a:lnTo>
                        <a:pt x="176" y="10"/>
                      </a:lnTo>
                      <a:lnTo>
                        <a:pt x="176" y="6"/>
                      </a:lnTo>
                      <a:lnTo>
                        <a:pt x="180" y="6"/>
                      </a:lnTo>
                      <a:lnTo>
                        <a:pt x="180" y="10"/>
                      </a:lnTo>
                      <a:lnTo>
                        <a:pt x="184" y="10"/>
                      </a:lnTo>
                      <a:lnTo>
                        <a:pt x="180" y="10"/>
                      </a:lnTo>
                      <a:lnTo>
                        <a:pt x="184" y="10"/>
                      </a:lnTo>
                      <a:lnTo>
                        <a:pt x="180" y="14"/>
                      </a:lnTo>
                      <a:lnTo>
                        <a:pt x="176" y="14"/>
                      </a:lnTo>
                      <a:lnTo>
                        <a:pt x="176" y="18"/>
                      </a:lnTo>
                      <a:lnTo>
                        <a:pt x="180" y="18"/>
                      </a:lnTo>
                      <a:lnTo>
                        <a:pt x="184" y="14"/>
                      </a:lnTo>
                      <a:lnTo>
                        <a:pt x="184" y="18"/>
                      </a:lnTo>
                      <a:lnTo>
                        <a:pt x="188" y="18"/>
                      </a:lnTo>
                      <a:lnTo>
                        <a:pt x="188" y="14"/>
                      </a:lnTo>
                      <a:lnTo>
                        <a:pt x="192" y="14"/>
                      </a:lnTo>
                      <a:lnTo>
                        <a:pt x="196" y="14"/>
                      </a:lnTo>
                      <a:lnTo>
                        <a:pt x="198" y="14"/>
                      </a:lnTo>
                      <a:lnTo>
                        <a:pt x="196" y="10"/>
                      </a:lnTo>
                      <a:lnTo>
                        <a:pt x="198" y="10"/>
                      </a:lnTo>
                      <a:lnTo>
                        <a:pt x="198" y="14"/>
                      </a:lnTo>
                      <a:lnTo>
                        <a:pt x="202" y="14"/>
                      </a:lnTo>
                      <a:lnTo>
                        <a:pt x="202" y="10"/>
                      </a:lnTo>
                      <a:lnTo>
                        <a:pt x="202" y="14"/>
                      </a:lnTo>
                      <a:lnTo>
                        <a:pt x="206" y="14"/>
                      </a:lnTo>
                      <a:lnTo>
                        <a:pt x="210" y="14"/>
                      </a:lnTo>
                      <a:lnTo>
                        <a:pt x="214" y="14"/>
                      </a:lnTo>
                      <a:lnTo>
                        <a:pt x="218" y="14"/>
                      </a:lnTo>
                      <a:lnTo>
                        <a:pt x="218" y="18"/>
                      </a:lnTo>
                      <a:lnTo>
                        <a:pt x="222" y="18"/>
                      </a:lnTo>
                      <a:lnTo>
                        <a:pt x="224" y="18"/>
                      </a:lnTo>
                      <a:lnTo>
                        <a:pt x="228" y="18"/>
                      </a:lnTo>
                      <a:lnTo>
                        <a:pt x="232" y="18"/>
                      </a:lnTo>
                      <a:lnTo>
                        <a:pt x="236" y="18"/>
                      </a:lnTo>
                      <a:lnTo>
                        <a:pt x="236" y="22"/>
                      </a:lnTo>
                      <a:lnTo>
                        <a:pt x="236" y="22"/>
                      </a:lnTo>
                      <a:lnTo>
                        <a:pt x="236" y="22"/>
                      </a:lnTo>
                      <a:close/>
                      <a:moveTo>
                        <a:pt x="56" y="104"/>
                      </a:moveTo>
                      <a:lnTo>
                        <a:pt x="52" y="100"/>
                      </a:lnTo>
                      <a:lnTo>
                        <a:pt x="52" y="96"/>
                      </a:lnTo>
                      <a:lnTo>
                        <a:pt x="50" y="96"/>
                      </a:lnTo>
                      <a:lnTo>
                        <a:pt x="50" y="92"/>
                      </a:lnTo>
                      <a:lnTo>
                        <a:pt x="52" y="92"/>
                      </a:lnTo>
                      <a:lnTo>
                        <a:pt x="56" y="92"/>
                      </a:lnTo>
                      <a:lnTo>
                        <a:pt x="60" y="92"/>
                      </a:lnTo>
                      <a:lnTo>
                        <a:pt x="64" y="92"/>
                      </a:lnTo>
                      <a:lnTo>
                        <a:pt x="68" y="92"/>
                      </a:lnTo>
                      <a:lnTo>
                        <a:pt x="72" y="92"/>
                      </a:lnTo>
                      <a:lnTo>
                        <a:pt x="76" y="92"/>
                      </a:lnTo>
                      <a:lnTo>
                        <a:pt x="80" y="92"/>
                      </a:lnTo>
                      <a:lnTo>
                        <a:pt x="80" y="96"/>
                      </a:lnTo>
                      <a:lnTo>
                        <a:pt x="82" y="96"/>
                      </a:lnTo>
                      <a:lnTo>
                        <a:pt x="82" y="92"/>
                      </a:lnTo>
                      <a:lnTo>
                        <a:pt x="80" y="92"/>
                      </a:lnTo>
                      <a:lnTo>
                        <a:pt x="76" y="92"/>
                      </a:lnTo>
                      <a:lnTo>
                        <a:pt x="72" y="92"/>
                      </a:lnTo>
                      <a:lnTo>
                        <a:pt x="68" y="88"/>
                      </a:lnTo>
                      <a:lnTo>
                        <a:pt x="64" y="88"/>
                      </a:lnTo>
                      <a:lnTo>
                        <a:pt x="60" y="88"/>
                      </a:lnTo>
                      <a:lnTo>
                        <a:pt x="64" y="88"/>
                      </a:lnTo>
                      <a:lnTo>
                        <a:pt x="68" y="88"/>
                      </a:lnTo>
                      <a:lnTo>
                        <a:pt x="72" y="86"/>
                      </a:lnTo>
                      <a:lnTo>
                        <a:pt x="76" y="86"/>
                      </a:lnTo>
                      <a:lnTo>
                        <a:pt x="80" y="86"/>
                      </a:lnTo>
                      <a:lnTo>
                        <a:pt x="82" y="86"/>
                      </a:lnTo>
                      <a:lnTo>
                        <a:pt x="86" y="86"/>
                      </a:lnTo>
                      <a:lnTo>
                        <a:pt x="90" y="86"/>
                      </a:lnTo>
                      <a:lnTo>
                        <a:pt x="90" y="82"/>
                      </a:lnTo>
                      <a:lnTo>
                        <a:pt x="94" y="82"/>
                      </a:lnTo>
                      <a:lnTo>
                        <a:pt x="90" y="82"/>
                      </a:lnTo>
                      <a:lnTo>
                        <a:pt x="86" y="82"/>
                      </a:lnTo>
                      <a:lnTo>
                        <a:pt x="86" y="86"/>
                      </a:lnTo>
                      <a:lnTo>
                        <a:pt x="82" y="86"/>
                      </a:lnTo>
                      <a:lnTo>
                        <a:pt x="80" y="86"/>
                      </a:lnTo>
                      <a:lnTo>
                        <a:pt x="76" y="86"/>
                      </a:lnTo>
                      <a:lnTo>
                        <a:pt x="72" y="82"/>
                      </a:lnTo>
                      <a:lnTo>
                        <a:pt x="68" y="82"/>
                      </a:lnTo>
                      <a:lnTo>
                        <a:pt x="68" y="86"/>
                      </a:lnTo>
                      <a:lnTo>
                        <a:pt x="64" y="86"/>
                      </a:lnTo>
                      <a:lnTo>
                        <a:pt x="60" y="86"/>
                      </a:lnTo>
                      <a:lnTo>
                        <a:pt x="56" y="86"/>
                      </a:lnTo>
                      <a:lnTo>
                        <a:pt x="52" y="86"/>
                      </a:lnTo>
                      <a:lnTo>
                        <a:pt x="50" y="86"/>
                      </a:lnTo>
                      <a:lnTo>
                        <a:pt x="50" y="88"/>
                      </a:lnTo>
                      <a:lnTo>
                        <a:pt x="46" y="86"/>
                      </a:lnTo>
                      <a:lnTo>
                        <a:pt x="46" y="82"/>
                      </a:lnTo>
                      <a:lnTo>
                        <a:pt x="46" y="78"/>
                      </a:lnTo>
                      <a:lnTo>
                        <a:pt x="50" y="78"/>
                      </a:lnTo>
                      <a:lnTo>
                        <a:pt x="52" y="78"/>
                      </a:lnTo>
                      <a:lnTo>
                        <a:pt x="52" y="82"/>
                      </a:lnTo>
                      <a:lnTo>
                        <a:pt x="56" y="82"/>
                      </a:lnTo>
                      <a:lnTo>
                        <a:pt x="52" y="78"/>
                      </a:lnTo>
                      <a:lnTo>
                        <a:pt x="56" y="78"/>
                      </a:lnTo>
                      <a:lnTo>
                        <a:pt x="60" y="78"/>
                      </a:lnTo>
                      <a:lnTo>
                        <a:pt x="64" y="78"/>
                      </a:lnTo>
                      <a:lnTo>
                        <a:pt x="64" y="74"/>
                      </a:lnTo>
                      <a:lnTo>
                        <a:pt x="68" y="74"/>
                      </a:lnTo>
                      <a:lnTo>
                        <a:pt x="72" y="74"/>
                      </a:lnTo>
                      <a:lnTo>
                        <a:pt x="76" y="74"/>
                      </a:lnTo>
                      <a:lnTo>
                        <a:pt x="72" y="70"/>
                      </a:lnTo>
                      <a:lnTo>
                        <a:pt x="76" y="70"/>
                      </a:lnTo>
                      <a:lnTo>
                        <a:pt x="80" y="70"/>
                      </a:lnTo>
                      <a:lnTo>
                        <a:pt x="82" y="70"/>
                      </a:lnTo>
                      <a:lnTo>
                        <a:pt x="86" y="70"/>
                      </a:lnTo>
                      <a:lnTo>
                        <a:pt x="90" y="70"/>
                      </a:lnTo>
                      <a:lnTo>
                        <a:pt x="94" y="70"/>
                      </a:lnTo>
                      <a:lnTo>
                        <a:pt x="98" y="66"/>
                      </a:lnTo>
                      <a:lnTo>
                        <a:pt x="94" y="66"/>
                      </a:lnTo>
                      <a:lnTo>
                        <a:pt x="90" y="66"/>
                      </a:lnTo>
                      <a:lnTo>
                        <a:pt x="90" y="70"/>
                      </a:lnTo>
                      <a:lnTo>
                        <a:pt x="90" y="66"/>
                      </a:lnTo>
                      <a:lnTo>
                        <a:pt x="86" y="66"/>
                      </a:lnTo>
                      <a:lnTo>
                        <a:pt x="82" y="66"/>
                      </a:lnTo>
                      <a:lnTo>
                        <a:pt x="82" y="64"/>
                      </a:lnTo>
                      <a:lnTo>
                        <a:pt x="86" y="64"/>
                      </a:lnTo>
                      <a:lnTo>
                        <a:pt x="90" y="64"/>
                      </a:lnTo>
                      <a:lnTo>
                        <a:pt x="90" y="60"/>
                      </a:lnTo>
                      <a:lnTo>
                        <a:pt x="86" y="60"/>
                      </a:lnTo>
                      <a:lnTo>
                        <a:pt x="82" y="60"/>
                      </a:lnTo>
                      <a:lnTo>
                        <a:pt x="82" y="64"/>
                      </a:lnTo>
                      <a:lnTo>
                        <a:pt x="80" y="64"/>
                      </a:lnTo>
                      <a:lnTo>
                        <a:pt x="80" y="66"/>
                      </a:lnTo>
                      <a:lnTo>
                        <a:pt x="76" y="66"/>
                      </a:lnTo>
                      <a:lnTo>
                        <a:pt x="72" y="66"/>
                      </a:lnTo>
                      <a:lnTo>
                        <a:pt x="68" y="66"/>
                      </a:lnTo>
                      <a:lnTo>
                        <a:pt x="68" y="64"/>
                      </a:lnTo>
                      <a:lnTo>
                        <a:pt x="72" y="64"/>
                      </a:lnTo>
                      <a:lnTo>
                        <a:pt x="72" y="60"/>
                      </a:lnTo>
                      <a:lnTo>
                        <a:pt x="72" y="56"/>
                      </a:lnTo>
                      <a:lnTo>
                        <a:pt x="68" y="56"/>
                      </a:lnTo>
                      <a:lnTo>
                        <a:pt x="68" y="60"/>
                      </a:lnTo>
                      <a:lnTo>
                        <a:pt x="64" y="64"/>
                      </a:lnTo>
                      <a:lnTo>
                        <a:pt x="60" y="64"/>
                      </a:lnTo>
                      <a:lnTo>
                        <a:pt x="60" y="60"/>
                      </a:lnTo>
                      <a:lnTo>
                        <a:pt x="56" y="60"/>
                      </a:lnTo>
                      <a:lnTo>
                        <a:pt x="56" y="64"/>
                      </a:lnTo>
                      <a:lnTo>
                        <a:pt x="56" y="66"/>
                      </a:lnTo>
                      <a:lnTo>
                        <a:pt x="60" y="66"/>
                      </a:lnTo>
                      <a:lnTo>
                        <a:pt x="60" y="70"/>
                      </a:lnTo>
                      <a:lnTo>
                        <a:pt x="56" y="70"/>
                      </a:lnTo>
                      <a:lnTo>
                        <a:pt x="56" y="66"/>
                      </a:lnTo>
                      <a:lnTo>
                        <a:pt x="52" y="70"/>
                      </a:lnTo>
                      <a:lnTo>
                        <a:pt x="50" y="70"/>
                      </a:lnTo>
                      <a:lnTo>
                        <a:pt x="46" y="70"/>
                      </a:lnTo>
                      <a:lnTo>
                        <a:pt x="46" y="74"/>
                      </a:lnTo>
                      <a:lnTo>
                        <a:pt x="50" y="74"/>
                      </a:lnTo>
                      <a:lnTo>
                        <a:pt x="46" y="74"/>
                      </a:lnTo>
                      <a:lnTo>
                        <a:pt x="42" y="74"/>
                      </a:lnTo>
                      <a:lnTo>
                        <a:pt x="38" y="74"/>
                      </a:lnTo>
                      <a:lnTo>
                        <a:pt x="34" y="74"/>
                      </a:lnTo>
                      <a:lnTo>
                        <a:pt x="34" y="70"/>
                      </a:lnTo>
                      <a:lnTo>
                        <a:pt x="30" y="70"/>
                      </a:lnTo>
                      <a:lnTo>
                        <a:pt x="30" y="66"/>
                      </a:lnTo>
                      <a:lnTo>
                        <a:pt x="26" y="66"/>
                      </a:lnTo>
                      <a:lnTo>
                        <a:pt x="30" y="66"/>
                      </a:lnTo>
                      <a:lnTo>
                        <a:pt x="34" y="66"/>
                      </a:lnTo>
                      <a:lnTo>
                        <a:pt x="38" y="66"/>
                      </a:lnTo>
                      <a:lnTo>
                        <a:pt x="38" y="64"/>
                      </a:lnTo>
                      <a:lnTo>
                        <a:pt x="34" y="64"/>
                      </a:lnTo>
                      <a:lnTo>
                        <a:pt x="30" y="64"/>
                      </a:lnTo>
                      <a:lnTo>
                        <a:pt x="26" y="64"/>
                      </a:lnTo>
                      <a:lnTo>
                        <a:pt x="22" y="64"/>
                      </a:lnTo>
                      <a:lnTo>
                        <a:pt x="20" y="64"/>
                      </a:lnTo>
                      <a:lnTo>
                        <a:pt x="16" y="60"/>
                      </a:lnTo>
                      <a:lnTo>
                        <a:pt x="16" y="56"/>
                      </a:lnTo>
                      <a:lnTo>
                        <a:pt x="20" y="56"/>
                      </a:lnTo>
                      <a:lnTo>
                        <a:pt x="16" y="56"/>
                      </a:lnTo>
                      <a:lnTo>
                        <a:pt x="12" y="52"/>
                      </a:lnTo>
                      <a:lnTo>
                        <a:pt x="16" y="52"/>
                      </a:lnTo>
                      <a:lnTo>
                        <a:pt x="20" y="52"/>
                      </a:lnTo>
                      <a:lnTo>
                        <a:pt x="22" y="56"/>
                      </a:lnTo>
                      <a:lnTo>
                        <a:pt x="26" y="56"/>
                      </a:lnTo>
                      <a:lnTo>
                        <a:pt x="26" y="52"/>
                      </a:lnTo>
                      <a:lnTo>
                        <a:pt x="22" y="52"/>
                      </a:lnTo>
                      <a:lnTo>
                        <a:pt x="20" y="52"/>
                      </a:lnTo>
                      <a:lnTo>
                        <a:pt x="20" y="48"/>
                      </a:lnTo>
                      <a:lnTo>
                        <a:pt x="20" y="44"/>
                      </a:lnTo>
                      <a:lnTo>
                        <a:pt x="22" y="44"/>
                      </a:lnTo>
                      <a:lnTo>
                        <a:pt x="22" y="40"/>
                      </a:lnTo>
                      <a:lnTo>
                        <a:pt x="20" y="44"/>
                      </a:lnTo>
                      <a:lnTo>
                        <a:pt x="16" y="44"/>
                      </a:lnTo>
                      <a:lnTo>
                        <a:pt x="16" y="40"/>
                      </a:lnTo>
                      <a:lnTo>
                        <a:pt x="16" y="44"/>
                      </a:lnTo>
                      <a:lnTo>
                        <a:pt x="16" y="48"/>
                      </a:lnTo>
                      <a:lnTo>
                        <a:pt x="12" y="48"/>
                      </a:lnTo>
                      <a:lnTo>
                        <a:pt x="8" y="48"/>
                      </a:lnTo>
                      <a:lnTo>
                        <a:pt x="8" y="44"/>
                      </a:lnTo>
                      <a:lnTo>
                        <a:pt x="4" y="40"/>
                      </a:lnTo>
                      <a:lnTo>
                        <a:pt x="4" y="36"/>
                      </a:lnTo>
                      <a:lnTo>
                        <a:pt x="4" y="34"/>
                      </a:lnTo>
                      <a:lnTo>
                        <a:pt x="8" y="34"/>
                      </a:lnTo>
                      <a:lnTo>
                        <a:pt x="8" y="36"/>
                      </a:lnTo>
                      <a:lnTo>
                        <a:pt x="8" y="34"/>
                      </a:lnTo>
                      <a:lnTo>
                        <a:pt x="4" y="34"/>
                      </a:lnTo>
                      <a:lnTo>
                        <a:pt x="8" y="34"/>
                      </a:lnTo>
                      <a:lnTo>
                        <a:pt x="12" y="34"/>
                      </a:lnTo>
                      <a:lnTo>
                        <a:pt x="12" y="30"/>
                      </a:lnTo>
                      <a:lnTo>
                        <a:pt x="8" y="30"/>
                      </a:lnTo>
                      <a:lnTo>
                        <a:pt x="12" y="30"/>
                      </a:lnTo>
                      <a:lnTo>
                        <a:pt x="16" y="30"/>
                      </a:lnTo>
                      <a:lnTo>
                        <a:pt x="16" y="26"/>
                      </a:lnTo>
                      <a:lnTo>
                        <a:pt x="20" y="26"/>
                      </a:lnTo>
                      <a:lnTo>
                        <a:pt x="20" y="30"/>
                      </a:lnTo>
                      <a:lnTo>
                        <a:pt x="22" y="30"/>
                      </a:lnTo>
                      <a:lnTo>
                        <a:pt x="22" y="34"/>
                      </a:lnTo>
                      <a:lnTo>
                        <a:pt x="26" y="34"/>
                      </a:lnTo>
                      <a:lnTo>
                        <a:pt x="26" y="30"/>
                      </a:lnTo>
                      <a:lnTo>
                        <a:pt x="22" y="30"/>
                      </a:lnTo>
                      <a:lnTo>
                        <a:pt x="22" y="26"/>
                      </a:lnTo>
                      <a:lnTo>
                        <a:pt x="26" y="26"/>
                      </a:lnTo>
                      <a:lnTo>
                        <a:pt x="26" y="30"/>
                      </a:lnTo>
                      <a:lnTo>
                        <a:pt x="30" y="30"/>
                      </a:lnTo>
                      <a:lnTo>
                        <a:pt x="34" y="30"/>
                      </a:lnTo>
                      <a:lnTo>
                        <a:pt x="34" y="26"/>
                      </a:lnTo>
                      <a:lnTo>
                        <a:pt x="42" y="26"/>
                      </a:lnTo>
                      <a:lnTo>
                        <a:pt x="46" y="26"/>
                      </a:lnTo>
                      <a:lnTo>
                        <a:pt x="50" y="26"/>
                      </a:lnTo>
                      <a:lnTo>
                        <a:pt x="50" y="30"/>
                      </a:lnTo>
                      <a:lnTo>
                        <a:pt x="46" y="30"/>
                      </a:lnTo>
                      <a:lnTo>
                        <a:pt x="42" y="30"/>
                      </a:lnTo>
                      <a:lnTo>
                        <a:pt x="38" y="30"/>
                      </a:lnTo>
                      <a:lnTo>
                        <a:pt x="34" y="30"/>
                      </a:lnTo>
                      <a:lnTo>
                        <a:pt x="34" y="34"/>
                      </a:lnTo>
                      <a:lnTo>
                        <a:pt x="30" y="34"/>
                      </a:lnTo>
                      <a:lnTo>
                        <a:pt x="26" y="34"/>
                      </a:lnTo>
                      <a:lnTo>
                        <a:pt x="26" y="36"/>
                      </a:lnTo>
                      <a:lnTo>
                        <a:pt x="30" y="36"/>
                      </a:lnTo>
                      <a:lnTo>
                        <a:pt x="34" y="34"/>
                      </a:lnTo>
                      <a:lnTo>
                        <a:pt x="38" y="34"/>
                      </a:lnTo>
                      <a:lnTo>
                        <a:pt x="42" y="34"/>
                      </a:lnTo>
                      <a:lnTo>
                        <a:pt x="42" y="36"/>
                      </a:lnTo>
                      <a:lnTo>
                        <a:pt x="38" y="36"/>
                      </a:lnTo>
                      <a:lnTo>
                        <a:pt x="42" y="36"/>
                      </a:lnTo>
                      <a:lnTo>
                        <a:pt x="46" y="36"/>
                      </a:lnTo>
                      <a:lnTo>
                        <a:pt x="50" y="40"/>
                      </a:lnTo>
                      <a:lnTo>
                        <a:pt x="50" y="44"/>
                      </a:lnTo>
                      <a:lnTo>
                        <a:pt x="52" y="44"/>
                      </a:lnTo>
                      <a:lnTo>
                        <a:pt x="52" y="40"/>
                      </a:lnTo>
                      <a:lnTo>
                        <a:pt x="50" y="36"/>
                      </a:lnTo>
                      <a:lnTo>
                        <a:pt x="50" y="34"/>
                      </a:lnTo>
                      <a:lnTo>
                        <a:pt x="52" y="34"/>
                      </a:lnTo>
                      <a:lnTo>
                        <a:pt x="56" y="30"/>
                      </a:lnTo>
                      <a:lnTo>
                        <a:pt x="60" y="30"/>
                      </a:lnTo>
                      <a:lnTo>
                        <a:pt x="64" y="30"/>
                      </a:lnTo>
                      <a:lnTo>
                        <a:pt x="64" y="34"/>
                      </a:lnTo>
                      <a:lnTo>
                        <a:pt x="68" y="34"/>
                      </a:lnTo>
                      <a:lnTo>
                        <a:pt x="68" y="36"/>
                      </a:lnTo>
                      <a:lnTo>
                        <a:pt x="72" y="40"/>
                      </a:lnTo>
                      <a:lnTo>
                        <a:pt x="72" y="44"/>
                      </a:lnTo>
                      <a:lnTo>
                        <a:pt x="76" y="44"/>
                      </a:lnTo>
                      <a:lnTo>
                        <a:pt x="76" y="48"/>
                      </a:lnTo>
                      <a:lnTo>
                        <a:pt x="80" y="48"/>
                      </a:lnTo>
                      <a:lnTo>
                        <a:pt x="80" y="52"/>
                      </a:lnTo>
                      <a:lnTo>
                        <a:pt x="82" y="52"/>
                      </a:lnTo>
                      <a:lnTo>
                        <a:pt x="82" y="56"/>
                      </a:lnTo>
                      <a:lnTo>
                        <a:pt x="86" y="52"/>
                      </a:lnTo>
                      <a:lnTo>
                        <a:pt x="82" y="52"/>
                      </a:lnTo>
                      <a:lnTo>
                        <a:pt x="82" y="48"/>
                      </a:lnTo>
                      <a:lnTo>
                        <a:pt x="80" y="48"/>
                      </a:lnTo>
                      <a:lnTo>
                        <a:pt x="80" y="44"/>
                      </a:lnTo>
                      <a:lnTo>
                        <a:pt x="80" y="40"/>
                      </a:lnTo>
                      <a:lnTo>
                        <a:pt x="76" y="40"/>
                      </a:lnTo>
                      <a:lnTo>
                        <a:pt x="76" y="36"/>
                      </a:lnTo>
                      <a:lnTo>
                        <a:pt x="76" y="34"/>
                      </a:lnTo>
                      <a:lnTo>
                        <a:pt x="76" y="30"/>
                      </a:lnTo>
                      <a:lnTo>
                        <a:pt x="72" y="30"/>
                      </a:lnTo>
                      <a:lnTo>
                        <a:pt x="72" y="26"/>
                      </a:lnTo>
                      <a:lnTo>
                        <a:pt x="76" y="26"/>
                      </a:lnTo>
                      <a:lnTo>
                        <a:pt x="80" y="26"/>
                      </a:lnTo>
                      <a:lnTo>
                        <a:pt x="80" y="22"/>
                      </a:lnTo>
                      <a:lnTo>
                        <a:pt x="82" y="22"/>
                      </a:lnTo>
                      <a:lnTo>
                        <a:pt x="86" y="22"/>
                      </a:lnTo>
                      <a:lnTo>
                        <a:pt x="86" y="26"/>
                      </a:lnTo>
                      <a:lnTo>
                        <a:pt x="90" y="26"/>
                      </a:lnTo>
                      <a:lnTo>
                        <a:pt x="90" y="22"/>
                      </a:lnTo>
                      <a:lnTo>
                        <a:pt x="94" y="22"/>
                      </a:lnTo>
                      <a:lnTo>
                        <a:pt x="94" y="26"/>
                      </a:lnTo>
                      <a:lnTo>
                        <a:pt x="98" y="26"/>
                      </a:lnTo>
                      <a:lnTo>
                        <a:pt x="102" y="26"/>
                      </a:lnTo>
                      <a:lnTo>
                        <a:pt x="106" y="30"/>
                      </a:lnTo>
                      <a:lnTo>
                        <a:pt x="108" y="30"/>
                      </a:lnTo>
                      <a:lnTo>
                        <a:pt x="106" y="30"/>
                      </a:lnTo>
                      <a:lnTo>
                        <a:pt x="106" y="34"/>
                      </a:lnTo>
                      <a:lnTo>
                        <a:pt x="102" y="36"/>
                      </a:lnTo>
                      <a:lnTo>
                        <a:pt x="102" y="40"/>
                      </a:lnTo>
                      <a:lnTo>
                        <a:pt x="106" y="40"/>
                      </a:lnTo>
                      <a:lnTo>
                        <a:pt x="106" y="36"/>
                      </a:lnTo>
                      <a:lnTo>
                        <a:pt x="108" y="34"/>
                      </a:lnTo>
                      <a:lnTo>
                        <a:pt x="112" y="34"/>
                      </a:lnTo>
                      <a:lnTo>
                        <a:pt x="116" y="34"/>
                      </a:lnTo>
                      <a:lnTo>
                        <a:pt x="116" y="36"/>
                      </a:lnTo>
                      <a:lnTo>
                        <a:pt x="120" y="36"/>
                      </a:lnTo>
                      <a:lnTo>
                        <a:pt x="120" y="40"/>
                      </a:lnTo>
                      <a:lnTo>
                        <a:pt x="120" y="44"/>
                      </a:lnTo>
                      <a:lnTo>
                        <a:pt x="120" y="48"/>
                      </a:lnTo>
                      <a:lnTo>
                        <a:pt x="124" y="48"/>
                      </a:lnTo>
                      <a:lnTo>
                        <a:pt x="124" y="44"/>
                      </a:lnTo>
                      <a:lnTo>
                        <a:pt x="132" y="48"/>
                      </a:lnTo>
                      <a:lnTo>
                        <a:pt x="136" y="52"/>
                      </a:lnTo>
                      <a:lnTo>
                        <a:pt x="138" y="52"/>
                      </a:lnTo>
                      <a:lnTo>
                        <a:pt x="142" y="52"/>
                      </a:lnTo>
                      <a:lnTo>
                        <a:pt x="146" y="52"/>
                      </a:lnTo>
                      <a:lnTo>
                        <a:pt x="150" y="52"/>
                      </a:lnTo>
                      <a:lnTo>
                        <a:pt x="150" y="56"/>
                      </a:lnTo>
                      <a:lnTo>
                        <a:pt x="154" y="56"/>
                      </a:lnTo>
                      <a:lnTo>
                        <a:pt x="158" y="56"/>
                      </a:lnTo>
                      <a:lnTo>
                        <a:pt x="158" y="60"/>
                      </a:lnTo>
                      <a:lnTo>
                        <a:pt x="154" y="60"/>
                      </a:lnTo>
                      <a:lnTo>
                        <a:pt x="150" y="60"/>
                      </a:lnTo>
                      <a:lnTo>
                        <a:pt x="150" y="64"/>
                      </a:lnTo>
                      <a:lnTo>
                        <a:pt x="146" y="60"/>
                      </a:lnTo>
                      <a:lnTo>
                        <a:pt x="142" y="60"/>
                      </a:lnTo>
                      <a:lnTo>
                        <a:pt x="142" y="64"/>
                      </a:lnTo>
                      <a:lnTo>
                        <a:pt x="138" y="64"/>
                      </a:lnTo>
                      <a:lnTo>
                        <a:pt x="136" y="64"/>
                      </a:lnTo>
                      <a:lnTo>
                        <a:pt x="132" y="64"/>
                      </a:lnTo>
                      <a:lnTo>
                        <a:pt x="128" y="64"/>
                      </a:lnTo>
                      <a:lnTo>
                        <a:pt x="132" y="64"/>
                      </a:lnTo>
                      <a:lnTo>
                        <a:pt x="132" y="66"/>
                      </a:lnTo>
                      <a:lnTo>
                        <a:pt x="128" y="66"/>
                      </a:lnTo>
                      <a:lnTo>
                        <a:pt x="124" y="66"/>
                      </a:lnTo>
                      <a:lnTo>
                        <a:pt x="120" y="66"/>
                      </a:lnTo>
                      <a:lnTo>
                        <a:pt x="120" y="70"/>
                      </a:lnTo>
                      <a:lnTo>
                        <a:pt x="120" y="74"/>
                      </a:lnTo>
                      <a:lnTo>
                        <a:pt x="120" y="78"/>
                      </a:lnTo>
                      <a:lnTo>
                        <a:pt x="116" y="78"/>
                      </a:lnTo>
                      <a:lnTo>
                        <a:pt x="112" y="78"/>
                      </a:lnTo>
                      <a:lnTo>
                        <a:pt x="112" y="82"/>
                      </a:lnTo>
                      <a:lnTo>
                        <a:pt x="112" y="86"/>
                      </a:lnTo>
                      <a:lnTo>
                        <a:pt x="112" y="88"/>
                      </a:lnTo>
                      <a:lnTo>
                        <a:pt x="108" y="92"/>
                      </a:lnTo>
                      <a:lnTo>
                        <a:pt x="106" y="92"/>
                      </a:lnTo>
                      <a:lnTo>
                        <a:pt x="102" y="92"/>
                      </a:lnTo>
                      <a:lnTo>
                        <a:pt x="102" y="96"/>
                      </a:lnTo>
                      <a:lnTo>
                        <a:pt x="98" y="100"/>
                      </a:lnTo>
                      <a:lnTo>
                        <a:pt x="98" y="104"/>
                      </a:lnTo>
                      <a:lnTo>
                        <a:pt x="98" y="108"/>
                      </a:lnTo>
                      <a:lnTo>
                        <a:pt x="94" y="108"/>
                      </a:lnTo>
                      <a:lnTo>
                        <a:pt x="98" y="108"/>
                      </a:lnTo>
                      <a:lnTo>
                        <a:pt x="94" y="110"/>
                      </a:lnTo>
                      <a:lnTo>
                        <a:pt x="90" y="110"/>
                      </a:lnTo>
                      <a:lnTo>
                        <a:pt x="90" y="114"/>
                      </a:lnTo>
                      <a:lnTo>
                        <a:pt x="94" y="114"/>
                      </a:lnTo>
                      <a:lnTo>
                        <a:pt x="94" y="118"/>
                      </a:lnTo>
                      <a:lnTo>
                        <a:pt x="90" y="118"/>
                      </a:lnTo>
                      <a:lnTo>
                        <a:pt x="86" y="118"/>
                      </a:lnTo>
                      <a:lnTo>
                        <a:pt x="82" y="118"/>
                      </a:lnTo>
                      <a:lnTo>
                        <a:pt x="82" y="114"/>
                      </a:lnTo>
                      <a:lnTo>
                        <a:pt x="80" y="114"/>
                      </a:lnTo>
                      <a:lnTo>
                        <a:pt x="76" y="114"/>
                      </a:lnTo>
                      <a:lnTo>
                        <a:pt x="76" y="110"/>
                      </a:lnTo>
                      <a:lnTo>
                        <a:pt x="72" y="110"/>
                      </a:lnTo>
                      <a:lnTo>
                        <a:pt x="76" y="110"/>
                      </a:lnTo>
                      <a:lnTo>
                        <a:pt x="76" y="108"/>
                      </a:lnTo>
                      <a:lnTo>
                        <a:pt x="80" y="108"/>
                      </a:lnTo>
                      <a:lnTo>
                        <a:pt x="82" y="108"/>
                      </a:lnTo>
                      <a:lnTo>
                        <a:pt x="86" y="108"/>
                      </a:lnTo>
                      <a:lnTo>
                        <a:pt x="82" y="108"/>
                      </a:lnTo>
                      <a:lnTo>
                        <a:pt x="80" y="108"/>
                      </a:lnTo>
                      <a:lnTo>
                        <a:pt x="80" y="104"/>
                      </a:lnTo>
                      <a:lnTo>
                        <a:pt x="76" y="108"/>
                      </a:lnTo>
                      <a:lnTo>
                        <a:pt x="72" y="108"/>
                      </a:lnTo>
                      <a:lnTo>
                        <a:pt x="68" y="108"/>
                      </a:lnTo>
                      <a:lnTo>
                        <a:pt x="64" y="108"/>
                      </a:lnTo>
                      <a:lnTo>
                        <a:pt x="64" y="104"/>
                      </a:lnTo>
                      <a:lnTo>
                        <a:pt x="60" y="104"/>
                      </a:lnTo>
                      <a:lnTo>
                        <a:pt x="56" y="104"/>
                      </a:lnTo>
                      <a:lnTo>
                        <a:pt x="56" y="104"/>
                      </a:lnTo>
                      <a:lnTo>
                        <a:pt x="56" y="104"/>
                      </a:lnTo>
                      <a:close/>
                      <a:moveTo>
                        <a:pt x="22" y="74"/>
                      </a:moveTo>
                      <a:lnTo>
                        <a:pt x="20" y="74"/>
                      </a:lnTo>
                      <a:lnTo>
                        <a:pt x="20" y="70"/>
                      </a:lnTo>
                      <a:lnTo>
                        <a:pt x="16" y="70"/>
                      </a:lnTo>
                      <a:lnTo>
                        <a:pt x="16" y="66"/>
                      </a:lnTo>
                      <a:lnTo>
                        <a:pt x="12" y="66"/>
                      </a:lnTo>
                      <a:lnTo>
                        <a:pt x="8" y="66"/>
                      </a:lnTo>
                      <a:lnTo>
                        <a:pt x="8" y="64"/>
                      </a:lnTo>
                      <a:lnTo>
                        <a:pt x="4" y="64"/>
                      </a:lnTo>
                      <a:lnTo>
                        <a:pt x="4" y="60"/>
                      </a:lnTo>
                      <a:lnTo>
                        <a:pt x="0" y="60"/>
                      </a:lnTo>
                      <a:lnTo>
                        <a:pt x="0" y="56"/>
                      </a:lnTo>
                      <a:lnTo>
                        <a:pt x="4" y="56"/>
                      </a:lnTo>
                      <a:lnTo>
                        <a:pt x="8" y="56"/>
                      </a:lnTo>
                      <a:lnTo>
                        <a:pt x="8" y="60"/>
                      </a:lnTo>
                      <a:lnTo>
                        <a:pt x="12" y="64"/>
                      </a:lnTo>
                      <a:lnTo>
                        <a:pt x="16" y="64"/>
                      </a:lnTo>
                      <a:lnTo>
                        <a:pt x="16" y="66"/>
                      </a:lnTo>
                      <a:lnTo>
                        <a:pt x="20" y="66"/>
                      </a:lnTo>
                      <a:lnTo>
                        <a:pt x="22" y="70"/>
                      </a:lnTo>
                      <a:lnTo>
                        <a:pt x="22" y="74"/>
                      </a:lnTo>
                      <a:lnTo>
                        <a:pt x="22" y="74"/>
                      </a:lnTo>
                      <a:lnTo>
                        <a:pt x="22" y="74"/>
                      </a:lnTo>
                      <a:close/>
                      <a:moveTo>
                        <a:pt x="136" y="66"/>
                      </a:moveTo>
                      <a:lnTo>
                        <a:pt x="138" y="66"/>
                      </a:lnTo>
                      <a:lnTo>
                        <a:pt x="142" y="64"/>
                      </a:lnTo>
                      <a:lnTo>
                        <a:pt x="146" y="64"/>
                      </a:lnTo>
                      <a:lnTo>
                        <a:pt x="150" y="64"/>
                      </a:lnTo>
                      <a:lnTo>
                        <a:pt x="154" y="64"/>
                      </a:lnTo>
                      <a:lnTo>
                        <a:pt x="158" y="64"/>
                      </a:lnTo>
                      <a:lnTo>
                        <a:pt x="162" y="64"/>
                      </a:lnTo>
                      <a:lnTo>
                        <a:pt x="166" y="64"/>
                      </a:lnTo>
                      <a:lnTo>
                        <a:pt x="166" y="66"/>
                      </a:lnTo>
                      <a:lnTo>
                        <a:pt x="166" y="70"/>
                      </a:lnTo>
                      <a:lnTo>
                        <a:pt x="168" y="70"/>
                      </a:lnTo>
                      <a:lnTo>
                        <a:pt x="166" y="74"/>
                      </a:lnTo>
                      <a:lnTo>
                        <a:pt x="162" y="74"/>
                      </a:lnTo>
                      <a:lnTo>
                        <a:pt x="162" y="70"/>
                      </a:lnTo>
                      <a:lnTo>
                        <a:pt x="158" y="74"/>
                      </a:lnTo>
                      <a:lnTo>
                        <a:pt x="154" y="74"/>
                      </a:lnTo>
                      <a:lnTo>
                        <a:pt x="150" y="74"/>
                      </a:lnTo>
                      <a:lnTo>
                        <a:pt x="146" y="74"/>
                      </a:lnTo>
                      <a:lnTo>
                        <a:pt x="142" y="74"/>
                      </a:lnTo>
                      <a:lnTo>
                        <a:pt x="146" y="74"/>
                      </a:lnTo>
                      <a:lnTo>
                        <a:pt x="146" y="70"/>
                      </a:lnTo>
                      <a:lnTo>
                        <a:pt x="142" y="70"/>
                      </a:lnTo>
                      <a:lnTo>
                        <a:pt x="142" y="66"/>
                      </a:lnTo>
                      <a:lnTo>
                        <a:pt x="138" y="66"/>
                      </a:lnTo>
                      <a:lnTo>
                        <a:pt x="136" y="66"/>
                      </a:lnTo>
                      <a:lnTo>
                        <a:pt x="136" y="66"/>
                      </a:lnTo>
                      <a:lnTo>
                        <a:pt x="136" y="66"/>
                      </a:lnTo>
                      <a:close/>
                      <a:moveTo>
                        <a:pt x="172" y="100"/>
                      </a:moveTo>
                      <a:lnTo>
                        <a:pt x="168" y="100"/>
                      </a:lnTo>
                      <a:lnTo>
                        <a:pt x="168" y="96"/>
                      </a:lnTo>
                      <a:lnTo>
                        <a:pt x="172" y="92"/>
                      </a:lnTo>
                      <a:lnTo>
                        <a:pt x="168" y="92"/>
                      </a:lnTo>
                      <a:lnTo>
                        <a:pt x="166" y="92"/>
                      </a:lnTo>
                      <a:lnTo>
                        <a:pt x="162" y="92"/>
                      </a:lnTo>
                      <a:lnTo>
                        <a:pt x="158" y="92"/>
                      </a:lnTo>
                      <a:lnTo>
                        <a:pt x="154" y="92"/>
                      </a:lnTo>
                      <a:lnTo>
                        <a:pt x="154" y="96"/>
                      </a:lnTo>
                      <a:lnTo>
                        <a:pt x="150" y="96"/>
                      </a:lnTo>
                      <a:lnTo>
                        <a:pt x="146" y="96"/>
                      </a:lnTo>
                      <a:lnTo>
                        <a:pt x="146" y="92"/>
                      </a:lnTo>
                      <a:lnTo>
                        <a:pt x="150" y="92"/>
                      </a:lnTo>
                      <a:lnTo>
                        <a:pt x="150" y="88"/>
                      </a:lnTo>
                      <a:lnTo>
                        <a:pt x="154" y="88"/>
                      </a:lnTo>
                      <a:lnTo>
                        <a:pt x="154" y="86"/>
                      </a:lnTo>
                      <a:lnTo>
                        <a:pt x="158" y="82"/>
                      </a:lnTo>
                      <a:lnTo>
                        <a:pt x="154" y="82"/>
                      </a:lnTo>
                      <a:lnTo>
                        <a:pt x="150" y="78"/>
                      </a:lnTo>
                      <a:lnTo>
                        <a:pt x="146" y="78"/>
                      </a:lnTo>
                      <a:lnTo>
                        <a:pt x="146" y="74"/>
                      </a:lnTo>
                      <a:lnTo>
                        <a:pt x="150" y="74"/>
                      </a:lnTo>
                      <a:lnTo>
                        <a:pt x="154" y="74"/>
                      </a:lnTo>
                      <a:lnTo>
                        <a:pt x="158" y="74"/>
                      </a:lnTo>
                      <a:lnTo>
                        <a:pt x="162" y="74"/>
                      </a:lnTo>
                      <a:lnTo>
                        <a:pt x="166" y="74"/>
                      </a:lnTo>
                      <a:lnTo>
                        <a:pt x="168" y="74"/>
                      </a:lnTo>
                      <a:lnTo>
                        <a:pt x="176" y="74"/>
                      </a:lnTo>
                      <a:lnTo>
                        <a:pt x="180" y="74"/>
                      </a:lnTo>
                      <a:lnTo>
                        <a:pt x="184" y="74"/>
                      </a:lnTo>
                      <a:lnTo>
                        <a:pt x="184" y="78"/>
                      </a:lnTo>
                      <a:lnTo>
                        <a:pt x="180" y="78"/>
                      </a:lnTo>
                      <a:lnTo>
                        <a:pt x="176" y="78"/>
                      </a:lnTo>
                      <a:lnTo>
                        <a:pt x="180" y="78"/>
                      </a:lnTo>
                      <a:lnTo>
                        <a:pt x="180" y="82"/>
                      </a:lnTo>
                      <a:lnTo>
                        <a:pt x="184" y="82"/>
                      </a:lnTo>
                      <a:lnTo>
                        <a:pt x="188" y="82"/>
                      </a:lnTo>
                      <a:lnTo>
                        <a:pt x="188" y="86"/>
                      </a:lnTo>
                      <a:lnTo>
                        <a:pt x="192" y="86"/>
                      </a:lnTo>
                      <a:lnTo>
                        <a:pt x="192" y="82"/>
                      </a:lnTo>
                      <a:lnTo>
                        <a:pt x="196" y="82"/>
                      </a:lnTo>
                      <a:lnTo>
                        <a:pt x="198" y="86"/>
                      </a:lnTo>
                      <a:lnTo>
                        <a:pt x="202" y="86"/>
                      </a:lnTo>
                      <a:lnTo>
                        <a:pt x="206" y="86"/>
                      </a:lnTo>
                      <a:lnTo>
                        <a:pt x="202" y="86"/>
                      </a:lnTo>
                      <a:lnTo>
                        <a:pt x="198" y="88"/>
                      </a:lnTo>
                      <a:lnTo>
                        <a:pt x="196" y="88"/>
                      </a:lnTo>
                      <a:lnTo>
                        <a:pt x="192" y="88"/>
                      </a:lnTo>
                      <a:lnTo>
                        <a:pt x="192" y="92"/>
                      </a:lnTo>
                      <a:lnTo>
                        <a:pt x="188" y="96"/>
                      </a:lnTo>
                      <a:lnTo>
                        <a:pt x="184" y="96"/>
                      </a:lnTo>
                      <a:lnTo>
                        <a:pt x="180" y="96"/>
                      </a:lnTo>
                      <a:lnTo>
                        <a:pt x="176" y="96"/>
                      </a:lnTo>
                      <a:lnTo>
                        <a:pt x="176" y="100"/>
                      </a:lnTo>
                      <a:lnTo>
                        <a:pt x="172" y="100"/>
                      </a:lnTo>
                      <a:lnTo>
                        <a:pt x="172" y="100"/>
                      </a:lnTo>
                      <a:lnTo>
                        <a:pt x="172" y="100"/>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134" name="Freeform 123">
                  <a:extLst>
                    <a:ext uri="{FF2B5EF4-FFF2-40B4-BE49-F238E27FC236}">
                      <a16:creationId xmlns:a16="http://schemas.microsoft.com/office/drawing/2014/main" id="{F994BFB0-A42C-10EE-E8EE-DEC78F317293}"/>
                    </a:ext>
                  </a:extLst>
                </p:cNvPr>
                <p:cNvSpPr>
                  <a:spLocks noEditPoints="1"/>
                </p:cNvSpPr>
                <p:nvPr/>
              </p:nvSpPr>
              <p:spPr bwMode="gray">
                <a:xfrm>
                  <a:off x="5071280" y="2175172"/>
                  <a:ext cx="326982" cy="556562"/>
                </a:xfrm>
                <a:custGeom>
                  <a:avLst/>
                  <a:gdLst>
                    <a:gd name="T0" fmla="*/ 106 w 188"/>
                    <a:gd name="T1" fmla="*/ 232 h 320"/>
                    <a:gd name="T2" fmla="*/ 98 w 188"/>
                    <a:gd name="T3" fmla="*/ 238 h 320"/>
                    <a:gd name="T4" fmla="*/ 78 w 188"/>
                    <a:gd name="T5" fmla="*/ 250 h 320"/>
                    <a:gd name="T6" fmla="*/ 76 w 188"/>
                    <a:gd name="T7" fmla="*/ 254 h 320"/>
                    <a:gd name="T8" fmla="*/ 82 w 188"/>
                    <a:gd name="T9" fmla="*/ 264 h 320"/>
                    <a:gd name="T10" fmla="*/ 76 w 188"/>
                    <a:gd name="T11" fmla="*/ 280 h 320"/>
                    <a:gd name="T12" fmla="*/ 64 w 188"/>
                    <a:gd name="T13" fmla="*/ 302 h 320"/>
                    <a:gd name="T14" fmla="*/ 46 w 188"/>
                    <a:gd name="T15" fmla="*/ 314 h 320"/>
                    <a:gd name="T16" fmla="*/ 30 w 188"/>
                    <a:gd name="T17" fmla="*/ 320 h 320"/>
                    <a:gd name="T18" fmla="*/ 26 w 188"/>
                    <a:gd name="T19" fmla="*/ 302 h 320"/>
                    <a:gd name="T20" fmla="*/ 18 w 188"/>
                    <a:gd name="T21" fmla="*/ 284 h 320"/>
                    <a:gd name="T22" fmla="*/ 8 w 188"/>
                    <a:gd name="T23" fmla="*/ 264 h 320"/>
                    <a:gd name="T24" fmla="*/ 4 w 188"/>
                    <a:gd name="T25" fmla="*/ 246 h 320"/>
                    <a:gd name="T26" fmla="*/ 8 w 188"/>
                    <a:gd name="T27" fmla="*/ 242 h 320"/>
                    <a:gd name="T28" fmla="*/ 16 w 188"/>
                    <a:gd name="T29" fmla="*/ 220 h 320"/>
                    <a:gd name="T30" fmla="*/ 18 w 188"/>
                    <a:gd name="T31" fmla="*/ 198 h 320"/>
                    <a:gd name="T32" fmla="*/ 22 w 188"/>
                    <a:gd name="T33" fmla="*/ 182 h 320"/>
                    <a:gd name="T34" fmla="*/ 16 w 188"/>
                    <a:gd name="T35" fmla="*/ 162 h 320"/>
                    <a:gd name="T36" fmla="*/ 16 w 188"/>
                    <a:gd name="T37" fmla="*/ 134 h 320"/>
                    <a:gd name="T38" fmla="*/ 46 w 188"/>
                    <a:gd name="T39" fmla="*/ 112 h 320"/>
                    <a:gd name="T40" fmla="*/ 46 w 188"/>
                    <a:gd name="T41" fmla="*/ 98 h 320"/>
                    <a:gd name="T42" fmla="*/ 52 w 188"/>
                    <a:gd name="T43" fmla="*/ 76 h 320"/>
                    <a:gd name="T44" fmla="*/ 76 w 188"/>
                    <a:gd name="T45" fmla="*/ 52 h 320"/>
                    <a:gd name="T46" fmla="*/ 78 w 188"/>
                    <a:gd name="T47" fmla="*/ 30 h 320"/>
                    <a:gd name="T48" fmla="*/ 102 w 188"/>
                    <a:gd name="T49" fmla="*/ 20 h 320"/>
                    <a:gd name="T50" fmla="*/ 128 w 188"/>
                    <a:gd name="T51" fmla="*/ 20 h 320"/>
                    <a:gd name="T52" fmla="*/ 138 w 188"/>
                    <a:gd name="T53" fmla="*/ 4 h 320"/>
                    <a:gd name="T54" fmla="*/ 162 w 188"/>
                    <a:gd name="T55" fmla="*/ 16 h 320"/>
                    <a:gd name="T56" fmla="*/ 176 w 188"/>
                    <a:gd name="T57" fmla="*/ 42 h 320"/>
                    <a:gd name="T58" fmla="*/ 180 w 188"/>
                    <a:gd name="T59" fmla="*/ 64 h 320"/>
                    <a:gd name="T60" fmla="*/ 176 w 188"/>
                    <a:gd name="T61" fmla="*/ 82 h 320"/>
                    <a:gd name="T62" fmla="*/ 158 w 188"/>
                    <a:gd name="T63" fmla="*/ 86 h 320"/>
                    <a:gd name="T64" fmla="*/ 158 w 188"/>
                    <a:gd name="T65" fmla="*/ 90 h 320"/>
                    <a:gd name="T66" fmla="*/ 150 w 188"/>
                    <a:gd name="T67" fmla="*/ 98 h 320"/>
                    <a:gd name="T68" fmla="*/ 142 w 188"/>
                    <a:gd name="T69" fmla="*/ 108 h 320"/>
                    <a:gd name="T70" fmla="*/ 146 w 188"/>
                    <a:gd name="T71" fmla="*/ 120 h 320"/>
                    <a:gd name="T72" fmla="*/ 124 w 188"/>
                    <a:gd name="T73" fmla="*/ 134 h 320"/>
                    <a:gd name="T74" fmla="*/ 116 w 188"/>
                    <a:gd name="T75" fmla="*/ 142 h 320"/>
                    <a:gd name="T76" fmla="*/ 106 w 188"/>
                    <a:gd name="T77" fmla="*/ 150 h 320"/>
                    <a:gd name="T78" fmla="*/ 98 w 188"/>
                    <a:gd name="T79" fmla="*/ 150 h 320"/>
                    <a:gd name="T80" fmla="*/ 90 w 188"/>
                    <a:gd name="T81" fmla="*/ 168 h 320"/>
                    <a:gd name="T82" fmla="*/ 86 w 188"/>
                    <a:gd name="T83" fmla="*/ 178 h 320"/>
                    <a:gd name="T84" fmla="*/ 90 w 188"/>
                    <a:gd name="T85" fmla="*/ 206 h 320"/>
                    <a:gd name="T86" fmla="*/ 108 w 188"/>
                    <a:gd name="T87" fmla="*/ 212 h 320"/>
                    <a:gd name="T88" fmla="*/ 106 w 188"/>
                    <a:gd name="T89" fmla="*/ 232 h 320"/>
                    <a:gd name="T90" fmla="*/ 94 w 188"/>
                    <a:gd name="T91" fmla="*/ 224 h 320"/>
                    <a:gd name="T92" fmla="*/ 94 w 188"/>
                    <a:gd name="T93" fmla="*/ 228 h 320"/>
                    <a:gd name="T94" fmla="*/ 78 w 188"/>
                    <a:gd name="T95" fmla="*/ 228 h 320"/>
                    <a:gd name="T96" fmla="*/ 86 w 188"/>
                    <a:gd name="T97" fmla="*/ 232 h 320"/>
                    <a:gd name="T98" fmla="*/ 90 w 188"/>
                    <a:gd name="T99" fmla="*/ 162 h 320"/>
                    <a:gd name="T100" fmla="*/ 86 w 188"/>
                    <a:gd name="T101" fmla="*/ 232 h 320"/>
                    <a:gd name="T102" fmla="*/ 94 w 188"/>
                    <a:gd name="T103" fmla="*/ 234 h 320"/>
                    <a:gd name="T104" fmla="*/ 106 w 188"/>
                    <a:gd name="T105" fmla="*/ 206 h 320"/>
                    <a:gd name="T106" fmla="*/ 12 w 188"/>
                    <a:gd name="T107" fmla="*/ 258 h 320"/>
                    <a:gd name="T108" fmla="*/ 12 w 188"/>
                    <a:gd name="T109" fmla="*/ 264 h 320"/>
                    <a:gd name="T110" fmla="*/ 108 w 188"/>
                    <a:gd name="T111" fmla="*/ 276 h 320"/>
                    <a:gd name="T112" fmla="*/ 102 w 188"/>
                    <a:gd name="T113" fmla="*/ 272 h 320"/>
                    <a:gd name="T114" fmla="*/ 76 w 188"/>
                    <a:gd name="T115" fmla="*/ 294 h 320"/>
                    <a:gd name="T116" fmla="*/ 86 w 188"/>
                    <a:gd name="T117" fmla="*/ 284 h 320"/>
                    <a:gd name="T118" fmla="*/ 76 w 188"/>
                    <a:gd name="T119" fmla="*/ 302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88" h="320">
                      <a:moveTo>
                        <a:pt x="90" y="234"/>
                      </a:moveTo>
                      <a:lnTo>
                        <a:pt x="94" y="234"/>
                      </a:lnTo>
                      <a:lnTo>
                        <a:pt x="98" y="234"/>
                      </a:lnTo>
                      <a:lnTo>
                        <a:pt x="98" y="232"/>
                      </a:lnTo>
                      <a:lnTo>
                        <a:pt x="98" y="234"/>
                      </a:lnTo>
                      <a:lnTo>
                        <a:pt x="102" y="234"/>
                      </a:lnTo>
                      <a:lnTo>
                        <a:pt x="102" y="232"/>
                      </a:lnTo>
                      <a:lnTo>
                        <a:pt x="106" y="232"/>
                      </a:lnTo>
                      <a:lnTo>
                        <a:pt x="106" y="234"/>
                      </a:lnTo>
                      <a:lnTo>
                        <a:pt x="106" y="232"/>
                      </a:lnTo>
                      <a:lnTo>
                        <a:pt x="108" y="232"/>
                      </a:lnTo>
                      <a:lnTo>
                        <a:pt x="108" y="234"/>
                      </a:lnTo>
                      <a:lnTo>
                        <a:pt x="106" y="234"/>
                      </a:lnTo>
                      <a:lnTo>
                        <a:pt x="102" y="234"/>
                      </a:lnTo>
                      <a:lnTo>
                        <a:pt x="102" y="238"/>
                      </a:lnTo>
                      <a:lnTo>
                        <a:pt x="98" y="238"/>
                      </a:lnTo>
                      <a:lnTo>
                        <a:pt x="98" y="242"/>
                      </a:lnTo>
                      <a:lnTo>
                        <a:pt x="94" y="238"/>
                      </a:lnTo>
                      <a:lnTo>
                        <a:pt x="94" y="242"/>
                      </a:lnTo>
                      <a:lnTo>
                        <a:pt x="90" y="246"/>
                      </a:lnTo>
                      <a:lnTo>
                        <a:pt x="86" y="246"/>
                      </a:lnTo>
                      <a:lnTo>
                        <a:pt x="86" y="250"/>
                      </a:lnTo>
                      <a:lnTo>
                        <a:pt x="82" y="250"/>
                      </a:lnTo>
                      <a:lnTo>
                        <a:pt x="78" y="250"/>
                      </a:lnTo>
                      <a:lnTo>
                        <a:pt x="76" y="250"/>
                      </a:lnTo>
                      <a:lnTo>
                        <a:pt x="72" y="250"/>
                      </a:lnTo>
                      <a:lnTo>
                        <a:pt x="76" y="250"/>
                      </a:lnTo>
                      <a:lnTo>
                        <a:pt x="78" y="250"/>
                      </a:lnTo>
                      <a:lnTo>
                        <a:pt x="82" y="250"/>
                      </a:lnTo>
                      <a:lnTo>
                        <a:pt x="82" y="254"/>
                      </a:lnTo>
                      <a:lnTo>
                        <a:pt x="78" y="254"/>
                      </a:lnTo>
                      <a:lnTo>
                        <a:pt x="76" y="254"/>
                      </a:lnTo>
                      <a:lnTo>
                        <a:pt x="78" y="254"/>
                      </a:lnTo>
                      <a:lnTo>
                        <a:pt x="82" y="254"/>
                      </a:lnTo>
                      <a:lnTo>
                        <a:pt x="82" y="258"/>
                      </a:lnTo>
                      <a:lnTo>
                        <a:pt x="82" y="262"/>
                      </a:lnTo>
                      <a:lnTo>
                        <a:pt x="78" y="262"/>
                      </a:lnTo>
                      <a:lnTo>
                        <a:pt x="82" y="262"/>
                      </a:lnTo>
                      <a:lnTo>
                        <a:pt x="78" y="264"/>
                      </a:lnTo>
                      <a:lnTo>
                        <a:pt x="82" y="264"/>
                      </a:lnTo>
                      <a:lnTo>
                        <a:pt x="78" y="264"/>
                      </a:lnTo>
                      <a:lnTo>
                        <a:pt x="78" y="268"/>
                      </a:lnTo>
                      <a:lnTo>
                        <a:pt x="76" y="264"/>
                      </a:lnTo>
                      <a:lnTo>
                        <a:pt x="78" y="268"/>
                      </a:lnTo>
                      <a:lnTo>
                        <a:pt x="78" y="272"/>
                      </a:lnTo>
                      <a:lnTo>
                        <a:pt x="78" y="276"/>
                      </a:lnTo>
                      <a:lnTo>
                        <a:pt x="78" y="280"/>
                      </a:lnTo>
                      <a:lnTo>
                        <a:pt x="76" y="280"/>
                      </a:lnTo>
                      <a:lnTo>
                        <a:pt x="78" y="284"/>
                      </a:lnTo>
                      <a:lnTo>
                        <a:pt x="76" y="288"/>
                      </a:lnTo>
                      <a:lnTo>
                        <a:pt x="76" y="292"/>
                      </a:lnTo>
                      <a:lnTo>
                        <a:pt x="76" y="294"/>
                      </a:lnTo>
                      <a:lnTo>
                        <a:pt x="72" y="298"/>
                      </a:lnTo>
                      <a:lnTo>
                        <a:pt x="72" y="302"/>
                      </a:lnTo>
                      <a:lnTo>
                        <a:pt x="68" y="306"/>
                      </a:lnTo>
                      <a:lnTo>
                        <a:pt x="64" y="302"/>
                      </a:lnTo>
                      <a:lnTo>
                        <a:pt x="60" y="306"/>
                      </a:lnTo>
                      <a:lnTo>
                        <a:pt x="56" y="302"/>
                      </a:lnTo>
                      <a:lnTo>
                        <a:pt x="52" y="302"/>
                      </a:lnTo>
                      <a:lnTo>
                        <a:pt x="52" y="306"/>
                      </a:lnTo>
                      <a:lnTo>
                        <a:pt x="48" y="306"/>
                      </a:lnTo>
                      <a:lnTo>
                        <a:pt x="48" y="310"/>
                      </a:lnTo>
                      <a:lnTo>
                        <a:pt x="46" y="310"/>
                      </a:lnTo>
                      <a:lnTo>
                        <a:pt x="46" y="314"/>
                      </a:lnTo>
                      <a:lnTo>
                        <a:pt x="46" y="318"/>
                      </a:lnTo>
                      <a:lnTo>
                        <a:pt x="48" y="318"/>
                      </a:lnTo>
                      <a:lnTo>
                        <a:pt x="46" y="318"/>
                      </a:lnTo>
                      <a:lnTo>
                        <a:pt x="46" y="320"/>
                      </a:lnTo>
                      <a:lnTo>
                        <a:pt x="42" y="320"/>
                      </a:lnTo>
                      <a:lnTo>
                        <a:pt x="38" y="320"/>
                      </a:lnTo>
                      <a:lnTo>
                        <a:pt x="34" y="320"/>
                      </a:lnTo>
                      <a:lnTo>
                        <a:pt x="30" y="320"/>
                      </a:lnTo>
                      <a:lnTo>
                        <a:pt x="26" y="320"/>
                      </a:lnTo>
                      <a:lnTo>
                        <a:pt x="26" y="318"/>
                      </a:lnTo>
                      <a:lnTo>
                        <a:pt x="30" y="314"/>
                      </a:lnTo>
                      <a:lnTo>
                        <a:pt x="26" y="310"/>
                      </a:lnTo>
                      <a:lnTo>
                        <a:pt x="22" y="306"/>
                      </a:lnTo>
                      <a:lnTo>
                        <a:pt x="18" y="302"/>
                      </a:lnTo>
                      <a:lnTo>
                        <a:pt x="22" y="302"/>
                      </a:lnTo>
                      <a:lnTo>
                        <a:pt x="26" y="302"/>
                      </a:lnTo>
                      <a:lnTo>
                        <a:pt x="22" y="298"/>
                      </a:lnTo>
                      <a:lnTo>
                        <a:pt x="26" y="298"/>
                      </a:lnTo>
                      <a:lnTo>
                        <a:pt x="26" y="294"/>
                      </a:lnTo>
                      <a:lnTo>
                        <a:pt x="22" y="294"/>
                      </a:lnTo>
                      <a:lnTo>
                        <a:pt x="22" y="292"/>
                      </a:lnTo>
                      <a:lnTo>
                        <a:pt x="22" y="288"/>
                      </a:lnTo>
                      <a:lnTo>
                        <a:pt x="18" y="288"/>
                      </a:lnTo>
                      <a:lnTo>
                        <a:pt x="18" y="284"/>
                      </a:lnTo>
                      <a:lnTo>
                        <a:pt x="16" y="284"/>
                      </a:lnTo>
                      <a:lnTo>
                        <a:pt x="16" y="280"/>
                      </a:lnTo>
                      <a:lnTo>
                        <a:pt x="16" y="276"/>
                      </a:lnTo>
                      <a:lnTo>
                        <a:pt x="12" y="276"/>
                      </a:lnTo>
                      <a:lnTo>
                        <a:pt x="12" y="272"/>
                      </a:lnTo>
                      <a:lnTo>
                        <a:pt x="12" y="268"/>
                      </a:lnTo>
                      <a:lnTo>
                        <a:pt x="8" y="268"/>
                      </a:lnTo>
                      <a:lnTo>
                        <a:pt x="8" y="264"/>
                      </a:lnTo>
                      <a:lnTo>
                        <a:pt x="12" y="264"/>
                      </a:lnTo>
                      <a:lnTo>
                        <a:pt x="12" y="262"/>
                      </a:lnTo>
                      <a:lnTo>
                        <a:pt x="12" y="258"/>
                      </a:lnTo>
                      <a:lnTo>
                        <a:pt x="8" y="258"/>
                      </a:lnTo>
                      <a:lnTo>
                        <a:pt x="4" y="258"/>
                      </a:lnTo>
                      <a:lnTo>
                        <a:pt x="4" y="254"/>
                      </a:lnTo>
                      <a:lnTo>
                        <a:pt x="4" y="250"/>
                      </a:lnTo>
                      <a:lnTo>
                        <a:pt x="4" y="246"/>
                      </a:lnTo>
                      <a:lnTo>
                        <a:pt x="0" y="246"/>
                      </a:lnTo>
                      <a:lnTo>
                        <a:pt x="4" y="246"/>
                      </a:lnTo>
                      <a:lnTo>
                        <a:pt x="4" y="242"/>
                      </a:lnTo>
                      <a:lnTo>
                        <a:pt x="0" y="242"/>
                      </a:lnTo>
                      <a:lnTo>
                        <a:pt x="0" y="238"/>
                      </a:lnTo>
                      <a:lnTo>
                        <a:pt x="4" y="238"/>
                      </a:lnTo>
                      <a:lnTo>
                        <a:pt x="4" y="242"/>
                      </a:lnTo>
                      <a:lnTo>
                        <a:pt x="8" y="242"/>
                      </a:lnTo>
                      <a:lnTo>
                        <a:pt x="12" y="238"/>
                      </a:lnTo>
                      <a:lnTo>
                        <a:pt x="12" y="234"/>
                      </a:lnTo>
                      <a:lnTo>
                        <a:pt x="12" y="232"/>
                      </a:lnTo>
                      <a:lnTo>
                        <a:pt x="8" y="228"/>
                      </a:lnTo>
                      <a:lnTo>
                        <a:pt x="12" y="228"/>
                      </a:lnTo>
                      <a:lnTo>
                        <a:pt x="12" y="224"/>
                      </a:lnTo>
                      <a:lnTo>
                        <a:pt x="12" y="220"/>
                      </a:lnTo>
                      <a:lnTo>
                        <a:pt x="16" y="220"/>
                      </a:lnTo>
                      <a:lnTo>
                        <a:pt x="18" y="220"/>
                      </a:lnTo>
                      <a:lnTo>
                        <a:pt x="18" y="216"/>
                      </a:lnTo>
                      <a:lnTo>
                        <a:pt x="18" y="212"/>
                      </a:lnTo>
                      <a:lnTo>
                        <a:pt x="22" y="208"/>
                      </a:lnTo>
                      <a:lnTo>
                        <a:pt x="22" y="206"/>
                      </a:lnTo>
                      <a:lnTo>
                        <a:pt x="18" y="206"/>
                      </a:lnTo>
                      <a:lnTo>
                        <a:pt x="18" y="202"/>
                      </a:lnTo>
                      <a:lnTo>
                        <a:pt x="18" y="198"/>
                      </a:lnTo>
                      <a:lnTo>
                        <a:pt x="16" y="194"/>
                      </a:lnTo>
                      <a:lnTo>
                        <a:pt x="18" y="194"/>
                      </a:lnTo>
                      <a:lnTo>
                        <a:pt x="22" y="194"/>
                      </a:lnTo>
                      <a:lnTo>
                        <a:pt x="22" y="190"/>
                      </a:lnTo>
                      <a:lnTo>
                        <a:pt x="26" y="190"/>
                      </a:lnTo>
                      <a:lnTo>
                        <a:pt x="26" y="186"/>
                      </a:lnTo>
                      <a:lnTo>
                        <a:pt x="22" y="186"/>
                      </a:lnTo>
                      <a:lnTo>
                        <a:pt x="22" y="182"/>
                      </a:lnTo>
                      <a:lnTo>
                        <a:pt x="18" y="182"/>
                      </a:lnTo>
                      <a:lnTo>
                        <a:pt x="16" y="178"/>
                      </a:lnTo>
                      <a:lnTo>
                        <a:pt x="16" y="176"/>
                      </a:lnTo>
                      <a:lnTo>
                        <a:pt x="16" y="172"/>
                      </a:lnTo>
                      <a:lnTo>
                        <a:pt x="18" y="168"/>
                      </a:lnTo>
                      <a:lnTo>
                        <a:pt x="18" y="164"/>
                      </a:lnTo>
                      <a:lnTo>
                        <a:pt x="16" y="164"/>
                      </a:lnTo>
                      <a:lnTo>
                        <a:pt x="16" y="162"/>
                      </a:lnTo>
                      <a:lnTo>
                        <a:pt x="16" y="158"/>
                      </a:lnTo>
                      <a:lnTo>
                        <a:pt x="16" y="154"/>
                      </a:lnTo>
                      <a:lnTo>
                        <a:pt x="16" y="150"/>
                      </a:lnTo>
                      <a:lnTo>
                        <a:pt x="16" y="146"/>
                      </a:lnTo>
                      <a:lnTo>
                        <a:pt x="12" y="142"/>
                      </a:lnTo>
                      <a:lnTo>
                        <a:pt x="16" y="142"/>
                      </a:lnTo>
                      <a:lnTo>
                        <a:pt x="16" y="138"/>
                      </a:lnTo>
                      <a:lnTo>
                        <a:pt x="16" y="134"/>
                      </a:lnTo>
                      <a:lnTo>
                        <a:pt x="18" y="132"/>
                      </a:lnTo>
                      <a:lnTo>
                        <a:pt x="22" y="128"/>
                      </a:lnTo>
                      <a:lnTo>
                        <a:pt x="26" y="124"/>
                      </a:lnTo>
                      <a:lnTo>
                        <a:pt x="30" y="124"/>
                      </a:lnTo>
                      <a:lnTo>
                        <a:pt x="42" y="124"/>
                      </a:lnTo>
                      <a:lnTo>
                        <a:pt x="46" y="120"/>
                      </a:lnTo>
                      <a:lnTo>
                        <a:pt x="46" y="116"/>
                      </a:lnTo>
                      <a:lnTo>
                        <a:pt x="46" y="112"/>
                      </a:lnTo>
                      <a:lnTo>
                        <a:pt x="42" y="112"/>
                      </a:lnTo>
                      <a:lnTo>
                        <a:pt x="38" y="112"/>
                      </a:lnTo>
                      <a:lnTo>
                        <a:pt x="38" y="108"/>
                      </a:lnTo>
                      <a:lnTo>
                        <a:pt x="42" y="108"/>
                      </a:lnTo>
                      <a:lnTo>
                        <a:pt x="42" y="106"/>
                      </a:lnTo>
                      <a:lnTo>
                        <a:pt x="42" y="102"/>
                      </a:lnTo>
                      <a:lnTo>
                        <a:pt x="46" y="102"/>
                      </a:lnTo>
                      <a:lnTo>
                        <a:pt x="46" y="98"/>
                      </a:lnTo>
                      <a:lnTo>
                        <a:pt x="48" y="94"/>
                      </a:lnTo>
                      <a:lnTo>
                        <a:pt x="48" y="90"/>
                      </a:lnTo>
                      <a:lnTo>
                        <a:pt x="48" y="86"/>
                      </a:lnTo>
                      <a:lnTo>
                        <a:pt x="48" y="82"/>
                      </a:lnTo>
                      <a:lnTo>
                        <a:pt x="52" y="82"/>
                      </a:lnTo>
                      <a:lnTo>
                        <a:pt x="48" y="78"/>
                      </a:lnTo>
                      <a:lnTo>
                        <a:pt x="48" y="76"/>
                      </a:lnTo>
                      <a:lnTo>
                        <a:pt x="52" y="76"/>
                      </a:lnTo>
                      <a:lnTo>
                        <a:pt x="56" y="76"/>
                      </a:lnTo>
                      <a:lnTo>
                        <a:pt x="64" y="72"/>
                      </a:lnTo>
                      <a:lnTo>
                        <a:pt x="60" y="68"/>
                      </a:lnTo>
                      <a:lnTo>
                        <a:pt x="60" y="64"/>
                      </a:lnTo>
                      <a:lnTo>
                        <a:pt x="64" y="64"/>
                      </a:lnTo>
                      <a:lnTo>
                        <a:pt x="68" y="60"/>
                      </a:lnTo>
                      <a:lnTo>
                        <a:pt x="72" y="56"/>
                      </a:lnTo>
                      <a:lnTo>
                        <a:pt x="76" y="52"/>
                      </a:lnTo>
                      <a:lnTo>
                        <a:pt x="76" y="48"/>
                      </a:lnTo>
                      <a:lnTo>
                        <a:pt x="76" y="46"/>
                      </a:lnTo>
                      <a:lnTo>
                        <a:pt x="72" y="46"/>
                      </a:lnTo>
                      <a:lnTo>
                        <a:pt x="72" y="42"/>
                      </a:lnTo>
                      <a:lnTo>
                        <a:pt x="76" y="42"/>
                      </a:lnTo>
                      <a:lnTo>
                        <a:pt x="78" y="38"/>
                      </a:lnTo>
                      <a:lnTo>
                        <a:pt x="78" y="34"/>
                      </a:lnTo>
                      <a:lnTo>
                        <a:pt x="78" y="30"/>
                      </a:lnTo>
                      <a:lnTo>
                        <a:pt x="86" y="26"/>
                      </a:lnTo>
                      <a:lnTo>
                        <a:pt x="90" y="26"/>
                      </a:lnTo>
                      <a:lnTo>
                        <a:pt x="94" y="26"/>
                      </a:lnTo>
                      <a:lnTo>
                        <a:pt x="94" y="30"/>
                      </a:lnTo>
                      <a:lnTo>
                        <a:pt x="98" y="30"/>
                      </a:lnTo>
                      <a:lnTo>
                        <a:pt x="98" y="26"/>
                      </a:lnTo>
                      <a:lnTo>
                        <a:pt x="102" y="22"/>
                      </a:lnTo>
                      <a:lnTo>
                        <a:pt x="102" y="20"/>
                      </a:lnTo>
                      <a:lnTo>
                        <a:pt x="98" y="20"/>
                      </a:lnTo>
                      <a:lnTo>
                        <a:pt x="102" y="16"/>
                      </a:lnTo>
                      <a:lnTo>
                        <a:pt x="106" y="16"/>
                      </a:lnTo>
                      <a:lnTo>
                        <a:pt x="108" y="16"/>
                      </a:lnTo>
                      <a:lnTo>
                        <a:pt x="112" y="16"/>
                      </a:lnTo>
                      <a:lnTo>
                        <a:pt x="120" y="20"/>
                      </a:lnTo>
                      <a:lnTo>
                        <a:pt x="124" y="20"/>
                      </a:lnTo>
                      <a:lnTo>
                        <a:pt x="128" y="20"/>
                      </a:lnTo>
                      <a:lnTo>
                        <a:pt x="132" y="16"/>
                      </a:lnTo>
                      <a:lnTo>
                        <a:pt x="128" y="16"/>
                      </a:lnTo>
                      <a:lnTo>
                        <a:pt x="132" y="12"/>
                      </a:lnTo>
                      <a:lnTo>
                        <a:pt x="132" y="8"/>
                      </a:lnTo>
                      <a:lnTo>
                        <a:pt x="132" y="4"/>
                      </a:lnTo>
                      <a:lnTo>
                        <a:pt x="128" y="0"/>
                      </a:lnTo>
                      <a:lnTo>
                        <a:pt x="134" y="0"/>
                      </a:lnTo>
                      <a:lnTo>
                        <a:pt x="138" y="4"/>
                      </a:lnTo>
                      <a:lnTo>
                        <a:pt x="142" y="8"/>
                      </a:lnTo>
                      <a:lnTo>
                        <a:pt x="146" y="8"/>
                      </a:lnTo>
                      <a:lnTo>
                        <a:pt x="146" y="12"/>
                      </a:lnTo>
                      <a:lnTo>
                        <a:pt x="150" y="12"/>
                      </a:lnTo>
                      <a:lnTo>
                        <a:pt x="150" y="16"/>
                      </a:lnTo>
                      <a:lnTo>
                        <a:pt x="154" y="16"/>
                      </a:lnTo>
                      <a:lnTo>
                        <a:pt x="158" y="16"/>
                      </a:lnTo>
                      <a:lnTo>
                        <a:pt x="162" y="16"/>
                      </a:lnTo>
                      <a:lnTo>
                        <a:pt x="164" y="20"/>
                      </a:lnTo>
                      <a:lnTo>
                        <a:pt x="168" y="20"/>
                      </a:lnTo>
                      <a:lnTo>
                        <a:pt x="176" y="26"/>
                      </a:lnTo>
                      <a:lnTo>
                        <a:pt x="180" y="30"/>
                      </a:lnTo>
                      <a:lnTo>
                        <a:pt x="176" y="30"/>
                      </a:lnTo>
                      <a:lnTo>
                        <a:pt x="176" y="34"/>
                      </a:lnTo>
                      <a:lnTo>
                        <a:pt x="176" y="38"/>
                      </a:lnTo>
                      <a:lnTo>
                        <a:pt x="176" y="42"/>
                      </a:lnTo>
                      <a:lnTo>
                        <a:pt x="180" y="42"/>
                      </a:lnTo>
                      <a:lnTo>
                        <a:pt x="180" y="46"/>
                      </a:lnTo>
                      <a:lnTo>
                        <a:pt x="176" y="48"/>
                      </a:lnTo>
                      <a:lnTo>
                        <a:pt x="180" y="52"/>
                      </a:lnTo>
                      <a:lnTo>
                        <a:pt x="184" y="56"/>
                      </a:lnTo>
                      <a:lnTo>
                        <a:pt x="184" y="60"/>
                      </a:lnTo>
                      <a:lnTo>
                        <a:pt x="184" y="64"/>
                      </a:lnTo>
                      <a:lnTo>
                        <a:pt x="180" y="64"/>
                      </a:lnTo>
                      <a:lnTo>
                        <a:pt x="180" y="68"/>
                      </a:lnTo>
                      <a:lnTo>
                        <a:pt x="180" y="72"/>
                      </a:lnTo>
                      <a:lnTo>
                        <a:pt x="180" y="76"/>
                      </a:lnTo>
                      <a:lnTo>
                        <a:pt x="184" y="76"/>
                      </a:lnTo>
                      <a:lnTo>
                        <a:pt x="188" y="82"/>
                      </a:lnTo>
                      <a:lnTo>
                        <a:pt x="184" y="82"/>
                      </a:lnTo>
                      <a:lnTo>
                        <a:pt x="180" y="82"/>
                      </a:lnTo>
                      <a:lnTo>
                        <a:pt x="176" y="82"/>
                      </a:lnTo>
                      <a:lnTo>
                        <a:pt x="172" y="82"/>
                      </a:lnTo>
                      <a:lnTo>
                        <a:pt x="172" y="86"/>
                      </a:lnTo>
                      <a:lnTo>
                        <a:pt x="168" y="82"/>
                      </a:lnTo>
                      <a:lnTo>
                        <a:pt x="164" y="82"/>
                      </a:lnTo>
                      <a:lnTo>
                        <a:pt x="164" y="78"/>
                      </a:lnTo>
                      <a:lnTo>
                        <a:pt x="164" y="82"/>
                      </a:lnTo>
                      <a:lnTo>
                        <a:pt x="162" y="82"/>
                      </a:lnTo>
                      <a:lnTo>
                        <a:pt x="158" y="86"/>
                      </a:lnTo>
                      <a:lnTo>
                        <a:pt x="162" y="86"/>
                      </a:lnTo>
                      <a:lnTo>
                        <a:pt x="162" y="90"/>
                      </a:lnTo>
                      <a:lnTo>
                        <a:pt x="158" y="86"/>
                      </a:lnTo>
                      <a:lnTo>
                        <a:pt x="154" y="86"/>
                      </a:lnTo>
                      <a:lnTo>
                        <a:pt x="154" y="82"/>
                      </a:lnTo>
                      <a:lnTo>
                        <a:pt x="154" y="86"/>
                      </a:lnTo>
                      <a:lnTo>
                        <a:pt x="158" y="86"/>
                      </a:lnTo>
                      <a:lnTo>
                        <a:pt x="158" y="90"/>
                      </a:lnTo>
                      <a:lnTo>
                        <a:pt x="154" y="90"/>
                      </a:lnTo>
                      <a:lnTo>
                        <a:pt x="158" y="90"/>
                      </a:lnTo>
                      <a:lnTo>
                        <a:pt x="154" y="94"/>
                      </a:lnTo>
                      <a:lnTo>
                        <a:pt x="150" y="94"/>
                      </a:lnTo>
                      <a:lnTo>
                        <a:pt x="150" y="90"/>
                      </a:lnTo>
                      <a:lnTo>
                        <a:pt x="146" y="94"/>
                      </a:lnTo>
                      <a:lnTo>
                        <a:pt x="150" y="94"/>
                      </a:lnTo>
                      <a:lnTo>
                        <a:pt x="150" y="98"/>
                      </a:lnTo>
                      <a:lnTo>
                        <a:pt x="150" y="94"/>
                      </a:lnTo>
                      <a:lnTo>
                        <a:pt x="146" y="94"/>
                      </a:lnTo>
                      <a:lnTo>
                        <a:pt x="150" y="94"/>
                      </a:lnTo>
                      <a:lnTo>
                        <a:pt x="150" y="98"/>
                      </a:lnTo>
                      <a:lnTo>
                        <a:pt x="150" y="102"/>
                      </a:lnTo>
                      <a:lnTo>
                        <a:pt x="146" y="102"/>
                      </a:lnTo>
                      <a:lnTo>
                        <a:pt x="142" y="106"/>
                      </a:lnTo>
                      <a:lnTo>
                        <a:pt x="142" y="108"/>
                      </a:lnTo>
                      <a:lnTo>
                        <a:pt x="146" y="106"/>
                      </a:lnTo>
                      <a:lnTo>
                        <a:pt x="146" y="108"/>
                      </a:lnTo>
                      <a:lnTo>
                        <a:pt x="142" y="108"/>
                      </a:lnTo>
                      <a:lnTo>
                        <a:pt x="146" y="112"/>
                      </a:lnTo>
                      <a:lnTo>
                        <a:pt x="150" y="112"/>
                      </a:lnTo>
                      <a:lnTo>
                        <a:pt x="150" y="116"/>
                      </a:lnTo>
                      <a:lnTo>
                        <a:pt x="146" y="116"/>
                      </a:lnTo>
                      <a:lnTo>
                        <a:pt x="146" y="120"/>
                      </a:lnTo>
                      <a:lnTo>
                        <a:pt x="142" y="124"/>
                      </a:lnTo>
                      <a:lnTo>
                        <a:pt x="138" y="124"/>
                      </a:lnTo>
                      <a:lnTo>
                        <a:pt x="138" y="128"/>
                      </a:lnTo>
                      <a:lnTo>
                        <a:pt x="134" y="132"/>
                      </a:lnTo>
                      <a:lnTo>
                        <a:pt x="132" y="132"/>
                      </a:lnTo>
                      <a:lnTo>
                        <a:pt x="132" y="134"/>
                      </a:lnTo>
                      <a:lnTo>
                        <a:pt x="128" y="134"/>
                      </a:lnTo>
                      <a:lnTo>
                        <a:pt x="124" y="134"/>
                      </a:lnTo>
                      <a:lnTo>
                        <a:pt x="124" y="138"/>
                      </a:lnTo>
                      <a:lnTo>
                        <a:pt x="120" y="138"/>
                      </a:lnTo>
                      <a:lnTo>
                        <a:pt x="120" y="134"/>
                      </a:lnTo>
                      <a:lnTo>
                        <a:pt x="120" y="138"/>
                      </a:lnTo>
                      <a:lnTo>
                        <a:pt x="116" y="138"/>
                      </a:lnTo>
                      <a:lnTo>
                        <a:pt x="116" y="142"/>
                      </a:lnTo>
                      <a:lnTo>
                        <a:pt x="112" y="142"/>
                      </a:lnTo>
                      <a:lnTo>
                        <a:pt x="116" y="142"/>
                      </a:lnTo>
                      <a:lnTo>
                        <a:pt x="112" y="146"/>
                      </a:lnTo>
                      <a:lnTo>
                        <a:pt x="112" y="142"/>
                      </a:lnTo>
                      <a:lnTo>
                        <a:pt x="108" y="142"/>
                      </a:lnTo>
                      <a:lnTo>
                        <a:pt x="112" y="142"/>
                      </a:lnTo>
                      <a:lnTo>
                        <a:pt x="112" y="146"/>
                      </a:lnTo>
                      <a:lnTo>
                        <a:pt x="108" y="146"/>
                      </a:lnTo>
                      <a:lnTo>
                        <a:pt x="106" y="146"/>
                      </a:lnTo>
                      <a:lnTo>
                        <a:pt x="106" y="150"/>
                      </a:lnTo>
                      <a:lnTo>
                        <a:pt x="102" y="150"/>
                      </a:lnTo>
                      <a:lnTo>
                        <a:pt x="106" y="150"/>
                      </a:lnTo>
                      <a:lnTo>
                        <a:pt x="106" y="154"/>
                      </a:lnTo>
                      <a:lnTo>
                        <a:pt x="102" y="154"/>
                      </a:lnTo>
                      <a:lnTo>
                        <a:pt x="98" y="154"/>
                      </a:lnTo>
                      <a:lnTo>
                        <a:pt x="98" y="150"/>
                      </a:lnTo>
                      <a:lnTo>
                        <a:pt x="94" y="150"/>
                      </a:lnTo>
                      <a:lnTo>
                        <a:pt x="98" y="150"/>
                      </a:lnTo>
                      <a:lnTo>
                        <a:pt x="98" y="154"/>
                      </a:lnTo>
                      <a:lnTo>
                        <a:pt x="98" y="158"/>
                      </a:lnTo>
                      <a:lnTo>
                        <a:pt x="98" y="162"/>
                      </a:lnTo>
                      <a:lnTo>
                        <a:pt x="94" y="162"/>
                      </a:lnTo>
                      <a:lnTo>
                        <a:pt x="90" y="162"/>
                      </a:lnTo>
                      <a:lnTo>
                        <a:pt x="90" y="164"/>
                      </a:lnTo>
                      <a:lnTo>
                        <a:pt x="94" y="168"/>
                      </a:lnTo>
                      <a:lnTo>
                        <a:pt x="90" y="168"/>
                      </a:lnTo>
                      <a:lnTo>
                        <a:pt x="90" y="172"/>
                      </a:lnTo>
                      <a:lnTo>
                        <a:pt x="90" y="176"/>
                      </a:lnTo>
                      <a:lnTo>
                        <a:pt x="90" y="178"/>
                      </a:lnTo>
                      <a:lnTo>
                        <a:pt x="94" y="178"/>
                      </a:lnTo>
                      <a:lnTo>
                        <a:pt x="90" y="178"/>
                      </a:lnTo>
                      <a:lnTo>
                        <a:pt x="86" y="178"/>
                      </a:lnTo>
                      <a:lnTo>
                        <a:pt x="90" y="178"/>
                      </a:lnTo>
                      <a:lnTo>
                        <a:pt x="86" y="178"/>
                      </a:lnTo>
                      <a:lnTo>
                        <a:pt x="86" y="182"/>
                      </a:lnTo>
                      <a:lnTo>
                        <a:pt x="86" y="186"/>
                      </a:lnTo>
                      <a:lnTo>
                        <a:pt x="86" y="190"/>
                      </a:lnTo>
                      <a:lnTo>
                        <a:pt x="86" y="194"/>
                      </a:lnTo>
                      <a:lnTo>
                        <a:pt x="86" y="198"/>
                      </a:lnTo>
                      <a:lnTo>
                        <a:pt x="90" y="198"/>
                      </a:lnTo>
                      <a:lnTo>
                        <a:pt x="90" y="202"/>
                      </a:lnTo>
                      <a:lnTo>
                        <a:pt x="90" y="206"/>
                      </a:lnTo>
                      <a:lnTo>
                        <a:pt x="90" y="202"/>
                      </a:lnTo>
                      <a:lnTo>
                        <a:pt x="94" y="202"/>
                      </a:lnTo>
                      <a:lnTo>
                        <a:pt x="94" y="206"/>
                      </a:lnTo>
                      <a:lnTo>
                        <a:pt x="98" y="206"/>
                      </a:lnTo>
                      <a:lnTo>
                        <a:pt x="102" y="208"/>
                      </a:lnTo>
                      <a:lnTo>
                        <a:pt x="106" y="208"/>
                      </a:lnTo>
                      <a:lnTo>
                        <a:pt x="106" y="212"/>
                      </a:lnTo>
                      <a:lnTo>
                        <a:pt x="108" y="212"/>
                      </a:lnTo>
                      <a:lnTo>
                        <a:pt x="106" y="212"/>
                      </a:lnTo>
                      <a:lnTo>
                        <a:pt x="106" y="216"/>
                      </a:lnTo>
                      <a:lnTo>
                        <a:pt x="108" y="216"/>
                      </a:lnTo>
                      <a:lnTo>
                        <a:pt x="112" y="220"/>
                      </a:lnTo>
                      <a:lnTo>
                        <a:pt x="112" y="224"/>
                      </a:lnTo>
                      <a:lnTo>
                        <a:pt x="108" y="224"/>
                      </a:lnTo>
                      <a:lnTo>
                        <a:pt x="108" y="228"/>
                      </a:lnTo>
                      <a:lnTo>
                        <a:pt x="106" y="232"/>
                      </a:lnTo>
                      <a:lnTo>
                        <a:pt x="102" y="232"/>
                      </a:lnTo>
                      <a:lnTo>
                        <a:pt x="106" y="232"/>
                      </a:lnTo>
                      <a:lnTo>
                        <a:pt x="102" y="232"/>
                      </a:lnTo>
                      <a:lnTo>
                        <a:pt x="98" y="232"/>
                      </a:lnTo>
                      <a:lnTo>
                        <a:pt x="94" y="232"/>
                      </a:lnTo>
                      <a:lnTo>
                        <a:pt x="98" y="228"/>
                      </a:lnTo>
                      <a:lnTo>
                        <a:pt x="94" y="228"/>
                      </a:lnTo>
                      <a:lnTo>
                        <a:pt x="94" y="224"/>
                      </a:lnTo>
                      <a:lnTo>
                        <a:pt x="94" y="228"/>
                      </a:lnTo>
                      <a:lnTo>
                        <a:pt x="94" y="224"/>
                      </a:lnTo>
                      <a:lnTo>
                        <a:pt x="90" y="224"/>
                      </a:lnTo>
                      <a:lnTo>
                        <a:pt x="94" y="228"/>
                      </a:lnTo>
                      <a:lnTo>
                        <a:pt x="90" y="228"/>
                      </a:lnTo>
                      <a:lnTo>
                        <a:pt x="90" y="224"/>
                      </a:lnTo>
                      <a:lnTo>
                        <a:pt x="94" y="224"/>
                      </a:lnTo>
                      <a:lnTo>
                        <a:pt x="94" y="228"/>
                      </a:lnTo>
                      <a:lnTo>
                        <a:pt x="94" y="232"/>
                      </a:lnTo>
                      <a:lnTo>
                        <a:pt x="90" y="228"/>
                      </a:lnTo>
                      <a:lnTo>
                        <a:pt x="94" y="228"/>
                      </a:lnTo>
                      <a:lnTo>
                        <a:pt x="90" y="228"/>
                      </a:lnTo>
                      <a:lnTo>
                        <a:pt x="90" y="232"/>
                      </a:lnTo>
                      <a:lnTo>
                        <a:pt x="86" y="228"/>
                      </a:lnTo>
                      <a:lnTo>
                        <a:pt x="82" y="228"/>
                      </a:lnTo>
                      <a:lnTo>
                        <a:pt x="78" y="228"/>
                      </a:lnTo>
                      <a:lnTo>
                        <a:pt x="76" y="232"/>
                      </a:lnTo>
                      <a:lnTo>
                        <a:pt x="72" y="232"/>
                      </a:lnTo>
                      <a:lnTo>
                        <a:pt x="76" y="232"/>
                      </a:lnTo>
                      <a:lnTo>
                        <a:pt x="78" y="232"/>
                      </a:lnTo>
                      <a:lnTo>
                        <a:pt x="82" y="232"/>
                      </a:lnTo>
                      <a:lnTo>
                        <a:pt x="78" y="232"/>
                      </a:lnTo>
                      <a:lnTo>
                        <a:pt x="82" y="232"/>
                      </a:lnTo>
                      <a:lnTo>
                        <a:pt x="86" y="232"/>
                      </a:lnTo>
                      <a:lnTo>
                        <a:pt x="90" y="232"/>
                      </a:lnTo>
                      <a:lnTo>
                        <a:pt x="90" y="234"/>
                      </a:lnTo>
                      <a:lnTo>
                        <a:pt x="86" y="234"/>
                      </a:lnTo>
                      <a:lnTo>
                        <a:pt x="90" y="234"/>
                      </a:lnTo>
                      <a:lnTo>
                        <a:pt x="90" y="234"/>
                      </a:lnTo>
                      <a:lnTo>
                        <a:pt x="90" y="234"/>
                      </a:lnTo>
                      <a:close/>
                      <a:moveTo>
                        <a:pt x="90" y="164"/>
                      </a:moveTo>
                      <a:lnTo>
                        <a:pt x="90" y="162"/>
                      </a:lnTo>
                      <a:lnTo>
                        <a:pt x="90" y="164"/>
                      </a:lnTo>
                      <a:lnTo>
                        <a:pt x="94" y="164"/>
                      </a:lnTo>
                      <a:lnTo>
                        <a:pt x="90" y="164"/>
                      </a:lnTo>
                      <a:lnTo>
                        <a:pt x="90" y="164"/>
                      </a:lnTo>
                      <a:lnTo>
                        <a:pt x="90" y="164"/>
                      </a:lnTo>
                      <a:close/>
                      <a:moveTo>
                        <a:pt x="86" y="232"/>
                      </a:moveTo>
                      <a:lnTo>
                        <a:pt x="90" y="232"/>
                      </a:lnTo>
                      <a:lnTo>
                        <a:pt x="86" y="232"/>
                      </a:lnTo>
                      <a:lnTo>
                        <a:pt x="86" y="232"/>
                      </a:lnTo>
                      <a:lnTo>
                        <a:pt x="86" y="232"/>
                      </a:lnTo>
                      <a:close/>
                      <a:moveTo>
                        <a:pt x="94" y="234"/>
                      </a:moveTo>
                      <a:lnTo>
                        <a:pt x="94" y="232"/>
                      </a:lnTo>
                      <a:lnTo>
                        <a:pt x="98" y="234"/>
                      </a:lnTo>
                      <a:lnTo>
                        <a:pt x="94" y="234"/>
                      </a:lnTo>
                      <a:lnTo>
                        <a:pt x="94" y="234"/>
                      </a:lnTo>
                      <a:lnTo>
                        <a:pt x="94" y="234"/>
                      </a:lnTo>
                      <a:close/>
                      <a:moveTo>
                        <a:pt x="116" y="264"/>
                      </a:moveTo>
                      <a:lnTo>
                        <a:pt x="112" y="264"/>
                      </a:lnTo>
                      <a:lnTo>
                        <a:pt x="116" y="264"/>
                      </a:lnTo>
                      <a:lnTo>
                        <a:pt x="116" y="264"/>
                      </a:lnTo>
                      <a:lnTo>
                        <a:pt x="116" y="264"/>
                      </a:lnTo>
                      <a:close/>
                      <a:moveTo>
                        <a:pt x="106" y="212"/>
                      </a:moveTo>
                      <a:lnTo>
                        <a:pt x="106" y="208"/>
                      </a:lnTo>
                      <a:lnTo>
                        <a:pt x="106" y="206"/>
                      </a:lnTo>
                      <a:lnTo>
                        <a:pt x="106" y="208"/>
                      </a:lnTo>
                      <a:lnTo>
                        <a:pt x="106" y="212"/>
                      </a:lnTo>
                      <a:lnTo>
                        <a:pt x="106" y="212"/>
                      </a:lnTo>
                      <a:lnTo>
                        <a:pt x="106" y="212"/>
                      </a:lnTo>
                      <a:close/>
                      <a:moveTo>
                        <a:pt x="8" y="262"/>
                      </a:moveTo>
                      <a:lnTo>
                        <a:pt x="4" y="262"/>
                      </a:lnTo>
                      <a:lnTo>
                        <a:pt x="8" y="258"/>
                      </a:lnTo>
                      <a:lnTo>
                        <a:pt x="12" y="258"/>
                      </a:lnTo>
                      <a:lnTo>
                        <a:pt x="12" y="262"/>
                      </a:lnTo>
                      <a:lnTo>
                        <a:pt x="8" y="262"/>
                      </a:lnTo>
                      <a:lnTo>
                        <a:pt x="8" y="262"/>
                      </a:lnTo>
                      <a:lnTo>
                        <a:pt x="8" y="262"/>
                      </a:lnTo>
                      <a:close/>
                      <a:moveTo>
                        <a:pt x="8" y="264"/>
                      </a:moveTo>
                      <a:lnTo>
                        <a:pt x="8" y="262"/>
                      </a:lnTo>
                      <a:lnTo>
                        <a:pt x="12" y="262"/>
                      </a:lnTo>
                      <a:lnTo>
                        <a:pt x="12" y="264"/>
                      </a:lnTo>
                      <a:lnTo>
                        <a:pt x="8" y="264"/>
                      </a:lnTo>
                      <a:lnTo>
                        <a:pt x="8" y="264"/>
                      </a:lnTo>
                      <a:lnTo>
                        <a:pt x="8" y="264"/>
                      </a:lnTo>
                      <a:close/>
                      <a:moveTo>
                        <a:pt x="112" y="264"/>
                      </a:moveTo>
                      <a:lnTo>
                        <a:pt x="112" y="268"/>
                      </a:lnTo>
                      <a:lnTo>
                        <a:pt x="108" y="268"/>
                      </a:lnTo>
                      <a:lnTo>
                        <a:pt x="108" y="272"/>
                      </a:lnTo>
                      <a:lnTo>
                        <a:pt x="108" y="276"/>
                      </a:lnTo>
                      <a:lnTo>
                        <a:pt x="108" y="280"/>
                      </a:lnTo>
                      <a:lnTo>
                        <a:pt x="106" y="280"/>
                      </a:lnTo>
                      <a:lnTo>
                        <a:pt x="106" y="284"/>
                      </a:lnTo>
                      <a:lnTo>
                        <a:pt x="102" y="288"/>
                      </a:lnTo>
                      <a:lnTo>
                        <a:pt x="102" y="284"/>
                      </a:lnTo>
                      <a:lnTo>
                        <a:pt x="102" y="280"/>
                      </a:lnTo>
                      <a:lnTo>
                        <a:pt x="102" y="276"/>
                      </a:lnTo>
                      <a:lnTo>
                        <a:pt x="102" y="272"/>
                      </a:lnTo>
                      <a:lnTo>
                        <a:pt x="106" y="268"/>
                      </a:lnTo>
                      <a:lnTo>
                        <a:pt x="108" y="264"/>
                      </a:lnTo>
                      <a:lnTo>
                        <a:pt x="112" y="264"/>
                      </a:lnTo>
                      <a:lnTo>
                        <a:pt x="112" y="264"/>
                      </a:lnTo>
                      <a:lnTo>
                        <a:pt x="112" y="264"/>
                      </a:lnTo>
                      <a:close/>
                      <a:moveTo>
                        <a:pt x="76" y="302"/>
                      </a:moveTo>
                      <a:lnTo>
                        <a:pt x="76" y="298"/>
                      </a:lnTo>
                      <a:lnTo>
                        <a:pt x="76" y="294"/>
                      </a:lnTo>
                      <a:lnTo>
                        <a:pt x="78" y="292"/>
                      </a:lnTo>
                      <a:lnTo>
                        <a:pt x="78" y="288"/>
                      </a:lnTo>
                      <a:lnTo>
                        <a:pt x="82" y="288"/>
                      </a:lnTo>
                      <a:lnTo>
                        <a:pt x="82" y="284"/>
                      </a:lnTo>
                      <a:lnTo>
                        <a:pt x="82" y="280"/>
                      </a:lnTo>
                      <a:lnTo>
                        <a:pt x="86" y="276"/>
                      </a:lnTo>
                      <a:lnTo>
                        <a:pt x="86" y="280"/>
                      </a:lnTo>
                      <a:lnTo>
                        <a:pt x="86" y="284"/>
                      </a:lnTo>
                      <a:lnTo>
                        <a:pt x="82" y="284"/>
                      </a:lnTo>
                      <a:lnTo>
                        <a:pt x="82" y="288"/>
                      </a:lnTo>
                      <a:lnTo>
                        <a:pt x="82" y="292"/>
                      </a:lnTo>
                      <a:lnTo>
                        <a:pt x="78" y="292"/>
                      </a:lnTo>
                      <a:lnTo>
                        <a:pt x="78" y="294"/>
                      </a:lnTo>
                      <a:lnTo>
                        <a:pt x="78" y="298"/>
                      </a:lnTo>
                      <a:lnTo>
                        <a:pt x="78" y="302"/>
                      </a:lnTo>
                      <a:lnTo>
                        <a:pt x="76" y="302"/>
                      </a:lnTo>
                      <a:lnTo>
                        <a:pt x="76" y="302"/>
                      </a:lnTo>
                      <a:lnTo>
                        <a:pt x="76" y="302"/>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135" name="Freeform 124">
                  <a:extLst>
                    <a:ext uri="{FF2B5EF4-FFF2-40B4-BE49-F238E27FC236}">
                      <a16:creationId xmlns:a16="http://schemas.microsoft.com/office/drawing/2014/main" id="{24DE78BD-158A-6128-B3D2-30696360EA75}"/>
                    </a:ext>
                  </a:extLst>
                </p:cNvPr>
                <p:cNvSpPr>
                  <a:spLocks noEditPoints="1"/>
                </p:cNvSpPr>
                <p:nvPr/>
              </p:nvSpPr>
              <p:spPr bwMode="gray">
                <a:xfrm>
                  <a:off x="4949530" y="3013495"/>
                  <a:ext cx="107834" cy="69570"/>
                </a:xfrm>
                <a:custGeom>
                  <a:avLst/>
                  <a:gdLst>
                    <a:gd name="T0" fmla="*/ 6 w 62"/>
                    <a:gd name="T1" fmla="*/ 14 h 40"/>
                    <a:gd name="T2" fmla="*/ 10 w 62"/>
                    <a:gd name="T3" fmla="*/ 10 h 40"/>
                    <a:gd name="T4" fmla="*/ 10 w 62"/>
                    <a:gd name="T5" fmla="*/ 6 h 40"/>
                    <a:gd name="T6" fmla="*/ 18 w 62"/>
                    <a:gd name="T7" fmla="*/ 6 h 40"/>
                    <a:gd name="T8" fmla="*/ 18 w 62"/>
                    <a:gd name="T9" fmla="*/ 6 h 40"/>
                    <a:gd name="T10" fmla="*/ 18 w 62"/>
                    <a:gd name="T11" fmla="*/ 6 h 40"/>
                    <a:gd name="T12" fmla="*/ 22 w 62"/>
                    <a:gd name="T13" fmla="*/ 4 h 40"/>
                    <a:gd name="T14" fmla="*/ 22 w 62"/>
                    <a:gd name="T15" fmla="*/ 4 h 40"/>
                    <a:gd name="T16" fmla="*/ 26 w 62"/>
                    <a:gd name="T17" fmla="*/ 4 h 40"/>
                    <a:gd name="T18" fmla="*/ 28 w 62"/>
                    <a:gd name="T19" fmla="*/ 4 h 40"/>
                    <a:gd name="T20" fmla="*/ 32 w 62"/>
                    <a:gd name="T21" fmla="*/ 4 h 40"/>
                    <a:gd name="T22" fmla="*/ 36 w 62"/>
                    <a:gd name="T23" fmla="*/ 4 h 40"/>
                    <a:gd name="T24" fmla="*/ 32 w 62"/>
                    <a:gd name="T25" fmla="*/ 4 h 40"/>
                    <a:gd name="T26" fmla="*/ 36 w 62"/>
                    <a:gd name="T27" fmla="*/ 0 h 40"/>
                    <a:gd name="T28" fmla="*/ 36 w 62"/>
                    <a:gd name="T29" fmla="*/ 0 h 40"/>
                    <a:gd name="T30" fmla="*/ 40 w 62"/>
                    <a:gd name="T31" fmla="*/ 0 h 40"/>
                    <a:gd name="T32" fmla="*/ 40 w 62"/>
                    <a:gd name="T33" fmla="*/ 4 h 40"/>
                    <a:gd name="T34" fmla="*/ 48 w 62"/>
                    <a:gd name="T35" fmla="*/ 4 h 40"/>
                    <a:gd name="T36" fmla="*/ 52 w 62"/>
                    <a:gd name="T37" fmla="*/ 6 h 40"/>
                    <a:gd name="T38" fmla="*/ 48 w 62"/>
                    <a:gd name="T39" fmla="*/ 10 h 40"/>
                    <a:gd name="T40" fmla="*/ 48 w 62"/>
                    <a:gd name="T41" fmla="*/ 14 h 40"/>
                    <a:gd name="T42" fmla="*/ 52 w 62"/>
                    <a:gd name="T43" fmla="*/ 14 h 40"/>
                    <a:gd name="T44" fmla="*/ 52 w 62"/>
                    <a:gd name="T45" fmla="*/ 18 h 40"/>
                    <a:gd name="T46" fmla="*/ 56 w 62"/>
                    <a:gd name="T47" fmla="*/ 18 h 40"/>
                    <a:gd name="T48" fmla="*/ 58 w 62"/>
                    <a:gd name="T49" fmla="*/ 14 h 40"/>
                    <a:gd name="T50" fmla="*/ 62 w 62"/>
                    <a:gd name="T51" fmla="*/ 22 h 40"/>
                    <a:gd name="T52" fmla="*/ 62 w 62"/>
                    <a:gd name="T53" fmla="*/ 26 h 40"/>
                    <a:gd name="T54" fmla="*/ 58 w 62"/>
                    <a:gd name="T55" fmla="*/ 22 h 40"/>
                    <a:gd name="T56" fmla="*/ 56 w 62"/>
                    <a:gd name="T57" fmla="*/ 26 h 40"/>
                    <a:gd name="T58" fmla="*/ 56 w 62"/>
                    <a:gd name="T59" fmla="*/ 30 h 40"/>
                    <a:gd name="T60" fmla="*/ 56 w 62"/>
                    <a:gd name="T61" fmla="*/ 30 h 40"/>
                    <a:gd name="T62" fmla="*/ 52 w 62"/>
                    <a:gd name="T63" fmla="*/ 30 h 40"/>
                    <a:gd name="T64" fmla="*/ 48 w 62"/>
                    <a:gd name="T65" fmla="*/ 30 h 40"/>
                    <a:gd name="T66" fmla="*/ 44 w 62"/>
                    <a:gd name="T67" fmla="*/ 26 h 40"/>
                    <a:gd name="T68" fmla="*/ 44 w 62"/>
                    <a:gd name="T69" fmla="*/ 30 h 40"/>
                    <a:gd name="T70" fmla="*/ 40 w 62"/>
                    <a:gd name="T71" fmla="*/ 34 h 40"/>
                    <a:gd name="T72" fmla="*/ 40 w 62"/>
                    <a:gd name="T73" fmla="*/ 36 h 40"/>
                    <a:gd name="T74" fmla="*/ 40 w 62"/>
                    <a:gd name="T75" fmla="*/ 36 h 40"/>
                    <a:gd name="T76" fmla="*/ 40 w 62"/>
                    <a:gd name="T77" fmla="*/ 34 h 40"/>
                    <a:gd name="T78" fmla="*/ 36 w 62"/>
                    <a:gd name="T79" fmla="*/ 34 h 40"/>
                    <a:gd name="T80" fmla="*/ 32 w 62"/>
                    <a:gd name="T81" fmla="*/ 30 h 40"/>
                    <a:gd name="T82" fmla="*/ 32 w 62"/>
                    <a:gd name="T83" fmla="*/ 26 h 40"/>
                    <a:gd name="T84" fmla="*/ 26 w 62"/>
                    <a:gd name="T85" fmla="*/ 36 h 40"/>
                    <a:gd name="T86" fmla="*/ 26 w 62"/>
                    <a:gd name="T87" fmla="*/ 36 h 40"/>
                    <a:gd name="T88" fmla="*/ 22 w 62"/>
                    <a:gd name="T89" fmla="*/ 36 h 40"/>
                    <a:gd name="T90" fmla="*/ 18 w 62"/>
                    <a:gd name="T91" fmla="*/ 36 h 40"/>
                    <a:gd name="T92" fmla="*/ 14 w 62"/>
                    <a:gd name="T93" fmla="*/ 36 h 40"/>
                    <a:gd name="T94" fmla="*/ 10 w 62"/>
                    <a:gd name="T95" fmla="*/ 34 h 40"/>
                    <a:gd name="T96" fmla="*/ 10 w 62"/>
                    <a:gd name="T97" fmla="*/ 26 h 40"/>
                    <a:gd name="T98" fmla="*/ 2 w 62"/>
                    <a:gd name="T99" fmla="*/ 26 h 40"/>
                    <a:gd name="T100" fmla="*/ 2 w 62"/>
                    <a:gd name="T101" fmla="*/ 30 h 40"/>
                    <a:gd name="T102" fmla="*/ 0 w 62"/>
                    <a:gd name="T103" fmla="*/ 34 h 40"/>
                    <a:gd name="T104" fmla="*/ 0 w 62"/>
                    <a:gd name="T105" fmla="*/ 30 h 40"/>
                    <a:gd name="T106" fmla="*/ 0 w 62"/>
                    <a:gd name="T107" fmla="*/ 26 h 40"/>
                    <a:gd name="T108" fmla="*/ 2 w 62"/>
                    <a:gd name="T109" fmla="*/ 22 h 40"/>
                    <a:gd name="T110" fmla="*/ 2 w 62"/>
                    <a:gd name="T111" fmla="*/ 18 h 40"/>
                    <a:gd name="T112" fmla="*/ 36 w 62"/>
                    <a:gd name="T113"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62" h="40">
                      <a:moveTo>
                        <a:pt x="2" y="18"/>
                      </a:moveTo>
                      <a:lnTo>
                        <a:pt x="6" y="18"/>
                      </a:lnTo>
                      <a:lnTo>
                        <a:pt x="6" y="14"/>
                      </a:lnTo>
                      <a:lnTo>
                        <a:pt x="6" y="14"/>
                      </a:lnTo>
                      <a:lnTo>
                        <a:pt x="6" y="14"/>
                      </a:lnTo>
                      <a:lnTo>
                        <a:pt x="6" y="14"/>
                      </a:lnTo>
                      <a:lnTo>
                        <a:pt x="6" y="14"/>
                      </a:lnTo>
                      <a:lnTo>
                        <a:pt x="10" y="14"/>
                      </a:lnTo>
                      <a:lnTo>
                        <a:pt x="10" y="10"/>
                      </a:lnTo>
                      <a:lnTo>
                        <a:pt x="10" y="10"/>
                      </a:lnTo>
                      <a:lnTo>
                        <a:pt x="10" y="10"/>
                      </a:lnTo>
                      <a:lnTo>
                        <a:pt x="14" y="6"/>
                      </a:lnTo>
                      <a:lnTo>
                        <a:pt x="10" y="6"/>
                      </a:lnTo>
                      <a:lnTo>
                        <a:pt x="10" y="6"/>
                      </a:lnTo>
                      <a:lnTo>
                        <a:pt x="10" y="6"/>
                      </a:lnTo>
                      <a:lnTo>
                        <a:pt x="14" y="6"/>
                      </a:lnTo>
                      <a:lnTo>
                        <a:pt x="14" y="4"/>
                      </a:lnTo>
                      <a:lnTo>
                        <a:pt x="14" y="6"/>
                      </a:lnTo>
                      <a:lnTo>
                        <a:pt x="14" y="6"/>
                      </a:lnTo>
                      <a:lnTo>
                        <a:pt x="18" y="6"/>
                      </a:lnTo>
                      <a:lnTo>
                        <a:pt x="18" y="6"/>
                      </a:lnTo>
                      <a:lnTo>
                        <a:pt x="18" y="6"/>
                      </a:lnTo>
                      <a:lnTo>
                        <a:pt x="18" y="6"/>
                      </a:lnTo>
                      <a:lnTo>
                        <a:pt x="18" y="6"/>
                      </a:lnTo>
                      <a:lnTo>
                        <a:pt x="18" y="6"/>
                      </a:lnTo>
                      <a:lnTo>
                        <a:pt x="18" y="6"/>
                      </a:lnTo>
                      <a:lnTo>
                        <a:pt x="18" y="6"/>
                      </a:lnTo>
                      <a:lnTo>
                        <a:pt x="18" y="6"/>
                      </a:lnTo>
                      <a:lnTo>
                        <a:pt x="18" y="6"/>
                      </a:lnTo>
                      <a:lnTo>
                        <a:pt x="18" y="6"/>
                      </a:lnTo>
                      <a:lnTo>
                        <a:pt x="18" y="6"/>
                      </a:lnTo>
                      <a:lnTo>
                        <a:pt x="18" y="4"/>
                      </a:lnTo>
                      <a:lnTo>
                        <a:pt x="22" y="4"/>
                      </a:lnTo>
                      <a:lnTo>
                        <a:pt x="22" y="4"/>
                      </a:lnTo>
                      <a:lnTo>
                        <a:pt x="22" y="4"/>
                      </a:lnTo>
                      <a:lnTo>
                        <a:pt x="22" y="4"/>
                      </a:lnTo>
                      <a:lnTo>
                        <a:pt x="22" y="4"/>
                      </a:lnTo>
                      <a:lnTo>
                        <a:pt x="22" y="4"/>
                      </a:lnTo>
                      <a:lnTo>
                        <a:pt x="22" y="4"/>
                      </a:lnTo>
                      <a:lnTo>
                        <a:pt x="22" y="4"/>
                      </a:lnTo>
                      <a:lnTo>
                        <a:pt x="22" y="4"/>
                      </a:lnTo>
                      <a:lnTo>
                        <a:pt x="22" y="4"/>
                      </a:lnTo>
                      <a:lnTo>
                        <a:pt x="22" y="4"/>
                      </a:lnTo>
                      <a:lnTo>
                        <a:pt x="22" y="4"/>
                      </a:lnTo>
                      <a:lnTo>
                        <a:pt x="26" y="4"/>
                      </a:lnTo>
                      <a:lnTo>
                        <a:pt x="26" y="4"/>
                      </a:lnTo>
                      <a:lnTo>
                        <a:pt x="28" y="4"/>
                      </a:lnTo>
                      <a:lnTo>
                        <a:pt x="28" y="4"/>
                      </a:lnTo>
                      <a:lnTo>
                        <a:pt x="28" y="4"/>
                      </a:lnTo>
                      <a:lnTo>
                        <a:pt x="28" y="4"/>
                      </a:lnTo>
                      <a:lnTo>
                        <a:pt x="32" y="4"/>
                      </a:lnTo>
                      <a:lnTo>
                        <a:pt x="32" y="4"/>
                      </a:lnTo>
                      <a:lnTo>
                        <a:pt x="32" y="4"/>
                      </a:lnTo>
                      <a:lnTo>
                        <a:pt x="32" y="4"/>
                      </a:lnTo>
                      <a:lnTo>
                        <a:pt x="32" y="4"/>
                      </a:lnTo>
                      <a:lnTo>
                        <a:pt x="36" y="4"/>
                      </a:lnTo>
                      <a:lnTo>
                        <a:pt x="36" y="4"/>
                      </a:lnTo>
                      <a:lnTo>
                        <a:pt x="36" y="4"/>
                      </a:lnTo>
                      <a:lnTo>
                        <a:pt x="36" y="4"/>
                      </a:lnTo>
                      <a:lnTo>
                        <a:pt x="36" y="4"/>
                      </a:lnTo>
                      <a:lnTo>
                        <a:pt x="36" y="4"/>
                      </a:lnTo>
                      <a:lnTo>
                        <a:pt x="32" y="4"/>
                      </a:lnTo>
                      <a:lnTo>
                        <a:pt x="32" y="4"/>
                      </a:lnTo>
                      <a:lnTo>
                        <a:pt x="32" y="4"/>
                      </a:lnTo>
                      <a:lnTo>
                        <a:pt x="32" y="4"/>
                      </a:lnTo>
                      <a:lnTo>
                        <a:pt x="32" y="0"/>
                      </a:lnTo>
                      <a:lnTo>
                        <a:pt x="32" y="0"/>
                      </a:lnTo>
                      <a:lnTo>
                        <a:pt x="32" y="0"/>
                      </a:lnTo>
                      <a:lnTo>
                        <a:pt x="36" y="0"/>
                      </a:lnTo>
                      <a:lnTo>
                        <a:pt x="36" y="0"/>
                      </a:lnTo>
                      <a:lnTo>
                        <a:pt x="36" y="0"/>
                      </a:lnTo>
                      <a:lnTo>
                        <a:pt x="36" y="0"/>
                      </a:lnTo>
                      <a:lnTo>
                        <a:pt x="36" y="0"/>
                      </a:lnTo>
                      <a:lnTo>
                        <a:pt x="36" y="0"/>
                      </a:lnTo>
                      <a:lnTo>
                        <a:pt x="36" y="0"/>
                      </a:lnTo>
                      <a:lnTo>
                        <a:pt x="36" y="4"/>
                      </a:lnTo>
                      <a:lnTo>
                        <a:pt x="36" y="0"/>
                      </a:lnTo>
                      <a:lnTo>
                        <a:pt x="36" y="0"/>
                      </a:lnTo>
                      <a:lnTo>
                        <a:pt x="40" y="0"/>
                      </a:lnTo>
                      <a:lnTo>
                        <a:pt x="40" y="0"/>
                      </a:lnTo>
                      <a:lnTo>
                        <a:pt x="40" y="4"/>
                      </a:lnTo>
                      <a:lnTo>
                        <a:pt x="40" y="4"/>
                      </a:lnTo>
                      <a:lnTo>
                        <a:pt x="40" y="4"/>
                      </a:lnTo>
                      <a:lnTo>
                        <a:pt x="40" y="4"/>
                      </a:lnTo>
                      <a:lnTo>
                        <a:pt x="40" y="4"/>
                      </a:lnTo>
                      <a:lnTo>
                        <a:pt x="40" y="4"/>
                      </a:lnTo>
                      <a:lnTo>
                        <a:pt x="40" y="0"/>
                      </a:lnTo>
                      <a:lnTo>
                        <a:pt x="40" y="4"/>
                      </a:lnTo>
                      <a:lnTo>
                        <a:pt x="44" y="4"/>
                      </a:lnTo>
                      <a:lnTo>
                        <a:pt x="48" y="4"/>
                      </a:lnTo>
                      <a:lnTo>
                        <a:pt x="48" y="4"/>
                      </a:lnTo>
                      <a:lnTo>
                        <a:pt x="48" y="6"/>
                      </a:lnTo>
                      <a:lnTo>
                        <a:pt x="48" y="6"/>
                      </a:lnTo>
                      <a:lnTo>
                        <a:pt x="52" y="6"/>
                      </a:lnTo>
                      <a:lnTo>
                        <a:pt x="52" y="6"/>
                      </a:lnTo>
                      <a:lnTo>
                        <a:pt x="52" y="6"/>
                      </a:lnTo>
                      <a:lnTo>
                        <a:pt x="48" y="6"/>
                      </a:lnTo>
                      <a:lnTo>
                        <a:pt x="48" y="10"/>
                      </a:lnTo>
                      <a:lnTo>
                        <a:pt x="48" y="10"/>
                      </a:lnTo>
                      <a:lnTo>
                        <a:pt x="48" y="10"/>
                      </a:lnTo>
                      <a:lnTo>
                        <a:pt x="48" y="10"/>
                      </a:lnTo>
                      <a:lnTo>
                        <a:pt x="48" y="10"/>
                      </a:lnTo>
                      <a:lnTo>
                        <a:pt x="48" y="10"/>
                      </a:lnTo>
                      <a:lnTo>
                        <a:pt x="48" y="14"/>
                      </a:lnTo>
                      <a:lnTo>
                        <a:pt x="48" y="14"/>
                      </a:lnTo>
                      <a:lnTo>
                        <a:pt x="48" y="14"/>
                      </a:lnTo>
                      <a:lnTo>
                        <a:pt x="48" y="14"/>
                      </a:lnTo>
                      <a:lnTo>
                        <a:pt x="48" y="14"/>
                      </a:lnTo>
                      <a:lnTo>
                        <a:pt x="48" y="14"/>
                      </a:lnTo>
                      <a:lnTo>
                        <a:pt x="52" y="14"/>
                      </a:lnTo>
                      <a:lnTo>
                        <a:pt x="52" y="14"/>
                      </a:lnTo>
                      <a:lnTo>
                        <a:pt x="52" y="14"/>
                      </a:lnTo>
                      <a:lnTo>
                        <a:pt x="56" y="14"/>
                      </a:lnTo>
                      <a:lnTo>
                        <a:pt x="52" y="14"/>
                      </a:lnTo>
                      <a:lnTo>
                        <a:pt x="52" y="18"/>
                      </a:lnTo>
                      <a:lnTo>
                        <a:pt x="56" y="18"/>
                      </a:lnTo>
                      <a:lnTo>
                        <a:pt x="56" y="18"/>
                      </a:lnTo>
                      <a:lnTo>
                        <a:pt x="56" y="18"/>
                      </a:lnTo>
                      <a:lnTo>
                        <a:pt x="56" y="18"/>
                      </a:lnTo>
                      <a:lnTo>
                        <a:pt x="56" y="18"/>
                      </a:lnTo>
                      <a:lnTo>
                        <a:pt x="58" y="18"/>
                      </a:lnTo>
                      <a:lnTo>
                        <a:pt x="58" y="18"/>
                      </a:lnTo>
                      <a:lnTo>
                        <a:pt x="58" y="18"/>
                      </a:lnTo>
                      <a:lnTo>
                        <a:pt x="58" y="14"/>
                      </a:lnTo>
                      <a:lnTo>
                        <a:pt x="58" y="14"/>
                      </a:lnTo>
                      <a:lnTo>
                        <a:pt x="58" y="14"/>
                      </a:lnTo>
                      <a:lnTo>
                        <a:pt x="62" y="14"/>
                      </a:lnTo>
                      <a:lnTo>
                        <a:pt x="62" y="18"/>
                      </a:lnTo>
                      <a:lnTo>
                        <a:pt x="62" y="18"/>
                      </a:lnTo>
                      <a:lnTo>
                        <a:pt x="62" y="22"/>
                      </a:lnTo>
                      <a:lnTo>
                        <a:pt x="62" y="22"/>
                      </a:lnTo>
                      <a:lnTo>
                        <a:pt x="62" y="22"/>
                      </a:lnTo>
                      <a:lnTo>
                        <a:pt x="62" y="22"/>
                      </a:lnTo>
                      <a:lnTo>
                        <a:pt x="62" y="26"/>
                      </a:lnTo>
                      <a:lnTo>
                        <a:pt x="62" y="26"/>
                      </a:lnTo>
                      <a:lnTo>
                        <a:pt x="62" y="26"/>
                      </a:lnTo>
                      <a:lnTo>
                        <a:pt x="58" y="26"/>
                      </a:lnTo>
                      <a:lnTo>
                        <a:pt x="58" y="26"/>
                      </a:lnTo>
                      <a:lnTo>
                        <a:pt x="58" y="22"/>
                      </a:lnTo>
                      <a:lnTo>
                        <a:pt x="58" y="22"/>
                      </a:lnTo>
                      <a:lnTo>
                        <a:pt x="58" y="22"/>
                      </a:lnTo>
                      <a:lnTo>
                        <a:pt x="58" y="22"/>
                      </a:lnTo>
                      <a:lnTo>
                        <a:pt x="56" y="22"/>
                      </a:lnTo>
                      <a:lnTo>
                        <a:pt x="56" y="26"/>
                      </a:lnTo>
                      <a:lnTo>
                        <a:pt x="56" y="26"/>
                      </a:lnTo>
                      <a:lnTo>
                        <a:pt x="56" y="26"/>
                      </a:lnTo>
                      <a:lnTo>
                        <a:pt x="56" y="26"/>
                      </a:lnTo>
                      <a:lnTo>
                        <a:pt x="58" y="30"/>
                      </a:lnTo>
                      <a:lnTo>
                        <a:pt x="58" y="30"/>
                      </a:lnTo>
                      <a:lnTo>
                        <a:pt x="56" y="30"/>
                      </a:lnTo>
                      <a:lnTo>
                        <a:pt x="56" y="30"/>
                      </a:lnTo>
                      <a:lnTo>
                        <a:pt x="56" y="30"/>
                      </a:lnTo>
                      <a:lnTo>
                        <a:pt x="56" y="30"/>
                      </a:lnTo>
                      <a:lnTo>
                        <a:pt x="56" y="30"/>
                      </a:lnTo>
                      <a:lnTo>
                        <a:pt x="56" y="30"/>
                      </a:lnTo>
                      <a:lnTo>
                        <a:pt x="56" y="30"/>
                      </a:lnTo>
                      <a:lnTo>
                        <a:pt x="52" y="30"/>
                      </a:lnTo>
                      <a:lnTo>
                        <a:pt x="52" y="30"/>
                      </a:lnTo>
                      <a:lnTo>
                        <a:pt x="52" y="30"/>
                      </a:lnTo>
                      <a:lnTo>
                        <a:pt x="52" y="30"/>
                      </a:lnTo>
                      <a:lnTo>
                        <a:pt x="52" y="30"/>
                      </a:lnTo>
                      <a:lnTo>
                        <a:pt x="48" y="30"/>
                      </a:lnTo>
                      <a:lnTo>
                        <a:pt x="48" y="30"/>
                      </a:lnTo>
                      <a:lnTo>
                        <a:pt x="48" y="30"/>
                      </a:lnTo>
                      <a:lnTo>
                        <a:pt x="48" y="30"/>
                      </a:lnTo>
                      <a:lnTo>
                        <a:pt x="48" y="26"/>
                      </a:lnTo>
                      <a:lnTo>
                        <a:pt x="48" y="26"/>
                      </a:lnTo>
                      <a:lnTo>
                        <a:pt x="48" y="26"/>
                      </a:lnTo>
                      <a:lnTo>
                        <a:pt x="44" y="26"/>
                      </a:lnTo>
                      <a:lnTo>
                        <a:pt x="44" y="26"/>
                      </a:lnTo>
                      <a:lnTo>
                        <a:pt x="44" y="26"/>
                      </a:lnTo>
                      <a:lnTo>
                        <a:pt x="44" y="30"/>
                      </a:lnTo>
                      <a:lnTo>
                        <a:pt x="44" y="30"/>
                      </a:lnTo>
                      <a:lnTo>
                        <a:pt x="44" y="30"/>
                      </a:lnTo>
                      <a:lnTo>
                        <a:pt x="44" y="30"/>
                      </a:lnTo>
                      <a:lnTo>
                        <a:pt x="44" y="34"/>
                      </a:lnTo>
                      <a:lnTo>
                        <a:pt x="44" y="34"/>
                      </a:lnTo>
                      <a:lnTo>
                        <a:pt x="44" y="34"/>
                      </a:lnTo>
                      <a:lnTo>
                        <a:pt x="40" y="34"/>
                      </a:lnTo>
                      <a:lnTo>
                        <a:pt x="40" y="34"/>
                      </a:lnTo>
                      <a:lnTo>
                        <a:pt x="40" y="36"/>
                      </a:lnTo>
                      <a:lnTo>
                        <a:pt x="40" y="36"/>
                      </a:lnTo>
                      <a:lnTo>
                        <a:pt x="40" y="36"/>
                      </a:lnTo>
                      <a:lnTo>
                        <a:pt x="40" y="36"/>
                      </a:lnTo>
                      <a:lnTo>
                        <a:pt x="40" y="36"/>
                      </a:lnTo>
                      <a:lnTo>
                        <a:pt x="40" y="40"/>
                      </a:lnTo>
                      <a:lnTo>
                        <a:pt x="40" y="40"/>
                      </a:lnTo>
                      <a:lnTo>
                        <a:pt x="40" y="40"/>
                      </a:lnTo>
                      <a:lnTo>
                        <a:pt x="40" y="36"/>
                      </a:lnTo>
                      <a:lnTo>
                        <a:pt x="40" y="36"/>
                      </a:lnTo>
                      <a:lnTo>
                        <a:pt x="40" y="36"/>
                      </a:lnTo>
                      <a:lnTo>
                        <a:pt x="36" y="36"/>
                      </a:lnTo>
                      <a:lnTo>
                        <a:pt x="36" y="36"/>
                      </a:lnTo>
                      <a:lnTo>
                        <a:pt x="40" y="34"/>
                      </a:lnTo>
                      <a:lnTo>
                        <a:pt x="40" y="34"/>
                      </a:lnTo>
                      <a:lnTo>
                        <a:pt x="36" y="34"/>
                      </a:lnTo>
                      <a:lnTo>
                        <a:pt x="36" y="34"/>
                      </a:lnTo>
                      <a:lnTo>
                        <a:pt x="36" y="34"/>
                      </a:lnTo>
                      <a:lnTo>
                        <a:pt x="36" y="34"/>
                      </a:lnTo>
                      <a:lnTo>
                        <a:pt x="36" y="34"/>
                      </a:lnTo>
                      <a:lnTo>
                        <a:pt x="36" y="34"/>
                      </a:lnTo>
                      <a:lnTo>
                        <a:pt x="32" y="30"/>
                      </a:lnTo>
                      <a:lnTo>
                        <a:pt x="32" y="30"/>
                      </a:lnTo>
                      <a:lnTo>
                        <a:pt x="32" y="30"/>
                      </a:lnTo>
                      <a:lnTo>
                        <a:pt x="32" y="30"/>
                      </a:lnTo>
                      <a:lnTo>
                        <a:pt x="32" y="30"/>
                      </a:lnTo>
                      <a:lnTo>
                        <a:pt x="32" y="26"/>
                      </a:lnTo>
                      <a:lnTo>
                        <a:pt x="32" y="26"/>
                      </a:lnTo>
                      <a:lnTo>
                        <a:pt x="32" y="26"/>
                      </a:lnTo>
                      <a:lnTo>
                        <a:pt x="32" y="26"/>
                      </a:lnTo>
                      <a:lnTo>
                        <a:pt x="32" y="26"/>
                      </a:lnTo>
                      <a:lnTo>
                        <a:pt x="28" y="30"/>
                      </a:lnTo>
                      <a:lnTo>
                        <a:pt x="28" y="34"/>
                      </a:lnTo>
                      <a:lnTo>
                        <a:pt x="28" y="34"/>
                      </a:lnTo>
                      <a:lnTo>
                        <a:pt x="26" y="36"/>
                      </a:lnTo>
                      <a:lnTo>
                        <a:pt x="26" y="36"/>
                      </a:lnTo>
                      <a:lnTo>
                        <a:pt x="26" y="36"/>
                      </a:lnTo>
                      <a:lnTo>
                        <a:pt x="26" y="36"/>
                      </a:lnTo>
                      <a:lnTo>
                        <a:pt x="26" y="36"/>
                      </a:lnTo>
                      <a:lnTo>
                        <a:pt x="26" y="36"/>
                      </a:lnTo>
                      <a:lnTo>
                        <a:pt x="26" y="36"/>
                      </a:lnTo>
                      <a:lnTo>
                        <a:pt x="26" y="36"/>
                      </a:lnTo>
                      <a:lnTo>
                        <a:pt x="22" y="36"/>
                      </a:lnTo>
                      <a:lnTo>
                        <a:pt x="22" y="36"/>
                      </a:lnTo>
                      <a:lnTo>
                        <a:pt x="22" y="36"/>
                      </a:lnTo>
                      <a:lnTo>
                        <a:pt x="22" y="36"/>
                      </a:lnTo>
                      <a:lnTo>
                        <a:pt x="18" y="36"/>
                      </a:lnTo>
                      <a:lnTo>
                        <a:pt x="18" y="36"/>
                      </a:lnTo>
                      <a:lnTo>
                        <a:pt x="18" y="36"/>
                      </a:lnTo>
                      <a:lnTo>
                        <a:pt x="18" y="36"/>
                      </a:lnTo>
                      <a:lnTo>
                        <a:pt x="18" y="36"/>
                      </a:lnTo>
                      <a:lnTo>
                        <a:pt x="14" y="36"/>
                      </a:lnTo>
                      <a:lnTo>
                        <a:pt x="14" y="36"/>
                      </a:lnTo>
                      <a:lnTo>
                        <a:pt x="14" y="36"/>
                      </a:lnTo>
                      <a:lnTo>
                        <a:pt x="14" y="36"/>
                      </a:lnTo>
                      <a:lnTo>
                        <a:pt x="14" y="36"/>
                      </a:lnTo>
                      <a:lnTo>
                        <a:pt x="14" y="36"/>
                      </a:lnTo>
                      <a:lnTo>
                        <a:pt x="14" y="36"/>
                      </a:lnTo>
                      <a:lnTo>
                        <a:pt x="10" y="34"/>
                      </a:lnTo>
                      <a:lnTo>
                        <a:pt x="10" y="34"/>
                      </a:lnTo>
                      <a:lnTo>
                        <a:pt x="10" y="34"/>
                      </a:lnTo>
                      <a:lnTo>
                        <a:pt x="10" y="30"/>
                      </a:lnTo>
                      <a:lnTo>
                        <a:pt x="10" y="26"/>
                      </a:lnTo>
                      <a:lnTo>
                        <a:pt x="10" y="26"/>
                      </a:lnTo>
                      <a:lnTo>
                        <a:pt x="10" y="26"/>
                      </a:lnTo>
                      <a:lnTo>
                        <a:pt x="6" y="26"/>
                      </a:lnTo>
                      <a:lnTo>
                        <a:pt x="6" y="26"/>
                      </a:lnTo>
                      <a:lnTo>
                        <a:pt x="6" y="26"/>
                      </a:lnTo>
                      <a:lnTo>
                        <a:pt x="6" y="26"/>
                      </a:lnTo>
                      <a:lnTo>
                        <a:pt x="2" y="26"/>
                      </a:lnTo>
                      <a:lnTo>
                        <a:pt x="2" y="30"/>
                      </a:lnTo>
                      <a:lnTo>
                        <a:pt x="2" y="30"/>
                      </a:lnTo>
                      <a:lnTo>
                        <a:pt x="2" y="30"/>
                      </a:lnTo>
                      <a:lnTo>
                        <a:pt x="2" y="30"/>
                      </a:lnTo>
                      <a:lnTo>
                        <a:pt x="2" y="30"/>
                      </a:lnTo>
                      <a:lnTo>
                        <a:pt x="2" y="34"/>
                      </a:lnTo>
                      <a:lnTo>
                        <a:pt x="0" y="34"/>
                      </a:lnTo>
                      <a:lnTo>
                        <a:pt x="0" y="34"/>
                      </a:lnTo>
                      <a:lnTo>
                        <a:pt x="0" y="34"/>
                      </a:lnTo>
                      <a:lnTo>
                        <a:pt x="0" y="34"/>
                      </a:lnTo>
                      <a:lnTo>
                        <a:pt x="0" y="30"/>
                      </a:lnTo>
                      <a:lnTo>
                        <a:pt x="0" y="30"/>
                      </a:lnTo>
                      <a:lnTo>
                        <a:pt x="0" y="30"/>
                      </a:lnTo>
                      <a:lnTo>
                        <a:pt x="0" y="30"/>
                      </a:lnTo>
                      <a:lnTo>
                        <a:pt x="0" y="30"/>
                      </a:lnTo>
                      <a:lnTo>
                        <a:pt x="0" y="30"/>
                      </a:lnTo>
                      <a:lnTo>
                        <a:pt x="0" y="30"/>
                      </a:lnTo>
                      <a:lnTo>
                        <a:pt x="0" y="30"/>
                      </a:lnTo>
                      <a:lnTo>
                        <a:pt x="0" y="26"/>
                      </a:lnTo>
                      <a:lnTo>
                        <a:pt x="0" y="26"/>
                      </a:lnTo>
                      <a:lnTo>
                        <a:pt x="0" y="26"/>
                      </a:lnTo>
                      <a:lnTo>
                        <a:pt x="0" y="26"/>
                      </a:lnTo>
                      <a:lnTo>
                        <a:pt x="0" y="22"/>
                      </a:lnTo>
                      <a:lnTo>
                        <a:pt x="2" y="22"/>
                      </a:lnTo>
                      <a:lnTo>
                        <a:pt x="2" y="22"/>
                      </a:lnTo>
                      <a:lnTo>
                        <a:pt x="2" y="22"/>
                      </a:lnTo>
                      <a:lnTo>
                        <a:pt x="6" y="18"/>
                      </a:lnTo>
                      <a:lnTo>
                        <a:pt x="2" y="18"/>
                      </a:lnTo>
                      <a:lnTo>
                        <a:pt x="2" y="18"/>
                      </a:lnTo>
                      <a:lnTo>
                        <a:pt x="2" y="18"/>
                      </a:lnTo>
                      <a:close/>
                      <a:moveTo>
                        <a:pt x="36" y="0"/>
                      </a:moveTo>
                      <a:lnTo>
                        <a:pt x="36" y="0"/>
                      </a:lnTo>
                      <a:lnTo>
                        <a:pt x="36" y="0"/>
                      </a:lnTo>
                      <a:lnTo>
                        <a:pt x="36" y="0"/>
                      </a:lnTo>
                      <a:lnTo>
                        <a:pt x="36" y="0"/>
                      </a:lnTo>
                      <a:lnTo>
                        <a:pt x="36" y="0"/>
                      </a:lnTo>
                      <a:lnTo>
                        <a:pt x="36" y="0"/>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136" name="Freeform 125">
                  <a:extLst>
                    <a:ext uri="{FF2B5EF4-FFF2-40B4-BE49-F238E27FC236}">
                      <a16:creationId xmlns:a16="http://schemas.microsoft.com/office/drawing/2014/main" id="{DF324ED4-188B-B705-B727-8FC2BEB77A75}"/>
                    </a:ext>
                  </a:extLst>
                </p:cNvPr>
                <p:cNvSpPr>
                  <a:spLocks/>
                </p:cNvSpPr>
                <p:nvPr/>
              </p:nvSpPr>
              <p:spPr bwMode="gray">
                <a:xfrm>
                  <a:off x="5342604" y="2843048"/>
                  <a:ext cx="441773" cy="285239"/>
                </a:xfrm>
                <a:custGeom>
                  <a:avLst/>
                  <a:gdLst>
                    <a:gd name="T0" fmla="*/ 96 w 254"/>
                    <a:gd name="T1" fmla="*/ 134 h 164"/>
                    <a:gd name="T2" fmla="*/ 104 w 254"/>
                    <a:gd name="T3" fmla="*/ 124 h 164"/>
                    <a:gd name="T4" fmla="*/ 108 w 254"/>
                    <a:gd name="T5" fmla="*/ 124 h 164"/>
                    <a:gd name="T6" fmla="*/ 104 w 254"/>
                    <a:gd name="T7" fmla="*/ 108 h 164"/>
                    <a:gd name="T8" fmla="*/ 100 w 254"/>
                    <a:gd name="T9" fmla="*/ 98 h 164"/>
                    <a:gd name="T10" fmla="*/ 86 w 254"/>
                    <a:gd name="T11" fmla="*/ 90 h 164"/>
                    <a:gd name="T12" fmla="*/ 64 w 254"/>
                    <a:gd name="T13" fmla="*/ 86 h 164"/>
                    <a:gd name="T14" fmla="*/ 46 w 254"/>
                    <a:gd name="T15" fmla="*/ 98 h 164"/>
                    <a:gd name="T16" fmla="*/ 24 w 254"/>
                    <a:gd name="T17" fmla="*/ 94 h 164"/>
                    <a:gd name="T18" fmla="*/ 8 w 254"/>
                    <a:gd name="T19" fmla="*/ 90 h 164"/>
                    <a:gd name="T20" fmla="*/ 4 w 254"/>
                    <a:gd name="T21" fmla="*/ 74 h 164"/>
                    <a:gd name="T22" fmla="*/ 16 w 254"/>
                    <a:gd name="T23" fmla="*/ 48 h 164"/>
                    <a:gd name="T24" fmla="*/ 26 w 254"/>
                    <a:gd name="T25" fmla="*/ 38 h 164"/>
                    <a:gd name="T26" fmla="*/ 24 w 254"/>
                    <a:gd name="T27" fmla="*/ 18 h 164"/>
                    <a:gd name="T28" fmla="*/ 42 w 254"/>
                    <a:gd name="T29" fmla="*/ 12 h 164"/>
                    <a:gd name="T30" fmla="*/ 64 w 254"/>
                    <a:gd name="T31" fmla="*/ 16 h 164"/>
                    <a:gd name="T32" fmla="*/ 82 w 254"/>
                    <a:gd name="T33" fmla="*/ 18 h 164"/>
                    <a:gd name="T34" fmla="*/ 94 w 254"/>
                    <a:gd name="T35" fmla="*/ 18 h 164"/>
                    <a:gd name="T36" fmla="*/ 108 w 254"/>
                    <a:gd name="T37" fmla="*/ 22 h 164"/>
                    <a:gd name="T38" fmla="*/ 120 w 254"/>
                    <a:gd name="T39" fmla="*/ 18 h 164"/>
                    <a:gd name="T40" fmla="*/ 134 w 254"/>
                    <a:gd name="T41" fmla="*/ 8 h 164"/>
                    <a:gd name="T42" fmla="*/ 156 w 254"/>
                    <a:gd name="T43" fmla="*/ 0 h 164"/>
                    <a:gd name="T44" fmla="*/ 172 w 254"/>
                    <a:gd name="T45" fmla="*/ 12 h 164"/>
                    <a:gd name="T46" fmla="*/ 176 w 254"/>
                    <a:gd name="T47" fmla="*/ 26 h 164"/>
                    <a:gd name="T48" fmla="*/ 190 w 254"/>
                    <a:gd name="T49" fmla="*/ 38 h 164"/>
                    <a:gd name="T50" fmla="*/ 198 w 254"/>
                    <a:gd name="T51" fmla="*/ 42 h 164"/>
                    <a:gd name="T52" fmla="*/ 212 w 254"/>
                    <a:gd name="T53" fmla="*/ 46 h 164"/>
                    <a:gd name="T54" fmla="*/ 232 w 254"/>
                    <a:gd name="T55" fmla="*/ 48 h 164"/>
                    <a:gd name="T56" fmla="*/ 246 w 254"/>
                    <a:gd name="T57" fmla="*/ 56 h 164"/>
                    <a:gd name="T58" fmla="*/ 250 w 254"/>
                    <a:gd name="T59" fmla="*/ 72 h 164"/>
                    <a:gd name="T60" fmla="*/ 254 w 254"/>
                    <a:gd name="T61" fmla="*/ 90 h 164"/>
                    <a:gd name="T62" fmla="*/ 236 w 254"/>
                    <a:gd name="T63" fmla="*/ 98 h 164"/>
                    <a:gd name="T64" fmla="*/ 224 w 254"/>
                    <a:gd name="T65" fmla="*/ 112 h 164"/>
                    <a:gd name="T66" fmla="*/ 206 w 254"/>
                    <a:gd name="T67" fmla="*/ 120 h 164"/>
                    <a:gd name="T68" fmla="*/ 190 w 254"/>
                    <a:gd name="T69" fmla="*/ 124 h 164"/>
                    <a:gd name="T70" fmla="*/ 186 w 254"/>
                    <a:gd name="T71" fmla="*/ 128 h 164"/>
                    <a:gd name="T72" fmla="*/ 172 w 254"/>
                    <a:gd name="T73" fmla="*/ 128 h 164"/>
                    <a:gd name="T74" fmla="*/ 168 w 254"/>
                    <a:gd name="T75" fmla="*/ 130 h 164"/>
                    <a:gd name="T76" fmla="*/ 176 w 254"/>
                    <a:gd name="T77" fmla="*/ 134 h 164"/>
                    <a:gd name="T78" fmla="*/ 186 w 254"/>
                    <a:gd name="T79" fmla="*/ 146 h 164"/>
                    <a:gd name="T80" fmla="*/ 184 w 254"/>
                    <a:gd name="T81" fmla="*/ 138 h 164"/>
                    <a:gd name="T82" fmla="*/ 198 w 254"/>
                    <a:gd name="T83" fmla="*/ 146 h 164"/>
                    <a:gd name="T84" fmla="*/ 194 w 254"/>
                    <a:gd name="T85" fmla="*/ 154 h 164"/>
                    <a:gd name="T86" fmla="*/ 176 w 254"/>
                    <a:gd name="T87" fmla="*/ 160 h 164"/>
                    <a:gd name="T88" fmla="*/ 160 w 254"/>
                    <a:gd name="T89" fmla="*/ 158 h 164"/>
                    <a:gd name="T90" fmla="*/ 150 w 254"/>
                    <a:gd name="T91" fmla="*/ 146 h 164"/>
                    <a:gd name="T92" fmla="*/ 160 w 254"/>
                    <a:gd name="T93" fmla="*/ 134 h 164"/>
                    <a:gd name="T94" fmla="*/ 146 w 254"/>
                    <a:gd name="T95" fmla="*/ 130 h 164"/>
                    <a:gd name="T96" fmla="*/ 138 w 254"/>
                    <a:gd name="T97" fmla="*/ 124 h 164"/>
                    <a:gd name="T98" fmla="*/ 142 w 254"/>
                    <a:gd name="T99" fmla="*/ 124 h 164"/>
                    <a:gd name="T100" fmla="*/ 138 w 254"/>
                    <a:gd name="T101" fmla="*/ 112 h 164"/>
                    <a:gd name="T102" fmla="*/ 134 w 254"/>
                    <a:gd name="T103" fmla="*/ 120 h 164"/>
                    <a:gd name="T104" fmla="*/ 116 w 254"/>
                    <a:gd name="T105" fmla="*/ 134 h 164"/>
                    <a:gd name="T106" fmla="*/ 108 w 254"/>
                    <a:gd name="T107" fmla="*/ 146 h 164"/>
                    <a:gd name="T108" fmla="*/ 94 w 254"/>
                    <a:gd name="T109" fmla="*/ 150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54" h="164">
                      <a:moveTo>
                        <a:pt x="86" y="146"/>
                      </a:moveTo>
                      <a:lnTo>
                        <a:pt x="86" y="142"/>
                      </a:lnTo>
                      <a:lnTo>
                        <a:pt x="90" y="142"/>
                      </a:lnTo>
                      <a:lnTo>
                        <a:pt x="90" y="138"/>
                      </a:lnTo>
                      <a:lnTo>
                        <a:pt x="94" y="138"/>
                      </a:lnTo>
                      <a:lnTo>
                        <a:pt x="94" y="134"/>
                      </a:lnTo>
                      <a:lnTo>
                        <a:pt x="96" y="134"/>
                      </a:lnTo>
                      <a:lnTo>
                        <a:pt x="96" y="130"/>
                      </a:lnTo>
                      <a:lnTo>
                        <a:pt x="96" y="128"/>
                      </a:lnTo>
                      <a:lnTo>
                        <a:pt x="96" y="124"/>
                      </a:lnTo>
                      <a:lnTo>
                        <a:pt x="100" y="124"/>
                      </a:lnTo>
                      <a:lnTo>
                        <a:pt x="100" y="128"/>
                      </a:lnTo>
                      <a:lnTo>
                        <a:pt x="100" y="124"/>
                      </a:lnTo>
                      <a:lnTo>
                        <a:pt x="104" y="124"/>
                      </a:lnTo>
                      <a:lnTo>
                        <a:pt x="104" y="128"/>
                      </a:lnTo>
                      <a:lnTo>
                        <a:pt x="108" y="128"/>
                      </a:lnTo>
                      <a:lnTo>
                        <a:pt x="108" y="124"/>
                      </a:lnTo>
                      <a:lnTo>
                        <a:pt x="108" y="128"/>
                      </a:lnTo>
                      <a:lnTo>
                        <a:pt x="112" y="128"/>
                      </a:lnTo>
                      <a:lnTo>
                        <a:pt x="112" y="124"/>
                      </a:lnTo>
                      <a:lnTo>
                        <a:pt x="108" y="124"/>
                      </a:lnTo>
                      <a:lnTo>
                        <a:pt x="112" y="124"/>
                      </a:lnTo>
                      <a:lnTo>
                        <a:pt x="112" y="120"/>
                      </a:lnTo>
                      <a:lnTo>
                        <a:pt x="112" y="116"/>
                      </a:lnTo>
                      <a:lnTo>
                        <a:pt x="108" y="116"/>
                      </a:lnTo>
                      <a:lnTo>
                        <a:pt x="104" y="116"/>
                      </a:lnTo>
                      <a:lnTo>
                        <a:pt x="104" y="112"/>
                      </a:lnTo>
                      <a:lnTo>
                        <a:pt x="104" y="108"/>
                      </a:lnTo>
                      <a:lnTo>
                        <a:pt x="104" y="104"/>
                      </a:lnTo>
                      <a:lnTo>
                        <a:pt x="104" y="108"/>
                      </a:lnTo>
                      <a:lnTo>
                        <a:pt x="100" y="104"/>
                      </a:lnTo>
                      <a:lnTo>
                        <a:pt x="104" y="104"/>
                      </a:lnTo>
                      <a:lnTo>
                        <a:pt x="100" y="104"/>
                      </a:lnTo>
                      <a:lnTo>
                        <a:pt x="100" y="102"/>
                      </a:lnTo>
                      <a:lnTo>
                        <a:pt x="100" y="98"/>
                      </a:lnTo>
                      <a:lnTo>
                        <a:pt x="100" y="94"/>
                      </a:lnTo>
                      <a:lnTo>
                        <a:pt x="96" y="94"/>
                      </a:lnTo>
                      <a:lnTo>
                        <a:pt x="94" y="90"/>
                      </a:lnTo>
                      <a:lnTo>
                        <a:pt x="90" y="90"/>
                      </a:lnTo>
                      <a:lnTo>
                        <a:pt x="90" y="86"/>
                      </a:lnTo>
                      <a:lnTo>
                        <a:pt x="86" y="86"/>
                      </a:lnTo>
                      <a:lnTo>
                        <a:pt x="86" y="90"/>
                      </a:lnTo>
                      <a:lnTo>
                        <a:pt x="86" y="86"/>
                      </a:lnTo>
                      <a:lnTo>
                        <a:pt x="82" y="86"/>
                      </a:lnTo>
                      <a:lnTo>
                        <a:pt x="80" y="82"/>
                      </a:lnTo>
                      <a:lnTo>
                        <a:pt x="76" y="82"/>
                      </a:lnTo>
                      <a:lnTo>
                        <a:pt x="72" y="86"/>
                      </a:lnTo>
                      <a:lnTo>
                        <a:pt x="68" y="86"/>
                      </a:lnTo>
                      <a:lnTo>
                        <a:pt x="64" y="86"/>
                      </a:lnTo>
                      <a:lnTo>
                        <a:pt x="64" y="90"/>
                      </a:lnTo>
                      <a:lnTo>
                        <a:pt x="60" y="90"/>
                      </a:lnTo>
                      <a:lnTo>
                        <a:pt x="56" y="94"/>
                      </a:lnTo>
                      <a:lnTo>
                        <a:pt x="54" y="94"/>
                      </a:lnTo>
                      <a:lnTo>
                        <a:pt x="50" y="94"/>
                      </a:lnTo>
                      <a:lnTo>
                        <a:pt x="46" y="94"/>
                      </a:lnTo>
                      <a:lnTo>
                        <a:pt x="46" y="98"/>
                      </a:lnTo>
                      <a:lnTo>
                        <a:pt x="42" y="98"/>
                      </a:lnTo>
                      <a:lnTo>
                        <a:pt x="38" y="98"/>
                      </a:lnTo>
                      <a:lnTo>
                        <a:pt x="38" y="94"/>
                      </a:lnTo>
                      <a:lnTo>
                        <a:pt x="34" y="94"/>
                      </a:lnTo>
                      <a:lnTo>
                        <a:pt x="30" y="94"/>
                      </a:lnTo>
                      <a:lnTo>
                        <a:pt x="26" y="94"/>
                      </a:lnTo>
                      <a:lnTo>
                        <a:pt x="24" y="94"/>
                      </a:lnTo>
                      <a:lnTo>
                        <a:pt x="20" y="94"/>
                      </a:lnTo>
                      <a:lnTo>
                        <a:pt x="16" y="94"/>
                      </a:lnTo>
                      <a:lnTo>
                        <a:pt x="16" y="90"/>
                      </a:lnTo>
                      <a:lnTo>
                        <a:pt x="16" y="94"/>
                      </a:lnTo>
                      <a:lnTo>
                        <a:pt x="12" y="94"/>
                      </a:lnTo>
                      <a:lnTo>
                        <a:pt x="12" y="90"/>
                      </a:lnTo>
                      <a:lnTo>
                        <a:pt x="8" y="90"/>
                      </a:lnTo>
                      <a:lnTo>
                        <a:pt x="4" y="86"/>
                      </a:lnTo>
                      <a:lnTo>
                        <a:pt x="0" y="82"/>
                      </a:lnTo>
                      <a:lnTo>
                        <a:pt x="0" y="86"/>
                      </a:lnTo>
                      <a:lnTo>
                        <a:pt x="0" y="82"/>
                      </a:lnTo>
                      <a:lnTo>
                        <a:pt x="0" y="78"/>
                      </a:lnTo>
                      <a:lnTo>
                        <a:pt x="4" y="78"/>
                      </a:lnTo>
                      <a:lnTo>
                        <a:pt x="4" y="74"/>
                      </a:lnTo>
                      <a:lnTo>
                        <a:pt x="8" y="72"/>
                      </a:lnTo>
                      <a:lnTo>
                        <a:pt x="12" y="72"/>
                      </a:lnTo>
                      <a:lnTo>
                        <a:pt x="8" y="68"/>
                      </a:lnTo>
                      <a:lnTo>
                        <a:pt x="8" y="64"/>
                      </a:lnTo>
                      <a:lnTo>
                        <a:pt x="8" y="60"/>
                      </a:lnTo>
                      <a:lnTo>
                        <a:pt x="16" y="52"/>
                      </a:lnTo>
                      <a:lnTo>
                        <a:pt x="16" y="48"/>
                      </a:lnTo>
                      <a:lnTo>
                        <a:pt x="20" y="48"/>
                      </a:lnTo>
                      <a:lnTo>
                        <a:pt x="20" y="46"/>
                      </a:lnTo>
                      <a:lnTo>
                        <a:pt x="24" y="46"/>
                      </a:lnTo>
                      <a:lnTo>
                        <a:pt x="24" y="42"/>
                      </a:lnTo>
                      <a:lnTo>
                        <a:pt x="26" y="42"/>
                      </a:lnTo>
                      <a:lnTo>
                        <a:pt x="30" y="42"/>
                      </a:lnTo>
                      <a:lnTo>
                        <a:pt x="26" y="38"/>
                      </a:lnTo>
                      <a:lnTo>
                        <a:pt x="26" y="34"/>
                      </a:lnTo>
                      <a:lnTo>
                        <a:pt x="30" y="34"/>
                      </a:lnTo>
                      <a:lnTo>
                        <a:pt x="26" y="34"/>
                      </a:lnTo>
                      <a:lnTo>
                        <a:pt x="26" y="30"/>
                      </a:lnTo>
                      <a:lnTo>
                        <a:pt x="24" y="26"/>
                      </a:lnTo>
                      <a:lnTo>
                        <a:pt x="24" y="22"/>
                      </a:lnTo>
                      <a:lnTo>
                        <a:pt x="24" y="18"/>
                      </a:lnTo>
                      <a:lnTo>
                        <a:pt x="24" y="16"/>
                      </a:lnTo>
                      <a:lnTo>
                        <a:pt x="26" y="18"/>
                      </a:lnTo>
                      <a:lnTo>
                        <a:pt x="30" y="16"/>
                      </a:lnTo>
                      <a:lnTo>
                        <a:pt x="30" y="12"/>
                      </a:lnTo>
                      <a:lnTo>
                        <a:pt x="34" y="12"/>
                      </a:lnTo>
                      <a:lnTo>
                        <a:pt x="38" y="12"/>
                      </a:lnTo>
                      <a:lnTo>
                        <a:pt x="42" y="12"/>
                      </a:lnTo>
                      <a:lnTo>
                        <a:pt x="46" y="12"/>
                      </a:lnTo>
                      <a:lnTo>
                        <a:pt x="50" y="12"/>
                      </a:lnTo>
                      <a:lnTo>
                        <a:pt x="54" y="12"/>
                      </a:lnTo>
                      <a:lnTo>
                        <a:pt x="56" y="12"/>
                      </a:lnTo>
                      <a:lnTo>
                        <a:pt x="60" y="12"/>
                      </a:lnTo>
                      <a:lnTo>
                        <a:pt x="60" y="16"/>
                      </a:lnTo>
                      <a:lnTo>
                        <a:pt x="64" y="16"/>
                      </a:lnTo>
                      <a:lnTo>
                        <a:pt x="64" y="12"/>
                      </a:lnTo>
                      <a:lnTo>
                        <a:pt x="64" y="16"/>
                      </a:lnTo>
                      <a:lnTo>
                        <a:pt x="68" y="16"/>
                      </a:lnTo>
                      <a:lnTo>
                        <a:pt x="72" y="16"/>
                      </a:lnTo>
                      <a:lnTo>
                        <a:pt x="76" y="18"/>
                      </a:lnTo>
                      <a:lnTo>
                        <a:pt x="80" y="18"/>
                      </a:lnTo>
                      <a:lnTo>
                        <a:pt x="82" y="18"/>
                      </a:lnTo>
                      <a:lnTo>
                        <a:pt x="86" y="18"/>
                      </a:lnTo>
                      <a:lnTo>
                        <a:pt x="86" y="16"/>
                      </a:lnTo>
                      <a:lnTo>
                        <a:pt x="86" y="18"/>
                      </a:lnTo>
                      <a:lnTo>
                        <a:pt x="90" y="18"/>
                      </a:lnTo>
                      <a:lnTo>
                        <a:pt x="94" y="18"/>
                      </a:lnTo>
                      <a:lnTo>
                        <a:pt x="94" y="22"/>
                      </a:lnTo>
                      <a:lnTo>
                        <a:pt x="94" y="18"/>
                      </a:lnTo>
                      <a:lnTo>
                        <a:pt x="96" y="18"/>
                      </a:lnTo>
                      <a:lnTo>
                        <a:pt x="100" y="18"/>
                      </a:lnTo>
                      <a:lnTo>
                        <a:pt x="100" y="22"/>
                      </a:lnTo>
                      <a:lnTo>
                        <a:pt x="104" y="22"/>
                      </a:lnTo>
                      <a:lnTo>
                        <a:pt x="104" y="18"/>
                      </a:lnTo>
                      <a:lnTo>
                        <a:pt x="108" y="18"/>
                      </a:lnTo>
                      <a:lnTo>
                        <a:pt x="108" y="22"/>
                      </a:lnTo>
                      <a:lnTo>
                        <a:pt x="112" y="18"/>
                      </a:lnTo>
                      <a:lnTo>
                        <a:pt x="116" y="18"/>
                      </a:lnTo>
                      <a:lnTo>
                        <a:pt x="116" y="22"/>
                      </a:lnTo>
                      <a:lnTo>
                        <a:pt x="120" y="22"/>
                      </a:lnTo>
                      <a:lnTo>
                        <a:pt x="120" y="26"/>
                      </a:lnTo>
                      <a:lnTo>
                        <a:pt x="120" y="22"/>
                      </a:lnTo>
                      <a:lnTo>
                        <a:pt x="120" y="18"/>
                      </a:lnTo>
                      <a:lnTo>
                        <a:pt x="120" y="16"/>
                      </a:lnTo>
                      <a:lnTo>
                        <a:pt x="120" y="12"/>
                      </a:lnTo>
                      <a:lnTo>
                        <a:pt x="124" y="12"/>
                      </a:lnTo>
                      <a:lnTo>
                        <a:pt x="124" y="8"/>
                      </a:lnTo>
                      <a:lnTo>
                        <a:pt x="126" y="8"/>
                      </a:lnTo>
                      <a:lnTo>
                        <a:pt x="130" y="8"/>
                      </a:lnTo>
                      <a:lnTo>
                        <a:pt x="134" y="8"/>
                      </a:lnTo>
                      <a:lnTo>
                        <a:pt x="138" y="8"/>
                      </a:lnTo>
                      <a:lnTo>
                        <a:pt x="142" y="8"/>
                      </a:lnTo>
                      <a:lnTo>
                        <a:pt x="146" y="8"/>
                      </a:lnTo>
                      <a:lnTo>
                        <a:pt x="146" y="4"/>
                      </a:lnTo>
                      <a:lnTo>
                        <a:pt x="150" y="4"/>
                      </a:lnTo>
                      <a:lnTo>
                        <a:pt x="154" y="4"/>
                      </a:lnTo>
                      <a:lnTo>
                        <a:pt x="156" y="0"/>
                      </a:lnTo>
                      <a:lnTo>
                        <a:pt x="160" y="0"/>
                      </a:lnTo>
                      <a:lnTo>
                        <a:pt x="160" y="4"/>
                      </a:lnTo>
                      <a:lnTo>
                        <a:pt x="164" y="4"/>
                      </a:lnTo>
                      <a:lnTo>
                        <a:pt x="164" y="0"/>
                      </a:lnTo>
                      <a:lnTo>
                        <a:pt x="168" y="4"/>
                      </a:lnTo>
                      <a:lnTo>
                        <a:pt x="168" y="8"/>
                      </a:lnTo>
                      <a:lnTo>
                        <a:pt x="172" y="12"/>
                      </a:lnTo>
                      <a:lnTo>
                        <a:pt x="176" y="16"/>
                      </a:lnTo>
                      <a:lnTo>
                        <a:pt x="172" y="16"/>
                      </a:lnTo>
                      <a:lnTo>
                        <a:pt x="168" y="16"/>
                      </a:lnTo>
                      <a:lnTo>
                        <a:pt x="172" y="18"/>
                      </a:lnTo>
                      <a:lnTo>
                        <a:pt x="172" y="22"/>
                      </a:lnTo>
                      <a:lnTo>
                        <a:pt x="172" y="26"/>
                      </a:lnTo>
                      <a:lnTo>
                        <a:pt x="176" y="26"/>
                      </a:lnTo>
                      <a:lnTo>
                        <a:pt x="180" y="26"/>
                      </a:lnTo>
                      <a:lnTo>
                        <a:pt x="184" y="26"/>
                      </a:lnTo>
                      <a:lnTo>
                        <a:pt x="184" y="30"/>
                      </a:lnTo>
                      <a:lnTo>
                        <a:pt x="186" y="30"/>
                      </a:lnTo>
                      <a:lnTo>
                        <a:pt x="186" y="34"/>
                      </a:lnTo>
                      <a:lnTo>
                        <a:pt x="190" y="34"/>
                      </a:lnTo>
                      <a:lnTo>
                        <a:pt x="190" y="38"/>
                      </a:lnTo>
                      <a:lnTo>
                        <a:pt x="186" y="38"/>
                      </a:lnTo>
                      <a:lnTo>
                        <a:pt x="186" y="42"/>
                      </a:lnTo>
                      <a:lnTo>
                        <a:pt x="190" y="42"/>
                      </a:lnTo>
                      <a:lnTo>
                        <a:pt x="190" y="46"/>
                      </a:lnTo>
                      <a:lnTo>
                        <a:pt x="194" y="46"/>
                      </a:lnTo>
                      <a:lnTo>
                        <a:pt x="194" y="42"/>
                      </a:lnTo>
                      <a:lnTo>
                        <a:pt x="198" y="42"/>
                      </a:lnTo>
                      <a:lnTo>
                        <a:pt x="198" y="46"/>
                      </a:lnTo>
                      <a:lnTo>
                        <a:pt x="202" y="46"/>
                      </a:lnTo>
                      <a:lnTo>
                        <a:pt x="206" y="46"/>
                      </a:lnTo>
                      <a:lnTo>
                        <a:pt x="206" y="48"/>
                      </a:lnTo>
                      <a:lnTo>
                        <a:pt x="206" y="46"/>
                      </a:lnTo>
                      <a:lnTo>
                        <a:pt x="210" y="46"/>
                      </a:lnTo>
                      <a:lnTo>
                        <a:pt x="212" y="46"/>
                      </a:lnTo>
                      <a:lnTo>
                        <a:pt x="216" y="42"/>
                      </a:lnTo>
                      <a:lnTo>
                        <a:pt x="220" y="48"/>
                      </a:lnTo>
                      <a:lnTo>
                        <a:pt x="224" y="48"/>
                      </a:lnTo>
                      <a:lnTo>
                        <a:pt x="224" y="52"/>
                      </a:lnTo>
                      <a:lnTo>
                        <a:pt x="228" y="52"/>
                      </a:lnTo>
                      <a:lnTo>
                        <a:pt x="228" y="48"/>
                      </a:lnTo>
                      <a:lnTo>
                        <a:pt x="232" y="48"/>
                      </a:lnTo>
                      <a:lnTo>
                        <a:pt x="232" y="52"/>
                      </a:lnTo>
                      <a:lnTo>
                        <a:pt x="236" y="52"/>
                      </a:lnTo>
                      <a:lnTo>
                        <a:pt x="240" y="52"/>
                      </a:lnTo>
                      <a:lnTo>
                        <a:pt x="240" y="56"/>
                      </a:lnTo>
                      <a:lnTo>
                        <a:pt x="242" y="52"/>
                      </a:lnTo>
                      <a:lnTo>
                        <a:pt x="242" y="56"/>
                      </a:lnTo>
                      <a:lnTo>
                        <a:pt x="246" y="56"/>
                      </a:lnTo>
                      <a:lnTo>
                        <a:pt x="246" y="60"/>
                      </a:lnTo>
                      <a:lnTo>
                        <a:pt x="250" y="60"/>
                      </a:lnTo>
                      <a:lnTo>
                        <a:pt x="254" y="60"/>
                      </a:lnTo>
                      <a:lnTo>
                        <a:pt x="254" y="64"/>
                      </a:lnTo>
                      <a:lnTo>
                        <a:pt x="254" y="68"/>
                      </a:lnTo>
                      <a:lnTo>
                        <a:pt x="254" y="72"/>
                      </a:lnTo>
                      <a:lnTo>
                        <a:pt x="250" y="72"/>
                      </a:lnTo>
                      <a:lnTo>
                        <a:pt x="250" y="74"/>
                      </a:lnTo>
                      <a:lnTo>
                        <a:pt x="254" y="74"/>
                      </a:lnTo>
                      <a:lnTo>
                        <a:pt x="250" y="74"/>
                      </a:lnTo>
                      <a:lnTo>
                        <a:pt x="250" y="78"/>
                      </a:lnTo>
                      <a:lnTo>
                        <a:pt x="250" y="82"/>
                      </a:lnTo>
                      <a:lnTo>
                        <a:pt x="254" y="86"/>
                      </a:lnTo>
                      <a:lnTo>
                        <a:pt x="254" y="90"/>
                      </a:lnTo>
                      <a:lnTo>
                        <a:pt x="250" y="90"/>
                      </a:lnTo>
                      <a:lnTo>
                        <a:pt x="250" y="94"/>
                      </a:lnTo>
                      <a:lnTo>
                        <a:pt x="250" y="98"/>
                      </a:lnTo>
                      <a:lnTo>
                        <a:pt x="246" y="98"/>
                      </a:lnTo>
                      <a:lnTo>
                        <a:pt x="242" y="98"/>
                      </a:lnTo>
                      <a:lnTo>
                        <a:pt x="240" y="98"/>
                      </a:lnTo>
                      <a:lnTo>
                        <a:pt x="236" y="98"/>
                      </a:lnTo>
                      <a:lnTo>
                        <a:pt x="236" y="102"/>
                      </a:lnTo>
                      <a:lnTo>
                        <a:pt x="232" y="102"/>
                      </a:lnTo>
                      <a:lnTo>
                        <a:pt x="228" y="102"/>
                      </a:lnTo>
                      <a:lnTo>
                        <a:pt x="228" y="104"/>
                      </a:lnTo>
                      <a:lnTo>
                        <a:pt x="228" y="108"/>
                      </a:lnTo>
                      <a:lnTo>
                        <a:pt x="228" y="112"/>
                      </a:lnTo>
                      <a:lnTo>
                        <a:pt x="224" y="112"/>
                      </a:lnTo>
                      <a:lnTo>
                        <a:pt x="220" y="112"/>
                      </a:lnTo>
                      <a:lnTo>
                        <a:pt x="216" y="112"/>
                      </a:lnTo>
                      <a:lnTo>
                        <a:pt x="216" y="116"/>
                      </a:lnTo>
                      <a:lnTo>
                        <a:pt x="212" y="116"/>
                      </a:lnTo>
                      <a:lnTo>
                        <a:pt x="210" y="116"/>
                      </a:lnTo>
                      <a:lnTo>
                        <a:pt x="210" y="120"/>
                      </a:lnTo>
                      <a:lnTo>
                        <a:pt x="206" y="120"/>
                      </a:lnTo>
                      <a:lnTo>
                        <a:pt x="206" y="116"/>
                      </a:lnTo>
                      <a:lnTo>
                        <a:pt x="206" y="120"/>
                      </a:lnTo>
                      <a:lnTo>
                        <a:pt x="202" y="120"/>
                      </a:lnTo>
                      <a:lnTo>
                        <a:pt x="198" y="120"/>
                      </a:lnTo>
                      <a:lnTo>
                        <a:pt x="194" y="120"/>
                      </a:lnTo>
                      <a:lnTo>
                        <a:pt x="194" y="124"/>
                      </a:lnTo>
                      <a:lnTo>
                        <a:pt x="190" y="124"/>
                      </a:lnTo>
                      <a:lnTo>
                        <a:pt x="186" y="128"/>
                      </a:lnTo>
                      <a:lnTo>
                        <a:pt x="186" y="130"/>
                      </a:lnTo>
                      <a:lnTo>
                        <a:pt x="184" y="130"/>
                      </a:lnTo>
                      <a:lnTo>
                        <a:pt x="186" y="130"/>
                      </a:lnTo>
                      <a:lnTo>
                        <a:pt x="186" y="128"/>
                      </a:lnTo>
                      <a:lnTo>
                        <a:pt x="186" y="124"/>
                      </a:lnTo>
                      <a:lnTo>
                        <a:pt x="186" y="128"/>
                      </a:lnTo>
                      <a:lnTo>
                        <a:pt x="184" y="128"/>
                      </a:lnTo>
                      <a:lnTo>
                        <a:pt x="180" y="130"/>
                      </a:lnTo>
                      <a:lnTo>
                        <a:pt x="176" y="130"/>
                      </a:lnTo>
                      <a:lnTo>
                        <a:pt x="176" y="134"/>
                      </a:lnTo>
                      <a:lnTo>
                        <a:pt x="176" y="130"/>
                      </a:lnTo>
                      <a:lnTo>
                        <a:pt x="172" y="130"/>
                      </a:lnTo>
                      <a:lnTo>
                        <a:pt x="172" y="128"/>
                      </a:lnTo>
                      <a:lnTo>
                        <a:pt x="172" y="130"/>
                      </a:lnTo>
                      <a:lnTo>
                        <a:pt x="168" y="130"/>
                      </a:lnTo>
                      <a:lnTo>
                        <a:pt x="172" y="130"/>
                      </a:lnTo>
                      <a:lnTo>
                        <a:pt x="168" y="130"/>
                      </a:lnTo>
                      <a:lnTo>
                        <a:pt x="164" y="128"/>
                      </a:lnTo>
                      <a:lnTo>
                        <a:pt x="164" y="130"/>
                      </a:lnTo>
                      <a:lnTo>
                        <a:pt x="168" y="130"/>
                      </a:lnTo>
                      <a:lnTo>
                        <a:pt x="168" y="134"/>
                      </a:lnTo>
                      <a:lnTo>
                        <a:pt x="168" y="130"/>
                      </a:lnTo>
                      <a:lnTo>
                        <a:pt x="168" y="134"/>
                      </a:lnTo>
                      <a:lnTo>
                        <a:pt x="172" y="134"/>
                      </a:lnTo>
                      <a:lnTo>
                        <a:pt x="176" y="134"/>
                      </a:lnTo>
                      <a:lnTo>
                        <a:pt x="172" y="134"/>
                      </a:lnTo>
                      <a:lnTo>
                        <a:pt x="176" y="134"/>
                      </a:lnTo>
                      <a:lnTo>
                        <a:pt x="176" y="138"/>
                      </a:lnTo>
                      <a:lnTo>
                        <a:pt x="180" y="138"/>
                      </a:lnTo>
                      <a:lnTo>
                        <a:pt x="180" y="142"/>
                      </a:lnTo>
                      <a:lnTo>
                        <a:pt x="184" y="142"/>
                      </a:lnTo>
                      <a:lnTo>
                        <a:pt x="184" y="146"/>
                      </a:lnTo>
                      <a:lnTo>
                        <a:pt x="186" y="150"/>
                      </a:lnTo>
                      <a:lnTo>
                        <a:pt x="186" y="146"/>
                      </a:lnTo>
                      <a:lnTo>
                        <a:pt x="184" y="142"/>
                      </a:lnTo>
                      <a:lnTo>
                        <a:pt x="184" y="138"/>
                      </a:lnTo>
                      <a:lnTo>
                        <a:pt x="180" y="138"/>
                      </a:lnTo>
                      <a:lnTo>
                        <a:pt x="180" y="134"/>
                      </a:lnTo>
                      <a:lnTo>
                        <a:pt x="180" y="130"/>
                      </a:lnTo>
                      <a:lnTo>
                        <a:pt x="180" y="134"/>
                      </a:lnTo>
                      <a:lnTo>
                        <a:pt x="184" y="138"/>
                      </a:lnTo>
                      <a:lnTo>
                        <a:pt x="184" y="142"/>
                      </a:lnTo>
                      <a:lnTo>
                        <a:pt x="186" y="146"/>
                      </a:lnTo>
                      <a:lnTo>
                        <a:pt x="190" y="146"/>
                      </a:lnTo>
                      <a:lnTo>
                        <a:pt x="190" y="150"/>
                      </a:lnTo>
                      <a:lnTo>
                        <a:pt x="190" y="146"/>
                      </a:lnTo>
                      <a:lnTo>
                        <a:pt x="194" y="146"/>
                      </a:lnTo>
                      <a:lnTo>
                        <a:pt x="198" y="146"/>
                      </a:lnTo>
                      <a:lnTo>
                        <a:pt x="202" y="146"/>
                      </a:lnTo>
                      <a:lnTo>
                        <a:pt x="206" y="146"/>
                      </a:lnTo>
                      <a:lnTo>
                        <a:pt x="202" y="146"/>
                      </a:lnTo>
                      <a:lnTo>
                        <a:pt x="202" y="150"/>
                      </a:lnTo>
                      <a:lnTo>
                        <a:pt x="202" y="154"/>
                      </a:lnTo>
                      <a:lnTo>
                        <a:pt x="198" y="154"/>
                      </a:lnTo>
                      <a:lnTo>
                        <a:pt x="194" y="154"/>
                      </a:lnTo>
                      <a:lnTo>
                        <a:pt x="190" y="154"/>
                      </a:lnTo>
                      <a:lnTo>
                        <a:pt x="190" y="150"/>
                      </a:lnTo>
                      <a:lnTo>
                        <a:pt x="186" y="154"/>
                      </a:lnTo>
                      <a:lnTo>
                        <a:pt x="184" y="158"/>
                      </a:lnTo>
                      <a:lnTo>
                        <a:pt x="180" y="158"/>
                      </a:lnTo>
                      <a:lnTo>
                        <a:pt x="176" y="158"/>
                      </a:lnTo>
                      <a:lnTo>
                        <a:pt x="176" y="160"/>
                      </a:lnTo>
                      <a:lnTo>
                        <a:pt x="172" y="160"/>
                      </a:lnTo>
                      <a:lnTo>
                        <a:pt x="172" y="164"/>
                      </a:lnTo>
                      <a:lnTo>
                        <a:pt x="168" y="164"/>
                      </a:lnTo>
                      <a:lnTo>
                        <a:pt x="164" y="164"/>
                      </a:lnTo>
                      <a:lnTo>
                        <a:pt x="160" y="164"/>
                      </a:lnTo>
                      <a:lnTo>
                        <a:pt x="160" y="160"/>
                      </a:lnTo>
                      <a:lnTo>
                        <a:pt x="160" y="158"/>
                      </a:lnTo>
                      <a:lnTo>
                        <a:pt x="164" y="158"/>
                      </a:lnTo>
                      <a:lnTo>
                        <a:pt x="164" y="154"/>
                      </a:lnTo>
                      <a:lnTo>
                        <a:pt x="160" y="154"/>
                      </a:lnTo>
                      <a:lnTo>
                        <a:pt x="160" y="150"/>
                      </a:lnTo>
                      <a:lnTo>
                        <a:pt x="156" y="150"/>
                      </a:lnTo>
                      <a:lnTo>
                        <a:pt x="154" y="146"/>
                      </a:lnTo>
                      <a:lnTo>
                        <a:pt x="150" y="146"/>
                      </a:lnTo>
                      <a:lnTo>
                        <a:pt x="146" y="146"/>
                      </a:lnTo>
                      <a:lnTo>
                        <a:pt x="150" y="142"/>
                      </a:lnTo>
                      <a:lnTo>
                        <a:pt x="154" y="142"/>
                      </a:lnTo>
                      <a:lnTo>
                        <a:pt x="154" y="138"/>
                      </a:lnTo>
                      <a:lnTo>
                        <a:pt x="156" y="138"/>
                      </a:lnTo>
                      <a:lnTo>
                        <a:pt x="160" y="138"/>
                      </a:lnTo>
                      <a:lnTo>
                        <a:pt x="160" y="134"/>
                      </a:lnTo>
                      <a:lnTo>
                        <a:pt x="164" y="134"/>
                      </a:lnTo>
                      <a:lnTo>
                        <a:pt x="164" y="130"/>
                      </a:lnTo>
                      <a:lnTo>
                        <a:pt x="160" y="130"/>
                      </a:lnTo>
                      <a:lnTo>
                        <a:pt x="156" y="130"/>
                      </a:lnTo>
                      <a:lnTo>
                        <a:pt x="154" y="130"/>
                      </a:lnTo>
                      <a:lnTo>
                        <a:pt x="150" y="130"/>
                      </a:lnTo>
                      <a:lnTo>
                        <a:pt x="146" y="130"/>
                      </a:lnTo>
                      <a:lnTo>
                        <a:pt x="142" y="130"/>
                      </a:lnTo>
                      <a:lnTo>
                        <a:pt x="142" y="128"/>
                      </a:lnTo>
                      <a:lnTo>
                        <a:pt x="138" y="128"/>
                      </a:lnTo>
                      <a:lnTo>
                        <a:pt x="142" y="128"/>
                      </a:lnTo>
                      <a:lnTo>
                        <a:pt x="138" y="124"/>
                      </a:lnTo>
                      <a:lnTo>
                        <a:pt x="134" y="124"/>
                      </a:lnTo>
                      <a:lnTo>
                        <a:pt x="138" y="124"/>
                      </a:lnTo>
                      <a:lnTo>
                        <a:pt x="142" y="124"/>
                      </a:lnTo>
                      <a:lnTo>
                        <a:pt x="146" y="124"/>
                      </a:lnTo>
                      <a:lnTo>
                        <a:pt x="150" y="120"/>
                      </a:lnTo>
                      <a:lnTo>
                        <a:pt x="146" y="120"/>
                      </a:lnTo>
                      <a:lnTo>
                        <a:pt x="146" y="124"/>
                      </a:lnTo>
                      <a:lnTo>
                        <a:pt x="142" y="120"/>
                      </a:lnTo>
                      <a:lnTo>
                        <a:pt x="142" y="124"/>
                      </a:lnTo>
                      <a:lnTo>
                        <a:pt x="138" y="120"/>
                      </a:lnTo>
                      <a:lnTo>
                        <a:pt x="138" y="116"/>
                      </a:lnTo>
                      <a:lnTo>
                        <a:pt x="138" y="112"/>
                      </a:lnTo>
                      <a:lnTo>
                        <a:pt x="138" y="108"/>
                      </a:lnTo>
                      <a:lnTo>
                        <a:pt x="134" y="108"/>
                      </a:lnTo>
                      <a:lnTo>
                        <a:pt x="138" y="108"/>
                      </a:lnTo>
                      <a:lnTo>
                        <a:pt x="138" y="112"/>
                      </a:lnTo>
                      <a:lnTo>
                        <a:pt x="138" y="116"/>
                      </a:lnTo>
                      <a:lnTo>
                        <a:pt x="138" y="120"/>
                      </a:lnTo>
                      <a:lnTo>
                        <a:pt x="134" y="120"/>
                      </a:lnTo>
                      <a:lnTo>
                        <a:pt x="130" y="120"/>
                      </a:lnTo>
                      <a:lnTo>
                        <a:pt x="134" y="120"/>
                      </a:lnTo>
                      <a:lnTo>
                        <a:pt x="134" y="116"/>
                      </a:lnTo>
                      <a:lnTo>
                        <a:pt x="134" y="120"/>
                      </a:lnTo>
                      <a:lnTo>
                        <a:pt x="130" y="120"/>
                      </a:lnTo>
                      <a:lnTo>
                        <a:pt x="126" y="120"/>
                      </a:lnTo>
                      <a:lnTo>
                        <a:pt x="124" y="124"/>
                      </a:lnTo>
                      <a:lnTo>
                        <a:pt x="124" y="128"/>
                      </a:lnTo>
                      <a:lnTo>
                        <a:pt x="120" y="128"/>
                      </a:lnTo>
                      <a:lnTo>
                        <a:pt x="120" y="130"/>
                      </a:lnTo>
                      <a:lnTo>
                        <a:pt x="116" y="134"/>
                      </a:lnTo>
                      <a:lnTo>
                        <a:pt x="112" y="138"/>
                      </a:lnTo>
                      <a:lnTo>
                        <a:pt x="108" y="138"/>
                      </a:lnTo>
                      <a:lnTo>
                        <a:pt x="108" y="142"/>
                      </a:lnTo>
                      <a:lnTo>
                        <a:pt x="108" y="138"/>
                      </a:lnTo>
                      <a:lnTo>
                        <a:pt x="104" y="138"/>
                      </a:lnTo>
                      <a:lnTo>
                        <a:pt x="104" y="142"/>
                      </a:lnTo>
                      <a:lnTo>
                        <a:pt x="108" y="146"/>
                      </a:lnTo>
                      <a:lnTo>
                        <a:pt x="108" y="150"/>
                      </a:lnTo>
                      <a:lnTo>
                        <a:pt x="108" y="146"/>
                      </a:lnTo>
                      <a:lnTo>
                        <a:pt x="104" y="146"/>
                      </a:lnTo>
                      <a:lnTo>
                        <a:pt x="100" y="146"/>
                      </a:lnTo>
                      <a:lnTo>
                        <a:pt x="96" y="146"/>
                      </a:lnTo>
                      <a:lnTo>
                        <a:pt x="94" y="146"/>
                      </a:lnTo>
                      <a:lnTo>
                        <a:pt x="94" y="150"/>
                      </a:lnTo>
                      <a:lnTo>
                        <a:pt x="90" y="150"/>
                      </a:lnTo>
                      <a:lnTo>
                        <a:pt x="90" y="146"/>
                      </a:lnTo>
                      <a:lnTo>
                        <a:pt x="86" y="146"/>
                      </a:lnTo>
                      <a:lnTo>
                        <a:pt x="86" y="146"/>
                      </a:lnTo>
                      <a:lnTo>
                        <a:pt x="86" y="146"/>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137" name="Freeform 126">
                  <a:extLst>
                    <a:ext uri="{FF2B5EF4-FFF2-40B4-BE49-F238E27FC236}">
                      <a16:creationId xmlns:a16="http://schemas.microsoft.com/office/drawing/2014/main" id="{DEB91D3A-B8F4-4C02-AE08-E04B29A9C514}"/>
                    </a:ext>
                  </a:extLst>
                </p:cNvPr>
                <p:cNvSpPr>
                  <a:spLocks noEditPoints="1"/>
                </p:cNvSpPr>
                <p:nvPr/>
              </p:nvSpPr>
              <p:spPr bwMode="gray">
                <a:xfrm>
                  <a:off x="4598199" y="2519546"/>
                  <a:ext cx="246975" cy="417422"/>
                </a:xfrm>
                <a:custGeom>
                  <a:avLst/>
                  <a:gdLst>
                    <a:gd name="T0" fmla="*/ 106 w 142"/>
                    <a:gd name="T1" fmla="*/ 2 h 240"/>
                    <a:gd name="T2" fmla="*/ 98 w 142"/>
                    <a:gd name="T3" fmla="*/ 10 h 240"/>
                    <a:gd name="T4" fmla="*/ 94 w 142"/>
                    <a:gd name="T5" fmla="*/ 14 h 240"/>
                    <a:gd name="T6" fmla="*/ 76 w 142"/>
                    <a:gd name="T7" fmla="*/ 44 h 240"/>
                    <a:gd name="T8" fmla="*/ 72 w 142"/>
                    <a:gd name="T9" fmla="*/ 48 h 240"/>
                    <a:gd name="T10" fmla="*/ 46 w 142"/>
                    <a:gd name="T11" fmla="*/ 130 h 240"/>
                    <a:gd name="T12" fmla="*/ 50 w 142"/>
                    <a:gd name="T13" fmla="*/ 108 h 240"/>
                    <a:gd name="T14" fmla="*/ 38 w 142"/>
                    <a:gd name="T15" fmla="*/ 122 h 240"/>
                    <a:gd name="T16" fmla="*/ 34 w 142"/>
                    <a:gd name="T17" fmla="*/ 108 h 240"/>
                    <a:gd name="T18" fmla="*/ 42 w 142"/>
                    <a:gd name="T19" fmla="*/ 92 h 240"/>
                    <a:gd name="T20" fmla="*/ 34 w 142"/>
                    <a:gd name="T21" fmla="*/ 92 h 240"/>
                    <a:gd name="T22" fmla="*/ 34 w 142"/>
                    <a:gd name="T23" fmla="*/ 78 h 240"/>
                    <a:gd name="T24" fmla="*/ 42 w 142"/>
                    <a:gd name="T25" fmla="*/ 62 h 240"/>
                    <a:gd name="T26" fmla="*/ 56 w 142"/>
                    <a:gd name="T27" fmla="*/ 52 h 240"/>
                    <a:gd name="T28" fmla="*/ 60 w 142"/>
                    <a:gd name="T29" fmla="*/ 62 h 240"/>
                    <a:gd name="T30" fmla="*/ 56 w 142"/>
                    <a:gd name="T31" fmla="*/ 70 h 240"/>
                    <a:gd name="T32" fmla="*/ 72 w 142"/>
                    <a:gd name="T33" fmla="*/ 70 h 240"/>
                    <a:gd name="T34" fmla="*/ 90 w 142"/>
                    <a:gd name="T35" fmla="*/ 82 h 240"/>
                    <a:gd name="T36" fmla="*/ 80 w 142"/>
                    <a:gd name="T37" fmla="*/ 100 h 240"/>
                    <a:gd name="T38" fmla="*/ 82 w 142"/>
                    <a:gd name="T39" fmla="*/ 108 h 240"/>
                    <a:gd name="T40" fmla="*/ 98 w 142"/>
                    <a:gd name="T41" fmla="*/ 134 h 240"/>
                    <a:gd name="T42" fmla="*/ 112 w 142"/>
                    <a:gd name="T43" fmla="*/ 156 h 240"/>
                    <a:gd name="T44" fmla="*/ 108 w 142"/>
                    <a:gd name="T45" fmla="*/ 160 h 240"/>
                    <a:gd name="T46" fmla="*/ 124 w 142"/>
                    <a:gd name="T47" fmla="*/ 176 h 240"/>
                    <a:gd name="T48" fmla="*/ 136 w 142"/>
                    <a:gd name="T49" fmla="*/ 198 h 240"/>
                    <a:gd name="T50" fmla="*/ 124 w 142"/>
                    <a:gd name="T51" fmla="*/ 210 h 240"/>
                    <a:gd name="T52" fmla="*/ 132 w 142"/>
                    <a:gd name="T53" fmla="*/ 220 h 240"/>
                    <a:gd name="T54" fmla="*/ 106 w 142"/>
                    <a:gd name="T55" fmla="*/ 224 h 240"/>
                    <a:gd name="T56" fmla="*/ 82 w 142"/>
                    <a:gd name="T57" fmla="*/ 224 h 240"/>
                    <a:gd name="T58" fmla="*/ 50 w 142"/>
                    <a:gd name="T59" fmla="*/ 232 h 240"/>
                    <a:gd name="T60" fmla="*/ 46 w 142"/>
                    <a:gd name="T61" fmla="*/ 228 h 240"/>
                    <a:gd name="T62" fmla="*/ 76 w 142"/>
                    <a:gd name="T63" fmla="*/ 210 h 240"/>
                    <a:gd name="T64" fmla="*/ 64 w 142"/>
                    <a:gd name="T65" fmla="*/ 210 h 240"/>
                    <a:gd name="T66" fmla="*/ 46 w 142"/>
                    <a:gd name="T67" fmla="*/ 206 h 240"/>
                    <a:gd name="T68" fmla="*/ 56 w 142"/>
                    <a:gd name="T69" fmla="*/ 190 h 240"/>
                    <a:gd name="T70" fmla="*/ 50 w 142"/>
                    <a:gd name="T71" fmla="*/ 176 h 240"/>
                    <a:gd name="T72" fmla="*/ 76 w 142"/>
                    <a:gd name="T73" fmla="*/ 168 h 240"/>
                    <a:gd name="T74" fmla="*/ 68 w 142"/>
                    <a:gd name="T75" fmla="*/ 146 h 240"/>
                    <a:gd name="T76" fmla="*/ 64 w 142"/>
                    <a:gd name="T77" fmla="*/ 134 h 240"/>
                    <a:gd name="T78" fmla="*/ 50 w 142"/>
                    <a:gd name="T79" fmla="*/ 138 h 240"/>
                    <a:gd name="T80" fmla="*/ 16 w 142"/>
                    <a:gd name="T81" fmla="*/ 62 h 240"/>
                    <a:gd name="T82" fmla="*/ 26 w 142"/>
                    <a:gd name="T83" fmla="*/ 60 h 240"/>
                    <a:gd name="T84" fmla="*/ 8 w 142"/>
                    <a:gd name="T85" fmla="*/ 74 h 240"/>
                    <a:gd name="T86" fmla="*/ 26 w 142"/>
                    <a:gd name="T87" fmla="*/ 86 h 240"/>
                    <a:gd name="T88" fmla="*/ 30 w 142"/>
                    <a:gd name="T89" fmla="*/ 74 h 240"/>
                    <a:gd name="T90" fmla="*/ 30 w 142"/>
                    <a:gd name="T91" fmla="*/ 78 h 240"/>
                    <a:gd name="T92" fmla="*/ 12 w 142"/>
                    <a:gd name="T93" fmla="*/ 82 h 240"/>
                    <a:gd name="T94" fmla="*/ 12 w 142"/>
                    <a:gd name="T95" fmla="*/ 90 h 240"/>
                    <a:gd name="T96" fmla="*/ 22 w 142"/>
                    <a:gd name="T97" fmla="*/ 96 h 240"/>
                    <a:gd name="T98" fmla="*/ 34 w 142"/>
                    <a:gd name="T99" fmla="*/ 104 h 240"/>
                    <a:gd name="T100" fmla="*/ 26 w 142"/>
                    <a:gd name="T101" fmla="*/ 96 h 240"/>
                    <a:gd name="T102" fmla="*/ 30 w 142"/>
                    <a:gd name="T103" fmla="*/ 112 h 240"/>
                    <a:gd name="T104" fmla="*/ 26 w 142"/>
                    <a:gd name="T105" fmla="*/ 112 h 240"/>
                    <a:gd name="T106" fmla="*/ 46 w 142"/>
                    <a:gd name="T107" fmla="*/ 116 h 240"/>
                    <a:gd name="T108" fmla="*/ 20 w 142"/>
                    <a:gd name="T109" fmla="*/ 146 h 240"/>
                    <a:gd name="T110" fmla="*/ 4 w 142"/>
                    <a:gd name="T111" fmla="*/ 138 h 240"/>
                    <a:gd name="T112" fmla="*/ 34 w 142"/>
                    <a:gd name="T113" fmla="*/ 138 h 240"/>
                    <a:gd name="T114" fmla="*/ 34 w 142"/>
                    <a:gd name="T115" fmla="*/ 150 h 240"/>
                    <a:gd name="T116" fmla="*/ 56 w 142"/>
                    <a:gd name="T117" fmla="*/ 164 h 240"/>
                    <a:gd name="T118" fmla="*/ 128 w 142"/>
                    <a:gd name="T119" fmla="*/ 210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42" h="240">
                      <a:moveTo>
                        <a:pt x="80" y="36"/>
                      </a:moveTo>
                      <a:lnTo>
                        <a:pt x="82" y="36"/>
                      </a:lnTo>
                      <a:lnTo>
                        <a:pt x="80" y="36"/>
                      </a:lnTo>
                      <a:lnTo>
                        <a:pt x="80" y="36"/>
                      </a:lnTo>
                      <a:lnTo>
                        <a:pt x="80" y="36"/>
                      </a:lnTo>
                      <a:close/>
                      <a:moveTo>
                        <a:pt x="106" y="2"/>
                      </a:moveTo>
                      <a:lnTo>
                        <a:pt x="102" y="2"/>
                      </a:lnTo>
                      <a:lnTo>
                        <a:pt x="106" y="0"/>
                      </a:lnTo>
                      <a:lnTo>
                        <a:pt x="106" y="2"/>
                      </a:lnTo>
                      <a:lnTo>
                        <a:pt x="106" y="2"/>
                      </a:lnTo>
                      <a:lnTo>
                        <a:pt x="106" y="2"/>
                      </a:lnTo>
                      <a:close/>
                      <a:moveTo>
                        <a:pt x="102" y="6"/>
                      </a:moveTo>
                      <a:lnTo>
                        <a:pt x="102" y="2"/>
                      </a:lnTo>
                      <a:lnTo>
                        <a:pt x="102" y="6"/>
                      </a:lnTo>
                      <a:lnTo>
                        <a:pt x="102" y="6"/>
                      </a:lnTo>
                      <a:lnTo>
                        <a:pt x="102" y="6"/>
                      </a:lnTo>
                      <a:close/>
                      <a:moveTo>
                        <a:pt x="94" y="14"/>
                      </a:moveTo>
                      <a:lnTo>
                        <a:pt x="98" y="10"/>
                      </a:lnTo>
                      <a:lnTo>
                        <a:pt x="94" y="10"/>
                      </a:lnTo>
                      <a:lnTo>
                        <a:pt x="94" y="6"/>
                      </a:lnTo>
                      <a:lnTo>
                        <a:pt x="98" y="6"/>
                      </a:lnTo>
                      <a:lnTo>
                        <a:pt x="98" y="10"/>
                      </a:lnTo>
                      <a:lnTo>
                        <a:pt x="102" y="10"/>
                      </a:lnTo>
                      <a:lnTo>
                        <a:pt x="102" y="14"/>
                      </a:lnTo>
                      <a:lnTo>
                        <a:pt x="98" y="14"/>
                      </a:lnTo>
                      <a:lnTo>
                        <a:pt x="102" y="14"/>
                      </a:lnTo>
                      <a:lnTo>
                        <a:pt x="102" y="18"/>
                      </a:lnTo>
                      <a:lnTo>
                        <a:pt x="98" y="18"/>
                      </a:lnTo>
                      <a:lnTo>
                        <a:pt x="98" y="22"/>
                      </a:lnTo>
                      <a:lnTo>
                        <a:pt x="98" y="18"/>
                      </a:lnTo>
                      <a:lnTo>
                        <a:pt x="98" y="14"/>
                      </a:lnTo>
                      <a:lnTo>
                        <a:pt x="94" y="18"/>
                      </a:lnTo>
                      <a:lnTo>
                        <a:pt x="94" y="14"/>
                      </a:lnTo>
                      <a:lnTo>
                        <a:pt x="94" y="14"/>
                      </a:lnTo>
                      <a:lnTo>
                        <a:pt x="94" y="14"/>
                      </a:lnTo>
                      <a:close/>
                      <a:moveTo>
                        <a:pt x="76" y="44"/>
                      </a:moveTo>
                      <a:lnTo>
                        <a:pt x="72" y="44"/>
                      </a:lnTo>
                      <a:lnTo>
                        <a:pt x="68" y="44"/>
                      </a:lnTo>
                      <a:lnTo>
                        <a:pt x="68" y="40"/>
                      </a:lnTo>
                      <a:lnTo>
                        <a:pt x="72" y="40"/>
                      </a:lnTo>
                      <a:lnTo>
                        <a:pt x="76" y="40"/>
                      </a:lnTo>
                      <a:lnTo>
                        <a:pt x="76" y="44"/>
                      </a:lnTo>
                      <a:lnTo>
                        <a:pt x="80" y="44"/>
                      </a:lnTo>
                      <a:lnTo>
                        <a:pt x="76" y="44"/>
                      </a:lnTo>
                      <a:lnTo>
                        <a:pt x="76" y="44"/>
                      </a:lnTo>
                      <a:lnTo>
                        <a:pt x="76" y="44"/>
                      </a:lnTo>
                      <a:close/>
                      <a:moveTo>
                        <a:pt x="72" y="48"/>
                      </a:moveTo>
                      <a:lnTo>
                        <a:pt x="68" y="48"/>
                      </a:lnTo>
                      <a:lnTo>
                        <a:pt x="68" y="44"/>
                      </a:lnTo>
                      <a:lnTo>
                        <a:pt x="72" y="44"/>
                      </a:lnTo>
                      <a:lnTo>
                        <a:pt x="72" y="48"/>
                      </a:lnTo>
                      <a:lnTo>
                        <a:pt x="72" y="48"/>
                      </a:lnTo>
                      <a:lnTo>
                        <a:pt x="72" y="48"/>
                      </a:lnTo>
                      <a:close/>
                      <a:moveTo>
                        <a:pt x="76" y="48"/>
                      </a:moveTo>
                      <a:lnTo>
                        <a:pt x="72" y="48"/>
                      </a:lnTo>
                      <a:lnTo>
                        <a:pt x="76" y="48"/>
                      </a:lnTo>
                      <a:lnTo>
                        <a:pt x="76" y="44"/>
                      </a:lnTo>
                      <a:lnTo>
                        <a:pt x="76" y="48"/>
                      </a:lnTo>
                      <a:lnTo>
                        <a:pt x="76" y="48"/>
                      </a:lnTo>
                      <a:lnTo>
                        <a:pt x="76" y="48"/>
                      </a:lnTo>
                      <a:close/>
                      <a:moveTo>
                        <a:pt x="50" y="138"/>
                      </a:moveTo>
                      <a:lnTo>
                        <a:pt x="46" y="138"/>
                      </a:lnTo>
                      <a:lnTo>
                        <a:pt x="46" y="134"/>
                      </a:lnTo>
                      <a:lnTo>
                        <a:pt x="42" y="134"/>
                      </a:lnTo>
                      <a:lnTo>
                        <a:pt x="42" y="130"/>
                      </a:lnTo>
                      <a:lnTo>
                        <a:pt x="46" y="130"/>
                      </a:lnTo>
                      <a:lnTo>
                        <a:pt x="46" y="126"/>
                      </a:lnTo>
                      <a:lnTo>
                        <a:pt x="50" y="126"/>
                      </a:lnTo>
                      <a:lnTo>
                        <a:pt x="50" y="122"/>
                      </a:lnTo>
                      <a:lnTo>
                        <a:pt x="50" y="120"/>
                      </a:lnTo>
                      <a:lnTo>
                        <a:pt x="50" y="116"/>
                      </a:lnTo>
                      <a:lnTo>
                        <a:pt x="46" y="116"/>
                      </a:lnTo>
                      <a:lnTo>
                        <a:pt x="46" y="112"/>
                      </a:lnTo>
                      <a:lnTo>
                        <a:pt x="50" y="112"/>
                      </a:lnTo>
                      <a:lnTo>
                        <a:pt x="52" y="112"/>
                      </a:lnTo>
                      <a:lnTo>
                        <a:pt x="50" y="112"/>
                      </a:lnTo>
                      <a:lnTo>
                        <a:pt x="50" y="108"/>
                      </a:lnTo>
                      <a:lnTo>
                        <a:pt x="46" y="108"/>
                      </a:lnTo>
                      <a:lnTo>
                        <a:pt x="46" y="112"/>
                      </a:lnTo>
                      <a:lnTo>
                        <a:pt x="42" y="112"/>
                      </a:lnTo>
                      <a:lnTo>
                        <a:pt x="42" y="108"/>
                      </a:lnTo>
                      <a:lnTo>
                        <a:pt x="46" y="104"/>
                      </a:lnTo>
                      <a:lnTo>
                        <a:pt x="42" y="108"/>
                      </a:lnTo>
                      <a:lnTo>
                        <a:pt x="38" y="108"/>
                      </a:lnTo>
                      <a:lnTo>
                        <a:pt x="38" y="112"/>
                      </a:lnTo>
                      <a:lnTo>
                        <a:pt x="42" y="116"/>
                      </a:lnTo>
                      <a:lnTo>
                        <a:pt x="38" y="116"/>
                      </a:lnTo>
                      <a:lnTo>
                        <a:pt x="38" y="122"/>
                      </a:lnTo>
                      <a:lnTo>
                        <a:pt x="34" y="126"/>
                      </a:lnTo>
                      <a:lnTo>
                        <a:pt x="34" y="122"/>
                      </a:lnTo>
                      <a:lnTo>
                        <a:pt x="34" y="120"/>
                      </a:lnTo>
                      <a:lnTo>
                        <a:pt x="34" y="116"/>
                      </a:lnTo>
                      <a:lnTo>
                        <a:pt x="38" y="116"/>
                      </a:lnTo>
                      <a:lnTo>
                        <a:pt x="34" y="116"/>
                      </a:lnTo>
                      <a:lnTo>
                        <a:pt x="34" y="112"/>
                      </a:lnTo>
                      <a:lnTo>
                        <a:pt x="38" y="112"/>
                      </a:lnTo>
                      <a:lnTo>
                        <a:pt x="38" y="108"/>
                      </a:lnTo>
                      <a:lnTo>
                        <a:pt x="34" y="112"/>
                      </a:lnTo>
                      <a:lnTo>
                        <a:pt x="34" y="108"/>
                      </a:lnTo>
                      <a:lnTo>
                        <a:pt x="38" y="108"/>
                      </a:lnTo>
                      <a:lnTo>
                        <a:pt x="38" y="104"/>
                      </a:lnTo>
                      <a:lnTo>
                        <a:pt x="38" y="100"/>
                      </a:lnTo>
                      <a:lnTo>
                        <a:pt x="42" y="100"/>
                      </a:lnTo>
                      <a:lnTo>
                        <a:pt x="46" y="100"/>
                      </a:lnTo>
                      <a:lnTo>
                        <a:pt x="46" y="96"/>
                      </a:lnTo>
                      <a:lnTo>
                        <a:pt x="42" y="100"/>
                      </a:lnTo>
                      <a:lnTo>
                        <a:pt x="42" y="96"/>
                      </a:lnTo>
                      <a:lnTo>
                        <a:pt x="42" y="92"/>
                      </a:lnTo>
                      <a:lnTo>
                        <a:pt x="46" y="92"/>
                      </a:lnTo>
                      <a:lnTo>
                        <a:pt x="42" y="92"/>
                      </a:lnTo>
                      <a:lnTo>
                        <a:pt x="38" y="96"/>
                      </a:lnTo>
                      <a:lnTo>
                        <a:pt x="34" y="96"/>
                      </a:lnTo>
                      <a:lnTo>
                        <a:pt x="30" y="96"/>
                      </a:lnTo>
                      <a:lnTo>
                        <a:pt x="34" y="96"/>
                      </a:lnTo>
                      <a:lnTo>
                        <a:pt x="34" y="92"/>
                      </a:lnTo>
                      <a:lnTo>
                        <a:pt x="38" y="92"/>
                      </a:lnTo>
                      <a:lnTo>
                        <a:pt x="34" y="92"/>
                      </a:lnTo>
                      <a:lnTo>
                        <a:pt x="30" y="92"/>
                      </a:lnTo>
                      <a:lnTo>
                        <a:pt x="26" y="92"/>
                      </a:lnTo>
                      <a:lnTo>
                        <a:pt x="30" y="92"/>
                      </a:lnTo>
                      <a:lnTo>
                        <a:pt x="34" y="92"/>
                      </a:lnTo>
                      <a:lnTo>
                        <a:pt x="34" y="90"/>
                      </a:lnTo>
                      <a:lnTo>
                        <a:pt x="38" y="90"/>
                      </a:lnTo>
                      <a:lnTo>
                        <a:pt x="34" y="90"/>
                      </a:lnTo>
                      <a:lnTo>
                        <a:pt x="34" y="86"/>
                      </a:lnTo>
                      <a:lnTo>
                        <a:pt x="34" y="90"/>
                      </a:lnTo>
                      <a:lnTo>
                        <a:pt x="38" y="90"/>
                      </a:lnTo>
                      <a:lnTo>
                        <a:pt x="34" y="86"/>
                      </a:lnTo>
                      <a:lnTo>
                        <a:pt x="38" y="86"/>
                      </a:lnTo>
                      <a:lnTo>
                        <a:pt x="38" y="82"/>
                      </a:lnTo>
                      <a:lnTo>
                        <a:pt x="38" y="78"/>
                      </a:lnTo>
                      <a:lnTo>
                        <a:pt x="34" y="78"/>
                      </a:lnTo>
                      <a:lnTo>
                        <a:pt x="34" y="74"/>
                      </a:lnTo>
                      <a:lnTo>
                        <a:pt x="38" y="74"/>
                      </a:lnTo>
                      <a:lnTo>
                        <a:pt x="34" y="74"/>
                      </a:lnTo>
                      <a:lnTo>
                        <a:pt x="34" y="70"/>
                      </a:lnTo>
                      <a:lnTo>
                        <a:pt x="34" y="66"/>
                      </a:lnTo>
                      <a:lnTo>
                        <a:pt x="38" y="70"/>
                      </a:lnTo>
                      <a:lnTo>
                        <a:pt x="38" y="66"/>
                      </a:lnTo>
                      <a:lnTo>
                        <a:pt x="42" y="66"/>
                      </a:lnTo>
                      <a:lnTo>
                        <a:pt x="46" y="66"/>
                      </a:lnTo>
                      <a:lnTo>
                        <a:pt x="42" y="66"/>
                      </a:lnTo>
                      <a:lnTo>
                        <a:pt x="42" y="62"/>
                      </a:lnTo>
                      <a:lnTo>
                        <a:pt x="38" y="62"/>
                      </a:lnTo>
                      <a:lnTo>
                        <a:pt x="42" y="62"/>
                      </a:lnTo>
                      <a:lnTo>
                        <a:pt x="42" y="60"/>
                      </a:lnTo>
                      <a:lnTo>
                        <a:pt x="46" y="60"/>
                      </a:lnTo>
                      <a:lnTo>
                        <a:pt x="42" y="60"/>
                      </a:lnTo>
                      <a:lnTo>
                        <a:pt x="42" y="56"/>
                      </a:lnTo>
                      <a:lnTo>
                        <a:pt x="46" y="52"/>
                      </a:lnTo>
                      <a:lnTo>
                        <a:pt x="50" y="52"/>
                      </a:lnTo>
                      <a:lnTo>
                        <a:pt x="50" y="56"/>
                      </a:lnTo>
                      <a:lnTo>
                        <a:pt x="52" y="52"/>
                      </a:lnTo>
                      <a:lnTo>
                        <a:pt x="56" y="52"/>
                      </a:lnTo>
                      <a:lnTo>
                        <a:pt x="60" y="52"/>
                      </a:lnTo>
                      <a:lnTo>
                        <a:pt x="64" y="52"/>
                      </a:lnTo>
                      <a:lnTo>
                        <a:pt x="68" y="52"/>
                      </a:lnTo>
                      <a:lnTo>
                        <a:pt x="72" y="52"/>
                      </a:lnTo>
                      <a:lnTo>
                        <a:pt x="76" y="52"/>
                      </a:lnTo>
                      <a:lnTo>
                        <a:pt x="72" y="56"/>
                      </a:lnTo>
                      <a:lnTo>
                        <a:pt x="72" y="60"/>
                      </a:lnTo>
                      <a:lnTo>
                        <a:pt x="68" y="60"/>
                      </a:lnTo>
                      <a:lnTo>
                        <a:pt x="68" y="62"/>
                      </a:lnTo>
                      <a:lnTo>
                        <a:pt x="64" y="62"/>
                      </a:lnTo>
                      <a:lnTo>
                        <a:pt x="60" y="62"/>
                      </a:lnTo>
                      <a:lnTo>
                        <a:pt x="60" y="66"/>
                      </a:lnTo>
                      <a:lnTo>
                        <a:pt x="56" y="66"/>
                      </a:lnTo>
                      <a:lnTo>
                        <a:pt x="52" y="66"/>
                      </a:lnTo>
                      <a:lnTo>
                        <a:pt x="56" y="66"/>
                      </a:lnTo>
                      <a:lnTo>
                        <a:pt x="56" y="70"/>
                      </a:lnTo>
                      <a:lnTo>
                        <a:pt x="60" y="70"/>
                      </a:lnTo>
                      <a:lnTo>
                        <a:pt x="60" y="66"/>
                      </a:lnTo>
                      <a:lnTo>
                        <a:pt x="64" y="66"/>
                      </a:lnTo>
                      <a:lnTo>
                        <a:pt x="64" y="70"/>
                      </a:lnTo>
                      <a:lnTo>
                        <a:pt x="60" y="70"/>
                      </a:lnTo>
                      <a:lnTo>
                        <a:pt x="56" y="70"/>
                      </a:lnTo>
                      <a:lnTo>
                        <a:pt x="52" y="74"/>
                      </a:lnTo>
                      <a:lnTo>
                        <a:pt x="56" y="74"/>
                      </a:lnTo>
                      <a:lnTo>
                        <a:pt x="56" y="70"/>
                      </a:lnTo>
                      <a:lnTo>
                        <a:pt x="60" y="74"/>
                      </a:lnTo>
                      <a:lnTo>
                        <a:pt x="56" y="74"/>
                      </a:lnTo>
                      <a:lnTo>
                        <a:pt x="56" y="78"/>
                      </a:lnTo>
                      <a:lnTo>
                        <a:pt x="60" y="74"/>
                      </a:lnTo>
                      <a:lnTo>
                        <a:pt x="64" y="74"/>
                      </a:lnTo>
                      <a:lnTo>
                        <a:pt x="68" y="74"/>
                      </a:lnTo>
                      <a:lnTo>
                        <a:pt x="68" y="70"/>
                      </a:lnTo>
                      <a:lnTo>
                        <a:pt x="72" y="70"/>
                      </a:lnTo>
                      <a:lnTo>
                        <a:pt x="72" y="74"/>
                      </a:lnTo>
                      <a:lnTo>
                        <a:pt x="76" y="74"/>
                      </a:lnTo>
                      <a:lnTo>
                        <a:pt x="76" y="70"/>
                      </a:lnTo>
                      <a:lnTo>
                        <a:pt x="80" y="70"/>
                      </a:lnTo>
                      <a:lnTo>
                        <a:pt x="82" y="74"/>
                      </a:lnTo>
                      <a:lnTo>
                        <a:pt x="86" y="74"/>
                      </a:lnTo>
                      <a:lnTo>
                        <a:pt x="86" y="70"/>
                      </a:lnTo>
                      <a:lnTo>
                        <a:pt x="90" y="70"/>
                      </a:lnTo>
                      <a:lnTo>
                        <a:pt x="90" y="74"/>
                      </a:lnTo>
                      <a:lnTo>
                        <a:pt x="90" y="78"/>
                      </a:lnTo>
                      <a:lnTo>
                        <a:pt x="90" y="82"/>
                      </a:lnTo>
                      <a:lnTo>
                        <a:pt x="86" y="82"/>
                      </a:lnTo>
                      <a:lnTo>
                        <a:pt x="86" y="86"/>
                      </a:lnTo>
                      <a:lnTo>
                        <a:pt x="86" y="90"/>
                      </a:lnTo>
                      <a:lnTo>
                        <a:pt x="82" y="92"/>
                      </a:lnTo>
                      <a:lnTo>
                        <a:pt x="82" y="96"/>
                      </a:lnTo>
                      <a:lnTo>
                        <a:pt x="80" y="96"/>
                      </a:lnTo>
                      <a:lnTo>
                        <a:pt x="80" y="100"/>
                      </a:lnTo>
                      <a:lnTo>
                        <a:pt x="76" y="100"/>
                      </a:lnTo>
                      <a:lnTo>
                        <a:pt x="72" y="100"/>
                      </a:lnTo>
                      <a:lnTo>
                        <a:pt x="76" y="100"/>
                      </a:lnTo>
                      <a:lnTo>
                        <a:pt x="80" y="100"/>
                      </a:lnTo>
                      <a:lnTo>
                        <a:pt x="80" y="104"/>
                      </a:lnTo>
                      <a:lnTo>
                        <a:pt x="76" y="104"/>
                      </a:lnTo>
                      <a:lnTo>
                        <a:pt x="72" y="108"/>
                      </a:lnTo>
                      <a:lnTo>
                        <a:pt x="68" y="108"/>
                      </a:lnTo>
                      <a:lnTo>
                        <a:pt x="64" y="108"/>
                      </a:lnTo>
                      <a:lnTo>
                        <a:pt x="68" y="108"/>
                      </a:lnTo>
                      <a:lnTo>
                        <a:pt x="72" y="112"/>
                      </a:lnTo>
                      <a:lnTo>
                        <a:pt x="76" y="112"/>
                      </a:lnTo>
                      <a:lnTo>
                        <a:pt x="76" y="108"/>
                      </a:lnTo>
                      <a:lnTo>
                        <a:pt x="80" y="108"/>
                      </a:lnTo>
                      <a:lnTo>
                        <a:pt x="82" y="108"/>
                      </a:lnTo>
                      <a:lnTo>
                        <a:pt x="82" y="112"/>
                      </a:lnTo>
                      <a:lnTo>
                        <a:pt x="86" y="112"/>
                      </a:lnTo>
                      <a:lnTo>
                        <a:pt x="86" y="116"/>
                      </a:lnTo>
                      <a:lnTo>
                        <a:pt x="90" y="116"/>
                      </a:lnTo>
                      <a:lnTo>
                        <a:pt x="90" y="120"/>
                      </a:lnTo>
                      <a:lnTo>
                        <a:pt x="94" y="120"/>
                      </a:lnTo>
                      <a:lnTo>
                        <a:pt x="94" y="122"/>
                      </a:lnTo>
                      <a:lnTo>
                        <a:pt x="94" y="126"/>
                      </a:lnTo>
                      <a:lnTo>
                        <a:pt x="94" y="130"/>
                      </a:lnTo>
                      <a:lnTo>
                        <a:pt x="98" y="130"/>
                      </a:lnTo>
                      <a:lnTo>
                        <a:pt x="98" y="134"/>
                      </a:lnTo>
                      <a:lnTo>
                        <a:pt x="98" y="138"/>
                      </a:lnTo>
                      <a:lnTo>
                        <a:pt x="102" y="138"/>
                      </a:lnTo>
                      <a:lnTo>
                        <a:pt x="106" y="142"/>
                      </a:lnTo>
                      <a:lnTo>
                        <a:pt x="108" y="142"/>
                      </a:lnTo>
                      <a:lnTo>
                        <a:pt x="108" y="146"/>
                      </a:lnTo>
                      <a:lnTo>
                        <a:pt x="112" y="146"/>
                      </a:lnTo>
                      <a:lnTo>
                        <a:pt x="112" y="150"/>
                      </a:lnTo>
                      <a:lnTo>
                        <a:pt x="116" y="150"/>
                      </a:lnTo>
                      <a:lnTo>
                        <a:pt x="112" y="150"/>
                      </a:lnTo>
                      <a:lnTo>
                        <a:pt x="112" y="152"/>
                      </a:lnTo>
                      <a:lnTo>
                        <a:pt x="112" y="156"/>
                      </a:lnTo>
                      <a:lnTo>
                        <a:pt x="116" y="156"/>
                      </a:lnTo>
                      <a:lnTo>
                        <a:pt x="116" y="160"/>
                      </a:lnTo>
                      <a:lnTo>
                        <a:pt x="120" y="160"/>
                      </a:lnTo>
                      <a:lnTo>
                        <a:pt x="116" y="164"/>
                      </a:lnTo>
                      <a:lnTo>
                        <a:pt x="116" y="160"/>
                      </a:lnTo>
                      <a:lnTo>
                        <a:pt x="120" y="160"/>
                      </a:lnTo>
                      <a:lnTo>
                        <a:pt x="116" y="160"/>
                      </a:lnTo>
                      <a:lnTo>
                        <a:pt x="112" y="160"/>
                      </a:lnTo>
                      <a:lnTo>
                        <a:pt x="108" y="160"/>
                      </a:lnTo>
                      <a:lnTo>
                        <a:pt x="106" y="160"/>
                      </a:lnTo>
                      <a:lnTo>
                        <a:pt x="108" y="160"/>
                      </a:lnTo>
                      <a:lnTo>
                        <a:pt x="112" y="160"/>
                      </a:lnTo>
                      <a:lnTo>
                        <a:pt x="116" y="160"/>
                      </a:lnTo>
                      <a:lnTo>
                        <a:pt x="116" y="164"/>
                      </a:lnTo>
                      <a:lnTo>
                        <a:pt x="120" y="164"/>
                      </a:lnTo>
                      <a:lnTo>
                        <a:pt x="120" y="168"/>
                      </a:lnTo>
                      <a:lnTo>
                        <a:pt x="120" y="172"/>
                      </a:lnTo>
                      <a:lnTo>
                        <a:pt x="120" y="176"/>
                      </a:lnTo>
                      <a:lnTo>
                        <a:pt x="116" y="176"/>
                      </a:lnTo>
                      <a:lnTo>
                        <a:pt x="120" y="180"/>
                      </a:lnTo>
                      <a:lnTo>
                        <a:pt x="124" y="180"/>
                      </a:lnTo>
                      <a:lnTo>
                        <a:pt x="124" y="176"/>
                      </a:lnTo>
                      <a:lnTo>
                        <a:pt x="128" y="176"/>
                      </a:lnTo>
                      <a:lnTo>
                        <a:pt x="132" y="176"/>
                      </a:lnTo>
                      <a:lnTo>
                        <a:pt x="136" y="176"/>
                      </a:lnTo>
                      <a:lnTo>
                        <a:pt x="138" y="180"/>
                      </a:lnTo>
                      <a:lnTo>
                        <a:pt x="142" y="182"/>
                      </a:lnTo>
                      <a:lnTo>
                        <a:pt x="142" y="186"/>
                      </a:lnTo>
                      <a:lnTo>
                        <a:pt x="138" y="190"/>
                      </a:lnTo>
                      <a:lnTo>
                        <a:pt x="138" y="194"/>
                      </a:lnTo>
                      <a:lnTo>
                        <a:pt x="136" y="198"/>
                      </a:lnTo>
                      <a:lnTo>
                        <a:pt x="132" y="194"/>
                      </a:lnTo>
                      <a:lnTo>
                        <a:pt x="136" y="198"/>
                      </a:lnTo>
                      <a:lnTo>
                        <a:pt x="136" y="202"/>
                      </a:lnTo>
                      <a:lnTo>
                        <a:pt x="132" y="202"/>
                      </a:lnTo>
                      <a:lnTo>
                        <a:pt x="132" y="198"/>
                      </a:lnTo>
                      <a:lnTo>
                        <a:pt x="132" y="202"/>
                      </a:lnTo>
                      <a:lnTo>
                        <a:pt x="128" y="202"/>
                      </a:lnTo>
                      <a:lnTo>
                        <a:pt x="132" y="202"/>
                      </a:lnTo>
                      <a:lnTo>
                        <a:pt x="132" y="206"/>
                      </a:lnTo>
                      <a:lnTo>
                        <a:pt x="128" y="206"/>
                      </a:lnTo>
                      <a:lnTo>
                        <a:pt x="124" y="206"/>
                      </a:lnTo>
                      <a:lnTo>
                        <a:pt x="120" y="210"/>
                      </a:lnTo>
                      <a:lnTo>
                        <a:pt x="124" y="210"/>
                      </a:lnTo>
                      <a:lnTo>
                        <a:pt x="124" y="206"/>
                      </a:lnTo>
                      <a:lnTo>
                        <a:pt x="128" y="206"/>
                      </a:lnTo>
                      <a:lnTo>
                        <a:pt x="128" y="210"/>
                      </a:lnTo>
                      <a:lnTo>
                        <a:pt x="124" y="210"/>
                      </a:lnTo>
                      <a:lnTo>
                        <a:pt x="128" y="210"/>
                      </a:lnTo>
                      <a:lnTo>
                        <a:pt x="132" y="210"/>
                      </a:lnTo>
                      <a:lnTo>
                        <a:pt x="136" y="210"/>
                      </a:lnTo>
                      <a:lnTo>
                        <a:pt x="136" y="212"/>
                      </a:lnTo>
                      <a:lnTo>
                        <a:pt x="136" y="216"/>
                      </a:lnTo>
                      <a:lnTo>
                        <a:pt x="132" y="216"/>
                      </a:lnTo>
                      <a:lnTo>
                        <a:pt x="132" y="220"/>
                      </a:lnTo>
                      <a:lnTo>
                        <a:pt x="128" y="220"/>
                      </a:lnTo>
                      <a:lnTo>
                        <a:pt x="128" y="216"/>
                      </a:lnTo>
                      <a:lnTo>
                        <a:pt x="128" y="220"/>
                      </a:lnTo>
                      <a:lnTo>
                        <a:pt x="124" y="220"/>
                      </a:lnTo>
                      <a:lnTo>
                        <a:pt x="120" y="220"/>
                      </a:lnTo>
                      <a:lnTo>
                        <a:pt x="120" y="224"/>
                      </a:lnTo>
                      <a:lnTo>
                        <a:pt x="116" y="220"/>
                      </a:lnTo>
                      <a:lnTo>
                        <a:pt x="112" y="220"/>
                      </a:lnTo>
                      <a:lnTo>
                        <a:pt x="108" y="220"/>
                      </a:lnTo>
                      <a:lnTo>
                        <a:pt x="106" y="220"/>
                      </a:lnTo>
                      <a:lnTo>
                        <a:pt x="106" y="224"/>
                      </a:lnTo>
                      <a:lnTo>
                        <a:pt x="106" y="220"/>
                      </a:lnTo>
                      <a:lnTo>
                        <a:pt x="102" y="220"/>
                      </a:lnTo>
                      <a:lnTo>
                        <a:pt x="98" y="220"/>
                      </a:lnTo>
                      <a:lnTo>
                        <a:pt x="94" y="224"/>
                      </a:lnTo>
                      <a:lnTo>
                        <a:pt x="90" y="224"/>
                      </a:lnTo>
                      <a:lnTo>
                        <a:pt x="86" y="224"/>
                      </a:lnTo>
                      <a:lnTo>
                        <a:pt x="90" y="224"/>
                      </a:lnTo>
                      <a:lnTo>
                        <a:pt x="86" y="224"/>
                      </a:lnTo>
                      <a:lnTo>
                        <a:pt x="82" y="224"/>
                      </a:lnTo>
                      <a:lnTo>
                        <a:pt x="82" y="228"/>
                      </a:lnTo>
                      <a:lnTo>
                        <a:pt x="82" y="224"/>
                      </a:lnTo>
                      <a:lnTo>
                        <a:pt x="80" y="224"/>
                      </a:lnTo>
                      <a:lnTo>
                        <a:pt x="76" y="224"/>
                      </a:lnTo>
                      <a:lnTo>
                        <a:pt x="72" y="224"/>
                      </a:lnTo>
                      <a:lnTo>
                        <a:pt x="68" y="224"/>
                      </a:lnTo>
                      <a:lnTo>
                        <a:pt x="68" y="228"/>
                      </a:lnTo>
                      <a:lnTo>
                        <a:pt x="64" y="232"/>
                      </a:lnTo>
                      <a:lnTo>
                        <a:pt x="64" y="236"/>
                      </a:lnTo>
                      <a:lnTo>
                        <a:pt x="60" y="232"/>
                      </a:lnTo>
                      <a:lnTo>
                        <a:pt x="56" y="232"/>
                      </a:lnTo>
                      <a:lnTo>
                        <a:pt x="52" y="232"/>
                      </a:lnTo>
                      <a:lnTo>
                        <a:pt x="50" y="232"/>
                      </a:lnTo>
                      <a:lnTo>
                        <a:pt x="46" y="236"/>
                      </a:lnTo>
                      <a:lnTo>
                        <a:pt x="46" y="240"/>
                      </a:lnTo>
                      <a:lnTo>
                        <a:pt x="42" y="240"/>
                      </a:lnTo>
                      <a:lnTo>
                        <a:pt x="42" y="236"/>
                      </a:lnTo>
                      <a:lnTo>
                        <a:pt x="38" y="236"/>
                      </a:lnTo>
                      <a:lnTo>
                        <a:pt x="38" y="240"/>
                      </a:lnTo>
                      <a:lnTo>
                        <a:pt x="34" y="240"/>
                      </a:lnTo>
                      <a:lnTo>
                        <a:pt x="34" y="236"/>
                      </a:lnTo>
                      <a:lnTo>
                        <a:pt x="38" y="236"/>
                      </a:lnTo>
                      <a:lnTo>
                        <a:pt x="42" y="232"/>
                      </a:lnTo>
                      <a:lnTo>
                        <a:pt x="46" y="228"/>
                      </a:lnTo>
                      <a:lnTo>
                        <a:pt x="46" y="224"/>
                      </a:lnTo>
                      <a:lnTo>
                        <a:pt x="50" y="224"/>
                      </a:lnTo>
                      <a:lnTo>
                        <a:pt x="52" y="220"/>
                      </a:lnTo>
                      <a:lnTo>
                        <a:pt x="52" y="216"/>
                      </a:lnTo>
                      <a:lnTo>
                        <a:pt x="56" y="216"/>
                      </a:lnTo>
                      <a:lnTo>
                        <a:pt x="56" y="212"/>
                      </a:lnTo>
                      <a:lnTo>
                        <a:pt x="60" y="212"/>
                      </a:lnTo>
                      <a:lnTo>
                        <a:pt x="64" y="212"/>
                      </a:lnTo>
                      <a:lnTo>
                        <a:pt x="68" y="212"/>
                      </a:lnTo>
                      <a:lnTo>
                        <a:pt x="76" y="212"/>
                      </a:lnTo>
                      <a:lnTo>
                        <a:pt x="76" y="210"/>
                      </a:lnTo>
                      <a:lnTo>
                        <a:pt x="76" y="206"/>
                      </a:lnTo>
                      <a:lnTo>
                        <a:pt x="80" y="206"/>
                      </a:lnTo>
                      <a:lnTo>
                        <a:pt x="80" y="202"/>
                      </a:lnTo>
                      <a:lnTo>
                        <a:pt x="82" y="202"/>
                      </a:lnTo>
                      <a:lnTo>
                        <a:pt x="80" y="202"/>
                      </a:lnTo>
                      <a:lnTo>
                        <a:pt x="80" y="206"/>
                      </a:lnTo>
                      <a:lnTo>
                        <a:pt x="76" y="206"/>
                      </a:lnTo>
                      <a:lnTo>
                        <a:pt x="72" y="206"/>
                      </a:lnTo>
                      <a:lnTo>
                        <a:pt x="72" y="210"/>
                      </a:lnTo>
                      <a:lnTo>
                        <a:pt x="68" y="210"/>
                      </a:lnTo>
                      <a:lnTo>
                        <a:pt x="64" y="210"/>
                      </a:lnTo>
                      <a:lnTo>
                        <a:pt x="64" y="206"/>
                      </a:lnTo>
                      <a:lnTo>
                        <a:pt x="60" y="206"/>
                      </a:lnTo>
                      <a:lnTo>
                        <a:pt x="56" y="206"/>
                      </a:lnTo>
                      <a:lnTo>
                        <a:pt x="60" y="202"/>
                      </a:lnTo>
                      <a:lnTo>
                        <a:pt x="56" y="202"/>
                      </a:lnTo>
                      <a:lnTo>
                        <a:pt x="52" y="202"/>
                      </a:lnTo>
                      <a:lnTo>
                        <a:pt x="50" y="202"/>
                      </a:lnTo>
                      <a:lnTo>
                        <a:pt x="50" y="206"/>
                      </a:lnTo>
                      <a:lnTo>
                        <a:pt x="50" y="202"/>
                      </a:lnTo>
                      <a:lnTo>
                        <a:pt x="50" y="206"/>
                      </a:lnTo>
                      <a:lnTo>
                        <a:pt x="46" y="206"/>
                      </a:lnTo>
                      <a:lnTo>
                        <a:pt x="46" y="202"/>
                      </a:lnTo>
                      <a:lnTo>
                        <a:pt x="50" y="202"/>
                      </a:lnTo>
                      <a:lnTo>
                        <a:pt x="46" y="202"/>
                      </a:lnTo>
                      <a:lnTo>
                        <a:pt x="42" y="202"/>
                      </a:lnTo>
                      <a:lnTo>
                        <a:pt x="46" y="202"/>
                      </a:lnTo>
                      <a:lnTo>
                        <a:pt x="46" y="198"/>
                      </a:lnTo>
                      <a:lnTo>
                        <a:pt x="42" y="198"/>
                      </a:lnTo>
                      <a:lnTo>
                        <a:pt x="46" y="198"/>
                      </a:lnTo>
                      <a:lnTo>
                        <a:pt x="50" y="194"/>
                      </a:lnTo>
                      <a:lnTo>
                        <a:pt x="52" y="194"/>
                      </a:lnTo>
                      <a:lnTo>
                        <a:pt x="56" y="190"/>
                      </a:lnTo>
                      <a:lnTo>
                        <a:pt x="56" y="186"/>
                      </a:lnTo>
                      <a:lnTo>
                        <a:pt x="60" y="186"/>
                      </a:lnTo>
                      <a:lnTo>
                        <a:pt x="60" y="182"/>
                      </a:lnTo>
                      <a:lnTo>
                        <a:pt x="56" y="182"/>
                      </a:lnTo>
                      <a:lnTo>
                        <a:pt x="60" y="180"/>
                      </a:lnTo>
                      <a:lnTo>
                        <a:pt x="56" y="180"/>
                      </a:lnTo>
                      <a:lnTo>
                        <a:pt x="56" y="176"/>
                      </a:lnTo>
                      <a:lnTo>
                        <a:pt x="52" y="176"/>
                      </a:lnTo>
                      <a:lnTo>
                        <a:pt x="52" y="180"/>
                      </a:lnTo>
                      <a:lnTo>
                        <a:pt x="50" y="180"/>
                      </a:lnTo>
                      <a:lnTo>
                        <a:pt x="50" y="176"/>
                      </a:lnTo>
                      <a:lnTo>
                        <a:pt x="52" y="176"/>
                      </a:lnTo>
                      <a:lnTo>
                        <a:pt x="56" y="172"/>
                      </a:lnTo>
                      <a:lnTo>
                        <a:pt x="56" y="168"/>
                      </a:lnTo>
                      <a:lnTo>
                        <a:pt x="60" y="168"/>
                      </a:lnTo>
                      <a:lnTo>
                        <a:pt x="64" y="168"/>
                      </a:lnTo>
                      <a:lnTo>
                        <a:pt x="68" y="168"/>
                      </a:lnTo>
                      <a:lnTo>
                        <a:pt x="72" y="168"/>
                      </a:lnTo>
                      <a:lnTo>
                        <a:pt x="72" y="164"/>
                      </a:lnTo>
                      <a:lnTo>
                        <a:pt x="76" y="168"/>
                      </a:lnTo>
                      <a:lnTo>
                        <a:pt x="80" y="168"/>
                      </a:lnTo>
                      <a:lnTo>
                        <a:pt x="76" y="168"/>
                      </a:lnTo>
                      <a:lnTo>
                        <a:pt x="76" y="164"/>
                      </a:lnTo>
                      <a:lnTo>
                        <a:pt x="72" y="164"/>
                      </a:lnTo>
                      <a:lnTo>
                        <a:pt x="72" y="160"/>
                      </a:lnTo>
                      <a:lnTo>
                        <a:pt x="76" y="160"/>
                      </a:lnTo>
                      <a:lnTo>
                        <a:pt x="72" y="156"/>
                      </a:lnTo>
                      <a:lnTo>
                        <a:pt x="76" y="152"/>
                      </a:lnTo>
                      <a:lnTo>
                        <a:pt x="76" y="150"/>
                      </a:lnTo>
                      <a:lnTo>
                        <a:pt x="72" y="152"/>
                      </a:lnTo>
                      <a:lnTo>
                        <a:pt x="72" y="150"/>
                      </a:lnTo>
                      <a:lnTo>
                        <a:pt x="68" y="150"/>
                      </a:lnTo>
                      <a:lnTo>
                        <a:pt x="68" y="146"/>
                      </a:lnTo>
                      <a:lnTo>
                        <a:pt x="68" y="142"/>
                      </a:lnTo>
                      <a:lnTo>
                        <a:pt x="64" y="142"/>
                      </a:lnTo>
                      <a:lnTo>
                        <a:pt x="64" y="138"/>
                      </a:lnTo>
                      <a:lnTo>
                        <a:pt x="68" y="134"/>
                      </a:lnTo>
                      <a:lnTo>
                        <a:pt x="72" y="134"/>
                      </a:lnTo>
                      <a:lnTo>
                        <a:pt x="76" y="134"/>
                      </a:lnTo>
                      <a:lnTo>
                        <a:pt x="76" y="130"/>
                      </a:lnTo>
                      <a:lnTo>
                        <a:pt x="72" y="130"/>
                      </a:lnTo>
                      <a:lnTo>
                        <a:pt x="68" y="130"/>
                      </a:lnTo>
                      <a:lnTo>
                        <a:pt x="64" y="130"/>
                      </a:lnTo>
                      <a:lnTo>
                        <a:pt x="64" y="134"/>
                      </a:lnTo>
                      <a:lnTo>
                        <a:pt x="60" y="134"/>
                      </a:lnTo>
                      <a:lnTo>
                        <a:pt x="60" y="138"/>
                      </a:lnTo>
                      <a:lnTo>
                        <a:pt x="56" y="138"/>
                      </a:lnTo>
                      <a:lnTo>
                        <a:pt x="52" y="134"/>
                      </a:lnTo>
                      <a:lnTo>
                        <a:pt x="52" y="138"/>
                      </a:lnTo>
                      <a:lnTo>
                        <a:pt x="56" y="138"/>
                      </a:lnTo>
                      <a:lnTo>
                        <a:pt x="52" y="138"/>
                      </a:lnTo>
                      <a:lnTo>
                        <a:pt x="50" y="134"/>
                      </a:lnTo>
                      <a:lnTo>
                        <a:pt x="46" y="134"/>
                      </a:lnTo>
                      <a:lnTo>
                        <a:pt x="46" y="138"/>
                      </a:lnTo>
                      <a:lnTo>
                        <a:pt x="50" y="138"/>
                      </a:lnTo>
                      <a:lnTo>
                        <a:pt x="50" y="138"/>
                      </a:lnTo>
                      <a:lnTo>
                        <a:pt x="50" y="138"/>
                      </a:lnTo>
                      <a:close/>
                      <a:moveTo>
                        <a:pt x="22" y="66"/>
                      </a:moveTo>
                      <a:lnTo>
                        <a:pt x="22" y="62"/>
                      </a:lnTo>
                      <a:lnTo>
                        <a:pt x="20" y="66"/>
                      </a:lnTo>
                      <a:lnTo>
                        <a:pt x="22" y="66"/>
                      </a:lnTo>
                      <a:lnTo>
                        <a:pt x="20" y="70"/>
                      </a:lnTo>
                      <a:lnTo>
                        <a:pt x="16" y="70"/>
                      </a:lnTo>
                      <a:lnTo>
                        <a:pt x="20" y="66"/>
                      </a:lnTo>
                      <a:lnTo>
                        <a:pt x="16" y="66"/>
                      </a:lnTo>
                      <a:lnTo>
                        <a:pt x="16" y="62"/>
                      </a:lnTo>
                      <a:lnTo>
                        <a:pt x="16" y="60"/>
                      </a:lnTo>
                      <a:lnTo>
                        <a:pt x="20" y="60"/>
                      </a:lnTo>
                      <a:lnTo>
                        <a:pt x="20" y="62"/>
                      </a:lnTo>
                      <a:lnTo>
                        <a:pt x="20" y="60"/>
                      </a:lnTo>
                      <a:lnTo>
                        <a:pt x="22" y="56"/>
                      </a:lnTo>
                      <a:lnTo>
                        <a:pt x="26" y="56"/>
                      </a:lnTo>
                      <a:lnTo>
                        <a:pt x="26" y="52"/>
                      </a:lnTo>
                      <a:lnTo>
                        <a:pt x="26" y="56"/>
                      </a:lnTo>
                      <a:lnTo>
                        <a:pt x="30" y="56"/>
                      </a:lnTo>
                      <a:lnTo>
                        <a:pt x="26" y="56"/>
                      </a:lnTo>
                      <a:lnTo>
                        <a:pt x="26" y="60"/>
                      </a:lnTo>
                      <a:lnTo>
                        <a:pt x="30" y="60"/>
                      </a:lnTo>
                      <a:lnTo>
                        <a:pt x="26" y="60"/>
                      </a:lnTo>
                      <a:lnTo>
                        <a:pt x="26" y="62"/>
                      </a:lnTo>
                      <a:lnTo>
                        <a:pt x="22" y="62"/>
                      </a:lnTo>
                      <a:lnTo>
                        <a:pt x="26" y="62"/>
                      </a:lnTo>
                      <a:lnTo>
                        <a:pt x="22" y="66"/>
                      </a:lnTo>
                      <a:lnTo>
                        <a:pt x="22" y="66"/>
                      </a:lnTo>
                      <a:lnTo>
                        <a:pt x="22" y="66"/>
                      </a:lnTo>
                      <a:close/>
                      <a:moveTo>
                        <a:pt x="16" y="74"/>
                      </a:moveTo>
                      <a:lnTo>
                        <a:pt x="12" y="74"/>
                      </a:lnTo>
                      <a:lnTo>
                        <a:pt x="8" y="74"/>
                      </a:lnTo>
                      <a:lnTo>
                        <a:pt x="12" y="74"/>
                      </a:lnTo>
                      <a:lnTo>
                        <a:pt x="16" y="70"/>
                      </a:lnTo>
                      <a:lnTo>
                        <a:pt x="16" y="74"/>
                      </a:lnTo>
                      <a:lnTo>
                        <a:pt x="16" y="74"/>
                      </a:lnTo>
                      <a:lnTo>
                        <a:pt x="16" y="74"/>
                      </a:lnTo>
                      <a:close/>
                      <a:moveTo>
                        <a:pt x="34" y="86"/>
                      </a:moveTo>
                      <a:lnTo>
                        <a:pt x="30" y="86"/>
                      </a:lnTo>
                      <a:lnTo>
                        <a:pt x="30" y="82"/>
                      </a:lnTo>
                      <a:lnTo>
                        <a:pt x="30" y="86"/>
                      </a:lnTo>
                      <a:lnTo>
                        <a:pt x="30" y="82"/>
                      </a:lnTo>
                      <a:lnTo>
                        <a:pt x="26" y="86"/>
                      </a:lnTo>
                      <a:lnTo>
                        <a:pt x="26" y="82"/>
                      </a:lnTo>
                      <a:lnTo>
                        <a:pt x="22" y="82"/>
                      </a:lnTo>
                      <a:lnTo>
                        <a:pt x="26" y="82"/>
                      </a:lnTo>
                      <a:lnTo>
                        <a:pt x="22" y="78"/>
                      </a:lnTo>
                      <a:lnTo>
                        <a:pt x="22" y="82"/>
                      </a:lnTo>
                      <a:lnTo>
                        <a:pt x="22" y="78"/>
                      </a:lnTo>
                      <a:lnTo>
                        <a:pt x="20" y="78"/>
                      </a:lnTo>
                      <a:lnTo>
                        <a:pt x="22" y="74"/>
                      </a:lnTo>
                      <a:lnTo>
                        <a:pt x="26" y="74"/>
                      </a:lnTo>
                      <a:lnTo>
                        <a:pt x="26" y="70"/>
                      </a:lnTo>
                      <a:lnTo>
                        <a:pt x="30" y="74"/>
                      </a:lnTo>
                      <a:lnTo>
                        <a:pt x="30" y="78"/>
                      </a:lnTo>
                      <a:lnTo>
                        <a:pt x="30" y="82"/>
                      </a:lnTo>
                      <a:lnTo>
                        <a:pt x="34" y="82"/>
                      </a:lnTo>
                      <a:lnTo>
                        <a:pt x="38" y="82"/>
                      </a:lnTo>
                      <a:lnTo>
                        <a:pt x="34" y="86"/>
                      </a:lnTo>
                      <a:lnTo>
                        <a:pt x="34" y="86"/>
                      </a:lnTo>
                      <a:lnTo>
                        <a:pt x="34" y="86"/>
                      </a:lnTo>
                      <a:close/>
                      <a:moveTo>
                        <a:pt x="30" y="82"/>
                      </a:moveTo>
                      <a:lnTo>
                        <a:pt x="30" y="78"/>
                      </a:lnTo>
                      <a:lnTo>
                        <a:pt x="30" y="74"/>
                      </a:lnTo>
                      <a:lnTo>
                        <a:pt x="30" y="78"/>
                      </a:lnTo>
                      <a:lnTo>
                        <a:pt x="30" y="82"/>
                      </a:lnTo>
                      <a:lnTo>
                        <a:pt x="30" y="82"/>
                      </a:lnTo>
                      <a:lnTo>
                        <a:pt x="30" y="82"/>
                      </a:lnTo>
                      <a:close/>
                      <a:moveTo>
                        <a:pt x="12" y="78"/>
                      </a:moveTo>
                      <a:lnTo>
                        <a:pt x="16" y="78"/>
                      </a:lnTo>
                      <a:lnTo>
                        <a:pt x="12" y="78"/>
                      </a:lnTo>
                      <a:lnTo>
                        <a:pt x="12" y="78"/>
                      </a:lnTo>
                      <a:lnTo>
                        <a:pt x="12" y="78"/>
                      </a:lnTo>
                      <a:close/>
                      <a:moveTo>
                        <a:pt x="16" y="86"/>
                      </a:moveTo>
                      <a:lnTo>
                        <a:pt x="12" y="86"/>
                      </a:lnTo>
                      <a:lnTo>
                        <a:pt x="12" y="82"/>
                      </a:lnTo>
                      <a:lnTo>
                        <a:pt x="12" y="78"/>
                      </a:lnTo>
                      <a:lnTo>
                        <a:pt x="16" y="78"/>
                      </a:lnTo>
                      <a:lnTo>
                        <a:pt x="16" y="82"/>
                      </a:lnTo>
                      <a:lnTo>
                        <a:pt x="12" y="82"/>
                      </a:lnTo>
                      <a:lnTo>
                        <a:pt x="12" y="78"/>
                      </a:lnTo>
                      <a:lnTo>
                        <a:pt x="12" y="82"/>
                      </a:lnTo>
                      <a:lnTo>
                        <a:pt x="12" y="86"/>
                      </a:lnTo>
                      <a:lnTo>
                        <a:pt x="16" y="86"/>
                      </a:lnTo>
                      <a:lnTo>
                        <a:pt x="16" y="86"/>
                      </a:lnTo>
                      <a:lnTo>
                        <a:pt x="16" y="86"/>
                      </a:lnTo>
                      <a:close/>
                      <a:moveTo>
                        <a:pt x="12" y="90"/>
                      </a:moveTo>
                      <a:lnTo>
                        <a:pt x="8" y="90"/>
                      </a:lnTo>
                      <a:lnTo>
                        <a:pt x="12" y="86"/>
                      </a:lnTo>
                      <a:lnTo>
                        <a:pt x="12" y="90"/>
                      </a:lnTo>
                      <a:lnTo>
                        <a:pt x="12" y="90"/>
                      </a:lnTo>
                      <a:lnTo>
                        <a:pt x="12" y="90"/>
                      </a:lnTo>
                      <a:close/>
                      <a:moveTo>
                        <a:pt x="26" y="90"/>
                      </a:moveTo>
                      <a:lnTo>
                        <a:pt x="26" y="86"/>
                      </a:lnTo>
                      <a:lnTo>
                        <a:pt x="26" y="90"/>
                      </a:lnTo>
                      <a:lnTo>
                        <a:pt x="26" y="90"/>
                      </a:lnTo>
                      <a:lnTo>
                        <a:pt x="26" y="90"/>
                      </a:lnTo>
                      <a:close/>
                      <a:moveTo>
                        <a:pt x="22" y="96"/>
                      </a:moveTo>
                      <a:lnTo>
                        <a:pt x="22" y="92"/>
                      </a:lnTo>
                      <a:lnTo>
                        <a:pt x="26" y="92"/>
                      </a:lnTo>
                      <a:lnTo>
                        <a:pt x="22" y="96"/>
                      </a:lnTo>
                      <a:lnTo>
                        <a:pt x="22" y="96"/>
                      </a:lnTo>
                      <a:lnTo>
                        <a:pt x="22" y="96"/>
                      </a:lnTo>
                      <a:close/>
                      <a:moveTo>
                        <a:pt x="30" y="96"/>
                      </a:moveTo>
                      <a:lnTo>
                        <a:pt x="34" y="96"/>
                      </a:lnTo>
                      <a:lnTo>
                        <a:pt x="34" y="100"/>
                      </a:lnTo>
                      <a:lnTo>
                        <a:pt x="38" y="100"/>
                      </a:lnTo>
                      <a:lnTo>
                        <a:pt x="34" y="100"/>
                      </a:lnTo>
                      <a:lnTo>
                        <a:pt x="34" y="104"/>
                      </a:lnTo>
                      <a:lnTo>
                        <a:pt x="34" y="100"/>
                      </a:lnTo>
                      <a:lnTo>
                        <a:pt x="30" y="104"/>
                      </a:lnTo>
                      <a:lnTo>
                        <a:pt x="26" y="104"/>
                      </a:lnTo>
                      <a:lnTo>
                        <a:pt x="26" y="100"/>
                      </a:lnTo>
                      <a:lnTo>
                        <a:pt x="26" y="104"/>
                      </a:lnTo>
                      <a:lnTo>
                        <a:pt x="30" y="100"/>
                      </a:lnTo>
                      <a:lnTo>
                        <a:pt x="26" y="100"/>
                      </a:lnTo>
                      <a:lnTo>
                        <a:pt x="30" y="100"/>
                      </a:lnTo>
                      <a:lnTo>
                        <a:pt x="30" y="96"/>
                      </a:lnTo>
                      <a:lnTo>
                        <a:pt x="30" y="100"/>
                      </a:lnTo>
                      <a:lnTo>
                        <a:pt x="26" y="96"/>
                      </a:lnTo>
                      <a:lnTo>
                        <a:pt x="30" y="96"/>
                      </a:lnTo>
                      <a:lnTo>
                        <a:pt x="30" y="96"/>
                      </a:lnTo>
                      <a:lnTo>
                        <a:pt x="30" y="96"/>
                      </a:lnTo>
                      <a:close/>
                      <a:moveTo>
                        <a:pt x="20" y="100"/>
                      </a:moveTo>
                      <a:lnTo>
                        <a:pt x="16" y="96"/>
                      </a:lnTo>
                      <a:lnTo>
                        <a:pt x="20" y="96"/>
                      </a:lnTo>
                      <a:lnTo>
                        <a:pt x="20" y="100"/>
                      </a:lnTo>
                      <a:lnTo>
                        <a:pt x="20" y="100"/>
                      </a:lnTo>
                      <a:lnTo>
                        <a:pt x="20" y="100"/>
                      </a:lnTo>
                      <a:close/>
                      <a:moveTo>
                        <a:pt x="30" y="116"/>
                      </a:moveTo>
                      <a:lnTo>
                        <a:pt x="30" y="112"/>
                      </a:lnTo>
                      <a:lnTo>
                        <a:pt x="30" y="108"/>
                      </a:lnTo>
                      <a:lnTo>
                        <a:pt x="34" y="108"/>
                      </a:lnTo>
                      <a:lnTo>
                        <a:pt x="34" y="112"/>
                      </a:lnTo>
                      <a:lnTo>
                        <a:pt x="30" y="112"/>
                      </a:lnTo>
                      <a:lnTo>
                        <a:pt x="30" y="116"/>
                      </a:lnTo>
                      <a:lnTo>
                        <a:pt x="30" y="116"/>
                      </a:lnTo>
                      <a:lnTo>
                        <a:pt x="30" y="116"/>
                      </a:lnTo>
                      <a:close/>
                      <a:moveTo>
                        <a:pt x="26" y="120"/>
                      </a:moveTo>
                      <a:lnTo>
                        <a:pt x="26" y="116"/>
                      </a:lnTo>
                      <a:lnTo>
                        <a:pt x="22" y="116"/>
                      </a:lnTo>
                      <a:lnTo>
                        <a:pt x="26" y="112"/>
                      </a:lnTo>
                      <a:lnTo>
                        <a:pt x="30" y="112"/>
                      </a:lnTo>
                      <a:lnTo>
                        <a:pt x="30" y="116"/>
                      </a:lnTo>
                      <a:lnTo>
                        <a:pt x="26" y="120"/>
                      </a:lnTo>
                      <a:lnTo>
                        <a:pt x="26" y="120"/>
                      </a:lnTo>
                      <a:lnTo>
                        <a:pt x="26" y="120"/>
                      </a:lnTo>
                      <a:close/>
                      <a:moveTo>
                        <a:pt x="46" y="116"/>
                      </a:moveTo>
                      <a:lnTo>
                        <a:pt x="42" y="112"/>
                      </a:lnTo>
                      <a:lnTo>
                        <a:pt x="46" y="112"/>
                      </a:lnTo>
                      <a:lnTo>
                        <a:pt x="46" y="116"/>
                      </a:lnTo>
                      <a:lnTo>
                        <a:pt x="46" y="116"/>
                      </a:lnTo>
                      <a:lnTo>
                        <a:pt x="46" y="116"/>
                      </a:lnTo>
                      <a:close/>
                      <a:moveTo>
                        <a:pt x="42" y="122"/>
                      </a:moveTo>
                      <a:lnTo>
                        <a:pt x="42" y="120"/>
                      </a:lnTo>
                      <a:lnTo>
                        <a:pt x="42" y="116"/>
                      </a:lnTo>
                      <a:lnTo>
                        <a:pt x="46" y="120"/>
                      </a:lnTo>
                      <a:lnTo>
                        <a:pt x="46" y="122"/>
                      </a:lnTo>
                      <a:lnTo>
                        <a:pt x="42" y="122"/>
                      </a:lnTo>
                      <a:lnTo>
                        <a:pt x="42" y="122"/>
                      </a:lnTo>
                      <a:lnTo>
                        <a:pt x="42" y="122"/>
                      </a:lnTo>
                      <a:close/>
                      <a:moveTo>
                        <a:pt x="22" y="152"/>
                      </a:moveTo>
                      <a:lnTo>
                        <a:pt x="20" y="150"/>
                      </a:lnTo>
                      <a:lnTo>
                        <a:pt x="20" y="146"/>
                      </a:lnTo>
                      <a:lnTo>
                        <a:pt x="16" y="146"/>
                      </a:lnTo>
                      <a:lnTo>
                        <a:pt x="16" y="150"/>
                      </a:lnTo>
                      <a:lnTo>
                        <a:pt x="12" y="150"/>
                      </a:lnTo>
                      <a:lnTo>
                        <a:pt x="8" y="150"/>
                      </a:lnTo>
                      <a:lnTo>
                        <a:pt x="4" y="150"/>
                      </a:lnTo>
                      <a:lnTo>
                        <a:pt x="4" y="146"/>
                      </a:lnTo>
                      <a:lnTo>
                        <a:pt x="0" y="146"/>
                      </a:lnTo>
                      <a:lnTo>
                        <a:pt x="0" y="142"/>
                      </a:lnTo>
                      <a:lnTo>
                        <a:pt x="4" y="142"/>
                      </a:lnTo>
                      <a:lnTo>
                        <a:pt x="8" y="142"/>
                      </a:lnTo>
                      <a:lnTo>
                        <a:pt x="4" y="138"/>
                      </a:lnTo>
                      <a:lnTo>
                        <a:pt x="8" y="138"/>
                      </a:lnTo>
                      <a:lnTo>
                        <a:pt x="12" y="134"/>
                      </a:lnTo>
                      <a:lnTo>
                        <a:pt x="12" y="130"/>
                      </a:lnTo>
                      <a:lnTo>
                        <a:pt x="16" y="130"/>
                      </a:lnTo>
                      <a:lnTo>
                        <a:pt x="20" y="126"/>
                      </a:lnTo>
                      <a:lnTo>
                        <a:pt x="22" y="126"/>
                      </a:lnTo>
                      <a:lnTo>
                        <a:pt x="26" y="126"/>
                      </a:lnTo>
                      <a:lnTo>
                        <a:pt x="30" y="126"/>
                      </a:lnTo>
                      <a:lnTo>
                        <a:pt x="30" y="130"/>
                      </a:lnTo>
                      <a:lnTo>
                        <a:pt x="34" y="134"/>
                      </a:lnTo>
                      <a:lnTo>
                        <a:pt x="34" y="138"/>
                      </a:lnTo>
                      <a:lnTo>
                        <a:pt x="34" y="142"/>
                      </a:lnTo>
                      <a:lnTo>
                        <a:pt x="34" y="138"/>
                      </a:lnTo>
                      <a:lnTo>
                        <a:pt x="38" y="138"/>
                      </a:lnTo>
                      <a:lnTo>
                        <a:pt x="38" y="142"/>
                      </a:lnTo>
                      <a:lnTo>
                        <a:pt x="38" y="146"/>
                      </a:lnTo>
                      <a:lnTo>
                        <a:pt x="38" y="142"/>
                      </a:lnTo>
                      <a:lnTo>
                        <a:pt x="34" y="142"/>
                      </a:lnTo>
                      <a:lnTo>
                        <a:pt x="38" y="142"/>
                      </a:lnTo>
                      <a:lnTo>
                        <a:pt x="38" y="146"/>
                      </a:lnTo>
                      <a:lnTo>
                        <a:pt x="38" y="150"/>
                      </a:lnTo>
                      <a:lnTo>
                        <a:pt x="34" y="150"/>
                      </a:lnTo>
                      <a:lnTo>
                        <a:pt x="34" y="152"/>
                      </a:lnTo>
                      <a:lnTo>
                        <a:pt x="30" y="152"/>
                      </a:lnTo>
                      <a:lnTo>
                        <a:pt x="26" y="150"/>
                      </a:lnTo>
                      <a:lnTo>
                        <a:pt x="26" y="152"/>
                      </a:lnTo>
                      <a:lnTo>
                        <a:pt x="22" y="152"/>
                      </a:lnTo>
                      <a:lnTo>
                        <a:pt x="22" y="152"/>
                      </a:lnTo>
                      <a:lnTo>
                        <a:pt x="22" y="152"/>
                      </a:lnTo>
                      <a:close/>
                      <a:moveTo>
                        <a:pt x="52" y="172"/>
                      </a:moveTo>
                      <a:lnTo>
                        <a:pt x="52" y="168"/>
                      </a:lnTo>
                      <a:lnTo>
                        <a:pt x="52" y="164"/>
                      </a:lnTo>
                      <a:lnTo>
                        <a:pt x="56" y="164"/>
                      </a:lnTo>
                      <a:lnTo>
                        <a:pt x="56" y="168"/>
                      </a:lnTo>
                      <a:lnTo>
                        <a:pt x="60" y="168"/>
                      </a:lnTo>
                      <a:lnTo>
                        <a:pt x="56" y="168"/>
                      </a:lnTo>
                      <a:lnTo>
                        <a:pt x="56" y="172"/>
                      </a:lnTo>
                      <a:lnTo>
                        <a:pt x="52" y="172"/>
                      </a:lnTo>
                      <a:lnTo>
                        <a:pt x="52" y="172"/>
                      </a:lnTo>
                      <a:lnTo>
                        <a:pt x="52" y="172"/>
                      </a:lnTo>
                      <a:close/>
                      <a:moveTo>
                        <a:pt x="128" y="210"/>
                      </a:moveTo>
                      <a:lnTo>
                        <a:pt x="132" y="210"/>
                      </a:lnTo>
                      <a:lnTo>
                        <a:pt x="128" y="210"/>
                      </a:lnTo>
                      <a:lnTo>
                        <a:pt x="128" y="210"/>
                      </a:lnTo>
                      <a:lnTo>
                        <a:pt x="128" y="210"/>
                      </a:lnTo>
                      <a:close/>
                      <a:moveTo>
                        <a:pt x="98" y="224"/>
                      </a:moveTo>
                      <a:lnTo>
                        <a:pt x="94" y="224"/>
                      </a:lnTo>
                      <a:lnTo>
                        <a:pt x="98" y="220"/>
                      </a:lnTo>
                      <a:lnTo>
                        <a:pt x="102" y="224"/>
                      </a:lnTo>
                      <a:lnTo>
                        <a:pt x="98" y="224"/>
                      </a:lnTo>
                      <a:lnTo>
                        <a:pt x="98" y="224"/>
                      </a:lnTo>
                      <a:lnTo>
                        <a:pt x="98" y="224"/>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138" name="Freeform 127">
                  <a:extLst>
                    <a:ext uri="{FF2B5EF4-FFF2-40B4-BE49-F238E27FC236}">
                      <a16:creationId xmlns:a16="http://schemas.microsoft.com/office/drawing/2014/main" id="{EF692E1B-775C-8125-6BFF-AEE8F93123F2}"/>
                    </a:ext>
                  </a:extLst>
                </p:cNvPr>
                <p:cNvSpPr>
                  <a:spLocks/>
                </p:cNvSpPr>
                <p:nvPr/>
              </p:nvSpPr>
              <p:spPr bwMode="gray">
                <a:xfrm>
                  <a:off x="4584285" y="3375261"/>
                  <a:ext cx="507865" cy="577432"/>
                </a:xfrm>
                <a:custGeom>
                  <a:avLst/>
                  <a:gdLst>
                    <a:gd name="T0" fmla="*/ 202 w 292"/>
                    <a:gd name="T1" fmla="*/ 10 h 332"/>
                    <a:gd name="T2" fmla="*/ 214 w 292"/>
                    <a:gd name="T3" fmla="*/ 4 h 332"/>
                    <a:gd name="T4" fmla="*/ 224 w 292"/>
                    <a:gd name="T5" fmla="*/ 4 h 332"/>
                    <a:gd name="T6" fmla="*/ 228 w 292"/>
                    <a:gd name="T7" fmla="*/ 4 h 332"/>
                    <a:gd name="T8" fmla="*/ 236 w 292"/>
                    <a:gd name="T9" fmla="*/ 8 h 332"/>
                    <a:gd name="T10" fmla="*/ 246 w 292"/>
                    <a:gd name="T11" fmla="*/ 8 h 332"/>
                    <a:gd name="T12" fmla="*/ 240 w 292"/>
                    <a:gd name="T13" fmla="*/ 10 h 332"/>
                    <a:gd name="T14" fmla="*/ 244 w 292"/>
                    <a:gd name="T15" fmla="*/ 26 h 332"/>
                    <a:gd name="T16" fmla="*/ 240 w 292"/>
                    <a:gd name="T17" fmla="*/ 44 h 332"/>
                    <a:gd name="T18" fmla="*/ 232 w 292"/>
                    <a:gd name="T19" fmla="*/ 56 h 332"/>
                    <a:gd name="T20" fmla="*/ 232 w 292"/>
                    <a:gd name="T21" fmla="*/ 66 h 332"/>
                    <a:gd name="T22" fmla="*/ 240 w 292"/>
                    <a:gd name="T23" fmla="*/ 78 h 332"/>
                    <a:gd name="T24" fmla="*/ 246 w 292"/>
                    <a:gd name="T25" fmla="*/ 90 h 332"/>
                    <a:gd name="T26" fmla="*/ 254 w 292"/>
                    <a:gd name="T27" fmla="*/ 112 h 332"/>
                    <a:gd name="T28" fmla="*/ 258 w 292"/>
                    <a:gd name="T29" fmla="*/ 130 h 332"/>
                    <a:gd name="T30" fmla="*/ 262 w 292"/>
                    <a:gd name="T31" fmla="*/ 142 h 332"/>
                    <a:gd name="T32" fmla="*/ 262 w 292"/>
                    <a:gd name="T33" fmla="*/ 160 h 332"/>
                    <a:gd name="T34" fmla="*/ 262 w 292"/>
                    <a:gd name="T35" fmla="*/ 180 h 332"/>
                    <a:gd name="T36" fmla="*/ 266 w 292"/>
                    <a:gd name="T37" fmla="*/ 194 h 332"/>
                    <a:gd name="T38" fmla="*/ 266 w 292"/>
                    <a:gd name="T39" fmla="*/ 216 h 332"/>
                    <a:gd name="T40" fmla="*/ 270 w 292"/>
                    <a:gd name="T41" fmla="*/ 232 h 332"/>
                    <a:gd name="T42" fmla="*/ 284 w 292"/>
                    <a:gd name="T43" fmla="*/ 236 h 332"/>
                    <a:gd name="T44" fmla="*/ 288 w 292"/>
                    <a:gd name="T45" fmla="*/ 254 h 332"/>
                    <a:gd name="T46" fmla="*/ 270 w 292"/>
                    <a:gd name="T47" fmla="*/ 270 h 332"/>
                    <a:gd name="T48" fmla="*/ 246 w 292"/>
                    <a:gd name="T49" fmla="*/ 284 h 332"/>
                    <a:gd name="T50" fmla="*/ 228 w 292"/>
                    <a:gd name="T51" fmla="*/ 300 h 332"/>
                    <a:gd name="T52" fmla="*/ 210 w 292"/>
                    <a:gd name="T53" fmla="*/ 320 h 332"/>
                    <a:gd name="T54" fmla="*/ 188 w 292"/>
                    <a:gd name="T55" fmla="*/ 328 h 332"/>
                    <a:gd name="T56" fmla="*/ 170 w 292"/>
                    <a:gd name="T57" fmla="*/ 328 h 332"/>
                    <a:gd name="T58" fmla="*/ 162 w 292"/>
                    <a:gd name="T59" fmla="*/ 314 h 332"/>
                    <a:gd name="T60" fmla="*/ 150 w 292"/>
                    <a:gd name="T61" fmla="*/ 306 h 332"/>
                    <a:gd name="T62" fmla="*/ 142 w 292"/>
                    <a:gd name="T63" fmla="*/ 300 h 332"/>
                    <a:gd name="T64" fmla="*/ 128 w 292"/>
                    <a:gd name="T65" fmla="*/ 284 h 332"/>
                    <a:gd name="T66" fmla="*/ 106 w 292"/>
                    <a:gd name="T67" fmla="*/ 266 h 332"/>
                    <a:gd name="T68" fmla="*/ 80 w 292"/>
                    <a:gd name="T69" fmla="*/ 242 h 332"/>
                    <a:gd name="T70" fmla="*/ 56 w 292"/>
                    <a:gd name="T71" fmla="*/ 224 h 332"/>
                    <a:gd name="T72" fmla="*/ 34 w 292"/>
                    <a:gd name="T73" fmla="*/ 210 h 332"/>
                    <a:gd name="T74" fmla="*/ 20 w 292"/>
                    <a:gd name="T75" fmla="*/ 198 h 332"/>
                    <a:gd name="T76" fmla="*/ 0 w 292"/>
                    <a:gd name="T77" fmla="*/ 180 h 332"/>
                    <a:gd name="T78" fmla="*/ 4 w 292"/>
                    <a:gd name="T79" fmla="*/ 154 h 332"/>
                    <a:gd name="T80" fmla="*/ 16 w 292"/>
                    <a:gd name="T81" fmla="*/ 146 h 332"/>
                    <a:gd name="T82" fmla="*/ 30 w 292"/>
                    <a:gd name="T83" fmla="*/ 142 h 332"/>
                    <a:gd name="T84" fmla="*/ 42 w 292"/>
                    <a:gd name="T85" fmla="*/ 134 h 332"/>
                    <a:gd name="T86" fmla="*/ 54 w 292"/>
                    <a:gd name="T87" fmla="*/ 126 h 332"/>
                    <a:gd name="T88" fmla="*/ 68 w 292"/>
                    <a:gd name="T89" fmla="*/ 116 h 332"/>
                    <a:gd name="T90" fmla="*/ 68 w 292"/>
                    <a:gd name="T91" fmla="*/ 108 h 332"/>
                    <a:gd name="T92" fmla="*/ 76 w 292"/>
                    <a:gd name="T93" fmla="*/ 100 h 332"/>
                    <a:gd name="T94" fmla="*/ 94 w 292"/>
                    <a:gd name="T95" fmla="*/ 94 h 332"/>
                    <a:gd name="T96" fmla="*/ 110 w 292"/>
                    <a:gd name="T97" fmla="*/ 94 h 332"/>
                    <a:gd name="T98" fmla="*/ 106 w 292"/>
                    <a:gd name="T99" fmla="*/ 86 h 332"/>
                    <a:gd name="T100" fmla="*/ 102 w 292"/>
                    <a:gd name="T101" fmla="*/ 66 h 332"/>
                    <a:gd name="T102" fmla="*/ 98 w 292"/>
                    <a:gd name="T103" fmla="*/ 52 h 332"/>
                    <a:gd name="T104" fmla="*/ 94 w 292"/>
                    <a:gd name="T105" fmla="*/ 40 h 332"/>
                    <a:gd name="T106" fmla="*/ 106 w 292"/>
                    <a:gd name="T107" fmla="*/ 34 h 332"/>
                    <a:gd name="T108" fmla="*/ 120 w 292"/>
                    <a:gd name="T109" fmla="*/ 22 h 332"/>
                    <a:gd name="T110" fmla="*/ 132 w 292"/>
                    <a:gd name="T111" fmla="*/ 18 h 332"/>
                    <a:gd name="T112" fmla="*/ 142 w 292"/>
                    <a:gd name="T113" fmla="*/ 10 h 332"/>
                    <a:gd name="T114" fmla="*/ 162 w 292"/>
                    <a:gd name="T115" fmla="*/ 10 h 332"/>
                    <a:gd name="T116" fmla="*/ 176 w 292"/>
                    <a:gd name="T117" fmla="*/ 8 h 332"/>
                    <a:gd name="T118" fmla="*/ 188 w 292"/>
                    <a:gd name="T119" fmla="*/ 4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92" h="332">
                      <a:moveTo>
                        <a:pt x="188" y="4"/>
                      </a:moveTo>
                      <a:lnTo>
                        <a:pt x="192" y="4"/>
                      </a:lnTo>
                      <a:lnTo>
                        <a:pt x="194" y="8"/>
                      </a:lnTo>
                      <a:lnTo>
                        <a:pt x="198" y="10"/>
                      </a:lnTo>
                      <a:lnTo>
                        <a:pt x="202" y="10"/>
                      </a:lnTo>
                      <a:lnTo>
                        <a:pt x="202" y="8"/>
                      </a:lnTo>
                      <a:lnTo>
                        <a:pt x="206" y="8"/>
                      </a:lnTo>
                      <a:lnTo>
                        <a:pt x="210" y="8"/>
                      </a:lnTo>
                      <a:lnTo>
                        <a:pt x="210" y="4"/>
                      </a:lnTo>
                      <a:lnTo>
                        <a:pt x="214" y="4"/>
                      </a:lnTo>
                      <a:lnTo>
                        <a:pt x="214" y="0"/>
                      </a:lnTo>
                      <a:lnTo>
                        <a:pt x="216" y="0"/>
                      </a:lnTo>
                      <a:lnTo>
                        <a:pt x="216" y="4"/>
                      </a:lnTo>
                      <a:lnTo>
                        <a:pt x="220" y="4"/>
                      </a:lnTo>
                      <a:lnTo>
                        <a:pt x="224" y="4"/>
                      </a:lnTo>
                      <a:lnTo>
                        <a:pt x="228" y="4"/>
                      </a:lnTo>
                      <a:lnTo>
                        <a:pt x="224" y="4"/>
                      </a:lnTo>
                      <a:lnTo>
                        <a:pt x="224" y="0"/>
                      </a:lnTo>
                      <a:lnTo>
                        <a:pt x="228" y="0"/>
                      </a:lnTo>
                      <a:lnTo>
                        <a:pt x="228" y="4"/>
                      </a:lnTo>
                      <a:lnTo>
                        <a:pt x="228" y="0"/>
                      </a:lnTo>
                      <a:lnTo>
                        <a:pt x="228" y="4"/>
                      </a:lnTo>
                      <a:lnTo>
                        <a:pt x="232" y="4"/>
                      </a:lnTo>
                      <a:lnTo>
                        <a:pt x="236" y="4"/>
                      </a:lnTo>
                      <a:lnTo>
                        <a:pt x="236" y="8"/>
                      </a:lnTo>
                      <a:lnTo>
                        <a:pt x="240" y="8"/>
                      </a:lnTo>
                      <a:lnTo>
                        <a:pt x="240" y="4"/>
                      </a:lnTo>
                      <a:lnTo>
                        <a:pt x="244" y="4"/>
                      </a:lnTo>
                      <a:lnTo>
                        <a:pt x="246" y="4"/>
                      </a:lnTo>
                      <a:lnTo>
                        <a:pt x="246" y="8"/>
                      </a:lnTo>
                      <a:lnTo>
                        <a:pt x="244" y="8"/>
                      </a:lnTo>
                      <a:lnTo>
                        <a:pt x="244" y="10"/>
                      </a:lnTo>
                      <a:lnTo>
                        <a:pt x="240" y="10"/>
                      </a:lnTo>
                      <a:lnTo>
                        <a:pt x="240" y="14"/>
                      </a:lnTo>
                      <a:lnTo>
                        <a:pt x="240" y="10"/>
                      </a:lnTo>
                      <a:lnTo>
                        <a:pt x="244" y="14"/>
                      </a:lnTo>
                      <a:lnTo>
                        <a:pt x="244" y="18"/>
                      </a:lnTo>
                      <a:lnTo>
                        <a:pt x="240" y="22"/>
                      </a:lnTo>
                      <a:lnTo>
                        <a:pt x="240" y="26"/>
                      </a:lnTo>
                      <a:lnTo>
                        <a:pt x="244" y="26"/>
                      </a:lnTo>
                      <a:lnTo>
                        <a:pt x="244" y="30"/>
                      </a:lnTo>
                      <a:lnTo>
                        <a:pt x="244" y="34"/>
                      </a:lnTo>
                      <a:lnTo>
                        <a:pt x="244" y="38"/>
                      </a:lnTo>
                      <a:lnTo>
                        <a:pt x="240" y="40"/>
                      </a:lnTo>
                      <a:lnTo>
                        <a:pt x="240" y="44"/>
                      </a:lnTo>
                      <a:lnTo>
                        <a:pt x="240" y="48"/>
                      </a:lnTo>
                      <a:lnTo>
                        <a:pt x="236" y="48"/>
                      </a:lnTo>
                      <a:lnTo>
                        <a:pt x="236" y="52"/>
                      </a:lnTo>
                      <a:lnTo>
                        <a:pt x="236" y="56"/>
                      </a:lnTo>
                      <a:lnTo>
                        <a:pt x="232" y="56"/>
                      </a:lnTo>
                      <a:lnTo>
                        <a:pt x="232" y="60"/>
                      </a:lnTo>
                      <a:lnTo>
                        <a:pt x="228" y="60"/>
                      </a:lnTo>
                      <a:lnTo>
                        <a:pt x="228" y="64"/>
                      </a:lnTo>
                      <a:lnTo>
                        <a:pt x="232" y="64"/>
                      </a:lnTo>
                      <a:lnTo>
                        <a:pt x="232" y="66"/>
                      </a:lnTo>
                      <a:lnTo>
                        <a:pt x="232" y="70"/>
                      </a:lnTo>
                      <a:lnTo>
                        <a:pt x="232" y="74"/>
                      </a:lnTo>
                      <a:lnTo>
                        <a:pt x="236" y="74"/>
                      </a:lnTo>
                      <a:lnTo>
                        <a:pt x="240" y="74"/>
                      </a:lnTo>
                      <a:lnTo>
                        <a:pt x="240" y="78"/>
                      </a:lnTo>
                      <a:lnTo>
                        <a:pt x="240" y="82"/>
                      </a:lnTo>
                      <a:lnTo>
                        <a:pt x="244" y="82"/>
                      </a:lnTo>
                      <a:lnTo>
                        <a:pt x="244" y="86"/>
                      </a:lnTo>
                      <a:lnTo>
                        <a:pt x="244" y="90"/>
                      </a:lnTo>
                      <a:lnTo>
                        <a:pt x="246" y="90"/>
                      </a:lnTo>
                      <a:lnTo>
                        <a:pt x="250" y="94"/>
                      </a:lnTo>
                      <a:lnTo>
                        <a:pt x="250" y="96"/>
                      </a:lnTo>
                      <a:lnTo>
                        <a:pt x="254" y="96"/>
                      </a:lnTo>
                      <a:lnTo>
                        <a:pt x="254" y="104"/>
                      </a:lnTo>
                      <a:lnTo>
                        <a:pt x="254" y="112"/>
                      </a:lnTo>
                      <a:lnTo>
                        <a:pt x="254" y="116"/>
                      </a:lnTo>
                      <a:lnTo>
                        <a:pt x="258" y="120"/>
                      </a:lnTo>
                      <a:lnTo>
                        <a:pt x="258" y="124"/>
                      </a:lnTo>
                      <a:lnTo>
                        <a:pt x="258" y="126"/>
                      </a:lnTo>
                      <a:lnTo>
                        <a:pt x="258" y="130"/>
                      </a:lnTo>
                      <a:lnTo>
                        <a:pt x="254" y="130"/>
                      </a:lnTo>
                      <a:lnTo>
                        <a:pt x="258" y="134"/>
                      </a:lnTo>
                      <a:lnTo>
                        <a:pt x="258" y="138"/>
                      </a:lnTo>
                      <a:lnTo>
                        <a:pt x="262" y="138"/>
                      </a:lnTo>
                      <a:lnTo>
                        <a:pt x="262" y="142"/>
                      </a:lnTo>
                      <a:lnTo>
                        <a:pt x="262" y="146"/>
                      </a:lnTo>
                      <a:lnTo>
                        <a:pt x="262" y="150"/>
                      </a:lnTo>
                      <a:lnTo>
                        <a:pt x="262" y="154"/>
                      </a:lnTo>
                      <a:lnTo>
                        <a:pt x="262" y="156"/>
                      </a:lnTo>
                      <a:lnTo>
                        <a:pt x="262" y="160"/>
                      </a:lnTo>
                      <a:lnTo>
                        <a:pt x="262" y="164"/>
                      </a:lnTo>
                      <a:lnTo>
                        <a:pt x="262" y="168"/>
                      </a:lnTo>
                      <a:lnTo>
                        <a:pt x="266" y="172"/>
                      </a:lnTo>
                      <a:lnTo>
                        <a:pt x="266" y="176"/>
                      </a:lnTo>
                      <a:lnTo>
                        <a:pt x="262" y="180"/>
                      </a:lnTo>
                      <a:lnTo>
                        <a:pt x="262" y="182"/>
                      </a:lnTo>
                      <a:lnTo>
                        <a:pt x="262" y="186"/>
                      </a:lnTo>
                      <a:lnTo>
                        <a:pt x="262" y="190"/>
                      </a:lnTo>
                      <a:lnTo>
                        <a:pt x="266" y="190"/>
                      </a:lnTo>
                      <a:lnTo>
                        <a:pt x="266" y="194"/>
                      </a:lnTo>
                      <a:lnTo>
                        <a:pt x="262" y="198"/>
                      </a:lnTo>
                      <a:lnTo>
                        <a:pt x="258" y="202"/>
                      </a:lnTo>
                      <a:lnTo>
                        <a:pt x="258" y="206"/>
                      </a:lnTo>
                      <a:lnTo>
                        <a:pt x="262" y="212"/>
                      </a:lnTo>
                      <a:lnTo>
                        <a:pt x="266" y="216"/>
                      </a:lnTo>
                      <a:lnTo>
                        <a:pt x="266" y="220"/>
                      </a:lnTo>
                      <a:lnTo>
                        <a:pt x="266" y="224"/>
                      </a:lnTo>
                      <a:lnTo>
                        <a:pt x="266" y="228"/>
                      </a:lnTo>
                      <a:lnTo>
                        <a:pt x="270" y="228"/>
                      </a:lnTo>
                      <a:lnTo>
                        <a:pt x="270" y="232"/>
                      </a:lnTo>
                      <a:lnTo>
                        <a:pt x="272" y="236"/>
                      </a:lnTo>
                      <a:lnTo>
                        <a:pt x="272" y="232"/>
                      </a:lnTo>
                      <a:lnTo>
                        <a:pt x="276" y="232"/>
                      </a:lnTo>
                      <a:lnTo>
                        <a:pt x="280" y="236"/>
                      </a:lnTo>
                      <a:lnTo>
                        <a:pt x="284" y="236"/>
                      </a:lnTo>
                      <a:lnTo>
                        <a:pt x="288" y="236"/>
                      </a:lnTo>
                      <a:lnTo>
                        <a:pt x="292" y="242"/>
                      </a:lnTo>
                      <a:lnTo>
                        <a:pt x="292" y="250"/>
                      </a:lnTo>
                      <a:lnTo>
                        <a:pt x="292" y="254"/>
                      </a:lnTo>
                      <a:lnTo>
                        <a:pt x="288" y="254"/>
                      </a:lnTo>
                      <a:lnTo>
                        <a:pt x="280" y="262"/>
                      </a:lnTo>
                      <a:lnTo>
                        <a:pt x="276" y="262"/>
                      </a:lnTo>
                      <a:lnTo>
                        <a:pt x="276" y="266"/>
                      </a:lnTo>
                      <a:lnTo>
                        <a:pt x="272" y="266"/>
                      </a:lnTo>
                      <a:lnTo>
                        <a:pt x="270" y="270"/>
                      </a:lnTo>
                      <a:lnTo>
                        <a:pt x="266" y="270"/>
                      </a:lnTo>
                      <a:lnTo>
                        <a:pt x="262" y="272"/>
                      </a:lnTo>
                      <a:lnTo>
                        <a:pt x="258" y="276"/>
                      </a:lnTo>
                      <a:lnTo>
                        <a:pt x="250" y="280"/>
                      </a:lnTo>
                      <a:lnTo>
                        <a:pt x="246" y="284"/>
                      </a:lnTo>
                      <a:lnTo>
                        <a:pt x="246" y="288"/>
                      </a:lnTo>
                      <a:lnTo>
                        <a:pt x="240" y="292"/>
                      </a:lnTo>
                      <a:lnTo>
                        <a:pt x="236" y="296"/>
                      </a:lnTo>
                      <a:lnTo>
                        <a:pt x="232" y="296"/>
                      </a:lnTo>
                      <a:lnTo>
                        <a:pt x="228" y="300"/>
                      </a:lnTo>
                      <a:lnTo>
                        <a:pt x="220" y="306"/>
                      </a:lnTo>
                      <a:lnTo>
                        <a:pt x="216" y="310"/>
                      </a:lnTo>
                      <a:lnTo>
                        <a:pt x="216" y="314"/>
                      </a:lnTo>
                      <a:lnTo>
                        <a:pt x="214" y="316"/>
                      </a:lnTo>
                      <a:lnTo>
                        <a:pt x="210" y="320"/>
                      </a:lnTo>
                      <a:lnTo>
                        <a:pt x="206" y="324"/>
                      </a:lnTo>
                      <a:lnTo>
                        <a:pt x="202" y="324"/>
                      </a:lnTo>
                      <a:lnTo>
                        <a:pt x="198" y="324"/>
                      </a:lnTo>
                      <a:lnTo>
                        <a:pt x="194" y="324"/>
                      </a:lnTo>
                      <a:lnTo>
                        <a:pt x="188" y="328"/>
                      </a:lnTo>
                      <a:lnTo>
                        <a:pt x="184" y="328"/>
                      </a:lnTo>
                      <a:lnTo>
                        <a:pt x="180" y="328"/>
                      </a:lnTo>
                      <a:lnTo>
                        <a:pt x="176" y="328"/>
                      </a:lnTo>
                      <a:lnTo>
                        <a:pt x="172" y="332"/>
                      </a:lnTo>
                      <a:lnTo>
                        <a:pt x="170" y="328"/>
                      </a:lnTo>
                      <a:lnTo>
                        <a:pt x="170" y="324"/>
                      </a:lnTo>
                      <a:lnTo>
                        <a:pt x="170" y="320"/>
                      </a:lnTo>
                      <a:lnTo>
                        <a:pt x="170" y="316"/>
                      </a:lnTo>
                      <a:lnTo>
                        <a:pt x="166" y="314"/>
                      </a:lnTo>
                      <a:lnTo>
                        <a:pt x="162" y="314"/>
                      </a:lnTo>
                      <a:lnTo>
                        <a:pt x="158" y="314"/>
                      </a:lnTo>
                      <a:lnTo>
                        <a:pt x="158" y="310"/>
                      </a:lnTo>
                      <a:lnTo>
                        <a:pt x="154" y="310"/>
                      </a:lnTo>
                      <a:lnTo>
                        <a:pt x="150" y="310"/>
                      </a:lnTo>
                      <a:lnTo>
                        <a:pt x="150" y="306"/>
                      </a:lnTo>
                      <a:lnTo>
                        <a:pt x="146" y="306"/>
                      </a:lnTo>
                      <a:lnTo>
                        <a:pt x="146" y="302"/>
                      </a:lnTo>
                      <a:lnTo>
                        <a:pt x="142" y="302"/>
                      </a:lnTo>
                      <a:lnTo>
                        <a:pt x="140" y="300"/>
                      </a:lnTo>
                      <a:lnTo>
                        <a:pt x="142" y="300"/>
                      </a:lnTo>
                      <a:lnTo>
                        <a:pt x="142" y="296"/>
                      </a:lnTo>
                      <a:lnTo>
                        <a:pt x="140" y="296"/>
                      </a:lnTo>
                      <a:lnTo>
                        <a:pt x="136" y="292"/>
                      </a:lnTo>
                      <a:lnTo>
                        <a:pt x="132" y="284"/>
                      </a:lnTo>
                      <a:lnTo>
                        <a:pt x="128" y="284"/>
                      </a:lnTo>
                      <a:lnTo>
                        <a:pt x="124" y="280"/>
                      </a:lnTo>
                      <a:lnTo>
                        <a:pt x="116" y="276"/>
                      </a:lnTo>
                      <a:lnTo>
                        <a:pt x="114" y="272"/>
                      </a:lnTo>
                      <a:lnTo>
                        <a:pt x="110" y="270"/>
                      </a:lnTo>
                      <a:lnTo>
                        <a:pt x="106" y="266"/>
                      </a:lnTo>
                      <a:lnTo>
                        <a:pt x="98" y="262"/>
                      </a:lnTo>
                      <a:lnTo>
                        <a:pt x="94" y="258"/>
                      </a:lnTo>
                      <a:lnTo>
                        <a:pt x="90" y="250"/>
                      </a:lnTo>
                      <a:lnTo>
                        <a:pt x="84" y="246"/>
                      </a:lnTo>
                      <a:lnTo>
                        <a:pt x="80" y="242"/>
                      </a:lnTo>
                      <a:lnTo>
                        <a:pt x="76" y="240"/>
                      </a:lnTo>
                      <a:lnTo>
                        <a:pt x="72" y="236"/>
                      </a:lnTo>
                      <a:lnTo>
                        <a:pt x="64" y="232"/>
                      </a:lnTo>
                      <a:lnTo>
                        <a:pt x="60" y="228"/>
                      </a:lnTo>
                      <a:lnTo>
                        <a:pt x="56" y="224"/>
                      </a:lnTo>
                      <a:lnTo>
                        <a:pt x="54" y="224"/>
                      </a:lnTo>
                      <a:lnTo>
                        <a:pt x="50" y="220"/>
                      </a:lnTo>
                      <a:lnTo>
                        <a:pt x="46" y="216"/>
                      </a:lnTo>
                      <a:lnTo>
                        <a:pt x="42" y="212"/>
                      </a:lnTo>
                      <a:lnTo>
                        <a:pt x="34" y="210"/>
                      </a:lnTo>
                      <a:lnTo>
                        <a:pt x="30" y="206"/>
                      </a:lnTo>
                      <a:lnTo>
                        <a:pt x="28" y="202"/>
                      </a:lnTo>
                      <a:lnTo>
                        <a:pt x="24" y="202"/>
                      </a:lnTo>
                      <a:lnTo>
                        <a:pt x="24" y="198"/>
                      </a:lnTo>
                      <a:lnTo>
                        <a:pt x="20" y="198"/>
                      </a:lnTo>
                      <a:lnTo>
                        <a:pt x="16" y="194"/>
                      </a:lnTo>
                      <a:lnTo>
                        <a:pt x="8" y="190"/>
                      </a:lnTo>
                      <a:lnTo>
                        <a:pt x="8" y="186"/>
                      </a:lnTo>
                      <a:lnTo>
                        <a:pt x="0" y="182"/>
                      </a:lnTo>
                      <a:lnTo>
                        <a:pt x="0" y="180"/>
                      </a:lnTo>
                      <a:lnTo>
                        <a:pt x="0" y="176"/>
                      </a:lnTo>
                      <a:lnTo>
                        <a:pt x="0" y="172"/>
                      </a:lnTo>
                      <a:lnTo>
                        <a:pt x="0" y="156"/>
                      </a:lnTo>
                      <a:lnTo>
                        <a:pt x="4" y="156"/>
                      </a:lnTo>
                      <a:lnTo>
                        <a:pt x="4" y="154"/>
                      </a:lnTo>
                      <a:lnTo>
                        <a:pt x="8" y="154"/>
                      </a:lnTo>
                      <a:lnTo>
                        <a:pt x="8" y="150"/>
                      </a:lnTo>
                      <a:lnTo>
                        <a:pt x="12" y="150"/>
                      </a:lnTo>
                      <a:lnTo>
                        <a:pt x="12" y="146"/>
                      </a:lnTo>
                      <a:lnTo>
                        <a:pt x="16" y="146"/>
                      </a:lnTo>
                      <a:lnTo>
                        <a:pt x="20" y="146"/>
                      </a:lnTo>
                      <a:lnTo>
                        <a:pt x="20" y="142"/>
                      </a:lnTo>
                      <a:lnTo>
                        <a:pt x="24" y="142"/>
                      </a:lnTo>
                      <a:lnTo>
                        <a:pt x="28" y="142"/>
                      </a:lnTo>
                      <a:lnTo>
                        <a:pt x="30" y="142"/>
                      </a:lnTo>
                      <a:lnTo>
                        <a:pt x="30" y="138"/>
                      </a:lnTo>
                      <a:lnTo>
                        <a:pt x="34" y="138"/>
                      </a:lnTo>
                      <a:lnTo>
                        <a:pt x="38" y="138"/>
                      </a:lnTo>
                      <a:lnTo>
                        <a:pt x="42" y="138"/>
                      </a:lnTo>
                      <a:lnTo>
                        <a:pt x="42" y="134"/>
                      </a:lnTo>
                      <a:lnTo>
                        <a:pt x="46" y="134"/>
                      </a:lnTo>
                      <a:lnTo>
                        <a:pt x="50" y="134"/>
                      </a:lnTo>
                      <a:lnTo>
                        <a:pt x="50" y="130"/>
                      </a:lnTo>
                      <a:lnTo>
                        <a:pt x="54" y="130"/>
                      </a:lnTo>
                      <a:lnTo>
                        <a:pt x="54" y="126"/>
                      </a:lnTo>
                      <a:lnTo>
                        <a:pt x="54" y="124"/>
                      </a:lnTo>
                      <a:lnTo>
                        <a:pt x="56" y="124"/>
                      </a:lnTo>
                      <a:lnTo>
                        <a:pt x="60" y="124"/>
                      </a:lnTo>
                      <a:lnTo>
                        <a:pt x="64" y="120"/>
                      </a:lnTo>
                      <a:lnTo>
                        <a:pt x="68" y="116"/>
                      </a:lnTo>
                      <a:lnTo>
                        <a:pt x="72" y="116"/>
                      </a:lnTo>
                      <a:lnTo>
                        <a:pt x="72" y="112"/>
                      </a:lnTo>
                      <a:lnTo>
                        <a:pt x="68" y="112"/>
                      </a:lnTo>
                      <a:lnTo>
                        <a:pt x="72" y="108"/>
                      </a:lnTo>
                      <a:lnTo>
                        <a:pt x="68" y="108"/>
                      </a:lnTo>
                      <a:lnTo>
                        <a:pt x="68" y="104"/>
                      </a:lnTo>
                      <a:lnTo>
                        <a:pt x="72" y="100"/>
                      </a:lnTo>
                      <a:lnTo>
                        <a:pt x="72" y="104"/>
                      </a:lnTo>
                      <a:lnTo>
                        <a:pt x="76" y="104"/>
                      </a:lnTo>
                      <a:lnTo>
                        <a:pt x="76" y="100"/>
                      </a:lnTo>
                      <a:lnTo>
                        <a:pt x="80" y="100"/>
                      </a:lnTo>
                      <a:lnTo>
                        <a:pt x="84" y="100"/>
                      </a:lnTo>
                      <a:lnTo>
                        <a:pt x="84" y="96"/>
                      </a:lnTo>
                      <a:lnTo>
                        <a:pt x="90" y="94"/>
                      </a:lnTo>
                      <a:lnTo>
                        <a:pt x="94" y="94"/>
                      </a:lnTo>
                      <a:lnTo>
                        <a:pt x="98" y="94"/>
                      </a:lnTo>
                      <a:lnTo>
                        <a:pt x="102" y="94"/>
                      </a:lnTo>
                      <a:lnTo>
                        <a:pt x="106" y="94"/>
                      </a:lnTo>
                      <a:lnTo>
                        <a:pt x="106" y="96"/>
                      </a:lnTo>
                      <a:lnTo>
                        <a:pt x="110" y="94"/>
                      </a:lnTo>
                      <a:lnTo>
                        <a:pt x="106" y="94"/>
                      </a:lnTo>
                      <a:lnTo>
                        <a:pt x="106" y="90"/>
                      </a:lnTo>
                      <a:lnTo>
                        <a:pt x="110" y="90"/>
                      </a:lnTo>
                      <a:lnTo>
                        <a:pt x="110" y="86"/>
                      </a:lnTo>
                      <a:lnTo>
                        <a:pt x="106" y="86"/>
                      </a:lnTo>
                      <a:lnTo>
                        <a:pt x="106" y="82"/>
                      </a:lnTo>
                      <a:lnTo>
                        <a:pt x="102" y="78"/>
                      </a:lnTo>
                      <a:lnTo>
                        <a:pt x="102" y="74"/>
                      </a:lnTo>
                      <a:lnTo>
                        <a:pt x="102" y="70"/>
                      </a:lnTo>
                      <a:lnTo>
                        <a:pt x="102" y="66"/>
                      </a:lnTo>
                      <a:lnTo>
                        <a:pt x="98" y="64"/>
                      </a:lnTo>
                      <a:lnTo>
                        <a:pt x="102" y="64"/>
                      </a:lnTo>
                      <a:lnTo>
                        <a:pt x="102" y="60"/>
                      </a:lnTo>
                      <a:lnTo>
                        <a:pt x="98" y="56"/>
                      </a:lnTo>
                      <a:lnTo>
                        <a:pt x="98" y="52"/>
                      </a:lnTo>
                      <a:lnTo>
                        <a:pt x="102" y="52"/>
                      </a:lnTo>
                      <a:lnTo>
                        <a:pt x="98" y="52"/>
                      </a:lnTo>
                      <a:lnTo>
                        <a:pt x="98" y="48"/>
                      </a:lnTo>
                      <a:lnTo>
                        <a:pt x="98" y="44"/>
                      </a:lnTo>
                      <a:lnTo>
                        <a:pt x="94" y="40"/>
                      </a:lnTo>
                      <a:lnTo>
                        <a:pt x="98" y="40"/>
                      </a:lnTo>
                      <a:lnTo>
                        <a:pt x="98" y="38"/>
                      </a:lnTo>
                      <a:lnTo>
                        <a:pt x="102" y="38"/>
                      </a:lnTo>
                      <a:lnTo>
                        <a:pt x="102" y="34"/>
                      </a:lnTo>
                      <a:lnTo>
                        <a:pt x="106" y="34"/>
                      </a:lnTo>
                      <a:lnTo>
                        <a:pt x="106" y="30"/>
                      </a:lnTo>
                      <a:lnTo>
                        <a:pt x="110" y="30"/>
                      </a:lnTo>
                      <a:lnTo>
                        <a:pt x="114" y="26"/>
                      </a:lnTo>
                      <a:lnTo>
                        <a:pt x="116" y="26"/>
                      </a:lnTo>
                      <a:lnTo>
                        <a:pt x="120" y="22"/>
                      </a:lnTo>
                      <a:lnTo>
                        <a:pt x="120" y="26"/>
                      </a:lnTo>
                      <a:lnTo>
                        <a:pt x="124" y="26"/>
                      </a:lnTo>
                      <a:lnTo>
                        <a:pt x="124" y="22"/>
                      </a:lnTo>
                      <a:lnTo>
                        <a:pt x="128" y="18"/>
                      </a:lnTo>
                      <a:lnTo>
                        <a:pt x="132" y="18"/>
                      </a:lnTo>
                      <a:lnTo>
                        <a:pt x="132" y="14"/>
                      </a:lnTo>
                      <a:lnTo>
                        <a:pt x="136" y="14"/>
                      </a:lnTo>
                      <a:lnTo>
                        <a:pt x="140" y="14"/>
                      </a:lnTo>
                      <a:lnTo>
                        <a:pt x="140" y="10"/>
                      </a:lnTo>
                      <a:lnTo>
                        <a:pt x="142" y="10"/>
                      </a:lnTo>
                      <a:lnTo>
                        <a:pt x="146" y="10"/>
                      </a:lnTo>
                      <a:lnTo>
                        <a:pt x="150" y="10"/>
                      </a:lnTo>
                      <a:lnTo>
                        <a:pt x="154" y="10"/>
                      </a:lnTo>
                      <a:lnTo>
                        <a:pt x="158" y="10"/>
                      </a:lnTo>
                      <a:lnTo>
                        <a:pt x="162" y="10"/>
                      </a:lnTo>
                      <a:lnTo>
                        <a:pt x="166" y="10"/>
                      </a:lnTo>
                      <a:lnTo>
                        <a:pt x="166" y="8"/>
                      </a:lnTo>
                      <a:lnTo>
                        <a:pt x="170" y="8"/>
                      </a:lnTo>
                      <a:lnTo>
                        <a:pt x="172" y="8"/>
                      </a:lnTo>
                      <a:lnTo>
                        <a:pt x="176" y="8"/>
                      </a:lnTo>
                      <a:lnTo>
                        <a:pt x="176" y="4"/>
                      </a:lnTo>
                      <a:lnTo>
                        <a:pt x="180" y="4"/>
                      </a:lnTo>
                      <a:lnTo>
                        <a:pt x="184" y="4"/>
                      </a:lnTo>
                      <a:lnTo>
                        <a:pt x="188" y="4"/>
                      </a:lnTo>
                      <a:lnTo>
                        <a:pt x="188" y="4"/>
                      </a:lnTo>
                      <a:lnTo>
                        <a:pt x="188" y="4"/>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139" name="Freeform 128">
                  <a:extLst>
                    <a:ext uri="{FF2B5EF4-FFF2-40B4-BE49-F238E27FC236}">
                      <a16:creationId xmlns:a16="http://schemas.microsoft.com/office/drawing/2014/main" id="{589D8A45-C9E9-90F0-28B0-61FD405991D0}"/>
                    </a:ext>
                  </a:extLst>
                </p:cNvPr>
                <p:cNvSpPr>
                  <a:spLocks noEditPoints="1"/>
                </p:cNvSpPr>
                <p:nvPr/>
              </p:nvSpPr>
              <p:spPr bwMode="gray">
                <a:xfrm>
                  <a:off x="5092150" y="4651874"/>
                  <a:ext cx="299153" cy="410463"/>
                </a:xfrm>
                <a:custGeom>
                  <a:avLst/>
                  <a:gdLst>
                    <a:gd name="T0" fmla="*/ 10 w 172"/>
                    <a:gd name="T1" fmla="*/ 12 h 236"/>
                    <a:gd name="T2" fmla="*/ 4 w 172"/>
                    <a:gd name="T3" fmla="*/ 22 h 236"/>
                    <a:gd name="T4" fmla="*/ 4 w 172"/>
                    <a:gd name="T5" fmla="*/ 8 h 236"/>
                    <a:gd name="T6" fmla="*/ 14 w 172"/>
                    <a:gd name="T7" fmla="*/ 0 h 236"/>
                    <a:gd name="T8" fmla="*/ 18 w 172"/>
                    <a:gd name="T9" fmla="*/ 4 h 236"/>
                    <a:gd name="T10" fmla="*/ 152 w 172"/>
                    <a:gd name="T11" fmla="*/ 232 h 236"/>
                    <a:gd name="T12" fmla="*/ 134 w 172"/>
                    <a:gd name="T13" fmla="*/ 232 h 236"/>
                    <a:gd name="T14" fmla="*/ 122 w 172"/>
                    <a:gd name="T15" fmla="*/ 232 h 236"/>
                    <a:gd name="T16" fmla="*/ 108 w 172"/>
                    <a:gd name="T17" fmla="*/ 232 h 236"/>
                    <a:gd name="T18" fmla="*/ 96 w 172"/>
                    <a:gd name="T19" fmla="*/ 228 h 236"/>
                    <a:gd name="T20" fmla="*/ 82 w 172"/>
                    <a:gd name="T21" fmla="*/ 224 h 236"/>
                    <a:gd name="T22" fmla="*/ 52 w 172"/>
                    <a:gd name="T23" fmla="*/ 224 h 236"/>
                    <a:gd name="T24" fmla="*/ 34 w 172"/>
                    <a:gd name="T25" fmla="*/ 224 h 236"/>
                    <a:gd name="T26" fmla="*/ 22 w 172"/>
                    <a:gd name="T27" fmla="*/ 216 h 236"/>
                    <a:gd name="T28" fmla="*/ 8 w 172"/>
                    <a:gd name="T29" fmla="*/ 220 h 236"/>
                    <a:gd name="T30" fmla="*/ 0 w 172"/>
                    <a:gd name="T31" fmla="*/ 212 h 236"/>
                    <a:gd name="T32" fmla="*/ 0 w 172"/>
                    <a:gd name="T33" fmla="*/ 198 h 236"/>
                    <a:gd name="T34" fmla="*/ 4 w 172"/>
                    <a:gd name="T35" fmla="*/ 182 h 236"/>
                    <a:gd name="T36" fmla="*/ 8 w 172"/>
                    <a:gd name="T37" fmla="*/ 168 h 236"/>
                    <a:gd name="T38" fmla="*/ 8 w 172"/>
                    <a:gd name="T39" fmla="*/ 154 h 236"/>
                    <a:gd name="T40" fmla="*/ 14 w 172"/>
                    <a:gd name="T41" fmla="*/ 146 h 236"/>
                    <a:gd name="T42" fmla="*/ 18 w 172"/>
                    <a:gd name="T43" fmla="*/ 142 h 236"/>
                    <a:gd name="T44" fmla="*/ 26 w 172"/>
                    <a:gd name="T45" fmla="*/ 130 h 236"/>
                    <a:gd name="T46" fmla="*/ 26 w 172"/>
                    <a:gd name="T47" fmla="*/ 116 h 236"/>
                    <a:gd name="T48" fmla="*/ 22 w 172"/>
                    <a:gd name="T49" fmla="*/ 100 h 236"/>
                    <a:gd name="T50" fmla="*/ 18 w 172"/>
                    <a:gd name="T51" fmla="*/ 90 h 236"/>
                    <a:gd name="T52" fmla="*/ 18 w 172"/>
                    <a:gd name="T53" fmla="*/ 74 h 236"/>
                    <a:gd name="T54" fmla="*/ 18 w 172"/>
                    <a:gd name="T55" fmla="*/ 74 h 236"/>
                    <a:gd name="T56" fmla="*/ 22 w 172"/>
                    <a:gd name="T57" fmla="*/ 64 h 236"/>
                    <a:gd name="T58" fmla="*/ 14 w 172"/>
                    <a:gd name="T59" fmla="*/ 52 h 236"/>
                    <a:gd name="T60" fmla="*/ 10 w 172"/>
                    <a:gd name="T61" fmla="*/ 42 h 236"/>
                    <a:gd name="T62" fmla="*/ 4 w 172"/>
                    <a:gd name="T63" fmla="*/ 26 h 236"/>
                    <a:gd name="T64" fmla="*/ 14 w 172"/>
                    <a:gd name="T65" fmla="*/ 22 h 236"/>
                    <a:gd name="T66" fmla="*/ 22 w 172"/>
                    <a:gd name="T67" fmla="*/ 22 h 236"/>
                    <a:gd name="T68" fmla="*/ 34 w 172"/>
                    <a:gd name="T69" fmla="*/ 26 h 236"/>
                    <a:gd name="T70" fmla="*/ 56 w 172"/>
                    <a:gd name="T71" fmla="*/ 22 h 236"/>
                    <a:gd name="T72" fmla="*/ 66 w 172"/>
                    <a:gd name="T73" fmla="*/ 26 h 236"/>
                    <a:gd name="T74" fmla="*/ 70 w 172"/>
                    <a:gd name="T75" fmla="*/ 42 h 236"/>
                    <a:gd name="T76" fmla="*/ 74 w 172"/>
                    <a:gd name="T77" fmla="*/ 52 h 236"/>
                    <a:gd name="T78" fmla="*/ 82 w 172"/>
                    <a:gd name="T79" fmla="*/ 64 h 236"/>
                    <a:gd name="T80" fmla="*/ 90 w 172"/>
                    <a:gd name="T81" fmla="*/ 60 h 236"/>
                    <a:gd name="T82" fmla="*/ 108 w 172"/>
                    <a:gd name="T83" fmla="*/ 60 h 236"/>
                    <a:gd name="T84" fmla="*/ 108 w 172"/>
                    <a:gd name="T85" fmla="*/ 52 h 236"/>
                    <a:gd name="T86" fmla="*/ 120 w 172"/>
                    <a:gd name="T87" fmla="*/ 44 h 236"/>
                    <a:gd name="T88" fmla="*/ 122 w 172"/>
                    <a:gd name="T89" fmla="*/ 48 h 236"/>
                    <a:gd name="T90" fmla="*/ 142 w 172"/>
                    <a:gd name="T91" fmla="*/ 52 h 236"/>
                    <a:gd name="T92" fmla="*/ 142 w 172"/>
                    <a:gd name="T93" fmla="*/ 68 h 236"/>
                    <a:gd name="T94" fmla="*/ 142 w 172"/>
                    <a:gd name="T95" fmla="*/ 82 h 236"/>
                    <a:gd name="T96" fmla="*/ 146 w 172"/>
                    <a:gd name="T97" fmla="*/ 98 h 236"/>
                    <a:gd name="T98" fmla="*/ 146 w 172"/>
                    <a:gd name="T99" fmla="*/ 108 h 236"/>
                    <a:gd name="T100" fmla="*/ 150 w 172"/>
                    <a:gd name="T101" fmla="*/ 112 h 236"/>
                    <a:gd name="T102" fmla="*/ 164 w 172"/>
                    <a:gd name="T103" fmla="*/ 112 h 236"/>
                    <a:gd name="T104" fmla="*/ 172 w 172"/>
                    <a:gd name="T105" fmla="*/ 112 h 236"/>
                    <a:gd name="T106" fmla="*/ 172 w 172"/>
                    <a:gd name="T107" fmla="*/ 126 h 236"/>
                    <a:gd name="T108" fmla="*/ 172 w 172"/>
                    <a:gd name="T109" fmla="*/ 146 h 236"/>
                    <a:gd name="T110" fmla="*/ 156 w 172"/>
                    <a:gd name="T111" fmla="*/ 146 h 236"/>
                    <a:gd name="T112" fmla="*/ 142 w 172"/>
                    <a:gd name="T113" fmla="*/ 160 h 236"/>
                    <a:gd name="T114" fmla="*/ 142 w 172"/>
                    <a:gd name="T115" fmla="*/ 180 h 236"/>
                    <a:gd name="T116" fmla="*/ 146 w 172"/>
                    <a:gd name="T117" fmla="*/ 202 h 236"/>
                    <a:gd name="T118" fmla="*/ 150 w 172"/>
                    <a:gd name="T119" fmla="*/ 212 h 236"/>
                    <a:gd name="T120" fmla="*/ 164 w 172"/>
                    <a:gd name="T121" fmla="*/ 228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72" h="236">
                      <a:moveTo>
                        <a:pt x="18" y="4"/>
                      </a:moveTo>
                      <a:lnTo>
                        <a:pt x="14" y="4"/>
                      </a:lnTo>
                      <a:lnTo>
                        <a:pt x="10" y="8"/>
                      </a:lnTo>
                      <a:lnTo>
                        <a:pt x="10" y="12"/>
                      </a:lnTo>
                      <a:lnTo>
                        <a:pt x="10" y="14"/>
                      </a:lnTo>
                      <a:lnTo>
                        <a:pt x="10" y="22"/>
                      </a:lnTo>
                      <a:lnTo>
                        <a:pt x="8" y="22"/>
                      </a:lnTo>
                      <a:lnTo>
                        <a:pt x="4" y="22"/>
                      </a:lnTo>
                      <a:lnTo>
                        <a:pt x="4" y="18"/>
                      </a:lnTo>
                      <a:lnTo>
                        <a:pt x="4" y="14"/>
                      </a:lnTo>
                      <a:lnTo>
                        <a:pt x="4" y="12"/>
                      </a:lnTo>
                      <a:lnTo>
                        <a:pt x="4" y="8"/>
                      </a:lnTo>
                      <a:lnTo>
                        <a:pt x="4" y="4"/>
                      </a:lnTo>
                      <a:lnTo>
                        <a:pt x="8" y="4"/>
                      </a:lnTo>
                      <a:lnTo>
                        <a:pt x="10" y="0"/>
                      </a:lnTo>
                      <a:lnTo>
                        <a:pt x="14" y="0"/>
                      </a:lnTo>
                      <a:lnTo>
                        <a:pt x="14" y="4"/>
                      </a:lnTo>
                      <a:lnTo>
                        <a:pt x="18" y="4"/>
                      </a:lnTo>
                      <a:lnTo>
                        <a:pt x="18" y="4"/>
                      </a:lnTo>
                      <a:lnTo>
                        <a:pt x="18" y="4"/>
                      </a:lnTo>
                      <a:close/>
                      <a:moveTo>
                        <a:pt x="164" y="228"/>
                      </a:moveTo>
                      <a:lnTo>
                        <a:pt x="160" y="228"/>
                      </a:lnTo>
                      <a:lnTo>
                        <a:pt x="156" y="228"/>
                      </a:lnTo>
                      <a:lnTo>
                        <a:pt x="152" y="232"/>
                      </a:lnTo>
                      <a:lnTo>
                        <a:pt x="150" y="232"/>
                      </a:lnTo>
                      <a:lnTo>
                        <a:pt x="142" y="232"/>
                      </a:lnTo>
                      <a:lnTo>
                        <a:pt x="134" y="236"/>
                      </a:lnTo>
                      <a:lnTo>
                        <a:pt x="134" y="232"/>
                      </a:lnTo>
                      <a:lnTo>
                        <a:pt x="130" y="232"/>
                      </a:lnTo>
                      <a:lnTo>
                        <a:pt x="126" y="236"/>
                      </a:lnTo>
                      <a:lnTo>
                        <a:pt x="122" y="236"/>
                      </a:lnTo>
                      <a:lnTo>
                        <a:pt x="122" y="232"/>
                      </a:lnTo>
                      <a:lnTo>
                        <a:pt x="120" y="232"/>
                      </a:lnTo>
                      <a:lnTo>
                        <a:pt x="116" y="232"/>
                      </a:lnTo>
                      <a:lnTo>
                        <a:pt x="112" y="232"/>
                      </a:lnTo>
                      <a:lnTo>
                        <a:pt x="108" y="232"/>
                      </a:lnTo>
                      <a:lnTo>
                        <a:pt x="104" y="232"/>
                      </a:lnTo>
                      <a:lnTo>
                        <a:pt x="100" y="232"/>
                      </a:lnTo>
                      <a:lnTo>
                        <a:pt x="96" y="232"/>
                      </a:lnTo>
                      <a:lnTo>
                        <a:pt x="96" y="228"/>
                      </a:lnTo>
                      <a:lnTo>
                        <a:pt x="94" y="224"/>
                      </a:lnTo>
                      <a:lnTo>
                        <a:pt x="90" y="224"/>
                      </a:lnTo>
                      <a:lnTo>
                        <a:pt x="86" y="224"/>
                      </a:lnTo>
                      <a:lnTo>
                        <a:pt x="82" y="224"/>
                      </a:lnTo>
                      <a:lnTo>
                        <a:pt x="78" y="224"/>
                      </a:lnTo>
                      <a:lnTo>
                        <a:pt x="66" y="224"/>
                      </a:lnTo>
                      <a:lnTo>
                        <a:pt x="60" y="224"/>
                      </a:lnTo>
                      <a:lnTo>
                        <a:pt x="52" y="224"/>
                      </a:lnTo>
                      <a:lnTo>
                        <a:pt x="44" y="224"/>
                      </a:lnTo>
                      <a:lnTo>
                        <a:pt x="40" y="224"/>
                      </a:lnTo>
                      <a:lnTo>
                        <a:pt x="38" y="224"/>
                      </a:lnTo>
                      <a:lnTo>
                        <a:pt x="34" y="224"/>
                      </a:lnTo>
                      <a:lnTo>
                        <a:pt x="30" y="224"/>
                      </a:lnTo>
                      <a:lnTo>
                        <a:pt x="30" y="220"/>
                      </a:lnTo>
                      <a:lnTo>
                        <a:pt x="26" y="220"/>
                      </a:lnTo>
                      <a:lnTo>
                        <a:pt x="22" y="216"/>
                      </a:lnTo>
                      <a:lnTo>
                        <a:pt x="18" y="216"/>
                      </a:lnTo>
                      <a:lnTo>
                        <a:pt x="14" y="216"/>
                      </a:lnTo>
                      <a:lnTo>
                        <a:pt x="10" y="220"/>
                      </a:lnTo>
                      <a:lnTo>
                        <a:pt x="8" y="220"/>
                      </a:lnTo>
                      <a:lnTo>
                        <a:pt x="4" y="220"/>
                      </a:lnTo>
                      <a:lnTo>
                        <a:pt x="0" y="220"/>
                      </a:lnTo>
                      <a:lnTo>
                        <a:pt x="0" y="216"/>
                      </a:lnTo>
                      <a:lnTo>
                        <a:pt x="0" y="212"/>
                      </a:lnTo>
                      <a:lnTo>
                        <a:pt x="0" y="210"/>
                      </a:lnTo>
                      <a:lnTo>
                        <a:pt x="0" y="206"/>
                      </a:lnTo>
                      <a:lnTo>
                        <a:pt x="0" y="202"/>
                      </a:lnTo>
                      <a:lnTo>
                        <a:pt x="0" y="198"/>
                      </a:lnTo>
                      <a:lnTo>
                        <a:pt x="0" y="194"/>
                      </a:lnTo>
                      <a:lnTo>
                        <a:pt x="4" y="190"/>
                      </a:lnTo>
                      <a:lnTo>
                        <a:pt x="4" y="186"/>
                      </a:lnTo>
                      <a:lnTo>
                        <a:pt x="4" y="182"/>
                      </a:lnTo>
                      <a:lnTo>
                        <a:pt x="4" y="180"/>
                      </a:lnTo>
                      <a:lnTo>
                        <a:pt x="8" y="176"/>
                      </a:lnTo>
                      <a:lnTo>
                        <a:pt x="8" y="172"/>
                      </a:lnTo>
                      <a:lnTo>
                        <a:pt x="8" y="168"/>
                      </a:lnTo>
                      <a:lnTo>
                        <a:pt x="8" y="164"/>
                      </a:lnTo>
                      <a:lnTo>
                        <a:pt x="8" y="160"/>
                      </a:lnTo>
                      <a:lnTo>
                        <a:pt x="10" y="156"/>
                      </a:lnTo>
                      <a:lnTo>
                        <a:pt x="8" y="154"/>
                      </a:lnTo>
                      <a:lnTo>
                        <a:pt x="10" y="154"/>
                      </a:lnTo>
                      <a:lnTo>
                        <a:pt x="10" y="150"/>
                      </a:lnTo>
                      <a:lnTo>
                        <a:pt x="14" y="150"/>
                      </a:lnTo>
                      <a:lnTo>
                        <a:pt x="14" y="146"/>
                      </a:lnTo>
                      <a:lnTo>
                        <a:pt x="14" y="142"/>
                      </a:lnTo>
                      <a:lnTo>
                        <a:pt x="18" y="142"/>
                      </a:lnTo>
                      <a:lnTo>
                        <a:pt x="18" y="138"/>
                      </a:lnTo>
                      <a:lnTo>
                        <a:pt x="18" y="142"/>
                      </a:lnTo>
                      <a:lnTo>
                        <a:pt x="22" y="138"/>
                      </a:lnTo>
                      <a:lnTo>
                        <a:pt x="22" y="134"/>
                      </a:lnTo>
                      <a:lnTo>
                        <a:pt x="26" y="134"/>
                      </a:lnTo>
                      <a:lnTo>
                        <a:pt x="26" y="130"/>
                      </a:lnTo>
                      <a:lnTo>
                        <a:pt x="26" y="126"/>
                      </a:lnTo>
                      <a:lnTo>
                        <a:pt x="26" y="124"/>
                      </a:lnTo>
                      <a:lnTo>
                        <a:pt x="26" y="120"/>
                      </a:lnTo>
                      <a:lnTo>
                        <a:pt x="26" y="116"/>
                      </a:lnTo>
                      <a:lnTo>
                        <a:pt x="30" y="112"/>
                      </a:lnTo>
                      <a:lnTo>
                        <a:pt x="26" y="108"/>
                      </a:lnTo>
                      <a:lnTo>
                        <a:pt x="26" y="104"/>
                      </a:lnTo>
                      <a:lnTo>
                        <a:pt x="22" y="100"/>
                      </a:lnTo>
                      <a:lnTo>
                        <a:pt x="22" y="98"/>
                      </a:lnTo>
                      <a:lnTo>
                        <a:pt x="22" y="94"/>
                      </a:lnTo>
                      <a:lnTo>
                        <a:pt x="18" y="94"/>
                      </a:lnTo>
                      <a:lnTo>
                        <a:pt x="18" y="90"/>
                      </a:lnTo>
                      <a:lnTo>
                        <a:pt x="18" y="86"/>
                      </a:lnTo>
                      <a:lnTo>
                        <a:pt x="18" y="82"/>
                      </a:lnTo>
                      <a:lnTo>
                        <a:pt x="14" y="78"/>
                      </a:lnTo>
                      <a:lnTo>
                        <a:pt x="18" y="74"/>
                      </a:lnTo>
                      <a:lnTo>
                        <a:pt x="18" y="78"/>
                      </a:lnTo>
                      <a:lnTo>
                        <a:pt x="14" y="78"/>
                      </a:lnTo>
                      <a:lnTo>
                        <a:pt x="18" y="78"/>
                      </a:lnTo>
                      <a:lnTo>
                        <a:pt x="18" y="74"/>
                      </a:lnTo>
                      <a:lnTo>
                        <a:pt x="22" y="74"/>
                      </a:lnTo>
                      <a:lnTo>
                        <a:pt x="22" y="70"/>
                      </a:lnTo>
                      <a:lnTo>
                        <a:pt x="22" y="68"/>
                      </a:lnTo>
                      <a:lnTo>
                        <a:pt x="22" y="64"/>
                      </a:lnTo>
                      <a:lnTo>
                        <a:pt x="18" y="64"/>
                      </a:lnTo>
                      <a:lnTo>
                        <a:pt x="18" y="60"/>
                      </a:lnTo>
                      <a:lnTo>
                        <a:pt x="18" y="56"/>
                      </a:lnTo>
                      <a:lnTo>
                        <a:pt x="14" y="52"/>
                      </a:lnTo>
                      <a:lnTo>
                        <a:pt x="14" y="48"/>
                      </a:lnTo>
                      <a:lnTo>
                        <a:pt x="14" y="44"/>
                      </a:lnTo>
                      <a:lnTo>
                        <a:pt x="14" y="42"/>
                      </a:lnTo>
                      <a:lnTo>
                        <a:pt x="10" y="42"/>
                      </a:lnTo>
                      <a:lnTo>
                        <a:pt x="10" y="38"/>
                      </a:lnTo>
                      <a:lnTo>
                        <a:pt x="8" y="34"/>
                      </a:lnTo>
                      <a:lnTo>
                        <a:pt x="8" y="30"/>
                      </a:lnTo>
                      <a:lnTo>
                        <a:pt x="4" y="26"/>
                      </a:lnTo>
                      <a:lnTo>
                        <a:pt x="8" y="26"/>
                      </a:lnTo>
                      <a:lnTo>
                        <a:pt x="10" y="26"/>
                      </a:lnTo>
                      <a:lnTo>
                        <a:pt x="14" y="26"/>
                      </a:lnTo>
                      <a:lnTo>
                        <a:pt x="14" y="22"/>
                      </a:lnTo>
                      <a:lnTo>
                        <a:pt x="18" y="22"/>
                      </a:lnTo>
                      <a:lnTo>
                        <a:pt x="18" y="26"/>
                      </a:lnTo>
                      <a:lnTo>
                        <a:pt x="18" y="22"/>
                      </a:lnTo>
                      <a:lnTo>
                        <a:pt x="22" y="22"/>
                      </a:lnTo>
                      <a:lnTo>
                        <a:pt x="26" y="22"/>
                      </a:lnTo>
                      <a:lnTo>
                        <a:pt x="30" y="22"/>
                      </a:lnTo>
                      <a:lnTo>
                        <a:pt x="34" y="22"/>
                      </a:lnTo>
                      <a:lnTo>
                        <a:pt x="34" y="26"/>
                      </a:lnTo>
                      <a:lnTo>
                        <a:pt x="38" y="26"/>
                      </a:lnTo>
                      <a:lnTo>
                        <a:pt x="40" y="22"/>
                      </a:lnTo>
                      <a:lnTo>
                        <a:pt x="44" y="22"/>
                      </a:lnTo>
                      <a:lnTo>
                        <a:pt x="56" y="22"/>
                      </a:lnTo>
                      <a:lnTo>
                        <a:pt x="60" y="22"/>
                      </a:lnTo>
                      <a:lnTo>
                        <a:pt x="64" y="22"/>
                      </a:lnTo>
                      <a:lnTo>
                        <a:pt x="66" y="22"/>
                      </a:lnTo>
                      <a:lnTo>
                        <a:pt x="66" y="26"/>
                      </a:lnTo>
                      <a:lnTo>
                        <a:pt x="66" y="30"/>
                      </a:lnTo>
                      <a:lnTo>
                        <a:pt x="66" y="34"/>
                      </a:lnTo>
                      <a:lnTo>
                        <a:pt x="70" y="38"/>
                      </a:lnTo>
                      <a:lnTo>
                        <a:pt x="70" y="42"/>
                      </a:lnTo>
                      <a:lnTo>
                        <a:pt x="70" y="44"/>
                      </a:lnTo>
                      <a:lnTo>
                        <a:pt x="70" y="48"/>
                      </a:lnTo>
                      <a:lnTo>
                        <a:pt x="74" y="48"/>
                      </a:lnTo>
                      <a:lnTo>
                        <a:pt x="74" y="52"/>
                      </a:lnTo>
                      <a:lnTo>
                        <a:pt x="78" y="56"/>
                      </a:lnTo>
                      <a:lnTo>
                        <a:pt x="78" y="60"/>
                      </a:lnTo>
                      <a:lnTo>
                        <a:pt x="82" y="60"/>
                      </a:lnTo>
                      <a:lnTo>
                        <a:pt x="82" y="64"/>
                      </a:lnTo>
                      <a:lnTo>
                        <a:pt x="86" y="60"/>
                      </a:lnTo>
                      <a:lnTo>
                        <a:pt x="86" y="64"/>
                      </a:lnTo>
                      <a:lnTo>
                        <a:pt x="90" y="64"/>
                      </a:lnTo>
                      <a:lnTo>
                        <a:pt x="90" y="60"/>
                      </a:lnTo>
                      <a:lnTo>
                        <a:pt x="94" y="60"/>
                      </a:lnTo>
                      <a:lnTo>
                        <a:pt x="96" y="60"/>
                      </a:lnTo>
                      <a:lnTo>
                        <a:pt x="100" y="60"/>
                      </a:lnTo>
                      <a:lnTo>
                        <a:pt x="108" y="60"/>
                      </a:lnTo>
                      <a:lnTo>
                        <a:pt x="104" y="60"/>
                      </a:lnTo>
                      <a:lnTo>
                        <a:pt x="104" y="56"/>
                      </a:lnTo>
                      <a:lnTo>
                        <a:pt x="108" y="56"/>
                      </a:lnTo>
                      <a:lnTo>
                        <a:pt x="108" y="52"/>
                      </a:lnTo>
                      <a:lnTo>
                        <a:pt x="108" y="48"/>
                      </a:lnTo>
                      <a:lnTo>
                        <a:pt x="108" y="44"/>
                      </a:lnTo>
                      <a:lnTo>
                        <a:pt x="116" y="44"/>
                      </a:lnTo>
                      <a:lnTo>
                        <a:pt x="120" y="44"/>
                      </a:lnTo>
                      <a:lnTo>
                        <a:pt x="120" y="42"/>
                      </a:lnTo>
                      <a:lnTo>
                        <a:pt x="122" y="42"/>
                      </a:lnTo>
                      <a:lnTo>
                        <a:pt x="122" y="44"/>
                      </a:lnTo>
                      <a:lnTo>
                        <a:pt x="122" y="48"/>
                      </a:lnTo>
                      <a:lnTo>
                        <a:pt x="130" y="48"/>
                      </a:lnTo>
                      <a:lnTo>
                        <a:pt x="138" y="48"/>
                      </a:lnTo>
                      <a:lnTo>
                        <a:pt x="142" y="48"/>
                      </a:lnTo>
                      <a:lnTo>
                        <a:pt x="142" y="52"/>
                      </a:lnTo>
                      <a:lnTo>
                        <a:pt x="142" y="56"/>
                      </a:lnTo>
                      <a:lnTo>
                        <a:pt x="142" y="60"/>
                      </a:lnTo>
                      <a:lnTo>
                        <a:pt x="142" y="64"/>
                      </a:lnTo>
                      <a:lnTo>
                        <a:pt x="142" y="68"/>
                      </a:lnTo>
                      <a:lnTo>
                        <a:pt x="142" y="70"/>
                      </a:lnTo>
                      <a:lnTo>
                        <a:pt x="142" y="74"/>
                      </a:lnTo>
                      <a:lnTo>
                        <a:pt x="142" y="78"/>
                      </a:lnTo>
                      <a:lnTo>
                        <a:pt x="142" y="82"/>
                      </a:lnTo>
                      <a:lnTo>
                        <a:pt x="142" y="86"/>
                      </a:lnTo>
                      <a:lnTo>
                        <a:pt x="142" y="90"/>
                      </a:lnTo>
                      <a:lnTo>
                        <a:pt x="146" y="94"/>
                      </a:lnTo>
                      <a:lnTo>
                        <a:pt x="146" y="98"/>
                      </a:lnTo>
                      <a:lnTo>
                        <a:pt x="150" y="100"/>
                      </a:lnTo>
                      <a:lnTo>
                        <a:pt x="150" y="104"/>
                      </a:lnTo>
                      <a:lnTo>
                        <a:pt x="150" y="108"/>
                      </a:lnTo>
                      <a:lnTo>
                        <a:pt x="146" y="108"/>
                      </a:lnTo>
                      <a:lnTo>
                        <a:pt x="146" y="112"/>
                      </a:lnTo>
                      <a:lnTo>
                        <a:pt x="146" y="116"/>
                      </a:lnTo>
                      <a:lnTo>
                        <a:pt x="150" y="116"/>
                      </a:lnTo>
                      <a:lnTo>
                        <a:pt x="150" y="112"/>
                      </a:lnTo>
                      <a:lnTo>
                        <a:pt x="152" y="112"/>
                      </a:lnTo>
                      <a:lnTo>
                        <a:pt x="156" y="112"/>
                      </a:lnTo>
                      <a:lnTo>
                        <a:pt x="160" y="112"/>
                      </a:lnTo>
                      <a:lnTo>
                        <a:pt x="164" y="112"/>
                      </a:lnTo>
                      <a:lnTo>
                        <a:pt x="168" y="112"/>
                      </a:lnTo>
                      <a:lnTo>
                        <a:pt x="172" y="112"/>
                      </a:lnTo>
                      <a:lnTo>
                        <a:pt x="172" y="108"/>
                      </a:lnTo>
                      <a:lnTo>
                        <a:pt x="172" y="112"/>
                      </a:lnTo>
                      <a:lnTo>
                        <a:pt x="172" y="116"/>
                      </a:lnTo>
                      <a:lnTo>
                        <a:pt x="172" y="120"/>
                      </a:lnTo>
                      <a:lnTo>
                        <a:pt x="172" y="124"/>
                      </a:lnTo>
                      <a:lnTo>
                        <a:pt x="172" y="126"/>
                      </a:lnTo>
                      <a:lnTo>
                        <a:pt x="172" y="134"/>
                      </a:lnTo>
                      <a:lnTo>
                        <a:pt x="172" y="138"/>
                      </a:lnTo>
                      <a:lnTo>
                        <a:pt x="172" y="142"/>
                      </a:lnTo>
                      <a:lnTo>
                        <a:pt x="172" y="146"/>
                      </a:lnTo>
                      <a:lnTo>
                        <a:pt x="168" y="146"/>
                      </a:lnTo>
                      <a:lnTo>
                        <a:pt x="164" y="146"/>
                      </a:lnTo>
                      <a:lnTo>
                        <a:pt x="160" y="146"/>
                      </a:lnTo>
                      <a:lnTo>
                        <a:pt x="156" y="146"/>
                      </a:lnTo>
                      <a:lnTo>
                        <a:pt x="150" y="146"/>
                      </a:lnTo>
                      <a:lnTo>
                        <a:pt x="142" y="146"/>
                      </a:lnTo>
                      <a:lnTo>
                        <a:pt x="142" y="154"/>
                      </a:lnTo>
                      <a:lnTo>
                        <a:pt x="142" y="160"/>
                      </a:lnTo>
                      <a:lnTo>
                        <a:pt x="142" y="164"/>
                      </a:lnTo>
                      <a:lnTo>
                        <a:pt x="142" y="172"/>
                      </a:lnTo>
                      <a:lnTo>
                        <a:pt x="142" y="176"/>
                      </a:lnTo>
                      <a:lnTo>
                        <a:pt x="142" y="180"/>
                      </a:lnTo>
                      <a:lnTo>
                        <a:pt x="142" y="190"/>
                      </a:lnTo>
                      <a:lnTo>
                        <a:pt x="142" y="198"/>
                      </a:lnTo>
                      <a:lnTo>
                        <a:pt x="142" y="202"/>
                      </a:lnTo>
                      <a:lnTo>
                        <a:pt x="146" y="202"/>
                      </a:lnTo>
                      <a:lnTo>
                        <a:pt x="146" y="206"/>
                      </a:lnTo>
                      <a:lnTo>
                        <a:pt x="146" y="210"/>
                      </a:lnTo>
                      <a:lnTo>
                        <a:pt x="150" y="210"/>
                      </a:lnTo>
                      <a:lnTo>
                        <a:pt x="150" y="212"/>
                      </a:lnTo>
                      <a:lnTo>
                        <a:pt x="152" y="216"/>
                      </a:lnTo>
                      <a:lnTo>
                        <a:pt x="160" y="224"/>
                      </a:lnTo>
                      <a:lnTo>
                        <a:pt x="164" y="228"/>
                      </a:lnTo>
                      <a:lnTo>
                        <a:pt x="164" y="228"/>
                      </a:lnTo>
                      <a:lnTo>
                        <a:pt x="164" y="228"/>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140" name="Freeform 129">
                  <a:extLst>
                    <a:ext uri="{FF2B5EF4-FFF2-40B4-BE49-F238E27FC236}">
                      <a16:creationId xmlns:a16="http://schemas.microsoft.com/office/drawing/2014/main" id="{4C4AD551-6E3B-972A-9735-C88D5FA051C4}"/>
                    </a:ext>
                  </a:extLst>
                </p:cNvPr>
                <p:cNvSpPr>
                  <a:spLocks/>
                </p:cNvSpPr>
                <p:nvPr/>
              </p:nvSpPr>
              <p:spPr bwMode="gray">
                <a:xfrm>
                  <a:off x="4820826" y="4147491"/>
                  <a:ext cx="76528" cy="187840"/>
                </a:xfrm>
                <a:custGeom>
                  <a:avLst/>
                  <a:gdLst>
                    <a:gd name="T0" fmla="*/ 30 w 44"/>
                    <a:gd name="T1" fmla="*/ 90 h 108"/>
                    <a:gd name="T2" fmla="*/ 26 w 44"/>
                    <a:gd name="T3" fmla="*/ 96 h 108"/>
                    <a:gd name="T4" fmla="*/ 26 w 44"/>
                    <a:gd name="T5" fmla="*/ 104 h 108"/>
                    <a:gd name="T6" fmla="*/ 26 w 44"/>
                    <a:gd name="T7" fmla="*/ 104 h 108"/>
                    <a:gd name="T8" fmla="*/ 22 w 44"/>
                    <a:gd name="T9" fmla="*/ 104 h 108"/>
                    <a:gd name="T10" fmla="*/ 18 w 44"/>
                    <a:gd name="T11" fmla="*/ 108 h 108"/>
                    <a:gd name="T12" fmla="*/ 10 w 44"/>
                    <a:gd name="T13" fmla="*/ 108 h 108"/>
                    <a:gd name="T14" fmla="*/ 10 w 44"/>
                    <a:gd name="T15" fmla="*/ 108 h 108"/>
                    <a:gd name="T16" fmla="*/ 14 w 44"/>
                    <a:gd name="T17" fmla="*/ 108 h 108"/>
                    <a:gd name="T18" fmla="*/ 10 w 44"/>
                    <a:gd name="T19" fmla="*/ 100 h 108"/>
                    <a:gd name="T20" fmla="*/ 10 w 44"/>
                    <a:gd name="T21" fmla="*/ 100 h 108"/>
                    <a:gd name="T22" fmla="*/ 10 w 44"/>
                    <a:gd name="T23" fmla="*/ 96 h 108"/>
                    <a:gd name="T24" fmla="*/ 10 w 44"/>
                    <a:gd name="T25" fmla="*/ 90 h 108"/>
                    <a:gd name="T26" fmla="*/ 10 w 44"/>
                    <a:gd name="T27" fmla="*/ 86 h 108"/>
                    <a:gd name="T28" fmla="*/ 10 w 44"/>
                    <a:gd name="T29" fmla="*/ 78 h 108"/>
                    <a:gd name="T30" fmla="*/ 10 w 44"/>
                    <a:gd name="T31" fmla="*/ 66 h 108"/>
                    <a:gd name="T32" fmla="*/ 10 w 44"/>
                    <a:gd name="T33" fmla="*/ 60 h 108"/>
                    <a:gd name="T34" fmla="*/ 10 w 44"/>
                    <a:gd name="T35" fmla="*/ 56 h 108"/>
                    <a:gd name="T36" fmla="*/ 6 w 44"/>
                    <a:gd name="T37" fmla="*/ 56 h 108"/>
                    <a:gd name="T38" fmla="*/ 6 w 44"/>
                    <a:gd name="T39" fmla="*/ 52 h 108"/>
                    <a:gd name="T40" fmla="*/ 6 w 44"/>
                    <a:gd name="T41" fmla="*/ 48 h 108"/>
                    <a:gd name="T42" fmla="*/ 6 w 44"/>
                    <a:gd name="T43" fmla="*/ 40 h 108"/>
                    <a:gd name="T44" fmla="*/ 0 w 44"/>
                    <a:gd name="T45" fmla="*/ 38 h 108"/>
                    <a:gd name="T46" fmla="*/ 0 w 44"/>
                    <a:gd name="T47" fmla="*/ 34 h 108"/>
                    <a:gd name="T48" fmla="*/ 0 w 44"/>
                    <a:gd name="T49" fmla="*/ 30 h 108"/>
                    <a:gd name="T50" fmla="*/ 0 w 44"/>
                    <a:gd name="T51" fmla="*/ 26 h 108"/>
                    <a:gd name="T52" fmla="*/ 2 w 44"/>
                    <a:gd name="T53" fmla="*/ 22 h 108"/>
                    <a:gd name="T54" fmla="*/ 6 w 44"/>
                    <a:gd name="T55" fmla="*/ 18 h 108"/>
                    <a:gd name="T56" fmla="*/ 6 w 44"/>
                    <a:gd name="T57" fmla="*/ 18 h 108"/>
                    <a:gd name="T58" fmla="*/ 10 w 44"/>
                    <a:gd name="T59" fmla="*/ 18 h 108"/>
                    <a:gd name="T60" fmla="*/ 14 w 44"/>
                    <a:gd name="T61" fmla="*/ 18 h 108"/>
                    <a:gd name="T62" fmla="*/ 18 w 44"/>
                    <a:gd name="T63" fmla="*/ 18 h 108"/>
                    <a:gd name="T64" fmla="*/ 18 w 44"/>
                    <a:gd name="T65" fmla="*/ 14 h 108"/>
                    <a:gd name="T66" fmla="*/ 22 w 44"/>
                    <a:gd name="T67" fmla="*/ 12 h 108"/>
                    <a:gd name="T68" fmla="*/ 22 w 44"/>
                    <a:gd name="T69" fmla="*/ 8 h 108"/>
                    <a:gd name="T70" fmla="*/ 26 w 44"/>
                    <a:gd name="T71" fmla="*/ 4 h 108"/>
                    <a:gd name="T72" fmla="*/ 30 w 44"/>
                    <a:gd name="T73" fmla="*/ 0 h 108"/>
                    <a:gd name="T74" fmla="*/ 34 w 44"/>
                    <a:gd name="T75" fmla="*/ 8 h 108"/>
                    <a:gd name="T76" fmla="*/ 36 w 44"/>
                    <a:gd name="T77" fmla="*/ 12 h 108"/>
                    <a:gd name="T78" fmla="*/ 36 w 44"/>
                    <a:gd name="T79" fmla="*/ 12 h 108"/>
                    <a:gd name="T80" fmla="*/ 40 w 44"/>
                    <a:gd name="T81" fmla="*/ 14 h 108"/>
                    <a:gd name="T82" fmla="*/ 40 w 44"/>
                    <a:gd name="T83" fmla="*/ 22 h 108"/>
                    <a:gd name="T84" fmla="*/ 40 w 44"/>
                    <a:gd name="T85" fmla="*/ 26 h 108"/>
                    <a:gd name="T86" fmla="*/ 40 w 44"/>
                    <a:gd name="T87" fmla="*/ 30 h 108"/>
                    <a:gd name="T88" fmla="*/ 44 w 44"/>
                    <a:gd name="T89" fmla="*/ 30 h 108"/>
                    <a:gd name="T90" fmla="*/ 40 w 44"/>
                    <a:gd name="T91" fmla="*/ 38 h 108"/>
                    <a:gd name="T92" fmla="*/ 40 w 44"/>
                    <a:gd name="T93" fmla="*/ 38 h 108"/>
                    <a:gd name="T94" fmla="*/ 40 w 44"/>
                    <a:gd name="T95" fmla="*/ 40 h 108"/>
                    <a:gd name="T96" fmla="*/ 36 w 44"/>
                    <a:gd name="T97" fmla="*/ 44 h 108"/>
                    <a:gd name="T98" fmla="*/ 36 w 44"/>
                    <a:gd name="T99" fmla="*/ 48 h 108"/>
                    <a:gd name="T100" fmla="*/ 34 w 44"/>
                    <a:gd name="T101" fmla="*/ 52 h 108"/>
                    <a:gd name="T102" fmla="*/ 34 w 44"/>
                    <a:gd name="T103" fmla="*/ 56 h 108"/>
                    <a:gd name="T104" fmla="*/ 30 w 44"/>
                    <a:gd name="T105" fmla="*/ 60 h 108"/>
                    <a:gd name="T106" fmla="*/ 30 w 44"/>
                    <a:gd name="T107" fmla="*/ 60 h 108"/>
                    <a:gd name="T108" fmla="*/ 26 w 44"/>
                    <a:gd name="T109" fmla="*/ 66 h 108"/>
                    <a:gd name="T110" fmla="*/ 26 w 44"/>
                    <a:gd name="T111" fmla="*/ 70 h 108"/>
                    <a:gd name="T112" fmla="*/ 26 w 44"/>
                    <a:gd name="T113" fmla="*/ 74 h 108"/>
                    <a:gd name="T114" fmla="*/ 26 w 44"/>
                    <a:gd name="T115" fmla="*/ 78 h 108"/>
                    <a:gd name="T116" fmla="*/ 26 w 44"/>
                    <a:gd name="T117" fmla="*/ 82 h 108"/>
                    <a:gd name="T118" fmla="*/ 26 w 44"/>
                    <a:gd name="T119" fmla="*/ 82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4" h="108">
                      <a:moveTo>
                        <a:pt x="26" y="82"/>
                      </a:moveTo>
                      <a:lnTo>
                        <a:pt x="26" y="82"/>
                      </a:lnTo>
                      <a:lnTo>
                        <a:pt x="26" y="86"/>
                      </a:lnTo>
                      <a:lnTo>
                        <a:pt x="30" y="90"/>
                      </a:lnTo>
                      <a:lnTo>
                        <a:pt x="30" y="92"/>
                      </a:lnTo>
                      <a:lnTo>
                        <a:pt x="26" y="92"/>
                      </a:lnTo>
                      <a:lnTo>
                        <a:pt x="26" y="96"/>
                      </a:lnTo>
                      <a:lnTo>
                        <a:pt x="26" y="96"/>
                      </a:lnTo>
                      <a:lnTo>
                        <a:pt x="26" y="96"/>
                      </a:lnTo>
                      <a:lnTo>
                        <a:pt x="26" y="100"/>
                      </a:lnTo>
                      <a:lnTo>
                        <a:pt x="26" y="100"/>
                      </a:lnTo>
                      <a:lnTo>
                        <a:pt x="26" y="104"/>
                      </a:lnTo>
                      <a:lnTo>
                        <a:pt x="26" y="104"/>
                      </a:lnTo>
                      <a:lnTo>
                        <a:pt x="26" y="104"/>
                      </a:lnTo>
                      <a:lnTo>
                        <a:pt x="26" y="104"/>
                      </a:lnTo>
                      <a:lnTo>
                        <a:pt x="26" y="104"/>
                      </a:lnTo>
                      <a:lnTo>
                        <a:pt x="22" y="104"/>
                      </a:lnTo>
                      <a:lnTo>
                        <a:pt x="22" y="104"/>
                      </a:lnTo>
                      <a:lnTo>
                        <a:pt x="22" y="104"/>
                      </a:lnTo>
                      <a:lnTo>
                        <a:pt x="22" y="104"/>
                      </a:lnTo>
                      <a:lnTo>
                        <a:pt x="22" y="104"/>
                      </a:lnTo>
                      <a:lnTo>
                        <a:pt x="22" y="104"/>
                      </a:lnTo>
                      <a:lnTo>
                        <a:pt x="22" y="108"/>
                      </a:lnTo>
                      <a:lnTo>
                        <a:pt x="18" y="108"/>
                      </a:lnTo>
                      <a:lnTo>
                        <a:pt x="18" y="108"/>
                      </a:lnTo>
                      <a:lnTo>
                        <a:pt x="14" y="108"/>
                      </a:lnTo>
                      <a:lnTo>
                        <a:pt x="14" y="108"/>
                      </a:lnTo>
                      <a:lnTo>
                        <a:pt x="10" y="108"/>
                      </a:lnTo>
                      <a:lnTo>
                        <a:pt x="10" y="108"/>
                      </a:lnTo>
                      <a:lnTo>
                        <a:pt x="10" y="108"/>
                      </a:lnTo>
                      <a:lnTo>
                        <a:pt x="10" y="108"/>
                      </a:lnTo>
                      <a:lnTo>
                        <a:pt x="10" y="108"/>
                      </a:lnTo>
                      <a:lnTo>
                        <a:pt x="10" y="108"/>
                      </a:lnTo>
                      <a:lnTo>
                        <a:pt x="14" y="108"/>
                      </a:lnTo>
                      <a:lnTo>
                        <a:pt x="14" y="108"/>
                      </a:lnTo>
                      <a:lnTo>
                        <a:pt x="14" y="108"/>
                      </a:lnTo>
                      <a:lnTo>
                        <a:pt x="14" y="104"/>
                      </a:lnTo>
                      <a:lnTo>
                        <a:pt x="14" y="104"/>
                      </a:lnTo>
                      <a:lnTo>
                        <a:pt x="10" y="100"/>
                      </a:lnTo>
                      <a:lnTo>
                        <a:pt x="10" y="100"/>
                      </a:lnTo>
                      <a:lnTo>
                        <a:pt x="10" y="100"/>
                      </a:lnTo>
                      <a:lnTo>
                        <a:pt x="10" y="100"/>
                      </a:lnTo>
                      <a:lnTo>
                        <a:pt x="10" y="100"/>
                      </a:lnTo>
                      <a:lnTo>
                        <a:pt x="10" y="100"/>
                      </a:lnTo>
                      <a:lnTo>
                        <a:pt x="10" y="100"/>
                      </a:lnTo>
                      <a:lnTo>
                        <a:pt x="10" y="96"/>
                      </a:lnTo>
                      <a:lnTo>
                        <a:pt x="10" y="96"/>
                      </a:lnTo>
                      <a:lnTo>
                        <a:pt x="10" y="96"/>
                      </a:lnTo>
                      <a:lnTo>
                        <a:pt x="10" y="96"/>
                      </a:lnTo>
                      <a:lnTo>
                        <a:pt x="10" y="92"/>
                      </a:lnTo>
                      <a:lnTo>
                        <a:pt x="10" y="92"/>
                      </a:lnTo>
                      <a:lnTo>
                        <a:pt x="10" y="90"/>
                      </a:lnTo>
                      <a:lnTo>
                        <a:pt x="10" y="90"/>
                      </a:lnTo>
                      <a:lnTo>
                        <a:pt x="10" y="86"/>
                      </a:lnTo>
                      <a:lnTo>
                        <a:pt x="10" y="86"/>
                      </a:lnTo>
                      <a:lnTo>
                        <a:pt x="10" y="86"/>
                      </a:lnTo>
                      <a:lnTo>
                        <a:pt x="10" y="86"/>
                      </a:lnTo>
                      <a:lnTo>
                        <a:pt x="10" y="86"/>
                      </a:lnTo>
                      <a:lnTo>
                        <a:pt x="10" y="82"/>
                      </a:lnTo>
                      <a:lnTo>
                        <a:pt x="10" y="78"/>
                      </a:lnTo>
                      <a:lnTo>
                        <a:pt x="10" y="70"/>
                      </a:lnTo>
                      <a:lnTo>
                        <a:pt x="10" y="70"/>
                      </a:lnTo>
                      <a:lnTo>
                        <a:pt x="10" y="70"/>
                      </a:lnTo>
                      <a:lnTo>
                        <a:pt x="10" y="66"/>
                      </a:lnTo>
                      <a:lnTo>
                        <a:pt x="10" y="64"/>
                      </a:lnTo>
                      <a:lnTo>
                        <a:pt x="10" y="64"/>
                      </a:lnTo>
                      <a:lnTo>
                        <a:pt x="10" y="60"/>
                      </a:lnTo>
                      <a:lnTo>
                        <a:pt x="10" y="60"/>
                      </a:lnTo>
                      <a:lnTo>
                        <a:pt x="10" y="56"/>
                      </a:lnTo>
                      <a:lnTo>
                        <a:pt x="10" y="56"/>
                      </a:lnTo>
                      <a:lnTo>
                        <a:pt x="10" y="56"/>
                      </a:lnTo>
                      <a:lnTo>
                        <a:pt x="10" y="56"/>
                      </a:lnTo>
                      <a:lnTo>
                        <a:pt x="10" y="56"/>
                      </a:lnTo>
                      <a:lnTo>
                        <a:pt x="6" y="56"/>
                      </a:lnTo>
                      <a:lnTo>
                        <a:pt x="6" y="56"/>
                      </a:lnTo>
                      <a:lnTo>
                        <a:pt x="6" y="56"/>
                      </a:lnTo>
                      <a:lnTo>
                        <a:pt x="6" y="52"/>
                      </a:lnTo>
                      <a:lnTo>
                        <a:pt x="6" y="52"/>
                      </a:lnTo>
                      <a:lnTo>
                        <a:pt x="6" y="52"/>
                      </a:lnTo>
                      <a:lnTo>
                        <a:pt x="6" y="52"/>
                      </a:lnTo>
                      <a:lnTo>
                        <a:pt x="6" y="52"/>
                      </a:lnTo>
                      <a:lnTo>
                        <a:pt x="6" y="52"/>
                      </a:lnTo>
                      <a:lnTo>
                        <a:pt x="6" y="48"/>
                      </a:lnTo>
                      <a:lnTo>
                        <a:pt x="6" y="48"/>
                      </a:lnTo>
                      <a:lnTo>
                        <a:pt x="6" y="44"/>
                      </a:lnTo>
                      <a:lnTo>
                        <a:pt x="6" y="44"/>
                      </a:lnTo>
                      <a:lnTo>
                        <a:pt x="6" y="40"/>
                      </a:lnTo>
                      <a:lnTo>
                        <a:pt x="6" y="40"/>
                      </a:lnTo>
                      <a:lnTo>
                        <a:pt x="2" y="40"/>
                      </a:lnTo>
                      <a:lnTo>
                        <a:pt x="2" y="40"/>
                      </a:lnTo>
                      <a:lnTo>
                        <a:pt x="2" y="40"/>
                      </a:lnTo>
                      <a:lnTo>
                        <a:pt x="0" y="38"/>
                      </a:lnTo>
                      <a:lnTo>
                        <a:pt x="0" y="34"/>
                      </a:lnTo>
                      <a:lnTo>
                        <a:pt x="0" y="34"/>
                      </a:lnTo>
                      <a:lnTo>
                        <a:pt x="0" y="34"/>
                      </a:lnTo>
                      <a:lnTo>
                        <a:pt x="0" y="34"/>
                      </a:lnTo>
                      <a:lnTo>
                        <a:pt x="0" y="34"/>
                      </a:lnTo>
                      <a:lnTo>
                        <a:pt x="0" y="30"/>
                      </a:lnTo>
                      <a:lnTo>
                        <a:pt x="0" y="30"/>
                      </a:lnTo>
                      <a:lnTo>
                        <a:pt x="0" y="30"/>
                      </a:lnTo>
                      <a:lnTo>
                        <a:pt x="0" y="30"/>
                      </a:lnTo>
                      <a:lnTo>
                        <a:pt x="0" y="30"/>
                      </a:lnTo>
                      <a:lnTo>
                        <a:pt x="0" y="30"/>
                      </a:lnTo>
                      <a:lnTo>
                        <a:pt x="0" y="26"/>
                      </a:lnTo>
                      <a:lnTo>
                        <a:pt x="0" y="26"/>
                      </a:lnTo>
                      <a:lnTo>
                        <a:pt x="2" y="26"/>
                      </a:lnTo>
                      <a:lnTo>
                        <a:pt x="2" y="26"/>
                      </a:lnTo>
                      <a:lnTo>
                        <a:pt x="2" y="22"/>
                      </a:lnTo>
                      <a:lnTo>
                        <a:pt x="2" y="22"/>
                      </a:lnTo>
                      <a:lnTo>
                        <a:pt x="6" y="22"/>
                      </a:lnTo>
                      <a:lnTo>
                        <a:pt x="6" y="22"/>
                      </a:lnTo>
                      <a:lnTo>
                        <a:pt x="6" y="18"/>
                      </a:lnTo>
                      <a:lnTo>
                        <a:pt x="6" y="18"/>
                      </a:lnTo>
                      <a:lnTo>
                        <a:pt x="6" y="18"/>
                      </a:lnTo>
                      <a:lnTo>
                        <a:pt x="6" y="18"/>
                      </a:lnTo>
                      <a:lnTo>
                        <a:pt x="6" y="18"/>
                      </a:lnTo>
                      <a:lnTo>
                        <a:pt x="6" y="18"/>
                      </a:lnTo>
                      <a:lnTo>
                        <a:pt x="10" y="18"/>
                      </a:lnTo>
                      <a:lnTo>
                        <a:pt x="10" y="18"/>
                      </a:lnTo>
                      <a:lnTo>
                        <a:pt x="10" y="18"/>
                      </a:lnTo>
                      <a:lnTo>
                        <a:pt x="10" y="18"/>
                      </a:lnTo>
                      <a:lnTo>
                        <a:pt x="10" y="18"/>
                      </a:lnTo>
                      <a:lnTo>
                        <a:pt x="14" y="18"/>
                      </a:lnTo>
                      <a:lnTo>
                        <a:pt x="14" y="18"/>
                      </a:lnTo>
                      <a:lnTo>
                        <a:pt x="14" y="18"/>
                      </a:lnTo>
                      <a:lnTo>
                        <a:pt x="14" y="18"/>
                      </a:lnTo>
                      <a:lnTo>
                        <a:pt x="18" y="18"/>
                      </a:lnTo>
                      <a:lnTo>
                        <a:pt x="18" y="18"/>
                      </a:lnTo>
                      <a:lnTo>
                        <a:pt x="18" y="18"/>
                      </a:lnTo>
                      <a:lnTo>
                        <a:pt x="18" y="18"/>
                      </a:lnTo>
                      <a:lnTo>
                        <a:pt x="18" y="18"/>
                      </a:lnTo>
                      <a:lnTo>
                        <a:pt x="18" y="14"/>
                      </a:lnTo>
                      <a:lnTo>
                        <a:pt x="22" y="14"/>
                      </a:lnTo>
                      <a:lnTo>
                        <a:pt x="22" y="14"/>
                      </a:lnTo>
                      <a:lnTo>
                        <a:pt x="22" y="12"/>
                      </a:lnTo>
                      <a:lnTo>
                        <a:pt x="22" y="12"/>
                      </a:lnTo>
                      <a:lnTo>
                        <a:pt x="22" y="12"/>
                      </a:lnTo>
                      <a:lnTo>
                        <a:pt x="22" y="12"/>
                      </a:lnTo>
                      <a:lnTo>
                        <a:pt x="22" y="8"/>
                      </a:lnTo>
                      <a:lnTo>
                        <a:pt x="22" y="8"/>
                      </a:lnTo>
                      <a:lnTo>
                        <a:pt x="22" y="4"/>
                      </a:lnTo>
                      <a:lnTo>
                        <a:pt x="22" y="4"/>
                      </a:lnTo>
                      <a:lnTo>
                        <a:pt x="26" y="4"/>
                      </a:lnTo>
                      <a:lnTo>
                        <a:pt x="26" y="4"/>
                      </a:lnTo>
                      <a:lnTo>
                        <a:pt x="26" y="4"/>
                      </a:lnTo>
                      <a:lnTo>
                        <a:pt x="26" y="4"/>
                      </a:lnTo>
                      <a:lnTo>
                        <a:pt x="30" y="4"/>
                      </a:lnTo>
                      <a:lnTo>
                        <a:pt x="30" y="0"/>
                      </a:lnTo>
                      <a:lnTo>
                        <a:pt x="30" y="4"/>
                      </a:lnTo>
                      <a:lnTo>
                        <a:pt x="30" y="4"/>
                      </a:lnTo>
                      <a:lnTo>
                        <a:pt x="34" y="8"/>
                      </a:lnTo>
                      <a:lnTo>
                        <a:pt x="34" y="8"/>
                      </a:lnTo>
                      <a:lnTo>
                        <a:pt x="34" y="8"/>
                      </a:lnTo>
                      <a:lnTo>
                        <a:pt x="34" y="12"/>
                      </a:lnTo>
                      <a:lnTo>
                        <a:pt x="36" y="12"/>
                      </a:lnTo>
                      <a:lnTo>
                        <a:pt x="36" y="12"/>
                      </a:lnTo>
                      <a:lnTo>
                        <a:pt x="36" y="12"/>
                      </a:lnTo>
                      <a:lnTo>
                        <a:pt x="36" y="12"/>
                      </a:lnTo>
                      <a:lnTo>
                        <a:pt x="36" y="12"/>
                      </a:lnTo>
                      <a:lnTo>
                        <a:pt x="36" y="12"/>
                      </a:lnTo>
                      <a:lnTo>
                        <a:pt x="36" y="12"/>
                      </a:lnTo>
                      <a:lnTo>
                        <a:pt x="40" y="14"/>
                      </a:lnTo>
                      <a:lnTo>
                        <a:pt x="40" y="14"/>
                      </a:lnTo>
                      <a:lnTo>
                        <a:pt x="40" y="14"/>
                      </a:lnTo>
                      <a:lnTo>
                        <a:pt x="36" y="14"/>
                      </a:lnTo>
                      <a:lnTo>
                        <a:pt x="36" y="18"/>
                      </a:lnTo>
                      <a:lnTo>
                        <a:pt x="40" y="22"/>
                      </a:lnTo>
                      <a:lnTo>
                        <a:pt x="40" y="22"/>
                      </a:lnTo>
                      <a:lnTo>
                        <a:pt x="40" y="22"/>
                      </a:lnTo>
                      <a:lnTo>
                        <a:pt x="40" y="22"/>
                      </a:lnTo>
                      <a:lnTo>
                        <a:pt x="40" y="26"/>
                      </a:lnTo>
                      <a:lnTo>
                        <a:pt x="40" y="26"/>
                      </a:lnTo>
                      <a:lnTo>
                        <a:pt x="40" y="26"/>
                      </a:lnTo>
                      <a:lnTo>
                        <a:pt x="40" y="26"/>
                      </a:lnTo>
                      <a:lnTo>
                        <a:pt x="40" y="30"/>
                      </a:lnTo>
                      <a:lnTo>
                        <a:pt x="40" y="30"/>
                      </a:lnTo>
                      <a:lnTo>
                        <a:pt x="40" y="30"/>
                      </a:lnTo>
                      <a:lnTo>
                        <a:pt x="40" y="30"/>
                      </a:lnTo>
                      <a:lnTo>
                        <a:pt x="44" y="30"/>
                      </a:lnTo>
                      <a:lnTo>
                        <a:pt x="44" y="30"/>
                      </a:lnTo>
                      <a:lnTo>
                        <a:pt x="44" y="34"/>
                      </a:lnTo>
                      <a:lnTo>
                        <a:pt x="40" y="34"/>
                      </a:lnTo>
                      <a:lnTo>
                        <a:pt x="40" y="38"/>
                      </a:lnTo>
                      <a:lnTo>
                        <a:pt x="40" y="38"/>
                      </a:lnTo>
                      <a:lnTo>
                        <a:pt x="40" y="38"/>
                      </a:lnTo>
                      <a:lnTo>
                        <a:pt x="40" y="38"/>
                      </a:lnTo>
                      <a:lnTo>
                        <a:pt x="40" y="38"/>
                      </a:lnTo>
                      <a:lnTo>
                        <a:pt x="40" y="38"/>
                      </a:lnTo>
                      <a:lnTo>
                        <a:pt x="40" y="40"/>
                      </a:lnTo>
                      <a:lnTo>
                        <a:pt x="40" y="40"/>
                      </a:lnTo>
                      <a:lnTo>
                        <a:pt x="40" y="40"/>
                      </a:lnTo>
                      <a:lnTo>
                        <a:pt x="40" y="40"/>
                      </a:lnTo>
                      <a:lnTo>
                        <a:pt x="40" y="44"/>
                      </a:lnTo>
                      <a:lnTo>
                        <a:pt x="40" y="44"/>
                      </a:lnTo>
                      <a:lnTo>
                        <a:pt x="36" y="44"/>
                      </a:lnTo>
                      <a:lnTo>
                        <a:pt x="36" y="44"/>
                      </a:lnTo>
                      <a:lnTo>
                        <a:pt x="36" y="44"/>
                      </a:lnTo>
                      <a:lnTo>
                        <a:pt x="36" y="48"/>
                      </a:lnTo>
                      <a:lnTo>
                        <a:pt x="36" y="48"/>
                      </a:lnTo>
                      <a:lnTo>
                        <a:pt x="36" y="48"/>
                      </a:lnTo>
                      <a:lnTo>
                        <a:pt x="36" y="48"/>
                      </a:lnTo>
                      <a:lnTo>
                        <a:pt x="36" y="48"/>
                      </a:lnTo>
                      <a:lnTo>
                        <a:pt x="36" y="48"/>
                      </a:lnTo>
                      <a:lnTo>
                        <a:pt x="34" y="52"/>
                      </a:lnTo>
                      <a:lnTo>
                        <a:pt x="34" y="52"/>
                      </a:lnTo>
                      <a:lnTo>
                        <a:pt x="34" y="52"/>
                      </a:lnTo>
                      <a:lnTo>
                        <a:pt x="34" y="52"/>
                      </a:lnTo>
                      <a:lnTo>
                        <a:pt x="34" y="56"/>
                      </a:lnTo>
                      <a:lnTo>
                        <a:pt x="34" y="56"/>
                      </a:lnTo>
                      <a:lnTo>
                        <a:pt x="34" y="60"/>
                      </a:lnTo>
                      <a:lnTo>
                        <a:pt x="30" y="60"/>
                      </a:lnTo>
                      <a:lnTo>
                        <a:pt x="30" y="60"/>
                      </a:lnTo>
                      <a:lnTo>
                        <a:pt x="30" y="60"/>
                      </a:lnTo>
                      <a:lnTo>
                        <a:pt x="30" y="60"/>
                      </a:lnTo>
                      <a:lnTo>
                        <a:pt x="30" y="60"/>
                      </a:lnTo>
                      <a:lnTo>
                        <a:pt x="30" y="60"/>
                      </a:lnTo>
                      <a:lnTo>
                        <a:pt x="26" y="64"/>
                      </a:lnTo>
                      <a:lnTo>
                        <a:pt x="26" y="64"/>
                      </a:lnTo>
                      <a:lnTo>
                        <a:pt x="26" y="64"/>
                      </a:lnTo>
                      <a:lnTo>
                        <a:pt x="26" y="66"/>
                      </a:lnTo>
                      <a:lnTo>
                        <a:pt x="26" y="66"/>
                      </a:lnTo>
                      <a:lnTo>
                        <a:pt x="26" y="66"/>
                      </a:lnTo>
                      <a:lnTo>
                        <a:pt x="26" y="66"/>
                      </a:lnTo>
                      <a:lnTo>
                        <a:pt x="26" y="70"/>
                      </a:lnTo>
                      <a:lnTo>
                        <a:pt x="26" y="70"/>
                      </a:lnTo>
                      <a:lnTo>
                        <a:pt x="26" y="70"/>
                      </a:lnTo>
                      <a:lnTo>
                        <a:pt x="26" y="70"/>
                      </a:lnTo>
                      <a:lnTo>
                        <a:pt x="26" y="74"/>
                      </a:lnTo>
                      <a:lnTo>
                        <a:pt x="26" y="74"/>
                      </a:lnTo>
                      <a:lnTo>
                        <a:pt x="26" y="74"/>
                      </a:lnTo>
                      <a:lnTo>
                        <a:pt x="26" y="74"/>
                      </a:lnTo>
                      <a:lnTo>
                        <a:pt x="26" y="78"/>
                      </a:lnTo>
                      <a:lnTo>
                        <a:pt x="26" y="78"/>
                      </a:lnTo>
                      <a:lnTo>
                        <a:pt x="26" y="78"/>
                      </a:lnTo>
                      <a:lnTo>
                        <a:pt x="26" y="78"/>
                      </a:lnTo>
                      <a:lnTo>
                        <a:pt x="26" y="82"/>
                      </a:lnTo>
                      <a:lnTo>
                        <a:pt x="26" y="82"/>
                      </a:lnTo>
                      <a:lnTo>
                        <a:pt x="26" y="82"/>
                      </a:lnTo>
                      <a:lnTo>
                        <a:pt x="26" y="82"/>
                      </a:lnTo>
                      <a:lnTo>
                        <a:pt x="26" y="82"/>
                      </a:lnTo>
                      <a:lnTo>
                        <a:pt x="26" y="82"/>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141" name="Freeform 130">
                  <a:extLst>
                    <a:ext uri="{FF2B5EF4-FFF2-40B4-BE49-F238E27FC236}">
                      <a16:creationId xmlns:a16="http://schemas.microsoft.com/office/drawing/2014/main" id="{19D5F988-BCF9-DC61-9B83-49FBC9A79919}"/>
                    </a:ext>
                  </a:extLst>
                </p:cNvPr>
                <p:cNvSpPr>
                  <a:spLocks/>
                </p:cNvSpPr>
                <p:nvPr/>
              </p:nvSpPr>
              <p:spPr bwMode="gray">
                <a:xfrm>
                  <a:off x="5290427" y="5055381"/>
                  <a:ext cx="226105" cy="278281"/>
                </a:xfrm>
                <a:custGeom>
                  <a:avLst/>
                  <a:gdLst>
                    <a:gd name="T0" fmla="*/ 82 w 130"/>
                    <a:gd name="T1" fmla="*/ 124 h 160"/>
                    <a:gd name="T2" fmla="*/ 80 w 130"/>
                    <a:gd name="T3" fmla="*/ 134 h 160"/>
                    <a:gd name="T4" fmla="*/ 76 w 130"/>
                    <a:gd name="T5" fmla="*/ 142 h 160"/>
                    <a:gd name="T6" fmla="*/ 68 w 130"/>
                    <a:gd name="T7" fmla="*/ 142 h 160"/>
                    <a:gd name="T8" fmla="*/ 64 w 130"/>
                    <a:gd name="T9" fmla="*/ 138 h 160"/>
                    <a:gd name="T10" fmla="*/ 60 w 130"/>
                    <a:gd name="T11" fmla="*/ 138 h 160"/>
                    <a:gd name="T12" fmla="*/ 54 w 130"/>
                    <a:gd name="T13" fmla="*/ 134 h 160"/>
                    <a:gd name="T14" fmla="*/ 46 w 130"/>
                    <a:gd name="T15" fmla="*/ 130 h 160"/>
                    <a:gd name="T16" fmla="*/ 42 w 130"/>
                    <a:gd name="T17" fmla="*/ 138 h 160"/>
                    <a:gd name="T18" fmla="*/ 38 w 130"/>
                    <a:gd name="T19" fmla="*/ 146 h 160"/>
                    <a:gd name="T20" fmla="*/ 30 w 130"/>
                    <a:gd name="T21" fmla="*/ 152 h 160"/>
                    <a:gd name="T22" fmla="*/ 26 w 130"/>
                    <a:gd name="T23" fmla="*/ 156 h 160"/>
                    <a:gd name="T24" fmla="*/ 26 w 130"/>
                    <a:gd name="T25" fmla="*/ 160 h 160"/>
                    <a:gd name="T26" fmla="*/ 20 w 130"/>
                    <a:gd name="T27" fmla="*/ 160 h 160"/>
                    <a:gd name="T28" fmla="*/ 16 w 130"/>
                    <a:gd name="T29" fmla="*/ 160 h 160"/>
                    <a:gd name="T30" fmla="*/ 12 w 130"/>
                    <a:gd name="T31" fmla="*/ 160 h 160"/>
                    <a:gd name="T32" fmla="*/ 8 w 130"/>
                    <a:gd name="T33" fmla="*/ 152 h 160"/>
                    <a:gd name="T34" fmla="*/ 12 w 130"/>
                    <a:gd name="T35" fmla="*/ 150 h 160"/>
                    <a:gd name="T36" fmla="*/ 8 w 130"/>
                    <a:gd name="T37" fmla="*/ 138 h 160"/>
                    <a:gd name="T38" fmla="*/ 4 w 130"/>
                    <a:gd name="T39" fmla="*/ 128 h 160"/>
                    <a:gd name="T40" fmla="*/ 0 w 130"/>
                    <a:gd name="T41" fmla="*/ 124 h 160"/>
                    <a:gd name="T42" fmla="*/ 0 w 130"/>
                    <a:gd name="T43" fmla="*/ 104 h 160"/>
                    <a:gd name="T44" fmla="*/ 0 w 130"/>
                    <a:gd name="T45" fmla="*/ 90 h 160"/>
                    <a:gd name="T46" fmla="*/ 0 w 130"/>
                    <a:gd name="T47" fmla="*/ 74 h 160"/>
                    <a:gd name="T48" fmla="*/ 16 w 130"/>
                    <a:gd name="T49" fmla="*/ 68 h 160"/>
                    <a:gd name="T50" fmla="*/ 16 w 130"/>
                    <a:gd name="T51" fmla="*/ 22 h 160"/>
                    <a:gd name="T52" fmla="*/ 26 w 130"/>
                    <a:gd name="T53" fmla="*/ 8 h 160"/>
                    <a:gd name="T54" fmla="*/ 46 w 130"/>
                    <a:gd name="T55" fmla="*/ 4 h 160"/>
                    <a:gd name="T56" fmla="*/ 50 w 130"/>
                    <a:gd name="T57" fmla="*/ 8 h 160"/>
                    <a:gd name="T58" fmla="*/ 54 w 130"/>
                    <a:gd name="T59" fmla="*/ 12 h 160"/>
                    <a:gd name="T60" fmla="*/ 56 w 130"/>
                    <a:gd name="T61" fmla="*/ 8 h 160"/>
                    <a:gd name="T62" fmla="*/ 64 w 130"/>
                    <a:gd name="T63" fmla="*/ 4 h 160"/>
                    <a:gd name="T64" fmla="*/ 68 w 130"/>
                    <a:gd name="T65" fmla="*/ 0 h 160"/>
                    <a:gd name="T66" fmla="*/ 76 w 130"/>
                    <a:gd name="T67" fmla="*/ 0 h 160"/>
                    <a:gd name="T68" fmla="*/ 76 w 130"/>
                    <a:gd name="T69" fmla="*/ 4 h 160"/>
                    <a:gd name="T70" fmla="*/ 80 w 130"/>
                    <a:gd name="T71" fmla="*/ 8 h 160"/>
                    <a:gd name="T72" fmla="*/ 82 w 130"/>
                    <a:gd name="T73" fmla="*/ 18 h 160"/>
                    <a:gd name="T74" fmla="*/ 86 w 130"/>
                    <a:gd name="T75" fmla="*/ 22 h 160"/>
                    <a:gd name="T76" fmla="*/ 90 w 130"/>
                    <a:gd name="T77" fmla="*/ 30 h 160"/>
                    <a:gd name="T78" fmla="*/ 94 w 130"/>
                    <a:gd name="T79" fmla="*/ 34 h 160"/>
                    <a:gd name="T80" fmla="*/ 102 w 130"/>
                    <a:gd name="T81" fmla="*/ 38 h 160"/>
                    <a:gd name="T82" fmla="*/ 106 w 130"/>
                    <a:gd name="T83" fmla="*/ 46 h 160"/>
                    <a:gd name="T84" fmla="*/ 110 w 130"/>
                    <a:gd name="T85" fmla="*/ 46 h 160"/>
                    <a:gd name="T86" fmla="*/ 110 w 130"/>
                    <a:gd name="T87" fmla="*/ 52 h 160"/>
                    <a:gd name="T88" fmla="*/ 112 w 130"/>
                    <a:gd name="T89" fmla="*/ 64 h 160"/>
                    <a:gd name="T90" fmla="*/ 116 w 130"/>
                    <a:gd name="T91" fmla="*/ 68 h 160"/>
                    <a:gd name="T92" fmla="*/ 120 w 130"/>
                    <a:gd name="T93" fmla="*/ 68 h 160"/>
                    <a:gd name="T94" fmla="*/ 126 w 130"/>
                    <a:gd name="T95" fmla="*/ 68 h 160"/>
                    <a:gd name="T96" fmla="*/ 126 w 130"/>
                    <a:gd name="T97" fmla="*/ 74 h 160"/>
                    <a:gd name="T98" fmla="*/ 130 w 130"/>
                    <a:gd name="T99" fmla="*/ 74 h 160"/>
                    <a:gd name="T100" fmla="*/ 126 w 130"/>
                    <a:gd name="T101" fmla="*/ 78 h 160"/>
                    <a:gd name="T102" fmla="*/ 126 w 130"/>
                    <a:gd name="T103" fmla="*/ 82 h 160"/>
                    <a:gd name="T104" fmla="*/ 116 w 130"/>
                    <a:gd name="T105" fmla="*/ 86 h 160"/>
                    <a:gd name="T106" fmla="*/ 112 w 130"/>
                    <a:gd name="T107" fmla="*/ 90 h 160"/>
                    <a:gd name="T108" fmla="*/ 110 w 130"/>
                    <a:gd name="T109" fmla="*/ 98 h 160"/>
                    <a:gd name="T110" fmla="*/ 102 w 130"/>
                    <a:gd name="T111" fmla="*/ 100 h 160"/>
                    <a:gd name="T112" fmla="*/ 98 w 130"/>
                    <a:gd name="T113" fmla="*/ 108 h 160"/>
                    <a:gd name="T114" fmla="*/ 94 w 130"/>
                    <a:gd name="T115" fmla="*/ 116 h 160"/>
                    <a:gd name="T116" fmla="*/ 90 w 130"/>
                    <a:gd name="T117" fmla="*/ 12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30" h="160">
                      <a:moveTo>
                        <a:pt x="90" y="120"/>
                      </a:moveTo>
                      <a:lnTo>
                        <a:pt x="90" y="120"/>
                      </a:lnTo>
                      <a:lnTo>
                        <a:pt x="90" y="120"/>
                      </a:lnTo>
                      <a:lnTo>
                        <a:pt x="90" y="120"/>
                      </a:lnTo>
                      <a:lnTo>
                        <a:pt x="86" y="120"/>
                      </a:lnTo>
                      <a:lnTo>
                        <a:pt x="86" y="120"/>
                      </a:lnTo>
                      <a:lnTo>
                        <a:pt x="82" y="124"/>
                      </a:lnTo>
                      <a:lnTo>
                        <a:pt x="82" y="124"/>
                      </a:lnTo>
                      <a:lnTo>
                        <a:pt x="82" y="124"/>
                      </a:lnTo>
                      <a:lnTo>
                        <a:pt x="82" y="124"/>
                      </a:lnTo>
                      <a:lnTo>
                        <a:pt x="82" y="128"/>
                      </a:lnTo>
                      <a:lnTo>
                        <a:pt x="82" y="130"/>
                      </a:lnTo>
                      <a:lnTo>
                        <a:pt x="80" y="134"/>
                      </a:lnTo>
                      <a:lnTo>
                        <a:pt x="80" y="134"/>
                      </a:lnTo>
                      <a:lnTo>
                        <a:pt x="80" y="138"/>
                      </a:lnTo>
                      <a:lnTo>
                        <a:pt x="80" y="138"/>
                      </a:lnTo>
                      <a:lnTo>
                        <a:pt x="80" y="138"/>
                      </a:lnTo>
                      <a:lnTo>
                        <a:pt x="80" y="138"/>
                      </a:lnTo>
                      <a:lnTo>
                        <a:pt x="76" y="138"/>
                      </a:lnTo>
                      <a:lnTo>
                        <a:pt x="76" y="142"/>
                      </a:lnTo>
                      <a:lnTo>
                        <a:pt x="76" y="142"/>
                      </a:lnTo>
                      <a:lnTo>
                        <a:pt x="72" y="142"/>
                      </a:lnTo>
                      <a:lnTo>
                        <a:pt x="72" y="138"/>
                      </a:lnTo>
                      <a:lnTo>
                        <a:pt x="72" y="138"/>
                      </a:lnTo>
                      <a:lnTo>
                        <a:pt x="72" y="138"/>
                      </a:lnTo>
                      <a:lnTo>
                        <a:pt x="72" y="138"/>
                      </a:lnTo>
                      <a:lnTo>
                        <a:pt x="72" y="142"/>
                      </a:lnTo>
                      <a:lnTo>
                        <a:pt x="68" y="142"/>
                      </a:lnTo>
                      <a:lnTo>
                        <a:pt x="68" y="142"/>
                      </a:lnTo>
                      <a:lnTo>
                        <a:pt x="68" y="142"/>
                      </a:lnTo>
                      <a:lnTo>
                        <a:pt x="68" y="142"/>
                      </a:lnTo>
                      <a:lnTo>
                        <a:pt x="64" y="142"/>
                      </a:lnTo>
                      <a:lnTo>
                        <a:pt x="64" y="142"/>
                      </a:lnTo>
                      <a:lnTo>
                        <a:pt x="64" y="142"/>
                      </a:lnTo>
                      <a:lnTo>
                        <a:pt x="64" y="138"/>
                      </a:lnTo>
                      <a:lnTo>
                        <a:pt x="64" y="138"/>
                      </a:lnTo>
                      <a:lnTo>
                        <a:pt x="64" y="142"/>
                      </a:lnTo>
                      <a:lnTo>
                        <a:pt x="60" y="142"/>
                      </a:lnTo>
                      <a:lnTo>
                        <a:pt x="60" y="138"/>
                      </a:lnTo>
                      <a:lnTo>
                        <a:pt x="60" y="138"/>
                      </a:lnTo>
                      <a:lnTo>
                        <a:pt x="60" y="138"/>
                      </a:lnTo>
                      <a:lnTo>
                        <a:pt x="60" y="138"/>
                      </a:lnTo>
                      <a:lnTo>
                        <a:pt x="60" y="138"/>
                      </a:lnTo>
                      <a:lnTo>
                        <a:pt x="56" y="138"/>
                      </a:lnTo>
                      <a:lnTo>
                        <a:pt x="56" y="138"/>
                      </a:lnTo>
                      <a:lnTo>
                        <a:pt x="56" y="138"/>
                      </a:lnTo>
                      <a:lnTo>
                        <a:pt x="56" y="138"/>
                      </a:lnTo>
                      <a:lnTo>
                        <a:pt x="56" y="138"/>
                      </a:lnTo>
                      <a:lnTo>
                        <a:pt x="54" y="134"/>
                      </a:lnTo>
                      <a:lnTo>
                        <a:pt x="54" y="134"/>
                      </a:lnTo>
                      <a:lnTo>
                        <a:pt x="54" y="134"/>
                      </a:lnTo>
                      <a:lnTo>
                        <a:pt x="54" y="134"/>
                      </a:lnTo>
                      <a:lnTo>
                        <a:pt x="54" y="134"/>
                      </a:lnTo>
                      <a:lnTo>
                        <a:pt x="50" y="130"/>
                      </a:lnTo>
                      <a:lnTo>
                        <a:pt x="50" y="130"/>
                      </a:lnTo>
                      <a:lnTo>
                        <a:pt x="46" y="130"/>
                      </a:lnTo>
                      <a:lnTo>
                        <a:pt x="46" y="130"/>
                      </a:lnTo>
                      <a:lnTo>
                        <a:pt x="42" y="130"/>
                      </a:lnTo>
                      <a:lnTo>
                        <a:pt x="42" y="130"/>
                      </a:lnTo>
                      <a:lnTo>
                        <a:pt x="42" y="134"/>
                      </a:lnTo>
                      <a:lnTo>
                        <a:pt x="42" y="134"/>
                      </a:lnTo>
                      <a:lnTo>
                        <a:pt x="42" y="138"/>
                      </a:lnTo>
                      <a:lnTo>
                        <a:pt x="42" y="138"/>
                      </a:lnTo>
                      <a:lnTo>
                        <a:pt x="42" y="138"/>
                      </a:lnTo>
                      <a:lnTo>
                        <a:pt x="38" y="138"/>
                      </a:lnTo>
                      <a:lnTo>
                        <a:pt x="38" y="138"/>
                      </a:lnTo>
                      <a:lnTo>
                        <a:pt x="38" y="142"/>
                      </a:lnTo>
                      <a:lnTo>
                        <a:pt x="38" y="142"/>
                      </a:lnTo>
                      <a:lnTo>
                        <a:pt x="38" y="146"/>
                      </a:lnTo>
                      <a:lnTo>
                        <a:pt x="38" y="146"/>
                      </a:lnTo>
                      <a:lnTo>
                        <a:pt x="38" y="146"/>
                      </a:lnTo>
                      <a:lnTo>
                        <a:pt x="38" y="146"/>
                      </a:lnTo>
                      <a:lnTo>
                        <a:pt x="38" y="146"/>
                      </a:lnTo>
                      <a:lnTo>
                        <a:pt x="34" y="150"/>
                      </a:lnTo>
                      <a:lnTo>
                        <a:pt x="34" y="150"/>
                      </a:lnTo>
                      <a:lnTo>
                        <a:pt x="30" y="150"/>
                      </a:lnTo>
                      <a:lnTo>
                        <a:pt x="30" y="152"/>
                      </a:lnTo>
                      <a:lnTo>
                        <a:pt x="30" y="152"/>
                      </a:lnTo>
                      <a:lnTo>
                        <a:pt x="30" y="152"/>
                      </a:lnTo>
                      <a:lnTo>
                        <a:pt x="30" y="152"/>
                      </a:lnTo>
                      <a:lnTo>
                        <a:pt x="30" y="156"/>
                      </a:lnTo>
                      <a:lnTo>
                        <a:pt x="30" y="156"/>
                      </a:lnTo>
                      <a:lnTo>
                        <a:pt x="26" y="156"/>
                      </a:lnTo>
                      <a:lnTo>
                        <a:pt x="26" y="156"/>
                      </a:lnTo>
                      <a:lnTo>
                        <a:pt x="26" y="156"/>
                      </a:lnTo>
                      <a:lnTo>
                        <a:pt x="26" y="156"/>
                      </a:lnTo>
                      <a:lnTo>
                        <a:pt x="26" y="156"/>
                      </a:lnTo>
                      <a:lnTo>
                        <a:pt x="26" y="156"/>
                      </a:lnTo>
                      <a:lnTo>
                        <a:pt x="26" y="156"/>
                      </a:lnTo>
                      <a:lnTo>
                        <a:pt x="26" y="160"/>
                      </a:lnTo>
                      <a:lnTo>
                        <a:pt x="26" y="160"/>
                      </a:lnTo>
                      <a:lnTo>
                        <a:pt x="24" y="160"/>
                      </a:lnTo>
                      <a:lnTo>
                        <a:pt x="24" y="160"/>
                      </a:lnTo>
                      <a:lnTo>
                        <a:pt x="24" y="160"/>
                      </a:lnTo>
                      <a:lnTo>
                        <a:pt x="24" y="160"/>
                      </a:lnTo>
                      <a:lnTo>
                        <a:pt x="24" y="160"/>
                      </a:lnTo>
                      <a:lnTo>
                        <a:pt x="20" y="160"/>
                      </a:lnTo>
                      <a:lnTo>
                        <a:pt x="20" y="160"/>
                      </a:lnTo>
                      <a:lnTo>
                        <a:pt x="20" y="160"/>
                      </a:lnTo>
                      <a:lnTo>
                        <a:pt x="20" y="160"/>
                      </a:lnTo>
                      <a:lnTo>
                        <a:pt x="20" y="160"/>
                      </a:lnTo>
                      <a:lnTo>
                        <a:pt x="20" y="160"/>
                      </a:lnTo>
                      <a:lnTo>
                        <a:pt x="16" y="160"/>
                      </a:lnTo>
                      <a:lnTo>
                        <a:pt x="16" y="160"/>
                      </a:lnTo>
                      <a:lnTo>
                        <a:pt x="16" y="160"/>
                      </a:lnTo>
                      <a:lnTo>
                        <a:pt x="16" y="160"/>
                      </a:lnTo>
                      <a:lnTo>
                        <a:pt x="16" y="160"/>
                      </a:lnTo>
                      <a:lnTo>
                        <a:pt x="16" y="160"/>
                      </a:lnTo>
                      <a:lnTo>
                        <a:pt x="16" y="160"/>
                      </a:lnTo>
                      <a:lnTo>
                        <a:pt x="12" y="160"/>
                      </a:lnTo>
                      <a:lnTo>
                        <a:pt x="12" y="160"/>
                      </a:lnTo>
                      <a:lnTo>
                        <a:pt x="12" y="160"/>
                      </a:lnTo>
                      <a:lnTo>
                        <a:pt x="12" y="160"/>
                      </a:lnTo>
                      <a:lnTo>
                        <a:pt x="12" y="160"/>
                      </a:lnTo>
                      <a:lnTo>
                        <a:pt x="12" y="160"/>
                      </a:lnTo>
                      <a:lnTo>
                        <a:pt x="12" y="160"/>
                      </a:lnTo>
                      <a:lnTo>
                        <a:pt x="8" y="160"/>
                      </a:lnTo>
                      <a:lnTo>
                        <a:pt x="8" y="156"/>
                      </a:lnTo>
                      <a:lnTo>
                        <a:pt x="8" y="152"/>
                      </a:lnTo>
                      <a:lnTo>
                        <a:pt x="8" y="152"/>
                      </a:lnTo>
                      <a:lnTo>
                        <a:pt x="8" y="152"/>
                      </a:lnTo>
                      <a:lnTo>
                        <a:pt x="8" y="152"/>
                      </a:lnTo>
                      <a:lnTo>
                        <a:pt x="8" y="152"/>
                      </a:lnTo>
                      <a:lnTo>
                        <a:pt x="12" y="152"/>
                      </a:lnTo>
                      <a:lnTo>
                        <a:pt x="12" y="150"/>
                      </a:lnTo>
                      <a:lnTo>
                        <a:pt x="12" y="150"/>
                      </a:lnTo>
                      <a:lnTo>
                        <a:pt x="12" y="150"/>
                      </a:lnTo>
                      <a:lnTo>
                        <a:pt x="12" y="146"/>
                      </a:lnTo>
                      <a:lnTo>
                        <a:pt x="12" y="142"/>
                      </a:lnTo>
                      <a:lnTo>
                        <a:pt x="12" y="142"/>
                      </a:lnTo>
                      <a:lnTo>
                        <a:pt x="12" y="142"/>
                      </a:lnTo>
                      <a:lnTo>
                        <a:pt x="8" y="138"/>
                      </a:lnTo>
                      <a:lnTo>
                        <a:pt x="8" y="138"/>
                      </a:lnTo>
                      <a:lnTo>
                        <a:pt x="12" y="138"/>
                      </a:lnTo>
                      <a:lnTo>
                        <a:pt x="8" y="134"/>
                      </a:lnTo>
                      <a:lnTo>
                        <a:pt x="8" y="134"/>
                      </a:lnTo>
                      <a:lnTo>
                        <a:pt x="8" y="134"/>
                      </a:lnTo>
                      <a:lnTo>
                        <a:pt x="8" y="130"/>
                      </a:lnTo>
                      <a:lnTo>
                        <a:pt x="8" y="130"/>
                      </a:lnTo>
                      <a:lnTo>
                        <a:pt x="4" y="128"/>
                      </a:lnTo>
                      <a:lnTo>
                        <a:pt x="4" y="128"/>
                      </a:lnTo>
                      <a:lnTo>
                        <a:pt x="4" y="124"/>
                      </a:lnTo>
                      <a:lnTo>
                        <a:pt x="4" y="124"/>
                      </a:lnTo>
                      <a:lnTo>
                        <a:pt x="0" y="124"/>
                      </a:lnTo>
                      <a:lnTo>
                        <a:pt x="0" y="124"/>
                      </a:lnTo>
                      <a:lnTo>
                        <a:pt x="0" y="124"/>
                      </a:lnTo>
                      <a:lnTo>
                        <a:pt x="0" y="124"/>
                      </a:lnTo>
                      <a:lnTo>
                        <a:pt x="0" y="124"/>
                      </a:lnTo>
                      <a:lnTo>
                        <a:pt x="0" y="124"/>
                      </a:lnTo>
                      <a:lnTo>
                        <a:pt x="0" y="120"/>
                      </a:lnTo>
                      <a:lnTo>
                        <a:pt x="0" y="116"/>
                      </a:lnTo>
                      <a:lnTo>
                        <a:pt x="0" y="112"/>
                      </a:lnTo>
                      <a:lnTo>
                        <a:pt x="0" y="108"/>
                      </a:lnTo>
                      <a:lnTo>
                        <a:pt x="0" y="104"/>
                      </a:lnTo>
                      <a:lnTo>
                        <a:pt x="0" y="104"/>
                      </a:lnTo>
                      <a:lnTo>
                        <a:pt x="0" y="100"/>
                      </a:lnTo>
                      <a:lnTo>
                        <a:pt x="0" y="98"/>
                      </a:lnTo>
                      <a:lnTo>
                        <a:pt x="0" y="98"/>
                      </a:lnTo>
                      <a:lnTo>
                        <a:pt x="0" y="94"/>
                      </a:lnTo>
                      <a:lnTo>
                        <a:pt x="0" y="90"/>
                      </a:lnTo>
                      <a:lnTo>
                        <a:pt x="0" y="90"/>
                      </a:lnTo>
                      <a:lnTo>
                        <a:pt x="0" y="90"/>
                      </a:lnTo>
                      <a:lnTo>
                        <a:pt x="0" y="86"/>
                      </a:lnTo>
                      <a:lnTo>
                        <a:pt x="0" y="82"/>
                      </a:lnTo>
                      <a:lnTo>
                        <a:pt x="0" y="78"/>
                      </a:lnTo>
                      <a:lnTo>
                        <a:pt x="0" y="74"/>
                      </a:lnTo>
                      <a:lnTo>
                        <a:pt x="0" y="74"/>
                      </a:lnTo>
                      <a:lnTo>
                        <a:pt x="0" y="74"/>
                      </a:lnTo>
                      <a:lnTo>
                        <a:pt x="4" y="74"/>
                      </a:lnTo>
                      <a:lnTo>
                        <a:pt x="8" y="74"/>
                      </a:lnTo>
                      <a:lnTo>
                        <a:pt x="12" y="74"/>
                      </a:lnTo>
                      <a:lnTo>
                        <a:pt x="16" y="74"/>
                      </a:lnTo>
                      <a:lnTo>
                        <a:pt x="16" y="72"/>
                      </a:lnTo>
                      <a:lnTo>
                        <a:pt x="16" y="72"/>
                      </a:lnTo>
                      <a:lnTo>
                        <a:pt x="16" y="68"/>
                      </a:lnTo>
                      <a:lnTo>
                        <a:pt x="16" y="60"/>
                      </a:lnTo>
                      <a:lnTo>
                        <a:pt x="16" y="56"/>
                      </a:lnTo>
                      <a:lnTo>
                        <a:pt x="16" y="56"/>
                      </a:lnTo>
                      <a:lnTo>
                        <a:pt x="16" y="52"/>
                      </a:lnTo>
                      <a:lnTo>
                        <a:pt x="16" y="42"/>
                      </a:lnTo>
                      <a:lnTo>
                        <a:pt x="16" y="38"/>
                      </a:lnTo>
                      <a:lnTo>
                        <a:pt x="16" y="22"/>
                      </a:lnTo>
                      <a:lnTo>
                        <a:pt x="16" y="16"/>
                      </a:lnTo>
                      <a:lnTo>
                        <a:pt x="16" y="12"/>
                      </a:lnTo>
                      <a:lnTo>
                        <a:pt x="16" y="8"/>
                      </a:lnTo>
                      <a:lnTo>
                        <a:pt x="16" y="8"/>
                      </a:lnTo>
                      <a:lnTo>
                        <a:pt x="20" y="8"/>
                      </a:lnTo>
                      <a:lnTo>
                        <a:pt x="20" y="8"/>
                      </a:lnTo>
                      <a:lnTo>
                        <a:pt x="26" y="8"/>
                      </a:lnTo>
                      <a:lnTo>
                        <a:pt x="30" y="4"/>
                      </a:lnTo>
                      <a:lnTo>
                        <a:pt x="34" y="4"/>
                      </a:lnTo>
                      <a:lnTo>
                        <a:pt x="38" y="4"/>
                      </a:lnTo>
                      <a:lnTo>
                        <a:pt x="46" y="4"/>
                      </a:lnTo>
                      <a:lnTo>
                        <a:pt x="46" y="4"/>
                      </a:lnTo>
                      <a:lnTo>
                        <a:pt x="46" y="4"/>
                      </a:lnTo>
                      <a:lnTo>
                        <a:pt x="46" y="4"/>
                      </a:lnTo>
                      <a:lnTo>
                        <a:pt x="50" y="4"/>
                      </a:lnTo>
                      <a:lnTo>
                        <a:pt x="50" y="4"/>
                      </a:lnTo>
                      <a:lnTo>
                        <a:pt x="50" y="4"/>
                      </a:lnTo>
                      <a:lnTo>
                        <a:pt x="50" y="4"/>
                      </a:lnTo>
                      <a:lnTo>
                        <a:pt x="50" y="8"/>
                      </a:lnTo>
                      <a:lnTo>
                        <a:pt x="50" y="8"/>
                      </a:lnTo>
                      <a:lnTo>
                        <a:pt x="50" y="8"/>
                      </a:lnTo>
                      <a:lnTo>
                        <a:pt x="50" y="8"/>
                      </a:lnTo>
                      <a:lnTo>
                        <a:pt x="50" y="8"/>
                      </a:lnTo>
                      <a:lnTo>
                        <a:pt x="50" y="8"/>
                      </a:lnTo>
                      <a:lnTo>
                        <a:pt x="50" y="12"/>
                      </a:lnTo>
                      <a:lnTo>
                        <a:pt x="50" y="12"/>
                      </a:lnTo>
                      <a:lnTo>
                        <a:pt x="54" y="12"/>
                      </a:lnTo>
                      <a:lnTo>
                        <a:pt x="54" y="12"/>
                      </a:lnTo>
                      <a:lnTo>
                        <a:pt x="54" y="12"/>
                      </a:lnTo>
                      <a:lnTo>
                        <a:pt x="54" y="8"/>
                      </a:lnTo>
                      <a:lnTo>
                        <a:pt x="54" y="8"/>
                      </a:lnTo>
                      <a:lnTo>
                        <a:pt x="54" y="8"/>
                      </a:lnTo>
                      <a:lnTo>
                        <a:pt x="56" y="8"/>
                      </a:lnTo>
                      <a:lnTo>
                        <a:pt x="56" y="8"/>
                      </a:lnTo>
                      <a:lnTo>
                        <a:pt x="56" y="8"/>
                      </a:lnTo>
                      <a:lnTo>
                        <a:pt x="56" y="8"/>
                      </a:lnTo>
                      <a:lnTo>
                        <a:pt x="56" y="4"/>
                      </a:lnTo>
                      <a:lnTo>
                        <a:pt x="60" y="4"/>
                      </a:lnTo>
                      <a:lnTo>
                        <a:pt x="60" y="0"/>
                      </a:lnTo>
                      <a:lnTo>
                        <a:pt x="64" y="0"/>
                      </a:lnTo>
                      <a:lnTo>
                        <a:pt x="64" y="0"/>
                      </a:lnTo>
                      <a:lnTo>
                        <a:pt x="64" y="4"/>
                      </a:lnTo>
                      <a:lnTo>
                        <a:pt x="64" y="4"/>
                      </a:lnTo>
                      <a:lnTo>
                        <a:pt x="64" y="4"/>
                      </a:lnTo>
                      <a:lnTo>
                        <a:pt x="64" y="4"/>
                      </a:lnTo>
                      <a:lnTo>
                        <a:pt x="64" y="4"/>
                      </a:lnTo>
                      <a:lnTo>
                        <a:pt x="64" y="4"/>
                      </a:lnTo>
                      <a:lnTo>
                        <a:pt x="68" y="0"/>
                      </a:lnTo>
                      <a:lnTo>
                        <a:pt x="68" y="0"/>
                      </a:lnTo>
                      <a:lnTo>
                        <a:pt x="72" y="0"/>
                      </a:lnTo>
                      <a:lnTo>
                        <a:pt x="72" y="0"/>
                      </a:lnTo>
                      <a:lnTo>
                        <a:pt x="72" y="0"/>
                      </a:lnTo>
                      <a:lnTo>
                        <a:pt x="72" y="0"/>
                      </a:lnTo>
                      <a:lnTo>
                        <a:pt x="72" y="0"/>
                      </a:lnTo>
                      <a:lnTo>
                        <a:pt x="72" y="0"/>
                      </a:lnTo>
                      <a:lnTo>
                        <a:pt x="76" y="0"/>
                      </a:lnTo>
                      <a:lnTo>
                        <a:pt x="76" y="0"/>
                      </a:lnTo>
                      <a:lnTo>
                        <a:pt x="76" y="0"/>
                      </a:lnTo>
                      <a:lnTo>
                        <a:pt x="76" y="0"/>
                      </a:lnTo>
                      <a:lnTo>
                        <a:pt x="76" y="0"/>
                      </a:lnTo>
                      <a:lnTo>
                        <a:pt x="76" y="0"/>
                      </a:lnTo>
                      <a:lnTo>
                        <a:pt x="76" y="4"/>
                      </a:lnTo>
                      <a:lnTo>
                        <a:pt x="76" y="4"/>
                      </a:lnTo>
                      <a:lnTo>
                        <a:pt x="76" y="4"/>
                      </a:lnTo>
                      <a:lnTo>
                        <a:pt x="76" y="4"/>
                      </a:lnTo>
                      <a:lnTo>
                        <a:pt x="80" y="8"/>
                      </a:lnTo>
                      <a:lnTo>
                        <a:pt x="80" y="8"/>
                      </a:lnTo>
                      <a:lnTo>
                        <a:pt x="80" y="8"/>
                      </a:lnTo>
                      <a:lnTo>
                        <a:pt x="80" y="8"/>
                      </a:lnTo>
                      <a:lnTo>
                        <a:pt x="80" y="8"/>
                      </a:lnTo>
                      <a:lnTo>
                        <a:pt x="80" y="12"/>
                      </a:lnTo>
                      <a:lnTo>
                        <a:pt x="80" y="12"/>
                      </a:lnTo>
                      <a:lnTo>
                        <a:pt x="80" y="12"/>
                      </a:lnTo>
                      <a:lnTo>
                        <a:pt x="82" y="12"/>
                      </a:lnTo>
                      <a:lnTo>
                        <a:pt x="82" y="16"/>
                      </a:lnTo>
                      <a:lnTo>
                        <a:pt x="82" y="18"/>
                      </a:lnTo>
                      <a:lnTo>
                        <a:pt x="82" y="18"/>
                      </a:lnTo>
                      <a:lnTo>
                        <a:pt x="86" y="18"/>
                      </a:lnTo>
                      <a:lnTo>
                        <a:pt x="86" y="18"/>
                      </a:lnTo>
                      <a:lnTo>
                        <a:pt x="86" y="18"/>
                      </a:lnTo>
                      <a:lnTo>
                        <a:pt x="86" y="18"/>
                      </a:lnTo>
                      <a:lnTo>
                        <a:pt x="86" y="22"/>
                      </a:lnTo>
                      <a:lnTo>
                        <a:pt x="86" y="22"/>
                      </a:lnTo>
                      <a:lnTo>
                        <a:pt x="86" y="22"/>
                      </a:lnTo>
                      <a:lnTo>
                        <a:pt x="86" y="22"/>
                      </a:lnTo>
                      <a:lnTo>
                        <a:pt x="86" y="26"/>
                      </a:lnTo>
                      <a:lnTo>
                        <a:pt x="86" y="26"/>
                      </a:lnTo>
                      <a:lnTo>
                        <a:pt x="86" y="30"/>
                      </a:lnTo>
                      <a:lnTo>
                        <a:pt x="86" y="30"/>
                      </a:lnTo>
                      <a:lnTo>
                        <a:pt x="86" y="30"/>
                      </a:lnTo>
                      <a:lnTo>
                        <a:pt x="90" y="30"/>
                      </a:lnTo>
                      <a:lnTo>
                        <a:pt x="90" y="30"/>
                      </a:lnTo>
                      <a:lnTo>
                        <a:pt x="90" y="30"/>
                      </a:lnTo>
                      <a:lnTo>
                        <a:pt x="90" y="34"/>
                      </a:lnTo>
                      <a:lnTo>
                        <a:pt x="94" y="34"/>
                      </a:lnTo>
                      <a:lnTo>
                        <a:pt x="94" y="34"/>
                      </a:lnTo>
                      <a:lnTo>
                        <a:pt x="94" y="34"/>
                      </a:lnTo>
                      <a:lnTo>
                        <a:pt x="94" y="34"/>
                      </a:lnTo>
                      <a:lnTo>
                        <a:pt x="94" y="34"/>
                      </a:lnTo>
                      <a:lnTo>
                        <a:pt x="94" y="34"/>
                      </a:lnTo>
                      <a:lnTo>
                        <a:pt x="94" y="34"/>
                      </a:lnTo>
                      <a:lnTo>
                        <a:pt x="94" y="38"/>
                      </a:lnTo>
                      <a:lnTo>
                        <a:pt x="98" y="38"/>
                      </a:lnTo>
                      <a:lnTo>
                        <a:pt x="102" y="38"/>
                      </a:lnTo>
                      <a:lnTo>
                        <a:pt x="102" y="38"/>
                      </a:lnTo>
                      <a:lnTo>
                        <a:pt x="102" y="42"/>
                      </a:lnTo>
                      <a:lnTo>
                        <a:pt x="106" y="42"/>
                      </a:lnTo>
                      <a:lnTo>
                        <a:pt x="106" y="42"/>
                      </a:lnTo>
                      <a:lnTo>
                        <a:pt x="106" y="46"/>
                      </a:lnTo>
                      <a:lnTo>
                        <a:pt x="106" y="46"/>
                      </a:lnTo>
                      <a:lnTo>
                        <a:pt x="106" y="46"/>
                      </a:lnTo>
                      <a:lnTo>
                        <a:pt x="106" y="46"/>
                      </a:lnTo>
                      <a:lnTo>
                        <a:pt x="106" y="46"/>
                      </a:lnTo>
                      <a:lnTo>
                        <a:pt x="106" y="46"/>
                      </a:lnTo>
                      <a:lnTo>
                        <a:pt x="106" y="46"/>
                      </a:lnTo>
                      <a:lnTo>
                        <a:pt x="106" y="46"/>
                      </a:lnTo>
                      <a:lnTo>
                        <a:pt x="106" y="46"/>
                      </a:lnTo>
                      <a:lnTo>
                        <a:pt x="110" y="46"/>
                      </a:lnTo>
                      <a:lnTo>
                        <a:pt x="110" y="46"/>
                      </a:lnTo>
                      <a:lnTo>
                        <a:pt x="110" y="46"/>
                      </a:lnTo>
                      <a:lnTo>
                        <a:pt x="110" y="48"/>
                      </a:lnTo>
                      <a:lnTo>
                        <a:pt x="110" y="52"/>
                      </a:lnTo>
                      <a:lnTo>
                        <a:pt x="110" y="52"/>
                      </a:lnTo>
                      <a:lnTo>
                        <a:pt x="110" y="52"/>
                      </a:lnTo>
                      <a:lnTo>
                        <a:pt x="110" y="52"/>
                      </a:lnTo>
                      <a:lnTo>
                        <a:pt x="110" y="52"/>
                      </a:lnTo>
                      <a:lnTo>
                        <a:pt x="110" y="56"/>
                      </a:lnTo>
                      <a:lnTo>
                        <a:pt x="110" y="56"/>
                      </a:lnTo>
                      <a:lnTo>
                        <a:pt x="110" y="60"/>
                      </a:lnTo>
                      <a:lnTo>
                        <a:pt x="110" y="60"/>
                      </a:lnTo>
                      <a:lnTo>
                        <a:pt x="112" y="60"/>
                      </a:lnTo>
                      <a:lnTo>
                        <a:pt x="112" y="60"/>
                      </a:lnTo>
                      <a:lnTo>
                        <a:pt x="112" y="64"/>
                      </a:lnTo>
                      <a:lnTo>
                        <a:pt x="112" y="64"/>
                      </a:lnTo>
                      <a:lnTo>
                        <a:pt x="112" y="64"/>
                      </a:lnTo>
                      <a:lnTo>
                        <a:pt x="112" y="64"/>
                      </a:lnTo>
                      <a:lnTo>
                        <a:pt x="112" y="64"/>
                      </a:lnTo>
                      <a:lnTo>
                        <a:pt x="112" y="68"/>
                      </a:lnTo>
                      <a:lnTo>
                        <a:pt x="116" y="68"/>
                      </a:lnTo>
                      <a:lnTo>
                        <a:pt x="116" y="68"/>
                      </a:lnTo>
                      <a:lnTo>
                        <a:pt x="116" y="68"/>
                      </a:lnTo>
                      <a:lnTo>
                        <a:pt x="116" y="68"/>
                      </a:lnTo>
                      <a:lnTo>
                        <a:pt x="120" y="68"/>
                      </a:lnTo>
                      <a:lnTo>
                        <a:pt x="120" y="68"/>
                      </a:lnTo>
                      <a:lnTo>
                        <a:pt x="120" y="68"/>
                      </a:lnTo>
                      <a:lnTo>
                        <a:pt x="120" y="68"/>
                      </a:lnTo>
                      <a:lnTo>
                        <a:pt x="120" y="68"/>
                      </a:lnTo>
                      <a:lnTo>
                        <a:pt x="120" y="68"/>
                      </a:lnTo>
                      <a:lnTo>
                        <a:pt x="120" y="68"/>
                      </a:lnTo>
                      <a:lnTo>
                        <a:pt x="124" y="68"/>
                      </a:lnTo>
                      <a:lnTo>
                        <a:pt x="126" y="68"/>
                      </a:lnTo>
                      <a:lnTo>
                        <a:pt x="126" y="68"/>
                      </a:lnTo>
                      <a:lnTo>
                        <a:pt x="126" y="68"/>
                      </a:lnTo>
                      <a:lnTo>
                        <a:pt x="126" y="68"/>
                      </a:lnTo>
                      <a:lnTo>
                        <a:pt x="126" y="72"/>
                      </a:lnTo>
                      <a:lnTo>
                        <a:pt x="126" y="72"/>
                      </a:lnTo>
                      <a:lnTo>
                        <a:pt x="126" y="72"/>
                      </a:lnTo>
                      <a:lnTo>
                        <a:pt x="126" y="72"/>
                      </a:lnTo>
                      <a:lnTo>
                        <a:pt x="126" y="72"/>
                      </a:lnTo>
                      <a:lnTo>
                        <a:pt x="126" y="72"/>
                      </a:lnTo>
                      <a:lnTo>
                        <a:pt x="126" y="74"/>
                      </a:lnTo>
                      <a:lnTo>
                        <a:pt x="126" y="74"/>
                      </a:lnTo>
                      <a:lnTo>
                        <a:pt x="126" y="74"/>
                      </a:lnTo>
                      <a:lnTo>
                        <a:pt x="126" y="74"/>
                      </a:lnTo>
                      <a:lnTo>
                        <a:pt x="126" y="74"/>
                      </a:lnTo>
                      <a:lnTo>
                        <a:pt x="130" y="74"/>
                      </a:lnTo>
                      <a:lnTo>
                        <a:pt x="130" y="74"/>
                      </a:lnTo>
                      <a:lnTo>
                        <a:pt x="130" y="74"/>
                      </a:lnTo>
                      <a:lnTo>
                        <a:pt x="130" y="74"/>
                      </a:lnTo>
                      <a:lnTo>
                        <a:pt x="130" y="74"/>
                      </a:lnTo>
                      <a:lnTo>
                        <a:pt x="130" y="74"/>
                      </a:lnTo>
                      <a:lnTo>
                        <a:pt x="130" y="74"/>
                      </a:lnTo>
                      <a:lnTo>
                        <a:pt x="130" y="74"/>
                      </a:lnTo>
                      <a:lnTo>
                        <a:pt x="126" y="78"/>
                      </a:lnTo>
                      <a:lnTo>
                        <a:pt x="126" y="78"/>
                      </a:lnTo>
                      <a:lnTo>
                        <a:pt x="126" y="78"/>
                      </a:lnTo>
                      <a:lnTo>
                        <a:pt x="126" y="78"/>
                      </a:lnTo>
                      <a:lnTo>
                        <a:pt x="126" y="78"/>
                      </a:lnTo>
                      <a:lnTo>
                        <a:pt x="126" y="78"/>
                      </a:lnTo>
                      <a:lnTo>
                        <a:pt x="126" y="78"/>
                      </a:lnTo>
                      <a:lnTo>
                        <a:pt x="126" y="82"/>
                      </a:lnTo>
                      <a:lnTo>
                        <a:pt x="126" y="82"/>
                      </a:lnTo>
                      <a:lnTo>
                        <a:pt x="124" y="82"/>
                      </a:lnTo>
                      <a:lnTo>
                        <a:pt x="124" y="82"/>
                      </a:lnTo>
                      <a:lnTo>
                        <a:pt x="120" y="82"/>
                      </a:lnTo>
                      <a:lnTo>
                        <a:pt x="120" y="82"/>
                      </a:lnTo>
                      <a:lnTo>
                        <a:pt x="116" y="82"/>
                      </a:lnTo>
                      <a:lnTo>
                        <a:pt x="116" y="86"/>
                      </a:lnTo>
                      <a:lnTo>
                        <a:pt x="116" y="86"/>
                      </a:lnTo>
                      <a:lnTo>
                        <a:pt x="116" y="86"/>
                      </a:lnTo>
                      <a:lnTo>
                        <a:pt x="116" y="86"/>
                      </a:lnTo>
                      <a:lnTo>
                        <a:pt x="116" y="86"/>
                      </a:lnTo>
                      <a:lnTo>
                        <a:pt x="116" y="86"/>
                      </a:lnTo>
                      <a:lnTo>
                        <a:pt x="116" y="86"/>
                      </a:lnTo>
                      <a:lnTo>
                        <a:pt x="112" y="90"/>
                      </a:lnTo>
                      <a:lnTo>
                        <a:pt x="112" y="90"/>
                      </a:lnTo>
                      <a:lnTo>
                        <a:pt x="112" y="90"/>
                      </a:lnTo>
                      <a:lnTo>
                        <a:pt x="110" y="94"/>
                      </a:lnTo>
                      <a:lnTo>
                        <a:pt x="110" y="94"/>
                      </a:lnTo>
                      <a:lnTo>
                        <a:pt x="110" y="94"/>
                      </a:lnTo>
                      <a:lnTo>
                        <a:pt x="110" y="98"/>
                      </a:lnTo>
                      <a:lnTo>
                        <a:pt x="110" y="98"/>
                      </a:lnTo>
                      <a:lnTo>
                        <a:pt x="110" y="98"/>
                      </a:lnTo>
                      <a:lnTo>
                        <a:pt x="106" y="98"/>
                      </a:lnTo>
                      <a:lnTo>
                        <a:pt x="106" y="98"/>
                      </a:lnTo>
                      <a:lnTo>
                        <a:pt x="106" y="98"/>
                      </a:lnTo>
                      <a:lnTo>
                        <a:pt x="106" y="98"/>
                      </a:lnTo>
                      <a:lnTo>
                        <a:pt x="106" y="98"/>
                      </a:lnTo>
                      <a:lnTo>
                        <a:pt x="102" y="100"/>
                      </a:lnTo>
                      <a:lnTo>
                        <a:pt x="102" y="100"/>
                      </a:lnTo>
                      <a:lnTo>
                        <a:pt x="102" y="100"/>
                      </a:lnTo>
                      <a:lnTo>
                        <a:pt x="102" y="100"/>
                      </a:lnTo>
                      <a:lnTo>
                        <a:pt x="98" y="100"/>
                      </a:lnTo>
                      <a:lnTo>
                        <a:pt x="98" y="104"/>
                      </a:lnTo>
                      <a:lnTo>
                        <a:pt x="98" y="104"/>
                      </a:lnTo>
                      <a:lnTo>
                        <a:pt x="98" y="104"/>
                      </a:lnTo>
                      <a:lnTo>
                        <a:pt x="98" y="108"/>
                      </a:lnTo>
                      <a:lnTo>
                        <a:pt x="98" y="108"/>
                      </a:lnTo>
                      <a:lnTo>
                        <a:pt x="98" y="112"/>
                      </a:lnTo>
                      <a:lnTo>
                        <a:pt x="98" y="112"/>
                      </a:lnTo>
                      <a:lnTo>
                        <a:pt x="98" y="112"/>
                      </a:lnTo>
                      <a:lnTo>
                        <a:pt x="98" y="116"/>
                      </a:lnTo>
                      <a:lnTo>
                        <a:pt x="94" y="116"/>
                      </a:lnTo>
                      <a:lnTo>
                        <a:pt x="94" y="116"/>
                      </a:lnTo>
                      <a:lnTo>
                        <a:pt x="94" y="116"/>
                      </a:lnTo>
                      <a:lnTo>
                        <a:pt x="94" y="120"/>
                      </a:lnTo>
                      <a:lnTo>
                        <a:pt x="94" y="120"/>
                      </a:lnTo>
                      <a:lnTo>
                        <a:pt x="90" y="120"/>
                      </a:lnTo>
                      <a:lnTo>
                        <a:pt x="90" y="120"/>
                      </a:lnTo>
                      <a:lnTo>
                        <a:pt x="90" y="120"/>
                      </a:lnTo>
                      <a:lnTo>
                        <a:pt x="90" y="120"/>
                      </a:lnTo>
                      <a:lnTo>
                        <a:pt x="90" y="120"/>
                      </a:lnTo>
                      <a:lnTo>
                        <a:pt x="90" y="120"/>
                      </a:lnTo>
                      <a:lnTo>
                        <a:pt x="90" y="120"/>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142" name="Freeform 131">
                  <a:extLst>
                    <a:ext uri="{FF2B5EF4-FFF2-40B4-BE49-F238E27FC236}">
                      <a16:creationId xmlns:a16="http://schemas.microsoft.com/office/drawing/2014/main" id="{33EEEFF8-5BE2-7B08-7E86-A410179C2685}"/>
                    </a:ext>
                  </a:extLst>
                </p:cNvPr>
                <p:cNvSpPr>
                  <a:spLocks/>
                </p:cNvSpPr>
                <p:nvPr/>
              </p:nvSpPr>
              <p:spPr bwMode="gray">
                <a:xfrm>
                  <a:off x="4664291" y="4067485"/>
                  <a:ext cx="194798" cy="170447"/>
                </a:xfrm>
                <a:custGeom>
                  <a:avLst/>
                  <a:gdLst>
                    <a:gd name="T0" fmla="*/ 86 w 112"/>
                    <a:gd name="T1" fmla="*/ 72 h 98"/>
                    <a:gd name="T2" fmla="*/ 82 w 112"/>
                    <a:gd name="T3" fmla="*/ 72 h 98"/>
                    <a:gd name="T4" fmla="*/ 74 w 112"/>
                    <a:gd name="T5" fmla="*/ 68 h 98"/>
                    <a:gd name="T6" fmla="*/ 66 w 112"/>
                    <a:gd name="T7" fmla="*/ 72 h 98"/>
                    <a:gd name="T8" fmla="*/ 64 w 112"/>
                    <a:gd name="T9" fmla="*/ 72 h 98"/>
                    <a:gd name="T10" fmla="*/ 56 w 112"/>
                    <a:gd name="T11" fmla="*/ 72 h 98"/>
                    <a:gd name="T12" fmla="*/ 38 w 112"/>
                    <a:gd name="T13" fmla="*/ 72 h 98"/>
                    <a:gd name="T14" fmla="*/ 38 w 112"/>
                    <a:gd name="T15" fmla="*/ 80 h 98"/>
                    <a:gd name="T16" fmla="*/ 38 w 112"/>
                    <a:gd name="T17" fmla="*/ 86 h 98"/>
                    <a:gd name="T18" fmla="*/ 38 w 112"/>
                    <a:gd name="T19" fmla="*/ 94 h 98"/>
                    <a:gd name="T20" fmla="*/ 38 w 112"/>
                    <a:gd name="T21" fmla="*/ 94 h 98"/>
                    <a:gd name="T22" fmla="*/ 40 w 112"/>
                    <a:gd name="T23" fmla="*/ 98 h 98"/>
                    <a:gd name="T24" fmla="*/ 38 w 112"/>
                    <a:gd name="T25" fmla="*/ 98 h 98"/>
                    <a:gd name="T26" fmla="*/ 34 w 112"/>
                    <a:gd name="T27" fmla="*/ 90 h 98"/>
                    <a:gd name="T28" fmla="*/ 26 w 112"/>
                    <a:gd name="T29" fmla="*/ 90 h 98"/>
                    <a:gd name="T30" fmla="*/ 22 w 112"/>
                    <a:gd name="T31" fmla="*/ 90 h 98"/>
                    <a:gd name="T32" fmla="*/ 18 w 112"/>
                    <a:gd name="T33" fmla="*/ 94 h 98"/>
                    <a:gd name="T34" fmla="*/ 14 w 112"/>
                    <a:gd name="T35" fmla="*/ 94 h 98"/>
                    <a:gd name="T36" fmla="*/ 12 w 112"/>
                    <a:gd name="T37" fmla="*/ 94 h 98"/>
                    <a:gd name="T38" fmla="*/ 8 w 112"/>
                    <a:gd name="T39" fmla="*/ 84 h 98"/>
                    <a:gd name="T40" fmla="*/ 4 w 112"/>
                    <a:gd name="T41" fmla="*/ 84 h 98"/>
                    <a:gd name="T42" fmla="*/ 0 w 112"/>
                    <a:gd name="T43" fmla="*/ 80 h 98"/>
                    <a:gd name="T44" fmla="*/ 0 w 112"/>
                    <a:gd name="T45" fmla="*/ 76 h 98"/>
                    <a:gd name="T46" fmla="*/ 0 w 112"/>
                    <a:gd name="T47" fmla="*/ 72 h 98"/>
                    <a:gd name="T48" fmla="*/ 4 w 112"/>
                    <a:gd name="T49" fmla="*/ 68 h 98"/>
                    <a:gd name="T50" fmla="*/ 4 w 112"/>
                    <a:gd name="T51" fmla="*/ 60 h 98"/>
                    <a:gd name="T52" fmla="*/ 8 w 112"/>
                    <a:gd name="T53" fmla="*/ 54 h 98"/>
                    <a:gd name="T54" fmla="*/ 12 w 112"/>
                    <a:gd name="T55" fmla="*/ 54 h 98"/>
                    <a:gd name="T56" fmla="*/ 14 w 112"/>
                    <a:gd name="T57" fmla="*/ 46 h 98"/>
                    <a:gd name="T58" fmla="*/ 14 w 112"/>
                    <a:gd name="T59" fmla="*/ 42 h 98"/>
                    <a:gd name="T60" fmla="*/ 18 w 112"/>
                    <a:gd name="T61" fmla="*/ 42 h 98"/>
                    <a:gd name="T62" fmla="*/ 18 w 112"/>
                    <a:gd name="T63" fmla="*/ 38 h 98"/>
                    <a:gd name="T64" fmla="*/ 18 w 112"/>
                    <a:gd name="T65" fmla="*/ 34 h 98"/>
                    <a:gd name="T66" fmla="*/ 22 w 112"/>
                    <a:gd name="T67" fmla="*/ 28 h 98"/>
                    <a:gd name="T68" fmla="*/ 30 w 112"/>
                    <a:gd name="T69" fmla="*/ 34 h 98"/>
                    <a:gd name="T70" fmla="*/ 30 w 112"/>
                    <a:gd name="T71" fmla="*/ 34 h 98"/>
                    <a:gd name="T72" fmla="*/ 30 w 112"/>
                    <a:gd name="T73" fmla="*/ 30 h 98"/>
                    <a:gd name="T74" fmla="*/ 34 w 112"/>
                    <a:gd name="T75" fmla="*/ 28 h 98"/>
                    <a:gd name="T76" fmla="*/ 38 w 112"/>
                    <a:gd name="T77" fmla="*/ 28 h 98"/>
                    <a:gd name="T78" fmla="*/ 38 w 112"/>
                    <a:gd name="T79" fmla="*/ 20 h 98"/>
                    <a:gd name="T80" fmla="*/ 44 w 112"/>
                    <a:gd name="T81" fmla="*/ 16 h 98"/>
                    <a:gd name="T82" fmla="*/ 48 w 112"/>
                    <a:gd name="T83" fmla="*/ 16 h 98"/>
                    <a:gd name="T84" fmla="*/ 52 w 112"/>
                    <a:gd name="T85" fmla="*/ 12 h 98"/>
                    <a:gd name="T86" fmla="*/ 64 w 112"/>
                    <a:gd name="T87" fmla="*/ 4 h 98"/>
                    <a:gd name="T88" fmla="*/ 70 w 112"/>
                    <a:gd name="T89" fmla="*/ 0 h 98"/>
                    <a:gd name="T90" fmla="*/ 82 w 112"/>
                    <a:gd name="T91" fmla="*/ 4 h 98"/>
                    <a:gd name="T92" fmla="*/ 82 w 112"/>
                    <a:gd name="T93" fmla="*/ 12 h 98"/>
                    <a:gd name="T94" fmla="*/ 82 w 112"/>
                    <a:gd name="T95" fmla="*/ 16 h 98"/>
                    <a:gd name="T96" fmla="*/ 86 w 112"/>
                    <a:gd name="T97" fmla="*/ 24 h 98"/>
                    <a:gd name="T98" fmla="*/ 92 w 112"/>
                    <a:gd name="T99" fmla="*/ 28 h 98"/>
                    <a:gd name="T100" fmla="*/ 96 w 112"/>
                    <a:gd name="T101" fmla="*/ 30 h 98"/>
                    <a:gd name="T102" fmla="*/ 92 w 112"/>
                    <a:gd name="T103" fmla="*/ 30 h 98"/>
                    <a:gd name="T104" fmla="*/ 92 w 112"/>
                    <a:gd name="T105" fmla="*/ 34 h 98"/>
                    <a:gd name="T106" fmla="*/ 100 w 112"/>
                    <a:gd name="T107" fmla="*/ 42 h 98"/>
                    <a:gd name="T108" fmla="*/ 108 w 112"/>
                    <a:gd name="T109" fmla="*/ 42 h 98"/>
                    <a:gd name="T110" fmla="*/ 108 w 112"/>
                    <a:gd name="T111" fmla="*/ 46 h 98"/>
                    <a:gd name="T112" fmla="*/ 112 w 112"/>
                    <a:gd name="T113" fmla="*/ 56 h 98"/>
                    <a:gd name="T114" fmla="*/ 108 w 112"/>
                    <a:gd name="T115" fmla="*/ 60 h 98"/>
                    <a:gd name="T116" fmla="*/ 108 w 112"/>
                    <a:gd name="T117" fmla="*/ 64 h 98"/>
                    <a:gd name="T118" fmla="*/ 100 w 112"/>
                    <a:gd name="T119" fmla="*/ 64 h 98"/>
                    <a:gd name="T120" fmla="*/ 96 w 112"/>
                    <a:gd name="T121" fmla="*/ 64 h 98"/>
                    <a:gd name="T122" fmla="*/ 96 w 112"/>
                    <a:gd name="T123" fmla="*/ 64 h 98"/>
                    <a:gd name="T124" fmla="*/ 92 w 112"/>
                    <a:gd name="T125" fmla="*/ 72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12" h="98">
                      <a:moveTo>
                        <a:pt x="90" y="72"/>
                      </a:moveTo>
                      <a:lnTo>
                        <a:pt x="90" y="72"/>
                      </a:lnTo>
                      <a:lnTo>
                        <a:pt x="90" y="72"/>
                      </a:lnTo>
                      <a:lnTo>
                        <a:pt x="90" y="72"/>
                      </a:lnTo>
                      <a:lnTo>
                        <a:pt x="86" y="72"/>
                      </a:lnTo>
                      <a:lnTo>
                        <a:pt x="86" y="72"/>
                      </a:lnTo>
                      <a:lnTo>
                        <a:pt x="86" y="72"/>
                      </a:lnTo>
                      <a:lnTo>
                        <a:pt x="86" y="72"/>
                      </a:lnTo>
                      <a:lnTo>
                        <a:pt x="86" y="72"/>
                      </a:lnTo>
                      <a:lnTo>
                        <a:pt x="82" y="72"/>
                      </a:lnTo>
                      <a:lnTo>
                        <a:pt x="82" y="72"/>
                      </a:lnTo>
                      <a:lnTo>
                        <a:pt x="78" y="68"/>
                      </a:lnTo>
                      <a:lnTo>
                        <a:pt x="78" y="68"/>
                      </a:lnTo>
                      <a:lnTo>
                        <a:pt x="74" y="68"/>
                      </a:lnTo>
                      <a:lnTo>
                        <a:pt x="74" y="68"/>
                      </a:lnTo>
                      <a:lnTo>
                        <a:pt x="74" y="68"/>
                      </a:lnTo>
                      <a:lnTo>
                        <a:pt x="74" y="68"/>
                      </a:lnTo>
                      <a:lnTo>
                        <a:pt x="74" y="72"/>
                      </a:lnTo>
                      <a:lnTo>
                        <a:pt x="70" y="72"/>
                      </a:lnTo>
                      <a:lnTo>
                        <a:pt x="66" y="72"/>
                      </a:lnTo>
                      <a:lnTo>
                        <a:pt x="66" y="72"/>
                      </a:lnTo>
                      <a:lnTo>
                        <a:pt x="66" y="72"/>
                      </a:lnTo>
                      <a:lnTo>
                        <a:pt x="66" y="72"/>
                      </a:lnTo>
                      <a:lnTo>
                        <a:pt x="66" y="72"/>
                      </a:lnTo>
                      <a:lnTo>
                        <a:pt x="64" y="72"/>
                      </a:lnTo>
                      <a:lnTo>
                        <a:pt x="64" y="72"/>
                      </a:lnTo>
                      <a:lnTo>
                        <a:pt x="60" y="72"/>
                      </a:lnTo>
                      <a:lnTo>
                        <a:pt x="60" y="72"/>
                      </a:lnTo>
                      <a:lnTo>
                        <a:pt x="56" y="72"/>
                      </a:lnTo>
                      <a:lnTo>
                        <a:pt x="56" y="72"/>
                      </a:lnTo>
                      <a:lnTo>
                        <a:pt x="52" y="72"/>
                      </a:lnTo>
                      <a:lnTo>
                        <a:pt x="48" y="72"/>
                      </a:lnTo>
                      <a:lnTo>
                        <a:pt x="44" y="72"/>
                      </a:lnTo>
                      <a:lnTo>
                        <a:pt x="40" y="72"/>
                      </a:lnTo>
                      <a:lnTo>
                        <a:pt x="38" y="72"/>
                      </a:lnTo>
                      <a:lnTo>
                        <a:pt x="38" y="72"/>
                      </a:lnTo>
                      <a:lnTo>
                        <a:pt x="38" y="72"/>
                      </a:lnTo>
                      <a:lnTo>
                        <a:pt x="38" y="76"/>
                      </a:lnTo>
                      <a:lnTo>
                        <a:pt x="38" y="76"/>
                      </a:lnTo>
                      <a:lnTo>
                        <a:pt x="38" y="80"/>
                      </a:lnTo>
                      <a:lnTo>
                        <a:pt x="38" y="80"/>
                      </a:lnTo>
                      <a:lnTo>
                        <a:pt x="38" y="80"/>
                      </a:lnTo>
                      <a:lnTo>
                        <a:pt x="38" y="84"/>
                      </a:lnTo>
                      <a:lnTo>
                        <a:pt x="38" y="84"/>
                      </a:lnTo>
                      <a:lnTo>
                        <a:pt x="38" y="86"/>
                      </a:lnTo>
                      <a:lnTo>
                        <a:pt x="38" y="86"/>
                      </a:lnTo>
                      <a:lnTo>
                        <a:pt x="38" y="86"/>
                      </a:lnTo>
                      <a:lnTo>
                        <a:pt x="38" y="90"/>
                      </a:lnTo>
                      <a:lnTo>
                        <a:pt x="40" y="90"/>
                      </a:lnTo>
                      <a:lnTo>
                        <a:pt x="38" y="94"/>
                      </a:lnTo>
                      <a:lnTo>
                        <a:pt x="38" y="94"/>
                      </a:lnTo>
                      <a:lnTo>
                        <a:pt x="40" y="94"/>
                      </a:lnTo>
                      <a:lnTo>
                        <a:pt x="40" y="94"/>
                      </a:lnTo>
                      <a:lnTo>
                        <a:pt x="40" y="94"/>
                      </a:lnTo>
                      <a:lnTo>
                        <a:pt x="38" y="94"/>
                      </a:lnTo>
                      <a:lnTo>
                        <a:pt x="38" y="98"/>
                      </a:lnTo>
                      <a:lnTo>
                        <a:pt x="40" y="98"/>
                      </a:lnTo>
                      <a:lnTo>
                        <a:pt x="40" y="98"/>
                      </a:lnTo>
                      <a:lnTo>
                        <a:pt x="40" y="98"/>
                      </a:lnTo>
                      <a:lnTo>
                        <a:pt x="40" y="98"/>
                      </a:lnTo>
                      <a:lnTo>
                        <a:pt x="40" y="98"/>
                      </a:lnTo>
                      <a:lnTo>
                        <a:pt x="40" y="98"/>
                      </a:lnTo>
                      <a:lnTo>
                        <a:pt x="38" y="98"/>
                      </a:lnTo>
                      <a:lnTo>
                        <a:pt x="38" y="98"/>
                      </a:lnTo>
                      <a:lnTo>
                        <a:pt x="38" y="98"/>
                      </a:lnTo>
                      <a:lnTo>
                        <a:pt x="38" y="98"/>
                      </a:lnTo>
                      <a:lnTo>
                        <a:pt x="38" y="94"/>
                      </a:lnTo>
                      <a:lnTo>
                        <a:pt x="38" y="94"/>
                      </a:lnTo>
                      <a:lnTo>
                        <a:pt x="38" y="94"/>
                      </a:lnTo>
                      <a:lnTo>
                        <a:pt x="34" y="90"/>
                      </a:lnTo>
                      <a:lnTo>
                        <a:pt x="34" y="90"/>
                      </a:lnTo>
                      <a:lnTo>
                        <a:pt x="30" y="90"/>
                      </a:lnTo>
                      <a:lnTo>
                        <a:pt x="26" y="90"/>
                      </a:lnTo>
                      <a:lnTo>
                        <a:pt x="26" y="90"/>
                      </a:lnTo>
                      <a:lnTo>
                        <a:pt x="26" y="90"/>
                      </a:lnTo>
                      <a:lnTo>
                        <a:pt x="22" y="90"/>
                      </a:lnTo>
                      <a:lnTo>
                        <a:pt x="22" y="90"/>
                      </a:lnTo>
                      <a:lnTo>
                        <a:pt x="22" y="90"/>
                      </a:lnTo>
                      <a:lnTo>
                        <a:pt x="22" y="90"/>
                      </a:lnTo>
                      <a:lnTo>
                        <a:pt x="22" y="90"/>
                      </a:lnTo>
                      <a:lnTo>
                        <a:pt x="18" y="90"/>
                      </a:lnTo>
                      <a:lnTo>
                        <a:pt x="18" y="94"/>
                      </a:lnTo>
                      <a:lnTo>
                        <a:pt x="18" y="94"/>
                      </a:lnTo>
                      <a:lnTo>
                        <a:pt x="18" y="94"/>
                      </a:lnTo>
                      <a:lnTo>
                        <a:pt x="18" y="94"/>
                      </a:lnTo>
                      <a:lnTo>
                        <a:pt x="18" y="94"/>
                      </a:lnTo>
                      <a:lnTo>
                        <a:pt x="18" y="94"/>
                      </a:lnTo>
                      <a:lnTo>
                        <a:pt x="14" y="94"/>
                      </a:lnTo>
                      <a:lnTo>
                        <a:pt x="14" y="94"/>
                      </a:lnTo>
                      <a:lnTo>
                        <a:pt x="14" y="94"/>
                      </a:lnTo>
                      <a:lnTo>
                        <a:pt x="12" y="94"/>
                      </a:lnTo>
                      <a:lnTo>
                        <a:pt x="12" y="94"/>
                      </a:lnTo>
                      <a:lnTo>
                        <a:pt x="12" y="94"/>
                      </a:lnTo>
                      <a:lnTo>
                        <a:pt x="12" y="94"/>
                      </a:lnTo>
                      <a:lnTo>
                        <a:pt x="12" y="94"/>
                      </a:lnTo>
                      <a:lnTo>
                        <a:pt x="12" y="90"/>
                      </a:lnTo>
                      <a:lnTo>
                        <a:pt x="12" y="90"/>
                      </a:lnTo>
                      <a:lnTo>
                        <a:pt x="8" y="90"/>
                      </a:lnTo>
                      <a:lnTo>
                        <a:pt x="8" y="86"/>
                      </a:lnTo>
                      <a:lnTo>
                        <a:pt x="8" y="84"/>
                      </a:lnTo>
                      <a:lnTo>
                        <a:pt x="4" y="84"/>
                      </a:lnTo>
                      <a:lnTo>
                        <a:pt x="4" y="84"/>
                      </a:lnTo>
                      <a:lnTo>
                        <a:pt x="4" y="84"/>
                      </a:lnTo>
                      <a:lnTo>
                        <a:pt x="4" y="84"/>
                      </a:lnTo>
                      <a:lnTo>
                        <a:pt x="4" y="84"/>
                      </a:lnTo>
                      <a:lnTo>
                        <a:pt x="0" y="84"/>
                      </a:lnTo>
                      <a:lnTo>
                        <a:pt x="0" y="84"/>
                      </a:lnTo>
                      <a:lnTo>
                        <a:pt x="0" y="84"/>
                      </a:lnTo>
                      <a:lnTo>
                        <a:pt x="0" y="84"/>
                      </a:lnTo>
                      <a:lnTo>
                        <a:pt x="0" y="80"/>
                      </a:lnTo>
                      <a:lnTo>
                        <a:pt x="0" y="80"/>
                      </a:lnTo>
                      <a:lnTo>
                        <a:pt x="0" y="76"/>
                      </a:lnTo>
                      <a:lnTo>
                        <a:pt x="0" y="76"/>
                      </a:lnTo>
                      <a:lnTo>
                        <a:pt x="0" y="76"/>
                      </a:lnTo>
                      <a:lnTo>
                        <a:pt x="0" y="76"/>
                      </a:lnTo>
                      <a:lnTo>
                        <a:pt x="0" y="76"/>
                      </a:lnTo>
                      <a:lnTo>
                        <a:pt x="0" y="72"/>
                      </a:lnTo>
                      <a:lnTo>
                        <a:pt x="0" y="72"/>
                      </a:lnTo>
                      <a:lnTo>
                        <a:pt x="0" y="72"/>
                      </a:lnTo>
                      <a:lnTo>
                        <a:pt x="0" y="72"/>
                      </a:lnTo>
                      <a:lnTo>
                        <a:pt x="0" y="72"/>
                      </a:lnTo>
                      <a:lnTo>
                        <a:pt x="4" y="72"/>
                      </a:lnTo>
                      <a:lnTo>
                        <a:pt x="4" y="68"/>
                      </a:lnTo>
                      <a:lnTo>
                        <a:pt x="4" y="68"/>
                      </a:lnTo>
                      <a:lnTo>
                        <a:pt x="4" y="68"/>
                      </a:lnTo>
                      <a:lnTo>
                        <a:pt x="4" y="68"/>
                      </a:lnTo>
                      <a:lnTo>
                        <a:pt x="4" y="64"/>
                      </a:lnTo>
                      <a:lnTo>
                        <a:pt x="4" y="60"/>
                      </a:lnTo>
                      <a:lnTo>
                        <a:pt x="4" y="60"/>
                      </a:lnTo>
                      <a:lnTo>
                        <a:pt x="4" y="60"/>
                      </a:lnTo>
                      <a:lnTo>
                        <a:pt x="4" y="56"/>
                      </a:lnTo>
                      <a:lnTo>
                        <a:pt x="4" y="56"/>
                      </a:lnTo>
                      <a:lnTo>
                        <a:pt x="4" y="56"/>
                      </a:lnTo>
                      <a:lnTo>
                        <a:pt x="4" y="56"/>
                      </a:lnTo>
                      <a:lnTo>
                        <a:pt x="8" y="54"/>
                      </a:lnTo>
                      <a:lnTo>
                        <a:pt x="8" y="54"/>
                      </a:lnTo>
                      <a:lnTo>
                        <a:pt x="8" y="54"/>
                      </a:lnTo>
                      <a:lnTo>
                        <a:pt x="12" y="54"/>
                      </a:lnTo>
                      <a:lnTo>
                        <a:pt x="12" y="54"/>
                      </a:lnTo>
                      <a:lnTo>
                        <a:pt x="12" y="54"/>
                      </a:lnTo>
                      <a:lnTo>
                        <a:pt x="12" y="54"/>
                      </a:lnTo>
                      <a:lnTo>
                        <a:pt x="14" y="50"/>
                      </a:lnTo>
                      <a:lnTo>
                        <a:pt x="14" y="50"/>
                      </a:lnTo>
                      <a:lnTo>
                        <a:pt x="14" y="50"/>
                      </a:lnTo>
                      <a:lnTo>
                        <a:pt x="14" y="46"/>
                      </a:lnTo>
                      <a:lnTo>
                        <a:pt x="14" y="46"/>
                      </a:lnTo>
                      <a:lnTo>
                        <a:pt x="14" y="46"/>
                      </a:lnTo>
                      <a:lnTo>
                        <a:pt x="14" y="46"/>
                      </a:lnTo>
                      <a:lnTo>
                        <a:pt x="14" y="42"/>
                      </a:lnTo>
                      <a:lnTo>
                        <a:pt x="14" y="42"/>
                      </a:lnTo>
                      <a:lnTo>
                        <a:pt x="14" y="42"/>
                      </a:lnTo>
                      <a:lnTo>
                        <a:pt x="14" y="42"/>
                      </a:lnTo>
                      <a:lnTo>
                        <a:pt x="14" y="42"/>
                      </a:lnTo>
                      <a:lnTo>
                        <a:pt x="18" y="42"/>
                      </a:lnTo>
                      <a:lnTo>
                        <a:pt x="18" y="42"/>
                      </a:lnTo>
                      <a:lnTo>
                        <a:pt x="18" y="42"/>
                      </a:lnTo>
                      <a:lnTo>
                        <a:pt x="18" y="42"/>
                      </a:lnTo>
                      <a:lnTo>
                        <a:pt x="18" y="38"/>
                      </a:lnTo>
                      <a:lnTo>
                        <a:pt x="18" y="38"/>
                      </a:lnTo>
                      <a:lnTo>
                        <a:pt x="18" y="38"/>
                      </a:lnTo>
                      <a:lnTo>
                        <a:pt x="18" y="38"/>
                      </a:lnTo>
                      <a:lnTo>
                        <a:pt x="18" y="38"/>
                      </a:lnTo>
                      <a:lnTo>
                        <a:pt x="18" y="34"/>
                      </a:lnTo>
                      <a:lnTo>
                        <a:pt x="18" y="34"/>
                      </a:lnTo>
                      <a:lnTo>
                        <a:pt x="18" y="34"/>
                      </a:lnTo>
                      <a:lnTo>
                        <a:pt x="18" y="30"/>
                      </a:lnTo>
                      <a:lnTo>
                        <a:pt x="18" y="30"/>
                      </a:lnTo>
                      <a:lnTo>
                        <a:pt x="22" y="28"/>
                      </a:lnTo>
                      <a:lnTo>
                        <a:pt x="22" y="28"/>
                      </a:lnTo>
                      <a:lnTo>
                        <a:pt x="22" y="28"/>
                      </a:lnTo>
                      <a:lnTo>
                        <a:pt x="22" y="30"/>
                      </a:lnTo>
                      <a:lnTo>
                        <a:pt x="26" y="30"/>
                      </a:lnTo>
                      <a:lnTo>
                        <a:pt x="26" y="34"/>
                      </a:lnTo>
                      <a:lnTo>
                        <a:pt x="26" y="34"/>
                      </a:lnTo>
                      <a:lnTo>
                        <a:pt x="30" y="34"/>
                      </a:lnTo>
                      <a:lnTo>
                        <a:pt x="30" y="34"/>
                      </a:lnTo>
                      <a:lnTo>
                        <a:pt x="30" y="34"/>
                      </a:lnTo>
                      <a:lnTo>
                        <a:pt x="30" y="34"/>
                      </a:lnTo>
                      <a:lnTo>
                        <a:pt x="30" y="34"/>
                      </a:lnTo>
                      <a:lnTo>
                        <a:pt x="30" y="34"/>
                      </a:lnTo>
                      <a:lnTo>
                        <a:pt x="30" y="34"/>
                      </a:lnTo>
                      <a:lnTo>
                        <a:pt x="30" y="30"/>
                      </a:lnTo>
                      <a:lnTo>
                        <a:pt x="30" y="30"/>
                      </a:lnTo>
                      <a:lnTo>
                        <a:pt x="30" y="30"/>
                      </a:lnTo>
                      <a:lnTo>
                        <a:pt x="30" y="30"/>
                      </a:lnTo>
                      <a:lnTo>
                        <a:pt x="34" y="30"/>
                      </a:lnTo>
                      <a:lnTo>
                        <a:pt x="34" y="30"/>
                      </a:lnTo>
                      <a:lnTo>
                        <a:pt x="34" y="30"/>
                      </a:lnTo>
                      <a:lnTo>
                        <a:pt x="34" y="28"/>
                      </a:lnTo>
                      <a:lnTo>
                        <a:pt x="34" y="28"/>
                      </a:lnTo>
                      <a:lnTo>
                        <a:pt x="34" y="24"/>
                      </a:lnTo>
                      <a:lnTo>
                        <a:pt x="34" y="24"/>
                      </a:lnTo>
                      <a:lnTo>
                        <a:pt x="34" y="28"/>
                      </a:lnTo>
                      <a:lnTo>
                        <a:pt x="38" y="28"/>
                      </a:lnTo>
                      <a:lnTo>
                        <a:pt x="38" y="28"/>
                      </a:lnTo>
                      <a:lnTo>
                        <a:pt x="38" y="28"/>
                      </a:lnTo>
                      <a:lnTo>
                        <a:pt x="38" y="24"/>
                      </a:lnTo>
                      <a:lnTo>
                        <a:pt x="38" y="24"/>
                      </a:lnTo>
                      <a:lnTo>
                        <a:pt x="38" y="20"/>
                      </a:lnTo>
                      <a:lnTo>
                        <a:pt x="38" y="20"/>
                      </a:lnTo>
                      <a:lnTo>
                        <a:pt x="40" y="16"/>
                      </a:lnTo>
                      <a:lnTo>
                        <a:pt x="40" y="16"/>
                      </a:lnTo>
                      <a:lnTo>
                        <a:pt x="44" y="16"/>
                      </a:lnTo>
                      <a:lnTo>
                        <a:pt x="44" y="16"/>
                      </a:lnTo>
                      <a:lnTo>
                        <a:pt x="44" y="16"/>
                      </a:lnTo>
                      <a:lnTo>
                        <a:pt x="44" y="16"/>
                      </a:lnTo>
                      <a:lnTo>
                        <a:pt x="48" y="16"/>
                      </a:lnTo>
                      <a:lnTo>
                        <a:pt x="48" y="16"/>
                      </a:lnTo>
                      <a:lnTo>
                        <a:pt x="48" y="16"/>
                      </a:lnTo>
                      <a:lnTo>
                        <a:pt x="48" y="16"/>
                      </a:lnTo>
                      <a:lnTo>
                        <a:pt x="48" y="12"/>
                      </a:lnTo>
                      <a:lnTo>
                        <a:pt x="48" y="12"/>
                      </a:lnTo>
                      <a:lnTo>
                        <a:pt x="48" y="12"/>
                      </a:lnTo>
                      <a:lnTo>
                        <a:pt x="48" y="12"/>
                      </a:lnTo>
                      <a:lnTo>
                        <a:pt x="52" y="12"/>
                      </a:lnTo>
                      <a:lnTo>
                        <a:pt x="52" y="12"/>
                      </a:lnTo>
                      <a:lnTo>
                        <a:pt x="56" y="12"/>
                      </a:lnTo>
                      <a:lnTo>
                        <a:pt x="60" y="8"/>
                      </a:lnTo>
                      <a:lnTo>
                        <a:pt x="60" y="8"/>
                      </a:lnTo>
                      <a:lnTo>
                        <a:pt x="64" y="4"/>
                      </a:lnTo>
                      <a:lnTo>
                        <a:pt x="64" y="4"/>
                      </a:lnTo>
                      <a:lnTo>
                        <a:pt x="64" y="4"/>
                      </a:lnTo>
                      <a:lnTo>
                        <a:pt x="66" y="0"/>
                      </a:lnTo>
                      <a:lnTo>
                        <a:pt x="66" y="0"/>
                      </a:lnTo>
                      <a:lnTo>
                        <a:pt x="70" y="0"/>
                      </a:lnTo>
                      <a:lnTo>
                        <a:pt x="74" y="0"/>
                      </a:lnTo>
                      <a:lnTo>
                        <a:pt x="74" y="0"/>
                      </a:lnTo>
                      <a:lnTo>
                        <a:pt x="78" y="0"/>
                      </a:lnTo>
                      <a:lnTo>
                        <a:pt x="82" y="4"/>
                      </a:lnTo>
                      <a:lnTo>
                        <a:pt x="82" y="4"/>
                      </a:lnTo>
                      <a:lnTo>
                        <a:pt x="82" y="4"/>
                      </a:lnTo>
                      <a:lnTo>
                        <a:pt x="82" y="4"/>
                      </a:lnTo>
                      <a:lnTo>
                        <a:pt x="82" y="8"/>
                      </a:lnTo>
                      <a:lnTo>
                        <a:pt x="82" y="8"/>
                      </a:lnTo>
                      <a:lnTo>
                        <a:pt x="82" y="12"/>
                      </a:lnTo>
                      <a:lnTo>
                        <a:pt x="82" y="12"/>
                      </a:lnTo>
                      <a:lnTo>
                        <a:pt x="82" y="12"/>
                      </a:lnTo>
                      <a:lnTo>
                        <a:pt x="82" y="12"/>
                      </a:lnTo>
                      <a:lnTo>
                        <a:pt x="82" y="12"/>
                      </a:lnTo>
                      <a:lnTo>
                        <a:pt x="82" y="16"/>
                      </a:lnTo>
                      <a:lnTo>
                        <a:pt x="86" y="16"/>
                      </a:lnTo>
                      <a:lnTo>
                        <a:pt x="82" y="16"/>
                      </a:lnTo>
                      <a:lnTo>
                        <a:pt x="82" y="16"/>
                      </a:lnTo>
                      <a:lnTo>
                        <a:pt x="86" y="20"/>
                      </a:lnTo>
                      <a:lnTo>
                        <a:pt x="86" y="24"/>
                      </a:lnTo>
                      <a:lnTo>
                        <a:pt x="86" y="24"/>
                      </a:lnTo>
                      <a:lnTo>
                        <a:pt x="86" y="28"/>
                      </a:lnTo>
                      <a:lnTo>
                        <a:pt x="90" y="28"/>
                      </a:lnTo>
                      <a:lnTo>
                        <a:pt x="92" y="28"/>
                      </a:lnTo>
                      <a:lnTo>
                        <a:pt x="92" y="28"/>
                      </a:lnTo>
                      <a:lnTo>
                        <a:pt x="92" y="28"/>
                      </a:lnTo>
                      <a:lnTo>
                        <a:pt x="92" y="30"/>
                      </a:lnTo>
                      <a:lnTo>
                        <a:pt x="92" y="30"/>
                      </a:lnTo>
                      <a:lnTo>
                        <a:pt x="92" y="30"/>
                      </a:lnTo>
                      <a:lnTo>
                        <a:pt x="96" y="30"/>
                      </a:lnTo>
                      <a:lnTo>
                        <a:pt x="96" y="30"/>
                      </a:lnTo>
                      <a:lnTo>
                        <a:pt x="96" y="30"/>
                      </a:lnTo>
                      <a:lnTo>
                        <a:pt x="92" y="30"/>
                      </a:lnTo>
                      <a:lnTo>
                        <a:pt x="92" y="30"/>
                      </a:lnTo>
                      <a:lnTo>
                        <a:pt x="92" y="30"/>
                      </a:lnTo>
                      <a:lnTo>
                        <a:pt x="92" y="30"/>
                      </a:lnTo>
                      <a:lnTo>
                        <a:pt x="92" y="30"/>
                      </a:lnTo>
                      <a:lnTo>
                        <a:pt x="92" y="30"/>
                      </a:lnTo>
                      <a:lnTo>
                        <a:pt x="92" y="30"/>
                      </a:lnTo>
                      <a:lnTo>
                        <a:pt x="92" y="34"/>
                      </a:lnTo>
                      <a:lnTo>
                        <a:pt x="92" y="34"/>
                      </a:lnTo>
                      <a:lnTo>
                        <a:pt x="92" y="38"/>
                      </a:lnTo>
                      <a:lnTo>
                        <a:pt x="92" y="38"/>
                      </a:lnTo>
                      <a:lnTo>
                        <a:pt x="96" y="38"/>
                      </a:lnTo>
                      <a:lnTo>
                        <a:pt x="100" y="42"/>
                      </a:lnTo>
                      <a:lnTo>
                        <a:pt x="104" y="46"/>
                      </a:lnTo>
                      <a:lnTo>
                        <a:pt x="104" y="42"/>
                      </a:lnTo>
                      <a:lnTo>
                        <a:pt x="108" y="42"/>
                      </a:lnTo>
                      <a:lnTo>
                        <a:pt x="108" y="42"/>
                      </a:lnTo>
                      <a:lnTo>
                        <a:pt x="108" y="42"/>
                      </a:lnTo>
                      <a:lnTo>
                        <a:pt x="108" y="42"/>
                      </a:lnTo>
                      <a:lnTo>
                        <a:pt x="108" y="46"/>
                      </a:lnTo>
                      <a:lnTo>
                        <a:pt x="112" y="46"/>
                      </a:lnTo>
                      <a:lnTo>
                        <a:pt x="108" y="46"/>
                      </a:lnTo>
                      <a:lnTo>
                        <a:pt x="108" y="46"/>
                      </a:lnTo>
                      <a:lnTo>
                        <a:pt x="108" y="50"/>
                      </a:lnTo>
                      <a:lnTo>
                        <a:pt x="108" y="50"/>
                      </a:lnTo>
                      <a:lnTo>
                        <a:pt x="112" y="54"/>
                      </a:lnTo>
                      <a:lnTo>
                        <a:pt x="112" y="56"/>
                      </a:lnTo>
                      <a:lnTo>
                        <a:pt x="112" y="56"/>
                      </a:lnTo>
                      <a:lnTo>
                        <a:pt x="112" y="56"/>
                      </a:lnTo>
                      <a:lnTo>
                        <a:pt x="112" y="56"/>
                      </a:lnTo>
                      <a:lnTo>
                        <a:pt x="112" y="60"/>
                      </a:lnTo>
                      <a:lnTo>
                        <a:pt x="112" y="60"/>
                      </a:lnTo>
                      <a:lnTo>
                        <a:pt x="108" y="60"/>
                      </a:lnTo>
                      <a:lnTo>
                        <a:pt x="108" y="64"/>
                      </a:lnTo>
                      <a:lnTo>
                        <a:pt x="108" y="64"/>
                      </a:lnTo>
                      <a:lnTo>
                        <a:pt x="108" y="64"/>
                      </a:lnTo>
                      <a:lnTo>
                        <a:pt x="108" y="64"/>
                      </a:lnTo>
                      <a:lnTo>
                        <a:pt x="108" y="64"/>
                      </a:lnTo>
                      <a:lnTo>
                        <a:pt x="104" y="64"/>
                      </a:lnTo>
                      <a:lnTo>
                        <a:pt x="104" y="64"/>
                      </a:lnTo>
                      <a:lnTo>
                        <a:pt x="104" y="64"/>
                      </a:lnTo>
                      <a:lnTo>
                        <a:pt x="104" y="64"/>
                      </a:lnTo>
                      <a:lnTo>
                        <a:pt x="100" y="64"/>
                      </a:lnTo>
                      <a:lnTo>
                        <a:pt x="100" y="64"/>
                      </a:lnTo>
                      <a:lnTo>
                        <a:pt x="100" y="64"/>
                      </a:lnTo>
                      <a:lnTo>
                        <a:pt x="100" y="64"/>
                      </a:lnTo>
                      <a:lnTo>
                        <a:pt x="100" y="64"/>
                      </a:lnTo>
                      <a:lnTo>
                        <a:pt x="96" y="64"/>
                      </a:lnTo>
                      <a:lnTo>
                        <a:pt x="96" y="64"/>
                      </a:lnTo>
                      <a:lnTo>
                        <a:pt x="96" y="64"/>
                      </a:lnTo>
                      <a:lnTo>
                        <a:pt x="96" y="64"/>
                      </a:lnTo>
                      <a:lnTo>
                        <a:pt x="96" y="64"/>
                      </a:lnTo>
                      <a:lnTo>
                        <a:pt x="96" y="64"/>
                      </a:lnTo>
                      <a:lnTo>
                        <a:pt x="96" y="68"/>
                      </a:lnTo>
                      <a:lnTo>
                        <a:pt x="96" y="68"/>
                      </a:lnTo>
                      <a:lnTo>
                        <a:pt x="92" y="68"/>
                      </a:lnTo>
                      <a:lnTo>
                        <a:pt x="92" y="68"/>
                      </a:lnTo>
                      <a:lnTo>
                        <a:pt x="92" y="72"/>
                      </a:lnTo>
                      <a:lnTo>
                        <a:pt x="92" y="72"/>
                      </a:lnTo>
                      <a:lnTo>
                        <a:pt x="90" y="72"/>
                      </a:lnTo>
                      <a:lnTo>
                        <a:pt x="90" y="72"/>
                      </a:lnTo>
                      <a:lnTo>
                        <a:pt x="90" y="72"/>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143" name="Freeform 132">
                  <a:extLst>
                    <a:ext uri="{FF2B5EF4-FFF2-40B4-BE49-F238E27FC236}">
                      <a16:creationId xmlns:a16="http://schemas.microsoft.com/office/drawing/2014/main" id="{3292E129-012F-BD89-ED31-6EDB8B8E1993}"/>
                    </a:ext>
                  </a:extLst>
                </p:cNvPr>
                <p:cNvSpPr>
                  <a:spLocks/>
                </p:cNvSpPr>
                <p:nvPr/>
              </p:nvSpPr>
              <p:spPr bwMode="gray">
                <a:xfrm>
                  <a:off x="5513053" y="4589260"/>
                  <a:ext cx="45221" cy="62613"/>
                </a:xfrm>
                <a:custGeom>
                  <a:avLst/>
                  <a:gdLst>
                    <a:gd name="T0" fmla="*/ 26 w 26"/>
                    <a:gd name="T1" fmla="*/ 14 h 36"/>
                    <a:gd name="T2" fmla="*/ 26 w 26"/>
                    <a:gd name="T3" fmla="*/ 18 h 36"/>
                    <a:gd name="T4" fmla="*/ 22 w 26"/>
                    <a:gd name="T5" fmla="*/ 18 h 36"/>
                    <a:gd name="T6" fmla="*/ 22 w 26"/>
                    <a:gd name="T7" fmla="*/ 18 h 36"/>
                    <a:gd name="T8" fmla="*/ 22 w 26"/>
                    <a:gd name="T9" fmla="*/ 18 h 36"/>
                    <a:gd name="T10" fmla="*/ 22 w 26"/>
                    <a:gd name="T11" fmla="*/ 18 h 36"/>
                    <a:gd name="T12" fmla="*/ 18 w 26"/>
                    <a:gd name="T13" fmla="*/ 22 h 36"/>
                    <a:gd name="T14" fmla="*/ 18 w 26"/>
                    <a:gd name="T15" fmla="*/ 24 h 36"/>
                    <a:gd name="T16" fmla="*/ 18 w 26"/>
                    <a:gd name="T17" fmla="*/ 24 h 36"/>
                    <a:gd name="T18" fmla="*/ 18 w 26"/>
                    <a:gd name="T19" fmla="*/ 28 h 36"/>
                    <a:gd name="T20" fmla="*/ 10 w 26"/>
                    <a:gd name="T21" fmla="*/ 36 h 36"/>
                    <a:gd name="T22" fmla="*/ 8 w 26"/>
                    <a:gd name="T23" fmla="*/ 36 h 36"/>
                    <a:gd name="T24" fmla="*/ 8 w 26"/>
                    <a:gd name="T25" fmla="*/ 32 h 36"/>
                    <a:gd name="T26" fmla="*/ 4 w 26"/>
                    <a:gd name="T27" fmla="*/ 28 h 36"/>
                    <a:gd name="T28" fmla="*/ 4 w 26"/>
                    <a:gd name="T29" fmla="*/ 28 h 36"/>
                    <a:gd name="T30" fmla="*/ 4 w 26"/>
                    <a:gd name="T31" fmla="*/ 28 h 36"/>
                    <a:gd name="T32" fmla="*/ 4 w 26"/>
                    <a:gd name="T33" fmla="*/ 24 h 36"/>
                    <a:gd name="T34" fmla="*/ 4 w 26"/>
                    <a:gd name="T35" fmla="*/ 24 h 36"/>
                    <a:gd name="T36" fmla="*/ 4 w 26"/>
                    <a:gd name="T37" fmla="*/ 22 h 36"/>
                    <a:gd name="T38" fmla="*/ 4 w 26"/>
                    <a:gd name="T39" fmla="*/ 18 h 36"/>
                    <a:gd name="T40" fmla="*/ 4 w 26"/>
                    <a:gd name="T41" fmla="*/ 18 h 36"/>
                    <a:gd name="T42" fmla="*/ 4 w 26"/>
                    <a:gd name="T43" fmla="*/ 14 h 36"/>
                    <a:gd name="T44" fmla="*/ 4 w 26"/>
                    <a:gd name="T45" fmla="*/ 10 h 36"/>
                    <a:gd name="T46" fmla="*/ 0 w 26"/>
                    <a:gd name="T47" fmla="*/ 8 h 36"/>
                    <a:gd name="T48" fmla="*/ 0 w 26"/>
                    <a:gd name="T49" fmla="*/ 8 h 36"/>
                    <a:gd name="T50" fmla="*/ 0 w 26"/>
                    <a:gd name="T51" fmla="*/ 8 h 36"/>
                    <a:gd name="T52" fmla="*/ 4 w 26"/>
                    <a:gd name="T53" fmla="*/ 4 h 36"/>
                    <a:gd name="T54" fmla="*/ 4 w 26"/>
                    <a:gd name="T55" fmla="*/ 8 h 36"/>
                    <a:gd name="T56" fmla="*/ 4 w 26"/>
                    <a:gd name="T57" fmla="*/ 8 h 36"/>
                    <a:gd name="T58" fmla="*/ 8 w 26"/>
                    <a:gd name="T59" fmla="*/ 8 h 36"/>
                    <a:gd name="T60" fmla="*/ 8 w 26"/>
                    <a:gd name="T61" fmla="*/ 8 h 36"/>
                    <a:gd name="T62" fmla="*/ 8 w 26"/>
                    <a:gd name="T63" fmla="*/ 8 h 36"/>
                    <a:gd name="T64" fmla="*/ 10 w 26"/>
                    <a:gd name="T65" fmla="*/ 8 h 36"/>
                    <a:gd name="T66" fmla="*/ 10 w 26"/>
                    <a:gd name="T67" fmla="*/ 8 h 36"/>
                    <a:gd name="T68" fmla="*/ 14 w 26"/>
                    <a:gd name="T69" fmla="*/ 4 h 36"/>
                    <a:gd name="T70" fmla="*/ 14 w 26"/>
                    <a:gd name="T71" fmla="*/ 0 h 36"/>
                    <a:gd name="T72" fmla="*/ 14 w 26"/>
                    <a:gd name="T73" fmla="*/ 4 h 36"/>
                    <a:gd name="T74" fmla="*/ 18 w 26"/>
                    <a:gd name="T75" fmla="*/ 0 h 36"/>
                    <a:gd name="T76" fmla="*/ 22 w 26"/>
                    <a:gd name="T77" fmla="*/ 0 h 36"/>
                    <a:gd name="T78" fmla="*/ 22 w 26"/>
                    <a:gd name="T79" fmla="*/ 0 h 36"/>
                    <a:gd name="T80" fmla="*/ 18 w 26"/>
                    <a:gd name="T81" fmla="*/ 10 h 36"/>
                    <a:gd name="T82" fmla="*/ 22 w 26"/>
                    <a:gd name="T83" fmla="*/ 10 h 36"/>
                    <a:gd name="T84" fmla="*/ 22 w 26"/>
                    <a:gd name="T85" fmla="*/ 10 h 36"/>
                    <a:gd name="T86" fmla="*/ 26 w 26"/>
                    <a:gd name="T87" fmla="*/ 1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6" h="36">
                      <a:moveTo>
                        <a:pt x="26" y="10"/>
                      </a:moveTo>
                      <a:lnTo>
                        <a:pt x="26" y="10"/>
                      </a:lnTo>
                      <a:lnTo>
                        <a:pt x="26" y="14"/>
                      </a:lnTo>
                      <a:lnTo>
                        <a:pt x="26" y="14"/>
                      </a:lnTo>
                      <a:lnTo>
                        <a:pt x="26" y="14"/>
                      </a:lnTo>
                      <a:lnTo>
                        <a:pt x="26" y="18"/>
                      </a:lnTo>
                      <a:lnTo>
                        <a:pt x="26" y="18"/>
                      </a:lnTo>
                      <a:lnTo>
                        <a:pt x="26" y="18"/>
                      </a:lnTo>
                      <a:lnTo>
                        <a:pt x="22" y="18"/>
                      </a:lnTo>
                      <a:lnTo>
                        <a:pt x="22" y="18"/>
                      </a:lnTo>
                      <a:lnTo>
                        <a:pt x="22" y="18"/>
                      </a:lnTo>
                      <a:lnTo>
                        <a:pt x="22" y="18"/>
                      </a:lnTo>
                      <a:lnTo>
                        <a:pt x="22" y="18"/>
                      </a:lnTo>
                      <a:lnTo>
                        <a:pt x="22" y="18"/>
                      </a:lnTo>
                      <a:lnTo>
                        <a:pt x="22" y="18"/>
                      </a:lnTo>
                      <a:lnTo>
                        <a:pt x="22" y="18"/>
                      </a:lnTo>
                      <a:lnTo>
                        <a:pt x="22" y="18"/>
                      </a:lnTo>
                      <a:lnTo>
                        <a:pt x="22" y="18"/>
                      </a:lnTo>
                      <a:lnTo>
                        <a:pt x="22" y="22"/>
                      </a:lnTo>
                      <a:lnTo>
                        <a:pt x="22" y="22"/>
                      </a:lnTo>
                      <a:lnTo>
                        <a:pt x="18" y="22"/>
                      </a:lnTo>
                      <a:lnTo>
                        <a:pt x="18" y="24"/>
                      </a:lnTo>
                      <a:lnTo>
                        <a:pt x="18" y="24"/>
                      </a:lnTo>
                      <a:lnTo>
                        <a:pt x="18" y="24"/>
                      </a:lnTo>
                      <a:lnTo>
                        <a:pt x="18" y="24"/>
                      </a:lnTo>
                      <a:lnTo>
                        <a:pt x="18" y="24"/>
                      </a:lnTo>
                      <a:lnTo>
                        <a:pt x="18" y="24"/>
                      </a:lnTo>
                      <a:lnTo>
                        <a:pt x="18" y="28"/>
                      </a:lnTo>
                      <a:lnTo>
                        <a:pt x="18" y="28"/>
                      </a:lnTo>
                      <a:lnTo>
                        <a:pt x="18" y="28"/>
                      </a:lnTo>
                      <a:lnTo>
                        <a:pt x="14" y="32"/>
                      </a:lnTo>
                      <a:lnTo>
                        <a:pt x="14" y="32"/>
                      </a:lnTo>
                      <a:lnTo>
                        <a:pt x="10" y="36"/>
                      </a:lnTo>
                      <a:lnTo>
                        <a:pt x="10" y="36"/>
                      </a:lnTo>
                      <a:lnTo>
                        <a:pt x="8" y="36"/>
                      </a:lnTo>
                      <a:lnTo>
                        <a:pt x="8" y="36"/>
                      </a:lnTo>
                      <a:lnTo>
                        <a:pt x="8" y="36"/>
                      </a:lnTo>
                      <a:lnTo>
                        <a:pt x="8" y="32"/>
                      </a:lnTo>
                      <a:lnTo>
                        <a:pt x="8" y="32"/>
                      </a:lnTo>
                      <a:lnTo>
                        <a:pt x="8" y="32"/>
                      </a:lnTo>
                      <a:lnTo>
                        <a:pt x="8" y="32"/>
                      </a:lnTo>
                      <a:lnTo>
                        <a:pt x="4" y="28"/>
                      </a:lnTo>
                      <a:lnTo>
                        <a:pt x="4" y="28"/>
                      </a:lnTo>
                      <a:lnTo>
                        <a:pt x="4" y="28"/>
                      </a:lnTo>
                      <a:lnTo>
                        <a:pt x="4" y="28"/>
                      </a:lnTo>
                      <a:lnTo>
                        <a:pt x="4" y="28"/>
                      </a:lnTo>
                      <a:lnTo>
                        <a:pt x="4" y="28"/>
                      </a:lnTo>
                      <a:lnTo>
                        <a:pt x="4" y="28"/>
                      </a:lnTo>
                      <a:lnTo>
                        <a:pt x="4" y="24"/>
                      </a:lnTo>
                      <a:lnTo>
                        <a:pt x="4" y="24"/>
                      </a:lnTo>
                      <a:lnTo>
                        <a:pt x="4" y="24"/>
                      </a:lnTo>
                      <a:lnTo>
                        <a:pt x="4" y="24"/>
                      </a:lnTo>
                      <a:lnTo>
                        <a:pt x="4" y="24"/>
                      </a:lnTo>
                      <a:lnTo>
                        <a:pt x="4" y="24"/>
                      </a:lnTo>
                      <a:lnTo>
                        <a:pt x="4" y="22"/>
                      </a:lnTo>
                      <a:lnTo>
                        <a:pt x="4" y="22"/>
                      </a:lnTo>
                      <a:lnTo>
                        <a:pt x="4" y="22"/>
                      </a:lnTo>
                      <a:lnTo>
                        <a:pt x="4" y="18"/>
                      </a:lnTo>
                      <a:lnTo>
                        <a:pt x="4" y="18"/>
                      </a:lnTo>
                      <a:lnTo>
                        <a:pt x="4" y="18"/>
                      </a:lnTo>
                      <a:lnTo>
                        <a:pt x="4" y="18"/>
                      </a:lnTo>
                      <a:lnTo>
                        <a:pt x="4" y="18"/>
                      </a:lnTo>
                      <a:lnTo>
                        <a:pt x="4" y="18"/>
                      </a:lnTo>
                      <a:lnTo>
                        <a:pt x="4" y="14"/>
                      </a:lnTo>
                      <a:lnTo>
                        <a:pt x="4" y="14"/>
                      </a:lnTo>
                      <a:lnTo>
                        <a:pt x="4" y="14"/>
                      </a:lnTo>
                      <a:lnTo>
                        <a:pt x="4" y="14"/>
                      </a:lnTo>
                      <a:lnTo>
                        <a:pt x="4" y="14"/>
                      </a:lnTo>
                      <a:lnTo>
                        <a:pt x="4" y="10"/>
                      </a:lnTo>
                      <a:lnTo>
                        <a:pt x="4" y="10"/>
                      </a:lnTo>
                      <a:lnTo>
                        <a:pt x="4" y="10"/>
                      </a:lnTo>
                      <a:lnTo>
                        <a:pt x="0" y="8"/>
                      </a:lnTo>
                      <a:lnTo>
                        <a:pt x="0" y="8"/>
                      </a:lnTo>
                      <a:lnTo>
                        <a:pt x="0" y="8"/>
                      </a:lnTo>
                      <a:lnTo>
                        <a:pt x="0" y="8"/>
                      </a:lnTo>
                      <a:lnTo>
                        <a:pt x="0" y="8"/>
                      </a:lnTo>
                      <a:lnTo>
                        <a:pt x="0" y="8"/>
                      </a:lnTo>
                      <a:lnTo>
                        <a:pt x="0" y="8"/>
                      </a:lnTo>
                      <a:lnTo>
                        <a:pt x="0" y="4"/>
                      </a:lnTo>
                      <a:lnTo>
                        <a:pt x="0" y="4"/>
                      </a:lnTo>
                      <a:lnTo>
                        <a:pt x="4" y="4"/>
                      </a:lnTo>
                      <a:lnTo>
                        <a:pt x="4" y="8"/>
                      </a:lnTo>
                      <a:lnTo>
                        <a:pt x="4" y="8"/>
                      </a:lnTo>
                      <a:lnTo>
                        <a:pt x="4" y="8"/>
                      </a:lnTo>
                      <a:lnTo>
                        <a:pt x="4" y="8"/>
                      </a:lnTo>
                      <a:lnTo>
                        <a:pt x="4" y="8"/>
                      </a:lnTo>
                      <a:lnTo>
                        <a:pt x="4" y="8"/>
                      </a:lnTo>
                      <a:lnTo>
                        <a:pt x="4" y="8"/>
                      </a:lnTo>
                      <a:lnTo>
                        <a:pt x="4" y="8"/>
                      </a:lnTo>
                      <a:lnTo>
                        <a:pt x="8" y="8"/>
                      </a:lnTo>
                      <a:lnTo>
                        <a:pt x="8" y="8"/>
                      </a:lnTo>
                      <a:lnTo>
                        <a:pt x="8" y="8"/>
                      </a:lnTo>
                      <a:lnTo>
                        <a:pt x="8" y="8"/>
                      </a:lnTo>
                      <a:lnTo>
                        <a:pt x="8" y="8"/>
                      </a:lnTo>
                      <a:lnTo>
                        <a:pt x="8" y="8"/>
                      </a:lnTo>
                      <a:lnTo>
                        <a:pt x="8" y="8"/>
                      </a:lnTo>
                      <a:lnTo>
                        <a:pt x="10" y="8"/>
                      </a:lnTo>
                      <a:lnTo>
                        <a:pt x="10" y="8"/>
                      </a:lnTo>
                      <a:lnTo>
                        <a:pt x="10" y="8"/>
                      </a:lnTo>
                      <a:lnTo>
                        <a:pt x="10" y="8"/>
                      </a:lnTo>
                      <a:lnTo>
                        <a:pt x="10" y="8"/>
                      </a:lnTo>
                      <a:lnTo>
                        <a:pt x="10" y="8"/>
                      </a:lnTo>
                      <a:lnTo>
                        <a:pt x="14" y="8"/>
                      </a:lnTo>
                      <a:lnTo>
                        <a:pt x="14" y="8"/>
                      </a:lnTo>
                      <a:lnTo>
                        <a:pt x="14" y="4"/>
                      </a:lnTo>
                      <a:lnTo>
                        <a:pt x="14" y="0"/>
                      </a:lnTo>
                      <a:lnTo>
                        <a:pt x="14" y="0"/>
                      </a:lnTo>
                      <a:lnTo>
                        <a:pt x="14" y="0"/>
                      </a:lnTo>
                      <a:lnTo>
                        <a:pt x="14" y="0"/>
                      </a:lnTo>
                      <a:lnTo>
                        <a:pt x="14" y="4"/>
                      </a:lnTo>
                      <a:lnTo>
                        <a:pt x="14" y="4"/>
                      </a:lnTo>
                      <a:lnTo>
                        <a:pt x="14" y="4"/>
                      </a:lnTo>
                      <a:lnTo>
                        <a:pt x="18" y="0"/>
                      </a:lnTo>
                      <a:lnTo>
                        <a:pt x="18" y="0"/>
                      </a:lnTo>
                      <a:lnTo>
                        <a:pt x="18" y="0"/>
                      </a:lnTo>
                      <a:lnTo>
                        <a:pt x="22" y="0"/>
                      </a:lnTo>
                      <a:lnTo>
                        <a:pt x="22" y="0"/>
                      </a:lnTo>
                      <a:lnTo>
                        <a:pt x="22" y="0"/>
                      </a:lnTo>
                      <a:lnTo>
                        <a:pt x="22" y="0"/>
                      </a:lnTo>
                      <a:lnTo>
                        <a:pt x="22" y="0"/>
                      </a:lnTo>
                      <a:lnTo>
                        <a:pt x="22" y="4"/>
                      </a:lnTo>
                      <a:lnTo>
                        <a:pt x="22" y="4"/>
                      </a:lnTo>
                      <a:lnTo>
                        <a:pt x="18" y="10"/>
                      </a:lnTo>
                      <a:lnTo>
                        <a:pt x="22" y="10"/>
                      </a:lnTo>
                      <a:lnTo>
                        <a:pt x="22" y="10"/>
                      </a:lnTo>
                      <a:lnTo>
                        <a:pt x="22" y="10"/>
                      </a:lnTo>
                      <a:lnTo>
                        <a:pt x="22" y="10"/>
                      </a:lnTo>
                      <a:lnTo>
                        <a:pt x="22" y="10"/>
                      </a:lnTo>
                      <a:lnTo>
                        <a:pt x="22" y="10"/>
                      </a:lnTo>
                      <a:lnTo>
                        <a:pt x="26" y="10"/>
                      </a:lnTo>
                      <a:lnTo>
                        <a:pt x="26" y="10"/>
                      </a:lnTo>
                      <a:lnTo>
                        <a:pt x="26" y="10"/>
                      </a:lnTo>
                      <a:lnTo>
                        <a:pt x="26" y="10"/>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144" name="Freeform 133">
                  <a:extLst>
                    <a:ext uri="{FF2B5EF4-FFF2-40B4-BE49-F238E27FC236}">
                      <a16:creationId xmlns:a16="http://schemas.microsoft.com/office/drawing/2014/main" id="{AE4F29B6-7FB8-F88E-F58E-DD159D4DBBA6}"/>
                    </a:ext>
                  </a:extLst>
                </p:cNvPr>
                <p:cNvSpPr>
                  <a:spLocks/>
                </p:cNvSpPr>
                <p:nvPr/>
              </p:nvSpPr>
              <p:spPr bwMode="gray">
                <a:xfrm>
                  <a:off x="5005187" y="4126620"/>
                  <a:ext cx="198277" cy="344373"/>
                </a:xfrm>
                <a:custGeom>
                  <a:avLst/>
                  <a:gdLst>
                    <a:gd name="T0" fmla="*/ 24 w 114"/>
                    <a:gd name="T1" fmla="*/ 188 h 198"/>
                    <a:gd name="T2" fmla="*/ 20 w 114"/>
                    <a:gd name="T3" fmla="*/ 176 h 198"/>
                    <a:gd name="T4" fmla="*/ 20 w 114"/>
                    <a:gd name="T5" fmla="*/ 168 h 198"/>
                    <a:gd name="T6" fmla="*/ 20 w 114"/>
                    <a:gd name="T7" fmla="*/ 162 h 198"/>
                    <a:gd name="T8" fmla="*/ 12 w 114"/>
                    <a:gd name="T9" fmla="*/ 162 h 198"/>
                    <a:gd name="T10" fmla="*/ 8 w 114"/>
                    <a:gd name="T11" fmla="*/ 154 h 198"/>
                    <a:gd name="T12" fmla="*/ 8 w 114"/>
                    <a:gd name="T13" fmla="*/ 150 h 198"/>
                    <a:gd name="T14" fmla="*/ 4 w 114"/>
                    <a:gd name="T15" fmla="*/ 150 h 198"/>
                    <a:gd name="T16" fmla="*/ 4 w 114"/>
                    <a:gd name="T17" fmla="*/ 142 h 198"/>
                    <a:gd name="T18" fmla="*/ 8 w 114"/>
                    <a:gd name="T19" fmla="*/ 132 h 198"/>
                    <a:gd name="T20" fmla="*/ 12 w 114"/>
                    <a:gd name="T21" fmla="*/ 120 h 198"/>
                    <a:gd name="T22" fmla="*/ 20 w 114"/>
                    <a:gd name="T23" fmla="*/ 112 h 198"/>
                    <a:gd name="T24" fmla="*/ 26 w 114"/>
                    <a:gd name="T25" fmla="*/ 106 h 198"/>
                    <a:gd name="T26" fmla="*/ 30 w 114"/>
                    <a:gd name="T27" fmla="*/ 106 h 198"/>
                    <a:gd name="T28" fmla="*/ 38 w 114"/>
                    <a:gd name="T29" fmla="*/ 108 h 198"/>
                    <a:gd name="T30" fmla="*/ 42 w 114"/>
                    <a:gd name="T31" fmla="*/ 116 h 198"/>
                    <a:gd name="T32" fmla="*/ 46 w 114"/>
                    <a:gd name="T33" fmla="*/ 108 h 198"/>
                    <a:gd name="T34" fmla="*/ 50 w 114"/>
                    <a:gd name="T35" fmla="*/ 98 h 198"/>
                    <a:gd name="T36" fmla="*/ 54 w 114"/>
                    <a:gd name="T37" fmla="*/ 90 h 198"/>
                    <a:gd name="T38" fmla="*/ 54 w 114"/>
                    <a:gd name="T39" fmla="*/ 86 h 198"/>
                    <a:gd name="T40" fmla="*/ 56 w 114"/>
                    <a:gd name="T41" fmla="*/ 78 h 198"/>
                    <a:gd name="T42" fmla="*/ 64 w 114"/>
                    <a:gd name="T43" fmla="*/ 72 h 198"/>
                    <a:gd name="T44" fmla="*/ 68 w 114"/>
                    <a:gd name="T45" fmla="*/ 64 h 198"/>
                    <a:gd name="T46" fmla="*/ 68 w 114"/>
                    <a:gd name="T47" fmla="*/ 52 h 198"/>
                    <a:gd name="T48" fmla="*/ 72 w 114"/>
                    <a:gd name="T49" fmla="*/ 46 h 198"/>
                    <a:gd name="T50" fmla="*/ 80 w 114"/>
                    <a:gd name="T51" fmla="*/ 34 h 198"/>
                    <a:gd name="T52" fmla="*/ 86 w 114"/>
                    <a:gd name="T53" fmla="*/ 30 h 198"/>
                    <a:gd name="T54" fmla="*/ 86 w 114"/>
                    <a:gd name="T55" fmla="*/ 22 h 198"/>
                    <a:gd name="T56" fmla="*/ 86 w 114"/>
                    <a:gd name="T57" fmla="*/ 20 h 198"/>
                    <a:gd name="T58" fmla="*/ 86 w 114"/>
                    <a:gd name="T59" fmla="*/ 16 h 198"/>
                    <a:gd name="T60" fmla="*/ 84 w 114"/>
                    <a:gd name="T61" fmla="*/ 8 h 198"/>
                    <a:gd name="T62" fmla="*/ 84 w 114"/>
                    <a:gd name="T63" fmla="*/ 0 h 198"/>
                    <a:gd name="T64" fmla="*/ 86 w 114"/>
                    <a:gd name="T65" fmla="*/ 8 h 198"/>
                    <a:gd name="T66" fmla="*/ 94 w 114"/>
                    <a:gd name="T67" fmla="*/ 20 h 198"/>
                    <a:gd name="T68" fmla="*/ 94 w 114"/>
                    <a:gd name="T69" fmla="*/ 30 h 198"/>
                    <a:gd name="T70" fmla="*/ 94 w 114"/>
                    <a:gd name="T71" fmla="*/ 42 h 198"/>
                    <a:gd name="T72" fmla="*/ 98 w 114"/>
                    <a:gd name="T73" fmla="*/ 50 h 198"/>
                    <a:gd name="T74" fmla="*/ 98 w 114"/>
                    <a:gd name="T75" fmla="*/ 56 h 198"/>
                    <a:gd name="T76" fmla="*/ 86 w 114"/>
                    <a:gd name="T77" fmla="*/ 56 h 198"/>
                    <a:gd name="T78" fmla="*/ 84 w 114"/>
                    <a:gd name="T79" fmla="*/ 68 h 198"/>
                    <a:gd name="T80" fmla="*/ 94 w 114"/>
                    <a:gd name="T81" fmla="*/ 76 h 198"/>
                    <a:gd name="T82" fmla="*/ 98 w 114"/>
                    <a:gd name="T83" fmla="*/ 86 h 198"/>
                    <a:gd name="T84" fmla="*/ 102 w 114"/>
                    <a:gd name="T85" fmla="*/ 94 h 198"/>
                    <a:gd name="T86" fmla="*/ 98 w 114"/>
                    <a:gd name="T87" fmla="*/ 102 h 198"/>
                    <a:gd name="T88" fmla="*/ 94 w 114"/>
                    <a:gd name="T89" fmla="*/ 108 h 198"/>
                    <a:gd name="T90" fmla="*/ 90 w 114"/>
                    <a:gd name="T91" fmla="*/ 120 h 198"/>
                    <a:gd name="T92" fmla="*/ 86 w 114"/>
                    <a:gd name="T93" fmla="*/ 128 h 198"/>
                    <a:gd name="T94" fmla="*/ 86 w 114"/>
                    <a:gd name="T95" fmla="*/ 134 h 198"/>
                    <a:gd name="T96" fmla="*/ 90 w 114"/>
                    <a:gd name="T97" fmla="*/ 146 h 198"/>
                    <a:gd name="T98" fmla="*/ 94 w 114"/>
                    <a:gd name="T99" fmla="*/ 154 h 198"/>
                    <a:gd name="T100" fmla="*/ 98 w 114"/>
                    <a:gd name="T101" fmla="*/ 162 h 198"/>
                    <a:gd name="T102" fmla="*/ 106 w 114"/>
                    <a:gd name="T103" fmla="*/ 172 h 198"/>
                    <a:gd name="T104" fmla="*/ 110 w 114"/>
                    <a:gd name="T105" fmla="*/ 184 h 198"/>
                    <a:gd name="T106" fmla="*/ 110 w 114"/>
                    <a:gd name="T107" fmla="*/ 188 h 198"/>
                    <a:gd name="T108" fmla="*/ 110 w 114"/>
                    <a:gd name="T109" fmla="*/ 198 h 198"/>
                    <a:gd name="T110" fmla="*/ 102 w 114"/>
                    <a:gd name="T111" fmla="*/ 194 h 198"/>
                    <a:gd name="T112" fmla="*/ 94 w 114"/>
                    <a:gd name="T113" fmla="*/ 190 h 198"/>
                    <a:gd name="T114" fmla="*/ 84 w 114"/>
                    <a:gd name="T115" fmla="*/ 190 h 198"/>
                    <a:gd name="T116" fmla="*/ 68 w 114"/>
                    <a:gd name="T117" fmla="*/ 188 h 198"/>
                    <a:gd name="T118" fmla="*/ 56 w 114"/>
                    <a:gd name="T119" fmla="*/ 188 h 198"/>
                    <a:gd name="T120" fmla="*/ 46 w 114"/>
                    <a:gd name="T121" fmla="*/ 188 h 198"/>
                    <a:gd name="T122" fmla="*/ 38 w 114"/>
                    <a:gd name="T123" fmla="*/ 190 h 198"/>
                    <a:gd name="T124" fmla="*/ 26 w 114"/>
                    <a:gd name="T125" fmla="*/ 190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14" h="198">
                      <a:moveTo>
                        <a:pt x="26" y="190"/>
                      </a:moveTo>
                      <a:lnTo>
                        <a:pt x="24" y="190"/>
                      </a:lnTo>
                      <a:lnTo>
                        <a:pt x="24" y="188"/>
                      </a:lnTo>
                      <a:lnTo>
                        <a:pt x="20" y="188"/>
                      </a:lnTo>
                      <a:lnTo>
                        <a:pt x="20" y="184"/>
                      </a:lnTo>
                      <a:lnTo>
                        <a:pt x="20" y="176"/>
                      </a:lnTo>
                      <a:lnTo>
                        <a:pt x="24" y="176"/>
                      </a:lnTo>
                      <a:lnTo>
                        <a:pt x="24" y="172"/>
                      </a:lnTo>
                      <a:lnTo>
                        <a:pt x="20" y="168"/>
                      </a:lnTo>
                      <a:lnTo>
                        <a:pt x="20" y="164"/>
                      </a:lnTo>
                      <a:lnTo>
                        <a:pt x="16" y="162"/>
                      </a:lnTo>
                      <a:lnTo>
                        <a:pt x="20" y="162"/>
                      </a:lnTo>
                      <a:lnTo>
                        <a:pt x="16" y="158"/>
                      </a:lnTo>
                      <a:lnTo>
                        <a:pt x="16" y="162"/>
                      </a:lnTo>
                      <a:lnTo>
                        <a:pt x="12" y="162"/>
                      </a:lnTo>
                      <a:lnTo>
                        <a:pt x="12" y="158"/>
                      </a:lnTo>
                      <a:lnTo>
                        <a:pt x="8" y="158"/>
                      </a:lnTo>
                      <a:lnTo>
                        <a:pt x="8" y="154"/>
                      </a:lnTo>
                      <a:lnTo>
                        <a:pt x="8" y="150"/>
                      </a:lnTo>
                      <a:lnTo>
                        <a:pt x="8" y="146"/>
                      </a:lnTo>
                      <a:lnTo>
                        <a:pt x="8" y="150"/>
                      </a:lnTo>
                      <a:lnTo>
                        <a:pt x="4" y="150"/>
                      </a:lnTo>
                      <a:lnTo>
                        <a:pt x="4" y="146"/>
                      </a:lnTo>
                      <a:lnTo>
                        <a:pt x="4" y="150"/>
                      </a:lnTo>
                      <a:lnTo>
                        <a:pt x="0" y="150"/>
                      </a:lnTo>
                      <a:lnTo>
                        <a:pt x="0" y="146"/>
                      </a:lnTo>
                      <a:lnTo>
                        <a:pt x="4" y="142"/>
                      </a:lnTo>
                      <a:lnTo>
                        <a:pt x="4" y="138"/>
                      </a:lnTo>
                      <a:lnTo>
                        <a:pt x="8" y="134"/>
                      </a:lnTo>
                      <a:lnTo>
                        <a:pt x="8" y="132"/>
                      </a:lnTo>
                      <a:lnTo>
                        <a:pt x="8" y="128"/>
                      </a:lnTo>
                      <a:lnTo>
                        <a:pt x="8" y="124"/>
                      </a:lnTo>
                      <a:lnTo>
                        <a:pt x="12" y="120"/>
                      </a:lnTo>
                      <a:lnTo>
                        <a:pt x="16" y="116"/>
                      </a:lnTo>
                      <a:lnTo>
                        <a:pt x="20" y="116"/>
                      </a:lnTo>
                      <a:lnTo>
                        <a:pt x="20" y="112"/>
                      </a:lnTo>
                      <a:lnTo>
                        <a:pt x="20" y="108"/>
                      </a:lnTo>
                      <a:lnTo>
                        <a:pt x="24" y="108"/>
                      </a:lnTo>
                      <a:lnTo>
                        <a:pt x="26" y="106"/>
                      </a:lnTo>
                      <a:lnTo>
                        <a:pt x="26" y="108"/>
                      </a:lnTo>
                      <a:lnTo>
                        <a:pt x="30" y="108"/>
                      </a:lnTo>
                      <a:lnTo>
                        <a:pt x="30" y="106"/>
                      </a:lnTo>
                      <a:lnTo>
                        <a:pt x="34" y="106"/>
                      </a:lnTo>
                      <a:lnTo>
                        <a:pt x="34" y="108"/>
                      </a:lnTo>
                      <a:lnTo>
                        <a:pt x="38" y="108"/>
                      </a:lnTo>
                      <a:lnTo>
                        <a:pt x="38" y="112"/>
                      </a:lnTo>
                      <a:lnTo>
                        <a:pt x="38" y="116"/>
                      </a:lnTo>
                      <a:lnTo>
                        <a:pt x="42" y="116"/>
                      </a:lnTo>
                      <a:lnTo>
                        <a:pt x="42" y="112"/>
                      </a:lnTo>
                      <a:lnTo>
                        <a:pt x="46" y="112"/>
                      </a:lnTo>
                      <a:lnTo>
                        <a:pt x="46" y="108"/>
                      </a:lnTo>
                      <a:lnTo>
                        <a:pt x="50" y="106"/>
                      </a:lnTo>
                      <a:lnTo>
                        <a:pt x="50" y="102"/>
                      </a:lnTo>
                      <a:lnTo>
                        <a:pt x="50" y="98"/>
                      </a:lnTo>
                      <a:lnTo>
                        <a:pt x="54" y="98"/>
                      </a:lnTo>
                      <a:lnTo>
                        <a:pt x="54" y="94"/>
                      </a:lnTo>
                      <a:lnTo>
                        <a:pt x="54" y="90"/>
                      </a:lnTo>
                      <a:lnTo>
                        <a:pt x="54" y="86"/>
                      </a:lnTo>
                      <a:lnTo>
                        <a:pt x="56" y="86"/>
                      </a:lnTo>
                      <a:lnTo>
                        <a:pt x="54" y="86"/>
                      </a:lnTo>
                      <a:lnTo>
                        <a:pt x="54" y="82"/>
                      </a:lnTo>
                      <a:lnTo>
                        <a:pt x="56" y="82"/>
                      </a:lnTo>
                      <a:lnTo>
                        <a:pt x="56" y="78"/>
                      </a:lnTo>
                      <a:lnTo>
                        <a:pt x="60" y="78"/>
                      </a:lnTo>
                      <a:lnTo>
                        <a:pt x="64" y="76"/>
                      </a:lnTo>
                      <a:lnTo>
                        <a:pt x="64" y="72"/>
                      </a:lnTo>
                      <a:lnTo>
                        <a:pt x="64" y="68"/>
                      </a:lnTo>
                      <a:lnTo>
                        <a:pt x="64" y="64"/>
                      </a:lnTo>
                      <a:lnTo>
                        <a:pt x="68" y="64"/>
                      </a:lnTo>
                      <a:lnTo>
                        <a:pt x="68" y="60"/>
                      </a:lnTo>
                      <a:lnTo>
                        <a:pt x="68" y="56"/>
                      </a:lnTo>
                      <a:lnTo>
                        <a:pt x="68" y="52"/>
                      </a:lnTo>
                      <a:lnTo>
                        <a:pt x="72" y="52"/>
                      </a:lnTo>
                      <a:lnTo>
                        <a:pt x="72" y="50"/>
                      </a:lnTo>
                      <a:lnTo>
                        <a:pt x="72" y="46"/>
                      </a:lnTo>
                      <a:lnTo>
                        <a:pt x="76" y="42"/>
                      </a:lnTo>
                      <a:lnTo>
                        <a:pt x="76" y="38"/>
                      </a:lnTo>
                      <a:lnTo>
                        <a:pt x="80" y="34"/>
                      </a:lnTo>
                      <a:lnTo>
                        <a:pt x="84" y="34"/>
                      </a:lnTo>
                      <a:lnTo>
                        <a:pt x="84" y="30"/>
                      </a:lnTo>
                      <a:lnTo>
                        <a:pt x="86" y="30"/>
                      </a:lnTo>
                      <a:lnTo>
                        <a:pt x="90" y="26"/>
                      </a:lnTo>
                      <a:lnTo>
                        <a:pt x="86" y="26"/>
                      </a:lnTo>
                      <a:lnTo>
                        <a:pt x="86" y="22"/>
                      </a:lnTo>
                      <a:lnTo>
                        <a:pt x="90" y="22"/>
                      </a:lnTo>
                      <a:lnTo>
                        <a:pt x="90" y="20"/>
                      </a:lnTo>
                      <a:lnTo>
                        <a:pt x="86" y="20"/>
                      </a:lnTo>
                      <a:lnTo>
                        <a:pt x="90" y="20"/>
                      </a:lnTo>
                      <a:lnTo>
                        <a:pt x="90" y="16"/>
                      </a:lnTo>
                      <a:lnTo>
                        <a:pt x="86" y="16"/>
                      </a:lnTo>
                      <a:lnTo>
                        <a:pt x="84" y="16"/>
                      </a:lnTo>
                      <a:lnTo>
                        <a:pt x="84" y="12"/>
                      </a:lnTo>
                      <a:lnTo>
                        <a:pt x="84" y="8"/>
                      </a:lnTo>
                      <a:lnTo>
                        <a:pt x="84" y="4"/>
                      </a:lnTo>
                      <a:lnTo>
                        <a:pt x="80" y="0"/>
                      </a:lnTo>
                      <a:lnTo>
                        <a:pt x="84" y="0"/>
                      </a:lnTo>
                      <a:lnTo>
                        <a:pt x="86" y="0"/>
                      </a:lnTo>
                      <a:lnTo>
                        <a:pt x="86" y="4"/>
                      </a:lnTo>
                      <a:lnTo>
                        <a:pt x="86" y="8"/>
                      </a:lnTo>
                      <a:lnTo>
                        <a:pt x="90" y="8"/>
                      </a:lnTo>
                      <a:lnTo>
                        <a:pt x="94" y="16"/>
                      </a:lnTo>
                      <a:lnTo>
                        <a:pt x="94" y="20"/>
                      </a:lnTo>
                      <a:lnTo>
                        <a:pt x="94" y="22"/>
                      </a:lnTo>
                      <a:lnTo>
                        <a:pt x="94" y="26"/>
                      </a:lnTo>
                      <a:lnTo>
                        <a:pt x="94" y="30"/>
                      </a:lnTo>
                      <a:lnTo>
                        <a:pt x="94" y="34"/>
                      </a:lnTo>
                      <a:lnTo>
                        <a:pt x="94" y="38"/>
                      </a:lnTo>
                      <a:lnTo>
                        <a:pt x="94" y="42"/>
                      </a:lnTo>
                      <a:lnTo>
                        <a:pt x="94" y="46"/>
                      </a:lnTo>
                      <a:lnTo>
                        <a:pt x="98" y="46"/>
                      </a:lnTo>
                      <a:lnTo>
                        <a:pt x="98" y="50"/>
                      </a:lnTo>
                      <a:lnTo>
                        <a:pt x="102" y="52"/>
                      </a:lnTo>
                      <a:lnTo>
                        <a:pt x="102" y="56"/>
                      </a:lnTo>
                      <a:lnTo>
                        <a:pt x="98" y="56"/>
                      </a:lnTo>
                      <a:lnTo>
                        <a:pt x="94" y="56"/>
                      </a:lnTo>
                      <a:lnTo>
                        <a:pt x="90" y="56"/>
                      </a:lnTo>
                      <a:lnTo>
                        <a:pt x="86" y="56"/>
                      </a:lnTo>
                      <a:lnTo>
                        <a:pt x="84" y="56"/>
                      </a:lnTo>
                      <a:lnTo>
                        <a:pt x="80" y="60"/>
                      </a:lnTo>
                      <a:lnTo>
                        <a:pt x="84" y="68"/>
                      </a:lnTo>
                      <a:lnTo>
                        <a:pt x="86" y="72"/>
                      </a:lnTo>
                      <a:lnTo>
                        <a:pt x="90" y="76"/>
                      </a:lnTo>
                      <a:lnTo>
                        <a:pt x="94" y="76"/>
                      </a:lnTo>
                      <a:lnTo>
                        <a:pt x="94" y="78"/>
                      </a:lnTo>
                      <a:lnTo>
                        <a:pt x="98" y="82"/>
                      </a:lnTo>
                      <a:lnTo>
                        <a:pt x="98" y="86"/>
                      </a:lnTo>
                      <a:lnTo>
                        <a:pt x="98" y="90"/>
                      </a:lnTo>
                      <a:lnTo>
                        <a:pt x="102" y="90"/>
                      </a:lnTo>
                      <a:lnTo>
                        <a:pt x="102" y="94"/>
                      </a:lnTo>
                      <a:lnTo>
                        <a:pt x="102" y="98"/>
                      </a:lnTo>
                      <a:lnTo>
                        <a:pt x="102" y="102"/>
                      </a:lnTo>
                      <a:lnTo>
                        <a:pt x="98" y="102"/>
                      </a:lnTo>
                      <a:lnTo>
                        <a:pt x="98" y="106"/>
                      </a:lnTo>
                      <a:lnTo>
                        <a:pt x="94" y="106"/>
                      </a:lnTo>
                      <a:lnTo>
                        <a:pt x="94" y="108"/>
                      </a:lnTo>
                      <a:lnTo>
                        <a:pt x="94" y="112"/>
                      </a:lnTo>
                      <a:lnTo>
                        <a:pt x="90" y="116"/>
                      </a:lnTo>
                      <a:lnTo>
                        <a:pt x="90" y="120"/>
                      </a:lnTo>
                      <a:lnTo>
                        <a:pt x="86" y="120"/>
                      </a:lnTo>
                      <a:lnTo>
                        <a:pt x="86" y="124"/>
                      </a:lnTo>
                      <a:lnTo>
                        <a:pt x="86" y="128"/>
                      </a:lnTo>
                      <a:lnTo>
                        <a:pt x="90" y="128"/>
                      </a:lnTo>
                      <a:lnTo>
                        <a:pt x="86" y="132"/>
                      </a:lnTo>
                      <a:lnTo>
                        <a:pt x="86" y="134"/>
                      </a:lnTo>
                      <a:lnTo>
                        <a:pt x="90" y="138"/>
                      </a:lnTo>
                      <a:lnTo>
                        <a:pt x="90" y="142"/>
                      </a:lnTo>
                      <a:lnTo>
                        <a:pt x="90" y="146"/>
                      </a:lnTo>
                      <a:lnTo>
                        <a:pt x="90" y="150"/>
                      </a:lnTo>
                      <a:lnTo>
                        <a:pt x="94" y="150"/>
                      </a:lnTo>
                      <a:lnTo>
                        <a:pt x="94" y="154"/>
                      </a:lnTo>
                      <a:lnTo>
                        <a:pt x="94" y="158"/>
                      </a:lnTo>
                      <a:lnTo>
                        <a:pt x="94" y="162"/>
                      </a:lnTo>
                      <a:lnTo>
                        <a:pt x="98" y="162"/>
                      </a:lnTo>
                      <a:lnTo>
                        <a:pt x="98" y="164"/>
                      </a:lnTo>
                      <a:lnTo>
                        <a:pt x="102" y="168"/>
                      </a:lnTo>
                      <a:lnTo>
                        <a:pt x="106" y="172"/>
                      </a:lnTo>
                      <a:lnTo>
                        <a:pt x="110" y="176"/>
                      </a:lnTo>
                      <a:lnTo>
                        <a:pt x="110" y="180"/>
                      </a:lnTo>
                      <a:lnTo>
                        <a:pt x="110" y="184"/>
                      </a:lnTo>
                      <a:lnTo>
                        <a:pt x="110" y="188"/>
                      </a:lnTo>
                      <a:lnTo>
                        <a:pt x="114" y="188"/>
                      </a:lnTo>
                      <a:lnTo>
                        <a:pt x="110" y="188"/>
                      </a:lnTo>
                      <a:lnTo>
                        <a:pt x="110" y="190"/>
                      </a:lnTo>
                      <a:lnTo>
                        <a:pt x="110" y="194"/>
                      </a:lnTo>
                      <a:lnTo>
                        <a:pt x="110" y="198"/>
                      </a:lnTo>
                      <a:lnTo>
                        <a:pt x="110" y="194"/>
                      </a:lnTo>
                      <a:lnTo>
                        <a:pt x="106" y="194"/>
                      </a:lnTo>
                      <a:lnTo>
                        <a:pt x="102" y="194"/>
                      </a:lnTo>
                      <a:lnTo>
                        <a:pt x="102" y="190"/>
                      </a:lnTo>
                      <a:lnTo>
                        <a:pt x="98" y="190"/>
                      </a:lnTo>
                      <a:lnTo>
                        <a:pt x="94" y="190"/>
                      </a:lnTo>
                      <a:lnTo>
                        <a:pt x="90" y="190"/>
                      </a:lnTo>
                      <a:lnTo>
                        <a:pt x="86" y="190"/>
                      </a:lnTo>
                      <a:lnTo>
                        <a:pt x="84" y="190"/>
                      </a:lnTo>
                      <a:lnTo>
                        <a:pt x="76" y="190"/>
                      </a:lnTo>
                      <a:lnTo>
                        <a:pt x="68" y="190"/>
                      </a:lnTo>
                      <a:lnTo>
                        <a:pt x="68" y="188"/>
                      </a:lnTo>
                      <a:lnTo>
                        <a:pt x="64" y="188"/>
                      </a:lnTo>
                      <a:lnTo>
                        <a:pt x="60" y="188"/>
                      </a:lnTo>
                      <a:lnTo>
                        <a:pt x="56" y="188"/>
                      </a:lnTo>
                      <a:lnTo>
                        <a:pt x="54" y="188"/>
                      </a:lnTo>
                      <a:lnTo>
                        <a:pt x="50" y="188"/>
                      </a:lnTo>
                      <a:lnTo>
                        <a:pt x="46" y="188"/>
                      </a:lnTo>
                      <a:lnTo>
                        <a:pt x="42" y="188"/>
                      </a:lnTo>
                      <a:lnTo>
                        <a:pt x="42" y="190"/>
                      </a:lnTo>
                      <a:lnTo>
                        <a:pt x="38" y="190"/>
                      </a:lnTo>
                      <a:lnTo>
                        <a:pt x="30" y="190"/>
                      </a:lnTo>
                      <a:lnTo>
                        <a:pt x="26" y="190"/>
                      </a:lnTo>
                      <a:lnTo>
                        <a:pt x="26" y="190"/>
                      </a:lnTo>
                      <a:lnTo>
                        <a:pt x="26" y="190"/>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145" name="Freeform 134">
                  <a:extLst>
                    <a:ext uri="{FF2B5EF4-FFF2-40B4-BE49-F238E27FC236}">
                      <a16:creationId xmlns:a16="http://schemas.microsoft.com/office/drawing/2014/main" id="{8FBF5958-89D3-5BD9-8870-C0E8117B7A81}"/>
                    </a:ext>
                  </a:extLst>
                </p:cNvPr>
                <p:cNvSpPr>
                  <a:spLocks noEditPoints="1"/>
                </p:cNvSpPr>
                <p:nvPr/>
              </p:nvSpPr>
              <p:spPr bwMode="gray">
                <a:xfrm>
                  <a:off x="4177296" y="4004870"/>
                  <a:ext cx="66092" cy="69570"/>
                </a:xfrm>
                <a:custGeom>
                  <a:avLst/>
                  <a:gdLst>
                    <a:gd name="T0" fmla="*/ 0 w 38"/>
                    <a:gd name="T1" fmla="*/ 4 h 40"/>
                    <a:gd name="T2" fmla="*/ 0 w 38"/>
                    <a:gd name="T3" fmla="*/ 4 h 40"/>
                    <a:gd name="T4" fmla="*/ 4 w 38"/>
                    <a:gd name="T5" fmla="*/ 0 h 40"/>
                    <a:gd name="T6" fmla="*/ 4 w 38"/>
                    <a:gd name="T7" fmla="*/ 4 h 40"/>
                    <a:gd name="T8" fmla="*/ 4 w 38"/>
                    <a:gd name="T9" fmla="*/ 4 h 40"/>
                    <a:gd name="T10" fmla="*/ 4 w 38"/>
                    <a:gd name="T11" fmla="*/ 4 h 40"/>
                    <a:gd name="T12" fmla="*/ 0 w 38"/>
                    <a:gd name="T13" fmla="*/ 4 h 40"/>
                    <a:gd name="T14" fmla="*/ 0 w 38"/>
                    <a:gd name="T15" fmla="*/ 4 h 40"/>
                    <a:gd name="T16" fmla="*/ 4 w 38"/>
                    <a:gd name="T17" fmla="*/ 8 h 40"/>
                    <a:gd name="T18" fmla="*/ 4 w 38"/>
                    <a:gd name="T19" fmla="*/ 8 h 40"/>
                    <a:gd name="T20" fmla="*/ 4 w 38"/>
                    <a:gd name="T21" fmla="*/ 4 h 40"/>
                    <a:gd name="T22" fmla="*/ 8 w 38"/>
                    <a:gd name="T23" fmla="*/ 8 h 40"/>
                    <a:gd name="T24" fmla="*/ 4 w 38"/>
                    <a:gd name="T25" fmla="*/ 8 h 40"/>
                    <a:gd name="T26" fmla="*/ 34 w 38"/>
                    <a:gd name="T27" fmla="*/ 10 h 40"/>
                    <a:gd name="T28" fmla="*/ 34 w 38"/>
                    <a:gd name="T29" fmla="*/ 8 h 40"/>
                    <a:gd name="T30" fmla="*/ 34 w 38"/>
                    <a:gd name="T31" fmla="*/ 8 h 40"/>
                    <a:gd name="T32" fmla="*/ 34 w 38"/>
                    <a:gd name="T33" fmla="*/ 8 h 40"/>
                    <a:gd name="T34" fmla="*/ 34 w 38"/>
                    <a:gd name="T35" fmla="*/ 10 h 40"/>
                    <a:gd name="T36" fmla="*/ 16 w 38"/>
                    <a:gd name="T37" fmla="*/ 10 h 40"/>
                    <a:gd name="T38" fmla="*/ 12 w 38"/>
                    <a:gd name="T39" fmla="*/ 10 h 40"/>
                    <a:gd name="T40" fmla="*/ 16 w 38"/>
                    <a:gd name="T41" fmla="*/ 10 h 40"/>
                    <a:gd name="T42" fmla="*/ 20 w 38"/>
                    <a:gd name="T43" fmla="*/ 10 h 40"/>
                    <a:gd name="T44" fmla="*/ 20 w 38"/>
                    <a:gd name="T45" fmla="*/ 10 h 40"/>
                    <a:gd name="T46" fmla="*/ 16 w 38"/>
                    <a:gd name="T47" fmla="*/ 10 h 40"/>
                    <a:gd name="T48" fmla="*/ 16 w 38"/>
                    <a:gd name="T49" fmla="*/ 10 h 40"/>
                    <a:gd name="T50" fmla="*/ 16 w 38"/>
                    <a:gd name="T51" fmla="*/ 10 h 40"/>
                    <a:gd name="T52" fmla="*/ 16 w 38"/>
                    <a:gd name="T53" fmla="*/ 10 h 40"/>
                    <a:gd name="T54" fmla="*/ 16 w 38"/>
                    <a:gd name="T55" fmla="*/ 10 h 40"/>
                    <a:gd name="T56" fmla="*/ 34 w 38"/>
                    <a:gd name="T57" fmla="*/ 22 h 40"/>
                    <a:gd name="T58" fmla="*/ 34 w 38"/>
                    <a:gd name="T59" fmla="*/ 22 h 40"/>
                    <a:gd name="T60" fmla="*/ 34 w 38"/>
                    <a:gd name="T61" fmla="*/ 18 h 40"/>
                    <a:gd name="T62" fmla="*/ 38 w 38"/>
                    <a:gd name="T63" fmla="*/ 18 h 40"/>
                    <a:gd name="T64" fmla="*/ 38 w 38"/>
                    <a:gd name="T65" fmla="*/ 18 h 40"/>
                    <a:gd name="T66" fmla="*/ 34 w 38"/>
                    <a:gd name="T67" fmla="*/ 22 h 40"/>
                    <a:gd name="T68" fmla="*/ 30 w 38"/>
                    <a:gd name="T69" fmla="*/ 38 h 40"/>
                    <a:gd name="T70" fmla="*/ 30 w 38"/>
                    <a:gd name="T71" fmla="*/ 38 h 40"/>
                    <a:gd name="T72" fmla="*/ 30 w 38"/>
                    <a:gd name="T73" fmla="*/ 34 h 40"/>
                    <a:gd name="T74" fmla="*/ 30 w 38"/>
                    <a:gd name="T75" fmla="*/ 34 h 40"/>
                    <a:gd name="T76" fmla="*/ 30 w 38"/>
                    <a:gd name="T77" fmla="*/ 38 h 40"/>
                    <a:gd name="T78" fmla="*/ 30 w 38"/>
                    <a:gd name="T79" fmla="*/ 38 h 40"/>
                    <a:gd name="T80" fmla="*/ 24 w 38"/>
                    <a:gd name="T81" fmla="*/ 40 h 40"/>
                    <a:gd name="T82" fmla="*/ 24 w 38"/>
                    <a:gd name="T83" fmla="*/ 38 h 40"/>
                    <a:gd name="T84" fmla="*/ 24 w 38"/>
                    <a:gd name="T85" fmla="*/ 38 h 40"/>
                    <a:gd name="T86" fmla="*/ 24 w 38"/>
                    <a:gd name="T87" fmla="*/ 34 h 40"/>
                    <a:gd name="T88" fmla="*/ 26 w 38"/>
                    <a:gd name="T89" fmla="*/ 38 h 40"/>
                    <a:gd name="T90" fmla="*/ 26 w 38"/>
                    <a:gd name="T91" fmla="*/ 38 h 40"/>
                    <a:gd name="T92" fmla="*/ 26 w 38"/>
                    <a:gd name="T93" fmla="*/ 40 h 40"/>
                    <a:gd name="T94" fmla="*/ 12 w 38"/>
                    <a:gd name="T95" fmla="*/ 40 h 40"/>
                    <a:gd name="T96" fmla="*/ 12 w 38"/>
                    <a:gd name="T97" fmla="*/ 40 h 40"/>
                    <a:gd name="T98" fmla="*/ 12 w 38"/>
                    <a:gd name="T99" fmla="*/ 40 h 40"/>
                    <a:gd name="T100" fmla="*/ 12 w 38"/>
                    <a:gd name="T101" fmla="*/ 38 h 40"/>
                    <a:gd name="T102" fmla="*/ 16 w 38"/>
                    <a:gd name="T103" fmla="*/ 38 h 40"/>
                    <a:gd name="T104" fmla="*/ 16 w 38"/>
                    <a:gd name="T105" fmla="*/ 40 h 40"/>
                    <a:gd name="T106" fmla="*/ 16 w 38"/>
                    <a:gd name="T107" fmla="*/ 40 h 40"/>
                    <a:gd name="T108" fmla="*/ 12 w 38"/>
                    <a:gd name="T109"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38" h="40">
                      <a:moveTo>
                        <a:pt x="0" y="4"/>
                      </a:moveTo>
                      <a:lnTo>
                        <a:pt x="0" y="4"/>
                      </a:lnTo>
                      <a:lnTo>
                        <a:pt x="0" y="4"/>
                      </a:lnTo>
                      <a:lnTo>
                        <a:pt x="0" y="4"/>
                      </a:lnTo>
                      <a:lnTo>
                        <a:pt x="0" y="4"/>
                      </a:lnTo>
                      <a:lnTo>
                        <a:pt x="0" y="4"/>
                      </a:lnTo>
                      <a:lnTo>
                        <a:pt x="0" y="4"/>
                      </a:lnTo>
                      <a:lnTo>
                        <a:pt x="0" y="0"/>
                      </a:lnTo>
                      <a:lnTo>
                        <a:pt x="4" y="0"/>
                      </a:lnTo>
                      <a:lnTo>
                        <a:pt x="4" y="0"/>
                      </a:lnTo>
                      <a:lnTo>
                        <a:pt x="4" y="0"/>
                      </a:lnTo>
                      <a:lnTo>
                        <a:pt x="4" y="4"/>
                      </a:lnTo>
                      <a:lnTo>
                        <a:pt x="4" y="4"/>
                      </a:lnTo>
                      <a:lnTo>
                        <a:pt x="4" y="4"/>
                      </a:lnTo>
                      <a:lnTo>
                        <a:pt x="4" y="4"/>
                      </a:lnTo>
                      <a:lnTo>
                        <a:pt x="4" y="4"/>
                      </a:lnTo>
                      <a:lnTo>
                        <a:pt x="4" y="4"/>
                      </a:lnTo>
                      <a:lnTo>
                        <a:pt x="4" y="4"/>
                      </a:lnTo>
                      <a:lnTo>
                        <a:pt x="4" y="4"/>
                      </a:lnTo>
                      <a:lnTo>
                        <a:pt x="0" y="4"/>
                      </a:lnTo>
                      <a:lnTo>
                        <a:pt x="0" y="4"/>
                      </a:lnTo>
                      <a:lnTo>
                        <a:pt x="0" y="4"/>
                      </a:lnTo>
                      <a:lnTo>
                        <a:pt x="0" y="4"/>
                      </a:lnTo>
                      <a:lnTo>
                        <a:pt x="0" y="4"/>
                      </a:lnTo>
                      <a:lnTo>
                        <a:pt x="0" y="4"/>
                      </a:lnTo>
                      <a:close/>
                      <a:moveTo>
                        <a:pt x="4" y="8"/>
                      </a:moveTo>
                      <a:lnTo>
                        <a:pt x="4" y="8"/>
                      </a:lnTo>
                      <a:lnTo>
                        <a:pt x="4" y="8"/>
                      </a:lnTo>
                      <a:lnTo>
                        <a:pt x="4" y="8"/>
                      </a:lnTo>
                      <a:lnTo>
                        <a:pt x="4" y="8"/>
                      </a:lnTo>
                      <a:lnTo>
                        <a:pt x="4" y="4"/>
                      </a:lnTo>
                      <a:lnTo>
                        <a:pt x="4" y="4"/>
                      </a:lnTo>
                      <a:lnTo>
                        <a:pt x="4" y="4"/>
                      </a:lnTo>
                      <a:lnTo>
                        <a:pt x="8" y="8"/>
                      </a:lnTo>
                      <a:lnTo>
                        <a:pt x="8" y="8"/>
                      </a:lnTo>
                      <a:lnTo>
                        <a:pt x="8" y="8"/>
                      </a:lnTo>
                      <a:lnTo>
                        <a:pt x="8" y="8"/>
                      </a:lnTo>
                      <a:lnTo>
                        <a:pt x="4" y="8"/>
                      </a:lnTo>
                      <a:lnTo>
                        <a:pt x="4" y="8"/>
                      </a:lnTo>
                      <a:lnTo>
                        <a:pt x="4" y="8"/>
                      </a:lnTo>
                      <a:lnTo>
                        <a:pt x="4" y="8"/>
                      </a:lnTo>
                      <a:close/>
                      <a:moveTo>
                        <a:pt x="34" y="10"/>
                      </a:moveTo>
                      <a:lnTo>
                        <a:pt x="34" y="10"/>
                      </a:lnTo>
                      <a:lnTo>
                        <a:pt x="34" y="10"/>
                      </a:lnTo>
                      <a:lnTo>
                        <a:pt x="34" y="8"/>
                      </a:lnTo>
                      <a:lnTo>
                        <a:pt x="34" y="8"/>
                      </a:lnTo>
                      <a:lnTo>
                        <a:pt x="34" y="8"/>
                      </a:lnTo>
                      <a:lnTo>
                        <a:pt x="34" y="8"/>
                      </a:lnTo>
                      <a:lnTo>
                        <a:pt x="34" y="8"/>
                      </a:lnTo>
                      <a:lnTo>
                        <a:pt x="34" y="8"/>
                      </a:lnTo>
                      <a:lnTo>
                        <a:pt x="34" y="8"/>
                      </a:lnTo>
                      <a:lnTo>
                        <a:pt x="34" y="10"/>
                      </a:lnTo>
                      <a:lnTo>
                        <a:pt x="34" y="10"/>
                      </a:lnTo>
                      <a:lnTo>
                        <a:pt x="34" y="10"/>
                      </a:lnTo>
                      <a:lnTo>
                        <a:pt x="34" y="10"/>
                      </a:lnTo>
                      <a:lnTo>
                        <a:pt x="34" y="10"/>
                      </a:lnTo>
                      <a:close/>
                      <a:moveTo>
                        <a:pt x="16" y="10"/>
                      </a:moveTo>
                      <a:lnTo>
                        <a:pt x="12" y="10"/>
                      </a:lnTo>
                      <a:lnTo>
                        <a:pt x="12" y="10"/>
                      </a:lnTo>
                      <a:lnTo>
                        <a:pt x="12" y="10"/>
                      </a:lnTo>
                      <a:lnTo>
                        <a:pt x="12" y="10"/>
                      </a:lnTo>
                      <a:lnTo>
                        <a:pt x="16" y="10"/>
                      </a:lnTo>
                      <a:lnTo>
                        <a:pt x="16" y="10"/>
                      </a:lnTo>
                      <a:lnTo>
                        <a:pt x="16" y="10"/>
                      </a:lnTo>
                      <a:lnTo>
                        <a:pt x="16" y="10"/>
                      </a:lnTo>
                      <a:lnTo>
                        <a:pt x="20" y="10"/>
                      </a:lnTo>
                      <a:lnTo>
                        <a:pt x="20" y="10"/>
                      </a:lnTo>
                      <a:lnTo>
                        <a:pt x="20" y="10"/>
                      </a:lnTo>
                      <a:lnTo>
                        <a:pt x="20" y="10"/>
                      </a:lnTo>
                      <a:lnTo>
                        <a:pt x="20" y="10"/>
                      </a:lnTo>
                      <a:lnTo>
                        <a:pt x="20" y="10"/>
                      </a:lnTo>
                      <a:lnTo>
                        <a:pt x="16" y="10"/>
                      </a:lnTo>
                      <a:lnTo>
                        <a:pt x="16" y="10"/>
                      </a:lnTo>
                      <a:lnTo>
                        <a:pt x="16" y="10"/>
                      </a:lnTo>
                      <a:lnTo>
                        <a:pt x="16" y="10"/>
                      </a:lnTo>
                      <a:lnTo>
                        <a:pt x="16" y="10"/>
                      </a:lnTo>
                      <a:lnTo>
                        <a:pt x="16" y="10"/>
                      </a:lnTo>
                      <a:lnTo>
                        <a:pt x="16" y="10"/>
                      </a:lnTo>
                      <a:lnTo>
                        <a:pt x="16" y="10"/>
                      </a:lnTo>
                      <a:lnTo>
                        <a:pt x="16" y="10"/>
                      </a:lnTo>
                      <a:lnTo>
                        <a:pt x="16" y="10"/>
                      </a:lnTo>
                      <a:lnTo>
                        <a:pt x="16" y="10"/>
                      </a:lnTo>
                      <a:lnTo>
                        <a:pt x="16" y="10"/>
                      </a:lnTo>
                      <a:lnTo>
                        <a:pt x="16" y="10"/>
                      </a:lnTo>
                      <a:lnTo>
                        <a:pt x="16" y="10"/>
                      </a:lnTo>
                      <a:lnTo>
                        <a:pt x="16" y="10"/>
                      </a:lnTo>
                      <a:close/>
                      <a:moveTo>
                        <a:pt x="34" y="22"/>
                      </a:moveTo>
                      <a:lnTo>
                        <a:pt x="34" y="22"/>
                      </a:lnTo>
                      <a:lnTo>
                        <a:pt x="34" y="22"/>
                      </a:lnTo>
                      <a:lnTo>
                        <a:pt x="34" y="22"/>
                      </a:lnTo>
                      <a:lnTo>
                        <a:pt x="34" y="18"/>
                      </a:lnTo>
                      <a:lnTo>
                        <a:pt x="34" y="18"/>
                      </a:lnTo>
                      <a:lnTo>
                        <a:pt x="34" y="18"/>
                      </a:lnTo>
                      <a:lnTo>
                        <a:pt x="34" y="18"/>
                      </a:lnTo>
                      <a:lnTo>
                        <a:pt x="38" y="18"/>
                      </a:lnTo>
                      <a:lnTo>
                        <a:pt x="38" y="18"/>
                      </a:lnTo>
                      <a:lnTo>
                        <a:pt x="38" y="18"/>
                      </a:lnTo>
                      <a:lnTo>
                        <a:pt x="38" y="18"/>
                      </a:lnTo>
                      <a:lnTo>
                        <a:pt x="38" y="18"/>
                      </a:lnTo>
                      <a:lnTo>
                        <a:pt x="38" y="18"/>
                      </a:lnTo>
                      <a:lnTo>
                        <a:pt x="38" y="22"/>
                      </a:lnTo>
                      <a:lnTo>
                        <a:pt x="34" y="22"/>
                      </a:lnTo>
                      <a:lnTo>
                        <a:pt x="34" y="22"/>
                      </a:lnTo>
                      <a:lnTo>
                        <a:pt x="34" y="22"/>
                      </a:lnTo>
                      <a:close/>
                      <a:moveTo>
                        <a:pt x="30" y="38"/>
                      </a:moveTo>
                      <a:lnTo>
                        <a:pt x="30" y="38"/>
                      </a:lnTo>
                      <a:lnTo>
                        <a:pt x="30" y="38"/>
                      </a:lnTo>
                      <a:lnTo>
                        <a:pt x="30" y="38"/>
                      </a:lnTo>
                      <a:lnTo>
                        <a:pt x="30" y="38"/>
                      </a:lnTo>
                      <a:lnTo>
                        <a:pt x="30" y="34"/>
                      </a:lnTo>
                      <a:lnTo>
                        <a:pt x="30" y="34"/>
                      </a:lnTo>
                      <a:lnTo>
                        <a:pt x="30" y="34"/>
                      </a:lnTo>
                      <a:lnTo>
                        <a:pt x="30" y="34"/>
                      </a:lnTo>
                      <a:lnTo>
                        <a:pt x="30" y="34"/>
                      </a:lnTo>
                      <a:lnTo>
                        <a:pt x="30" y="38"/>
                      </a:lnTo>
                      <a:lnTo>
                        <a:pt x="30" y="38"/>
                      </a:lnTo>
                      <a:lnTo>
                        <a:pt x="30" y="38"/>
                      </a:lnTo>
                      <a:lnTo>
                        <a:pt x="30" y="38"/>
                      </a:lnTo>
                      <a:lnTo>
                        <a:pt x="30" y="38"/>
                      </a:lnTo>
                      <a:lnTo>
                        <a:pt x="30" y="38"/>
                      </a:lnTo>
                      <a:close/>
                      <a:moveTo>
                        <a:pt x="26" y="40"/>
                      </a:moveTo>
                      <a:lnTo>
                        <a:pt x="24" y="40"/>
                      </a:lnTo>
                      <a:lnTo>
                        <a:pt x="24" y="40"/>
                      </a:lnTo>
                      <a:lnTo>
                        <a:pt x="24" y="40"/>
                      </a:lnTo>
                      <a:lnTo>
                        <a:pt x="24" y="40"/>
                      </a:lnTo>
                      <a:lnTo>
                        <a:pt x="24" y="38"/>
                      </a:lnTo>
                      <a:lnTo>
                        <a:pt x="24" y="38"/>
                      </a:lnTo>
                      <a:lnTo>
                        <a:pt x="24" y="38"/>
                      </a:lnTo>
                      <a:lnTo>
                        <a:pt x="24" y="38"/>
                      </a:lnTo>
                      <a:lnTo>
                        <a:pt x="24" y="34"/>
                      </a:lnTo>
                      <a:lnTo>
                        <a:pt x="24" y="34"/>
                      </a:lnTo>
                      <a:lnTo>
                        <a:pt x="24" y="34"/>
                      </a:lnTo>
                      <a:lnTo>
                        <a:pt x="24" y="38"/>
                      </a:lnTo>
                      <a:lnTo>
                        <a:pt x="26" y="38"/>
                      </a:lnTo>
                      <a:lnTo>
                        <a:pt x="26" y="38"/>
                      </a:lnTo>
                      <a:lnTo>
                        <a:pt x="26" y="38"/>
                      </a:lnTo>
                      <a:lnTo>
                        <a:pt x="26" y="38"/>
                      </a:lnTo>
                      <a:lnTo>
                        <a:pt x="26" y="38"/>
                      </a:lnTo>
                      <a:lnTo>
                        <a:pt x="26" y="40"/>
                      </a:lnTo>
                      <a:lnTo>
                        <a:pt x="26" y="40"/>
                      </a:lnTo>
                      <a:lnTo>
                        <a:pt x="26" y="40"/>
                      </a:lnTo>
                      <a:close/>
                      <a:moveTo>
                        <a:pt x="12" y="40"/>
                      </a:moveTo>
                      <a:lnTo>
                        <a:pt x="12" y="40"/>
                      </a:lnTo>
                      <a:lnTo>
                        <a:pt x="12" y="40"/>
                      </a:lnTo>
                      <a:lnTo>
                        <a:pt x="12" y="40"/>
                      </a:lnTo>
                      <a:lnTo>
                        <a:pt x="12" y="40"/>
                      </a:lnTo>
                      <a:lnTo>
                        <a:pt x="12" y="40"/>
                      </a:lnTo>
                      <a:lnTo>
                        <a:pt x="12" y="40"/>
                      </a:lnTo>
                      <a:lnTo>
                        <a:pt x="12" y="40"/>
                      </a:lnTo>
                      <a:lnTo>
                        <a:pt x="12" y="40"/>
                      </a:lnTo>
                      <a:lnTo>
                        <a:pt x="12" y="38"/>
                      </a:lnTo>
                      <a:lnTo>
                        <a:pt x="12" y="38"/>
                      </a:lnTo>
                      <a:lnTo>
                        <a:pt x="12" y="38"/>
                      </a:lnTo>
                      <a:lnTo>
                        <a:pt x="12" y="38"/>
                      </a:lnTo>
                      <a:lnTo>
                        <a:pt x="16" y="38"/>
                      </a:lnTo>
                      <a:lnTo>
                        <a:pt x="16" y="38"/>
                      </a:lnTo>
                      <a:lnTo>
                        <a:pt x="16" y="38"/>
                      </a:lnTo>
                      <a:lnTo>
                        <a:pt x="16" y="40"/>
                      </a:lnTo>
                      <a:lnTo>
                        <a:pt x="16" y="40"/>
                      </a:lnTo>
                      <a:lnTo>
                        <a:pt x="16" y="40"/>
                      </a:lnTo>
                      <a:lnTo>
                        <a:pt x="16" y="40"/>
                      </a:lnTo>
                      <a:lnTo>
                        <a:pt x="16" y="40"/>
                      </a:lnTo>
                      <a:lnTo>
                        <a:pt x="16" y="40"/>
                      </a:lnTo>
                      <a:lnTo>
                        <a:pt x="16" y="40"/>
                      </a:lnTo>
                      <a:lnTo>
                        <a:pt x="12" y="40"/>
                      </a:lnTo>
                      <a:lnTo>
                        <a:pt x="12" y="40"/>
                      </a:lnTo>
                      <a:lnTo>
                        <a:pt x="12" y="40"/>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146" name="Freeform 135">
                  <a:extLst>
                    <a:ext uri="{FF2B5EF4-FFF2-40B4-BE49-F238E27FC236}">
                      <a16:creationId xmlns:a16="http://schemas.microsoft.com/office/drawing/2014/main" id="{F86B3A16-5CA9-5ADB-64B3-4A7462AFAFA2}"/>
                    </a:ext>
                  </a:extLst>
                </p:cNvPr>
                <p:cNvSpPr>
                  <a:spLocks/>
                </p:cNvSpPr>
                <p:nvPr/>
              </p:nvSpPr>
              <p:spPr bwMode="gray">
                <a:xfrm>
                  <a:off x="5158242" y="4192710"/>
                  <a:ext cx="316546" cy="260888"/>
                </a:xfrm>
                <a:custGeom>
                  <a:avLst/>
                  <a:gdLst>
                    <a:gd name="T0" fmla="*/ 82 w 182"/>
                    <a:gd name="T1" fmla="*/ 104 h 150"/>
                    <a:gd name="T2" fmla="*/ 70 w 182"/>
                    <a:gd name="T3" fmla="*/ 102 h 150"/>
                    <a:gd name="T4" fmla="*/ 58 w 182"/>
                    <a:gd name="T5" fmla="*/ 112 h 150"/>
                    <a:gd name="T6" fmla="*/ 58 w 182"/>
                    <a:gd name="T7" fmla="*/ 116 h 150"/>
                    <a:gd name="T8" fmla="*/ 58 w 182"/>
                    <a:gd name="T9" fmla="*/ 132 h 150"/>
                    <a:gd name="T10" fmla="*/ 52 w 182"/>
                    <a:gd name="T11" fmla="*/ 132 h 150"/>
                    <a:gd name="T12" fmla="*/ 40 w 182"/>
                    <a:gd name="T13" fmla="*/ 128 h 150"/>
                    <a:gd name="T14" fmla="*/ 32 w 182"/>
                    <a:gd name="T15" fmla="*/ 128 h 150"/>
                    <a:gd name="T16" fmla="*/ 26 w 182"/>
                    <a:gd name="T17" fmla="*/ 138 h 150"/>
                    <a:gd name="T18" fmla="*/ 26 w 182"/>
                    <a:gd name="T19" fmla="*/ 146 h 150"/>
                    <a:gd name="T20" fmla="*/ 22 w 182"/>
                    <a:gd name="T21" fmla="*/ 142 h 150"/>
                    <a:gd name="T22" fmla="*/ 10 w 182"/>
                    <a:gd name="T23" fmla="*/ 128 h 150"/>
                    <a:gd name="T24" fmla="*/ 6 w 182"/>
                    <a:gd name="T25" fmla="*/ 116 h 150"/>
                    <a:gd name="T26" fmla="*/ 2 w 182"/>
                    <a:gd name="T27" fmla="*/ 104 h 150"/>
                    <a:gd name="T28" fmla="*/ 2 w 182"/>
                    <a:gd name="T29" fmla="*/ 90 h 150"/>
                    <a:gd name="T30" fmla="*/ 2 w 182"/>
                    <a:gd name="T31" fmla="*/ 82 h 150"/>
                    <a:gd name="T32" fmla="*/ 6 w 182"/>
                    <a:gd name="T33" fmla="*/ 68 h 150"/>
                    <a:gd name="T34" fmla="*/ 14 w 182"/>
                    <a:gd name="T35" fmla="*/ 60 h 150"/>
                    <a:gd name="T36" fmla="*/ 26 w 182"/>
                    <a:gd name="T37" fmla="*/ 56 h 150"/>
                    <a:gd name="T38" fmla="*/ 32 w 182"/>
                    <a:gd name="T39" fmla="*/ 56 h 150"/>
                    <a:gd name="T40" fmla="*/ 48 w 182"/>
                    <a:gd name="T41" fmla="*/ 52 h 150"/>
                    <a:gd name="T42" fmla="*/ 58 w 182"/>
                    <a:gd name="T43" fmla="*/ 48 h 150"/>
                    <a:gd name="T44" fmla="*/ 66 w 182"/>
                    <a:gd name="T45" fmla="*/ 42 h 150"/>
                    <a:gd name="T46" fmla="*/ 70 w 182"/>
                    <a:gd name="T47" fmla="*/ 34 h 150"/>
                    <a:gd name="T48" fmla="*/ 84 w 182"/>
                    <a:gd name="T49" fmla="*/ 34 h 150"/>
                    <a:gd name="T50" fmla="*/ 96 w 182"/>
                    <a:gd name="T51" fmla="*/ 18 h 150"/>
                    <a:gd name="T52" fmla="*/ 104 w 182"/>
                    <a:gd name="T53" fmla="*/ 12 h 150"/>
                    <a:gd name="T54" fmla="*/ 108 w 182"/>
                    <a:gd name="T55" fmla="*/ 4 h 150"/>
                    <a:gd name="T56" fmla="*/ 118 w 182"/>
                    <a:gd name="T57" fmla="*/ 0 h 150"/>
                    <a:gd name="T58" fmla="*/ 126 w 182"/>
                    <a:gd name="T59" fmla="*/ 14 h 150"/>
                    <a:gd name="T60" fmla="*/ 130 w 182"/>
                    <a:gd name="T61" fmla="*/ 30 h 150"/>
                    <a:gd name="T62" fmla="*/ 126 w 182"/>
                    <a:gd name="T63" fmla="*/ 42 h 150"/>
                    <a:gd name="T64" fmla="*/ 134 w 182"/>
                    <a:gd name="T65" fmla="*/ 42 h 150"/>
                    <a:gd name="T66" fmla="*/ 140 w 182"/>
                    <a:gd name="T67" fmla="*/ 48 h 150"/>
                    <a:gd name="T68" fmla="*/ 152 w 182"/>
                    <a:gd name="T69" fmla="*/ 52 h 150"/>
                    <a:gd name="T70" fmla="*/ 156 w 182"/>
                    <a:gd name="T71" fmla="*/ 64 h 150"/>
                    <a:gd name="T72" fmla="*/ 166 w 182"/>
                    <a:gd name="T73" fmla="*/ 74 h 150"/>
                    <a:gd name="T74" fmla="*/ 166 w 182"/>
                    <a:gd name="T75" fmla="*/ 82 h 150"/>
                    <a:gd name="T76" fmla="*/ 174 w 182"/>
                    <a:gd name="T77" fmla="*/ 90 h 150"/>
                    <a:gd name="T78" fmla="*/ 178 w 182"/>
                    <a:gd name="T79" fmla="*/ 94 h 150"/>
                    <a:gd name="T80" fmla="*/ 182 w 182"/>
                    <a:gd name="T81" fmla="*/ 104 h 150"/>
                    <a:gd name="T82" fmla="*/ 170 w 182"/>
                    <a:gd name="T83" fmla="*/ 102 h 150"/>
                    <a:gd name="T84" fmla="*/ 162 w 182"/>
                    <a:gd name="T85" fmla="*/ 102 h 150"/>
                    <a:gd name="T86" fmla="*/ 152 w 182"/>
                    <a:gd name="T87" fmla="*/ 98 h 150"/>
                    <a:gd name="T88" fmla="*/ 144 w 182"/>
                    <a:gd name="T89" fmla="*/ 104 h 150"/>
                    <a:gd name="T90" fmla="*/ 136 w 182"/>
                    <a:gd name="T91" fmla="*/ 104 h 150"/>
                    <a:gd name="T92" fmla="*/ 122 w 182"/>
                    <a:gd name="T93" fmla="*/ 108 h 150"/>
                    <a:gd name="T94" fmla="*/ 114 w 182"/>
                    <a:gd name="T95" fmla="*/ 108 h 150"/>
                    <a:gd name="T96" fmla="*/ 110 w 182"/>
                    <a:gd name="T97" fmla="*/ 120 h 150"/>
                    <a:gd name="T98" fmla="*/ 100 w 182"/>
                    <a:gd name="T99" fmla="*/ 116 h 150"/>
                    <a:gd name="T100" fmla="*/ 84 w 182"/>
                    <a:gd name="T101" fmla="*/ 112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82" h="150">
                      <a:moveTo>
                        <a:pt x="84" y="112"/>
                      </a:moveTo>
                      <a:lnTo>
                        <a:pt x="84" y="108"/>
                      </a:lnTo>
                      <a:lnTo>
                        <a:pt x="82" y="108"/>
                      </a:lnTo>
                      <a:lnTo>
                        <a:pt x="82" y="104"/>
                      </a:lnTo>
                      <a:lnTo>
                        <a:pt x="78" y="104"/>
                      </a:lnTo>
                      <a:lnTo>
                        <a:pt x="74" y="104"/>
                      </a:lnTo>
                      <a:lnTo>
                        <a:pt x="74" y="102"/>
                      </a:lnTo>
                      <a:lnTo>
                        <a:pt x="70" y="102"/>
                      </a:lnTo>
                      <a:lnTo>
                        <a:pt x="66" y="104"/>
                      </a:lnTo>
                      <a:lnTo>
                        <a:pt x="62" y="104"/>
                      </a:lnTo>
                      <a:lnTo>
                        <a:pt x="62" y="108"/>
                      </a:lnTo>
                      <a:lnTo>
                        <a:pt x="58" y="112"/>
                      </a:lnTo>
                      <a:lnTo>
                        <a:pt x="58" y="116"/>
                      </a:lnTo>
                      <a:lnTo>
                        <a:pt x="58" y="112"/>
                      </a:lnTo>
                      <a:lnTo>
                        <a:pt x="54" y="116"/>
                      </a:lnTo>
                      <a:lnTo>
                        <a:pt x="58" y="116"/>
                      </a:lnTo>
                      <a:lnTo>
                        <a:pt x="58" y="120"/>
                      </a:lnTo>
                      <a:lnTo>
                        <a:pt x="58" y="124"/>
                      </a:lnTo>
                      <a:lnTo>
                        <a:pt x="58" y="128"/>
                      </a:lnTo>
                      <a:lnTo>
                        <a:pt x="58" y="132"/>
                      </a:lnTo>
                      <a:lnTo>
                        <a:pt x="58" y="128"/>
                      </a:lnTo>
                      <a:lnTo>
                        <a:pt x="54" y="128"/>
                      </a:lnTo>
                      <a:lnTo>
                        <a:pt x="52" y="128"/>
                      </a:lnTo>
                      <a:lnTo>
                        <a:pt x="52" y="132"/>
                      </a:lnTo>
                      <a:lnTo>
                        <a:pt x="52" y="128"/>
                      </a:lnTo>
                      <a:lnTo>
                        <a:pt x="48" y="128"/>
                      </a:lnTo>
                      <a:lnTo>
                        <a:pt x="44" y="128"/>
                      </a:lnTo>
                      <a:lnTo>
                        <a:pt x="40" y="128"/>
                      </a:lnTo>
                      <a:lnTo>
                        <a:pt x="40" y="124"/>
                      </a:lnTo>
                      <a:lnTo>
                        <a:pt x="40" y="128"/>
                      </a:lnTo>
                      <a:lnTo>
                        <a:pt x="36" y="128"/>
                      </a:lnTo>
                      <a:lnTo>
                        <a:pt x="32" y="128"/>
                      </a:lnTo>
                      <a:lnTo>
                        <a:pt x="28" y="128"/>
                      </a:lnTo>
                      <a:lnTo>
                        <a:pt x="28" y="132"/>
                      </a:lnTo>
                      <a:lnTo>
                        <a:pt x="28" y="134"/>
                      </a:lnTo>
                      <a:lnTo>
                        <a:pt x="26" y="138"/>
                      </a:lnTo>
                      <a:lnTo>
                        <a:pt x="28" y="138"/>
                      </a:lnTo>
                      <a:lnTo>
                        <a:pt x="28" y="142"/>
                      </a:lnTo>
                      <a:lnTo>
                        <a:pt x="26" y="142"/>
                      </a:lnTo>
                      <a:lnTo>
                        <a:pt x="26" y="146"/>
                      </a:lnTo>
                      <a:lnTo>
                        <a:pt x="26" y="150"/>
                      </a:lnTo>
                      <a:lnTo>
                        <a:pt x="22" y="150"/>
                      </a:lnTo>
                      <a:lnTo>
                        <a:pt x="22" y="146"/>
                      </a:lnTo>
                      <a:lnTo>
                        <a:pt x="22" y="142"/>
                      </a:lnTo>
                      <a:lnTo>
                        <a:pt x="22" y="138"/>
                      </a:lnTo>
                      <a:lnTo>
                        <a:pt x="18" y="134"/>
                      </a:lnTo>
                      <a:lnTo>
                        <a:pt x="14" y="132"/>
                      </a:lnTo>
                      <a:lnTo>
                        <a:pt x="10" y="128"/>
                      </a:lnTo>
                      <a:lnTo>
                        <a:pt x="10" y="124"/>
                      </a:lnTo>
                      <a:lnTo>
                        <a:pt x="6" y="124"/>
                      </a:lnTo>
                      <a:lnTo>
                        <a:pt x="6" y="120"/>
                      </a:lnTo>
                      <a:lnTo>
                        <a:pt x="6" y="116"/>
                      </a:lnTo>
                      <a:lnTo>
                        <a:pt x="6" y="112"/>
                      </a:lnTo>
                      <a:lnTo>
                        <a:pt x="2" y="112"/>
                      </a:lnTo>
                      <a:lnTo>
                        <a:pt x="2" y="108"/>
                      </a:lnTo>
                      <a:lnTo>
                        <a:pt x="2" y="104"/>
                      </a:lnTo>
                      <a:lnTo>
                        <a:pt x="2" y="102"/>
                      </a:lnTo>
                      <a:lnTo>
                        <a:pt x="0" y="98"/>
                      </a:lnTo>
                      <a:lnTo>
                        <a:pt x="0" y="94"/>
                      </a:lnTo>
                      <a:lnTo>
                        <a:pt x="2" y="90"/>
                      </a:lnTo>
                      <a:lnTo>
                        <a:pt x="0" y="90"/>
                      </a:lnTo>
                      <a:lnTo>
                        <a:pt x="0" y="86"/>
                      </a:lnTo>
                      <a:lnTo>
                        <a:pt x="0" y="82"/>
                      </a:lnTo>
                      <a:lnTo>
                        <a:pt x="2" y="82"/>
                      </a:lnTo>
                      <a:lnTo>
                        <a:pt x="2" y="78"/>
                      </a:lnTo>
                      <a:lnTo>
                        <a:pt x="6" y="74"/>
                      </a:lnTo>
                      <a:lnTo>
                        <a:pt x="6" y="72"/>
                      </a:lnTo>
                      <a:lnTo>
                        <a:pt x="6" y="68"/>
                      </a:lnTo>
                      <a:lnTo>
                        <a:pt x="10" y="68"/>
                      </a:lnTo>
                      <a:lnTo>
                        <a:pt x="10" y="64"/>
                      </a:lnTo>
                      <a:lnTo>
                        <a:pt x="14" y="64"/>
                      </a:lnTo>
                      <a:lnTo>
                        <a:pt x="14" y="60"/>
                      </a:lnTo>
                      <a:lnTo>
                        <a:pt x="18" y="60"/>
                      </a:lnTo>
                      <a:lnTo>
                        <a:pt x="22" y="60"/>
                      </a:lnTo>
                      <a:lnTo>
                        <a:pt x="26" y="60"/>
                      </a:lnTo>
                      <a:lnTo>
                        <a:pt x="26" y="56"/>
                      </a:lnTo>
                      <a:lnTo>
                        <a:pt x="28" y="52"/>
                      </a:lnTo>
                      <a:lnTo>
                        <a:pt x="28" y="56"/>
                      </a:lnTo>
                      <a:lnTo>
                        <a:pt x="32" y="60"/>
                      </a:lnTo>
                      <a:lnTo>
                        <a:pt x="32" y="56"/>
                      </a:lnTo>
                      <a:lnTo>
                        <a:pt x="36" y="56"/>
                      </a:lnTo>
                      <a:lnTo>
                        <a:pt x="40" y="52"/>
                      </a:lnTo>
                      <a:lnTo>
                        <a:pt x="44" y="52"/>
                      </a:lnTo>
                      <a:lnTo>
                        <a:pt x="48" y="52"/>
                      </a:lnTo>
                      <a:lnTo>
                        <a:pt x="52" y="52"/>
                      </a:lnTo>
                      <a:lnTo>
                        <a:pt x="54" y="52"/>
                      </a:lnTo>
                      <a:lnTo>
                        <a:pt x="58" y="52"/>
                      </a:lnTo>
                      <a:lnTo>
                        <a:pt x="58" y="48"/>
                      </a:lnTo>
                      <a:lnTo>
                        <a:pt x="58" y="44"/>
                      </a:lnTo>
                      <a:lnTo>
                        <a:pt x="62" y="44"/>
                      </a:lnTo>
                      <a:lnTo>
                        <a:pt x="62" y="42"/>
                      </a:lnTo>
                      <a:lnTo>
                        <a:pt x="66" y="42"/>
                      </a:lnTo>
                      <a:lnTo>
                        <a:pt x="62" y="38"/>
                      </a:lnTo>
                      <a:lnTo>
                        <a:pt x="62" y="34"/>
                      </a:lnTo>
                      <a:lnTo>
                        <a:pt x="66" y="34"/>
                      </a:lnTo>
                      <a:lnTo>
                        <a:pt x="70" y="34"/>
                      </a:lnTo>
                      <a:lnTo>
                        <a:pt x="74" y="34"/>
                      </a:lnTo>
                      <a:lnTo>
                        <a:pt x="78" y="34"/>
                      </a:lnTo>
                      <a:lnTo>
                        <a:pt x="82" y="34"/>
                      </a:lnTo>
                      <a:lnTo>
                        <a:pt x="84" y="34"/>
                      </a:lnTo>
                      <a:lnTo>
                        <a:pt x="84" y="30"/>
                      </a:lnTo>
                      <a:lnTo>
                        <a:pt x="88" y="26"/>
                      </a:lnTo>
                      <a:lnTo>
                        <a:pt x="92" y="22"/>
                      </a:lnTo>
                      <a:lnTo>
                        <a:pt x="96" y="18"/>
                      </a:lnTo>
                      <a:lnTo>
                        <a:pt x="96" y="14"/>
                      </a:lnTo>
                      <a:lnTo>
                        <a:pt x="100" y="14"/>
                      </a:lnTo>
                      <a:lnTo>
                        <a:pt x="100" y="12"/>
                      </a:lnTo>
                      <a:lnTo>
                        <a:pt x="104" y="12"/>
                      </a:lnTo>
                      <a:lnTo>
                        <a:pt x="100" y="12"/>
                      </a:lnTo>
                      <a:lnTo>
                        <a:pt x="100" y="8"/>
                      </a:lnTo>
                      <a:lnTo>
                        <a:pt x="104" y="4"/>
                      </a:lnTo>
                      <a:lnTo>
                        <a:pt x="108" y="4"/>
                      </a:lnTo>
                      <a:lnTo>
                        <a:pt x="108" y="0"/>
                      </a:lnTo>
                      <a:lnTo>
                        <a:pt x="110" y="0"/>
                      </a:lnTo>
                      <a:lnTo>
                        <a:pt x="114" y="0"/>
                      </a:lnTo>
                      <a:lnTo>
                        <a:pt x="118" y="0"/>
                      </a:lnTo>
                      <a:lnTo>
                        <a:pt x="118" y="4"/>
                      </a:lnTo>
                      <a:lnTo>
                        <a:pt x="122" y="8"/>
                      </a:lnTo>
                      <a:lnTo>
                        <a:pt x="126" y="12"/>
                      </a:lnTo>
                      <a:lnTo>
                        <a:pt x="126" y="14"/>
                      </a:lnTo>
                      <a:lnTo>
                        <a:pt x="130" y="18"/>
                      </a:lnTo>
                      <a:lnTo>
                        <a:pt x="130" y="22"/>
                      </a:lnTo>
                      <a:lnTo>
                        <a:pt x="130" y="26"/>
                      </a:lnTo>
                      <a:lnTo>
                        <a:pt x="130" y="30"/>
                      </a:lnTo>
                      <a:lnTo>
                        <a:pt x="126" y="30"/>
                      </a:lnTo>
                      <a:lnTo>
                        <a:pt x="126" y="34"/>
                      </a:lnTo>
                      <a:lnTo>
                        <a:pt x="126" y="38"/>
                      </a:lnTo>
                      <a:lnTo>
                        <a:pt x="126" y="42"/>
                      </a:lnTo>
                      <a:lnTo>
                        <a:pt x="130" y="42"/>
                      </a:lnTo>
                      <a:lnTo>
                        <a:pt x="130" y="38"/>
                      </a:lnTo>
                      <a:lnTo>
                        <a:pt x="134" y="38"/>
                      </a:lnTo>
                      <a:lnTo>
                        <a:pt x="134" y="42"/>
                      </a:lnTo>
                      <a:lnTo>
                        <a:pt x="136" y="42"/>
                      </a:lnTo>
                      <a:lnTo>
                        <a:pt x="136" y="44"/>
                      </a:lnTo>
                      <a:lnTo>
                        <a:pt x="136" y="48"/>
                      </a:lnTo>
                      <a:lnTo>
                        <a:pt x="140" y="48"/>
                      </a:lnTo>
                      <a:lnTo>
                        <a:pt x="144" y="48"/>
                      </a:lnTo>
                      <a:lnTo>
                        <a:pt x="148" y="48"/>
                      </a:lnTo>
                      <a:lnTo>
                        <a:pt x="148" y="52"/>
                      </a:lnTo>
                      <a:lnTo>
                        <a:pt x="152" y="52"/>
                      </a:lnTo>
                      <a:lnTo>
                        <a:pt x="152" y="56"/>
                      </a:lnTo>
                      <a:lnTo>
                        <a:pt x="152" y="60"/>
                      </a:lnTo>
                      <a:lnTo>
                        <a:pt x="152" y="64"/>
                      </a:lnTo>
                      <a:lnTo>
                        <a:pt x="156" y="64"/>
                      </a:lnTo>
                      <a:lnTo>
                        <a:pt x="160" y="68"/>
                      </a:lnTo>
                      <a:lnTo>
                        <a:pt x="162" y="68"/>
                      </a:lnTo>
                      <a:lnTo>
                        <a:pt x="162" y="72"/>
                      </a:lnTo>
                      <a:lnTo>
                        <a:pt x="166" y="74"/>
                      </a:lnTo>
                      <a:lnTo>
                        <a:pt x="166" y="78"/>
                      </a:lnTo>
                      <a:lnTo>
                        <a:pt x="166" y="82"/>
                      </a:lnTo>
                      <a:lnTo>
                        <a:pt x="170" y="82"/>
                      </a:lnTo>
                      <a:lnTo>
                        <a:pt x="166" y="82"/>
                      </a:lnTo>
                      <a:lnTo>
                        <a:pt x="166" y="86"/>
                      </a:lnTo>
                      <a:lnTo>
                        <a:pt x="170" y="86"/>
                      </a:lnTo>
                      <a:lnTo>
                        <a:pt x="174" y="86"/>
                      </a:lnTo>
                      <a:lnTo>
                        <a:pt x="174" y="90"/>
                      </a:lnTo>
                      <a:lnTo>
                        <a:pt x="178" y="90"/>
                      </a:lnTo>
                      <a:lnTo>
                        <a:pt x="178" y="94"/>
                      </a:lnTo>
                      <a:lnTo>
                        <a:pt x="182" y="94"/>
                      </a:lnTo>
                      <a:lnTo>
                        <a:pt x="178" y="94"/>
                      </a:lnTo>
                      <a:lnTo>
                        <a:pt x="178" y="98"/>
                      </a:lnTo>
                      <a:lnTo>
                        <a:pt x="182" y="98"/>
                      </a:lnTo>
                      <a:lnTo>
                        <a:pt x="182" y="102"/>
                      </a:lnTo>
                      <a:lnTo>
                        <a:pt x="182" y="104"/>
                      </a:lnTo>
                      <a:lnTo>
                        <a:pt x="182" y="102"/>
                      </a:lnTo>
                      <a:lnTo>
                        <a:pt x="178" y="102"/>
                      </a:lnTo>
                      <a:lnTo>
                        <a:pt x="174" y="102"/>
                      </a:lnTo>
                      <a:lnTo>
                        <a:pt x="170" y="102"/>
                      </a:lnTo>
                      <a:lnTo>
                        <a:pt x="166" y="102"/>
                      </a:lnTo>
                      <a:lnTo>
                        <a:pt x="162" y="102"/>
                      </a:lnTo>
                      <a:lnTo>
                        <a:pt x="162" y="98"/>
                      </a:lnTo>
                      <a:lnTo>
                        <a:pt x="162" y="102"/>
                      </a:lnTo>
                      <a:lnTo>
                        <a:pt x="160" y="102"/>
                      </a:lnTo>
                      <a:lnTo>
                        <a:pt x="160" y="98"/>
                      </a:lnTo>
                      <a:lnTo>
                        <a:pt x="156" y="98"/>
                      </a:lnTo>
                      <a:lnTo>
                        <a:pt x="152" y="98"/>
                      </a:lnTo>
                      <a:lnTo>
                        <a:pt x="152" y="102"/>
                      </a:lnTo>
                      <a:lnTo>
                        <a:pt x="152" y="104"/>
                      </a:lnTo>
                      <a:lnTo>
                        <a:pt x="148" y="104"/>
                      </a:lnTo>
                      <a:lnTo>
                        <a:pt x="144" y="104"/>
                      </a:lnTo>
                      <a:lnTo>
                        <a:pt x="140" y="102"/>
                      </a:lnTo>
                      <a:lnTo>
                        <a:pt x="136" y="102"/>
                      </a:lnTo>
                      <a:lnTo>
                        <a:pt x="140" y="102"/>
                      </a:lnTo>
                      <a:lnTo>
                        <a:pt x="136" y="104"/>
                      </a:lnTo>
                      <a:lnTo>
                        <a:pt x="134" y="104"/>
                      </a:lnTo>
                      <a:lnTo>
                        <a:pt x="130" y="104"/>
                      </a:lnTo>
                      <a:lnTo>
                        <a:pt x="126" y="108"/>
                      </a:lnTo>
                      <a:lnTo>
                        <a:pt x="122" y="108"/>
                      </a:lnTo>
                      <a:lnTo>
                        <a:pt x="118" y="108"/>
                      </a:lnTo>
                      <a:lnTo>
                        <a:pt x="118" y="104"/>
                      </a:lnTo>
                      <a:lnTo>
                        <a:pt x="118" y="108"/>
                      </a:lnTo>
                      <a:lnTo>
                        <a:pt x="114" y="108"/>
                      </a:lnTo>
                      <a:lnTo>
                        <a:pt x="114" y="112"/>
                      </a:lnTo>
                      <a:lnTo>
                        <a:pt x="114" y="116"/>
                      </a:lnTo>
                      <a:lnTo>
                        <a:pt x="110" y="116"/>
                      </a:lnTo>
                      <a:lnTo>
                        <a:pt x="110" y="120"/>
                      </a:lnTo>
                      <a:lnTo>
                        <a:pt x="108" y="120"/>
                      </a:lnTo>
                      <a:lnTo>
                        <a:pt x="108" y="116"/>
                      </a:lnTo>
                      <a:lnTo>
                        <a:pt x="104" y="116"/>
                      </a:lnTo>
                      <a:lnTo>
                        <a:pt x="100" y="116"/>
                      </a:lnTo>
                      <a:lnTo>
                        <a:pt x="92" y="116"/>
                      </a:lnTo>
                      <a:lnTo>
                        <a:pt x="92" y="112"/>
                      </a:lnTo>
                      <a:lnTo>
                        <a:pt x="88" y="112"/>
                      </a:lnTo>
                      <a:lnTo>
                        <a:pt x="84" y="112"/>
                      </a:lnTo>
                      <a:lnTo>
                        <a:pt x="84" y="112"/>
                      </a:lnTo>
                      <a:lnTo>
                        <a:pt x="84" y="112"/>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147" name="Freeform 136">
                  <a:extLst>
                    <a:ext uri="{FF2B5EF4-FFF2-40B4-BE49-F238E27FC236}">
                      <a16:creationId xmlns:a16="http://schemas.microsoft.com/office/drawing/2014/main" id="{66262041-851D-8D2A-2B86-521E1554D6FD}"/>
                    </a:ext>
                  </a:extLst>
                </p:cNvPr>
                <p:cNvSpPr>
                  <a:spLocks/>
                </p:cNvSpPr>
                <p:nvPr/>
              </p:nvSpPr>
              <p:spPr bwMode="gray">
                <a:xfrm>
                  <a:off x="5130414" y="3817031"/>
                  <a:ext cx="260890" cy="480035"/>
                </a:xfrm>
                <a:custGeom>
                  <a:avLst/>
                  <a:gdLst>
                    <a:gd name="T0" fmla="*/ 22 w 150"/>
                    <a:gd name="T1" fmla="*/ 234 h 276"/>
                    <a:gd name="T2" fmla="*/ 30 w 150"/>
                    <a:gd name="T3" fmla="*/ 234 h 276"/>
                    <a:gd name="T4" fmla="*/ 26 w 150"/>
                    <a:gd name="T5" fmla="*/ 226 h 276"/>
                    <a:gd name="T6" fmla="*/ 22 w 150"/>
                    <a:gd name="T7" fmla="*/ 220 h 276"/>
                    <a:gd name="T8" fmla="*/ 22 w 150"/>
                    <a:gd name="T9" fmla="*/ 208 h 276"/>
                    <a:gd name="T10" fmla="*/ 22 w 150"/>
                    <a:gd name="T11" fmla="*/ 198 h 276"/>
                    <a:gd name="T12" fmla="*/ 14 w 150"/>
                    <a:gd name="T13" fmla="*/ 186 h 276"/>
                    <a:gd name="T14" fmla="*/ 14 w 150"/>
                    <a:gd name="T15" fmla="*/ 178 h 276"/>
                    <a:gd name="T16" fmla="*/ 0 w 150"/>
                    <a:gd name="T17" fmla="*/ 164 h 276"/>
                    <a:gd name="T18" fmla="*/ 4 w 150"/>
                    <a:gd name="T19" fmla="*/ 156 h 276"/>
                    <a:gd name="T20" fmla="*/ 4 w 150"/>
                    <a:gd name="T21" fmla="*/ 148 h 276"/>
                    <a:gd name="T22" fmla="*/ 14 w 150"/>
                    <a:gd name="T23" fmla="*/ 130 h 276"/>
                    <a:gd name="T24" fmla="*/ 30 w 150"/>
                    <a:gd name="T25" fmla="*/ 112 h 276"/>
                    <a:gd name="T26" fmla="*/ 34 w 150"/>
                    <a:gd name="T27" fmla="*/ 66 h 276"/>
                    <a:gd name="T28" fmla="*/ 30 w 150"/>
                    <a:gd name="T29" fmla="*/ 48 h 276"/>
                    <a:gd name="T30" fmla="*/ 30 w 150"/>
                    <a:gd name="T31" fmla="*/ 42 h 276"/>
                    <a:gd name="T32" fmla="*/ 26 w 150"/>
                    <a:gd name="T33" fmla="*/ 26 h 276"/>
                    <a:gd name="T34" fmla="*/ 38 w 150"/>
                    <a:gd name="T35" fmla="*/ 0 h 276"/>
                    <a:gd name="T36" fmla="*/ 78 w 150"/>
                    <a:gd name="T37" fmla="*/ 22 h 276"/>
                    <a:gd name="T38" fmla="*/ 134 w 150"/>
                    <a:gd name="T39" fmla="*/ 58 h 276"/>
                    <a:gd name="T40" fmla="*/ 150 w 150"/>
                    <a:gd name="T41" fmla="*/ 88 h 276"/>
                    <a:gd name="T42" fmla="*/ 146 w 150"/>
                    <a:gd name="T43" fmla="*/ 134 h 276"/>
                    <a:gd name="T44" fmla="*/ 142 w 150"/>
                    <a:gd name="T45" fmla="*/ 134 h 276"/>
                    <a:gd name="T46" fmla="*/ 138 w 150"/>
                    <a:gd name="T47" fmla="*/ 134 h 276"/>
                    <a:gd name="T48" fmla="*/ 134 w 150"/>
                    <a:gd name="T49" fmla="*/ 142 h 276"/>
                    <a:gd name="T50" fmla="*/ 134 w 150"/>
                    <a:gd name="T51" fmla="*/ 144 h 276"/>
                    <a:gd name="T52" fmla="*/ 128 w 150"/>
                    <a:gd name="T53" fmla="*/ 152 h 276"/>
                    <a:gd name="T54" fmla="*/ 128 w 150"/>
                    <a:gd name="T55" fmla="*/ 160 h 276"/>
                    <a:gd name="T56" fmla="*/ 124 w 150"/>
                    <a:gd name="T57" fmla="*/ 164 h 276"/>
                    <a:gd name="T58" fmla="*/ 124 w 150"/>
                    <a:gd name="T59" fmla="*/ 178 h 276"/>
                    <a:gd name="T60" fmla="*/ 120 w 150"/>
                    <a:gd name="T61" fmla="*/ 186 h 276"/>
                    <a:gd name="T62" fmla="*/ 124 w 150"/>
                    <a:gd name="T63" fmla="*/ 186 h 276"/>
                    <a:gd name="T64" fmla="*/ 130 w 150"/>
                    <a:gd name="T65" fmla="*/ 198 h 276"/>
                    <a:gd name="T66" fmla="*/ 130 w 150"/>
                    <a:gd name="T67" fmla="*/ 204 h 276"/>
                    <a:gd name="T68" fmla="*/ 134 w 150"/>
                    <a:gd name="T69" fmla="*/ 216 h 276"/>
                    <a:gd name="T70" fmla="*/ 124 w 150"/>
                    <a:gd name="T71" fmla="*/ 220 h 276"/>
                    <a:gd name="T72" fmla="*/ 116 w 150"/>
                    <a:gd name="T73" fmla="*/ 224 h 276"/>
                    <a:gd name="T74" fmla="*/ 116 w 150"/>
                    <a:gd name="T75" fmla="*/ 230 h 276"/>
                    <a:gd name="T76" fmla="*/ 112 w 150"/>
                    <a:gd name="T77" fmla="*/ 234 h 276"/>
                    <a:gd name="T78" fmla="*/ 104 w 150"/>
                    <a:gd name="T79" fmla="*/ 242 h 276"/>
                    <a:gd name="T80" fmla="*/ 100 w 150"/>
                    <a:gd name="T81" fmla="*/ 246 h 276"/>
                    <a:gd name="T82" fmla="*/ 94 w 150"/>
                    <a:gd name="T83" fmla="*/ 250 h 276"/>
                    <a:gd name="T84" fmla="*/ 78 w 150"/>
                    <a:gd name="T85" fmla="*/ 250 h 276"/>
                    <a:gd name="T86" fmla="*/ 78 w 150"/>
                    <a:gd name="T87" fmla="*/ 254 h 276"/>
                    <a:gd name="T88" fmla="*/ 78 w 150"/>
                    <a:gd name="T89" fmla="*/ 260 h 276"/>
                    <a:gd name="T90" fmla="*/ 74 w 150"/>
                    <a:gd name="T91" fmla="*/ 264 h 276"/>
                    <a:gd name="T92" fmla="*/ 64 w 150"/>
                    <a:gd name="T93" fmla="*/ 268 h 276"/>
                    <a:gd name="T94" fmla="*/ 56 w 150"/>
                    <a:gd name="T95" fmla="*/ 268 h 276"/>
                    <a:gd name="T96" fmla="*/ 48 w 150"/>
                    <a:gd name="T97" fmla="*/ 276 h 276"/>
                    <a:gd name="T98" fmla="*/ 44 w 150"/>
                    <a:gd name="T99" fmla="*/ 268 h 276"/>
                    <a:gd name="T100" fmla="*/ 38 w 150"/>
                    <a:gd name="T101" fmla="*/ 276 h 276"/>
                    <a:gd name="T102" fmla="*/ 34 w 150"/>
                    <a:gd name="T103" fmla="*/ 276 h 276"/>
                    <a:gd name="T104" fmla="*/ 30 w 150"/>
                    <a:gd name="T105" fmla="*/ 276 h 276"/>
                    <a:gd name="T106" fmla="*/ 30 w 150"/>
                    <a:gd name="T107" fmla="*/ 272 h 276"/>
                    <a:gd name="T108" fmla="*/ 26 w 150"/>
                    <a:gd name="T109" fmla="*/ 264 h 276"/>
                    <a:gd name="T110" fmla="*/ 18 w 150"/>
                    <a:gd name="T111" fmla="*/ 254 h 276"/>
                    <a:gd name="T112" fmla="*/ 8 w 150"/>
                    <a:gd name="T113" fmla="*/ 238 h 276"/>
                    <a:gd name="T114" fmla="*/ 12 w 150"/>
                    <a:gd name="T115" fmla="*/ 234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50" h="276">
                      <a:moveTo>
                        <a:pt x="12" y="234"/>
                      </a:moveTo>
                      <a:lnTo>
                        <a:pt x="14" y="234"/>
                      </a:lnTo>
                      <a:lnTo>
                        <a:pt x="14" y="234"/>
                      </a:lnTo>
                      <a:lnTo>
                        <a:pt x="18" y="234"/>
                      </a:lnTo>
                      <a:lnTo>
                        <a:pt x="18" y="234"/>
                      </a:lnTo>
                      <a:lnTo>
                        <a:pt x="22" y="234"/>
                      </a:lnTo>
                      <a:lnTo>
                        <a:pt x="22" y="234"/>
                      </a:lnTo>
                      <a:lnTo>
                        <a:pt x="22" y="234"/>
                      </a:lnTo>
                      <a:lnTo>
                        <a:pt x="22" y="234"/>
                      </a:lnTo>
                      <a:lnTo>
                        <a:pt x="22" y="234"/>
                      </a:lnTo>
                      <a:lnTo>
                        <a:pt x="22" y="234"/>
                      </a:lnTo>
                      <a:lnTo>
                        <a:pt x="26" y="234"/>
                      </a:lnTo>
                      <a:lnTo>
                        <a:pt x="26" y="234"/>
                      </a:lnTo>
                      <a:lnTo>
                        <a:pt x="26" y="234"/>
                      </a:lnTo>
                      <a:lnTo>
                        <a:pt x="30" y="234"/>
                      </a:lnTo>
                      <a:lnTo>
                        <a:pt x="30" y="234"/>
                      </a:lnTo>
                      <a:lnTo>
                        <a:pt x="30" y="234"/>
                      </a:lnTo>
                      <a:lnTo>
                        <a:pt x="30" y="234"/>
                      </a:lnTo>
                      <a:lnTo>
                        <a:pt x="30" y="234"/>
                      </a:lnTo>
                      <a:lnTo>
                        <a:pt x="30" y="230"/>
                      </a:lnTo>
                      <a:lnTo>
                        <a:pt x="30" y="230"/>
                      </a:lnTo>
                      <a:lnTo>
                        <a:pt x="30" y="230"/>
                      </a:lnTo>
                      <a:lnTo>
                        <a:pt x="30" y="230"/>
                      </a:lnTo>
                      <a:lnTo>
                        <a:pt x="26" y="226"/>
                      </a:lnTo>
                      <a:lnTo>
                        <a:pt x="26" y="226"/>
                      </a:lnTo>
                      <a:lnTo>
                        <a:pt x="26" y="224"/>
                      </a:lnTo>
                      <a:lnTo>
                        <a:pt x="22" y="224"/>
                      </a:lnTo>
                      <a:lnTo>
                        <a:pt x="22" y="224"/>
                      </a:lnTo>
                      <a:lnTo>
                        <a:pt x="22" y="220"/>
                      </a:lnTo>
                      <a:lnTo>
                        <a:pt x="22" y="220"/>
                      </a:lnTo>
                      <a:lnTo>
                        <a:pt x="22" y="220"/>
                      </a:lnTo>
                      <a:lnTo>
                        <a:pt x="22" y="220"/>
                      </a:lnTo>
                      <a:lnTo>
                        <a:pt x="22" y="220"/>
                      </a:lnTo>
                      <a:lnTo>
                        <a:pt x="22" y="220"/>
                      </a:lnTo>
                      <a:lnTo>
                        <a:pt x="22" y="216"/>
                      </a:lnTo>
                      <a:lnTo>
                        <a:pt x="22" y="216"/>
                      </a:lnTo>
                      <a:lnTo>
                        <a:pt x="22" y="212"/>
                      </a:lnTo>
                      <a:lnTo>
                        <a:pt x="22" y="212"/>
                      </a:lnTo>
                      <a:lnTo>
                        <a:pt x="22" y="208"/>
                      </a:lnTo>
                      <a:lnTo>
                        <a:pt x="22" y="208"/>
                      </a:lnTo>
                      <a:lnTo>
                        <a:pt x="22" y="208"/>
                      </a:lnTo>
                      <a:lnTo>
                        <a:pt x="22" y="204"/>
                      </a:lnTo>
                      <a:lnTo>
                        <a:pt x="22" y="204"/>
                      </a:lnTo>
                      <a:lnTo>
                        <a:pt x="22" y="200"/>
                      </a:lnTo>
                      <a:lnTo>
                        <a:pt x="22" y="198"/>
                      </a:lnTo>
                      <a:lnTo>
                        <a:pt x="22" y="198"/>
                      </a:lnTo>
                      <a:lnTo>
                        <a:pt x="22" y="198"/>
                      </a:lnTo>
                      <a:lnTo>
                        <a:pt x="22" y="198"/>
                      </a:lnTo>
                      <a:lnTo>
                        <a:pt x="22" y="194"/>
                      </a:lnTo>
                      <a:lnTo>
                        <a:pt x="22" y="194"/>
                      </a:lnTo>
                      <a:lnTo>
                        <a:pt x="22" y="194"/>
                      </a:lnTo>
                      <a:lnTo>
                        <a:pt x="22" y="194"/>
                      </a:lnTo>
                      <a:lnTo>
                        <a:pt x="18" y="186"/>
                      </a:lnTo>
                      <a:lnTo>
                        <a:pt x="18" y="186"/>
                      </a:lnTo>
                      <a:lnTo>
                        <a:pt x="18" y="186"/>
                      </a:lnTo>
                      <a:lnTo>
                        <a:pt x="14" y="186"/>
                      </a:lnTo>
                      <a:lnTo>
                        <a:pt x="14" y="186"/>
                      </a:lnTo>
                      <a:lnTo>
                        <a:pt x="14" y="182"/>
                      </a:lnTo>
                      <a:lnTo>
                        <a:pt x="14" y="182"/>
                      </a:lnTo>
                      <a:lnTo>
                        <a:pt x="14" y="182"/>
                      </a:lnTo>
                      <a:lnTo>
                        <a:pt x="14" y="182"/>
                      </a:lnTo>
                      <a:lnTo>
                        <a:pt x="14" y="182"/>
                      </a:lnTo>
                      <a:lnTo>
                        <a:pt x="14" y="178"/>
                      </a:lnTo>
                      <a:lnTo>
                        <a:pt x="14" y="178"/>
                      </a:lnTo>
                      <a:lnTo>
                        <a:pt x="12" y="178"/>
                      </a:lnTo>
                      <a:lnTo>
                        <a:pt x="8" y="178"/>
                      </a:lnTo>
                      <a:lnTo>
                        <a:pt x="8" y="174"/>
                      </a:lnTo>
                      <a:lnTo>
                        <a:pt x="4" y="170"/>
                      </a:lnTo>
                      <a:lnTo>
                        <a:pt x="4" y="168"/>
                      </a:lnTo>
                      <a:lnTo>
                        <a:pt x="4" y="168"/>
                      </a:lnTo>
                      <a:lnTo>
                        <a:pt x="4" y="168"/>
                      </a:lnTo>
                      <a:lnTo>
                        <a:pt x="0" y="164"/>
                      </a:lnTo>
                      <a:lnTo>
                        <a:pt x="0" y="156"/>
                      </a:lnTo>
                      <a:lnTo>
                        <a:pt x="0" y="156"/>
                      </a:lnTo>
                      <a:lnTo>
                        <a:pt x="0" y="156"/>
                      </a:lnTo>
                      <a:lnTo>
                        <a:pt x="0" y="156"/>
                      </a:lnTo>
                      <a:lnTo>
                        <a:pt x="0" y="156"/>
                      </a:lnTo>
                      <a:lnTo>
                        <a:pt x="0" y="156"/>
                      </a:lnTo>
                      <a:lnTo>
                        <a:pt x="4" y="156"/>
                      </a:lnTo>
                      <a:lnTo>
                        <a:pt x="4" y="156"/>
                      </a:lnTo>
                      <a:lnTo>
                        <a:pt x="4" y="156"/>
                      </a:lnTo>
                      <a:lnTo>
                        <a:pt x="4" y="152"/>
                      </a:lnTo>
                      <a:lnTo>
                        <a:pt x="4" y="152"/>
                      </a:lnTo>
                      <a:lnTo>
                        <a:pt x="4" y="152"/>
                      </a:lnTo>
                      <a:lnTo>
                        <a:pt x="4" y="152"/>
                      </a:lnTo>
                      <a:lnTo>
                        <a:pt x="4" y="152"/>
                      </a:lnTo>
                      <a:lnTo>
                        <a:pt x="4" y="148"/>
                      </a:lnTo>
                      <a:lnTo>
                        <a:pt x="4" y="148"/>
                      </a:lnTo>
                      <a:lnTo>
                        <a:pt x="4" y="148"/>
                      </a:lnTo>
                      <a:lnTo>
                        <a:pt x="8" y="144"/>
                      </a:lnTo>
                      <a:lnTo>
                        <a:pt x="8" y="142"/>
                      </a:lnTo>
                      <a:lnTo>
                        <a:pt x="8" y="142"/>
                      </a:lnTo>
                      <a:lnTo>
                        <a:pt x="12" y="138"/>
                      </a:lnTo>
                      <a:lnTo>
                        <a:pt x="12" y="138"/>
                      </a:lnTo>
                      <a:lnTo>
                        <a:pt x="14" y="134"/>
                      </a:lnTo>
                      <a:lnTo>
                        <a:pt x="14" y="130"/>
                      </a:lnTo>
                      <a:lnTo>
                        <a:pt x="22" y="122"/>
                      </a:lnTo>
                      <a:lnTo>
                        <a:pt x="22" y="118"/>
                      </a:lnTo>
                      <a:lnTo>
                        <a:pt x="26" y="118"/>
                      </a:lnTo>
                      <a:lnTo>
                        <a:pt x="26" y="114"/>
                      </a:lnTo>
                      <a:lnTo>
                        <a:pt x="30" y="114"/>
                      </a:lnTo>
                      <a:lnTo>
                        <a:pt x="30" y="114"/>
                      </a:lnTo>
                      <a:lnTo>
                        <a:pt x="30" y="114"/>
                      </a:lnTo>
                      <a:lnTo>
                        <a:pt x="30" y="112"/>
                      </a:lnTo>
                      <a:lnTo>
                        <a:pt x="30" y="104"/>
                      </a:lnTo>
                      <a:lnTo>
                        <a:pt x="30" y="92"/>
                      </a:lnTo>
                      <a:lnTo>
                        <a:pt x="30" y="88"/>
                      </a:lnTo>
                      <a:lnTo>
                        <a:pt x="30" y="88"/>
                      </a:lnTo>
                      <a:lnTo>
                        <a:pt x="30" y="82"/>
                      </a:lnTo>
                      <a:lnTo>
                        <a:pt x="30" y="78"/>
                      </a:lnTo>
                      <a:lnTo>
                        <a:pt x="30" y="78"/>
                      </a:lnTo>
                      <a:lnTo>
                        <a:pt x="34" y="66"/>
                      </a:lnTo>
                      <a:lnTo>
                        <a:pt x="34" y="62"/>
                      </a:lnTo>
                      <a:lnTo>
                        <a:pt x="34" y="58"/>
                      </a:lnTo>
                      <a:lnTo>
                        <a:pt x="34" y="58"/>
                      </a:lnTo>
                      <a:lnTo>
                        <a:pt x="34" y="56"/>
                      </a:lnTo>
                      <a:lnTo>
                        <a:pt x="38" y="52"/>
                      </a:lnTo>
                      <a:lnTo>
                        <a:pt x="38" y="52"/>
                      </a:lnTo>
                      <a:lnTo>
                        <a:pt x="30" y="48"/>
                      </a:lnTo>
                      <a:lnTo>
                        <a:pt x="30" y="48"/>
                      </a:lnTo>
                      <a:lnTo>
                        <a:pt x="30" y="44"/>
                      </a:lnTo>
                      <a:lnTo>
                        <a:pt x="30" y="44"/>
                      </a:lnTo>
                      <a:lnTo>
                        <a:pt x="30" y="44"/>
                      </a:lnTo>
                      <a:lnTo>
                        <a:pt x="30" y="44"/>
                      </a:lnTo>
                      <a:lnTo>
                        <a:pt x="30" y="44"/>
                      </a:lnTo>
                      <a:lnTo>
                        <a:pt x="30" y="44"/>
                      </a:lnTo>
                      <a:lnTo>
                        <a:pt x="30" y="44"/>
                      </a:lnTo>
                      <a:lnTo>
                        <a:pt x="30" y="42"/>
                      </a:lnTo>
                      <a:lnTo>
                        <a:pt x="30" y="42"/>
                      </a:lnTo>
                      <a:lnTo>
                        <a:pt x="30" y="42"/>
                      </a:lnTo>
                      <a:lnTo>
                        <a:pt x="26" y="34"/>
                      </a:lnTo>
                      <a:lnTo>
                        <a:pt x="26" y="34"/>
                      </a:lnTo>
                      <a:lnTo>
                        <a:pt x="26" y="34"/>
                      </a:lnTo>
                      <a:lnTo>
                        <a:pt x="26" y="30"/>
                      </a:lnTo>
                      <a:lnTo>
                        <a:pt x="26" y="30"/>
                      </a:lnTo>
                      <a:lnTo>
                        <a:pt x="26" y="26"/>
                      </a:lnTo>
                      <a:lnTo>
                        <a:pt x="26" y="22"/>
                      </a:lnTo>
                      <a:lnTo>
                        <a:pt x="26" y="22"/>
                      </a:lnTo>
                      <a:lnTo>
                        <a:pt x="22" y="12"/>
                      </a:lnTo>
                      <a:lnTo>
                        <a:pt x="22" y="8"/>
                      </a:lnTo>
                      <a:lnTo>
                        <a:pt x="22" y="8"/>
                      </a:lnTo>
                      <a:lnTo>
                        <a:pt x="22" y="4"/>
                      </a:lnTo>
                      <a:lnTo>
                        <a:pt x="26" y="4"/>
                      </a:lnTo>
                      <a:lnTo>
                        <a:pt x="38" y="0"/>
                      </a:lnTo>
                      <a:lnTo>
                        <a:pt x="40" y="0"/>
                      </a:lnTo>
                      <a:lnTo>
                        <a:pt x="48" y="8"/>
                      </a:lnTo>
                      <a:lnTo>
                        <a:pt x="60" y="12"/>
                      </a:lnTo>
                      <a:lnTo>
                        <a:pt x="60" y="12"/>
                      </a:lnTo>
                      <a:lnTo>
                        <a:pt x="64" y="14"/>
                      </a:lnTo>
                      <a:lnTo>
                        <a:pt x="70" y="18"/>
                      </a:lnTo>
                      <a:lnTo>
                        <a:pt x="74" y="22"/>
                      </a:lnTo>
                      <a:lnTo>
                        <a:pt x="78" y="22"/>
                      </a:lnTo>
                      <a:lnTo>
                        <a:pt x="82" y="26"/>
                      </a:lnTo>
                      <a:lnTo>
                        <a:pt x="90" y="30"/>
                      </a:lnTo>
                      <a:lnTo>
                        <a:pt x="98" y="38"/>
                      </a:lnTo>
                      <a:lnTo>
                        <a:pt x="108" y="42"/>
                      </a:lnTo>
                      <a:lnTo>
                        <a:pt x="112" y="44"/>
                      </a:lnTo>
                      <a:lnTo>
                        <a:pt x="120" y="48"/>
                      </a:lnTo>
                      <a:lnTo>
                        <a:pt x="128" y="52"/>
                      </a:lnTo>
                      <a:lnTo>
                        <a:pt x="134" y="58"/>
                      </a:lnTo>
                      <a:lnTo>
                        <a:pt x="142" y="62"/>
                      </a:lnTo>
                      <a:lnTo>
                        <a:pt x="150" y="66"/>
                      </a:lnTo>
                      <a:lnTo>
                        <a:pt x="150" y="66"/>
                      </a:lnTo>
                      <a:lnTo>
                        <a:pt x="150" y="70"/>
                      </a:lnTo>
                      <a:lnTo>
                        <a:pt x="150" y="78"/>
                      </a:lnTo>
                      <a:lnTo>
                        <a:pt x="150" y="82"/>
                      </a:lnTo>
                      <a:lnTo>
                        <a:pt x="150" y="84"/>
                      </a:lnTo>
                      <a:lnTo>
                        <a:pt x="150" y="88"/>
                      </a:lnTo>
                      <a:lnTo>
                        <a:pt x="150" y="122"/>
                      </a:lnTo>
                      <a:lnTo>
                        <a:pt x="150" y="126"/>
                      </a:lnTo>
                      <a:lnTo>
                        <a:pt x="150" y="134"/>
                      </a:lnTo>
                      <a:lnTo>
                        <a:pt x="150" y="134"/>
                      </a:lnTo>
                      <a:lnTo>
                        <a:pt x="150" y="134"/>
                      </a:lnTo>
                      <a:lnTo>
                        <a:pt x="150" y="134"/>
                      </a:lnTo>
                      <a:lnTo>
                        <a:pt x="150" y="134"/>
                      </a:lnTo>
                      <a:lnTo>
                        <a:pt x="146" y="134"/>
                      </a:lnTo>
                      <a:lnTo>
                        <a:pt x="146" y="134"/>
                      </a:lnTo>
                      <a:lnTo>
                        <a:pt x="146" y="134"/>
                      </a:lnTo>
                      <a:lnTo>
                        <a:pt x="142" y="134"/>
                      </a:lnTo>
                      <a:lnTo>
                        <a:pt x="142" y="134"/>
                      </a:lnTo>
                      <a:lnTo>
                        <a:pt x="142" y="134"/>
                      </a:lnTo>
                      <a:lnTo>
                        <a:pt x="142" y="134"/>
                      </a:lnTo>
                      <a:lnTo>
                        <a:pt x="142" y="134"/>
                      </a:lnTo>
                      <a:lnTo>
                        <a:pt x="142" y="134"/>
                      </a:lnTo>
                      <a:lnTo>
                        <a:pt x="142" y="134"/>
                      </a:lnTo>
                      <a:lnTo>
                        <a:pt x="142" y="134"/>
                      </a:lnTo>
                      <a:lnTo>
                        <a:pt x="142" y="134"/>
                      </a:lnTo>
                      <a:lnTo>
                        <a:pt x="138" y="134"/>
                      </a:lnTo>
                      <a:lnTo>
                        <a:pt x="138" y="134"/>
                      </a:lnTo>
                      <a:lnTo>
                        <a:pt x="138" y="134"/>
                      </a:lnTo>
                      <a:lnTo>
                        <a:pt x="138" y="134"/>
                      </a:lnTo>
                      <a:lnTo>
                        <a:pt x="138" y="134"/>
                      </a:lnTo>
                      <a:lnTo>
                        <a:pt x="138" y="134"/>
                      </a:lnTo>
                      <a:lnTo>
                        <a:pt x="134" y="138"/>
                      </a:lnTo>
                      <a:lnTo>
                        <a:pt x="134" y="138"/>
                      </a:lnTo>
                      <a:lnTo>
                        <a:pt x="134" y="138"/>
                      </a:lnTo>
                      <a:lnTo>
                        <a:pt x="134" y="138"/>
                      </a:lnTo>
                      <a:lnTo>
                        <a:pt x="134" y="138"/>
                      </a:lnTo>
                      <a:lnTo>
                        <a:pt x="134" y="138"/>
                      </a:lnTo>
                      <a:lnTo>
                        <a:pt x="134" y="142"/>
                      </a:lnTo>
                      <a:lnTo>
                        <a:pt x="134" y="142"/>
                      </a:lnTo>
                      <a:lnTo>
                        <a:pt x="134" y="142"/>
                      </a:lnTo>
                      <a:lnTo>
                        <a:pt x="134" y="142"/>
                      </a:lnTo>
                      <a:lnTo>
                        <a:pt x="134" y="142"/>
                      </a:lnTo>
                      <a:lnTo>
                        <a:pt x="134" y="144"/>
                      </a:lnTo>
                      <a:lnTo>
                        <a:pt x="134" y="144"/>
                      </a:lnTo>
                      <a:lnTo>
                        <a:pt x="134" y="144"/>
                      </a:lnTo>
                      <a:lnTo>
                        <a:pt x="134" y="144"/>
                      </a:lnTo>
                      <a:lnTo>
                        <a:pt x="130" y="144"/>
                      </a:lnTo>
                      <a:lnTo>
                        <a:pt x="130" y="148"/>
                      </a:lnTo>
                      <a:lnTo>
                        <a:pt x="130" y="148"/>
                      </a:lnTo>
                      <a:lnTo>
                        <a:pt x="130" y="148"/>
                      </a:lnTo>
                      <a:lnTo>
                        <a:pt x="130" y="152"/>
                      </a:lnTo>
                      <a:lnTo>
                        <a:pt x="130" y="152"/>
                      </a:lnTo>
                      <a:lnTo>
                        <a:pt x="128" y="152"/>
                      </a:lnTo>
                      <a:lnTo>
                        <a:pt x="128" y="152"/>
                      </a:lnTo>
                      <a:lnTo>
                        <a:pt x="128" y="152"/>
                      </a:lnTo>
                      <a:lnTo>
                        <a:pt x="128" y="152"/>
                      </a:lnTo>
                      <a:lnTo>
                        <a:pt x="128" y="152"/>
                      </a:lnTo>
                      <a:lnTo>
                        <a:pt x="128" y="156"/>
                      </a:lnTo>
                      <a:lnTo>
                        <a:pt x="128" y="156"/>
                      </a:lnTo>
                      <a:lnTo>
                        <a:pt x="128" y="156"/>
                      </a:lnTo>
                      <a:lnTo>
                        <a:pt x="128" y="156"/>
                      </a:lnTo>
                      <a:lnTo>
                        <a:pt x="128" y="160"/>
                      </a:lnTo>
                      <a:lnTo>
                        <a:pt x="128" y="160"/>
                      </a:lnTo>
                      <a:lnTo>
                        <a:pt x="130" y="160"/>
                      </a:lnTo>
                      <a:lnTo>
                        <a:pt x="130" y="160"/>
                      </a:lnTo>
                      <a:lnTo>
                        <a:pt x="130" y="160"/>
                      </a:lnTo>
                      <a:lnTo>
                        <a:pt x="128" y="164"/>
                      </a:lnTo>
                      <a:lnTo>
                        <a:pt x="128" y="164"/>
                      </a:lnTo>
                      <a:lnTo>
                        <a:pt x="128" y="164"/>
                      </a:lnTo>
                      <a:lnTo>
                        <a:pt x="124" y="164"/>
                      </a:lnTo>
                      <a:lnTo>
                        <a:pt x="124" y="164"/>
                      </a:lnTo>
                      <a:lnTo>
                        <a:pt x="124" y="168"/>
                      </a:lnTo>
                      <a:lnTo>
                        <a:pt x="124" y="170"/>
                      </a:lnTo>
                      <a:lnTo>
                        <a:pt x="124" y="170"/>
                      </a:lnTo>
                      <a:lnTo>
                        <a:pt x="128" y="174"/>
                      </a:lnTo>
                      <a:lnTo>
                        <a:pt x="128" y="174"/>
                      </a:lnTo>
                      <a:lnTo>
                        <a:pt x="128" y="174"/>
                      </a:lnTo>
                      <a:lnTo>
                        <a:pt x="124" y="178"/>
                      </a:lnTo>
                      <a:lnTo>
                        <a:pt x="124" y="178"/>
                      </a:lnTo>
                      <a:lnTo>
                        <a:pt x="124" y="178"/>
                      </a:lnTo>
                      <a:lnTo>
                        <a:pt x="120" y="178"/>
                      </a:lnTo>
                      <a:lnTo>
                        <a:pt x="120" y="182"/>
                      </a:lnTo>
                      <a:lnTo>
                        <a:pt x="120" y="186"/>
                      </a:lnTo>
                      <a:lnTo>
                        <a:pt x="120" y="186"/>
                      </a:lnTo>
                      <a:lnTo>
                        <a:pt x="120" y="186"/>
                      </a:lnTo>
                      <a:lnTo>
                        <a:pt x="120" y="186"/>
                      </a:lnTo>
                      <a:lnTo>
                        <a:pt x="120" y="186"/>
                      </a:lnTo>
                      <a:lnTo>
                        <a:pt x="120" y="186"/>
                      </a:lnTo>
                      <a:lnTo>
                        <a:pt x="124" y="186"/>
                      </a:lnTo>
                      <a:lnTo>
                        <a:pt x="124" y="186"/>
                      </a:lnTo>
                      <a:lnTo>
                        <a:pt x="124" y="186"/>
                      </a:lnTo>
                      <a:lnTo>
                        <a:pt x="124" y="186"/>
                      </a:lnTo>
                      <a:lnTo>
                        <a:pt x="124" y="186"/>
                      </a:lnTo>
                      <a:lnTo>
                        <a:pt x="124" y="186"/>
                      </a:lnTo>
                      <a:lnTo>
                        <a:pt x="124" y="186"/>
                      </a:lnTo>
                      <a:lnTo>
                        <a:pt x="124" y="186"/>
                      </a:lnTo>
                      <a:lnTo>
                        <a:pt x="128" y="186"/>
                      </a:lnTo>
                      <a:lnTo>
                        <a:pt x="128" y="186"/>
                      </a:lnTo>
                      <a:lnTo>
                        <a:pt x="128" y="190"/>
                      </a:lnTo>
                      <a:lnTo>
                        <a:pt x="128" y="194"/>
                      </a:lnTo>
                      <a:lnTo>
                        <a:pt x="128" y="198"/>
                      </a:lnTo>
                      <a:lnTo>
                        <a:pt x="130" y="198"/>
                      </a:lnTo>
                      <a:lnTo>
                        <a:pt x="130" y="198"/>
                      </a:lnTo>
                      <a:lnTo>
                        <a:pt x="130" y="200"/>
                      </a:lnTo>
                      <a:lnTo>
                        <a:pt x="130" y="200"/>
                      </a:lnTo>
                      <a:lnTo>
                        <a:pt x="130" y="204"/>
                      </a:lnTo>
                      <a:lnTo>
                        <a:pt x="130" y="204"/>
                      </a:lnTo>
                      <a:lnTo>
                        <a:pt x="130" y="204"/>
                      </a:lnTo>
                      <a:lnTo>
                        <a:pt x="130" y="204"/>
                      </a:lnTo>
                      <a:lnTo>
                        <a:pt x="130" y="204"/>
                      </a:lnTo>
                      <a:lnTo>
                        <a:pt x="130" y="208"/>
                      </a:lnTo>
                      <a:lnTo>
                        <a:pt x="130" y="208"/>
                      </a:lnTo>
                      <a:lnTo>
                        <a:pt x="134" y="208"/>
                      </a:lnTo>
                      <a:lnTo>
                        <a:pt x="134" y="212"/>
                      </a:lnTo>
                      <a:lnTo>
                        <a:pt x="134" y="212"/>
                      </a:lnTo>
                      <a:lnTo>
                        <a:pt x="134" y="216"/>
                      </a:lnTo>
                      <a:lnTo>
                        <a:pt x="134" y="216"/>
                      </a:lnTo>
                      <a:lnTo>
                        <a:pt x="134" y="216"/>
                      </a:lnTo>
                      <a:lnTo>
                        <a:pt x="130" y="216"/>
                      </a:lnTo>
                      <a:lnTo>
                        <a:pt x="128" y="216"/>
                      </a:lnTo>
                      <a:lnTo>
                        <a:pt x="128" y="216"/>
                      </a:lnTo>
                      <a:lnTo>
                        <a:pt x="128" y="216"/>
                      </a:lnTo>
                      <a:lnTo>
                        <a:pt x="128" y="216"/>
                      </a:lnTo>
                      <a:lnTo>
                        <a:pt x="128" y="216"/>
                      </a:lnTo>
                      <a:lnTo>
                        <a:pt x="124" y="216"/>
                      </a:lnTo>
                      <a:lnTo>
                        <a:pt x="124" y="220"/>
                      </a:lnTo>
                      <a:lnTo>
                        <a:pt x="120" y="220"/>
                      </a:lnTo>
                      <a:lnTo>
                        <a:pt x="120" y="220"/>
                      </a:lnTo>
                      <a:lnTo>
                        <a:pt x="120" y="220"/>
                      </a:lnTo>
                      <a:lnTo>
                        <a:pt x="120" y="220"/>
                      </a:lnTo>
                      <a:lnTo>
                        <a:pt x="116" y="224"/>
                      </a:lnTo>
                      <a:lnTo>
                        <a:pt x="116" y="224"/>
                      </a:lnTo>
                      <a:lnTo>
                        <a:pt x="116" y="224"/>
                      </a:lnTo>
                      <a:lnTo>
                        <a:pt x="116" y="224"/>
                      </a:lnTo>
                      <a:lnTo>
                        <a:pt x="116" y="224"/>
                      </a:lnTo>
                      <a:lnTo>
                        <a:pt x="116" y="226"/>
                      </a:lnTo>
                      <a:lnTo>
                        <a:pt x="120" y="226"/>
                      </a:lnTo>
                      <a:lnTo>
                        <a:pt x="116" y="226"/>
                      </a:lnTo>
                      <a:lnTo>
                        <a:pt x="116" y="226"/>
                      </a:lnTo>
                      <a:lnTo>
                        <a:pt x="116" y="230"/>
                      </a:lnTo>
                      <a:lnTo>
                        <a:pt x="116" y="230"/>
                      </a:lnTo>
                      <a:lnTo>
                        <a:pt x="116" y="230"/>
                      </a:lnTo>
                      <a:lnTo>
                        <a:pt x="116" y="230"/>
                      </a:lnTo>
                      <a:lnTo>
                        <a:pt x="116" y="230"/>
                      </a:lnTo>
                      <a:lnTo>
                        <a:pt x="116" y="230"/>
                      </a:lnTo>
                      <a:lnTo>
                        <a:pt x="112" y="230"/>
                      </a:lnTo>
                      <a:lnTo>
                        <a:pt x="112" y="230"/>
                      </a:lnTo>
                      <a:lnTo>
                        <a:pt x="112" y="230"/>
                      </a:lnTo>
                      <a:lnTo>
                        <a:pt x="112" y="230"/>
                      </a:lnTo>
                      <a:lnTo>
                        <a:pt x="112" y="234"/>
                      </a:lnTo>
                      <a:lnTo>
                        <a:pt x="112" y="234"/>
                      </a:lnTo>
                      <a:lnTo>
                        <a:pt x="112" y="234"/>
                      </a:lnTo>
                      <a:lnTo>
                        <a:pt x="112" y="234"/>
                      </a:lnTo>
                      <a:lnTo>
                        <a:pt x="112" y="234"/>
                      </a:lnTo>
                      <a:lnTo>
                        <a:pt x="112" y="234"/>
                      </a:lnTo>
                      <a:lnTo>
                        <a:pt x="108" y="238"/>
                      </a:lnTo>
                      <a:lnTo>
                        <a:pt x="108" y="238"/>
                      </a:lnTo>
                      <a:lnTo>
                        <a:pt x="104" y="242"/>
                      </a:lnTo>
                      <a:lnTo>
                        <a:pt x="104" y="242"/>
                      </a:lnTo>
                      <a:lnTo>
                        <a:pt x="104" y="242"/>
                      </a:lnTo>
                      <a:lnTo>
                        <a:pt x="104" y="242"/>
                      </a:lnTo>
                      <a:lnTo>
                        <a:pt x="104" y="242"/>
                      </a:lnTo>
                      <a:lnTo>
                        <a:pt x="104" y="242"/>
                      </a:lnTo>
                      <a:lnTo>
                        <a:pt x="100" y="246"/>
                      </a:lnTo>
                      <a:lnTo>
                        <a:pt x="100" y="246"/>
                      </a:lnTo>
                      <a:lnTo>
                        <a:pt x="100" y="246"/>
                      </a:lnTo>
                      <a:lnTo>
                        <a:pt x="100" y="246"/>
                      </a:lnTo>
                      <a:lnTo>
                        <a:pt x="100" y="250"/>
                      </a:lnTo>
                      <a:lnTo>
                        <a:pt x="98" y="250"/>
                      </a:lnTo>
                      <a:lnTo>
                        <a:pt x="98" y="250"/>
                      </a:lnTo>
                      <a:lnTo>
                        <a:pt x="98" y="250"/>
                      </a:lnTo>
                      <a:lnTo>
                        <a:pt x="98" y="250"/>
                      </a:lnTo>
                      <a:lnTo>
                        <a:pt x="94" y="250"/>
                      </a:lnTo>
                      <a:lnTo>
                        <a:pt x="94" y="250"/>
                      </a:lnTo>
                      <a:lnTo>
                        <a:pt x="94" y="250"/>
                      </a:lnTo>
                      <a:lnTo>
                        <a:pt x="94" y="250"/>
                      </a:lnTo>
                      <a:lnTo>
                        <a:pt x="90" y="250"/>
                      </a:lnTo>
                      <a:lnTo>
                        <a:pt x="86" y="250"/>
                      </a:lnTo>
                      <a:lnTo>
                        <a:pt x="86" y="250"/>
                      </a:lnTo>
                      <a:lnTo>
                        <a:pt x="82" y="250"/>
                      </a:lnTo>
                      <a:lnTo>
                        <a:pt x="82" y="250"/>
                      </a:lnTo>
                      <a:lnTo>
                        <a:pt x="78" y="250"/>
                      </a:lnTo>
                      <a:lnTo>
                        <a:pt x="78" y="250"/>
                      </a:lnTo>
                      <a:lnTo>
                        <a:pt x="78" y="250"/>
                      </a:lnTo>
                      <a:lnTo>
                        <a:pt x="78" y="254"/>
                      </a:lnTo>
                      <a:lnTo>
                        <a:pt x="78" y="254"/>
                      </a:lnTo>
                      <a:lnTo>
                        <a:pt x="78" y="254"/>
                      </a:lnTo>
                      <a:lnTo>
                        <a:pt x="78" y="254"/>
                      </a:lnTo>
                      <a:lnTo>
                        <a:pt x="78" y="254"/>
                      </a:lnTo>
                      <a:lnTo>
                        <a:pt x="78" y="254"/>
                      </a:lnTo>
                      <a:lnTo>
                        <a:pt x="78" y="254"/>
                      </a:lnTo>
                      <a:lnTo>
                        <a:pt x="82" y="256"/>
                      </a:lnTo>
                      <a:lnTo>
                        <a:pt x="82" y="256"/>
                      </a:lnTo>
                      <a:lnTo>
                        <a:pt x="78" y="256"/>
                      </a:lnTo>
                      <a:lnTo>
                        <a:pt x="78" y="256"/>
                      </a:lnTo>
                      <a:lnTo>
                        <a:pt x="78" y="260"/>
                      </a:lnTo>
                      <a:lnTo>
                        <a:pt x="78" y="260"/>
                      </a:lnTo>
                      <a:lnTo>
                        <a:pt x="78" y="260"/>
                      </a:lnTo>
                      <a:lnTo>
                        <a:pt x="78" y="260"/>
                      </a:lnTo>
                      <a:lnTo>
                        <a:pt x="74" y="260"/>
                      </a:lnTo>
                      <a:lnTo>
                        <a:pt x="74" y="264"/>
                      </a:lnTo>
                      <a:lnTo>
                        <a:pt x="74" y="264"/>
                      </a:lnTo>
                      <a:lnTo>
                        <a:pt x="74" y="264"/>
                      </a:lnTo>
                      <a:lnTo>
                        <a:pt x="74" y="264"/>
                      </a:lnTo>
                      <a:lnTo>
                        <a:pt x="74" y="264"/>
                      </a:lnTo>
                      <a:lnTo>
                        <a:pt x="74" y="264"/>
                      </a:lnTo>
                      <a:lnTo>
                        <a:pt x="74" y="264"/>
                      </a:lnTo>
                      <a:lnTo>
                        <a:pt x="74" y="264"/>
                      </a:lnTo>
                      <a:lnTo>
                        <a:pt x="74" y="268"/>
                      </a:lnTo>
                      <a:lnTo>
                        <a:pt x="74" y="268"/>
                      </a:lnTo>
                      <a:lnTo>
                        <a:pt x="70" y="268"/>
                      </a:lnTo>
                      <a:lnTo>
                        <a:pt x="70" y="268"/>
                      </a:lnTo>
                      <a:lnTo>
                        <a:pt x="68" y="268"/>
                      </a:lnTo>
                      <a:lnTo>
                        <a:pt x="64" y="268"/>
                      </a:lnTo>
                      <a:lnTo>
                        <a:pt x="64" y="268"/>
                      </a:lnTo>
                      <a:lnTo>
                        <a:pt x="60" y="268"/>
                      </a:lnTo>
                      <a:lnTo>
                        <a:pt x="60" y="268"/>
                      </a:lnTo>
                      <a:lnTo>
                        <a:pt x="60" y="268"/>
                      </a:lnTo>
                      <a:lnTo>
                        <a:pt x="60" y="268"/>
                      </a:lnTo>
                      <a:lnTo>
                        <a:pt x="56" y="268"/>
                      </a:lnTo>
                      <a:lnTo>
                        <a:pt x="56" y="268"/>
                      </a:lnTo>
                      <a:lnTo>
                        <a:pt x="56" y="268"/>
                      </a:lnTo>
                      <a:lnTo>
                        <a:pt x="52" y="272"/>
                      </a:lnTo>
                      <a:lnTo>
                        <a:pt x="52" y="272"/>
                      </a:lnTo>
                      <a:lnTo>
                        <a:pt x="52" y="272"/>
                      </a:lnTo>
                      <a:lnTo>
                        <a:pt x="52" y="272"/>
                      </a:lnTo>
                      <a:lnTo>
                        <a:pt x="52" y="272"/>
                      </a:lnTo>
                      <a:lnTo>
                        <a:pt x="48" y="272"/>
                      </a:lnTo>
                      <a:lnTo>
                        <a:pt x="48" y="272"/>
                      </a:lnTo>
                      <a:lnTo>
                        <a:pt x="48" y="276"/>
                      </a:lnTo>
                      <a:lnTo>
                        <a:pt x="48" y="276"/>
                      </a:lnTo>
                      <a:lnTo>
                        <a:pt x="48" y="276"/>
                      </a:lnTo>
                      <a:lnTo>
                        <a:pt x="48" y="276"/>
                      </a:lnTo>
                      <a:lnTo>
                        <a:pt x="48" y="276"/>
                      </a:lnTo>
                      <a:lnTo>
                        <a:pt x="48" y="276"/>
                      </a:lnTo>
                      <a:lnTo>
                        <a:pt x="44" y="272"/>
                      </a:lnTo>
                      <a:lnTo>
                        <a:pt x="44" y="272"/>
                      </a:lnTo>
                      <a:lnTo>
                        <a:pt x="44" y="268"/>
                      </a:lnTo>
                      <a:lnTo>
                        <a:pt x="44" y="268"/>
                      </a:lnTo>
                      <a:lnTo>
                        <a:pt x="44" y="268"/>
                      </a:lnTo>
                      <a:lnTo>
                        <a:pt x="40" y="272"/>
                      </a:lnTo>
                      <a:lnTo>
                        <a:pt x="40" y="272"/>
                      </a:lnTo>
                      <a:lnTo>
                        <a:pt x="40" y="272"/>
                      </a:lnTo>
                      <a:lnTo>
                        <a:pt x="40" y="272"/>
                      </a:lnTo>
                      <a:lnTo>
                        <a:pt x="40" y="276"/>
                      </a:lnTo>
                      <a:lnTo>
                        <a:pt x="38" y="276"/>
                      </a:lnTo>
                      <a:lnTo>
                        <a:pt x="38" y="276"/>
                      </a:lnTo>
                      <a:lnTo>
                        <a:pt x="38" y="276"/>
                      </a:lnTo>
                      <a:lnTo>
                        <a:pt x="38" y="276"/>
                      </a:lnTo>
                      <a:lnTo>
                        <a:pt x="38" y="276"/>
                      </a:lnTo>
                      <a:lnTo>
                        <a:pt x="38" y="276"/>
                      </a:lnTo>
                      <a:lnTo>
                        <a:pt x="34" y="276"/>
                      </a:lnTo>
                      <a:lnTo>
                        <a:pt x="34" y="276"/>
                      </a:lnTo>
                      <a:lnTo>
                        <a:pt x="34" y="276"/>
                      </a:lnTo>
                      <a:lnTo>
                        <a:pt x="34" y="276"/>
                      </a:lnTo>
                      <a:lnTo>
                        <a:pt x="34" y="276"/>
                      </a:lnTo>
                      <a:lnTo>
                        <a:pt x="30" y="276"/>
                      </a:lnTo>
                      <a:lnTo>
                        <a:pt x="30" y="276"/>
                      </a:lnTo>
                      <a:lnTo>
                        <a:pt x="30" y="276"/>
                      </a:lnTo>
                      <a:lnTo>
                        <a:pt x="30" y="276"/>
                      </a:lnTo>
                      <a:lnTo>
                        <a:pt x="30" y="276"/>
                      </a:lnTo>
                      <a:lnTo>
                        <a:pt x="30" y="276"/>
                      </a:lnTo>
                      <a:lnTo>
                        <a:pt x="30" y="276"/>
                      </a:lnTo>
                      <a:lnTo>
                        <a:pt x="30" y="276"/>
                      </a:lnTo>
                      <a:lnTo>
                        <a:pt x="30" y="272"/>
                      </a:lnTo>
                      <a:lnTo>
                        <a:pt x="30" y="272"/>
                      </a:lnTo>
                      <a:lnTo>
                        <a:pt x="30" y="272"/>
                      </a:lnTo>
                      <a:lnTo>
                        <a:pt x="30" y="272"/>
                      </a:lnTo>
                      <a:lnTo>
                        <a:pt x="30" y="272"/>
                      </a:lnTo>
                      <a:lnTo>
                        <a:pt x="30" y="272"/>
                      </a:lnTo>
                      <a:lnTo>
                        <a:pt x="30" y="272"/>
                      </a:lnTo>
                      <a:lnTo>
                        <a:pt x="30" y="268"/>
                      </a:lnTo>
                      <a:lnTo>
                        <a:pt x="30" y="268"/>
                      </a:lnTo>
                      <a:lnTo>
                        <a:pt x="26" y="268"/>
                      </a:lnTo>
                      <a:lnTo>
                        <a:pt x="26" y="264"/>
                      </a:lnTo>
                      <a:lnTo>
                        <a:pt x="26" y="264"/>
                      </a:lnTo>
                      <a:lnTo>
                        <a:pt x="26" y="264"/>
                      </a:lnTo>
                      <a:lnTo>
                        <a:pt x="26" y="264"/>
                      </a:lnTo>
                      <a:lnTo>
                        <a:pt x="26" y="260"/>
                      </a:lnTo>
                      <a:lnTo>
                        <a:pt x="26" y="260"/>
                      </a:lnTo>
                      <a:lnTo>
                        <a:pt x="26" y="260"/>
                      </a:lnTo>
                      <a:lnTo>
                        <a:pt x="22" y="256"/>
                      </a:lnTo>
                      <a:lnTo>
                        <a:pt x="22" y="254"/>
                      </a:lnTo>
                      <a:lnTo>
                        <a:pt x="18" y="254"/>
                      </a:lnTo>
                      <a:lnTo>
                        <a:pt x="18" y="254"/>
                      </a:lnTo>
                      <a:lnTo>
                        <a:pt x="18" y="254"/>
                      </a:lnTo>
                      <a:lnTo>
                        <a:pt x="14" y="250"/>
                      </a:lnTo>
                      <a:lnTo>
                        <a:pt x="14" y="250"/>
                      </a:lnTo>
                      <a:lnTo>
                        <a:pt x="12" y="246"/>
                      </a:lnTo>
                      <a:lnTo>
                        <a:pt x="12" y="246"/>
                      </a:lnTo>
                      <a:lnTo>
                        <a:pt x="12" y="246"/>
                      </a:lnTo>
                      <a:lnTo>
                        <a:pt x="8" y="238"/>
                      </a:lnTo>
                      <a:lnTo>
                        <a:pt x="8" y="238"/>
                      </a:lnTo>
                      <a:lnTo>
                        <a:pt x="8" y="238"/>
                      </a:lnTo>
                      <a:lnTo>
                        <a:pt x="8" y="238"/>
                      </a:lnTo>
                      <a:lnTo>
                        <a:pt x="8" y="238"/>
                      </a:lnTo>
                      <a:lnTo>
                        <a:pt x="8" y="238"/>
                      </a:lnTo>
                      <a:lnTo>
                        <a:pt x="8" y="238"/>
                      </a:lnTo>
                      <a:lnTo>
                        <a:pt x="12" y="234"/>
                      </a:lnTo>
                      <a:lnTo>
                        <a:pt x="12" y="234"/>
                      </a:lnTo>
                      <a:lnTo>
                        <a:pt x="12" y="234"/>
                      </a:lnTo>
                      <a:lnTo>
                        <a:pt x="12" y="234"/>
                      </a:lnTo>
                      <a:lnTo>
                        <a:pt x="12" y="234"/>
                      </a:lnTo>
                      <a:lnTo>
                        <a:pt x="12" y="234"/>
                      </a:lnTo>
                      <a:lnTo>
                        <a:pt x="12" y="234"/>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148" name="Freeform 137">
                  <a:extLst>
                    <a:ext uri="{FF2B5EF4-FFF2-40B4-BE49-F238E27FC236}">
                      <a16:creationId xmlns:a16="http://schemas.microsoft.com/office/drawing/2014/main" id="{4313FE13-3027-78FF-AF56-779CA97CA3DC}"/>
                    </a:ext>
                  </a:extLst>
                </p:cNvPr>
                <p:cNvSpPr>
                  <a:spLocks noEditPoints="1"/>
                </p:cNvSpPr>
                <p:nvPr/>
              </p:nvSpPr>
              <p:spPr bwMode="gray">
                <a:xfrm>
                  <a:off x="5864384" y="4860586"/>
                  <a:ext cx="31307" cy="24350"/>
                </a:xfrm>
                <a:custGeom>
                  <a:avLst/>
                  <a:gdLst>
                    <a:gd name="T0" fmla="*/ 2 w 18"/>
                    <a:gd name="T1" fmla="*/ 8 h 14"/>
                    <a:gd name="T2" fmla="*/ 0 w 18"/>
                    <a:gd name="T3" fmla="*/ 8 h 14"/>
                    <a:gd name="T4" fmla="*/ 0 w 18"/>
                    <a:gd name="T5" fmla="*/ 8 h 14"/>
                    <a:gd name="T6" fmla="*/ 0 w 18"/>
                    <a:gd name="T7" fmla="*/ 4 h 14"/>
                    <a:gd name="T8" fmla="*/ 0 w 18"/>
                    <a:gd name="T9" fmla="*/ 4 h 14"/>
                    <a:gd name="T10" fmla="*/ 0 w 18"/>
                    <a:gd name="T11" fmla="*/ 4 h 14"/>
                    <a:gd name="T12" fmla="*/ 0 w 18"/>
                    <a:gd name="T13" fmla="*/ 0 h 14"/>
                    <a:gd name="T14" fmla="*/ 0 w 18"/>
                    <a:gd name="T15" fmla="*/ 0 h 14"/>
                    <a:gd name="T16" fmla="*/ 0 w 18"/>
                    <a:gd name="T17" fmla="*/ 0 h 14"/>
                    <a:gd name="T18" fmla="*/ 0 w 18"/>
                    <a:gd name="T19" fmla="*/ 0 h 14"/>
                    <a:gd name="T20" fmla="*/ 2 w 18"/>
                    <a:gd name="T21" fmla="*/ 0 h 14"/>
                    <a:gd name="T22" fmla="*/ 2 w 18"/>
                    <a:gd name="T23" fmla="*/ 0 h 14"/>
                    <a:gd name="T24" fmla="*/ 2 w 18"/>
                    <a:gd name="T25" fmla="*/ 0 h 14"/>
                    <a:gd name="T26" fmla="*/ 2 w 18"/>
                    <a:gd name="T27" fmla="*/ 4 h 14"/>
                    <a:gd name="T28" fmla="*/ 2 w 18"/>
                    <a:gd name="T29" fmla="*/ 4 h 14"/>
                    <a:gd name="T30" fmla="*/ 2 w 18"/>
                    <a:gd name="T31" fmla="*/ 8 h 14"/>
                    <a:gd name="T32" fmla="*/ 2 w 18"/>
                    <a:gd name="T33" fmla="*/ 8 h 14"/>
                    <a:gd name="T34" fmla="*/ 2 w 18"/>
                    <a:gd name="T35" fmla="*/ 8 h 14"/>
                    <a:gd name="T36" fmla="*/ 18 w 18"/>
                    <a:gd name="T37" fmla="*/ 14 h 14"/>
                    <a:gd name="T38" fmla="*/ 18 w 18"/>
                    <a:gd name="T39" fmla="*/ 14 h 14"/>
                    <a:gd name="T40" fmla="*/ 14 w 18"/>
                    <a:gd name="T41" fmla="*/ 14 h 14"/>
                    <a:gd name="T42" fmla="*/ 14 w 18"/>
                    <a:gd name="T43" fmla="*/ 14 h 14"/>
                    <a:gd name="T44" fmla="*/ 14 w 18"/>
                    <a:gd name="T45" fmla="*/ 14 h 14"/>
                    <a:gd name="T46" fmla="*/ 14 w 18"/>
                    <a:gd name="T47" fmla="*/ 10 h 14"/>
                    <a:gd name="T48" fmla="*/ 14 w 18"/>
                    <a:gd name="T49" fmla="*/ 10 h 14"/>
                    <a:gd name="T50" fmla="*/ 14 w 18"/>
                    <a:gd name="T51" fmla="*/ 14 h 14"/>
                    <a:gd name="T52" fmla="*/ 14 w 18"/>
                    <a:gd name="T53" fmla="*/ 10 h 14"/>
                    <a:gd name="T54" fmla="*/ 18 w 18"/>
                    <a:gd name="T55" fmla="*/ 10 h 14"/>
                    <a:gd name="T56" fmla="*/ 18 w 18"/>
                    <a:gd name="T57" fmla="*/ 10 h 14"/>
                    <a:gd name="T58" fmla="*/ 18 w 18"/>
                    <a:gd name="T59" fmla="*/ 10 h 14"/>
                    <a:gd name="T60" fmla="*/ 18 w 18"/>
                    <a:gd name="T61" fmla="*/ 10 h 14"/>
                    <a:gd name="T62" fmla="*/ 18 w 18"/>
                    <a:gd name="T63" fmla="*/ 10 h 14"/>
                    <a:gd name="T64" fmla="*/ 18 w 18"/>
                    <a:gd name="T65" fmla="*/ 14 h 14"/>
                    <a:gd name="T66" fmla="*/ 18 w 18"/>
                    <a:gd name="T67" fmla="*/ 14 h 14"/>
                    <a:gd name="T68" fmla="*/ 18 w 18"/>
                    <a:gd name="T69" fmla="*/ 14 h 14"/>
                    <a:gd name="T70" fmla="*/ 6 w 18"/>
                    <a:gd name="T71" fmla="*/ 14 h 14"/>
                    <a:gd name="T72" fmla="*/ 6 w 18"/>
                    <a:gd name="T73" fmla="*/ 14 h 14"/>
                    <a:gd name="T74" fmla="*/ 6 w 18"/>
                    <a:gd name="T75" fmla="*/ 14 h 14"/>
                    <a:gd name="T76" fmla="*/ 6 w 18"/>
                    <a:gd name="T77" fmla="*/ 14 h 14"/>
                    <a:gd name="T78" fmla="*/ 6 w 18"/>
                    <a:gd name="T79" fmla="*/ 14 h 14"/>
                    <a:gd name="T80" fmla="*/ 6 w 18"/>
                    <a:gd name="T81" fmla="*/ 14 h 14"/>
                    <a:gd name="T82" fmla="*/ 6 w 18"/>
                    <a:gd name="T83" fmla="*/ 14 h 14"/>
                    <a:gd name="T84" fmla="*/ 6 w 18"/>
                    <a:gd name="T85" fmla="*/ 14 h 14"/>
                    <a:gd name="T86" fmla="*/ 6 w 18"/>
                    <a:gd name="T87" fmla="*/ 14 h 14"/>
                    <a:gd name="T88" fmla="*/ 6 w 18"/>
                    <a:gd name="T89" fmla="*/ 14 h 14"/>
                    <a:gd name="T90" fmla="*/ 6 w 18"/>
                    <a:gd name="T91" fmla="*/ 14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8" h="14">
                      <a:moveTo>
                        <a:pt x="2" y="8"/>
                      </a:moveTo>
                      <a:lnTo>
                        <a:pt x="2" y="8"/>
                      </a:lnTo>
                      <a:lnTo>
                        <a:pt x="0" y="8"/>
                      </a:lnTo>
                      <a:lnTo>
                        <a:pt x="0" y="8"/>
                      </a:lnTo>
                      <a:lnTo>
                        <a:pt x="0" y="8"/>
                      </a:lnTo>
                      <a:lnTo>
                        <a:pt x="0" y="8"/>
                      </a:lnTo>
                      <a:lnTo>
                        <a:pt x="0" y="4"/>
                      </a:lnTo>
                      <a:lnTo>
                        <a:pt x="0" y="4"/>
                      </a:lnTo>
                      <a:lnTo>
                        <a:pt x="0" y="4"/>
                      </a:lnTo>
                      <a:lnTo>
                        <a:pt x="0" y="4"/>
                      </a:lnTo>
                      <a:lnTo>
                        <a:pt x="0" y="4"/>
                      </a:lnTo>
                      <a:lnTo>
                        <a:pt x="0" y="4"/>
                      </a:lnTo>
                      <a:lnTo>
                        <a:pt x="0" y="4"/>
                      </a:lnTo>
                      <a:lnTo>
                        <a:pt x="0" y="0"/>
                      </a:lnTo>
                      <a:lnTo>
                        <a:pt x="0" y="0"/>
                      </a:lnTo>
                      <a:lnTo>
                        <a:pt x="0" y="0"/>
                      </a:lnTo>
                      <a:lnTo>
                        <a:pt x="0" y="0"/>
                      </a:lnTo>
                      <a:lnTo>
                        <a:pt x="0" y="0"/>
                      </a:lnTo>
                      <a:lnTo>
                        <a:pt x="0" y="0"/>
                      </a:lnTo>
                      <a:lnTo>
                        <a:pt x="0" y="0"/>
                      </a:lnTo>
                      <a:lnTo>
                        <a:pt x="0" y="0"/>
                      </a:lnTo>
                      <a:lnTo>
                        <a:pt x="2" y="0"/>
                      </a:lnTo>
                      <a:lnTo>
                        <a:pt x="2" y="0"/>
                      </a:lnTo>
                      <a:lnTo>
                        <a:pt x="2" y="0"/>
                      </a:lnTo>
                      <a:lnTo>
                        <a:pt x="2" y="0"/>
                      </a:lnTo>
                      <a:lnTo>
                        <a:pt x="2" y="0"/>
                      </a:lnTo>
                      <a:lnTo>
                        <a:pt x="2" y="4"/>
                      </a:lnTo>
                      <a:lnTo>
                        <a:pt x="2" y="4"/>
                      </a:lnTo>
                      <a:lnTo>
                        <a:pt x="2" y="4"/>
                      </a:lnTo>
                      <a:lnTo>
                        <a:pt x="2" y="4"/>
                      </a:lnTo>
                      <a:lnTo>
                        <a:pt x="2" y="4"/>
                      </a:lnTo>
                      <a:lnTo>
                        <a:pt x="2" y="8"/>
                      </a:lnTo>
                      <a:lnTo>
                        <a:pt x="2" y="8"/>
                      </a:lnTo>
                      <a:lnTo>
                        <a:pt x="2" y="8"/>
                      </a:lnTo>
                      <a:lnTo>
                        <a:pt x="2" y="8"/>
                      </a:lnTo>
                      <a:lnTo>
                        <a:pt x="2" y="8"/>
                      </a:lnTo>
                      <a:lnTo>
                        <a:pt x="2" y="8"/>
                      </a:lnTo>
                      <a:close/>
                      <a:moveTo>
                        <a:pt x="18" y="14"/>
                      </a:moveTo>
                      <a:lnTo>
                        <a:pt x="18" y="14"/>
                      </a:lnTo>
                      <a:lnTo>
                        <a:pt x="18" y="14"/>
                      </a:lnTo>
                      <a:lnTo>
                        <a:pt x="18" y="14"/>
                      </a:lnTo>
                      <a:lnTo>
                        <a:pt x="14" y="14"/>
                      </a:lnTo>
                      <a:lnTo>
                        <a:pt x="14" y="14"/>
                      </a:lnTo>
                      <a:lnTo>
                        <a:pt x="14" y="14"/>
                      </a:lnTo>
                      <a:lnTo>
                        <a:pt x="14" y="14"/>
                      </a:lnTo>
                      <a:lnTo>
                        <a:pt x="14" y="14"/>
                      </a:lnTo>
                      <a:lnTo>
                        <a:pt x="14" y="14"/>
                      </a:lnTo>
                      <a:lnTo>
                        <a:pt x="14" y="10"/>
                      </a:lnTo>
                      <a:lnTo>
                        <a:pt x="14" y="10"/>
                      </a:lnTo>
                      <a:lnTo>
                        <a:pt x="14" y="10"/>
                      </a:lnTo>
                      <a:lnTo>
                        <a:pt x="14" y="14"/>
                      </a:lnTo>
                      <a:lnTo>
                        <a:pt x="14" y="14"/>
                      </a:lnTo>
                      <a:lnTo>
                        <a:pt x="14" y="14"/>
                      </a:lnTo>
                      <a:lnTo>
                        <a:pt x="14" y="10"/>
                      </a:lnTo>
                      <a:lnTo>
                        <a:pt x="14" y="10"/>
                      </a:lnTo>
                      <a:lnTo>
                        <a:pt x="18" y="10"/>
                      </a:lnTo>
                      <a:lnTo>
                        <a:pt x="18" y="10"/>
                      </a:lnTo>
                      <a:lnTo>
                        <a:pt x="18" y="10"/>
                      </a:lnTo>
                      <a:lnTo>
                        <a:pt x="18" y="10"/>
                      </a:lnTo>
                      <a:lnTo>
                        <a:pt x="18" y="10"/>
                      </a:lnTo>
                      <a:lnTo>
                        <a:pt x="18" y="10"/>
                      </a:lnTo>
                      <a:lnTo>
                        <a:pt x="18" y="10"/>
                      </a:lnTo>
                      <a:lnTo>
                        <a:pt x="18" y="10"/>
                      </a:lnTo>
                      <a:lnTo>
                        <a:pt x="18" y="10"/>
                      </a:lnTo>
                      <a:lnTo>
                        <a:pt x="18" y="14"/>
                      </a:lnTo>
                      <a:lnTo>
                        <a:pt x="18" y="14"/>
                      </a:lnTo>
                      <a:lnTo>
                        <a:pt x="18" y="14"/>
                      </a:lnTo>
                      <a:lnTo>
                        <a:pt x="18" y="14"/>
                      </a:lnTo>
                      <a:lnTo>
                        <a:pt x="18" y="14"/>
                      </a:lnTo>
                      <a:lnTo>
                        <a:pt x="18" y="14"/>
                      </a:lnTo>
                      <a:lnTo>
                        <a:pt x="18" y="14"/>
                      </a:lnTo>
                      <a:close/>
                      <a:moveTo>
                        <a:pt x="6" y="14"/>
                      </a:moveTo>
                      <a:lnTo>
                        <a:pt x="6" y="14"/>
                      </a:lnTo>
                      <a:lnTo>
                        <a:pt x="6" y="14"/>
                      </a:lnTo>
                      <a:lnTo>
                        <a:pt x="6" y="14"/>
                      </a:lnTo>
                      <a:lnTo>
                        <a:pt x="6" y="14"/>
                      </a:lnTo>
                      <a:lnTo>
                        <a:pt x="6" y="14"/>
                      </a:lnTo>
                      <a:lnTo>
                        <a:pt x="6" y="14"/>
                      </a:lnTo>
                      <a:lnTo>
                        <a:pt x="6" y="14"/>
                      </a:lnTo>
                      <a:lnTo>
                        <a:pt x="6" y="14"/>
                      </a:lnTo>
                      <a:lnTo>
                        <a:pt x="6" y="14"/>
                      </a:lnTo>
                      <a:lnTo>
                        <a:pt x="6" y="14"/>
                      </a:lnTo>
                      <a:lnTo>
                        <a:pt x="6" y="14"/>
                      </a:lnTo>
                      <a:lnTo>
                        <a:pt x="6" y="14"/>
                      </a:lnTo>
                      <a:lnTo>
                        <a:pt x="6" y="14"/>
                      </a:lnTo>
                      <a:lnTo>
                        <a:pt x="6" y="14"/>
                      </a:lnTo>
                      <a:lnTo>
                        <a:pt x="6" y="14"/>
                      </a:lnTo>
                      <a:lnTo>
                        <a:pt x="6" y="14"/>
                      </a:lnTo>
                      <a:lnTo>
                        <a:pt x="6" y="14"/>
                      </a:lnTo>
                      <a:lnTo>
                        <a:pt x="6" y="14"/>
                      </a:lnTo>
                      <a:lnTo>
                        <a:pt x="6" y="14"/>
                      </a:lnTo>
                      <a:lnTo>
                        <a:pt x="6" y="14"/>
                      </a:lnTo>
                      <a:lnTo>
                        <a:pt x="6" y="14"/>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149" name="Freeform 138">
                  <a:extLst>
                    <a:ext uri="{FF2B5EF4-FFF2-40B4-BE49-F238E27FC236}">
                      <a16:creationId xmlns:a16="http://schemas.microsoft.com/office/drawing/2014/main" id="{64A860C9-EEA3-4069-9F8F-ACE3F7795DD4}"/>
                    </a:ext>
                  </a:extLst>
                </p:cNvPr>
                <p:cNvSpPr>
                  <a:spLocks/>
                </p:cNvSpPr>
                <p:nvPr/>
              </p:nvSpPr>
              <p:spPr bwMode="gray">
                <a:xfrm>
                  <a:off x="5071280" y="4404900"/>
                  <a:ext cx="187840" cy="260888"/>
                </a:xfrm>
                <a:custGeom>
                  <a:avLst/>
                  <a:gdLst>
                    <a:gd name="T0" fmla="*/ 64 w 108"/>
                    <a:gd name="T1" fmla="*/ 138 h 150"/>
                    <a:gd name="T2" fmla="*/ 56 w 108"/>
                    <a:gd name="T3" fmla="*/ 146 h 150"/>
                    <a:gd name="T4" fmla="*/ 48 w 108"/>
                    <a:gd name="T5" fmla="*/ 150 h 150"/>
                    <a:gd name="T6" fmla="*/ 48 w 108"/>
                    <a:gd name="T7" fmla="*/ 138 h 150"/>
                    <a:gd name="T8" fmla="*/ 38 w 108"/>
                    <a:gd name="T9" fmla="*/ 142 h 150"/>
                    <a:gd name="T10" fmla="*/ 34 w 108"/>
                    <a:gd name="T11" fmla="*/ 150 h 150"/>
                    <a:gd name="T12" fmla="*/ 30 w 108"/>
                    <a:gd name="T13" fmla="*/ 146 h 150"/>
                    <a:gd name="T14" fmla="*/ 22 w 108"/>
                    <a:gd name="T15" fmla="*/ 142 h 150"/>
                    <a:gd name="T16" fmla="*/ 16 w 108"/>
                    <a:gd name="T17" fmla="*/ 150 h 150"/>
                    <a:gd name="T18" fmla="*/ 12 w 108"/>
                    <a:gd name="T19" fmla="*/ 142 h 150"/>
                    <a:gd name="T20" fmla="*/ 4 w 108"/>
                    <a:gd name="T21" fmla="*/ 138 h 150"/>
                    <a:gd name="T22" fmla="*/ 0 w 108"/>
                    <a:gd name="T23" fmla="*/ 130 h 150"/>
                    <a:gd name="T24" fmla="*/ 12 w 108"/>
                    <a:gd name="T25" fmla="*/ 128 h 150"/>
                    <a:gd name="T26" fmla="*/ 8 w 108"/>
                    <a:gd name="T27" fmla="*/ 120 h 150"/>
                    <a:gd name="T28" fmla="*/ 8 w 108"/>
                    <a:gd name="T29" fmla="*/ 116 h 150"/>
                    <a:gd name="T30" fmla="*/ 8 w 108"/>
                    <a:gd name="T31" fmla="*/ 106 h 150"/>
                    <a:gd name="T32" fmla="*/ 16 w 108"/>
                    <a:gd name="T33" fmla="*/ 106 h 150"/>
                    <a:gd name="T34" fmla="*/ 18 w 108"/>
                    <a:gd name="T35" fmla="*/ 102 h 150"/>
                    <a:gd name="T36" fmla="*/ 26 w 108"/>
                    <a:gd name="T37" fmla="*/ 98 h 150"/>
                    <a:gd name="T38" fmla="*/ 30 w 108"/>
                    <a:gd name="T39" fmla="*/ 106 h 150"/>
                    <a:gd name="T40" fmla="*/ 38 w 108"/>
                    <a:gd name="T41" fmla="*/ 106 h 150"/>
                    <a:gd name="T42" fmla="*/ 42 w 108"/>
                    <a:gd name="T43" fmla="*/ 110 h 150"/>
                    <a:gd name="T44" fmla="*/ 46 w 108"/>
                    <a:gd name="T45" fmla="*/ 102 h 150"/>
                    <a:gd name="T46" fmla="*/ 48 w 108"/>
                    <a:gd name="T47" fmla="*/ 94 h 150"/>
                    <a:gd name="T48" fmla="*/ 48 w 108"/>
                    <a:gd name="T49" fmla="*/ 84 h 150"/>
                    <a:gd name="T50" fmla="*/ 46 w 108"/>
                    <a:gd name="T51" fmla="*/ 76 h 150"/>
                    <a:gd name="T52" fmla="*/ 42 w 108"/>
                    <a:gd name="T53" fmla="*/ 68 h 150"/>
                    <a:gd name="T54" fmla="*/ 42 w 108"/>
                    <a:gd name="T55" fmla="*/ 58 h 150"/>
                    <a:gd name="T56" fmla="*/ 48 w 108"/>
                    <a:gd name="T57" fmla="*/ 50 h 150"/>
                    <a:gd name="T58" fmla="*/ 42 w 108"/>
                    <a:gd name="T59" fmla="*/ 42 h 150"/>
                    <a:gd name="T60" fmla="*/ 34 w 108"/>
                    <a:gd name="T61" fmla="*/ 46 h 150"/>
                    <a:gd name="T62" fmla="*/ 30 w 108"/>
                    <a:gd name="T63" fmla="*/ 38 h 150"/>
                    <a:gd name="T64" fmla="*/ 38 w 108"/>
                    <a:gd name="T65" fmla="*/ 30 h 150"/>
                    <a:gd name="T66" fmla="*/ 52 w 108"/>
                    <a:gd name="T67" fmla="*/ 30 h 150"/>
                    <a:gd name="T68" fmla="*/ 64 w 108"/>
                    <a:gd name="T69" fmla="*/ 30 h 150"/>
                    <a:gd name="T70" fmla="*/ 72 w 108"/>
                    <a:gd name="T71" fmla="*/ 34 h 150"/>
                    <a:gd name="T72" fmla="*/ 72 w 108"/>
                    <a:gd name="T73" fmla="*/ 30 h 150"/>
                    <a:gd name="T74" fmla="*/ 74 w 108"/>
                    <a:gd name="T75" fmla="*/ 24 h 150"/>
                    <a:gd name="T76" fmla="*/ 78 w 108"/>
                    <a:gd name="T77" fmla="*/ 16 h 150"/>
                    <a:gd name="T78" fmla="*/ 78 w 108"/>
                    <a:gd name="T79" fmla="*/ 8 h 150"/>
                    <a:gd name="T80" fmla="*/ 86 w 108"/>
                    <a:gd name="T81" fmla="*/ 4 h 150"/>
                    <a:gd name="T82" fmla="*/ 90 w 108"/>
                    <a:gd name="T83" fmla="*/ 4 h 150"/>
                    <a:gd name="T84" fmla="*/ 102 w 108"/>
                    <a:gd name="T85" fmla="*/ 4 h 150"/>
                    <a:gd name="T86" fmla="*/ 104 w 108"/>
                    <a:gd name="T87" fmla="*/ 4 h 150"/>
                    <a:gd name="T88" fmla="*/ 108 w 108"/>
                    <a:gd name="T89" fmla="*/ 12 h 150"/>
                    <a:gd name="T90" fmla="*/ 104 w 108"/>
                    <a:gd name="T91" fmla="*/ 20 h 150"/>
                    <a:gd name="T92" fmla="*/ 102 w 108"/>
                    <a:gd name="T93" fmla="*/ 28 h 150"/>
                    <a:gd name="T94" fmla="*/ 102 w 108"/>
                    <a:gd name="T95" fmla="*/ 38 h 150"/>
                    <a:gd name="T96" fmla="*/ 98 w 108"/>
                    <a:gd name="T97" fmla="*/ 54 h 150"/>
                    <a:gd name="T98" fmla="*/ 98 w 108"/>
                    <a:gd name="T99" fmla="*/ 64 h 150"/>
                    <a:gd name="T100" fmla="*/ 94 w 108"/>
                    <a:gd name="T101" fmla="*/ 72 h 150"/>
                    <a:gd name="T102" fmla="*/ 90 w 108"/>
                    <a:gd name="T103" fmla="*/ 84 h 150"/>
                    <a:gd name="T104" fmla="*/ 82 w 108"/>
                    <a:gd name="T105" fmla="*/ 90 h 150"/>
                    <a:gd name="T106" fmla="*/ 78 w 108"/>
                    <a:gd name="T107" fmla="*/ 98 h 150"/>
                    <a:gd name="T108" fmla="*/ 72 w 108"/>
                    <a:gd name="T109" fmla="*/ 102 h 150"/>
                    <a:gd name="T110" fmla="*/ 74 w 108"/>
                    <a:gd name="T111" fmla="*/ 114 h 150"/>
                    <a:gd name="T112" fmla="*/ 72 w 108"/>
                    <a:gd name="T113" fmla="*/ 120 h 150"/>
                    <a:gd name="T114" fmla="*/ 72 w 108"/>
                    <a:gd name="T115" fmla="*/ 128 h 150"/>
                    <a:gd name="T116" fmla="*/ 68 w 108"/>
                    <a:gd name="T117" fmla="*/ 134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08" h="150">
                      <a:moveTo>
                        <a:pt x="68" y="134"/>
                      </a:moveTo>
                      <a:lnTo>
                        <a:pt x="64" y="134"/>
                      </a:lnTo>
                      <a:lnTo>
                        <a:pt x="64" y="138"/>
                      </a:lnTo>
                      <a:lnTo>
                        <a:pt x="60" y="138"/>
                      </a:lnTo>
                      <a:lnTo>
                        <a:pt x="56" y="142"/>
                      </a:lnTo>
                      <a:lnTo>
                        <a:pt x="56" y="146"/>
                      </a:lnTo>
                      <a:lnTo>
                        <a:pt x="52" y="146"/>
                      </a:lnTo>
                      <a:lnTo>
                        <a:pt x="52" y="150"/>
                      </a:lnTo>
                      <a:lnTo>
                        <a:pt x="48" y="150"/>
                      </a:lnTo>
                      <a:lnTo>
                        <a:pt x="48" y="146"/>
                      </a:lnTo>
                      <a:lnTo>
                        <a:pt x="48" y="142"/>
                      </a:lnTo>
                      <a:lnTo>
                        <a:pt x="48" y="138"/>
                      </a:lnTo>
                      <a:lnTo>
                        <a:pt x="46" y="138"/>
                      </a:lnTo>
                      <a:lnTo>
                        <a:pt x="42" y="142"/>
                      </a:lnTo>
                      <a:lnTo>
                        <a:pt x="38" y="142"/>
                      </a:lnTo>
                      <a:lnTo>
                        <a:pt x="38" y="146"/>
                      </a:lnTo>
                      <a:lnTo>
                        <a:pt x="34" y="146"/>
                      </a:lnTo>
                      <a:lnTo>
                        <a:pt x="34" y="150"/>
                      </a:lnTo>
                      <a:lnTo>
                        <a:pt x="30" y="146"/>
                      </a:lnTo>
                      <a:lnTo>
                        <a:pt x="30" y="142"/>
                      </a:lnTo>
                      <a:lnTo>
                        <a:pt x="30" y="146"/>
                      </a:lnTo>
                      <a:lnTo>
                        <a:pt x="26" y="146"/>
                      </a:lnTo>
                      <a:lnTo>
                        <a:pt x="26" y="142"/>
                      </a:lnTo>
                      <a:lnTo>
                        <a:pt x="22" y="142"/>
                      </a:lnTo>
                      <a:lnTo>
                        <a:pt x="18" y="146"/>
                      </a:lnTo>
                      <a:lnTo>
                        <a:pt x="16" y="146"/>
                      </a:lnTo>
                      <a:lnTo>
                        <a:pt x="16" y="150"/>
                      </a:lnTo>
                      <a:lnTo>
                        <a:pt x="12" y="150"/>
                      </a:lnTo>
                      <a:lnTo>
                        <a:pt x="12" y="146"/>
                      </a:lnTo>
                      <a:lnTo>
                        <a:pt x="12" y="142"/>
                      </a:lnTo>
                      <a:lnTo>
                        <a:pt x="8" y="142"/>
                      </a:lnTo>
                      <a:lnTo>
                        <a:pt x="8" y="138"/>
                      </a:lnTo>
                      <a:lnTo>
                        <a:pt x="4" y="138"/>
                      </a:lnTo>
                      <a:lnTo>
                        <a:pt x="4" y="134"/>
                      </a:lnTo>
                      <a:lnTo>
                        <a:pt x="0" y="134"/>
                      </a:lnTo>
                      <a:lnTo>
                        <a:pt x="0" y="130"/>
                      </a:lnTo>
                      <a:lnTo>
                        <a:pt x="4" y="128"/>
                      </a:lnTo>
                      <a:lnTo>
                        <a:pt x="8" y="128"/>
                      </a:lnTo>
                      <a:lnTo>
                        <a:pt x="12" y="128"/>
                      </a:lnTo>
                      <a:lnTo>
                        <a:pt x="12" y="124"/>
                      </a:lnTo>
                      <a:lnTo>
                        <a:pt x="12" y="120"/>
                      </a:lnTo>
                      <a:lnTo>
                        <a:pt x="8" y="120"/>
                      </a:lnTo>
                      <a:lnTo>
                        <a:pt x="12" y="116"/>
                      </a:lnTo>
                      <a:lnTo>
                        <a:pt x="8" y="114"/>
                      </a:lnTo>
                      <a:lnTo>
                        <a:pt x="8" y="116"/>
                      </a:lnTo>
                      <a:lnTo>
                        <a:pt x="8" y="114"/>
                      </a:lnTo>
                      <a:lnTo>
                        <a:pt x="8" y="110"/>
                      </a:lnTo>
                      <a:lnTo>
                        <a:pt x="8" y="106"/>
                      </a:lnTo>
                      <a:lnTo>
                        <a:pt x="12" y="110"/>
                      </a:lnTo>
                      <a:lnTo>
                        <a:pt x="12" y="106"/>
                      </a:lnTo>
                      <a:lnTo>
                        <a:pt x="16" y="106"/>
                      </a:lnTo>
                      <a:lnTo>
                        <a:pt x="16" y="110"/>
                      </a:lnTo>
                      <a:lnTo>
                        <a:pt x="18" y="106"/>
                      </a:lnTo>
                      <a:lnTo>
                        <a:pt x="18" y="102"/>
                      </a:lnTo>
                      <a:lnTo>
                        <a:pt x="18" y="98"/>
                      </a:lnTo>
                      <a:lnTo>
                        <a:pt x="22" y="98"/>
                      </a:lnTo>
                      <a:lnTo>
                        <a:pt x="26" y="98"/>
                      </a:lnTo>
                      <a:lnTo>
                        <a:pt x="26" y="102"/>
                      </a:lnTo>
                      <a:lnTo>
                        <a:pt x="26" y="106"/>
                      </a:lnTo>
                      <a:lnTo>
                        <a:pt x="30" y="106"/>
                      </a:lnTo>
                      <a:lnTo>
                        <a:pt x="34" y="110"/>
                      </a:lnTo>
                      <a:lnTo>
                        <a:pt x="34" y="106"/>
                      </a:lnTo>
                      <a:lnTo>
                        <a:pt x="38" y="106"/>
                      </a:lnTo>
                      <a:lnTo>
                        <a:pt x="38" y="102"/>
                      </a:lnTo>
                      <a:lnTo>
                        <a:pt x="42" y="106"/>
                      </a:lnTo>
                      <a:lnTo>
                        <a:pt x="42" y="110"/>
                      </a:lnTo>
                      <a:lnTo>
                        <a:pt x="46" y="110"/>
                      </a:lnTo>
                      <a:lnTo>
                        <a:pt x="46" y="106"/>
                      </a:lnTo>
                      <a:lnTo>
                        <a:pt x="46" y="102"/>
                      </a:lnTo>
                      <a:lnTo>
                        <a:pt x="46" y="98"/>
                      </a:lnTo>
                      <a:lnTo>
                        <a:pt x="48" y="98"/>
                      </a:lnTo>
                      <a:lnTo>
                        <a:pt x="48" y="94"/>
                      </a:lnTo>
                      <a:lnTo>
                        <a:pt x="48" y="90"/>
                      </a:lnTo>
                      <a:lnTo>
                        <a:pt x="48" y="86"/>
                      </a:lnTo>
                      <a:lnTo>
                        <a:pt x="48" y="84"/>
                      </a:lnTo>
                      <a:lnTo>
                        <a:pt x="48" y="80"/>
                      </a:lnTo>
                      <a:lnTo>
                        <a:pt x="48" y="76"/>
                      </a:lnTo>
                      <a:lnTo>
                        <a:pt x="46" y="76"/>
                      </a:lnTo>
                      <a:lnTo>
                        <a:pt x="46" y="72"/>
                      </a:lnTo>
                      <a:lnTo>
                        <a:pt x="42" y="72"/>
                      </a:lnTo>
                      <a:lnTo>
                        <a:pt x="42" y="68"/>
                      </a:lnTo>
                      <a:lnTo>
                        <a:pt x="42" y="64"/>
                      </a:lnTo>
                      <a:lnTo>
                        <a:pt x="42" y="60"/>
                      </a:lnTo>
                      <a:lnTo>
                        <a:pt x="42" y="58"/>
                      </a:lnTo>
                      <a:lnTo>
                        <a:pt x="46" y="58"/>
                      </a:lnTo>
                      <a:lnTo>
                        <a:pt x="48" y="54"/>
                      </a:lnTo>
                      <a:lnTo>
                        <a:pt x="48" y="50"/>
                      </a:lnTo>
                      <a:lnTo>
                        <a:pt x="46" y="46"/>
                      </a:lnTo>
                      <a:lnTo>
                        <a:pt x="46" y="42"/>
                      </a:lnTo>
                      <a:lnTo>
                        <a:pt x="42" y="42"/>
                      </a:lnTo>
                      <a:lnTo>
                        <a:pt x="38" y="42"/>
                      </a:lnTo>
                      <a:lnTo>
                        <a:pt x="38" y="46"/>
                      </a:lnTo>
                      <a:lnTo>
                        <a:pt x="34" y="46"/>
                      </a:lnTo>
                      <a:lnTo>
                        <a:pt x="30" y="46"/>
                      </a:lnTo>
                      <a:lnTo>
                        <a:pt x="30" y="42"/>
                      </a:lnTo>
                      <a:lnTo>
                        <a:pt x="30" y="38"/>
                      </a:lnTo>
                      <a:lnTo>
                        <a:pt x="30" y="34"/>
                      </a:lnTo>
                      <a:lnTo>
                        <a:pt x="30" y="30"/>
                      </a:lnTo>
                      <a:lnTo>
                        <a:pt x="38" y="30"/>
                      </a:lnTo>
                      <a:lnTo>
                        <a:pt x="46" y="30"/>
                      </a:lnTo>
                      <a:lnTo>
                        <a:pt x="48" y="30"/>
                      </a:lnTo>
                      <a:lnTo>
                        <a:pt x="52" y="30"/>
                      </a:lnTo>
                      <a:lnTo>
                        <a:pt x="56" y="30"/>
                      </a:lnTo>
                      <a:lnTo>
                        <a:pt x="60" y="30"/>
                      </a:lnTo>
                      <a:lnTo>
                        <a:pt x="64" y="30"/>
                      </a:lnTo>
                      <a:lnTo>
                        <a:pt x="64" y="34"/>
                      </a:lnTo>
                      <a:lnTo>
                        <a:pt x="68" y="34"/>
                      </a:lnTo>
                      <a:lnTo>
                        <a:pt x="72" y="34"/>
                      </a:lnTo>
                      <a:lnTo>
                        <a:pt x="72" y="38"/>
                      </a:lnTo>
                      <a:lnTo>
                        <a:pt x="72" y="34"/>
                      </a:lnTo>
                      <a:lnTo>
                        <a:pt x="72" y="30"/>
                      </a:lnTo>
                      <a:lnTo>
                        <a:pt x="72" y="28"/>
                      </a:lnTo>
                      <a:lnTo>
                        <a:pt x="74" y="28"/>
                      </a:lnTo>
                      <a:lnTo>
                        <a:pt x="74" y="24"/>
                      </a:lnTo>
                      <a:lnTo>
                        <a:pt x="74" y="20"/>
                      </a:lnTo>
                      <a:lnTo>
                        <a:pt x="78" y="20"/>
                      </a:lnTo>
                      <a:lnTo>
                        <a:pt x="78" y="16"/>
                      </a:lnTo>
                      <a:lnTo>
                        <a:pt x="74" y="16"/>
                      </a:lnTo>
                      <a:lnTo>
                        <a:pt x="78" y="12"/>
                      </a:lnTo>
                      <a:lnTo>
                        <a:pt x="78" y="8"/>
                      </a:lnTo>
                      <a:lnTo>
                        <a:pt x="78" y="4"/>
                      </a:lnTo>
                      <a:lnTo>
                        <a:pt x="82" y="4"/>
                      </a:lnTo>
                      <a:lnTo>
                        <a:pt x="86" y="4"/>
                      </a:lnTo>
                      <a:lnTo>
                        <a:pt x="90" y="4"/>
                      </a:lnTo>
                      <a:lnTo>
                        <a:pt x="90" y="0"/>
                      </a:lnTo>
                      <a:lnTo>
                        <a:pt x="90" y="4"/>
                      </a:lnTo>
                      <a:lnTo>
                        <a:pt x="94" y="4"/>
                      </a:lnTo>
                      <a:lnTo>
                        <a:pt x="98" y="4"/>
                      </a:lnTo>
                      <a:lnTo>
                        <a:pt x="102" y="4"/>
                      </a:lnTo>
                      <a:lnTo>
                        <a:pt x="102" y="8"/>
                      </a:lnTo>
                      <a:lnTo>
                        <a:pt x="102" y="4"/>
                      </a:lnTo>
                      <a:lnTo>
                        <a:pt x="104" y="4"/>
                      </a:lnTo>
                      <a:lnTo>
                        <a:pt x="108" y="4"/>
                      </a:lnTo>
                      <a:lnTo>
                        <a:pt x="108" y="8"/>
                      </a:lnTo>
                      <a:lnTo>
                        <a:pt x="108" y="12"/>
                      </a:lnTo>
                      <a:lnTo>
                        <a:pt x="104" y="12"/>
                      </a:lnTo>
                      <a:lnTo>
                        <a:pt x="104" y="16"/>
                      </a:lnTo>
                      <a:lnTo>
                        <a:pt x="104" y="20"/>
                      </a:lnTo>
                      <a:lnTo>
                        <a:pt x="104" y="24"/>
                      </a:lnTo>
                      <a:lnTo>
                        <a:pt x="102" y="24"/>
                      </a:lnTo>
                      <a:lnTo>
                        <a:pt x="102" y="28"/>
                      </a:lnTo>
                      <a:lnTo>
                        <a:pt x="102" y="30"/>
                      </a:lnTo>
                      <a:lnTo>
                        <a:pt x="102" y="34"/>
                      </a:lnTo>
                      <a:lnTo>
                        <a:pt x="102" y="38"/>
                      </a:lnTo>
                      <a:lnTo>
                        <a:pt x="98" y="46"/>
                      </a:lnTo>
                      <a:lnTo>
                        <a:pt x="98" y="50"/>
                      </a:lnTo>
                      <a:lnTo>
                        <a:pt x="98" y="54"/>
                      </a:lnTo>
                      <a:lnTo>
                        <a:pt x="98" y="58"/>
                      </a:lnTo>
                      <a:lnTo>
                        <a:pt x="98" y="60"/>
                      </a:lnTo>
                      <a:lnTo>
                        <a:pt x="98" y="64"/>
                      </a:lnTo>
                      <a:lnTo>
                        <a:pt x="94" y="64"/>
                      </a:lnTo>
                      <a:lnTo>
                        <a:pt x="94" y="68"/>
                      </a:lnTo>
                      <a:lnTo>
                        <a:pt x="94" y="72"/>
                      </a:lnTo>
                      <a:lnTo>
                        <a:pt x="94" y="76"/>
                      </a:lnTo>
                      <a:lnTo>
                        <a:pt x="94" y="80"/>
                      </a:lnTo>
                      <a:lnTo>
                        <a:pt x="90" y="84"/>
                      </a:lnTo>
                      <a:lnTo>
                        <a:pt x="86" y="84"/>
                      </a:lnTo>
                      <a:lnTo>
                        <a:pt x="82" y="86"/>
                      </a:lnTo>
                      <a:lnTo>
                        <a:pt x="82" y="90"/>
                      </a:lnTo>
                      <a:lnTo>
                        <a:pt x="78" y="90"/>
                      </a:lnTo>
                      <a:lnTo>
                        <a:pt x="78" y="94"/>
                      </a:lnTo>
                      <a:lnTo>
                        <a:pt x="78" y="98"/>
                      </a:lnTo>
                      <a:lnTo>
                        <a:pt x="74" y="98"/>
                      </a:lnTo>
                      <a:lnTo>
                        <a:pt x="74" y="102"/>
                      </a:lnTo>
                      <a:lnTo>
                        <a:pt x="72" y="102"/>
                      </a:lnTo>
                      <a:lnTo>
                        <a:pt x="72" y="106"/>
                      </a:lnTo>
                      <a:lnTo>
                        <a:pt x="74" y="110"/>
                      </a:lnTo>
                      <a:lnTo>
                        <a:pt x="74" y="114"/>
                      </a:lnTo>
                      <a:lnTo>
                        <a:pt x="72" y="114"/>
                      </a:lnTo>
                      <a:lnTo>
                        <a:pt x="72" y="116"/>
                      </a:lnTo>
                      <a:lnTo>
                        <a:pt x="72" y="120"/>
                      </a:lnTo>
                      <a:lnTo>
                        <a:pt x="74" y="124"/>
                      </a:lnTo>
                      <a:lnTo>
                        <a:pt x="72" y="124"/>
                      </a:lnTo>
                      <a:lnTo>
                        <a:pt x="72" y="128"/>
                      </a:lnTo>
                      <a:lnTo>
                        <a:pt x="72" y="130"/>
                      </a:lnTo>
                      <a:lnTo>
                        <a:pt x="68" y="130"/>
                      </a:lnTo>
                      <a:lnTo>
                        <a:pt x="68" y="134"/>
                      </a:lnTo>
                      <a:lnTo>
                        <a:pt x="68" y="134"/>
                      </a:lnTo>
                      <a:lnTo>
                        <a:pt x="68" y="134"/>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150" name="Freeform 139">
                  <a:extLst>
                    <a:ext uri="{FF2B5EF4-FFF2-40B4-BE49-F238E27FC236}">
                      <a16:creationId xmlns:a16="http://schemas.microsoft.com/office/drawing/2014/main" id="{1CEAEF53-35B9-72AB-CB20-4E54F56795B5}"/>
                    </a:ext>
                  </a:extLst>
                </p:cNvPr>
                <p:cNvSpPr>
                  <a:spLocks/>
                </p:cNvSpPr>
                <p:nvPr/>
              </p:nvSpPr>
              <p:spPr bwMode="gray">
                <a:xfrm>
                  <a:off x="5095629" y="4359679"/>
                  <a:ext cx="476559" cy="560041"/>
                </a:xfrm>
                <a:custGeom>
                  <a:avLst/>
                  <a:gdLst>
                    <a:gd name="T0" fmla="*/ 30 w 274"/>
                    <a:gd name="T1" fmla="*/ 194 h 322"/>
                    <a:gd name="T2" fmla="*/ 12 w 274"/>
                    <a:gd name="T3" fmla="*/ 190 h 322"/>
                    <a:gd name="T4" fmla="*/ 4 w 274"/>
                    <a:gd name="T5" fmla="*/ 190 h 322"/>
                    <a:gd name="T6" fmla="*/ 16 w 274"/>
                    <a:gd name="T7" fmla="*/ 172 h 322"/>
                    <a:gd name="T8" fmla="*/ 24 w 274"/>
                    <a:gd name="T9" fmla="*/ 168 h 322"/>
                    <a:gd name="T10" fmla="*/ 34 w 274"/>
                    <a:gd name="T11" fmla="*/ 176 h 322"/>
                    <a:gd name="T12" fmla="*/ 50 w 274"/>
                    <a:gd name="T13" fmla="*/ 164 h 322"/>
                    <a:gd name="T14" fmla="*/ 56 w 274"/>
                    <a:gd name="T15" fmla="*/ 150 h 322"/>
                    <a:gd name="T16" fmla="*/ 60 w 274"/>
                    <a:gd name="T17" fmla="*/ 136 h 322"/>
                    <a:gd name="T18" fmla="*/ 64 w 274"/>
                    <a:gd name="T19" fmla="*/ 120 h 322"/>
                    <a:gd name="T20" fmla="*/ 80 w 274"/>
                    <a:gd name="T21" fmla="*/ 106 h 322"/>
                    <a:gd name="T22" fmla="*/ 84 w 274"/>
                    <a:gd name="T23" fmla="*/ 86 h 322"/>
                    <a:gd name="T24" fmla="*/ 86 w 274"/>
                    <a:gd name="T25" fmla="*/ 60 h 322"/>
                    <a:gd name="T26" fmla="*/ 90 w 274"/>
                    <a:gd name="T27" fmla="*/ 42 h 322"/>
                    <a:gd name="T28" fmla="*/ 94 w 274"/>
                    <a:gd name="T29" fmla="*/ 24 h 322"/>
                    <a:gd name="T30" fmla="*/ 98 w 274"/>
                    <a:gd name="T31" fmla="*/ 12 h 322"/>
                    <a:gd name="T32" fmla="*/ 114 w 274"/>
                    <a:gd name="T33" fmla="*/ 8 h 322"/>
                    <a:gd name="T34" fmla="*/ 128 w 274"/>
                    <a:gd name="T35" fmla="*/ 16 h 322"/>
                    <a:gd name="T36" fmla="*/ 146 w 274"/>
                    <a:gd name="T37" fmla="*/ 24 h 322"/>
                    <a:gd name="T38" fmla="*/ 154 w 274"/>
                    <a:gd name="T39" fmla="*/ 8 h 322"/>
                    <a:gd name="T40" fmla="*/ 172 w 274"/>
                    <a:gd name="T41" fmla="*/ 8 h 322"/>
                    <a:gd name="T42" fmla="*/ 188 w 274"/>
                    <a:gd name="T43" fmla="*/ 8 h 322"/>
                    <a:gd name="T44" fmla="*/ 200 w 274"/>
                    <a:gd name="T45" fmla="*/ 4 h 322"/>
                    <a:gd name="T46" fmla="*/ 214 w 274"/>
                    <a:gd name="T47" fmla="*/ 4 h 322"/>
                    <a:gd name="T48" fmla="*/ 228 w 274"/>
                    <a:gd name="T49" fmla="*/ 16 h 322"/>
                    <a:gd name="T50" fmla="*/ 244 w 274"/>
                    <a:gd name="T51" fmla="*/ 16 h 322"/>
                    <a:gd name="T52" fmla="*/ 250 w 274"/>
                    <a:gd name="T53" fmla="*/ 16 h 322"/>
                    <a:gd name="T54" fmla="*/ 262 w 274"/>
                    <a:gd name="T55" fmla="*/ 28 h 322"/>
                    <a:gd name="T56" fmla="*/ 266 w 274"/>
                    <a:gd name="T57" fmla="*/ 46 h 322"/>
                    <a:gd name="T58" fmla="*/ 270 w 274"/>
                    <a:gd name="T59" fmla="*/ 58 h 322"/>
                    <a:gd name="T60" fmla="*/ 258 w 274"/>
                    <a:gd name="T61" fmla="*/ 76 h 322"/>
                    <a:gd name="T62" fmla="*/ 250 w 274"/>
                    <a:gd name="T63" fmla="*/ 90 h 322"/>
                    <a:gd name="T64" fmla="*/ 246 w 274"/>
                    <a:gd name="T65" fmla="*/ 110 h 322"/>
                    <a:gd name="T66" fmla="*/ 244 w 274"/>
                    <a:gd name="T67" fmla="*/ 128 h 322"/>
                    <a:gd name="T68" fmla="*/ 244 w 274"/>
                    <a:gd name="T69" fmla="*/ 146 h 322"/>
                    <a:gd name="T70" fmla="*/ 246 w 274"/>
                    <a:gd name="T71" fmla="*/ 168 h 322"/>
                    <a:gd name="T72" fmla="*/ 246 w 274"/>
                    <a:gd name="T73" fmla="*/ 184 h 322"/>
                    <a:gd name="T74" fmla="*/ 250 w 274"/>
                    <a:gd name="T75" fmla="*/ 206 h 322"/>
                    <a:gd name="T76" fmla="*/ 262 w 274"/>
                    <a:gd name="T77" fmla="*/ 220 h 322"/>
                    <a:gd name="T78" fmla="*/ 258 w 274"/>
                    <a:gd name="T79" fmla="*/ 232 h 322"/>
                    <a:gd name="T80" fmla="*/ 240 w 274"/>
                    <a:gd name="T81" fmla="*/ 244 h 322"/>
                    <a:gd name="T82" fmla="*/ 236 w 274"/>
                    <a:gd name="T83" fmla="*/ 262 h 322"/>
                    <a:gd name="T84" fmla="*/ 232 w 274"/>
                    <a:gd name="T85" fmla="*/ 280 h 322"/>
                    <a:gd name="T86" fmla="*/ 236 w 274"/>
                    <a:gd name="T87" fmla="*/ 300 h 322"/>
                    <a:gd name="T88" fmla="*/ 250 w 274"/>
                    <a:gd name="T89" fmla="*/ 302 h 322"/>
                    <a:gd name="T90" fmla="*/ 250 w 274"/>
                    <a:gd name="T91" fmla="*/ 322 h 322"/>
                    <a:gd name="T92" fmla="*/ 236 w 274"/>
                    <a:gd name="T93" fmla="*/ 314 h 322"/>
                    <a:gd name="T94" fmla="*/ 222 w 274"/>
                    <a:gd name="T95" fmla="*/ 302 h 322"/>
                    <a:gd name="T96" fmla="*/ 210 w 274"/>
                    <a:gd name="T97" fmla="*/ 300 h 322"/>
                    <a:gd name="T98" fmla="*/ 188 w 274"/>
                    <a:gd name="T99" fmla="*/ 292 h 322"/>
                    <a:gd name="T100" fmla="*/ 172 w 274"/>
                    <a:gd name="T101" fmla="*/ 288 h 322"/>
                    <a:gd name="T102" fmla="*/ 170 w 274"/>
                    <a:gd name="T103" fmla="*/ 280 h 322"/>
                    <a:gd name="T104" fmla="*/ 146 w 274"/>
                    <a:gd name="T105" fmla="*/ 280 h 322"/>
                    <a:gd name="T106" fmla="*/ 146 w 274"/>
                    <a:gd name="T107" fmla="*/ 272 h 322"/>
                    <a:gd name="T108" fmla="*/ 140 w 274"/>
                    <a:gd name="T109" fmla="*/ 250 h 322"/>
                    <a:gd name="T110" fmla="*/ 140 w 274"/>
                    <a:gd name="T111" fmla="*/ 228 h 322"/>
                    <a:gd name="T112" fmla="*/ 120 w 274"/>
                    <a:gd name="T113" fmla="*/ 216 h 322"/>
                    <a:gd name="T114" fmla="*/ 106 w 274"/>
                    <a:gd name="T115" fmla="*/ 214 h 322"/>
                    <a:gd name="T116" fmla="*/ 106 w 274"/>
                    <a:gd name="T117" fmla="*/ 228 h 322"/>
                    <a:gd name="T118" fmla="*/ 84 w 274"/>
                    <a:gd name="T119" fmla="*/ 232 h 322"/>
                    <a:gd name="T120" fmla="*/ 72 w 274"/>
                    <a:gd name="T121" fmla="*/ 220 h 322"/>
                    <a:gd name="T122" fmla="*/ 64 w 274"/>
                    <a:gd name="T123" fmla="*/ 202 h 322"/>
                    <a:gd name="T124" fmla="*/ 56 w 274"/>
                    <a:gd name="T125" fmla="*/ 190 h 3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74" h="322">
                      <a:moveTo>
                        <a:pt x="56" y="190"/>
                      </a:moveTo>
                      <a:lnTo>
                        <a:pt x="54" y="190"/>
                      </a:lnTo>
                      <a:lnTo>
                        <a:pt x="42" y="190"/>
                      </a:lnTo>
                      <a:lnTo>
                        <a:pt x="38" y="190"/>
                      </a:lnTo>
                      <a:lnTo>
                        <a:pt x="34" y="194"/>
                      </a:lnTo>
                      <a:lnTo>
                        <a:pt x="30" y="194"/>
                      </a:lnTo>
                      <a:lnTo>
                        <a:pt x="30" y="190"/>
                      </a:lnTo>
                      <a:lnTo>
                        <a:pt x="26" y="190"/>
                      </a:lnTo>
                      <a:lnTo>
                        <a:pt x="24" y="190"/>
                      </a:lnTo>
                      <a:lnTo>
                        <a:pt x="20" y="190"/>
                      </a:lnTo>
                      <a:lnTo>
                        <a:pt x="16" y="190"/>
                      </a:lnTo>
                      <a:lnTo>
                        <a:pt x="12" y="190"/>
                      </a:lnTo>
                      <a:lnTo>
                        <a:pt x="8" y="190"/>
                      </a:lnTo>
                      <a:lnTo>
                        <a:pt x="8" y="194"/>
                      </a:lnTo>
                      <a:lnTo>
                        <a:pt x="4" y="194"/>
                      </a:lnTo>
                      <a:lnTo>
                        <a:pt x="4" y="190"/>
                      </a:lnTo>
                      <a:lnTo>
                        <a:pt x="0" y="190"/>
                      </a:lnTo>
                      <a:lnTo>
                        <a:pt x="4" y="190"/>
                      </a:lnTo>
                      <a:lnTo>
                        <a:pt x="8" y="190"/>
                      </a:lnTo>
                      <a:lnTo>
                        <a:pt x="8" y="184"/>
                      </a:lnTo>
                      <a:lnTo>
                        <a:pt x="8" y="180"/>
                      </a:lnTo>
                      <a:lnTo>
                        <a:pt x="8" y="176"/>
                      </a:lnTo>
                      <a:lnTo>
                        <a:pt x="12" y="172"/>
                      </a:lnTo>
                      <a:lnTo>
                        <a:pt x="16" y="172"/>
                      </a:lnTo>
                      <a:lnTo>
                        <a:pt x="16" y="168"/>
                      </a:lnTo>
                      <a:lnTo>
                        <a:pt x="16" y="172"/>
                      </a:lnTo>
                      <a:lnTo>
                        <a:pt x="20" y="176"/>
                      </a:lnTo>
                      <a:lnTo>
                        <a:pt x="20" y="172"/>
                      </a:lnTo>
                      <a:lnTo>
                        <a:pt x="24" y="172"/>
                      </a:lnTo>
                      <a:lnTo>
                        <a:pt x="24" y="168"/>
                      </a:lnTo>
                      <a:lnTo>
                        <a:pt x="26" y="168"/>
                      </a:lnTo>
                      <a:lnTo>
                        <a:pt x="30" y="164"/>
                      </a:lnTo>
                      <a:lnTo>
                        <a:pt x="34" y="164"/>
                      </a:lnTo>
                      <a:lnTo>
                        <a:pt x="34" y="168"/>
                      </a:lnTo>
                      <a:lnTo>
                        <a:pt x="34" y="172"/>
                      </a:lnTo>
                      <a:lnTo>
                        <a:pt x="34" y="176"/>
                      </a:lnTo>
                      <a:lnTo>
                        <a:pt x="38" y="176"/>
                      </a:lnTo>
                      <a:lnTo>
                        <a:pt x="38" y="172"/>
                      </a:lnTo>
                      <a:lnTo>
                        <a:pt x="42" y="172"/>
                      </a:lnTo>
                      <a:lnTo>
                        <a:pt x="42" y="168"/>
                      </a:lnTo>
                      <a:lnTo>
                        <a:pt x="46" y="164"/>
                      </a:lnTo>
                      <a:lnTo>
                        <a:pt x="50" y="164"/>
                      </a:lnTo>
                      <a:lnTo>
                        <a:pt x="50" y="160"/>
                      </a:lnTo>
                      <a:lnTo>
                        <a:pt x="54" y="160"/>
                      </a:lnTo>
                      <a:lnTo>
                        <a:pt x="54" y="158"/>
                      </a:lnTo>
                      <a:lnTo>
                        <a:pt x="56" y="158"/>
                      </a:lnTo>
                      <a:lnTo>
                        <a:pt x="56" y="154"/>
                      </a:lnTo>
                      <a:lnTo>
                        <a:pt x="56" y="150"/>
                      </a:lnTo>
                      <a:lnTo>
                        <a:pt x="60" y="150"/>
                      </a:lnTo>
                      <a:lnTo>
                        <a:pt x="56" y="146"/>
                      </a:lnTo>
                      <a:lnTo>
                        <a:pt x="56" y="144"/>
                      </a:lnTo>
                      <a:lnTo>
                        <a:pt x="56" y="140"/>
                      </a:lnTo>
                      <a:lnTo>
                        <a:pt x="60" y="140"/>
                      </a:lnTo>
                      <a:lnTo>
                        <a:pt x="60" y="136"/>
                      </a:lnTo>
                      <a:lnTo>
                        <a:pt x="56" y="132"/>
                      </a:lnTo>
                      <a:lnTo>
                        <a:pt x="56" y="128"/>
                      </a:lnTo>
                      <a:lnTo>
                        <a:pt x="60" y="128"/>
                      </a:lnTo>
                      <a:lnTo>
                        <a:pt x="60" y="124"/>
                      </a:lnTo>
                      <a:lnTo>
                        <a:pt x="64" y="124"/>
                      </a:lnTo>
                      <a:lnTo>
                        <a:pt x="64" y="120"/>
                      </a:lnTo>
                      <a:lnTo>
                        <a:pt x="64" y="116"/>
                      </a:lnTo>
                      <a:lnTo>
                        <a:pt x="68" y="116"/>
                      </a:lnTo>
                      <a:lnTo>
                        <a:pt x="68" y="114"/>
                      </a:lnTo>
                      <a:lnTo>
                        <a:pt x="72" y="110"/>
                      </a:lnTo>
                      <a:lnTo>
                        <a:pt x="76" y="110"/>
                      </a:lnTo>
                      <a:lnTo>
                        <a:pt x="80" y="106"/>
                      </a:lnTo>
                      <a:lnTo>
                        <a:pt x="80" y="102"/>
                      </a:lnTo>
                      <a:lnTo>
                        <a:pt x="80" y="98"/>
                      </a:lnTo>
                      <a:lnTo>
                        <a:pt x="80" y="94"/>
                      </a:lnTo>
                      <a:lnTo>
                        <a:pt x="80" y="90"/>
                      </a:lnTo>
                      <a:lnTo>
                        <a:pt x="84" y="90"/>
                      </a:lnTo>
                      <a:lnTo>
                        <a:pt x="84" y="86"/>
                      </a:lnTo>
                      <a:lnTo>
                        <a:pt x="84" y="84"/>
                      </a:lnTo>
                      <a:lnTo>
                        <a:pt x="84" y="80"/>
                      </a:lnTo>
                      <a:lnTo>
                        <a:pt x="84" y="76"/>
                      </a:lnTo>
                      <a:lnTo>
                        <a:pt x="84" y="72"/>
                      </a:lnTo>
                      <a:lnTo>
                        <a:pt x="86" y="64"/>
                      </a:lnTo>
                      <a:lnTo>
                        <a:pt x="86" y="60"/>
                      </a:lnTo>
                      <a:lnTo>
                        <a:pt x="86" y="58"/>
                      </a:lnTo>
                      <a:lnTo>
                        <a:pt x="86" y="54"/>
                      </a:lnTo>
                      <a:lnTo>
                        <a:pt x="86" y="50"/>
                      </a:lnTo>
                      <a:lnTo>
                        <a:pt x="90" y="50"/>
                      </a:lnTo>
                      <a:lnTo>
                        <a:pt x="90" y="46"/>
                      </a:lnTo>
                      <a:lnTo>
                        <a:pt x="90" y="42"/>
                      </a:lnTo>
                      <a:lnTo>
                        <a:pt x="90" y="38"/>
                      </a:lnTo>
                      <a:lnTo>
                        <a:pt x="94" y="38"/>
                      </a:lnTo>
                      <a:lnTo>
                        <a:pt x="94" y="34"/>
                      </a:lnTo>
                      <a:lnTo>
                        <a:pt x="94" y="30"/>
                      </a:lnTo>
                      <a:lnTo>
                        <a:pt x="94" y="28"/>
                      </a:lnTo>
                      <a:lnTo>
                        <a:pt x="94" y="24"/>
                      </a:lnTo>
                      <a:lnTo>
                        <a:pt x="94" y="20"/>
                      </a:lnTo>
                      <a:lnTo>
                        <a:pt x="90" y="20"/>
                      </a:lnTo>
                      <a:lnTo>
                        <a:pt x="94" y="16"/>
                      </a:lnTo>
                      <a:lnTo>
                        <a:pt x="94" y="20"/>
                      </a:lnTo>
                      <a:lnTo>
                        <a:pt x="94" y="16"/>
                      </a:lnTo>
                      <a:lnTo>
                        <a:pt x="98" y="12"/>
                      </a:lnTo>
                      <a:lnTo>
                        <a:pt x="98" y="8"/>
                      </a:lnTo>
                      <a:lnTo>
                        <a:pt x="102" y="8"/>
                      </a:lnTo>
                      <a:lnTo>
                        <a:pt x="106" y="4"/>
                      </a:lnTo>
                      <a:lnTo>
                        <a:pt x="110" y="4"/>
                      </a:lnTo>
                      <a:lnTo>
                        <a:pt x="110" y="8"/>
                      </a:lnTo>
                      <a:lnTo>
                        <a:pt x="114" y="8"/>
                      </a:lnTo>
                      <a:lnTo>
                        <a:pt x="116" y="8"/>
                      </a:lnTo>
                      <a:lnTo>
                        <a:pt x="116" y="12"/>
                      </a:lnTo>
                      <a:lnTo>
                        <a:pt x="120" y="12"/>
                      </a:lnTo>
                      <a:lnTo>
                        <a:pt x="120" y="16"/>
                      </a:lnTo>
                      <a:lnTo>
                        <a:pt x="124" y="16"/>
                      </a:lnTo>
                      <a:lnTo>
                        <a:pt x="128" y="16"/>
                      </a:lnTo>
                      <a:lnTo>
                        <a:pt x="128" y="20"/>
                      </a:lnTo>
                      <a:lnTo>
                        <a:pt x="136" y="20"/>
                      </a:lnTo>
                      <a:lnTo>
                        <a:pt x="140" y="20"/>
                      </a:lnTo>
                      <a:lnTo>
                        <a:pt x="142" y="20"/>
                      </a:lnTo>
                      <a:lnTo>
                        <a:pt x="142" y="24"/>
                      </a:lnTo>
                      <a:lnTo>
                        <a:pt x="146" y="24"/>
                      </a:lnTo>
                      <a:lnTo>
                        <a:pt x="146" y="20"/>
                      </a:lnTo>
                      <a:lnTo>
                        <a:pt x="150" y="20"/>
                      </a:lnTo>
                      <a:lnTo>
                        <a:pt x="150" y="16"/>
                      </a:lnTo>
                      <a:lnTo>
                        <a:pt x="150" y="12"/>
                      </a:lnTo>
                      <a:lnTo>
                        <a:pt x="154" y="12"/>
                      </a:lnTo>
                      <a:lnTo>
                        <a:pt x="154" y="8"/>
                      </a:lnTo>
                      <a:lnTo>
                        <a:pt x="154" y="12"/>
                      </a:lnTo>
                      <a:lnTo>
                        <a:pt x="158" y="12"/>
                      </a:lnTo>
                      <a:lnTo>
                        <a:pt x="162" y="12"/>
                      </a:lnTo>
                      <a:lnTo>
                        <a:pt x="166" y="8"/>
                      </a:lnTo>
                      <a:lnTo>
                        <a:pt x="170" y="8"/>
                      </a:lnTo>
                      <a:lnTo>
                        <a:pt x="172" y="8"/>
                      </a:lnTo>
                      <a:lnTo>
                        <a:pt x="176" y="4"/>
                      </a:lnTo>
                      <a:lnTo>
                        <a:pt x="172" y="4"/>
                      </a:lnTo>
                      <a:lnTo>
                        <a:pt x="176" y="4"/>
                      </a:lnTo>
                      <a:lnTo>
                        <a:pt x="180" y="8"/>
                      </a:lnTo>
                      <a:lnTo>
                        <a:pt x="184" y="8"/>
                      </a:lnTo>
                      <a:lnTo>
                        <a:pt x="188" y="8"/>
                      </a:lnTo>
                      <a:lnTo>
                        <a:pt x="188" y="4"/>
                      </a:lnTo>
                      <a:lnTo>
                        <a:pt x="188" y="0"/>
                      </a:lnTo>
                      <a:lnTo>
                        <a:pt x="192" y="0"/>
                      </a:lnTo>
                      <a:lnTo>
                        <a:pt x="196" y="0"/>
                      </a:lnTo>
                      <a:lnTo>
                        <a:pt x="196" y="4"/>
                      </a:lnTo>
                      <a:lnTo>
                        <a:pt x="200" y="4"/>
                      </a:lnTo>
                      <a:lnTo>
                        <a:pt x="200" y="0"/>
                      </a:lnTo>
                      <a:lnTo>
                        <a:pt x="200" y="4"/>
                      </a:lnTo>
                      <a:lnTo>
                        <a:pt x="202" y="4"/>
                      </a:lnTo>
                      <a:lnTo>
                        <a:pt x="206" y="4"/>
                      </a:lnTo>
                      <a:lnTo>
                        <a:pt x="210" y="4"/>
                      </a:lnTo>
                      <a:lnTo>
                        <a:pt x="214" y="4"/>
                      </a:lnTo>
                      <a:lnTo>
                        <a:pt x="218" y="4"/>
                      </a:lnTo>
                      <a:lnTo>
                        <a:pt x="218" y="8"/>
                      </a:lnTo>
                      <a:lnTo>
                        <a:pt x="222" y="8"/>
                      </a:lnTo>
                      <a:lnTo>
                        <a:pt x="222" y="12"/>
                      </a:lnTo>
                      <a:lnTo>
                        <a:pt x="226" y="16"/>
                      </a:lnTo>
                      <a:lnTo>
                        <a:pt x="228" y="16"/>
                      </a:lnTo>
                      <a:lnTo>
                        <a:pt x="228" y="20"/>
                      </a:lnTo>
                      <a:lnTo>
                        <a:pt x="232" y="20"/>
                      </a:lnTo>
                      <a:lnTo>
                        <a:pt x="232" y="16"/>
                      </a:lnTo>
                      <a:lnTo>
                        <a:pt x="236" y="16"/>
                      </a:lnTo>
                      <a:lnTo>
                        <a:pt x="240" y="16"/>
                      </a:lnTo>
                      <a:lnTo>
                        <a:pt x="244" y="16"/>
                      </a:lnTo>
                      <a:lnTo>
                        <a:pt x="244" y="20"/>
                      </a:lnTo>
                      <a:lnTo>
                        <a:pt x="244" y="16"/>
                      </a:lnTo>
                      <a:lnTo>
                        <a:pt x="246" y="16"/>
                      </a:lnTo>
                      <a:lnTo>
                        <a:pt x="246" y="12"/>
                      </a:lnTo>
                      <a:lnTo>
                        <a:pt x="250" y="12"/>
                      </a:lnTo>
                      <a:lnTo>
                        <a:pt x="250" y="16"/>
                      </a:lnTo>
                      <a:lnTo>
                        <a:pt x="250" y="20"/>
                      </a:lnTo>
                      <a:lnTo>
                        <a:pt x="254" y="20"/>
                      </a:lnTo>
                      <a:lnTo>
                        <a:pt x="254" y="24"/>
                      </a:lnTo>
                      <a:lnTo>
                        <a:pt x="258" y="24"/>
                      </a:lnTo>
                      <a:lnTo>
                        <a:pt x="258" y="28"/>
                      </a:lnTo>
                      <a:lnTo>
                        <a:pt x="262" y="28"/>
                      </a:lnTo>
                      <a:lnTo>
                        <a:pt x="262" y="30"/>
                      </a:lnTo>
                      <a:lnTo>
                        <a:pt x="266" y="30"/>
                      </a:lnTo>
                      <a:lnTo>
                        <a:pt x="266" y="34"/>
                      </a:lnTo>
                      <a:lnTo>
                        <a:pt x="266" y="38"/>
                      </a:lnTo>
                      <a:lnTo>
                        <a:pt x="266" y="42"/>
                      </a:lnTo>
                      <a:lnTo>
                        <a:pt x="266" y="46"/>
                      </a:lnTo>
                      <a:lnTo>
                        <a:pt x="266" y="50"/>
                      </a:lnTo>
                      <a:lnTo>
                        <a:pt x="266" y="54"/>
                      </a:lnTo>
                      <a:lnTo>
                        <a:pt x="270" y="50"/>
                      </a:lnTo>
                      <a:lnTo>
                        <a:pt x="270" y="54"/>
                      </a:lnTo>
                      <a:lnTo>
                        <a:pt x="274" y="58"/>
                      </a:lnTo>
                      <a:lnTo>
                        <a:pt x="270" y="58"/>
                      </a:lnTo>
                      <a:lnTo>
                        <a:pt x="270" y="60"/>
                      </a:lnTo>
                      <a:lnTo>
                        <a:pt x="266" y="64"/>
                      </a:lnTo>
                      <a:lnTo>
                        <a:pt x="262" y="68"/>
                      </a:lnTo>
                      <a:lnTo>
                        <a:pt x="262" y="72"/>
                      </a:lnTo>
                      <a:lnTo>
                        <a:pt x="258" y="72"/>
                      </a:lnTo>
                      <a:lnTo>
                        <a:pt x="258" y="76"/>
                      </a:lnTo>
                      <a:lnTo>
                        <a:pt x="254" y="76"/>
                      </a:lnTo>
                      <a:lnTo>
                        <a:pt x="254" y="80"/>
                      </a:lnTo>
                      <a:lnTo>
                        <a:pt x="254" y="84"/>
                      </a:lnTo>
                      <a:lnTo>
                        <a:pt x="254" y="86"/>
                      </a:lnTo>
                      <a:lnTo>
                        <a:pt x="250" y="86"/>
                      </a:lnTo>
                      <a:lnTo>
                        <a:pt x="250" y="90"/>
                      </a:lnTo>
                      <a:lnTo>
                        <a:pt x="250" y="94"/>
                      </a:lnTo>
                      <a:lnTo>
                        <a:pt x="250" y="98"/>
                      </a:lnTo>
                      <a:lnTo>
                        <a:pt x="250" y="102"/>
                      </a:lnTo>
                      <a:lnTo>
                        <a:pt x="246" y="102"/>
                      </a:lnTo>
                      <a:lnTo>
                        <a:pt x="246" y="106"/>
                      </a:lnTo>
                      <a:lnTo>
                        <a:pt x="246" y="110"/>
                      </a:lnTo>
                      <a:lnTo>
                        <a:pt x="246" y="114"/>
                      </a:lnTo>
                      <a:lnTo>
                        <a:pt x="246" y="116"/>
                      </a:lnTo>
                      <a:lnTo>
                        <a:pt x="244" y="116"/>
                      </a:lnTo>
                      <a:lnTo>
                        <a:pt x="244" y="120"/>
                      </a:lnTo>
                      <a:lnTo>
                        <a:pt x="244" y="124"/>
                      </a:lnTo>
                      <a:lnTo>
                        <a:pt x="244" y="128"/>
                      </a:lnTo>
                      <a:lnTo>
                        <a:pt x="244" y="132"/>
                      </a:lnTo>
                      <a:lnTo>
                        <a:pt x="240" y="132"/>
                      </a:lnTo>
                      <a:lnTo>
                        <a:pt x="240" y="136"/>
                      </a:lnTo>
                      <a:lnTo>
                        <a:pt x="240" y="140"/>
                      </a:lnTo>
                      <a:lnTo>
                        <a:pt x="244" y="144"/>
                      </a:lnTo>
                      <a:lnTo>
                        <a:pt x="244" y="146"/>
                      </a:lnTo>
                      <a:lnTo>
                        <a:pt x="244" y="150"/>
                      </a:lnTo>
                      <a:lnTo>
                        <a:pt x="244" y="154"/>
                      </a:lnTo>
                      <a:lnTo>
                        <a:pt x="244" y="158"/>
                      </a:lnTo>
                      <a:lnTo>
                        <a:pt x="244" y="160"/>
                      </a:lnTo>
                      <a:lnTo>
                        <a:pt x="246" y="164"/>
                      </a:lnTo>
                      <a:lnTo>
                        <a:pt x="246" y="168"/>
                      </a:lnTo>
                      <a:lnTo>
                        <a:pt x="246" y="172"/>
                      </a:lnTo>
                      <a:lnTo>
                        <a:pt x="244" y="172"/>
                      </a:lnTo>
                      <a:lnTo>
                        <a:pt x="244" y="176"/>
                      </a:lnTo>
                      <a:lnTo>
                        <a:pt x="244" y="180"/>
                      </a:lnTo>
                      <a:lnTo>
                        <a:pt x="246" y="180"/>
                      </a:lnTo>
                      <a:lnTo>
                        <a:pt x="246" y="184"/>
                      </a:lnTo>
                      <a:lnTo>
                        <a:pt x="246" y="186"/>
                      </a:lnTo>
                      <a:lnTo>
                        <a:pt x="246" y="190"/>
                      </a:lnTo>
                      <a:lnTo>
                        <a:pt x="246" y="194"/>
                      </a:lnTo>
                      <a:lnTo>
                        <a:pt x="246" y="198"/>
                      </a:lnTo>
                      <a:lnTo>
                        <a:pt x="246" y="202"/>
                      </a:lnTo>
                      <a:lnTo>
                        <a:pt x="250" y="206"/>
                      </a:lnTo>
                      <a:lnTo>
                        <a:pt x="254" y="210"/>
                      </a:lnTo>
                      <a:lnTo>
                        <a:pt x="258" y="210"/>
                      </a:lnTo>
                      <a:lnTo>
                        <a:pt x="258" y="214"/>
                      </a:lnTo>
                      <a:lnTo>
                        <a:pt x="258" y="216"/>
                      </a:lnTo>
                      <a:lnTo>
                        <a:pt x="258" y="220"/>
                      </a:lnTo>
                      <a:lnTo>
                        <a:pt x="262" y="220"/>
                      </a:lnTo>
                      <a:lnTo>
                        <a:pt x="262" y="224"/>
                      </a:lnTo>
                      <a:lnTo>
                        <a:pt x="262" y="228"/>
                      </a:lnTo>
                      <a:lnTo>
                        <a:pt x="266" y="228"/>
                      </a:lnTo>
                      <a:lnTo>
                        <a:pt x="266" y="232"/>
                      </a:lnTo>
                      <a:lnTo>
                        <a:pt x="262" y="232"/>
                      </a:lnTo>
                      <a:lnTo>
                        <a:pt x="258" y="232"/>
                      </a:lnTo>
                      <a:lnTo>
                        <a:pt x="254" y="236"/>
                      </a:lnTo>
                      <a:lnTo>
                        <a:pt x="246" y="236"/>
                      </a:lnTo>
                      <a:lnTo>
                        <a:pt x="244" y="236"/>
                      </a:lnTo>
                      <a:lnTo>
                        <a:pt x="240" y="236"/>
                      </a:lnTo>
                      <a:lnTo>
                        <a:pt x="240" y="240"/>
                      </a:lnTo>
                      <a:lnTo>
                        <a:pt x="240" y="244"/>
                      </a:lnTo>
                      <a:lnTo>
                        <a:pt x="236" y="244"/>
                      </a:lnTo>
                      <a:lnTo>
                        <a:pt x="236" y="246"/>
                      </a:lnTo>
                      <a:lnTo>
                        <a:pt x="232" y="250"/>
                      </a:lnTo>
                      <a:lnTo>
                        <a:pt x="232" y="254"/>
                      </a:lnTo>
                      <a:lnTo>
                        <a:pt x="236" y="258"/>
                      </a:lnTo>
                      <a:lnTo>
                        <a:pt x="236" y="262"/>
                      </a:lnTo>
                      <a:lnTo>
                        <a:pt x="236" y="266"/>
                      </a:lnTo>
                      <a:lnTo>
                        <a:pt x="236" y="270"/>
                      </a:lnTo>
                      <a:lnTo>
                        <a:pt x="236" y="272"/>
                      </a:lnTo>
                      <a:lnTo>
                        <a:pt x="236" y="276"/>
                      </a:lnTo>
                      <a:lnTo>
                        <a:pt x="232" y="276"/>
                      </a:lnTo>
                      <a:lnTo>
                        <a:pt x="232" y="280"/>
                      </a:lnTo>
                      <a:lnTo>
                        <a:pt x="232" y="284"/>
                      </a:lnTo>
                      <a:lnTo>
                        <a:pt x="232" y="288"/>
                      </a:lnTo>
                      <a:lnTo>
                        <a:pt x="232" y="292"/>
                      </a:lnTo>
                      <a:lnTo>
                        <a:pt x="232" y="296"/>
                      </a:lnTo>
                      <a:lnTo>
                        <a:pt x="236" y="296"/>
                      </a:lnTo>
                      <a:lnTo>
                        <a:pt x="236" y="300"/>
                      </a:lnTo>
                      <a:lnTo>
                        <a:pt x="240" y="302"/>
                      </a:lnTo>
                      <a:lnTo>
                        <a:pt x="244" y="302"/>
                      </a:lnTo>
                      <a:lnTo>
                        <a:pt x="246" y="306"/>
                      </a:lnTo>
                      <a:lnTo>
                        <a:pt x="246" y="302"/>
                      </a:lnTo>
                      <a:lnTo>
                        <a:pt x="250" y="300"/>
                      </a:lnTo>
                      <a:lnTo>
                        <a:pt x="250" y="302"/>
                      </a:lnTo>
                      <a:lnTo>
                        <a:pt x="250" y="306"/>
                      </a:lnTo>
                      <a:lnTo>
                        <a:pt x="250" y="310"/>
                      </a:lnTo>
                      <a:lnTo>
                        <a:pt x="250" y="318"/>
                      </a:lnTo>
                      <a:lnTo>
                        <a:pt x="250" y="322"/>
                      </a:lnTo>
                      <a:lnTo>
                        <a:pt x="246" y="322"/>
                      </a:lnTo>
                      <a:lnTo>
                        <a:pt x="250" y="322"/>
                      </a:lnTo>
                      <a:lnTo>
                        <a:pt x="246" y="318"/>
                      </a:lnTo>
                      <a:lnTo>
                        <a:pt x="246" y="322"/>
                      </a:lnTo>
                      <a:lnTo>
                        <a:pt x="244" y="322"/>
                      </a:lnTo>
                      <a:lnTo>
                        <a:pt x="240" y="322"/>
                      </a:lnTo>
                      <a:lnTo>
                        <a:pt x="240" y="318"/>
                      </a:lnTo>
                      <a:lnTo>
                        <a:pt x="236" y="314"/>
                      </a:lnTo>
                      <a:lnTo>
                        <a:pt x="232" y="314"/>
                      </a:lnTo>
                      <a:lnTo>
                        <a:pt x="232" y="310"/>
                      </a:lnTo>
                      <a:lnTo>
                        <a:pt x="232" y="306"/>
                      </a:lnTo>
                      <a:lnTo>
                        <a:pt x="228" y="306"/>
                      </a:lnTo>
                      <a:lnTo>
                        <a:pt x="226" y="302"/>
                      </a:lnTo>
                      <a:lnTo>
                        <a:pt x="222" y="302"/>
                      </a:lnTo>
                      <a:lnTo>
                        <a:pt x="218" y="300"/>
                      </a:lnTo>
                      <a:lnTo>
                        <a:pt x="218" y="296"/>
                      </a:lnTo>
                      <a:lnTo>
                        <a:pt x="214" y="296"/>
                      </a:lnTo>
                      <a:lnTo>
                        <a:pt x="214" y="292"/>
                      </a:lnTo>
                      <a:lnTo>
                        <a:pt x="210" y="296"/>
                      </a:lnTo>
                      <a:lnTo>
                        <a:pt x="210" y="300"/>
                      </a:lnTo>
                      <a:lnTo>
                        <a:pt x="206" y="300"/>
                      </a:lnTo>
                      <a:lnTo>
                        <a:pt x="202" y="296"/>
                      </a:lnTo>
                      <a:lnTo>
                        <a:pt x="200" y="296"/>
                      </a:lnTo>
                      <a:lnTo>
                        <a:pt x="196" y="296"/>
                      </a:lnTo>
                      <a:lnTo>
                        <a:pt x="192" y="292"/>
                      </a:lnTo>
                      <a:lnTo>
                        <a:pt x="188" y="292"/>
                      </a:lnTo>
                      <a:lnTo>
                        <a:pt x="188" y="288"/>
                      </a:lnTo>
                      <a:lnTo>
                        <a:pt x="188" y="284"/>
                      </a:lnTo>
                      <a:lnTo>
                        <a:pt x="184" y="284"/>
                      </a:lnTo>
                      <a:lnTo>
                        <a:pt x="180" y="288"/>
                      </a:lnTo>
                      <a:lnTo>
                        <a:pt x="176" y="288"/>
                      </a:lnTo>
                      <a:lnTo>
                        <a:pt x="172" y="288"/>
                      </a:lnTo>
                      <a:lnTo>
                        <a:pt x="176" y="284"/>
                      </a:lnTo>
                      <a:lnTo>
                        <a:pt x="176" y="280"/>
                      </a:lnTo>
                      <a:lnTo>
                        <a:pt x="172" y="280"/>
                      </a:lnTo>
                      <a:lnTo>
                        <a:pt x="170" y="280"/>
                      </a:lnTo>
                      <a:lnTo>
                        <a:pt x="170" y="276"/>
                      </a:lnTo>
                      <a:lnTo>
                        <a:pt x="170" y="280"/>
                      </a:lnTo>
                      <a:lnTo>
                        <a:pt x="166" y="280"/>
                      </a:lnTo>
                      <a:lnTo>
                        <a:pt x="162" y="280"/>
                      </a:lnTo>
                      <a:lnTo>
                        <a:pt x="158" y="280"/>
                      </a:lnTo>
                      <a:lnTo>
                        <a:pt x="154" y="280"/>
                      </a:lnTo>
                      <a:lnTo>
                        <a:pt x="150" y="280"/>
                      </a:lnTo>
                      <a:lnTo>
                        <a:pt x="146" y="280"/>
                      </a:lnTo>
                      <a:lnTo>
                        <a:pt x="146" y="284"/>
                      </a:lnTo>
                      <a:lnTo>
                        <a:pt x="142" y="284"/>
                      </a:lnTo>
                      <a:lnTo>
                        <a:pt x="142" y="280"/>
                      </a:lnTo>
                      <a:lnTo>
                        <a:pt x="142" y="276"/>
                      </a:lnTo>
                      <a:lnTo>
                        <a:pt x="146" y="276"/>
                      </a:lnTo>
                      <a:lnTo>
                        <a:pt x="146" y="272"/>
                      </a:lnTo>
                      <a:lnTo>
                        <a:pt x="146" y="270"/>
                      </a:lnTo>
                      <a:lnTo>
                        <a:pt x="142" y="266"/>
                      </a:lnTo>
                      <a:lnTo>
                        <a:pt x="142" y="262"/>
                      </a:lnTo>
                      <a:lnTo>
                        <a:pt x="140" y="258"/>
                      </a:lnTo>
                      <a:lnTo>
                        <a:pt x="140" y="254"/>
                      </a:lnTo>
                      <a:lnTo>
                        <a:pt x="140" y="250"/>
                      </a:lnTo>
                      <a:lnTo>
                        <a:pt x="140" y="246"/>
                      </a:lnTo>
                      <a:lnTo>
                        <a:pt x="140" y="244"/>
                      </a:lnTo>
                      <a:lnTo>
                        <a:pt x="140" y="240"/>
                      </a:lnTo>
                      <a:lnTo>
                        <a:pt x="140" y="236"/>
                      </a:lnTo>
                      <a:lnTo>
                        <a:pt x="140" y="232"/>
                      </a:lnTo>
                      <a:lnTo>
                        <a:pt x="140" y="228"/>
                      </a:lnTo>
                      <a:lnTo>
                        <a:pt x="140" y="224"/>
                      </a:lnTo>
                      <a:lnTo>
                        <a:pt x="140" y="220"/>
                      </a:lnTo>
                      <a:lnTo>
                        <a:pt x="140" y="216"/>
                      </a:lnTo>
                      <a:lnTo>
                        <a:pt x="136" y="216"/>
                      </a:lnTo>
                      <a:lnTo>
                        <a:pt x="128" y="216"/>
                      </a:lnTo>
                      <a:lnTo>
                        <a:pt x="120" y="216"/>
                      </a:lnTo>
                      <a:lnTo>
                        <a:pt x="120" y="214"/>
                      </a:lnTo>
                      <a:lnTo>
                        <a:pt x="120" y="210"/>
                      </a:lnTo>
                      <a:lnTo>
                        <a:pt x="116" y="210"/>
                      </a:lnTo>
                      <a:lnTo>
                        <a:pt x="116" y="214"/>
                      </a:lnTo>
                      <a:lnTo>
                        <a:pt x="114" y="214"/>
                      </a:lnTo>
                      <a:lnTo>
                        <a:pt x="106" y="214"/>
                      </a:lnTo>
                      <a:lnTo>
                        <a:pt x="106" y="216"/>
                      </a:lnTo>
                      <a:lnTo>
                        <a:pt x="106" y="220"/>
                      </a:lnTo>
                      <a:lnTo>
                        <a:pt x="106" y="224"/>
                      </a:lnTo>
                      <a:lnTo>
                        <a:pt x="102" y="224"/>
                      </a:lnTo>
                      <a:lnTo>
                        <a:pt x="102" y="228"/>
                      </a:lnTo>
                      <a:lnTo>
                        <a:pt x="106" y="228"/>
                      </a:lnTo>
                      <a:lnTo>
                        <a:pt x="98" y="228"/>
                      </a:lnTo>
                      <a:lnTo>
                        <a:pt x="94" y="228"/>
                      </a:lnTo>
                      <a:lnTo>
                        <a:pt x="90" y="228"/>
                      </a:lnTo>
                      <a:lnTo>
                        <a:pt x="86" y="228"/>
                      </a:lnTo>
                      <a:lnTo>
                        <a:pt x="86" y="232"/>
                      </a:lnTo>
                      <a:lnTo>
                        <a:pt x="84" y="232"/>
                      </a:lnTo>
                      <a:lnTo>
                        <a:pt x="84" y="228"/>
                      </a:lnTo>
                      <a:lnTo>
                        <a:pt x="80" y="232"/>
                      </a:lnTo>
                      <a:lnTo>
                        <a:pt x="80" y="228"/>
                      </a:lnTo>
                      <a:lnTo>
                        <a:pt x="76" y="228"/>
                      </a:lnTo>
                      <a:lnTo>
                        <a:pt x="76" y="224"/>
                      </a:lnTo>
                      <a:lnTo>
                        <a:pt x="72" y="220"/>
                      </a:lnTo>
                      <a:lnTo>
                        <a:pt x="72" y="216"/>
                      </a:lnTo>
                      <a:lnTo>
                        <a:pt x="68" y="216"/>
                      </a:lnTo>
                      <a:lnTo>
                        <a:pt x="68" y="214"/>
                      </a:lnTo>
                      <a:lnTo>
                        <a:pt x="68" y="210"/>
                      </a:lnTo>
                      <a:lnTo>
                        <a:pt x="68" y="206"/>
                      </a:lnTo>
                      <a:lnTo>
                        <a:pt x="64" y="202"/>
                      </a:lnTo>
                      <a:lnTo>
                        <a:pt x="64" y="198"/>
                      </a:lnTo>
                      <a:lnTo>
                        <a:pt x="64" y="194"/>
                      </a:lnTo>
                      <a:lnTo>
                        <a:pt x="64" y="190"/>
                      </a:lnTo>
                      <a:lnTo>
                        <a:pt x="60" y="190"/>
                      </a:lnTo>
                      <a:lnTo>
                        <a:pt x="56" y="190"/>
                      </a:lnTo>
                      <a:lnTo>
                        <a:pt x="56" y="190"/>
                      </a:lnTo>
                      <a:lnTo>
                        <a:pt x="56" y="190"/>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151" name="Freeform 140">
                  <a:extLst>
                    <a:ext uri="{FF2B5EF4-FFF2-40B4-BE49-F238E27FC236}">
                      <a16:creationId xmlns:a16="http://schemas.microsoft.com/office/drawing/2014/main" id="{ED780564-0BFB-76A7-2643-DA77685B07A9}"/>
                    </a:ext>
                  </a:extLst>
                </p:cNvPr>
                <p:cNvSpPr>
                  <a:spLocks noEditPoints="1"/>
                </p:cNvSpPr>
                <p:nvPr/>
              </p:nvSpPr>
              <p:spPr bwMode="gray">
                <a:xfrm>
                  <a:off x="4584285" y="4199668"/>
                  <a:ext cx="156534" cy="194796"/>
                </a:xfrm>
                <a:custGeom>
                  <a:avLst/>
                  <a:gdLst>
                    <a:gd name="T0" fmla="*/ 46 w 90"/>
                    <a:gd name="T1" fmla="*/ 96 h 112"/>
                    <a:gd name="T2" fmla="*/ 52 w 90"/>
                    <a:gd name="T3" fmla="*/ 96 h 112"/>
                    <a:gd name="T4" fmla="*/ 46 w 90"/>
                    <a:gd name="T5" fmla="*/ 96 h 112"/>
                    <a:gd name="T6" fmla="*/ 34 w 90"/>
                    <a:gd name="T7" fmla="*/ 100 h 112"/>
                    <a:gd name="T8" fmla="*/ 30 w 90"/>
                    <a:gd name="T9" fmla="*/ 104 h 112"/>
                    <a:gd name="T10" fmla="*/ 24 w 90"/>
                    <a:gd name="T11" fmla="*/ 108 h 112"/>
                    <a:gd name="T12" fmla="*/ 20 w 90"/>
                    <a:gd name="T13" fmla="*/ 112 h 112"/>
                    <a:gd name="T14" fmla="*/ 16 w 90"/>
                    <a:gd name="T15" fmla="*/ 104 h 112"/>
                    <a:gd name="T16" fmla="*/ 20 w 90"/>
                    <a:gd name="T17" fmla="*/ 92 h 112"/>
                    <a:gd name="T18" fmla="*/ 20 w 90"/>
                    <a:gd name="T19" fmla="*/ 86 h 112"/>
                    <a:gd name="T20" fmla="*/ 16 w 90"/>
                    <a:gd name="T21" fmla="*/ 82 h 112"/>
                    <a:gd name="T22" fmla="*/ 12 w 90"/>
                    <a:gd name="T23" fmla="*/ 78 h 112"/>
                    <a:gd name="T24" fmla="*/ 0 w 90"/>
                    <a:gd name="T25" fmla="*/ 74 h 112"/>
                    <a:gd name="T26" fmla="*/ 4 w 90"/>
                    <a:gd name="T27" fmla="*/ 70 h 112"/>
                    <a:gd name="T28" fmla="*/ 4 w 90"/>
                    <a:gd name="T29" fmla="*/ 66 h 112"/>
                    <a:gd name="T30" fmla="*/ 4 w 90"/>
                    <a:gd name="T31" fmla="*/ 56 h 112"/>
                    <a:gd name="T32" fmla="*/ 8 w 90"/>
                    <a:gd name="T33" fmla="*/ 56 h 112"/>
                    <a:gd name="T34" fmla="*/ 8 w 90"/>
                    <a:gd name="T35" fmla="*/ 48 h 112"/>
                    <a:gd name="T36" fmla="*/ 8 w 90"/>
                    <a:gd name="T37" fmla="*/ 44 h 112"/>
                    <a:gd name="T38" fmla="*/ 12 w 90"/>
                    <a:gd name="T39" fmla="*/ 36 h 112"/>
                    <a:gd name="T40" fmla="*/ 16 w 90"/>
                    <a:gd name="T41" fmla="*/ 40 h 112"/>
                    <a:gd name="T42" fmla="*/ 12 w 90"/>
                    <a:gd name="T43" fmla="*/ 34 h 112"/>
                    <a:gd name="T44" fmla="*/ 16 w 90"/>
                    <a:gd name="T45" fmla="*/ 30 h 112"/>
                    <a:gd name="T46" fmla="*/ 8 w 90"/>
                    <a:gd name="T47" fmla="*/ 22 h 112"/>
                    <a:gd name="T48" fmla="*/ 8 w 90"/>
                    <a:gd name="T49" fmla="*/ 14 h 112"/>
                    <a:gd name="T50" fmla="*/ 8 w 90"/>
                    <a:gd name="T51" fmla="*/ 10 h 112"/>
                    <a:gd name="T52" fmla="*/ 12 w 90"/>
                    <a:gd name="T53" fmla="*/ 8 h 112"/>
                    <a:gd name="T54" fmla="*/ 20 w 90"/>
                    <a:gd name="T55" fmla="*/ 8 h 112"/>
                    <a:gd name="T56" fmla="*/ 24 w 90"/>
                    <a:gd name="T57" fmla="*/ 10 h 112"/>
                    <a:gd name="T58" fmla="*/ 30 w 90"/>
                    <a:gd name="T59" fmla="*/ 8 h 112"/>
                    <a:gd name="T60" fmla="*/ 30 w 90"/>
                    <a:gd name="T61" fmla="*/ 4 h 112"/>
                    <a:gd name="T62" fmla="*/ 34 w 90"/>
                    <a:gd name="T63" fmla="*/ 4 h 112"/>
                    <a:gd name="T64" fmla="*/ 38 w 90"/>
                    <a:gd name="T65" fmla="*/ 8 h 112"/>
                    <a:gd name="T66" fmla="*/ 38 w 90"/>
                    <a:gd name="T67" fmla="*/ 10 h 112"/>
                    <a:gd name="T68" fmla="*/ 42 w 90"/>
                    <a:gd name="T69" fmla="*/ 8 h 112"/>
                    <a:gd name="T70" fmla="*/ 50 w 90"/>
                    <a:gd name="T71" fmla="*/ 8 h 112"/>
                    <a:gd name="T72" fmla="*/ 56 w 90"/>
                    <a:gd name="T73" fmla="*/ 14 h 112"/>
                    <a:gd name="T74" fmla="*/ 60 w 90"/>
                    <a:gd name="T75" fmla="*/ 18 h 112"/>
                    <a:gd name="T76" fmla="*/ 68 w 90"/>
                    <a:gd name="T77" fmla="*/ 14 h 112"/>
                    <a:gd name="T78" fmla="*/ 76 w 90"/>
                    <a:gd name="T79" fmla="*/ 14 h 112"/>
                    <a:gd name="T80" fmla="*/ 82 w 90"/>
                    <a:gd name="T81" fmla="*/ 22 h 112"/>
                    <a:gd name="T82" fmla="*/ 86 w 90"/>
                    <a:gd name="T83" fmla="*/ 26 h 112"/>
                    <a:gd name="T84" fmla="*/ 86 w 90"/>
                    <a:gd name="T85" fmla="*/ 34 h 112"/>
                    <a:gd name="T86" fmla="*/ 86 w 90"/>
                    <a:gd name="T87" fmla="*/ 44 h 112"/>
                    <a:gd name="T88" fmla="*/ 82 w 90"/>
                    <a:gd name="T89" fmla="*/ 60 h 112"/>
                    <a:gd name="T90" fmla="*/ 78 w 90"/>
                    <a:gd name="T91" fmla="*/ 70 h 112"/>
                    <a:gd name="T92" fmla="*/ 78 w 90"/>
                    <a:gd name="T93" fmla="*/ 78 h 112"/>
                    <a:gd name="T94" fmla="*/ 82 w 90"/>
                    <a:gd name="T95" fmla="*/ 88 h 112"/>
                    <a:gd name="T96" fmla="*/ 86 w 90"/>
                    <a:gd name="T97" fmla="*/ 96 h 112"/>
                    <a:gd name="T98" fmla="*/ 82 w 90"/>
                    <a:gd name="T99" fmla="*/ 96 h 112"/>
                    <a:gd name="T100" fmla="*/ 78 w 90"/>
                    <a:gd name="T101" fmla="*/ 92 h 112"/>
                    <a:gd name="T102" fmla="*/ 76 w 90"/>
                    <a:gd name="T103" fmla="*/ 96 h 112"/>
                    <a:gd name="T104" fmla="*/ 72 w 90"/>
                    <a:gd name="T105" fmla="*/ 96 h 112"/>
                    <a:gd name="T106" fmla="*/ 72 w 90"/>
                    <a:gd name="T107" fmla="*/ 92 h 112"/>
                    <a:gd name="T108" fmla="*/ 72 w 90"/>
                    <a:gd name="T109" fmla="*/ 92 h 112"/>
                    <a:gd name="T110" fmla="*/ 60 w 90"/>
                    <a:gd name="T111" fmla="*/ 92 h 112"/>
                    <a:gd name="T112" fmla="*/ 60 w 90"/>
                    <a:gd name="T113" fmla="*/ 96 h 112"/>
                    <a:gd name="T114" fmla="*/ 64 w 90"/>
                    <a:gd name="T115" fmla="*/ 92 h 112"/>
                    <a:gd name="T116" fmla="*/ 56 w 90"/>
                    <a:gd name="T117" fmla="*/ 96 h 112"/>
                    <a:gd name="T118" fmla="*/ 52 w 90"/>
                    <a:gd name="T119" fmla="*/ 96 h 112"/>
                    <a:gd name="T120" fmla="*/ 50 w 90"/>
                    <a:gd name="T121" fmla="*/ 96 h 112"/>
                    <a:gd name="T122" fmla="*/ 50 w 90"/>
                    <a:gd name="T123" fmla="*/ 96 h 112"/>
                    <a:gd name="T124" fmla="*/ 78 w 90"/>
                    <a:gd name="T125" fmla="*/ 96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90" h="112">
                      <a:moveTo>
                        <a:pt x="50" y="96"/>
                      </a:moveTo>
                      <a:lnTo>
                        <a:pt x="50" y="96"/>
                      </a:lnTo>
                      <a:lnTo>
                        <a:pt x="50" y="96"/>
                      </a:lnTo>
                      <a:lnTo>
                        <a:pt x="50" y="96"/>
                      </a:lnTo>
                      <a:lnTo>
                        <a:pt x="50" y="96"/>
                      </a:lnTo>
                      <a:lnTo>
                        <a:pt x="50" y="96"/>
                      </a:lnTo>
                      <a:lnTo>
                        <a:pt x="50" y="96"/>
                      </a:lnTo>
                      <a:lnTo>
                        <a:pt x="46" y="96"/>
                      </a:lnTo>
                      <a:lnTo>
                        <a:pt x="50" y="96"/>
                      </a:lnTo>
                      <a:lnTo>
                        <a:pt x="50" y="96"/>
                      </a:lnTo>
                      <a:lnTo>
                        <a:pt x="50" y="96"/>
                      </a:lnTo>
                      <a:lnTo>
                        <a:pt x="50" y="96"/>
                      </a:lnTo>
                      <a:lnTo>
                        <a:pt x="50" y="96"/>
                      </a:lnTo>
                      <a:lnTo>
                        <a:pt x="52" y="96"/>
                      </a:lnTo>
                      <a:lnTo>
                        <a:pt x="52" y="96"/>
                      </a:lnTo>
                      <a:lnTo>
                        <a:pt x="52" y="96"/>
                      </a:lnTo>
                      <a:lnTo>
                        <a:pt x="52" y="96"/>
                      </a:lnTo>
                      <a:lnTo>
                        <a:pt x="52" y="96"/>
                      </a:lnTo>
                      <a:lnTo>
                        <a:pt x="52" y="96"/>
                      </a:lnTo>
                      <a:lnTo>
                        <a:pt x="50" y="96"/>
                      </a:lnTo>
                      <a:lnTo>
                        <a:pt x="50" y="96"/>
                      </a:lnTo>
                      <a:lnTo>
                        <a:pt x="50" y="96"/>
                      </a:lnTo>
                      <a:lnTo>
                        <a:pt x="46" y="96"/>
                      </a:lnTo>
                      <a:lnTo>
                        <a:pt x="46" y="96"/>
                      </a:lnTo>
                      <a:lnTo>
                        <a:pt x="42" y="96"/>
                      </a:lnTo>
                      <a:lnTo>
                        <a:pt x="42" y="96"/>
                      </a:lnTo>
                      <a:lnTo>
                        <a:pt x="42" y="96"/>
                      </a:lnTo>
                      <a:lnTo>
                        <a:pt x="38" y="100"/>
                      </a:lnTo>
                      <a:lnTo>
                        <a:pt x="38" y="100"/>
                      </a:lnTo>
                      <a:lnTo>
                        <a:pt x="38" y="100"/>
                      </a:lnTo>
                      <a:lnTo>
                        <a:pt x="34" y="100"/>
                      </a:lnTo>
                      <a:lnTo>
                        <a:pt x="34" y="100"/>
                      </a:lnTo>
                      <a:lnTo>
                        <a:pt x="34" y="100"/>
                      </a:lnTo>
                      <a:lnTo>
                        <a:pt x="34" y="100"/>
                      </a:lnTo>
                      <a:lnTo>
                        <a:pt x="34" y="100"/>
                      </a:lnTo>
                      <a:lnTo>
                        <a:pt x="30" y="104"/>
                      </a:lnTo>
                      <a:lnTo>
                        <a:pt x="30" y="104"/>
                      </a:lnTo>
                      <a:lnTo>
                        <a:pt x="30" y="104"/>
                      </a:lnTo>
                      <a:lnTo>
                        <a:pt x="30" y="104"/>
                      </a:lnTo>
                      <a:lnTo>
                        <a:pt x="30" y="104"/>
                      </a:lnTo>
                      <a:lnTo>
                        <a:pt x="26" y="104"/>
                      </a:lnTo>
                      <a:lnTo>
                        <a:pt x="26" y="104"/>
                      </a:lnTo>
                      <a:lnTo>
                        <a:pt x="26" y="104"/>
                      </a:lnTo>
                      <a:lnTo>
                        <a:pt x="26" y="104"/>
                      </a:lnTo>
                      <a:lnTo>
                        <a:pt x="26" y="104"/>
                      </a:lnTo>
                      <a:lnTo>
                        <a:pt x="26" y="104"/>
                      </a:lnTo>
                      <a:lnTo>
                        <a:pt x="24" y="108"/>
                      </a:lnTo>
                      <a:lnTo>
                        <a:pt x="24" y="108"/>
                      </a:lnTo>
                      <a:lnTo>
                        <a:pt x="24" y="108"/>
                      </a:lnTo>
                      <a:lnTo>
                        <a:pt x="24" y="108"/>
                      </a:lnTo>
                      <a:lnTo>
                        <a:pt x="24" y="108"/>
                      </a:lnTo>
                      <a:lnTo>
                        <a:pt x="20" y="108"/>
                      </a:lnTo>
                      <a:lnTo>
                        <a:pt x="20" y="108"/>
                      </a:lnTo>
                      <a:lnTo>
                        <a:pt x="20" y="112"/>
                      </a:lnTo>
                      <a:lnTo>
                        <a:pt x="20" y="112"/>
                      </a:lnTo>
                      <a:lnTo>
                        <a:pt x="20" y="112"/>
                      </a:lnTo>
                      <a:lnTo>
                        <a:pt x="20" y="112"/>
                      </a:lnTo>
                      <a:lnTo>
                        <a:pt x="16" y="112"/>
                      </a:lnTo>
                      <a:lnTo>
                        <a:pt x="16" y="108"/>
                      </a:lnTo>
                      <a:lnTo>
                        <a:pt x="16" y="108"/>
                      </a:lnTo>
                      <a:lnTo>
                        <a:pt x="16" y="108"/>
                      </a:lnTo>
                      <a:lnTo>
                        <a:pt x="16" y="104"/>
                      </a:lnTo>
                      <a:lnTo>
                        <a:pt x="16" y="104"/>
                      </a:lnTo>
                      <a:lnTo>
                        <a:pt x="16" y="104"/>
                      </a:lnTo>
                      <a:lnTo>
                        <a:pt x="16" y="100"/>
                      </a:lnTo>
                      <a:lnTo>
                        <a:pt x="16" y="100"/>
                      </a:lnTo>
                      <a:lnTo>
                        <a:pt x="16" y="100"/>
                      </a:lnTo>
                      <a:lnTo>
                        <a:pt x="16" y="96"/>
                      </a:lnTo>
                      <a:lnTo>
                        <a:pt x="20" y="96"/>
                      </a:lnTo>
                      <a:lnTo>
                        <a:pt x="20" y="92"/>
                      </a:lnTo>
                      <a:lnTo>
                        <a:pt x="20" y="92"/>
                      </a:lnTo>
                      <a:lnTo>
                        <a:pt x="20" y="92"/>
                      </a:lnTo>
                      <a:lnTo>
                        <a:pt x="20" y="92"/>
                      </a:lnTo>
                      <a:lnTo>
                        <a:pt x="20" y="88"/>
                      </a:lnTo>
                      <a:lnTo>
                        <a:pt x="20" y="88"/>
                      </a:lnTo>
                      <a:lnTo>
                        <a:pt x="20" y="88"/>
                      </a:lnTo>
                      <a:lnTo>
                        <a:pt x="20" y="88"/>
                      </a:lnTo>
                      <a:lnTo>
                        <a:pt x="20" y="88"/>
                      </a:lnTo>
                      <a:lnTo>
                        <a:pt x="20" y="86"/>
                      </a:lnTo>
                      <a:lnTo>
                        <a:pt x="20" y="86"/>
                      </a:lnTo>
                      <a:lnTo>
                        <a:pt x="20" y="86"/>
                      </a:lnTo>
                      <a:lnTo>
                        <a:pt x="20" y="86"/>
                      </a:lnTo>
                      <a:lnTo>
                        <a:pt x="20" y="86"/>
                      </a:lnTo>
                      <a:lnTo>
                        <a:pt x="20" y="86"/>
                      </a:lnTo>
                      <a:lnTo>
                        <a:pt x="20" y="86"/>
                      </a:lnTo>
                      <a:lnTo>
                        <a:pt x="16" y="86"/>
                      </a:lnTo>
                      <a:lnTo>
                        <a:pt x="16" y="82"/>
                      </a:lnTo>
                      <a:lnTo>
                        <a:pt x="16" y="82"/>
                      </a:lnTo>
                      <a:lnTo>
                        <a:pt x="16" y="82"/>
                      </a:lnTo>
                      <a:lnTo>
                        <a:pt x="12" y="82"/>
                      </a:lnTo>
                      <a:lnTo>
                        <a:pt x="12" y="82"/>
                      </a:lnTo>
                      <a:lnTo>
                        <a:pt x="12" y="82"/>
                      </a:lnTo>
                      <a:lnTo>
                        <a:pt x="12" y="78"/>
                      </a:lnTo>
                      <a:lnTo>
                        <a:pt x="12" y="78"/>
                      </a:lnTo>
                      <a:lnTo>
                        <a:pt x="12" y="78"/>
                      </a:lnTo>
                      <a:lnTo>
                        <a:pt x="12" y="78"/>
                      </a:lnTo>
                      <a:lnTo>
                        <a:pt x="8" y="78"/>
                      </a:lnTo>
                      <a:lnTo>
                        <a:pt x="8" y="78"/>
                      </a:lnTo>
                      <a:lnTo>
                        <a:pt x="8" y="78"/>
                      </a:lnTo>
                      <a:lnTo>
                        <a:pt x="8" y="78"/>
                      </a:lnTo>
                      <a:lnTo>
                        <a:pt x="4" y="74"/>
                      </a:lnTo>
                      <a:lnTo>
                        <a:pt x="4" y="74"/>
                      </a:lnTo>
                      <a:lnTo>
                        <a:pt x="4" y="74"/>
                      </a:lnTo>
                      <a:lnTo>
                        <a:pt x="0" y="74"/>
                      </a:lnTo>
                      <a:lnTo>
                        <a:pt x="0" y="74"/>
                      </a:lnTo>
                      <a:lnTo>
                        <a:pt x="0" y="74"/>
                      </a:lnTo>
                      <a:lnTo>
                        <a:pt x="0" y="70"/>
                      </a:lnTo>
                      <a:lnTo>
                        <a:pt x="4" y="70"/>
                      </a:lnTo>
                      <a:lnTo>
                        <a:pt x="4" y="70"/>
                      </a:lnTo>
                      <a:lnTo>
                        <a:pt x="4" y="70"/>
                      </a:lnTo>
                      <a:lnTo>
                        <a:pt x="4" y="70"/>
                      </a:lnTo>
                      <a:lnTo>
                        <a:pt x="4" y="70"/>
                      </a:lnTo>
                      <a:lnTo>
                        <a:pt x="4" y="70"/>
                      </a:lnTo>
                      <a:lnTo>
                        <a:pt x="4" y="70"/>
                      </a:lnTo>
                      <a:lnTo>
                        <a:pt x="4" y="70"/>
                      </a:lnTo>
                      <a:lnTo>
                        <a:pt x="4" y="70"/>
                      </a:lnTo>
                      <a:lnTo>
                        <a:pt x="4" y="70"/>
                      </a:lnTo>
                      <a:lnTo>
                        <a:pt x="4" y="66"/>
                      </a:lnTo>
                      <a:lnTo>
                        <a:pt x="4" y="66"/>
                      </a:lnTo>
                      <a:lnTo>
                        <a:pt x="4" y="66"/>
                      </a:lnTo>
                      <a:lnTo>
                        <a:pt x="8" y="62"/>
                      </a:lnTo>
                      <a:lnTo>
                        <a:pt x="8" y="62"/>
                      </a:lnTo>
                      <a:lnTo>
                        <a:pt x="4" y="60"/>
                      </a:lnTo>
                      <a:lnTo>
                        <a:pt x="4" y="60"/>
                      </a:lnTo>
                      <a:lnTo>
                        <a:pt x="4" y="60"/>
                      </a:lnTo>
                      <a:lnTo>
                        <a:pt x="4" y="60"/>
                      </a:lnTo>
                      <a:lnTo>
                        <a:pt x="4" y="56"/>
                      </a:lnTo>
                      <a:lnTo>
                        <a:pt x="4" y="56"/>
                      </a:lnTo>
                      <a:lnTo>
                        <a:pt x="4" y="56"/>
                      </a:lnTo>
                      <a:lnTo>
                        <a:pt x="4" y="56"/>
                      </a:lnTo>
                      <a:lnTo>
                        <a:pt x="4" y="56"/>
                      </a:lnTo>
                      <a:lnTo>
                        <a:pt x="4" y="56"/>
                      </a:lnTo>
                      <a:lnTo>
                        <a:pt x="4" y="56"/>
                      </a:lnTo>
                      <a:lnTo>
                        <a:pt x="8" y="56"/>
                      </a:lnTo>
                      <a:lnTo>
                        <a:pt x="8" y="56"/>
                      </a:lnTo>
                      <a:lnTo>
                        <a:pt x="8" y="56"/>
                      </a:lnTo>
                      <a:lnTo>
                        <a:pt x="8" y="56"/>
                      </a:lnTo>
                      <a:lnTo>
                        <a:pt x="8" y="56"/>
                      </a:lnTo>
                      <a:lnTo>
                        <a:pt x="8" y="52"/>
                      </a:lnTo>
                      <a:lnTo>
                        <a:pt x="8" y="52"/>
                      </a:lnTo>
                      <a:lnTo>
                        <a:pt x="8" y="52"/>
                      </a:lnTo>
                      <a:lnTo>
                        <a:pt x="8" y="48"/>
                      </a:lnTo>
                      <a:lnTo>
                        <a:pt x="8" y="48"/>
                      </a:lnTo>
                      <a:lnTo>
                        <a:pt x="8" y="48"/>
                      </a:lnTo>
                      <a:lnTo>
                        <a:pt x="8" y="48"/>
                      </a:lnTo>
                      <a:lnTo>
                        <a:pt x="8" y="48"/>
                      </a:lnTo>
                      <a:lnTo>
                        <a:pt x="12" y="48"/>
                      </a:lnTo>
                      <a:lnTo>
                        <a:pt x="12" y="48"/>
                      </a:lnTo>
                      <a:lnTo>
                        <a:pt x="12" y="48"/>
                      </a:lnTo>
                      <a:lnTo>
                        <a:pt x="12" y="44"/>
                      </a:lnTo>
                      <a:lnTo>
                        <a:pt x="12" y="44"/>
                      </a:lnTo>
                      <a:lnTo>
                        <a:pt x="8" y="44"/>
                      </a:lnTo>
                      <a:lnTo>
                        <a:pt x="8" y="44"/>
                      </a:lnTo>
                      <a:lnTo>
                        <a:pt x="8" y="44"/>
                      </a:lnTo>
                      <a:lnTo>
                        <a:pt x="8" y="44"/>
                      </a:lnTo>
                      <a:lnTo>
                        <a:pt x="8" y="44"/>
                      </a:lnTo>
                      <a:lnTo>
                        <a:pt x="8" y="40"/>
                      </a:lnTo>
                      <a:lnTo>
                        <a:pt x="8" y="40"/>
                      </a:lnTo>
                      <a:lnTo>
                        <a:pt x="8" y="36"/>
                      </a:lnTo>
                      <a:lnTo>
                        <a:pt x="12" y="36"/>
                      </a:lnTo>
                      <a:lnTo>
                        <a:pt x="12" y="40"/>
                      </a:lnTo>
                      <a:lnTo>
                        <a:pt x="12" y="40"/>
                      </a:lnTo>
                      <a:lnTo>
                        <a:pt x="16" y="40"/>
                      </a:lnTo>
                      <a:lnTo>
                        <a:pt x="16" y="40"/>
                      </a:lnTo>
                      <a:lnTo>
                        <a:pt x="16" y="40"/>
                      </a:lnTo>
                      <a:lnTo>
                        <a:pt x="16" y="40"/>
                      </a:lnTo>
                      <a:lnTo>
                        <a:pt x="16" y="40"/>
                      </a:lnTo>
                      <a:lnTo>
                        <a:pt x="16" y="40"/>
                      </a:lnTo>
                      <a:lnTo>
                        <a:pt x="16" y="36"/>
                      </a:lnTo>
                      <a:lnTo>
                        <a:pt x="16" y="36"/>
                      </a:lnTo>
                      <a:lnTo>
                        <a:pt x="16" y="34"/>
                      </a:lnTo>
                      <a:lnTo>
                        <a:pt x="12" y="34"/>
                      </a:lnTo>
                      <a:lnTo>
                        <a:pt x="12" y="34"/>
                      </a:lnTo>
                      <a:lnTo>
                        <a:pt x="12" y="34"/>
                      </a:lnTo>
                      <a:lnTo>
                        <a:pt x="12" y="34"/>
                      </a:lnTo>
                      <a:lnTo>
                        <a:pt x="12" y="34"/>
                      </a:lnTo>
                      <a:lnTo>
                        <a:pt x="12" y="34"/>
                      </a:lnTo>
                      <a:lnTo>
                        <a:pt x="12" y="30"/>
                      </a:lnTo>
                      <a:lnTo>
                        <a:pt x="12" y="30"/>
                      </a:lnTo>
                      <a:lnTo>
                        <a:pt x="12" y="30"/>
                      </a:lnTo>
                      <a:lnTo>
                        <a:pt x="12" y="30"/>
                      </a:lnTo>
                      <a:lnTo>
                        <a:pt x="12" y="30"/>
                      </a:lnTo>
                      <a:lnTo>
                        <a:pt x="16" y="30"/>
                      </a:lnTo>
                      <a:lnTo>
                        <a:pt x="16" y="30"/>
                      </a:lnTo>
                      <a:lnTo>
                        <a:pt x="12" y="30"/>
                      </a:lnTo>
                      <a:lnTo>
                        <a:pt x="12" y="26"/>
                      </a:lnTo>
                      <a:lnTo>
                        <a:pt x="12" y="26"/>
                      </a:lnTo>
                      <a:lnTo>
                        <a:pt x="12" y="26"/>
                      </a:lnTo>
                      <a:lnTo>
                        <a:pt x="12" y="26"/>
                      </a:lnTo>
                      <a:lnTo>
                        <a:pt x="12" y="22"/>
                      </a:lnTo>
                      <a:lnTo>
                        <a:pt x="12" y="22"/>
                      </a:lnTo>
                      <a:lnTo>
                        <a:pt x="8" y="22"/>
                      </a:lnTo>
                      <a:lnTo>
                        <a:pt x="8" y="22"/>
                      </a:lnTo>
                      <a:lnTo>
                        <a:pt x="8" y="22"/>
                      </a:lnTo>
                      <a:lnTo>
                        <a:pt x="8" y="22"/>
                      </a:lnTo>
                      <a:lnTo>
                        <a:pt x="8" y="22"/>
                      </a:lnTo>
                      <a:lnTo>
                        <a:pt x="8" y="22"/>
                      </a:lnTo>
                      <a:lnTo>
                        <a:pt x="8" y="18"/>
                      </a:lnTo>
                      <a:lnTo>
                        <a:pt x="8" y="14"/>
                      </a:lnTo>
                      <a:lnTo>
                        <a:pt x="8" y="14"/>
                      </a:lnTo>
                      <a:lnTo>
                        <a:pt x="8" y="14"/>
                      </a:lnTo>
                      <a:lnTo>
                        <a:pt x="8" y="14"/>
                      </a:lnTo>
                      <a:lnTo>
                        <a:pt x="8" y="14"/>
                      </a:lnTo>
                      <a:lnTo>
                        <a:pt x="8" y="14"/>
                      </a:lnTo>
                      <a:lnTo>
                        <a:pt x="8" y="14"/>
                      </a:lnTo>
                      <a:lnTo>
                        <a:pt x="8" y="10"/>
                      </a:lnTo>
                      <a:lnTo>
                        <a:pt x="8" y="10"/>
                      </a:lnTo>
                      <a:lnTo>
                        <a:pt x="8" y="10"/>
                      </a:lnTo>
                      <a:lnTo>
                        <a:pt x="12" y="10"/>
                      </a:lnTo>
                      <a:lnTo>
                        <a:pt x="12" y="10"/>
                      </a:lnTo>
                      <a:lnTo>
                        <a:pt x="12" y="10"/>
                      </a:lnTo>
                      <a:lnTo>
                        <a:pt x="12" y="10"/>
                      </a:lnTo>
                      <a:lnTo>
                        <a:pt x="12" y="10"/>
                      </a:lnTo>
                      <a:lnTo>
                        <a:pt x="12" y="10"/>
                      </a:lnTo>
                      <a:lnTo>
                        <a:pt x="12" y="10"/>
                      </a:lnTo>
                      <a:lnTo>
                        <a:pt x="12" y="8"/>
                      </a:lnTo>
                      <a:lnTo>
                        <a:pt x="16" y="8"/>
                      </a:lnTo>
                      <a:lnTo>
                        <a:pt x="16" y="8"/>
                      </a:lnTo>
                      <a:lnTo>
                        <a:pt x="16" y="8"/>
                      </a:lnTo>
                      <a:lnTo>
                        <a:pt x="16" y="8"/>
                      </a:lnTo>
                      <a:lnTo>
                        <a:pt x="16" y="8"/>
                      </a:lnTo>
                      <a:lnTo>
                        <a:pt x="20" y="8"/>
                      </a:lnTo>
                      <a:lnTo>
                        <a:pt x="20" y="8"/>
                      </a:lnTo>
                      <a:lnTo>
                        <a:pt x="20" y="8"/>
                      </a:lnTo>
                      <a:lnTo>
                        <a:pt x="20" y="8"/>
                      </a:lnTo>
                      <a:lnTo>
                        <a:pt x="24" y="8"/>
                      </a:lnTo>
                      <a:lnTo>
                        <a:pt x="24" y="10"/>
                      </a:lnTo>
                      <a:lnTo>
                        <a:pt x="24" y="10"/>
                      </a:lnTo>
                      <a:lnTo>
                        <a:pt x="24" y="10"/>
                      </a:lnTo>
                      <a:lnTo>
                        <a:pt x="24" y="10"/>
                      </a:lnTo>
                      <a:lnTo>
                        <a:pt x="24" y="10"/>
                      </a:lnTo>
                      <a:lnTo>
                        <a:pt x="24" y="10"/>
                      </a:lnTo>
                      <a:lnTo>
                        <a:pt x="26" y="10"/>
                      </a:lnTo>
                      <a:lnTo>
                        <a:pt x="26" y="10"/>
                      </a:lnTo>
                      <a:lnTo>
                        <a:pt x="26" y="10"/>
                      </a:lnTo>
                      <a:lnTo>
                        <a:pt x="26" y="10"/>
                      </a:lnTo>
                      <a:lnTo>
                        <a:pt x="26" y="8"/>
                      </a:lnTo>
                      <a:lnTo>
                        <a:pt x="26" y="8"/>
                      </a:lnTo>
                      <a:lnTo>
                        <a:pt x="26" y="8"/>
                      </a:lnTo>
                      <a:lnTo>
                        <a:pt x="30" y="8"/>
                      </a:lnTo>
                      <a:lnTo>
                        <a:pt x="30" y="8"/>
                      </a:lnTo>
                      <a:lnTo>
                        <a:pt x="30" y="8"/>
                      </a:lnTo>
                      <a:lnTo>
                        <a:pt x="30" y="8"/>
                      </a:lnTo>
                      <a:lnTo>
                        <a:pt x="30" y="4"/>
                      </a:lnTo>
                      <a:lnTo>
                        <a:pt x="30" y="4"/>
                      </a:lnTo>
                      <a:lnTo>
                        <a:pt x="30" y="4"/>
                      </a:lnTo>
                      <a:lnTo>
                        <a:pt x="30" y="4"/>
                      </a:lnTo>
                      <a:lnTo>
                        <a:pt x="30" y="4"/>
                      </a:lnTo>
                      <a:lnTo>
                        <a:pt x="30" y="4"/>
                      </a:lnTo>
                      <a:lnTo>
                        <a:pt x="30" y="4"/>
                      </a:lnTo>
                      <a:lnTo>
                        <a:pt x="30" y="4"/>
                      </a:lnTo>
                      <a:lnTo>
                        <a:pt x="30" y="4"/>
                      </a:lnTo>
                      <a:lnTo>
                        <a:pt x="30" y="4"/>
                      </a:lnTo>
                      <a:lnTo>
                        <a:pt x="34" y="4"/>
                      </a:lnTo>
                      <a:lnTo>
                        <a:pt x="34" y="4"/>
                      </a:lnTo>
                      <a:lnTo>
                        <a:pt x="34" y="4"/>
                      </a:lnTo>
                      <a:lnTo>
                        <a:pt x="34" y="0"/>
                      </a:lnTo>
                      <a:lnTo>
                        <a:pt x="34" y="0"/>
                      </a:lnTo>
                      <a:lnTo>
                        <a:pt x="34" y="0"/>
                      </a:lnTo>
                      <a:lnTo>
                        <a:pt x="38" y="4"/>
                      </a:lnTo>
                      <a:lnTo>
                        <a:pt x="34" y="4"/>
                      </a:lnTo>
                      <a:lnTo>
                        <a:pt x="38" y="4"/>
                      </a:lnTo>
                      <a:lnTo>
                        <a:pt x="38" y="8"/>
                      </a:lnTo>
                      <a:lnTo>
                        <a:pt x="38" y="8"/>
                      </a:lnTo>
                      <a:lnTo>
                        <a:pt x="38" y="8"/>
                      </a:lnTo>
                      <a:lnTo>
                        <a:pt x="34" y="8"/>
                      </a:lnTo>
                      <a:lnTo>
                        <a:pt x="38" y="10"/>
                      </a:lnTo>
                      <a:lnTo>
                        <a:pt x="38" y="10"/>
                      </a:lnTo>
                      <a:lnTo>
                        <a:pt x="38" y="10"/>
                      </a:lnTo>
                      <a:lnTo>
                        <a:pt x="38" y="10"/>
                      </a:lnTo>
                      <a:lnTo>
                        <a:pt x="38" y="10"/>
                      </a:lnTo>
                      <a:lnTo>
                        <a:pt x="38" y="10"/>
                      </a:lnTo>
                      <a:lnTo>
                        <a:pt x="38" y="8"/>
                      </a:lnTo>
                      <a:lnTo>
                        <a:pt x="38" y="8"/>
                      </a:lnTo>
                      <a:lnTo>
                        <a:pt x="42" y="8"/>
                      </a:lnTo>
                      <a:lnTo>
                        <a:pt x="42" y="8"/>
                      </a:lnTo>
                      <a:lnTo>
                        <a:pt x="42" y="8"/>
                      </a:lnTo>
                      <a:lnTo>
                        <a:pt x="42" y="8"/>
                      </a:lnTo>
                      <a:lnTo>
                        <a:pt x="42" y="8"/>
                      </a:lnTo>
                      <a:lnTo>
                        <a:pt x="42" y="8"/>
                      </a:lnTo>
                      <a:lnTo>
                        <a:pt x="42" y="8"/>
                      </a:lnTo>
                      <a:lnTo>
                        <a:pt x="46" y="4"/>
                      </a:lnTo>
                      <a:lnTo>
                        <a:pt x="46" y="8"/>
                      </a:lnTo>
                      <a:lnTo>
                        <a:pt x="46" y="8"/>
                      </a:lnTo>
                      <a:lnTo>
                        <a:pt x="46" y="8"/>
                      </a:lnTo>
                      <a:lnTo>
                        <a:pt x="46" y="8"/>
                      </a:lnTo>
                      <a:lnTo>
                        <a:pt x="50" y="8"/>
                      </a:lnTo>
                      <a:lnTo>
                        <a:pt x="50" y="8"/>
                      </a:lnTo>
                      <a:lnTo>
                        <a:pt x="50" y="8"/>
                      </a:lnTo>
                      <a:lnTo>
                        <a:pt x="50" y="8"/>
                      </a:lnTo>
                      <a:lnTo>
                        <a:pt x="50" y="8"/>
                      </a:lnTo>
                      <a:lnTo>
                        <a:pt x="52" y="8"/>
                      </a:lnTo>
                      <a:lnTo>
                        <a:pt x="52" y="10"/>
                      </a:lnTo>
                      <a:lnTo>
                        <a:pt x="52" y="14"/>
                      </a:lnTo>
                      <a:lnTo>
                        <a:pt x="56" y="14"/>
                      </a:lnTo>
                      <a:lnTo>
                        <a:pt x="56" y="14"/>
                      </a:lnTo>
                      <a:lnTo>
                        <a:pt x="56" y="18"/>
                      </a:lnTo>
                      <a:lnTo>
                        <a:pt x="56" y="18"/>
                      </a:lnTo>
                      <a:lnTo>
                        <a:pt x="56" y="18"/>
                      </a:lnTo>
                      <a:lnTo>
                        <a:pt x="56" y="18"/>
                      </a:lnTo>
                      <a:lnTo>
                        <a:pt x="56" y="18"/>
                      </a:lnTo>
                      <a:lnTo>
                        <a:pt x="60" y="18"/>
                      </a:lnTo>
                      <a:lnTo>
                        <a:pt x="60" y="18"/>
                      </a:lnTo>
                      <a:lnTo>
                        <a:pt x="60" y="18"/>
                      </a:lnTo>
                      <a:lnTo>
                        <a:pt x="64" y="18"/>
                      </a:lnTo>
                      <a:lnTo>
                        <a:pt x="64" y="18"/>
                      </a:lnTo>
                      <a:lnTo>
                        <a:pt x="64" y="18"/>
                      </a:lnTo>
                      <a:lnTo>
                        <a:pt x="64" y="18"/>
                      </a:lnTo>
                      <a:lnTo>
                        <a:pt x="64" y="18"/>
                      </a:lnTo>
                      <a:lnTo>
                        <a:pt x="64" y="18"/>
                      </a:lnTo>
                      <a:lnTo>
                        <a:pt x="64" y="14"/>
                      </a:lnTo>
                      <a:lnTo>
                        <a:pt x="68" y="14"/>
                      </a:lnTo>
                      <a:lnTo>
                        <a:pt x="68" y="14"/>
                      </a:lnTo>
                      <a:lnTo>
                        <a:pt x="68" y="14"/>
                      </a:lnTo>
                      <a:lnTo>
                        <a:pt x="68" y="14"/>
                      </a:lnTo>
                      <a:lnTo>
                        <a:pt x="68" y="14"/>
                      </a:lnTo>
                      <a:lnTo>
                        <a:pt x="72" y="14"/>
                      </a:lnTo>
                      <a:lnTo>
                        <a:pt x="72" y="14"/>
                      </a:lnTo>
                      <a:lnTo>
                        <a:pt x="72" y="14"/>
                      </a:lnTo>
                      <a:lnTo>
                        <a:pt x="76" y="14"/>
                      </a:lnTo>
                      <a:lnTo>
                        <a:pt x="78" y="14"/>
                      </a:lnTo>
                      <a:lnTo>
                        <a:pt x="78" y="14"/>
                      </a:lnTo>
                      <a:lnTo>
                        <a:pt x="82" y="18"/>
                      </a:lnTo>
                      <a:lnTo>
                        <a:pt x="82" y="18"/>
                      </a:lnTo>
                      <a:lnTo>
                        <a:pt x="82" y="18"/>
                      </a:lnTo>
                      <a:lnTo>
                        <a:pt x="82" y="22"/>
                      </a:lnTo>
                      <a:lnTo>
                        <a:pt x="82" y="22"/>
                      </a:lnTo>
                      <a:lnTo>
                        <a:pt x="82" y="22"/>
                      </a:lnTo>
                      <a:lnTo>
                        <a:pt x="82" y="22"/>
                      </a:lnTo>
                      <a:lnTo>
                        <a:pt x="86" y="22"/>
                      </a:lnTo>
                      <a:lnTo>
                        <a:pt x="86" y="22"/>
                      </a:lnTo>
                      <a:lnTo>
                        <a:pt x="86" y="22"/>
                      </a:lnTo>
                      <a:lnTo>
                        <a:pt x="86" y="22"/>
                      </a:lnTo>
                      <a:lnTo>
                        <a:pt x="86" y="22"/>
                      </a:lnTo>
                      <a:lnTo>
                        <a:pt x="86" y="26"/>
                      </a:lnTo>
                      <a:lnTo>
                        <a:pt x="86" y="26"/>
                      </a:lnTo>
                      <a:lnTo>
                        <a:pt x="86" y="30"/>
                      </a:lnTo>
                      <a:lnTo>
                        <a:pt x="86" y="30"/>
                      </a:lnTo>
                      <a:lnTo>
                        <a:pt x="86" y="30"/>
                      </a:lnTo>
                      <a:lnTo>
                        <a:pt x="86" y="30"/>
                      </a:lnTo>
                      <a:lnTo>
                        <a:pt x="86" y="34"/>
                      </a:lnTo>
                      <a:lnTo>
                        <a:pt x="86" y="34"/>
                      </a:lnTo>
                      <a:lnTo>
                        <a:pt x="86" y="34"/>
                      </a:lnTo>
                      <a:lnTo>
                        <a:pt x="86" y="34"/>
                      </a:lnTo>
                      <a:lnTo>
                        <a:pt x="86" y="34"/>
                      </a:lnTo>
                      <a:lnTo>
                        <a:pt x="86" y="34"/>
                      </a:lnTo>
                      <a:lnTo>
                        <a:pt x="86" y="36"/>
                      </a:lnTo>
                      <a:lnTo>
                        <a:pt x="86" y="36"/>
                      </a:lnTo>
                      <a:lnTo>
                        <a:pt x="90" y="44"/>
                      </a:lnTo>
                      <a:lnTo>
                        <a:pt x="90" y="44"/>
                      </a:lnTo>
                      <a:lnTo>
                        <a:pt x="86" y="44"/>
                      </a:lnTo>
                      <a:lnTo>
                        <a:pt x="86" y="44"/>
                      </a:lnTo>
                      <a:lnTo>
                        <a:pt x="86" y="48"/>
                      </a:lnTo>
                      <a:lnTo>
                        <a:pt x="82" y="48"/>
                      </a:lnTo>
                      <a:lnTo>
                        <a:pt x="82" y="48"/>
                      </a:lnTo>
                      <a:lnTo>
                        <a:pt x="82" y="52"/>
                      </a:lnTo>
                      <a:lnTo>
                        <a:pt x="82" y="52"/>
                      </a:lnTo>
                      <a:lnTo>
                        <a:pt x="82" y="56"/>
                      </a:lnTo>
                      <a:lnTo>
                        <a:pt x="82" y="56"/>
                      </a:lnTo>
                      <a:lnTo>
                        <a:pt x="82" y="60"/>
                      </a:lnTo>
                      <a:lnTo>
                        <a:pt x="82" y="62"/>
                      </a:lnTo>
                      <a:lnTo>
                        <a:pt x="78" y="62"/>
                      </a:lnTo>
                      <a:lnTo>
                        <a:pt x="78" y="62"/>
                      </a:lnTo>
                      <a:lnTo>
                        <a:pt x="78" y="66"/>
                      </a:lnTo>
                      <a:lnTo>
                        <a:pt x="78" y="70"/>
                      </a:lnTo>
                      <a:lnTo>
                        <a:pt x="78" y="70"/>
                      </a:lnTo>
                      <a:lnTo>
                        <a:pt x="78" y="70"/>
                      </a:lnTo>
                      <a:lnTo>
                        <a:pt x="78" y="70"/>
                      </a:lnTo>
                      <a:lnTo>
                        <a:pt x="78" y="70"/>
                      </a:lnTo>
                      <a:lnTo>
                        <a:pt x="78" y="74"/>
                      </a:lnTo>
                      <a:lnTo>
                        <a:pt x="78" y="78"/>
                      </a:lnTo>
                      <a:lnTo>
                        <a:pt x="78" y="78"/>
                      </a:lnTo>
                      <a:lnTo>
                        <a:pt x="78" y="78"/>
                      </a:lnTo>
                      <a:lnTo>
                        <a:pt x="78" y="78"/>
                      </a:lnTo>
                      <a:lnTo>
                        <a:pt x="78" y="78"/>
                      </a:lnTo>
                      <a:lnTo>
                        <a:pt x="78" y="78"/>
                      </a:lnTo>
                      <a:lnTo>
                        <a:pt x="78" y="82"/>
                      </a:lnTo>
                      <a:lnTo>
                        <a:pt x="82" y="86"/>
                      </a:lnTo>
                      <a:lnTo>
                        <a:pt x="82" y="86"/>
                      </a:lnTo>
                      <a:lnTo>
                        <a:pt x="82" y="88"/>
                      </a:lnTo>
                      <a:lnTo>
                        <a:pt x="82" y="88"/>
                      </a:lnTo>
                      <a:lnTo>
                        <a:pt x="82" y="88"/>
                      </a:lnTo>
                      <a:lnTo>
                        <a:pt x="82" y="88"/>
                      </a:lnTo>
                      <a:lnTo>
                        <a:pt x="82" y="88"/>
                      </a:lnTo>
                      <a:lnTo>
                        <a:pt x="82" y="88"/>
                      </a:lnTo>
                      <a:lnTo>
                        <a:pt x="86" y="88"/>
                      </a:lnTo>
                      <a:lnTo>
                        <a:pt x="86" y="92"/>
                      </a:lnTo>
                      <a:lnTo>
                        <a:pt x="82" y="92"/>
                      </a:lnTo>
                      <a:lnTo>
                        <a:pt x="82" y="92"/>
                      </a:lnTo>
                      <a:lnTo>
                        <a:pt x="86" y="96"/>
                      </a:lnTo>
                      <a:lnTo>
                        <a:pt x="86" y="96"/>
                      </a:lnTo>
                      <a:lnTo>
                        <a:pt x="86" y="96"/>
                      </a:lnTo>
                      <a:lnTo>
                        <a:pt x="86" y="96"/>
                      </a:lnTo>
                      <a:lnTo>
                        <a:pt x="86" y="96"/>
                      </a:lnTo>
                      <a:lnTo>
                        <a:pt x="82" y="96"/>
                      </a:lnTo>
                      <a:lnTo>
                        <a:pt x="82" y="96"/>
                      </a:lnTo>
                      <a:lnTo>
                        <a:pt x="82" y="96"/>
                      </a:lnTo>
                      <a:lnTo>
                        <a:pt x="82" y="96"/>
                      </a:lnTo>
                      <a:lnTo>
                        <a:pt x="82" y="96"/>
                      </a:lnTo>
                      <a:lnTo>
                        <a:pt x="82" y="96"/>
                      </a:lnTo>
                      <a:lnTo>
                        <a:pt x="82" y="96"/>
                      </a:lnTo>
                      <a:lnTo>
                        <a:pt x="82" y="96"/>
                      </a:lnTo>
                      <a:lnTo>
                        <a:pt x="78" y="96"/>
                      </a:lnTo>
                      <a:lnTo>
                        <a:pt x="78" y="96"/>
                      </a:lnTo>
                      <a:lnTo>
                        <a:pt x="78" y="96"/>
                      </a:lnTo>
                      <a:lnTo>
                        <a:pt x="78" y="92"/>
                      </a:lnTo>
                      <a:lnTo>
                        <a:pt x="78" y="92"/>
                      </a:lnTo>
                      <a:lnTo>
                        <a:pt x="78" y="92"/>
                      </a:lnTo>
                      <a:lnTo>
                        <a:pt x="78" y="92"/>
                      </a:lnTo>
                      <a:lnTo>
                        <a:pt x="78" y="92"/>
                      </a:lnTo>
                      <a:lnTo>
                        <a:pt x="78" y="92"/>
                      </a:lnTo>
                      <a:lnTo>
                        <a:pt x="78" y="92"/>
                      </a:lnTo>
                      <a:lnTo>
                        <a:pt x="78" y="96"/>
                      </a:lnTo>
                      <a:lnTo>
                        <a:pt x="78" y="96"/>
                      </a:lnTo>
                      <a:lnTo>
                        <a:pt x="76" y="96"/>
                      </a:lnTo>
                      <a:lnTo>
                        <a:pt x="76" y="96"/>
                      </a:lnTo>
                      <a:lnTo>
                        <a:pt x="76" y="96"/>
                      </a:lnTo>
                      <a:lnTo>
                        <a:pt x="76" y="96"/>
                      </a:lnTo>
                      <a:lnTo>
                        <a:pt x="76" y="96"/>
                      </a:lnTo>
                      <a:lnTo>
                        <a:pt x="76" y="96"/>
                      </a:lnTo>
                      <a:lnTo>
                        <a:pt x="76" y="96"/>
                      </a:lnTo>
                      <a:lnTo>
                        <a:pt x="72" y="96"/>
                      </a:lnTo>
                      <a:lnTo>
                        <a:pt x="72" y="96"/>
                      </a:lnTo>
                      <a:lnTo>
                        <a:pt x="72" y="96"/>
                      </a:lnTo>
                      <a:lnTo>
                        <a:pt x="68" y="96"/>
                      </a:lnTo>
                      <a:lnTo>
                        <a:pt x="68" y="92"/>
                      </a:lnTo>
                      <a:lnTo>
                        <a:pt x="68" y="92"/>
                      </a:lnTo>
                      <a:lnTo>
                        <a:pt x="68" y="92"/>
                      </a:lnTo>
                      <a:lnTo>
                        <a:pt x="68" y="92"/>
                      </a:lnTo>
                      <a:lnTo>
                        <a:pt x="68" y="92"/>
                      </a:lnTo>
                      <a:lnTo>
                        <a:pt x="72" y="92"/>
                      </a:lnTo>
                      <a:lnTo>
                        <a:pt x="72" y="92"/>
                      </a:lnTo>
                      <a:lnTo>
                        <a:pt x="72" y="92"/>
                      </a:lnTo>
                      <a:lnTo>
                        <a:pt x="72" y="92"/>
                      </a:lnTo>
                      <a:lnTo>
                        <a:pt x="72" y="92"/>
                      </a:lnTo>
                      <a:lnTo>
                        <a:pt x="72" y="92"/>
                      </a:lnTo>
                      <a:lnTo>
                        <a:pt x="72" y="92"/>
                      </a:lnTo>
                      <a:lnTo>
                        <a:pt x="72" y="92"/>
                      </a:lnTo>
                      <a:lnTo>
                        <a:pt x="72" y="92"/>
                      </a:lnTo>
                      <a:lnTo>
                        <a:pt x="72" y="92"/>
                      </a:lnTo>
                      <a:lnTo>
                        <a:pt x="68" y="92"/>
                      </a:lnTo>
                      <a:lnTo>
                        <a:pt x="68" y="92"/>
                      </a:lnTo>
                      <a:lnTo>
                        <a:pt x="68" y="92"/>
                      </a:lnTo>
                      <a:lnTo>
                        <a:pt x="64" y="92"/>
                      </a:lnTo>
                      <a:lnTo>
                        <a:pt x="60" y="92"/>
                      </a:lnTo>
                      <a:lnTo>
                        <a:pt x="60" y="92"/>
                      </a:lnTo>
                      <a:lnTo>
                        <a:pt x="60" y="92"/>
                      </a:lnTo>
                      <a:lnTo>
                        <a:pt x="60" y="92"/>
                      </a:lnTo>
                      <a:lnTo>
                        <a:pt x="56" y="96"/>
                      </a:lnTo>
                      <a:lnTo>
                        <a:pt x="56" y="96"/>
                      </a:lnTo>
                      <a:lnTo>
                        <a:pt x="56" y="96"/>
                      </a:lnTo>
                      <a:lnTo>
                        <a:pt x="56" y="96"/>
                      </a:lnTo>
                      <a:lnTo>
                        <a:pt x="56" y="96"/>
                      </a:lnTo>
                      <a:lnTo>
                        <a:pt x="56" y="96"/>
                      </a:lnTo>
                      <a:lnTo>
                        <a:pt x="56" y="96"/>
                      </a:lnTo>
                      <a:lnTo>
                        <a:pt x="60" y="96"/>
                      </a:lnTo>
                      <a:lnTo>
                        <a:pt x="60" y="96"/>
                      </a:lnTo>
                      <a:lnTo>
                        <a:pt x="60" y="96"/>
                      </a:lnTo>
                      <a:lnTo>
                        <a:pt x="60" y="96"/>
                      </a:lnTo>
                      <a:lnTo>
                        <a:pt x="60" y="96"/>
                      </a:lnTo>
                      <a:lnTo>
                        <a:pt x="64" y="92"/>
                      </a:lnTo>
                      <a:lnTo>
                        <a:pt x="64" y="92"/>
                      </a:lnTo>
                      <a:lnTo>
                        <a:pt x="64" y="92"/>
                      </a:lnTo>
                      <a:lnTo>
                        <a:pt x="64" y="92"/>
                      </a:lnTo>
                      <a:lnTo>
                        <a:pt x="64" y="92"/>
                      </a:lnTo>
                      <a:lnTo>
                        <a:pt x="68" y="92"/>
                      </a:lnTo>
                      <a:lnTo>
                        <a:pt x="68" y="96"/>
                      </a:lnTo>
                      <a:lnTo>
                        <a:pt x="64" y="96"/>
                      </a:lnTo>
                      <a:lnTo>
                        <a:pt x="64" y="96"/>
                      </a:lnTo>
                      <a:lnTo>
                        <a:pt x="64" y="96"/>
                      </a:lnTo>
                      <a:lnTo>
                        <a:pt x="60" y="96"/>
                      </a:lnTo>
                      <a:lnTo>
                        <a:pt x="56" y="96"/>
                      </a:lnTo>
                      <a:lnTo>
                        <a:pt x="56" y="96"/>
                      </a:lnTo>
                      <a:lnTo>
                        <a:pt x="56" y="96"/>
                      </a:lnTo>
                      <a:lnTo>
                        <a:pt x="56" y="96"/>
                      </a:lnTo>
                      <a:lnTo>
                        <a:pt x="56" y="96"/>
                      </a:lnTo>
                      <a:lnTo>
                        <a:pt x="56" y="96"/>
                      </a:lnTo>
                      <a:lnTo>
                        <a:pt x="56" y="96"/>
                      </a:lnTo>
                      <a:lnTo>
                        <a:pt x="56" y="96"/>
                      </a:lnTo>
                      <a:lnTo>
                        <a:pt x="52" y="96"/>
                      </a:lnTo>
                      <a:lnTo>
                        <a:pt x="52" y="96"/>
                      </a:lnTo>
                      <a:lnTo>
                        <a:pt x="52" y="96"/>
                      </a:lnTo>
                      <a:lnTo>
                        <a:pt x="52" y="96"/>
                      </a:lnTo>
                      <a:lnTo>
                        <a:pt x="52" y="96"/>
                      </a:lnTo>
                      <a:lnTo>
                        <a:pt x="52" y="96"/>
                      </a:lnTo>
                      <a:lnTo>
                        <a:pt x="52" y="96"/>
                      </a:lnTo>
                      <a:lnTo>
                        <a:pt x="52" y="96"/>
                      </a:lnTo>
                      <a:lnTo>
                        <a:pt x="50" y="96"/>
                      </a:lnTo>
                      <a:lnTo>
                        <a:pt x="50" y="96"/>
                      </a:lnTo>
                      <a:lnTo>
                        <a:pt x="50" y="96"/>
                      </a:lnTo>
                      <a:lnTo>
                        <a:pt x="50" y="96"/>
                      </a:lnTo>
                      <a:lnTo>
                        <a:pt x="50" y="96"/>
                      </a:lnTo>
                      <a:lnTo>
                        <a:pt x="50" y="96"/>
                      </a:lnTo>
                      <a:lnTo>
                        <a:pt x="50" y="96"/>
                      </a:lnTo>
                      <a:lnTo>
                        <a:pt x="50" y="96"/>
                      </a:lnTo>
                      <a:lnTo>
                        <a:pt x="50" y="96"/>
                      </a:lnTo>
                      <a:lnTo>
                        <a:pt x="50" y="96"/>
                      </a:lnTo>
                      <a:close/>
                      <a:moveTo>
                        <a:pt x="78" y="96"/>
                      </a:moveTo>
                      <a:lnTo>
                        <a:pt x="78" y="96"/>
                      </a:lnTo>
                      <a:lnTo>
                        <a:pt x="78" y="96"/>
                      </a:lnTo>
                      <a:lnTo>
                        <a:pt x="78" y="96"/>
                      </a:lnTo>
                      <a:lnTo>
                        <a:pt x="78" y="96"/>
                      </a:lnTo>
                      <a:lnTo>
                        <a:pt x="78" y="96"/>
                      </a:lnTo>
                      <a:lnTo>
                        <a:pt x="78" y="96"/>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152" name="Freeform 141">
                  <a:extLst>
                    <a:ext uri="{FF2B5EF4-FFF2-40B4-BE49-F238E27FC236}">
                      <a16:creationId xmlns:a16="http://schemas.microsoft.com/office/drawing/2014/main" id="{E9C617C4-3E16-EF23-33C5-4EA783139EA1}"/>
                    </a:ext>
                  </a:extLst>
                </p:cNvPr>
                <p:cNvSpPr>
                  <a:spLocks/>
                </p:cNvSpPr>
                <p:nvPr/>
              </p:nvSpPr>
              <p:spPr bwMode="gray">
                <a:xfrm>
                  <a:off x="5822642" y="4140533"/>
                  <a:ext cx="48699" cy="52178"/>
                </a:xfrm>
                <a:custGeom>
                  <a:avLst/>
                  <a:gdLst>
                    <a:gd name="T0" fmla="*/ 24 w 28"/>
                    <a:gd name="T1" fmla="*/ 4 h 30"/>
                    <a:gd name="T2" fmla="*/ 28 w 28"/>
                    <a:gd name="T3" fmla="*/ 8 h 30"/>
                    <a:gd name="T4" fmla="*/ 28 w 28"/>
                    <a:gd name="T5" fmla="*/ 12 h 30"/>
                    <a:gd name="T6" fmla="*/ 28 w 28"/>
                    <a:gd name="T7" fmla="*/ 12 h 30"/>
                    <a:gd name="T8" fmla="*/ 24 w 28"/>
                    <a:gd name="T9" fmla="*/ 12 h 30"/>
                    <a:gd name="T10" fmla="*/ 24 w 28"/>
                    <a:gd name="T11" fmla="*/ 16 h 30"/>
                    <a:gd name="T12" fmla="*/ 24 w 28"/>
                    <a:gd name="T13" fmla="*/ 16 h 30"/>
                    <a:gd name="T14" fmla="*/ 20 w 28"/>
                    <a:gd name="T15" fmla="*/ 16 h 30"/>
                    <a:gd name="T16" fmla="*/ 20 w 28"/>
                    <a:gd name="T17" fmla="*/ 16 h 30"/>
                    <a:gd name="T18" fmla="*/ 20 w 28"/>
                    <a:gd name="T19" fmla="*/ 16 h 30"/>
                    <a:gd name="T20" fmla="*/ 16 w 28"/>
                    <a:gd name="T21" fmla="*/ 18 h 30"/>
                    <a:gd name="T22" fmla="*/ 16 w 28"/>
                    <a:gd name="T23" fmla="*/ 18 h 30"/>
                    <a:gd name="T24" fmla="*/ 16 w 28"/>
                    <a:gd name="T25" fmla="*/ 18 h 30"/>
                    <a:gd name="T26" fmla="*/ 12 w 28"/>
                    <a:gd name="T27" fmla="*/ 18 h 30"/>
                    <a:gd name="T28" fmla="*/ 12 w 28"/>
                    <a:gd name="T29" fmla="*/ 18 h 30"/>
                    <a:gd name="T30" fmla="*/ 16 w 28"/>
                    <a:gd name="T31" fmla="*/ 22 h 30"/>
                    <a:gd name="T32" fmla="*/ 16 w 28"/>
                    <a:gd name="T33" fmla="*/ 22 h 30"/>
                    <a:gd name="T34" fmla="*/ 16 w 28"/>
                    <a:gd name="T35" fmla="*/ 18 h 30"/>
                    <a:gd name="T36" fmla="*/ 20 w 28"/>
                    <a:gd name="T37" fmla="*/ 18 h 30"/>
                    <a:gd name="T38" fmla="*/ 20 w 28"/>
                    <a:gd name="T39" fmla="*/ 18 h 30"/>
                    <a:gd name="T40" fmla="*/ 20 w 28"/>
                    <a:gd name="T41" fmla="*/ 18 h 30"/>
                    <a:gd name="T42" fmla="*/ 20 w 28"/>
                    <a:gd name="T43" fmla="*/ 18 h 30"/>
                    <a:gd name="T44" fmla="*/ 24 w 28"/>
                    <a:gd name="T45" fmla="*/ 18 h 30"/>
                    <a:gd name="T46" fmla="*/ 24 w 28"/>
                    <a:gd name="T47" fmla="*/ 22 h 30"/>
                    <a:gd name="T48" fmla="*/ 24 w 28"/>
                    <a:gd name="T49" fmla="*/ 22 h 30"/>
                    <a:gd name="T50" fmla="*/ 24 w 28"/>
                    <a:gd name="T51" fmla="*/ 26 h 30"/>
                    <a:gd name="T52" fmla="*/ 20 w 28"/>
                    <a:gd name="T53" fmla="*/ 30 h 30"/>
                    <a:gd name="T54" fmla="*/ 20 w 28"/>
                    <a:gd name="T55" fmla="*/ 30 h 30"/>
                    <a:gd name="T56" fmla="*/ 16 w 28"/>
                    <a:gd name="T57" fmla="*/ 30 h 30"/>
                    <a:gd name="T58" fmla="*/ 16 w 28"/>
                    <a:gd name="T59" fmla="*/ 30 h 30"/>
                    <a:gd name="T60" fmla="*/ 16 w 28"/>
                    <a:gd name="T61" fmla="*/ 30 h 30"/>
                    <a:gd name="T62" fmla="*/ 16 w 28"/>
                    <a:gd name="T63" fmla="*/ 30 h 30"/>
                    <a:gd name="T64" fmla="*/ 12 w 28"/>
                    <a:gd name="T65" fmla="*/ 30 h 30"/>
                    <a:gd name="T66" fmla="*/ 8 w 28"/>
                    <a:gd name="T67" fmla="*/ 30 h 30"/>
                    <a:gd name="T68" fmla="*/ 8 w 28"/>
                    <a:gd name="T69" fmla="*/ 30 h 30"/>
                    <a:gd name="T70" fmla="*/ 4 w 28"/>
                    <a:gd name="T71" fmla="*/ 30 h 30"/>
                    <a:gd name="T72" fmla="*/ 4 w 28"/>
                    <a:gd name="T73" fmla="*/ 30 h 30"/>
                    <a:gd name="T74" fmla="*/ 4 w 28"/>
                    <a:gd name="T75" fmla="*/ 30 h 30"/>
                    <a:gd name="T76" fmla="*/ 4 w 28"/>
                    <a:gd name="T77" fmla="*/ 30 h 30"/>
                    <a:gd name="T78" fmla="*/ 4 w 28"/>
                    <a:gd name="T79" fmla="*/ 26 h 30"/>
                    <a:gd name="T80" fmla="*/ 4 w 28"/>
                    <a:gd name="T81" fmla="*/ 26 h 30"/>
                    <a:gd name="T82" fmla="*/ 0 w 28"/>
                    <a:gd name="T83" fmla="*/ 22 h 30"/>
                    <a:gd name="T84" fmla="*/ 4 w 28"/>
                    <a:gd name="T85" fmla="*/ 18 h 30"/>
                    <a:gd name="T86" fmla="*/ 4 w 28"/>
                    <a:gd name="T87" fmla="*/ 16 h 30"/>
                    <a:gd name="T88" fmla="*/ 8 w 28"/>
                    <a:gd name="T89" fmla="*/ 12 h 30"/>
                    <a:gd name="T90" fmla="*/ 8 w 28"/>
                    <a:gd name="T91" fmla="*/ 12 h 30"/>
                    <a:gd name="T92" fmla="*/ 8 w 28"/>
                    <a:gd name="T93" fmla="*/ 8 h 30"/>
                    <a:gd name="T94" fmla="*/ 12 w 28"/>
                    <a:gd name="T95" fmla="*/ 8 h 30"/>
                    <a:gd name="T96" fmla="*/ 12 w 28"/>
                    <a:gd name="T97" fmla="*/ 4 h 30"/>
                    <a:gd name="T98" fmla="*/ 12 w 28"/>
                    <a:gd name="T99" fmla="*/ 4 h 30"/>
                    <a:gd name="T100" fmla="*/ 12 w 28"/>
                    <a:gd name="T101" fmla="*/ 4 h 30"/>
                    <a:gd name="T102" fmla="*/ 16 w 28"/>
                    <a:gd name="T103" fmla="*/ 4 h 30"/>
                    <a:gd name="T104" fmla="*/ 16 w 28"/>
                    <a:gd name="T105" fmla="*/ 4 h 30"/>
                    <a:gd name="T106" fmla="*/ 16 w 28"/>
                    <a:gd name="T107" fmla="*/ 8 h 30"/>
                    <a:gd name="T108" fmla="*/ 16 w 28"/>
                    <a:gd name="T109" fmla="*/ 4 h 30"/>
                    <a:gd name="T110" fmla="*/ 20 w 28"/>
                    <a:gd name="T111" fmla="*/ 0 h 30"/>
                    <a:gd name="T112" fmla="*/ 24 w 28"/>
                    <a:gd name="T113" fmla="*/ 0 h 30"/>
                    <a:gd name="T114" fmla="*/ 24 w 28"/>
                    <a:gd name="T115" fmla="*/ 4 h 30"/>
                    <a:gd name="T116" fmla="*/ 24 w 28"/>
                    <a:gd name="T117" fmla="*/ 4 h 30"/>
                    <a:gd name="T118" fmla="*/ 24 w 28"/>
                    <a:gd name="T119" fmla="*/ 4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8" h="30">
                      <a:moveTo>
                        <a:pt x="24" y="4"/>
                      </a:moveTo>
                      <a:lnTo>
                        <a:pt x="24" y="4"/>
                      </a:lnTo>
                      <a:lnTo>
                        <a:pt x="28" y="8"/>
                      </a:lnTo>
                      <a:lnTo>
                        <a:pt x="28" y="8"/>
                      </a:lnTo>
                      <a:lnTo>
                        <a:pt x="28" y="8"/>
                      </a:lnTo>
                      <a:lnTo>
                        <a:pt x="28" y="12"/>
                      </a:lnTo>
                      <a:lnTo>
                        <a:pt x="28" y="12"/>
                      </a:lnTo>
                      <a:lnTo>
                        <a:pt x="28" y="12"/>
                      </a:lnTo>
                      <a:lnTo>
                        <a:pt x="28" y="12"/>
                      </a:lnTo>
                      <a:lnTo>
                        <a:pt x="24" y="12"/>
                      </a:lnTo>
                      <a:lnTo>
                        <a:pt x="24" y="16"/>
                      </a:lnTo>
                      <a:lnTo>
                        <a:pt x="24" y="16"/>
                      </a:lnTo>
                      <a:lnTo>
                        <a:pt x="24" y="16"/>
                      </a:lnTo>
                      <a:lnTo>
                        <a:pt x="24" y="16"/>
                      </a:lnTo>
                      <a:lnTo>
                        <a:pt x="24" y="16"/>
                      </a:lnTo>
                      <a:lnTo>
                        <a:pt x="20" y="16"/>
                      </a:lnTo>
                      <a:lnTo>
                        <a:pt x="20" y="16"/>
                      </a:lnTo>
                      <a:lnTo>
                        <a:pt x="20" y="16"/>
                      </a:lnTo>
                      <a:lnTo>
                        <a:pt x="20" y="16"/>
                      </a:lnTo>
                      <a:lnTo>
                        <a:pt x="20" y="16"/>
                      </a:lnTo>
                      <a:lnTo>
                        <a:pt x="16" y="18"/>
                      </a:lnTo>
                      <a:lnTo>
                        <a:pt x="16" y="18"/>
                      </a:lnTo>
                      <a:lnTo>
                        <a:pt x="16" y="18"/>
                      </a:lnTo>
                      <a:lnTo>
                        <a:pt x="16" y="18"/>
                      </a:lnTo>
                      <a:lnTo>
                        <a:pt x="16" y="18"/>
                      </a:lnTo>
                      <a:lnTo>
                        <a:pt x="16" y="18"/>
                      </a:lnTo>
                      <a:lnTo>
                        <a:pt x="16" y="18"/>
                      </a:lnTo>
                      <a:lnTo>
                        <a:pt x="12" y="18"/>
                      </a:lnTo>
                      <a:lnTo>
                        <a:pt x="12" y="18"/>
                      </a:lnTo>
                      <a:lnTo>
                        <a:pt x="12" y="18"/>
                      </a:lnTo>
                      <a:lnTo>
                        <a:pt x="12" y="22"/>
                      </a:lnTo>
                      <a:lnTo>
                        <a:pt x="16" y="22"/>
                      </a:lnTo>
                      <a:lnTo>
                        <a:pt x="16" y="22"/>
                      </a:lnTo>
                      <a:lnTo>
                        <a:pt x="16" y="22"/>
                      </a:lnTo>
                      <a:lnTo>
                        <a:pt x="16" y="22"/>
                      </a:lnTo>
                      <a:lnTo>
                        <a:pt x="16" y="18"/>
                      </a:lnTo>
                      <a:lnTo>
                        <a:pt x="16" y="18"/>
                      </a:lnTo>
                      <a:lnTo>
                        <a:pt x="20" y="18"/>
                      </a:lnTo>
                      <a:lnTo>
                        <a:pt x="20" y="18"/>
                      </a:lnTo>
                      <a:lnTo>
                        <a:pt x="20" y="18"/>
                      </a:lnTo>
                      <a:lnTo>
                        <a:pt x="20" y="18"/>
                      </a:lnTo>
                      <a:lnTo>
                        <a:pt x="20" y="18"/>
                      </a:lnTo>
                      <a:lnTo>
                        <a:pt x="20" y="18"/>
                      </a:lnTo>
                      <a:lnTo>
                        <a:pt x="20" y="18"/>
                      </a:lnTo>
                      <a:lnTo>
                        <a:pt x="24" y="18"/>
                      </a:lnTo>
                      <a:lnTo>
                        <a:pt x="24" y="18"/>
                      </a:lnTo>
                      <a:lnTo>
                        <a:pt x="24" y="22"/>
                      </a:lnTo>
                      <a:lnTo>
                        <a:pt x="24" y="22"/>
                      </a:lnTo>
                      <a:lnTo>
                        <a:pt x="24" y="22"/>
                      </a:lnTo>
                      <a:lnTo>
                        <a:pt x="24" y="22"/>
                      </a:lnTo>
                      <a:lnTo>
                        <a:pt x="24" y="22"/>
                      </a:lnTo>
                      <a:lnTo>
                        <a:pt x="24" y="26"/>
                      </a:lnTo>
                      <a:lnTo>
                        <a:pt x="20" y="26"/>
                      </a:lnTo>
                      <a:lnTo>
                        <a:pt x="20" y="30"/>
                      </a:lnTo>
                      <a:lnTo>
                        <a:pt x="20" y="30"/>
                      </a:lnTo>
                      <a:lnTo>
                        <a:pt x="20" y="30"/>
                      </a:lnTo>
                      <a:lnTo>
                        <a:pt x="20" y="30"/>
                      </a:lnTo>
                      <a:lnTo>
                        <a:pt x="16" y="30"/>
                      </a:lnTo>
                      <a:lnTo>
                        <a:pt x="16" y="30"/>
                      </a:lnTo>
                      <a:lnTo>
                        <a:pt x="16" y="30"/>
                      </a:lnTo>
                      <a:lnTo>
                        <a:pt x="16" y="30"/>
                      </a:lnTo>
                      <a:lnTo>
                        <a:pt x="16" y="30"/>
                      </a:lnTo>
                      <a:lnTo>
                        <a:pt x="16" y="30"/>
                      </a:lnTo>
                      <a:lnTo>
                        <a:pt x="16" y="30"/>
                      </a:lnTo>
                      <a:lnTo>
                        <a:pt x="12" y="30"/>
                      </a:lnTo>
                      <a:lnTo>
                        <a:pt x="12" y="30"/>
                      </a:lnTo>
                      <a:lnTo>
                        <a:pt x="12" y="30"/>
                      </a:lnTo>
                      <a:lnTo>
                        <a:pt x="8" y="30"/>
                      </a:lnTo>
                      <a:lnTo>
                        <a:pt x="8" y="30"/>
                      </a:lnTo>
                      <a:lnTo>
                        <a:pt x="8" y="30"/>
                      </a:lnTo>
                      <a:lnTo>
                        <a:pt x="4" y="30"/>
                      </a:lnTo>
                      <a:lnTo>
                        <a:pt x="4" y="30"/>
                      </a:lnTo>
                      <a:lnTo>
                        <a:pt x="4" y="30"/>
                      </a:lnTo>
                      <a:lnTo>
                        <a:pt x="4" y="30"/>
                      </a:lnTo>
                      <a:lnTo>
                        <a:pt x="4" y="30"/>
                      </a:lnTo>
                      <a:lnTo>
                        <a:pt x="4" y="30"/>
                      </a:lnTo>
                      <a:lnTo>
                        <a:pt x="4" y="30"/>
                      </a:lnTo>
                      <a:lnTo>
                        <a:pt x="4" y="30"/>
                      </a:lnTo>
                      <a:lnTo>
                        <a:pt x="4" y="30"/>
                      </a:lnTo>
                      <a:lnTo>
                        <a:pt x="4" y="26"/>
                      </a:lnTo>
                      <a:lnTo>
                        <a:pt x="4" y="26"/>
                      </a:lnTo>
                      <a:lnTo>
                        <a:pt x="4" y="26"/>
                      </a:lnTo>
                      <a:lnTo>
                        <a:pt x="4" y="22"/>
                      </a:lnTo>
                      <a:lnTo>
                        <a:pt x="0" y="22"/>
                      </a:lnTo>
                      <a:lnTo>
                        <a:pt x="4" y="18"/>
                      </a:lnTo>
                      <a:lnTo>
                        <a:pt x="4" y="18"/>
                      </a:lnTo>
                      <a:lnTo>
                        <a:pt x="4" y="16"/>
                      </a:lnTo>
                      <a:lnTo>
                        <a:pt x="4" y="16"/>
                      </a:lnTo>
                      <a:lnTo>
                        <a:pt x="4" y="16"/>
                      </a:lnTo>
                      <a:lnTo>
                        <a:pt x="8" y="12"/>
                      </a:lnTo>
                      <a:lnTo>
                        <a:pt x="8" y="12"/>
                      </a:lnTo>
                      <a:lnTo>
                        <a:pt x="8" y="12"/>
                      </a:lnTo>
                      <a:lnTo>
                        <a:pt x="8" y="8"/>
                      </a:lnTo>
                      <a:lnTo>
                        <a:pt x="8" y="8"/>
                      </a:lnTo>
                      <a:lnTo>
                        <a:pt x="12" y="8"/>
                      </a:lnTo>
                      <a:lnTo>
                        <a:pt x="12" y="8"/>
                      </a:lnTo>
                      <a:lnTo>
                        <a:pt x="12" y="4"/>
                      </a:lnTo>
                      <a:lnTo>
                        <a:pt x="12" y="4"/>
                      </a:lnTo>
                      <a:lnTo>
                        <a:pt x="12" y="4"/>
                      </a:lnTo>
                      <a:lnTo>
                        <a:pt x="12" y="4"/>
                      </a:lnTo>
                      <a:lnTo>
                        <a:pt x="12" y="4"/>
                      </a:lnTo>
                      <a:lnTo>
                        <a:pt x="12" y="4"/>
                      </a:lnTo>
                      <a:lnTo>
                        <a:pt x="12" y="4"/>
                      </a:lnTo>
                      <a:lnTo>
                        <a:pt x="16" y="4"/>
                      </a:lnTo>
                      <a:lnTo>
                        <a:pt x="16" y="4"/>
                      </a:lnTo>
                      <a:lnTo>
                        <a:pt x="16" y="4"/>
                      </a:lnTo>
                      <a:lnTo>
                        <a:pt x="16" y="8"/>
                      </a:lnTo>
                      <a:lnTo>
                        <a:pt x="16" y="8"/>
                      </a:lnTo>
                      <a:lnTo>
                        <a:pt x="16" y="4"/>
                      </a:lnTo>
                      <a:lnTo>
                        <a:pt x="16" y="4"/>
                      </a:lnTo>
                      <a:lnTo>
                        <a:pt x="16" y="4"/>
                      </a:lnTo>
                      <a:lnTo>
                        <a:pt x="20" y="0"/>
                      </a:lnTo>
                      <a:lnTo>
                        <a:pt x="24" y="0"/>
                      </a:lnTo>
                      <a:lnTo>
                        <a:pt x="24" y="0"/>
                      </a:lnTo>
                      <a:lnTo>
                        <a:pt x="24" y="0"/>
                      </a:lnTo>
                      <a:lnTo>
                        <a:pt x="24" y="4"/>
                      </a:lnTo>
                      <a:lnTo>
                        <a:pt x="24" y="4"/>
                      </a:lnTo>
                      <a:lnTo>
                        <a:pt x="24" y="4"/>
                      </a:lnTo>
                      <a:lnTo>
                        <a:pt x="24" y="4"/>
                      </a:lnTo>
                      <a:lnTo>
                        <a:pt x="24" y="4"/>
                      </a:lnTo>
                      <a:lnTo>
                        <a:pt x="24" y="4"/>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153" name="Freeform 142">
                  <a:extLst>
                    <a:ext uri="{FF2B5EF4-FFF2-40B4-BE49-F238E27FC236}">
                      <a16:creationId xmlns:a16="http://schemas.microsoft.com/office/drawing/2014/main" id="{F00593C8-DDD9-D07A-EDDF-87AEB95657CA}"/>
                    </a:ext>
                  </a:extLst>
                </p:cNvPr>
                <p:cNvSpPr>
                  <a:spLocks/>
                </p:cNvSpPr>
                <p:nvPr/>
              </p:nvSpPr>
              <p:spPr bwMode="gray">
                <a:xfrm>
                  <a:off x="5408696" y="3556141"/>
                  <a:ext cx="295676" cy="299152"/>
                </a:xfrm>
                <a:custGeom>
                  <a:avLst/>
                  <a:gdLst>
                    <a:gd name="T0" fmla="*/ 108 w 170"/>
                    <a:gd name="T1" fmla="*/ 8 h 172"/>
                    <a:gd name="T2" fmla="*/ 118 w 170"/>
                    <a:gd name="T3" fmla="*/ 12 h 172"/>
                    <a:gd name="T4" fmla="*/ 130 w 170"/>
                    <a:gd name="T5" fmla="*/ 8 h 172"/>
                    <a:gd name="T6" fmla="*/ 138 w 170"/>
                    <a:gd name="T7" fmla="*/ 18 h 172"/>
                    <a:gd name="T8" fmla="*/ 142 w 170"/>
                    <a:gd name="T9" fmla="*/ 34 h 172"/>
                    <a:gd name="T10" fmla="*/ 142 w 170"/>
                    <a:gd name="T11" fmla="*/ 48 h 172"/>
                    <a:gd name="T12" fmla="*/ 138 w 170"/>
                    <a:gd name="T13" fmla="*/ 64 h 172"/>
                    <a:gd name="T14" fmla="*/ 130 w 170"/>
                    <a:gd name="T15" fmla="*/ 68 h 172"/>
                    <a:gd name="T16" fmla="*/ 122 w 170"/>
                    <a:gd name="T17" fmla="*/ 60 h 172"/>
                    <a:gd name="T18" fmla="*/ 114 w 170"/>
                    <a:gd name="T19" fmla="*/ 46 h 172"/>
                    <a:gd name="T20" fmla="*/ 112 w 170"/>
                    <a:gd name="T21" fmla="*/ 30 h 172"/>
                    <a:gd name="T22" fmla="*/ 112 w 170"/>
                    <a:gd name="T23" fmla="*/ 42 h 172"/>
                    <a:gd name="T24" fmla="*/ 114 w 170"/>
                    <a:gd name="T25" fmla="*/ 52 h 172"/>
                    <a:gd name="T26" fmla="*/ 122 w 170"/>
                    <a:gd name="T27" fmla="*/ 64 h 172"/>
                    <a:gd name="T28" fmla="*/ 122 w 170"/>
                    <a:gd name="T29" fmla="*/ 72 h 172"/>
                    <a:gd name="T30" fmla="*/ 126 w 170"/>
                    <a:gd name="T31" fmla="*/ 82 h 172"/>
                    <a:gd name="T32" fmla="*/ 134 w 170"/>
                    <a:gd name="T33" fmla="*/ 98 h 172"/>
                    <a:gd name="T34" fmla="*/ 142 w 170"/>
                    <a:gd name="T35" fmla="*/ 112 h 172"/>
                    <a:gd name="T36" fmla="*/ 144 w 170"/>
                    <a:gd name="T37" fmla="*/ 124 h 172"/>
                    <a:gd name="T38" fmla="*/ 152 w 170"/>
                    <a:gd name="T39" fmla="*/ 134 h 172"/>
                    <a:gd name="T40" fmla="*/ 152 w 170"/>
                    <a:gd name="T41" fmla="*/ 142 h 172"/>
                    <a:gd name="T42" fmla="*/ 152 w 170"/>
                    <a:gd name="T43" fmla="*/ 158 h 172"/>
                    <a:gd name="T44" fmla="*/ 164 w 170"/>
                    <a:gd name="T45" fmla="*/ 164 h 172"/>
                    <a:gd name="T46" fmla="*/ 170 w 170"/>
                    <a:gd name="T47" fmla="*/ 172 h 172"/>
                    <a:gd name="T48" fmla="*/ 156 w 170"/>
                    <a:gd name="T49" fmla="*/ 172 h 172"/>
                    <a:gd name="T50" fmla="*/ 142 w 170"/>
                    <a:gd name="T51" fmla="*/ 172 h 172"/>
                    <a:gd name="T52" fmla="*/ 122 w 170"/>
                    <a:gd name="T53" fmla="*/ 172 h 172"/>
                    <a:gd name="T54" fmla="*/ 100 w 170"/>
                    <a:gd name="T55" fmla="*/ 172 h 172"/>
                    <a:gd name="T56" fmla="*/ 92 w 170"/>
                    <a:gd name="T57" fmla="*/ 168 h 172"/>
                    <a:gd name="T58" fmla="*/ 82 w 170"/>
                    <a:gd name="T59" fmla="*/ 172 h 172"/>
                    <a:gd name="T60" fmla="*/ 62 w 170"/>
                    <a:gd name="T61" fmla="*/ 172 h 172"/>
                    <a:gd name="T62" fmla="*/ 42 w 170"/>
                    <a:gd name="T63" fmla="*/ 172 h 172"/>
                    <a:gd name="T64" fmla="*/ 26 w 170"/>
                    <a:gd name="T65" fmla="*/ 172 h 172"/>
                    <a:gd name="T66" fmla="*/ 4 w 170"/>
                    <a:gd name="T67" fmla="*/ 172 h 172"/>
                    <a:gd name="T68" fmla="*/ 4 w 170"/>
                    <a:gd name="T69" fmla="*/ 130 h 172"/>
                    <a:gd name="T70" fmla="*/ 4 w 170"/>
                    <a:gd name="T71" fmla="*/ 102 h 172"/>
                    <a:gd name="T72" fmla="*/ 4 w 170"/>
                    <a:gd name="T73" fmla="*/ 82 h 172"/>
                    <a:gd name="T74" fmla="*/ 4 w 170"/>
                    <a:gd name="T75" fmla="*/ 64 h 172"/>
                    <a:gd name="T76" fmla="*/ 4 w 170"/>
                    <a:gd name="T77" fmla="*/ 42 h 172"/>
                    <a:gd name="T78" fmla="*/ 0 w 170"/>
                    <a:gd name="T79" fmla="*/ 26 h 172"/>
                    <a:gd name="T80" fmla="*/ 4 w 170"/>
                    <a:gd name="T81" fmla="*/ 12 h 172"/>
                    <a:gd name="T82" fmla="*/ 4 w 170"/>
                    <a:gd name="T83" fmla="*/ 0 h 172"/>
                    <a:gd name="T84" fmla="*/ 18 w 170"/>
                    <a:gd name="T85" fmla="*/ 0 h 172"/>
                    <a:gd name="T86" fmla="*/ 30 w 170"/>
                    <a:gd name="T87" fmla="*/ 4 h 172"/>
                    <a:gd name="T88" fmla="*/ 42 w 170"/>
                    <a:gd name="T89" fmla="*/ 8 h 172"/>
                    <a:gd name="T90" fmla="*/ 56 w 170"/>
                    <a:gd name="T91" fmla="*/ 12 h 172"/>
                    <a:gd name="T92" fmla="*/ 70 w 170"/>
                    <a:gd name="T93" fmla="*/ 12 h 172"/>
                    <a:gd name="T94" fmla="*/ 74 w 170"/>
                    <a:gd name="T95" fmla="*/ 8 h 172"/>
                    <a:gd name="T96" fmla="*/ 78 w 170"/>
                    <a:gd name="T97" fmla="*/ 4 h 172"/>
                    <a:gd name="T98" fmla="*/ 86 w 170"/>
                    <a:gd name="T99" fmla="*/ 4 h 172"/>
                    <a:gd name="T100" fmla="*/ 88 w 170"/>
                    <a:gd name="T101" fmla="*/ 0 h 172"/>
                    <a:gd name="T102" fmla="*/ 100 w 170"/>
                    <a:gd name="T103" fmla="*/ 4 h 172"/>
                    <a:gd name="T104" fmla="*/ 100 w 170"/>
                    <a:gd name="T105" fmla="*/ 4 h 172"/>
                    <a:gd name="T106" fmla="*/ 104 w 170"/>
                    <a:gd name="T107" fmla="*/ 12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70" h="172">
                      <a:moveTo>
                        <a:pt x="104" y="8"/>
                      </a:moveTo>
                      <a:lnTo>
                        <a:pt x="108" y="8"/>
                      </a:lnTo>
                      <a:lnTo>
                        <a:pt x="104" y="8"/>
                      </a:lnTo>
                      <a:lnTo>
                        <a:pt x="108" y="8"/>
                      </a:lnTo>
                      <a:lnTo>
                        <a:pt x="112" y="12"/>
                      </a:lnTo>
                      <a:lnTo>
                        <a:pt x="114" y="8"/>
                      </a:lnTo>
                      <a:lnTo>
                        <a:pt x="118" y="8"/>
                      </a:lnTo>
                      <a:lnTo>
                        <a:pt x="118" y="12"/>
                      </a:lnTo>
                      <a:lnTo>
                        <a:pt x="118" y="8"/>
                      </a:lnTo>
                      <a:lnTo>
                        <a:pt x="122" y="8"/>
                      </a:lnTo>
                      <a:lnTo>
                        <a:pt x="126" y="8"/>
                      </a:lnTo>
                      <a:lnTo>
                        <a:pt x="130" y="8"/>
                      </a:lnTo>
                      <a:lnTo>
                        <a:pt x="134" y="4"/>
                      </a:lnTo>
                      <a:lnTo>
                        <a:pt x="134" y="8"/>
                      </a:lnTo>
                      <a:lnTo>
                        <a:pt x="138" y="16"/>
                      </a:lnTo>
                      <a:lnTo>
                        <a:pt x="138" y="18"/>
                      </a:lnTo>
                      <a:lnTo>
                        <a:pt x="138" y="22"/>
                      </a:lnTo>
                      <a:lnTo>
                        <a:pt x="142" y="26"/>
                      </a:lnTo>
                      <a:lnTo>
                        <a:pt x="142" y="30"/>
                      </a:lnTo>
                      <a:lnTo>
                        <a:pt x="142" y="34"/>
                      </a:lnTo>
                      <a:lnTo>
                        <a:pt x="142" y="38"/>
                      </a:lnTo>
                      <a:lnTo>
                        <a:pt x="142" y="42"/>
                      </a:lnTo>
                      <a:lnTo>
                        <a:pt x="142" y="46"/>
                      </a:lnTo>
                      <a:lnTo>
                        <a:pt x="142" y="48"/>
                      </a:lnTo>
                      <a:lnTo>
                        <a:pt x="138" y="52"/>
                      </a:lnTo>
                      <a:lnTo>
                        <a:pt x="138" y="56"/>
                      </a:lnTo>
                      <a:lnTo>
                        <a:pt x="138" y="60"/>
                      </a:lnTo>
                      <a:lnTo>
                        <a:pt x="138" y="64"/>
                      </a:lnTo>
                      <a:lnTo>
                        <a:pt x="138" y="68"/>
                      </a:lnTo>
                      <a:lnTo>
                        <a:pt x="134" y="68"/>
                      </a:lnTo>
                      <a:lnTo>
                        <a:pt x="134" y="72"/>
                      </a:lnTo>
                      <a:lnTo>
                        <a:pt x="130" y="68"/>
                      </a:lnTo>
                      <a:lnTo>
                        <a:pt x="126" y="68"/>
                      </a:lnTo>
                      <a:lnTo>
                        <a:pt x="126" y="64"/>
                      </a:lnTo>
                      <a:lnTo>
                        <a:pt x="126" y="60"/>
                      </a:lnTo>
                      <a:lnTo>
                        <a:pt x="122" y="60"/>
                      </a:lnTo>
                      <a:lnTo>
                        <a:pt x="118" y="56"/>
                      </a:lnTo>
                      <a:lnTo>
                        <a:pt x="118" y="52"/>
                      </a:lnTo>
                      <a:lnTo>
                        <a:pt x="118" y="48"/>
                      </a:lnTo>
                      <a:lnTo>
                        <a:pt x="114" y="46"/>
                      </a:lnTo>
                      <a:lnTo>
                        <a:pt x="112" y="42"/>
                      </a:lnTo>
                      <a:lnTo>
                        <a:pt x="112" y="38"/>
                      </a:lnTo>
                      <a:lnTo>
                        <a:pt x="112" y="34"/>
                      </a:lnTo>
                      <a:lnTo>
                        <a:pt x="112" y="30"/>
                      </a:lnTo>
                      <a:lnTo>
                        <a:pt x="108" y="30"/>
                      </a:lnTo>
                      <a:lnTo>
                        <a:pt x="108" y="34"/>
                      </a:lnTo>
                      <a:lnTo>
                        <a:pt x="108" y="38"/>
                      </a:lnTo>
                      <a:lnTo>
                        <a:pt x="112" y="42"/>
                      </a:lnTo>
                      <a:lnTo>
                        <a:pt x="112" y="46"/>
                      </a:lnTo>
                      <a:lnTo>
                        <a:pt x="112" y="48"/>
                      </a:lnTo>
                      <a:lnTo>
                        <a:pt x="112" y="52"/>
                      </a:lnTo>
                      <a:lnTo>
                        <a:pt x="114" y="52"/>
                      </a:lnTo>
                      <a:lnTo>
                        <a:pt x="114" y="56"/>
                      </a:lnTo>
                      <a:lnTo>
                        <a:pt x="118" y="60"/>
                      </a:lnTo>
                      <a:lnTo>
                        <a:pt x="118" y="64"/>
                      </a:lnTo>
                      <a:lnTo>
                        <a:pt x="122" y="64"/>
                      </a:lnTo>
                      <a:lnTo>
                        <a:pt x="122" y="68"/>
                      </a:lnTo>
                      <a:lnTo>
                        <a:pt x="122" y="72"/>
                      </a:lnTo>
                      <a:lnTo>
                        <a:pt x="122" y="68"/>
                      </a:lnTo>
                      <a:lnTo>
                        <a:pt x="122" y="72"/>
                      </a:lnTo>
                      <a:lnTo>
                        <a:pt x="122" y="74"/>
                      </a:lnTo>
                      <a:lnTo>
                        <a:pt x="126" y="74"/>
                      </a:lnTo>
                      <a:lnTo>
                        <a:pt x="126" y="78"/>
                      </a:lnTo>
                      <a:lnTo>
                        <a:pt x="126" y="82"/>
                      </a:lnTo>
                      <a:lnTo>
                        <a:pt x="130" y="86"/>
                      </a:lnTo>
                      <a:lnTo>
                        <a:pt x="130" y="90"/>
                      </a:lnTo>
                      <a:lnTo>
                        <a:pt x="130" y="94"/>
                      </a:lnTo>
                      <a:lnTo>
                        <a:pt x="134" y="98"/>
                      </a:lnTo>
                      <a:lnTo>
                        <a:pt x="134" y="102"/>
                      </a:lnTo>
                      <a:lnTo>
                        <a:pt x="138" y="104"/>
                      </a:lnTo>
                      <a:lnTo>
                        <a:pt x="138" y="108"/>
                      </a:lnTo>
                      <a:lnTo>
                        <a:pt x="142" y="112"/>
                      </a:lnTo>
                      <a:lnTo>
                        <a:pt x="142" y="116"/>
                      </a:lnTo>
                      <a:lnTo>
                        <a:pt x="142" y="120"/>
                      </a:lnTo>
                      <a:lnTo>
                        <a:pt x="144" y="120"/>
                      </a:lnTo>
                      <a:lnTo>
                        <a:pt x="144" y="124"/>
                      </a:lnTo>
                      <a:lnTo>
                        <a:pt x="144" y="128"/>
                      </a:lnTo>
                      <a:lnTo>
                        <a:pt x="148" y="130"/>
                      </a:lnTo>
                      <a:lnTo>
                        <a:pt x="148" y="134"/>
                      </a:lnTo>
                      <a:lnTo>
                        <a:pt x="152" y="134"/>
                      </a:lnTo>
                      <a:lnTo>
                        <a:pt x="152" y="138"/>
                      </a:lnTo>
                      <a:lnTo>
                        <a:pt x="156" y="138"/>
                      </a:lnTo>
                      <a:lnTo>
                        <a:pt x="152" y="138"/>
                      </a:lnTo>
                      <a:lnTo>
                        <a:pt x="152" y="142"/>
                      </a:lnTo>
                      <a:lnTo>
                        <a:pt x="152" y="146"/>
                      </a:lnTo>
                      <a:lnTo>
                        <a:pt x="152" y="150"/>
                      </a:lnTo>
                      <a:lnTo>
                        <a:pt x="152" y="154"/>
                      </a:lnTo>
                      <a:lnTo>
                        <a:pt x="152" y="158"/>
                      </a:lnTo>
                      <a:lnTo>
                        <a:pt x="156" y="158"/>
                      </a:lnTo>
                      <a:lnTo>
                        <a:pt x="156" y="160"/>
                      </a:lnTo>
                      <a:lnTo>
                        <a:pt x="160" y="160"/>
                      </a:lnTo>
                      <a:lnTo>
                        <a:pt x="164" y="164"/>
                      </a:lnTo>
                      <a:lnTo>
                        <a:pt x="164" y="168"/>
                      </a:lnTo>
                      <a:lnTo>
                        <a:pt x="168" y="168"/>
                      </a:lnTo>
                      <a:lnTo>
                        <a:pt x="168" y="172"/>
                      </a:lnTo>
                      <a:lnTo>
                        <a:pt x="170" y="172"/>
                      </a:lnTo>
                      <a:lnTo>
                        <a:pt x="168" y="172"/>
                      </a:lnTo>
                      <a:lnTo>
                        <a:pt x="164" y="172"/>
                      </a:lnTo>
                      <a:lnTo>
                        <a:pt x="160" y="172"/>
                      </a:lnTo>
                      <a:lnTo>
                        <a:pt x="156" y="172"/>
                      </a:lnTo>
                      <a:lnTo>
                        <a:pt x="152" y="172"/>
                      </a:lnTo>
                      <a:lnTo>
                        <a:pt x="148" y="172"/>
                      </a:lnTo>
                      <a:lnTo>
                        <a:pt x="144" y="172"/>
                      </a:lnTo>
                      <a:lnTo>
                        <a:pt x="142" y="172"/>
                      </a:lnTo>
                      <a:lnTo>
                        <a:pt x="134" y="172"/>
                      </a:lnTo>
                      <a:lnTo>
                        <a:pt x="130" y="172"/>
                      </a:lnTo>
                      <a:lnTo>
                        <a:pt x="126" y="172"/>
                      </a:lnTo>
                      <a:lnTo>
                        <a:pt x="122" y="172"/>
                      </a:lnTo>
                      <a:lnTo>
                        <a:pt x="118" y="172"/>
                      </a:lnTo>
                      <a:lnTo>
                        <a:pt x="112" y="172"/>
                      </a:lnTo>
                      <a:lnTo>
                        <a:pt x="108" y="172"/>
                      </a:lnTo>
                      <a:lnTo>
                        <a:pt x="100" y="172"/>
                      </a:lnTo>
                      <a:lnTo>
                        <a:pt x="96" y="172"/>
                      </a:lnTo>
                      <a:lnTo>
                        <a:pt x="92" y="172"/>
                      </a:lnTo>
                      <a:lnTo>
                        <a:pt x="96" y="172"/>
                      </a:lnTo>
                      <a:lnTo>
                        <a:pt x="92" y="168"/>
                      </a:lnTo>
                      <a:lnTo>
                        <a:pt x="92" y="172"/>
                      </a:lnTo>
                      <a:lnTo>
                        <a:pt x="88" y="172"/>
                      </a:lnTo>
                      <a:lnTo>
                        <a:pt x="86" y="172"/>
                      </a:lnTo>
                      <a:lnTo>
                        <a:pt x="82" y="172"/>
                      </a:lnTo>
                      <a:lnTo>
                        <a:pt x="78" y="172"/>
                      </a:lnTo>
                      <a:lnTo>
                        <a:pt x="74" y="172"/>
                      </a:lnTo>
                      <a:lnTo>
                        <a:pt x="66" y="172"/>
                      </a:lnTo>
                      <a:lnTo>
                        <a:pt x="62" y="172"/>
                      </a:lnTo>
                      <a:lnTo>
                        <a:pt x="58" y="172"/>
                      </a:lnTo>
                      <a:lnTo>
                        <a:pt x="56" y="172"/>
                      </a:lnTo>
                      <a:lnTo>
                        <a:pt x="48" y="172"/>
                      </a:lnTo>
                      <a:lnTo>
                        <a:pt x="42" y="172"/>
                      </a:lnTo>
                      <a:lnTo>
                        <a:pt x="38" y="172"/>
                      </a:lnTo>
                      <a:lnTo>
                        <a:pt x="34" y="172"/>
                      </a:lnTo>
                      <a:lnTo>
                        <a:pt x="30" y="172"/>
                      </a:lnTo>
                      <a:lnTo>
                        <a:pt x="26" y="172"/>
                      </a:lnTo>
                      <a:lnTo>
                        <a:pt x="22" y="172"/>
                      </a:lnTo>
                      <a:lnTo>
                        <a:pt x="16" y="172"/>
                      </a:lnTo>
                      <a:lnTo>
                        <a:pt x="8" y="172"/>
                      </a:lnTo>
                      <a:lnTo>
                        <a:pt x="4" y="172"/>
                      </a:lnTo>
                      <a:lnTo>
                        <a:pt x="4" y="168"/>
                      </a:lnTo>
                      <a:lnTo>
                        <a:pt x="4" y="146"/>
                      </a:lnTo>
                      <a:lnTo>
                        <a:pt x="4" y="138"/>
                      </a:lnTo>
                      <a:lnTo>
                        <a:pt x="4" y="130"/>
                      </a:lnTo>
                      <a:lnTo>
                        <a:pt x="4" y="124"/>
                      </a:lnTo>
                      <a:lnTo>
                        <a:pt x="4" y="120"/>
                      </a:lnTo>
                      <a:lnTo>
                        <a:pt x="4" y="112"/>
                      </a:lnTo>
                      <a:lnTo>
                        <a:pt x="4" y="102"/>
                      </a:lnTo>
                      <a:lnTo>
                        <a:pt x="4" y="94"/>
                      </a:lnTo>
                      <a:lnTo>
                        <a:pt x="4" y="90"/>
                      </a:lnTo>
                      <a:lnTo>
                        <a:pt x="4" y="86"/>
                      </a:lnTo>
                      <a:lnTo>
                        <a:pt x="4" y="82"/>
                      </a:lnTo>
                      <a:lnTo>
                        <a:pt x="4" y="74"/>
                      </a:lnTo>
                      <a:lnTo>
                        <a:pt x="4" y="72"/>
                      </a:lnTo>
                      <a:lnTo>
                        <a:pt x="4" y="68"/>
                      </a:lnTo>
                      <a:lnTo>
                        <a:pt x="4" y="64"/>
                      </a:lnTo>
                      <a:lnTo>
                        <a:pt x="4" y="60"/>
                      </a:lnTo>
                      <a:lnTo>
                        <a:pt x="4" y="48"/>
                      </a:lnTo>
                      <a:lnTo>
                        <a:pt x="4" y="46"/>
                      </a:lnTo>
                      <a:lnTo>
                        <a:pt x="4" y="42"/>
                      </a:lnTo>
                      <a:lnTo>
                        <a:pt x="0" y="38"/>
                      </a:lnTo>
                      <a:lnTo>
                        <a:pt x="0" y="34"/>
                      </a:lnTo>
                      <a:lnTo>
                        <a:pt x="0" y="30"/>
                      </a:lnTo>
                      <a:lnTo>
                        <a:pt x="0" y="26"/>
                      </a:lnTo>
                      <a:lnTo>
                        <a:pt x="0" y="22"/>
                      </a:lnTo>
                      <a:lnTo>
                        <a:pt x="4" y="18"/>
                      </a:lnTo>
                      <a:lnTo>
                        <a:pt x="4" y="16"/>
                      </a:lnTo>
                      <a:lnTo>
                        <a:pt x="4" y="12"/>
                      </a:lnTo>
                      <a:lnTo>
                        <a:pt x="0" y="8"/>
                      </a:lnTo>
                      <a:lnTo>
                        <a:pt x="0" y="4"/>
                      </a:lnTo>
                      <a:lnTo>
                        <a:pt x="4" y="4"/>
                      </a:lnTo>
                      <a:lnTo>
                        <a:pt x="4" y="0"/>
                      </a:lnTo>
                      <a:lnTo>
                        <a:pt x="8" y="0"/>
                      </a:lnTo>
                      <a:lnTo>
                        <a:pt x="12" y="0"/>
                      </a:lnTo>
                      <a:lnTo>
                        <a:pt x="16" y="0"/>
                      </a:lnTo>
                      <a:lnTo>
                        <a:pt x="18" y="0"/>
                      </a:lnTo>
                      <a:lnTo>
                        <a:pt x="22" y="0"/>
                      </a:lnTo>
                      <a:lnTo>
                        <a:pt x="26" y="0"/>
                      </a:lnTo>
                      <a:lnTo>
                        <a:pt x="26" y="4"/>
                      </a:lnTo>
                      <a:lnTo>
                        <a:pt x="30" y="4"/>
                      </a:lnTo>
                      <a:lnTo>
                        <a:pt x="34" y="4"/>
                      </a:lnTo>
                      <a:lnTo>
                        <a:pt x="38" y="4"/>
                      </a:lnTo>
                      <a:lnTo>
                        <a:pt x="38" y="8"/>
                      </a:lnTo>
                      <a:lnTo>
                        <a:pt x="42" y="8"/>
                      </a:lnTo>
                      <a:lnTo>
                        <a:pt x="44" y="8"/>
                      </a:lnTo>
                      <a:lnTo>
                        <a:pt x="48" y="12"/>
                      </a:lnTo>
                      <a:lnTo>
                        <a:pt x="52" y="12"/>
                      </a:lnTo>
                      <a:lnTo>
                        <a:pt x="56" y="12"/>
                      </a:lnTo>
                      <a:lnTo>
                        <a:pt x="58" y="16"/>
                      </a:lnTo>
                      <a:lnTo>
                        <a:pt x="62" y="16"/>
                      </a:lnTo>
                      <a:lnTo>
                        <a:pt x="66" y="12"/>
                      </a:lnTo>
                      <a:lnTo>
                        <a:pt x="70" y="12"/>
                      </a:lnTo>
                      <a:lnTo>
                        <a:pt x="70" y="8"/>
                      </a:lnTo>
                      <a:lnTo>
                        <a:pt x="74" y="8"/>
                      </a:lnTo>
                      <a:lnTo>
                        <a:pt x="74" y="4"/>
                      </a:lnTo>
                      <a:lnTo>
                        <a:pt x="74" y="8"/>
                      </a:lnTo>
                      <a:lnTo>
                        <a:pt x="78" y="8"/>
                      </a:lnTo>
                      <a:lnTo>
                        <a:pt x="78" y="4"/>
                      </a:lnTo>
                      <a:lnTo>
                        <a:pt x="78" y="0"/>
                      </a:lnTo>
                      <a:lnTo>
                        <a:pt x="78" y="4"/>
                      </a:lnTo>
                      <a:lnTo>
                        <a:pt x="82" y="4"/>
                      </a:lnTo>
                      <a:lnTo>
                        <a:pt x="82" y="0"/>
                      </a:lnTo>
                      <a:lnTo>
                        <a:pt x="86" y="0"/>
                      </a:lnTo>
                      <a:lnTo>
                        <a:pt x="86" y="4"/>
                      </a:lnTo>
                      <a:lnTo>
                        <a:pt x="82" y="4"/>
                      </a:lnTo>
                      <a:lnTo>
                        <a:pt x="86" y="4"/>
                      </a:lnTo>
                      <a:lnTo>
                        <a:pt x="88" y="4"/>
                      </a:lnTo>
                      <a:lnTo>
                        <a:pt x="88" y="0"/>
                      </a:lnTo>
                      <a:lnTo>
                        <a:pt x="92" y="0"/>
                      </a:lnTo>
                      <a:lnTo>
                        <a:pt x="92" y="4"/>
                      </a:lnTo>
                      <a:lnTo>
                        <a:pt x="96" y="4"/>
                      </a:lnTo>
                      <a:lnTo>
                        <a:pt x="100" y="4"/>
                      </a:lnTo>
                      <a:lnTo>
                        <a:pt x="100" y="0"/>
                      </a:lnTo>
                      <a:lnTo>
                        <a:pt x="100" y="4"/>
                      </a:lnTo>
                      <a:lnTo>
                        <a:pt x="104" y="4"/>
                      </a:lnTo>
                      <a:lnTo>
                        <a:pt x="100" y="4"/>
                      </a:lnTo>
                      <a:lnTo>
                        <a:pt x="100" y="0"/>
                      </a:lnTo>
                      <a:lnTo>
                        <a:pt x="100" y="8"/>
                      </a:lnTo>
                      <a:lnTo>
                        <a:pt x="104" y="8"/>
                      </a:lnTo>
                      <a:lnTo>
                        <a:pt x="104" y="12"/>
                      </a:lnTo>
                      <a:lnTo>
                        <a:pt x="104" y="8"/>
                      </a:lnTo>
                      <a:lnTo>
                        <a:pt x="104" y="8"/>
                      </a:lnTo>
                      <a:lnTo>
                        <a:pt x="104" y="8"/>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154" name="Freeform 143">
                  <a:extLst>
                    <a:ext uri="{FF2B5EF4-FFF2-40B4-BE49-F238E27FC236}">
                      <a16:creationId xmlns:a16="http://schemas.microsoft.com/office/drawing/2014/main" id="{59F16ACC-80FE-4BA4-A12A-E7A1733CD7DE}"/>
                    </a:ext>
                  </a:extLst>
                </p:cNvPr>
                <p:cNvSpPr>
                  <a:spLocks noEditPoints="1"/>
                </p:cNvSpPr>
                <p:nvPr/>
              </p:nvSpPr>
              <p:spPr bwMode="gray">
                <a:xfrm>
                  <a:off x="5005187" y="4404900"/>
                  <a:ext cx="73049" cy="86962"/>
                </a:xfrm>
                <a:custGeom>
                  <a:avLst/>
                  <a:gdLst>
                    <a:gd name="T0" fmla="*/ 28 w 42"/>
                    <a:gd name="T1" fmla="*/ 50 h 50"/>
                    <a:gd name="T2" fmla="*/ 24 w 42"/>
                    <a:gd name="T3" fmla="*/ 50 h 50"/>
                    <a:gd name="T4" fmla="*/ 24 w 42"/>
                    <a:gd name="T5" fmla="*/ 50 h 50"/>
                    <a:gd name="T6" fmla="*/ 20 w 42"/>
                    <a:gd name="T7" fmla="*/ 50 h 50"/>
                    <a:gd name="T8" fmla="*/ 20 w 42"/>
                    <a:gd name="T9" fmla="*/ 50 h 50"/>
                    <a:gd name="T10" fmla="*/ 20 w 42"/>
                    <a:gd name="T11" fmla="*/ 46 h 50"/>
                    <a:gd name="T12" fmla="*/ 16 w 42"/>
                    <a:gd name="T13" fmla="*/ 50 h 50"/>
                    <a:gd name="T14" fmla="*/ 16 w 42"/>
                    <a:gd name="T15" fmla="*/ 46 h 50"/>
                    <a:gd name="T16" fmla="*/ 16 w 42"/>
                    <a:gd name="T17" fmla="*/ 46 h 50"/>
                    <a:gd name="T18" fmla="*/ 16 w 42"/>
                    <a:gd name="T19" fmla="*/ 42 h 50"/>
                    <a:gd name="T20" fmla="*/ 16 w 42"/>
                    <a:gd name="T21" fmla="*/ 38 h 50"/>
                    <a:gd name="T22" fmla="*/ 20 w 42"/>
                    <a:gd name="T23" fmla="*/ 38 h 50"/>
                    <a:gd name="T24" fmla="*/ 20 w 42"/>
                    <a:gd name="T25" fmla="*/ 34 h 50"/>
                    <a:gd name="T26" fmla="*/ 20 w 42"/>
                    <a:gd name="T27" fmla="*/ 28 h 50"/>
                    <a:gd name="T28" fmla="*/ 20 w 42"/>
                    <a:gd name="T29" fmla="*/ 28 h 50"/>
                    <a:gd name="T30" fmla="*/ 24 w 42"/>
                    <a:gd name="T31" fmla="*/ 32 h 50"/>
                    <a:gd name="T32" fmla="*/ 28 w 42"/>
                    <a:gd name="T33" fmla="*/ 32 h 50"/>
                    <a:gd name="T34" fmla="*/ 30 w 42"/>
                    <a:gd name="T35" fmla="*/ 32 h 50"/>
                    <a:gd name="T36" fmla="*/ 30 w 42"/>
                    <a:gd name="T37" fmla="*/ 32 h 50"/>
                    <a:gd name="T38" fmla="*/ 38 w 42"/>
                    <a:gd name="T39" fmla="*/ 32 h 50"/>
                    <a:gd name="T40" fmla="*/ 42 w 42"/>
                    <a:gd name="T41" fmla="*/ 32 h 50"/>
                    <a:gd name="T42" fmla="*/ 42 w 42"/>
                    <a:gd name="T43" fmla="*/ 34 h 50"/>
                    <a:gd name="T44" fmla="*/ 42 w 42"/>
                    <a:gd name="T45" fmla="*/ 38 h 50"/>
                    <a:gd name="T46" fmla="*/ 42 w 42"/>
                    <a:gd name="T47" fmla="*/ 50 h 50"/>
                    <a:gd name="T48" fmla="*/ 34 w 42"/>
                    <a:gd name="T49" fmla="*/ 50 h 50"/>
                    <a:gd name="T50" fmla="*/ 30 w 42"/>
                    <a:gd name="T51" fmla="*/ 50 h 50"/>
                    <a:gd name="T52" fmla="*/ 30 w 42"/>
                    <a:gd name="T53" fmla="*/ 50 h 50"/>
                    <a:gd name="T54" fmla="*/ 4 w 42"/>
                    <a:gd name="T55" fmla="*/ 8 h 50"/>
                    <a:gd name="T56" fmla="*/ 4 w 42"/>
                    <a:gd name="T57" fmla="*/ 8 h 50"/>
                    <a:gd name="T58" fmla="*/ 0 w 42"/>
                    <a:gd name="T59" fmla="*/ 12 h 50"/>
                    <a:gd name="T60" fmla="*/ 0 w 42"/>
                    <a:gd name="T61" fmla="*/ 8 h 50"/>
                    <a:gd name="T62" fmla="*/ 0 w 42"/>
                    <a:gd name="T63" fmla="*/ 8 h 50"/>
                    <a:gd name="T64" fmla="*/ 0 w 42"/>
                    <a:gd name="T65" fmla="*/ 8 h 50"/>
                    <a:gd name="T66" fmla="*/ 0 w 42"/>
                    <a:gd name="T67" fmla="*/ 8 h 50"/>
                    <a:gd name="T68" fmla="*/ 0 w 42"/>
                    <a:gd name="T69" fmla="*/ 8 h 50"/>
                    <a:gd name="T70" fmla="*/ 4 w 42"/>
                    <a:gd name="T71" fmla="*/ 8 h 50"/>
                    <a:gd name="T72" fmla="*/ 4 w 42"/>
                    <a:gd name="T73" fmla="*/ 4 h 50"/>
                    <a:gd name="T74" fmla="*/ 4 w 42"/>
                    <a:gd name="T75" fmla="*/ 4 h 50"/>
                    <a:gd name="T76" fmla="*/ 8 w 42"/>
                    <a:gd name="T77" fmla="*/ 0 h 50"/>
                    <a:gd name="T78" fmla="*/ 8 w 42"/>
                    <a:gd name="T79" fmla="*/ 4 h 50"/>
                    <a:gd name="T80" fmla="*/ 8 w 42"/>
                    <a:gd name="T81" fmla="*/ 4 h 50"/>
                    <a:gd name="T82" fmla="*/ 8 w 42"/>
                    <a:gd name="T83" fmla="*/ 4 h 50"/>
                    <a:gd name="T84" fmla="*/ 8 w 42"/>
                    <a:gd name="T85" fmla="*/ 4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2" h="50">
                      <a:moveTo>
                        <a:pt x="30" y="50"/>
                      </a:moveTo>
                      <a:lnTo>
                        <a:pt x="28" y="50"/>
                      </a:lnTo>
                      <a:lnTo>
                        <a:pt x="28" y="50"/>
                      </a:lnTo>
                      <a:lnTo>
                        <a:pt x="28" y="50"/>
                      </a:lnTo>
                      <a:lnTo>
                        <a:pt x="28" y="50"/>
                      </a:lnTo>
                      <a:lnTo>
                        <a:pt x="24" y="50"/>
                      </a:lnTo>
                      <a:lnTo>
                        <a:pt x="24" y="50"/>
                      </a:lnTo>
                      <a:lnTo>
                        <a:pt x="24" y="50"/>
                      </a:lnTo>
                      <a:lnTo>
                        <a:pt x="24" y="50"/>
                      </a:lnTo>
                      <a:lnTo>
                        <a:pt x="24" y="50"/>
                      </a:lnTo>
                      <a:lnTo>
                        <a:pt x="24" y="50"/>
                      </a:lnTo>
                      <a:lnTo>
                        <a:pt x="20" y="50"/>
                      </a:lnTo>
                      <a:lnTo>
                        <a:pt x="20" y="50"/>
                      </a:lnTo>
                      <a:lnTo>
                        <a:pt x="20" y="50"/>
                      </a:lnTo>
                      <a:lnTo>
                        <a:pt x="20" y="50"/>
                      </a:lnTo>
                      <a:lnTo>
                        <a:pt x="20" y="50"/>
                      </a:lnTo>
                      <a:lnTo>
                        <a:pt x="20" y="46"/>
                      </a:lnTo>
                      <a:lnTo>
                        <a:pt x="20" y="46"/>
                      </a:lnTo>
                      <a:lnTo>
                        <a:pt x="20" y="46"/>
                      </a:lnTo>
                      <a:lnTo>
                        <a:pt x="20" y="50"/>
                      </a:lnTo>
                      <a:lnTo>
                        <a:pt x="16" y="50"/>
                      </a:lnTo>
                      <a:lnTo>
                        <a:pt x="16" y="46"/>
                      </a:lnTo>
                      <a:lnTo>
                        <a:pt x="16" y="46"/>
                      </a:lnTo>
                      <a:lnTo>
                        <a:pt x="16" y="46"/>
                      </a:lnTo>
                      <a:lnTo>
                        <a:pt x="16" y="46"/>
                      </a:lnTo>
                      <a:lnTo>
                        <a:pt x="16" y="46"/>
                      </a:lnTo>
                      <a:lnTo>
                        <a:pt x="16" y="46"/>
                      </a:lnTo>
                      <a:lnTo>
                        <a:pt x="16" y="46"/>
                      </a:lnTo>
                      <a:lnTo>
                        <a:pt x="16" y="42"/>
                      </a:lnTo>
                      <a:lnTo>
                        <a:pt x="16" y="42"/>
                      </a:lnTo>
                      <a:lnTo>
                        <a:pt x="16" y="42"/>
                      </a:lnTo>
                      <a:lnTo>
                        <a:pt x="20" y="38"/>
                      </a:lnTo>
                      <a:lnTo>
                        <a:pt x="16" y="38"/>
                      </a:lnTo>
                      <a:lnTo>
                        <a:pt x="16" y="38"/>
                      </a:lnTo>
                      <a:lnTo>
                        <a:pt x="20" y="38"/>
                      </a:lnTo>
                      <a:lnTo>
                        <a:pt x="20" y="38"/>
                      </a:lnTo>
                      <a:lnTo>
                        <a:pt x="20" y="34"/>
                      </a:lnTo>
                      <a:lnTo>
                        <a:pt x="20" y="34"/>
                      </a:lnTo>
                      <a:lnTo>
                        <a:pt x="20" y="34"/>
                      </a:lnTo>
                      <a:lnTo>
                        <a:pt x="20" y="32"/>
                      </a:lnTo>
                      <a:lnTo>
                        <a:pt x="20" y="32"/>
                      </a:lnTo>
                      <a:lnTo>
                        <a:pt x="20" y="28"/>
                      </a:lnTo>
                      <a:lnTo>
                        <a:pt x="20" y="28"/>
                      </a:lnTo>
                      <a:lnTo>
                        <a:pt x="20" y="28"/>
                      </a:lnTo>
                      <a:lnTo>
                        <a:pt x="20" y="28"/>
                      </a:lnTo>
                      <a:lnTo>
                        <a:pt x="24" y="28"/>
                      </a:lnTo>
                      <a:lnTo>
                        <a:pt x="24" y="28"/>
                      </a:lnTo>
                      <a:lnTo>
                        <a:pt x="24" y="32"/>
                      </a:lnTo>
                      <a:lnTo>
                        <a:pt x="24" y="32"/>
                      </a:lnTo>
                      <a:lnTo>
                        <a:pt x="24" y="32"/>
                      </a:lnTo>
                      <a:lnTo>
                        <a:pt x="28" y="32"/>
                      </a:lnTo>
                      <a:lnTo>
                        <a:pt x="28" y="32"/>
                      </a:lnTo>
                      <a:lnTo>
                        <a:pt x="28" y="32"/>
                      </a:lnTo>
                      <a:lnTo>
                        <a:pt x="30" y="32"/>
                      </a:lnTo>
                      <a:lnTo>
                        <a:pt x="30" y="32"/>
                      </a:lnTo>
                      <a:lnTo>
                        <a:pt x="30" y="32"/>
                      </a:lnTo>
                      <a:lnTo>
                        <a:pt x="30" y="32"/>
                      </a:lnTo>
                      <a:lnTo>
                        <a:pt x="30" y="32"/>
                      </a:lnTo>
                      <a:lnTo>
                        <a:pt x="30" y="32"/>
                      </a:lnTo>
                      <a:lnTo>
                        <a:pt x="38" y="32"/>
                      </a:lnTo>
                      <a:lnTo>
                        <a:pt x="42" y="32"/>
                      </a:lnTo>
                      <a:lnTo>
                        <a:pt x="42" y="32"/>
                      </a:lnTo>
                      <a:lnTo>
                        <a:pt x="42" y="32"/>
                      </a:lnTo>
                      <a:lnTo>
                        <a:pt x="42" y="32"/>
                      </a:lnTo>
                      <a:lnTo>
                        <a:pt x="42" y="32"/>
                      </a:lnTo>
                      <a:lnTo>
                        <a:pt x="42" y="34"/>
                      </a:lnTo>
                      <a:lnTo>
                        <a:pt x="42" y="34"/>
                      </a:lnTo>
                      <a:lnTo>
                        <a:pt x="42" y="38"/>
                      </a:lnTo>
                      <a:lnTo>
                        <a:pt x="42" y="38"/>
                      </a:lnTo>
                      <a:lnTo>
                        <a:pt x="42" y="38"/>
                      </a:lnTo>
                      <a:lnTo>
                        <a:pt x="42" y="42"/>
                      </a:lnTo>
                      <a:lnTo>
                        <a:pt x="42" y="50"/>
                      </a:lnTo>
                      <a:lnTo>
                        <a:pt x="42" y="50"/>
                      </a:lnTo>
                      <a:lnTo>
                        <a:pt x="38" y="50"/>
                      </a:lnTo>
                      <a:lnTo>
                        <a:pt x="34" y="50"/>
                      </a:lnTo>
                      <a:lnTo>
                        <a:pt x="34" y="50"/>
                      </a:lnTo>
                      <a:lnTo>
                        <a:pt x="30" y="50"/>
                      </a:lnTo>
                      <a:lnTo>
                        <a:pt x="30" y="50"/>
                      </a:lnTo>
                      <a:lnTo>
                        <a:pt x="30" y="50"/>
                      </a:lnTo>
                      <a:lnTo>
                        <a:pt x="30" y="50"/>
                      </a:lnTo>
                      <a:lnTo>
                        <a:pt x="30" y="50"/>
                      </a:lnTo>
                      <a:close/>
                      <a:moveTo>
                        <a:pt x="8" y="4"/>
                      </a:moveTo>
                      <a:lnTo>
                        <a:pt x="8" y="4"/>
                      </a:lnTo>
                      <a:lnTo>
                        <a:pt x="4" y="8"/>
                      </a:lnTo>
                      <a:lnTo>
                        <a:pt x="4" y="8"/>
                      </a:lnTo>
                      <a:lnTo>
                        <a:pt x="4" y="8"/>
                      </a:lnTo>
                      <a:lnTo>
                        <a:pt x="4" y="8"/>
                      </a:lnTo>
                      <a:lnTo>
                        <a:pt x="4" y="12"/>
                      </a:lnTo>
                      <a:lnTo>
                        <a:pt x="4" y="12"/>
                      </a:lnTo>
                      <a:lnTo>
                        <a:pt x="0" y="12"/>
                      </a:lnTo>
                      <a:lnTo>
                        <a:pt x="0" y="12"/>
                      </a:lnTo>
                      <a:lnTo>
                        <a:pt x="0" y="12"/>
                      </a:lnTo>
                      <a:lnTo>
                        <a:pt x="0" y="8"/>
                      </a:lnTo>
                      <a:lnTo>
                        <a:pt x="0" y="8"/>
                      </a:lnTo>
                      <a:lnTo>
                        <a:pt x="0" y="8"/>
                      </a:lnTo>
                      <a:lnTo>
                        <a:pt x="0" y="8"/>
                      </a:lnTo>
                      <a:lnTo>
                        <a:pt x="0" y="8"/>
                      </a:lnTo>
                      <a:lnTo>
                        <a:pt x="0" y="8"/>
                      </a:lnTo>
                      <a:lnTo>
                        <a:pt x="0" y="8"/>
                      </a:lnTo>
                      <a:lnTo>
                        <a:pt x="0" y="8"/>
                      </a:lnTo>
                      <a:lnTo>
                        <a:pt x="0" y="8"/>
                      </a:lnTo>
                      <a:lnTo>
                        <a:pt x="0" y="8"/>
                      </a:lnTo>
                      <a:lnTo>
                        <a:pt x="0" y="8"/>
                      </a:lnTo>
                      <a:lnTo>
                        <a:pt x="0" y="8"/>
                      </a:lnTo>
                      <a:lnTo>
                        <a:pt x="0" y="8"/>
                      </a:lnTo>
                      <a:lnTo>
                        <a:pt x="0" y="8"/>
                      </a:lnTo>
                      <a:lnTo>
                        <a:pt x="4" y="8"/>
                      </a:lnTo>
                      <a:lnTo>
                        <a:pt x="4" y="8"/>
                      </a:lnTo>
                      <a:lnTo>
                        <a:pt x="4" y="8"/>
                      </a:lnTo>
                      <a:lnTo>
                        <a:pt x="4" y="4"/>
                      </a:lnTo>
                      <a:lnTo>
                        <a:pt x="4" y="4"/>
                      </a:lnTo>
                      <a:lnTo>
                        <a:pt x="4" y="4"/>
                      </a:lnTo>
                      <a:lnTo>
                        <a:pt x="4" y="4"/>
                      </a:lnTo>
                      <a:lnTo>
                        <a:pt x="4" y="4"/>
                      </a:lnTo>
                      <a:lnTo>
                        <a:pt x="4" y="0"/>
                      </a:lnTo>
                      <a:lnTo>
                        <a:pt x="4" y="0"/>
                      </a:lnTo>
                      <a:lnTo>
                        <a:pt x="8" y="0"/>
                      </a:lnTo>
                      <a:lnTo>
                        <a:pt x="8" y="0"/>
                      </a:lnTo>
                      <a:lnTo>
                        <a:pt x="8" y="0"/>
                      </a:lnTo>
                      <a:lnTo>
                        <a:pt x="8" y="4"/>
                      </a:lnTo>
                      <a:lnTo>
                        <a:pt x="8" y="4"/>
                      </a:lnTo>
                      <a:lnTo>
                        <a:pt x="8" y="4"/>
                      </a:lnTo>
                      <a:lnTo>
                        <a:pt x="8" y="4"/>
                      </a:lnTo>
                      <a:lnTo>
                        <a:pt x="8" y="4"/>
                      </a:lnTo>
                      <a:lnTo>
                        <a:pt x="8" y="4"/>
                      </a:lnTo>
                      <a:lnTo>
                        <a:pt x="8" y="4"/>
                      </a:lnTo>
                      <a:lnTo>
                        <a:pt x="8" y="4"/>
                      </a:lnTo>
                      <a:lnTo>
                        <a:pt x="8" y="4"/>
                      </a:lnTo>
                      <a:lnTo>
                        <a:pt x="8" y="4"/>
                      </a:lnTo>
                      <a:lnTo>
                        <a:pt x="8" y="4"/>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155" name="Freeform 144">
                  <a:extLst>
                    <a:ext uri="{FF2B5EF4-FFF2-40B4-BE49-F238E27FC236}">
                      <a16:creationId xmlns:a16="http://schemas.microsoft.com/office/drawing/2014/main" id="{4C1B8BEC-B0E4-8E32-7E3D-98022C927C04}"/>
                    </a:ext>
                  </a:extLst>
                </p:cNvPr>
                <p:cNvSpPr>
                  <a:spLocks noEditPoints="1"/>
                </p:cNvSpPr>
                <p:nvPr/>
              </p:nvSpPr>
              <p:spPr bwMode="gray">
                <a:xfrm>
                  <a:off x="5693937" y="3977041"/>
                  <a:ext cx="170449" cy="173926"/>
                </a:xfrm>
                <a:custGeom>
                  <a:avLst/>
                  <a:gdLst>
                    <a:gd name="T0" fmla="*/ 42 w 98"/>
                    <a:gd name="T1" fmla="*/ 34 h 100"/>
                    <a:gd name="T2" fmla="*/ 46 w 98"/>
                    <a:gd name="T3" fmla="*/ 44 h 100"/>
                    <a:gd name="T4" fmla="*/ 46 w 98"/>
                    <a:gd name="T5" fmla="*/ 44 h 100"/>
                    <a:gd name="T6" fmla="*/ 48 w 98"/>
                    <a:gd name="T7" fmla="*/ 52 h 100"/>
                    <a:gd name="T8" fmla="*/ 48 w 98"/>
                    <a:gd name="T9" fmla="*/ 48 h 100"/>
                    <a:gd name="T10" fmla="*/ 48 w 98"/>
                    <a:gd name="T11" fmla="*/ 44 h 100"/>
                    <a:gd name="T12" fmla="*/ 52 w 98"/>
                    <a:gd name="T13" fmla="*/ 52 h 100"/>
                    <a:gd name="T14" fmla="*/ 56 w 98"/>
                    <a:gd name="T15" fmla="*/ 52 h 100"/>
                    <a:gd name="T16" fmla="*/ 64 w 98"/>
                    <a:gd name="T17" fmla="*/ 60 h 100"/>
                    <a:gd name="T18" fmla="*/ 72 w 98"/>
                    <a:gd name="T19" fmla="*/ 68 h 100"/>
                    <a:gd name="T20" fmla="*/ 74 w 98"/>
                    <a:gd name="T21" fmla="*/ 72 h 100"/>
                    <a:gd name="T22" fmla="*/ 82 w 98"/>
                    <a:gd name="T23" fmla="*/ 74 h 100"/>
                    <a:gd name="T24" fmla="*/ 82 w 98"/>
                    <a:gd name="T25" fmla="*/ 78 h 100"/>
                    <a:gd name="T26" fmla="*/ 86 w 98"/>
                    <a:gd name="T27" fmla="*/ 82 h 100"/>
                    <a:gd name="T28" fmla="*/ 90 w 98"/>
                    <a:gd name="T29" fmla="*/ 86 h 100"/>
                    <a:gd name="T30" fmla="*/ 94 w 98"/>
                    <a:gd name="T31" fmla="*/ 94 h 100"/>
                    <a:gd name="T32" fmla="*/ 98 w 98"/>
                    <a:gd name="T33" fmla="*/ 94 h 100"/>
                    <a:gd name="T34" fmla="*/ 90 w 98"/>
                    <a:gd name="T35" fmla="*/ 100 h 100"/>
                    <a:gd name="T36" fmla="*/ 86 w 98"/>
                    <a:gd name="T37" fmla="*/ 98 h 100"/>
                    <a:gd name="T38" fmla="*/ 86 w 98"/>
                    <a:gd name="T39" fmla="*/ 98 h 100"/>
                    <a:gd name="T40" fmla="*/ 82 w 98"/>
                    <a:gd name="T41" fmla="*/ 94 h 100"/>
                    <a:gd name="T42" fmla="*/ 78 w 98"/>
                    <a:gd name="T43" fmla="*/ 90 h 100"/>
                    <a:gd name="T44" fmla="*/ 78 w 98"/>
                    <a:gd name="T45" fmla="*/ 86 h 100"/>
                    <a:gd name="T46" fmla="*/ 74 w 98"/>
                    <a:gd name="T47" fmla="*/ 82 h 100"/>
                    <a:gd name="T48" fmla="*/ 68 w 98"/>
                    <a:gd name="T49" fmla="*/ 78 h 100"/>
                    <a:gd name="T50" fmla="*/ 68 w 98"/>
                    <a:gd name="T51" fmla="*/ 74 h 100"/>
                    <a:gd name="T52" fmla="*/ 64 w 98"/>
                    <a:gd name="T53" fmla="*/ 68 h 100"/>
                    <a:gd name="T54" fmla="*/ 60 w 98"/>
                    <a:gd name="T55" fmla="*/ 68 h 100"/>
                    <a:gd name="T56" fmla="*/ 56 w 98"/>
                    <a:gd name="T57" fmla="*/ 64 h 100"/>
                    <a:gd name="T58" fmla="*/ 52 w 98"/>
                    <a:gd name="T59" fmla="*/ 64 h 100"/>
                    <a:gd name="T60" fmla="*/ 48 w 98"/>
                    <a:gd name="T61" fmla="*/ 64 h 100"/>
                    <a:gd name="T62" fmla="*/ 42 w 98"/>
                    <a:gd name="T63" fmla="*/ 64 h 100"/>
                    <a:gd name="T64" fmla="*/ 38 w 98"/>
                    <a:gd name="T65" fmla="*/ 60 h 100"/>
                    <a:gd name="T66" fmla="*/ 34 w 98"/>
                    <a:gd name="T67" fmla="*/ 64 h 100"/>
                    <a:gd name="T68" fmla="*/ 26 w 98"/>
                    <a:gd name="T69" fmla="*/ 60 h 100"/>
                    <a:gd name="T70" fmla="*/ 22 w 98"/>
                    <a:gd name="T71" fmla="*/ 56 h 100"/>
                    <a:gd name="T72" fmla="*/ 18 w 98"/>
                    <a:gd name="T73" fmla="*/ 72 h 100"/>
                    <a:gd name="T74" fmla="*/ 12 w 98"/>
                    <a:gd name="T75" fmla="*/ 64 h 100"/>
                    <a:gd name="T76" fmla="*/ 12 w 98"/>
                    <a:gd name="T77" fmla="*/ 68 h 100"/>
                    <a:gd name="T78" fmla="*/ 4 w 98"/>
                    <a:gd name="T79" fmla="*/ 68 h 100"/>
                    <a:gd name="T80" fmla="*/ 0 w 98"/>
                    <a:gd name="T81" fmla="*/ 52 h 100"/>
                    <a:gd name="T82" fmla="*/ 4 w 98"/>
                    <a:gd name="T83" fmla="*/ 42 h 100"/>
                    <a:gd name="T84" fmla="*/ 8 w 98"/>
                    <a:gd name="T85" fmla="*/ 34 h 100"/>
                    <a:gd name="T86" fmla="*/ 8 w 98"/>
                    <a:gd name="T87" fmla="*/ 26 h 100"/>
                    <a:gd name="T88" fmla="*/ 8 w 98"/>
                    <a:gd name="T89" fmla="*/ 18 h 100"/>
                    <a:gd name="T90" fmla="*/ 16 w 98"/>
                    <a:gd name="T91" fmla="*/ 18 h 100"/>
                    <a:gd name="T92" fmla="*/ 16 w 98"/>
                    <a:gd name="T93" fmla="*/ 16 h 100"/>
                    <a:gd name="T94" fmla="*/ 22 w 98"/>
                    <a:gd name="T95" fmla="*/ 12 h 100"/>
                    <a:gd name="T96" fmla="*/ 30 w 98"/>
                    <a:gd name="T97" fmla="*/ 8 h 100"/>
                    <a:gd name="T98" fmla="*/ 34 w 98"/>
                    <a:gd name="T99" fmla="*/ 4 h 100"/>
                    <a:gd name="T100" fmla="*/ 38 w 98"/>
                    <a:gd name="T101" fmla="*/ 16 h 100"/>
                    <a:gd name="T102" fmla="*/ 42 w 98"/>
                    <a:gd name="T103" fmla="*/ 26 h 100"/>
                    <a:gd name="T104" fmla="*/ 42 w 98"/>
                    <a:gd name="T105" fmla="*/ 30 h 100"/>
                    <a:gd name="T106" fmla="*/ 52 w 98"/>
                    <a:gd name="T107" fmla="*/ 42 h 100"/>
                    <a:gd name="T108" fmla="*/ 52 w 98"/>
                    <a:gd name="T109" fmla="*/ 42 h 100"/>
                    <a:gd name="T110" fmla="*/ 56 w 98"/>
                    <a:gd name="T111" fmla="*/ 42 h 100"/>
                    <a:gd name="T112" fmla="*/ 56 w 98"/>
                    <a:gd name="T113" fmla="*/ 42 h 100"/>
                    <a:gd name="T114" fmla="*/ 56 w 98"/>
                    <a:gd name="T115" fmla="*/ 44 h 100"/>
                    <a:gd name="T116" fmla="*/ 52 w 98"/>
                    <a:gd name="T117" fmla="*/ 42 h 100"/>
                    <a:gd name="T118" fmla="*/ 52 w 98"/>
                    <a:gd name="T119" fmla="*/ 42 h 100"/>
                    <a:gd name="T120" fmla="*/ 52 w 98"/>
                    <a:gd name="T121" fmla="*/ 42 h 100"/>
                    <a:gd name="T122" fmla="*/ 52 w 98"/>
                    <a:gd name="T123" fmla="*/ 38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98" h="100">
                      <a:moveTo>
                        <a:pt x="42" y="30"/>
                      </a:moveTo>
                      <a:lnTo>
                        <a:pt x="42" y="30"/>
                      </a:lnTo>
                      <a:lnTo>
                        <a:pt x="42" y="30"/>
                      </a:lnTo>
                      <a:lnTo>
                        <a:pt x="42" y="34"/>
                      </a:lnTo>
                      <a:lnTo>
                        <a:pt x="42" y="34"/>
                      </a:lnTo>
                      <a:lnTo>
                        <a:pt x="42" y="34"/>
                      </a:lnTo>
                      <a:lnTo>
                        <a:pt x="42" y="38"/>
                      </a:lnTo>
                      <a:lnTo>
                        <a:pt x="42" y="38"/>
                      </a:lnTo>
                      <a:lnTo>
                        <a:pt x="42" y="38"/>
                      </a:lnTo>
                      <a:lnTo>
                        <a:pt x="46" y="42"/>
                      </a:lnTo>
                      <a:lnTo>
                        <a:pt x="46" y="42"/>
                      </a:lnTo>
                      <a:lnTo>
                        <a:pt x="46" y="44"/>
                      </a:lnTo>
                      <a:lnTo>
                        <a:pt x="46" y="44"/>
                      </a:lnTo>
                      <a:lnTo>
                        <a:pt x="46" y="44"/>
                      </a:lnTo>
                      <a:lnTo>
                        <a:pt x="46" y="44"/>
                      </a:lnTo>
                      <a:lnTo>
                        <a:pt x="46" y="44"/>
                      </a:lnTo>
                      <a:lnTo>
                        <a:pt x="46" y="44"/>
                      </a:lnTo>
                      <a:lnTo>
                        <a:pt x="46" y="44"/>
                      </a:lnTo>
                      <a:lnTo>
                        <a:pt x="46" y="44"/>
                      </a:lnTo>
                      <a:lnTo>
                        <a:pt x="48" y="48"/>
                      </a:lnTo>
                      <a:lnTo>
                        <a:pt x="48" y="48"/>
                      </a:lnTo>
                      <a:lnTo>
                        <a:pt x="48" y="48"/>
                      </a:lnTo>
                      <a:lnTo>
                        <a:pt x="48" y="52"/>
                      </a:lnTo>
                      <a:lnTo>
                        <a:pt x="48" y="52"/>
                      </a:lnTo>
                      <a:lnTo>
                        <a:pt x="48" y="52"/>
                      </a:lnTo>
                      <a:lnTo>
                        <a:pt x="48" y="52"/>
                      </a:lnTo>
                      <a:lnTo>
                        <a:pt x="48" y="52"/>
                      </a:lnTo>
                      <a:lnTo>
                        <a:pt x="48" y="52"/>
                      </a:lnTo>
                      <a:lnTo>
                        <a:pt x="48" y="52"/>
                      </a:lnTo>
                      <a:lnTo>
                        <a:pt x="48" y="48"/>
                      </a:lnTo>
                      <a:lnTo>
                        <a:pt x="48" y="48"/>
                      </a:lnTo>
                      <a:lnTo>
                        <a:pt x="48" y="48"/>
                      </a:lnTo>
                      <a:lnTo>
                        <a:pt x="48" y="48"/>
                      </a:lnTo>
                      <a:lnTo>
                        <a:pt x="48" y="44"/>
                      </a:lnTo>
                      <a:lnTo>
                        <a:pt x="48" y="44"/>
                      </a:lnTo>
                      <a:lnTo>
                        <a:pt x="48" y="44"/>
                      </a:lnTo>
                      <a:lnTo>
                        <a:pt x="52" y="48"/>
                      </a:lnTo>
                      <a:lnTo>
                        <a:pt x="52" y="48"/>
                      </a:lnTo>
                      <a:lnTo>
                        <a:pt x="52" y="48"/>
                      </a:lnTo>
                      <a:lnTo>
                        <a:pt x="52" y="48"/>
                      </a:lnTo>
                      <a:lnTo>
                        <a:pt x="52" y="52"/>
                      </a:lnTo>
                      <a:lnTo>
                        <a:pt x="52" y="52"/>
                      </a:lnTo>
                      <a:lnTo>
                        <a:pt x="52" y="52"/>
                      </a:lnTo>
                      <a:lnTo>
                        <a:pt x="52" y="56"/>
                      </a:lnTo>
                      <a:lnTo>
                        <a:pt x="56" y="56"/>
                      </a:lnTo>
                      <a:lnTo>
                        <a:pt x="56" y="56"/>
                      </a:lnTo>
                      <a:lnTo>
                        <a:pt x="56" y="56"/>
                      </a:lnTo>
                      <a:lnTo>
                        <a:pt x="56" y="52"/>
                      </a:lnTo>
                      <a:lnTo>
                        <a:pt x="60" y="52"/>
                      </a:lnTo>
                      <a:lnTo>
                        <a:pt x="60" y="56"/>
                      </a:lnTo>
                      <a:lnTo>
                        <a:pt x="60" y="56"/>
                      </a:lnTo>
                      <a:lnTo>
                        <a:pt x="64" y="56"/>
                      </a:lnTo>
                      <a:lnTo>
                        <a:pt x="64" y="56"/>
                      </a:lnTo>
                      <a:lnTo>
                        <a:pt x="64" y="60"/>
                      </a:lnTo>
                      <a:lnTo>
                        <a:pt x="64" y="60"/>
                      </a:lnTo>
                      <a:lnTo>
                        <a:pt x="64" y="60"/>
                      </a:lnTo>
                      <a:lnTo>
                        <a:pt x="68" y="60"/>
                      </a:lnTo>
                      <a:lnTo>
                        <a:pt x="72" y="64"/>
                      </a:lnTo>
                      <a:lnTo>
                        <a:pt x="72" y="64"/>
                      </a:lnTo>
                      <a:lnTo>
                        <a:pt x="72" y="68"/>
                      </a:lnTo>
                      <a:lnTo>
                        <a:pt x="74" y="68"/>
                      </a:lnTo>
                      <a:lnTo>
                        <a:pt x="74" y="72"/>
                      </a:lnTo>
                      <a:lnTo>
                        <a:pt x="74" y="72"/>
                      </a:lnTo>
                      <a:lnTo>
                        <a:pt x="74" y="72"/>
                      </a:lnTo>
                      <a:lnTo>
                        <a:pt x="74" y="72"/>
                      </a:lnTo>
                      <a:lnTo>
                        <a:pt x="74" y="72"/>
                      </a:lnTo>
                      <a:lnTo>
                        <a:pt x="78" y="74"/>
                      </a:lnTo>
                      <a:lnTo>
                        <a:pt x="78" y="74"/>
                      </a:lnTo>
                      <a:lnTo>
                        <a:pt x="78" y="74"/>
                      </a:lnTo>
                      <a:lnTo>
                        <a:pt x="78" y="74"/>
                      </a:lnTo>
                      <a:lnTo>
                        <a:pt x="82" y="74"/>
                      </a:lnTo>
                      <a:lnTo>
                        <a:pt x="82" y="74"/>
                      </a:lnTo>
                      <a:lnTo>
                        <a:pt x="82" y="78"/>
                      </a:lnTo>
                      <a:lnTo>
                        <a:pt x="82" y="78"/>
                      </a:lnTo>
                      <a:lnTo>
                        <a:pt x="82" y="78"/>
                      </a:lnTo>
                      <a:lnTo>
                        <a:pt x="82" y="78"/>
                      </a:lnTo>
                      <a:lnTo>
                        <a:pt x="82" y="78"/>
                      </a:lnTo>
                      <a:lnTo>
                        <a:pt x="82" y="78"/>
                      </a:lnTo>
                      <a:lnTo>
                        <a:pt x="82" y="78"/>
                      </a:lnTo>
                      <a:lnTo>
                        <a:pt x="82" y="78"/>
                      </a:lnTo>
                      <a:lnTo>
                        <a:pt x="82" y="78"/>
                      </a:lnTo>
                      <a:lnTo>
                        <a:pt x="86" y="78"/>
                      </a:lnTo>
                      <a:lnTo>
                        <a:pt x="86" y="82"/>
                      </a:lnTo>
                      <a:lnTo>
                        <a:pt x="86" y="82"/>
                      </a:lnTo>
                      <a:lnTo>
                        <a:pt x="86" y="82"/>
                      </a:lnTo>
                      <a:lnTo>
                        <a:pt x="86" y="86"/>
                      </a:lnTo>
                      <a:lnTo>
                        <a:pt x="86" y="86"/>
                      </a:lnTo>
                      <a:lnTo>
                        <a:pt x="86" y="86"/>
                      </a:lnTo>
                      <a:lnTo>
                        <a:pt x="90" y="86"/>
                      </a:lnTo>
                      <a:lnTo>
                        <a:pt x="90" y="86"/>
                      </a:lnTo>
                      <a:lnTo>
                        <a:pt x="90" y="90"/>
                      </a:lnTo>
                      <a:lnTo>
                        <a:pt x="90" y="90"/>
                      </a:lnTo>
                      <a:lnTo>
                        <a:pt x="90" y="90"/>
                      </a:lnTo>
                      <a:lnTo>
                        <a:pt x="90" y="90"/>
                      </a:lnTo>
                      <a:lnTo>
                        <a:pt x="94" y="94"/>
                      </a:lnTo>
                      <a:lnTo>
                        <a:pt x="94" y="94"/>
                      </a:lnTo>
                      <a:lnTo>
                        <a:pt x="94" y="94"/>
                      </a:lnTo>
                      <a:lnTo>
                        <a:pt x="94" y="90"/>
                      </a:lnTo>
                      <a:lnTo>
                        <a:pt x="94" y="90"/>
                      </a:lnTo>
                      <a:lnTo>
                        <a:pt x="94" y="90"/>
                      </a:lnTo>
                      <a:lnTo>
                        <a:pt x="98" y="94"/>
                      </a:lnTo>
                      <a:lnTo>
                        <a:pt x="98" y="94"/>
                      </a:lnTo>
                      <a:lnTo>
                        <a:pt x="98" y="94"/>
                      </a:lnTo>
                      <a:lnTo>
                        <a:pt x="94" y="94"/>
                      </a:lnTo>
                      <a:lnTo>
                        <a:pt x="90" y="98"/>
                      </a:lnTo>
                      <a:lnTo>
                        <a:pt x="90" y="98"/>
                      </a:lnTo>
                      <a:lnTo>
                        <a:pt x="90" y="98"/>
                      </a:lnTo>
                      <a:lnTo>
                        <a:pt x="90" y="100"/>
                      </a:lnTo>
                      <a:lnTo>
                        <a:pt x="90" y="100"/>
                      </a:lnTo>
                      <a:lnTo>
                        <a:pt x="90" y="98"/>
                      </a:lnTo>
                      <a:lnTo>
                        <a:pt x="90" y="98"/>
                      </a:lnTo>
                      <a:lnTo>
                        <a:pt x="90" y="98"/>
                      </a:lnTo>
                      <a:lnTo>
                        <a:pt x="86" y="98"/>
                      </a:lnTo>
                      <a:lnTo>
                        <a:pt x="86" y="98"/>
                      </a:lnTo>
                      <a:lnTo>
                        <a:pt x="86" y="98"/>
                      </a:lnTo>
                      <a:lnTo>
                        <a:pt x="86" y="98"/>
                      </a:lnTo>
                      <a:lnTo>
                        <a:pt x="86" y="98"/>
                      </a:lnTo>
                      <a:lnTo>
                        <a:pt x="86" y="98"/>
                      </a:lnTo>
                      <a:lnTo>
                        <a:pt x="86" y="98"/>
                      </a:lnTo>
                      <a:lnTo>
                        <a:pt x="86" y="98"/>
                      </a:lnTo>
                      <a:lnTo>
                        <a:pt x="86" y="98"/>
                      </a:lnTo>
                      <a:lnTo>
                        <a:pt x="82" y="98"/>
                      </a:lnTo>
                      <a:lnTo>
                        <a:pt x="82" y="94"/>
                      </a:lnTo>
                      <a:lnTo>
                        <a:pt x="82" y="94"/>
                      </a:lnTo>
                      <a:lnTo>
                        <a:pt x="82" y="94"/>
                      </a:lnTo>
                      <a:lnTo>
                        <a:pt x="82" y="94"/>
                      </a:lnTo>
                      <a:lnTo>
                        <a:pt x="82" y="94"/>
                      </a:lnTo>
                      <a:lnTo>
                        <a:pt x="82" y="94"/>
                      </a:lnTo>
                      <a:lnTo>
                        <a:pt x="82" y="94"/>
                      </a:lnTo>
                      <a:lnTo>
                        <a:pt x="82" y="90"/>
                      </a:lnTo>
                      <a:lnTo>
                        <a:pt x="78" y="90"/>
                      </a:lnTo>
                      <a:lnTo>
                        <a:pt x="78" y="90"/>
                      </a:lnTo>
                      <a:lnTo>
                        <a:pt x="78" y="90"/>
                      </a:lnTo>
                      <a:lnTo>
                        <a:pt x="78" y="90"/>
                      </a:lnTo>
                      <a:lnTo>
                        <a:pt x="78" y="90"/>
                      </a:lnTo>
                      <a:lnTo>
                        <a:pt x="78" y="90"/>
                      </a:lnTo>
                      <a:lnTo>
                        <a:pt x="78" y="86"/>
                      </a:lnTo>
                      <a:lnTo>
                        <a:pt x="78" y="86"/>
                      </a:lnTo>
                      <a:lnTo>
                        <a:pt x="78" y="86"/>
                      </a:lnTo>
                      <a:lnTo>
                        <a:pt x="78" y="86"/>
                      </a:lnTo>
                      <a:lnTo>
                        <a:pt x="78" y="86"/>
                      </a:lnTo>
                      <a:lnTo>
                        <a:pt x="74" y="86"/>
                      </a:lnTo>
                      <a:lnTo>
                        <a:pt x="74" y="82"/>
                      </a:lnTo>
                      <a:lnTo>
                        <a:pt x="74" y="82"/>
                      </a:lnTo>
                      <a:lnTo>
                        <a:pt x="74" y="82"/>
                      </a:lnTo>
                      <a:lnTo>
                        <a:pt x="74" y="82"/>
                      </a:lnTo>
                      <a:lnTo>
                        <a:pt x="74" y="82"/>
                      </a:lnTo>
                      <a:lnTo>
                        <a:pt x="72" y="82"/>
                      </a:lnTo>
                      <a:lnTo>
                        <a:pt x="68" y="78"/>
                      </a:lnTo>
                      <a:lnTo>
                        <a:pt x="68" y="78"/>
                      </a:lnTo>
                      <a:lnTo>
                        <a:pt x="68" y="78"/>
                      </a:lnTo>
                      <a:lnTo>
                        <a:pt x="68" y="74"/>
                      </a:lnTo>
                      <a:lnTo>
                        <a:pt x="68" y="74"/>
                      </a:lnTo>
                      <a:lnTo>
                        <a:pt x="68" y="74"/>
                      </a:lnTo>
                      <a:lnTo>
                        <a:pt x="68" y="74"/>
                      </a:lnTo>
                      <a:lnTo>
                        <a:pt x="68" y="74"/>
                      </a:lnTo>
                      <a:lnTo>
                        <a:pt x="68" y="72"/>
                      </a:lnTo>
                      <a:lnTo>
                        <a:pt x="64" y="72"/>
                      </a:lnTo>
                      <a:lnTo>
                        <a:pt x="64" y="72"/>
                      </a:lnTo>
                      <a:lnTo>
                        <a:pt x="64" y="68"/>
                      </a:lnTo>
                      <a:lnTo>
                        <a:pt x="64" y="68"/>
                      </a:lnTo>
                      <a:lnTo>
                        <a:pt x="64" y="68"/>
                      </a:lnTo>
                      <a:lnTo>
                        <a:pt x="60" y="68"/>
                      </a:lnTo>
                      <a:lnTo>
                        <a:pt x="60" y="68"/>
                      </a:lnTo>
                      <a:lnTo>
                        <a:pt x="60" y="68"/>
                      </a:lnTo>
                      <a:lnTo>
                        <a:pt x="60" y="68"/>
                      </a:lnTo>
                      <a:lnTo>
                        <a:pt x="60" y="68"/>
                      </a:lnTo>
                      <a:lnTo>
                        <a:pt x="60" y="68"/>
                      </a:lnTo>
                      <a:lnTo>
                        <a:pt x="56" y="68"/>
                      </a:lnTo>
                      <a:lnTo>
                        <a:pt x="56" y="68"/>
                      </a:lnTo>
                      <a:lnTo>
                        <a:pt x="56" y="64"/>
                      </a:lnTo>
                      <a:lnTo>
                        <a:pt x="56" y="64"/>
                      </a:lnTo>
                      <a:lnTo>
                        <a:pt x="56" y="64"/>
                      </a:lnTo>
                      <a:lnTo>
                        <a:pt x="56" y="64"/>
                      </a:lnTo>
                      <a:lnTo>
                        <a:pt x="56" y="64"/>
                      </a:lnTo>
                      <a:lnTo>
                        <a:pt x="52" y="64"/>
                      </a:lnTo>
                      <a:lnTo>
                        <a:pt x="52" y="64"/>
                      </a:lnTo>
                      <a:lnTo>
                        <a:pt x="52" y="64"/>
                      </a:lnTo>
                      <a:lnTo>
                        <a:pt x="52" y="64"/>
                      </a:lnTo>
                      <a:lnTo>
                        <a:pt x="52" y="64"/>
                      </a:lnTo>
                      <a:lnTo>
                        <a:pt x="48" y="64"/>
                      </a:lnTo>
                      <a:lnTo>
                        <a:pt x="48" y="64"/>
                      </a:lnTo>
                      <a:lnTo>
                        <a:pt x="48" y="64"/>
                      </a:lnTo>
                      <a:lnTo>
                        <a:pt x="48" y="64"/>
                      </a:lnTo>
                      <a:lnTo>
                        <a:pt x="48" y="64"/>
                      </a:lnTo>
                      <a:lnTo>
                        <a:pt x="48" y="64"/>
                      </a:lnTo>
                      <a:lnTo>
                        <a:pt x="48" y="64"/>
                      </a:lnTo>
                      <a:lnTo>
                        <a:pt x="46" y="64"/>
                      </a:lnTo>
                      <a:lnTo>
                        <a:pt x="46" y="60"/>
                      </a:lnTo>
                      <a:lnTo>
                        <a:pt x="46" y="64"/>
                      </a:lnTo>
                      <a:lnTo>
                        <a:pt x="42" y="64"/>
                      </a:lnTo>
                      <a:lnTo>
                        <a:pt x="42" y="64"/>
                      </a:lnTo>
                      <a:lnTo>
                        <a:pt x="42" y="64"/>
                      </a:lnTo>
                      <a:lnTo>
                        <a:pt x="42" y="64"/>
                      </a:lnTo>
                      <a:lnTo>
                        <a:pt x="42" y="60"/>
                      </a:lnTo>
                      <a:lnTo>
                        <a:pt x="42" y="60"/>
                      </a:lnTo>
                      <a:lnTo>
                        <a:pt x="42" y="60"/>
                      </a:lnTo>
                      <a:lnTo>
                        <a:pt x="38" y="60"/>
                      </a:lnTo>
                      <a:lnTo>
                        <a:pt x="38" y="60"/>
                      </a:lnTo>
                      <a:lnTo>
                        <a:pt x="38" y="60"/>
                      </a:lnTo>
                      <a:lnTo>
                        <a:pt x="38" y="60"/>
                      </a:lnTo>
                      <a:lnTo>
                        <a:pt x="38" y="64"/>
                      </a:lnTo>
                      <a:lnTo>
                        <a:pt x="38" y="64"/>
                      </a:lnTo>
                      <a:lnTo>
                        <a:pt x="34" y="64"/>
                      </a:lnTo>
                      <a:lnTo>
                        <a:pt x="30" y="64"/>
                      </a:lnTo>
                      <a:lnTo>
                        <a:pt x="30" y="64"/>
                      </a:lnTo>
                      <a:lnTo>
                        <a:pt x="26" y="64"/>
                      </a:lnTo>
                      <a:lnTo>
                        <a:pt x="26" y="60"/>
                      </a:lnTo>
                      <a:lnTo>
                        <a:pt x="26" y="60"/>
                      </a:lnTo>
                      <a:lnTo>
                        <a:pt x="26" y="60"/>
                      </a:lnTo>
                      <a:lnTo>
                        <a:pt x="26" y="60"/>
                      </a:lnTo>
                      <a:lnTo>
                        <a:pt x="26" y="60"/>
                      </a:lnTo>
                      <a:lnTo>
                        <a:pt x="22" y="60"/>
                      </a:lnTo>
                      <a:lnTo>
                        <a:pt x="22" y="60"/>
                      </a:lnTo>
                      <a:lnTo>
                        <a:pt x="22" y="56"/>
                      </a:lnTo>
                      <a:lnTo>
                        <a:pt x="22" y="56"/>
                      </a:lnTo>
                      <a:lnTo>
                        <a:pt x="22" y="56"/>
                      </a:lnTo>
                      <a:lnTo>
                        <a:pt x="22" y="56"/>
                      </a:lnTo>
                      <a:lnTo>
                        <a:pt x="22" y="56"/>
                      </a:lnTo>
                      <a:lnTo>
                        <a:pt x="22" y="60"/>
                      </a:lnTo>
                      <a:lnTo>
                        <a:pt x="18" y="64"/>
                      </a:lnTo>
                      <a:lnTo>
                        <a:pt x="18" y="72"/>
                      </a:lnTo>
                      <a:lnTo>
                        <a:pt x="16" y="72"/>
                      </a:lnTo>
                      <a:lnTo>
                        <a:pt x="16" y="68"/>
                      </a:lnTo>
                      <a:lnTo>
                        <a:pt x="16" y="64"/>
                      </a:lnTo>
                      <a:lnTo>
                        <a:pt x="16" y="64"/>
                      </a:lnTo>
                      <a:lnTo>
                        <a:pt x="16" y="64"/>
                      </a:lnTo>
                      <a:lnTo>
                        <a:pt x="12" y="64"/>
                      </a:lnTo>
                      <a:lnTo>
                        <a:pt x="12" y="64"/>
                      </a:lnTo>
                      <a:lnTo>
                        <a:pt x="12" y="64"/>
                      </a:lnTo>
                      <a:lnTo>
                        <a:pt x="12" y="64"/>
                      </a:lnTo>
                      <a:lnTo>
                        <a:pt x="12" y="64"/>
                      </a:lnTo>
                      <a:lnTo>
                        <a:pt x="12" y="68"/>
                      </a:lnTo>
                      <a:lnTo>
                        <a:pt x="12" y="68"/>
                      </a:lnTo>
                      <a:lnTo>
                        <a:pt x="8" y="68"/>
                      </a:lnTo>
                      <a:lnTo>
                        <a:pt x="8" y="68"/>
                      </a:lnTo>
                      <a:lnTo>
                        <a:pt x="8" y="68"/>
                      </a:lnTo>
                      <a:lnTo>
                        <a:pt x="8" y="68"/>
                      </a:lnTo>
                      <a:lnTo>
                        <a:pt x="4" y="68"/>
                      </a:lnTo>
                      <a:lnTo>
                        <a:pt x="4" y="68"/>
                      </a:lnTo>
                      <a:lnTo>
                        <a:pt x="4" y="68"/>
                      </a:lnTo>
                      <a:lnTo>
                        <a:pt x="4" y="68"/>
                      </a:lnTo>
                      <a:lnTo>
                        <a:pt x="4" y="68"/>
                      </a:lnTo>
                      <a:lnTo>
                        <a:pt x="4" y="64"/>
                      </a:lnTo>
                      <a:lnTo>
                        <a:pt x="0" y="52"/>
                      </a:lnTo>
                      <a:lnTo>
                        <a:pt x="0" y="52"/>
                      </a:lnTo>
                      <a:lnTo>
                        <a:pt x="0" y="52"/>
                      </a:lnTo>
                      <a:lnTo>
                        <a:pt x="4" y="48"/>
                      </a:lnTo>
                      <a:lnTo>
                        <a:pt x="4" y="48"/>
                      </a:lnTo>
                      <a:lnTo>
                        <a:pt x="4" y="44"/>
                      </a:lnTo>
                      <a:lnTo>
                        <a:pt x="4" y="44"/>
                      </a:lnTo>
                      <a:lnTo>
                        <a:pt x="4" y="42"/>
                      </a:lnTo>
                      <a:lnTo>
                        <a:pt x="4" y="42"/>
                      </a:lnTo>
                      <a:lnTo>
                        <a:pt x="8" y="42"/>
                      </a:lnTo>
                      <a:lnTo>
                        <a:pt x="8" y="38"/>
                      </a:lnTo>
                      <a:lnTo>
                        <a:pt x="8" y="34"/>
                      </a:lnTo>
                      <a:lnTo>
                        <a:pt x="8" y="34"/>
                      </a:lnTo>
                      <a:lnTo>
                        <a:pt x="8" y="34"/>
                      </a:lnTo>
                      <a:lnTo>
                        <a:pt x="8" y="30"/>
                      </a:lnTo>
                      <a:lnTo>
                        <a:pt x="8" y="30"/>
                      </a:lnTo>
                      <a:lnTo>
                        <a:pt x="8" y="30"/>
                      </a:lnTo>
                      <a:lnTo>
                        <a:pt x="8" y="26"/>
                      </a:lnTo>
                      <a:lnTo>
                        <a:pt x="8" y="26"/>
                      </a:lnTo>
                      <a:lnTo>
                        <a:pt x="8" y="26"/>
                      </a:lnTo>
                      <a:lnTo>
                        <a:pt x="8" y="26"/>
                      </a:lnTo>
                      <a:lnTo>
                        <a:pt x="8" y="26"/>
                      </a:lnTo>
                      <a:lnTo>
                        <a:pt x="8" y="22"/>
                      </a:lnTo>
                      <a:lnTo>
                        <a:pt x="8" y="22"/>
                      </a:lnTo>
                      <a:lnTo>
                        <a:pt x="8" y="22"/>
                      </a:lnTo>
                      <a:lnTo>
                        <a:pt x="8" y="18"/>
                      </a:lnTo>
                      <a:lnTo>
                        <a:pt x="8" y="18"/>
                      </a:lnTo>
                      <a:lnTo>
                        <a:pt x="12" y="18"/>
                      </a:lnTo>
                      <a:lnTo>
                        <a:pt x="12" y="18"/>
                      </a:lnTo>
                      <a:lnTo>
                        <a:pt x="12" y="18"/>
                      </a:lnTo>
                      <a:lnTo>
                        <a:pt x="12" y="18"/>
                      </a:lnTo>
                      <a:lnTo>
                        <a:pt x="16" y="18"/>
                      </a:lnTo>
                      <a:lnTo>
                        <a:pt x="16" y="18"/>
                      </a:lnTo>
                      <a:lnTo>
                        <a:pt x="16" y="18"/>
                      </a:lnTo>
                      <a:lnTo>
                        <a:pt x="16" y="16"/>
                      </a:lnTo>
                      <a:lnTo>
                        <a:pt x="16" y="16"/>
                      </a:lnTo>
                      <a:lnTo>
                        <a:pt x="16" y="16"/>
                      </a:lnTo>
                      <a:lnTo>
                        <a:pt x="16" y="16"/>
                      </a:lnTo>
                      <a:lnTo>
                        <a:pt x="18" y="12"/>
                      </a:lnTo>
                      <a:lnTo>
                        <a:pt x="18" y="12"/>
                      </a:lnTo>
                      <a:lnTo>
                        <a:pt x="18" y="12"/>
                      </a:lnTo>
                      <a:lnTo>
                        <a:pt x="22" y="12"/>
                      </a:lnTo>
                      <a:lnTo>
                        <a:pt x="22" y="12"/>
                      </a:lnTo>
                      <a:lnTo>
                        <a:pt x="22" y="12"/>
                      </a:lnTo>
                      <a:lnTo>
                        <a:pt x="22" y="12"/>
                      </a:lnTo>
                      <a:lnTo>
                        <a:pt x="22" y="8"/>
                      </a:lnTo>
                      <a:lnTo>
                        <a:pt x="26" y="12"/>
                      </a:lnTo>
                      <a:lnTo>
                        <a:pt x="26" y="12"/>
                      </a:lnTo>
                      <a:lnTo>
                        <a:pt x="26" y="12"/>
                      </a:lnTo>
                      <a:lnTo>
                        <a:pt x="30" y="8"/>
                      </a:lnTo>
                      <a:lnTo>
                        <a:pt x="30" y="4"/>
                      </a:lnTo>
                      <a:lnTo>
                        <a:pt x="30" y="4"/>
                      </a:lnTo>
                      <a:lnTo>
                        <a:pt x="30" y="4"/>
                      </a:lnTo>
                      <a:lnTo>
                        <a:pt x="30" y="0"/>
                      </a:lnTo>
                      <a:lnTo>
                        <a:pt x="34" y="4"/>
                      </a:lnTo>
                      <a:lnTo>
                        <a:pt x="34" y="4"/>
                      </a:lnTo>
                      <a:lnTo>
                        <a:pt x="34" y="4"/>
                      </a:lnTo>
                      <a:lnTo>
                        <a:pt x="34" y="8"/>
                      </a:lnTo>
                      <a:lnTo>
                        <a:pt x="34" y="8"/>
                      </a:lnTo>
                      <a:lnTo>
                        <a:pt x="38" y="12"/>
                      </a:lnTo>
                      <a:lnTo>
                        <a:pt x="38" y="12"/>
                      </a:lnTo>
                      <a:lnTo>
                        <a:pt x="38" y="16"/>
                      </a:lnTo>
                      <a:lnTo>
                        <a:pt x="38" y="18"/>
                      </a:lnTo>
                      <a:lnTo>
                        <a:pt x="38" y="22"/>
                      </a:lnTo>
                      <a:lnTo>
                        <a:pt x="38" y="22"/>
                      </a:lnTo>
                      <a:lnTo>
                        <a:pt x="42" y="22"/>
                      </a:lnTo>
                      <a:lnTo>
                        <a:pt x="42" y="26"/>
                      </a:lnTo>
                      <a:lnTo>
                        <a:pt x="42" y="26"/>
                      </a:lnTo>
                      <a:lnTo>
                        <a:pt x="42" y="26"/>
                      </a:lnTo>
                      <a:lnTo>
                        <a:pt x="42" y="26"/>
                      </a:lnTo>
                      <a:lnTo>
                        <a:pt x="42" y="26"/>
                      </a:lnTo>
                      <a:lnTo>
                        <a:pt x="42" y="30"/>
                      </a:lnTo>
                      <a:lnTo>
                        <a:pt x="42" y="30"/>
                      </a:lnTo>
                      <a:lnTo>
                        <a:pt x="42" y="30"/>
                      </a:lnTo>
                      <a:lnTo>
                        <a:pt x="42" y="30"/>
                      </a:lnTo>
                      <a:lnTo>
                        <a:pt x="42" y="30"/>
                      </a:lnTo>
                      <a:close/>
                      <a:moveTo>
                        <a:pt x="52" y="38"/>
                      </a:moveTo>
                      <a:lnTo>
                        <a:pt x="52" y="38"/>
                      </a:lnTo>
                      <a:lnTo>
                        <a:pt x="52" y="38"/>
                      </a:lnTo>
                      <a:lnTo>
                        <a:pt x="52" y="42"/>
                      </a:lnTo>
                      <a:lnTo>
                        <a:pt x="52" y="42"/>
                      </a:lnTo>
                      <a:lnTo>
                        <a:pt x="52" y="42"/>
                      </a:lnTo>
                      <a:lnTo>
                        <a:pt x="52" y="42"/>
                      </a:lnTo>
                      <a:lnTo>
                        <a:pt x="52" y="42"/>
                      </a:lnTo>
                      <a:lnTo>
                        <a:pt x="52" y="42"/>
                      </a:lnTo>
                      <a:lnTo>
                        <a:pt x="52" y="42"/>
                      </a:lnTo>
                      <a:lnTo>
                        <a:pt x="52" y="42"/>
                      </a:lnTo>
                      <a:lnTo>
                        <a:pt x="56" y="42"/>
                      </a:lnTo>
                      <a:lnTo>
                        <a:pt x="56" y="42"/>
                      </a:lnTo>
                      <a:lnTo>
                        <a:pt x="56" y="42"/>
                      </a:lnTo>
                      <a:lnTo>
                        <a:pt x="56" y="42"/>
                      </a:lnTo>
                      <a:lnTo>
                        <a:pt x="56" y="42"/>
                      </a:lnTo>
                      <a:lnTo>
                        <a:pt x="56" y="42"/>
                      </a:lnTo>
                      <a:lnTo>
                        <a:pt x="56" y="42"/>
                      </a:lnTo>
                      <a:lnTo>
                        <a:pt x="56" y="42"/>
                      </a:lnTo>
                      <a:lnTo>
                        <a:pt x="56" y="42"/>
                      </a:lnTo>
                      <a:lnTo>
                        <a:pt x="56" y="42"/>
                      </a:lnTo>
                      <a:lnTo>
                        <a:pt x="56" y="42"/>
                      </a:lnTo>
                      <a:lnTo>
                        <a:pt x="56" y="42"/>
                      </a:lnTo>
                      <a:lnTo>
                        <a:pt x="56" y="44"/>
                      </a:lnTo>
                      <a:lnTo>
                        <a:pt x="56" y="44"/>
                      </a:lnTo>
                      <a:lnTo>
                        <a:pt x="56" y="44"/>
                      </a:lnTo>
                      <a:lnTo>
                        <a:pt x="56" y="44"/>
                      </a:lnTo>
                      <a:lnTo>
                        <a:pt x="56" y="44"/>
                      </a:lnTo>
                      <a:lnTo>
                        <a:pt x="52" y="44"/>
                      </a:lnTo>
                      <a:lnTo>
                        <a:pt x="52" y="44"/>
                      </a:lnTo>
                      <a:lnTo>
                        <a:pt x="52" y="44"/>
                      </a:lnTo>
                      <a:lnTo>
                        <a:pt x="52" y="44"/>
                      </a:lnTo>
                      <a:lnTo>
                        <a:pt x="52" y="44"/>
                      </a:lnTo>
                      <a:lnTo>
                        <a:pt x="52" y="42"/>
                      </a:lnTo>
                      <a:lnTo>
                        <a:pt x="52" y="42"/>
                      </a:lnTo>
                      <a:lnTo>
                        <a:pt x="52" y="42"/>
                      </a:lnTo>
                      <a:lnTo>
                        <a:pt x="52" y="42"/>
                      </a:lnTo>
                      <a:lnTo>
                        <a:pt x="52" y="42"/>
                      </a:lnTo>
                      <a:lnTo>
                        <a:pt x="52" y="42"/>
                      </a:lnTo>
                      <a:lnTo>
                        <a:pt x="52" y="42"/>
                      </a:lnTo>
                      <a:lnTo>
                        <a:pt x="52" y="42"/>
                      </a:lnTo>
                      <a:lnTo>
                        <a:pt x="52" y="42"/>
                      </a:lnTo>
                      <a:lnTo>
                        <a:pt x="52" y="42"/>
                      </a:lnTo>
                      <a:lnTo>
                        <a:pt x="52" y="42"/>
                      </a:lnTo>
                      <a:lnTo>
                        <a:pt x="52" y="42"/>
                      </a:lnTo>
                      <a:lnTo>
                        <a:pt x="52" y="42"/>
                      </a:lnTo>
                      <a:lnTo>
                        <a:pt x="52" y="42"/>
                      </a:lnTo>
                      <a:lnTo>
                        <a:pt x="52" y="42"/>
                      </a:lnTo>
                      <a:lnTo>
                        <a:pt x="52" y="42"/>
                      </a:lnTo>
                      <a:lnTo>
                        <a:pt x="52" y="42"/>
                      </a:lnTo>
                      <a:lnTo>
                        <a:pt x="52" y="42"/>
                      </a:lnTo>
                      <a:lnTo>
                        <a:pt x="52" y="38"/>
                      </a:lnTo>
                      <a:lnTo>
                        <a:pt x="52" y="38"/>
                      </a:lnTo>
                      <a:lnTo>
                        <a:pt x="52" y="38"/>
                      </a:lnTo>
                      <a:lnTo>
                        <a:pt x="52" y="38"/>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156" name="Freeform 145">
                  <a:extLst>
                    <a:ext uri="{FF2B5EF4-FFF2-40B4-BE49-F238E27FC236}">
                      <a16:creationId xmlns:a16="http://schemas.microsoft.com/office/drawing/2014/main" id="{1591A965-6ADE-1333-9618-A2C0F0F1DEF2}"/>
                    </a:ext>
                  </a:extLst>
                </p:cNvPr>
                <p:cNvSpPr>
                  <a:spLocks/>
                </p:cNvSpPr>
                <p:nvPr/>
              </p:nvSpPr>
              <p:spPr bwMode="gray">
                <a:xfrm>
                  <a:off x="5610452" y="4074441"/>
                  <a:ext cx="368724" cy="344373"/>
                </a:xfrm>
                <a:custGeom>
                  <a:avLst/>
                  <a:gdLst>
                    <a:gd name="T0" fmla="*/ 172 w 212"/>
                    <a:gd name="T1" fmla="*/ 172 h 198"/>
                    <a:gd name="T2" fmla="*/ 152 w 212"/>
                    <a:gd name="T3" fmla="*/ 172 h 198"/>
                    <a:gd name="T4" fmla="*/ 142 w 212"/>
                    <a:gd name="T5" fmla="*/ 176 h 198"/>
                    <a:gd name="T6" fmla="*/ 134 w 212"/>
                    <a:gd name="T7" fmla="*/ 184 h 198"/>
                    <a:gd name="T8" fmla="*/ 122 w 212"/>
                    <a:gd name="T9" fmla="*/ 188 h 198"/>
                    <a:gd name="T10" fmla="*/ 108 w 212"/>
                    <a:gd name="T11" fmla="*/ 184 h 198"/>
                    <a:gd name="T12" fmla="*/ 96 w 212"/>
                    <a:gd name="T13" fmla="*/ 194 h 198"/>
                    <a:gd name="T14" fmla="*/ 90 w 212"/>
                    <a:gd name="T15" fmla="*/ 194 h 198"/>
                    <a:gd name="T16" fmla="*/ 78 w 212"/>
                    <a:gd name="T17" fmla="*/ 194 h 198"/>
                    <a:gd name="T18" fmla="*/ 60 w 212"/>
                    <a:gd name="T19" fmla="*/ 184 h 198"/>
                    <a:gd name="T20" fmla="*/ 48 w 212"/>
                    <a:gd name="T21" fmla="*/ 180 h 198"/>
                    <a:gd name="T22" fmla="*/ 40 w 212"/>
                    <a:gd name="T23" fmla="*/ 168 h 198"/>
                    <a:gd name="T24" fmla="*/ 32 w 212"/>
                    <a:gd name="T25" fmla="*/ 162 h 198"/>
                    <a:gd name="T26" fmla="*/ 30 w 212"/>
                    <a:gd name="T27" fmla="*/ 150 h 198"/>
                    <a:gd name="T28" fmla="*/ 22 w 212"/>
                    <a:gd name="T29" fmla="*/ 142 h 198"/>
                    <a:gd name="T30" fmla="*/ 14 w 212"/>
                    <a:gd name="T31" fmla="*/ 132 h 198"/>
                    <a:gd name="T32" fmla="*/ 4 w 212"/>
                    <a:gd name="T33" fmla="*/ 124 h 198"/>
                    <a:gd name="T34" fmla="*/ 4 w 212"/>
                    <a:gd name="T35" fmla="*/ 112 h 198"/>
                    <a:gd name="T36" fmla="*/ 14 w 212"/>
                    <a:gd name="T37" fmla="*/ 110 h 198"/>
                    <a:gd name="T38" fmla="*/ 18 w 212"/>
                    <a:gd name="T39" fmla="*/ 90 h 198"/>
                    <a:gd name="T40" fmla="*/ 18 w 212"/>
                    <a:gd name="T41" fmla="*/ 76 h 198"/>
                    <a:gd name="T42" fmla="*/ 30 w 212"/>
                    <a:gd name="T43" fmla="*/ 72 h 198"/>
                    <a:gd name="T44" fmla="*/ 30 w 212"/>
                    <a:gd name="T45" fmla="*/ 56 h 198"/>
                    <a:gd name="T46" fmla="*/ 36 w 212"/>
                    <a:gd name="T47" fmla="*/ 42 h 198"/>
                    <a:gd name="T48" fmla="*/ 44 w 212"/>
                    <a:gd name="T49" fmla="*/ 34 h 198"/>
                    <a:gd name="T50" fmla="*/ 48 w 212"/>
                    <a:gd name="T51" fmla="*/ 16 h 198"/>
                    <a:gd name="T52" fmla="*/ 60 w 212"/>
                    <a:gd name="T53" fmla="*/ 8 h 198"/>
                    <a:gd name="T54" fmla="*/ 66 w 212"/>
                    <a:gd name="T55" fmla="*/ 16 h 198"/>
                    <a:gd name="T56" fmla="*/ 70 w 212"/>
                    <a:gd name="T57" fmla="*/ 4 h 198"/>
                    <a:gd name="T58" fmla="*/ 82 w 212"/>
                    <a:gd name="T59" fmla="*/ 8 h 198"/>
                    <a:gd name="T60" fmla="*/ 90 w 212"/>
                    <a:gd name="T61" fmla="*/ 8 h 198"/>
                    <a:gd name="T62" fmla="*/ 96 w 212"/>
                    <a:gd name="T63" fmla="*/ 8 h 198"/>
                    <a:gd name="T64" fmla="*/ 108 w 212"/>
                    <a:gd name="T65" fmla="*/ 12 h 198"/>
                    <a:gd name="T66" fmla="*/ 116 w 212"/>
                    <a:gd name="T67" fmla="*/ 20 h 198"/>
                    <a:gd name="T68" fmla="*/ 122 w 212"/>
                    <a:gd name="T69" fmla="*/ 30 h 198"/>
                    <a:gd name="T70" fmla="*/ 130 w 212"/>
                    <a:gd name="T71" fmla="*/ 38 h 198"/>
                    <a:gd name="T72" fmla="*/ 130 w 212"/>
                    <a:gd name="T73" fmla="*/ 46 h 198"/>
                    <a:gd name="T74" fmla="*/ 122 w 212"/>
                    <a:gd name="T75" fmla="*/ 60 h 198"/>
                    <a:gd name="T76" fmla="*/ 130 w 212"/>
                    <a:gd name="T77" fmla="*/ 68 h 198"/>
                    <a:gd name="T78" fmla="*/ 142 w 212"/>
                    <a:gd name="T79" fmla="*/ 72 h 198"/>
                    <a:gd name="T80" fmla="*/ 142 w 212"/>
                    <a:gd name="T81" fmla="*/ 82 h 198"/>
                    <a:gd name="T82" fmla="*/ 148 w 212"/>
                    <a:gd name="T83" fmla="*/ 94 h 198"/>
                    <a:gd name="T84" fmla="*/ 164 w 212"/>
                    <a:gd name="T85" fmla="*/ 106 h 198"/>
                    <a:gd name="T86" fmla="*/ 186 w 212"/>
                    <a:gd name="T87" fmla="*/ 112 h 198"/>
                    <a:gd name="T88" fmla="*/ 198 w 212"/>
                    <a:gd name="T89" fmla="*/ 120 h 198"/>
                    <a:gd name="T90" fmla="*/ 208 w 212"/>
                    <a:gd name="T91" fmla="*/ 124 h 198"/>
                    <a:gd name="T92" fmla="*/ 186 w 212"/>
                    <a:gd name="T93" fmla="*/ 150 h 198"/>
                    <a:gd name="T94" fmla="*/ 178 w 212"/>
                    <a:gd name="T95" fmla="*/ 162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12" h="198">
                      <a:moveTo>
                        <a:pt x="178" y="162"/>
                      </a:moveTo>
                      <a:lnTo>
                        <a:pt x="176" y="164"/>
                      </a:lnTo>
                      <a:lnTo>
                        <a:pt x="172" y="168"/>
                      </a:lnTo>
                      <a:lnTo>
                        <a:pt x="172" y="172"/>
                      </a:lnTo>
                      <a:lnTo>
                        <a:pt x="164" y="172"/>
                      </a:lnTo>
                      <a:lnTo>
                        <a:pt x="160" y="172"/>
                      </a:lnTo>
                      <a:lnTo>
                        <a:pt x="156" y="172"/>
                      </a:lnTo>
                      <a:lnTo>
                        <a:pt x="152" y="172"/>
                      </a:lnTo>
                      <a:lnTo>
                        <a:pt x="148" y="172"/>
                      </a:lnTo>
                      <a:lnTo>
                        <a:pt x="148" y="176"/>
                      </a:lnTo>
                      <a:lnTo>
                        <a:pt x="146" y="176"/>
                      </a:lnTo>
                      <a:lnTo>
                        <a:pt x="142" y="176"/>
                      </a:lnTo>
                      <a:lnTo>
                        <a:pt x="142" y="180"/>
                      </a:lnTo>
                      <a:lnTo>
                        <a:pt x="142" y="184"/>
                      </a:lnTo>
                      <a:lnTo>
                        <a:pt x="138" y="184"/>
                      </a:lnTo>
                      <a:lnTo>
                        <a:pt x="134" y="184"/>
                      </a:lnTo>
                      <a:lnTo>
                        <a:pt x="130" y="184"/>
                      </a:lnTo>
                      <a:lnTo>
                        <a:pt x="130" y="188"/>
                      </a:lnTo>
                      <a:lnTo>
                        <a:pt x="126" y="188"/>
                      </a:lnTo>
                      <a:lnTo>
                        <a:pt x="122" y="188"/>
                      </a:lnTo>
                      <a:lnTo>
                        <a:pt x="118" y="188"/>
                      </a:lnTo>
                      <a:lnTo>
                        <a:pt x="116" y="188"/>
                      </a:lnTo>
                      <a:lnTo>
                        <a:pt x="112" y="184"/>
                      </a:lnTo>
                      <a:lnTo>
                        <a:pt x="108" y="184"/>
                      </a:lnTo>
                      <a:lnTo>
                        <a:pt x="104" y="188"/>
                      </a:lnTo>
                      <a:lnTo>
                        <a:pt x="100" y="188"/>
                      </a:lnTo>
                      <a:lnTo>
                        <a:pt x="96" y="192"/>
                      </a:lnTo>
                      <a:lnTo>
                        <a:pt x="96" y="194"/>
                      </a:lnTo>
                      <a:lnTo>
                        <a:pt x="92" y="194"/>
                      </a:lnTo>
                      <a:lnTo>
                        <a:pt x="92" y="198"/>
                      </a:lnTo>
                      <a:lnTo>
                        <a:pt x="90" y="198"/>
                      </a:lnTo>
                      <a:lnTo>
                        <a:pt x="90" y="194"/>
                      </a:lnTo>
                      <a:lnTo>
                        <a:pt x="90" y="198"/>
                      </a:lnTo>
                      <a:lnTo>
                        <a:pt x="86" y="194"/>
                      </a:lnTo>
                      <a:lnTo>
                        <a:pt x="82" y="194"/>
                      </a:lnTo>
                      <a:lnTo>
                        <a:pt x="78" y="194"/>
                      </a:lnTo>
                      <a:lnTo>
                        <a:pt x="74" y="194"/>
                      </a:lnTo>
                      <a:lnTo>
                        <a:pt x="70" y="194"/>
                      </a:lnTo>
                      <a:lnTo>
                        <a:pt x="70" y="192"/>
                      </a:lnTo>
                      <a:lnTo>
                        <a:pt x="60" y="184"/>
                      </a:lnTo>
                      <a:lnTo>
                        <a:pt x="60" y="180"/>
                      </a:lnTo>
                      <a:lnTo>
                        <a:pt x="56" y="180"/>
                      </a:lnTo>
                      <a:lnTo>
                        <a:pt x="52" y="180"/>
                      </a:lnTo>
                      <a:lnTo>
                        <a:pt x="48" y="180"/>
                      </a:lnTo>
                      <a:lnTo>
                        <a:pt x="44" y="180"/>
                      </a:lnTo>
                      <a:lnTo>
                        <a:pt x="40" y="180"/>
                      </a:lnTo>
                      <a:lnTo>
                        <a:pt x="40" y="176"/>
                      </a:lnTo>
                      <a:lnTo>
                        <a:pt x="40" y="168"/>
                      </a:lnTo>
                      <a:lnTo>
                        <a:pt x="40" y="164"/>
                      </a:lnTo>
                      <a:lnTo>
                        <a:pt x="36" y="164"/>
                      </a:lnTo>
                      <a:lnTo>
                        <a:pt x="32" y="164"/>
                      </a:lnTo>
                      <a:lnTo>
                        <a:pt x="32" y="162"/>
                      </a:lnTo>
                      <a:lnTo>
                        <a:pt x="30" y="162"/>
                      </a:lnTo>
                      <a:lnTo>
                        <a:pt x="30" y="158"/>
                      </a:lnTo>
                      <a:lnTo>
                        <a:pt x="30" y="154"/>
                      </a:lnTo>
                      <a:lnTo>
                        <a:pt x="30" y="150"/>
                      </a:lnTo>
                      <a:lnTo>
                        <a:pt x="26" y="150"/>
                      </a:lnTo>
                      <a:lnTo>
                        <a:pt x="26" y="146"/>
                      </a:lnTo>
                      <a:lnTo>
                        <a:pt x="26" y="142"/>
                      </a:lnTo>
                      <a:lnTo>
                        <a:pt x="22" y="142"/>
                      </a:lnTo>
                      <a:lnTo>
                        <a:pt x="22" y="138"/>
                      </a:lnTo>
                      <a:lnTo>
                        <a:pt x="18" y="138"/>
                      </a:lnTo>
                      <a:lnTo>
                        <a:pt x="18" y="136"/>
                      </a:lnTo>
                      <a:lnTo>
                        <a:pt x="14" y="132"/>
                      </a:lnTo>
                      <a:lnTo>
                        <a:pt x="14" y="128"/>
                      </a:lnTo>
                      <a:lnTo>
                        <a:pt x="10" y="124"/>
                      </a:lnTo>
                      <a:lnTo>
                        <a:pt x="6" y="124"/>
                      </a:lnTo>
                      <a:lnTo>
                        <a:pt x="4" y="124"/>
                      </a:lnTo>
                      <a:lnTo>
                        <a:pt x="0" y="124"/>
                      </a:lnTo>
                      <a:lnTo>
                        <a:pt x="0" y="120"/>
                      </a:lnTo>
                      <a:lnTo>
                        <a:pt x="4" y="116"/>
                      </a:lnTo>
                      <a:lnTo>
                        <a:pt x="4" y="112"/>
                      </a:lnTo>
                      <a:lnTo>
                        <a:pt x="6" y="112"/>
                      </a:lnTo>
                      <a:lnTo>
                        <a:pt x="10" y="112"/>
                      </a:lnTo>
                      <a:lnTo>
                        <a:pt x="14" y="112"/>
                      </a:lnTo>
                      <a:lnTo>
                        <a:pt x="14" y="110"/>
                      </a:lnTo>
                      <a:lnTo>
                        <a:pt x="18" y="106"/>
                      </a:lnTo>
                      <a:lnTo>
                        <a:pt x="18" y="102"/>
                      </a:lnTo>
                      <a:lnTo>
                        <a:pt x="14" y="94"/>
                      </a:lnTo>
                      <a:lnTo>
                        <a:pt x="18" y="90"/>
                      </a:lnTo>
                      <a:lnTo>
                        <a:pt x="18" y="86"/>
                      </a:lnTo>
                      <a:lnTo>
                        <a:pt x="18" y="82"/>
                      </a:lnTo>
                      <a:lnTo>
                        <a:pt x="18" y="80"/>
                      </a:lnTo>
                      <a:lnTo>
                        <a:pt x="18" y="76"/>
                      </a:lnTo>
                      <a:lnTo>
                        <a:pt x="22" y="72"/>
                      </a:lnTo>
                      <a:lnTo>
                        <a:pt x="22" y="68"/>
                      </a:lnTo>
                      <a:lnTo>
                        <a:pt x="26" y="72"/>
                      </a:lnTo>
                      <a:lnTo>
                        <a:pt x="30" y="72"/>
                      </a:lnTo>
                      <a:lnTo>
                        <a:pt x="30" y="68"/>
                      </a:lnTo>
                      <a:lnTo>
                        <a:pt x="30" y="64"/>
                      </a:lnTo>
                      <a:lnTo>
                        <a:pt x="30" y="60"/>
                      </a:lnTo>
                      <a:lnTo>
                        <a:pt x="30" y="56"/>
                      </a:lnTo>
                      <a:lnTo>
                        <a:pt x="30" y="54"/>
                      </a:lnTo>
                      <a:lnTo>
                        <a:pt x="32" y="54"/>
                      </a:lnTo>
                      <a:lnTo>
                        <a:pt x="32" y="50"/>
                      </a:lnTo>
                      <a:lnTo>
                        <a:pt x="36" y="42"/>
                      </a:lnTo>
                      <a:lnTo>
                        <a:pt x="36" y="38"/>
                      </a:lnTo>
                      <a:lnTo>
                        <a:pt x="40" y="38"/>
                      </a:lnTo>
                      <a:lnTo>
                        <a:pt x="44" y="38"/>
                      </a:lnTo>
                      <a:lnTo>
                        <a:pt x="44" y="34"/>
                      </a:lnTo>
                      <a:lnTo>
                        <a:pt x="48" y="26"/>
                      </a:lnTo>
                      <a:lnTo>
                        <a:pt x="48" y="24"/>
                      </a:lnTo>
                      <a:lnTo>
                        <a:pt x="48" y="20"/>
                      </a:lnTo>
                      <a:lnTo>
                        <a:pt x="48" y="16"/>
                      </a:lnTo>
                      <a:lnTo>
                        <a:pt x="52" y="12"/>
                      </a:lnTo>
                      <a:lnTo>
                        <a:pt x="56" y="12"/>
                      </a:lnTo>
                      <a:lnTo>
                        <a:pt x="60" y="12"/>
                      </a:lnTo>
                      <a:lnTo>
                        <a:pt x="60" y="8"/>
                      </a:lnTo>
                      <a:lnTo>
                        <a:pt x="62" y="8"/>
                      </a:lnTo>
                      <a:lnTo>
                        <a:pt x="62" y="12"/>
                      </a:lnTo>
                      <a:lnTo>
                        <a:pt x="62" y="16"/>
                      </a:lnTo>
                      <a:lnTo>
                        <a:pt x="66" y="16"/>
                      </a:lnTo>
                      <a:lnTo>
                        <a:pt x="66" y="8"/>
                      </a:lnTo>
                      <a:lnTo>
                        <a:pt x="70" y="4"/>
                      </a:lnTo>
                      <a:lnTo>
                        <a:pt x="70" y="0"/>
                      </a:lnTo>
                      <a:lnTo>
                        <a:pt x="70" y="4"/>
                      </a:lnTo>
                      <a:lnTo>
                        <a:pt x="74" y="4"/>
                      </a:lnTo>
                      <a:lnTo>
                        <a:pt x="74" y="8"/>
                      </a:lnTo>
                      <a:lnTo>
                        <a:pt x="78" y="8"/>
                      </a:lnTo>
                      <a:lnTo>
                        <a:pt x="82" y="8"/>
                      </a:lnTo>
                      <a:lnTo>
                        <a:pt x="86" y="8"/>
                      </a:lnTo>
                      <a:lnTo>
                        <a:pt x="86" y="4"/>
                      </a:lnTo>
                      <a:lnTo>
                        <a:pt x="90" y="4"/>
                      </a:lnTo>
                      <a:lnTo>
                        <a:pt x="90" y="8"/>
                      </a:lnTo>
                      <a:lnTo>
                        <a:pt x="92" y="8"/>
                      </a:lnTo>
                      <a:lnTo>
                        <a:pt x="92" y="4"/>
                      </a:lnTo>
                      <a:lnTo>
                        <a:pt x="92" y="8"/>
                      </a:lnTo>
                      <a:lnTo>
                        <a:pt x="96" y="8"/>
                      </a:lnTo>
                      <a:lnTo>
                        <a:pt x="100" y="8"/>
                      </a:lnTo>
                      <a:lnTo>
                        <a:pt x="104" y="8"/>
                      </a:lnTo>
                      <a:lnTo>
                        <a:pt x="104" y="12"/>
                      </a:lnTo>
                      <a:lnTo>
                        <a:pt x="108" y="12"/>
                      </a:lnTo>
                      <a:lnTo>
                        <a:pt x="112" y="12"/>
                      </a:lnTo>
                      <a:lnTo>
                        <a:pt x="112" y="16"/>
                      </a:lnTo>
                      <a:lnTo>
                        <a:pt x="116" y="16"/>
                      </a:lnTo>
                      <a:lnTo>
                        <a:pt x="116" y="20"/>
                      </a:lnTo>
                      <a:lnTo>
                        <a:pt x="116" y="24"/>
                      </a:lnTo>
                      <a:lnTo>
                        <a:pt x="118" y="26"/>
                      </a:lnTo>
                      <a:lnTo>
                        <a:pt x="122" y="26"/>
                      </a:lnTo>
                      <a:lnTo>
                        <a:pt x="122" y="30"/>
                      </a:lnTo>
                      <a:lnTo>
                        <a:pt x="126" y="30"/>
                      </a:lnTo>
                      <a:lnTo>
                        <a:pt x="126" y="34"/>
                      </a:lnTo>
                      <a:lnTo>
                        <a:pt x="130" y="34"/>
                      </a:lnTo>
                      <a:lnTo>
                        <a:pt x="130" y="38"/>
                      </a:lnTo>
                      <a:lnTo>
                        <a:pt x="130" y="42"/>
                      </a:lnTo>
                      <a:lnTo>
                        <a:pt x="134" y="42"/>
                      </a:lnTo>
                      <a:lnTo>
                        <a:pt x="134" y="46"/>
                      </a:lnTo>
                      <a:lnTo>
                        <a:pt x="130" y="46"/>
                      </a:lnTo>
                      <a:lnTo>
                        <a:pt x="130" y="50"/>
                      </a:lnTo>
                      <a:lnTo>
                        <a:pt x="126" y="54"/>
                      </a:lnTo>
                      <a:lnTo>
                        <a:pt x="126" y="56"/>
                      </a:lnTo>
                      <a:lnTo>
                        <a:pt x="122" y="60"/>
                      </a:lnTo>
                      <a:lnTo>
                        <a:pt x="126" y="60"/>
                      </a:lnTo>
                      <a:lnTo>
                        <a:pt x="126" y="64"/>
                      </a:lnTo>
                      <a:lnTo>
                        <a:pt x="126" y="68"/>
                      </a:lnTo>
                      <a:lnTo>
                        <a:pt x="130" y="68"/>
                      </a:lnTo>
                      <a:lnTo>
                        <a:pt x="134" y="68"/>
                      </a:lnTo>
                      <a:lnTo>
                        <a:pt x="138" y="68"/>
                      </a:lnTo>
                      <a:lnTo>
                        <a:pt x="142" y="68"/>
                      </a:lnTo>
                      <a:lnTo>
                        <a:pt x="142" y="72"/>
                      </a:lnTo>
                      <a:lnTo>
                        <a:pt x="138" y="72"/>
                      </a:lnTo>
                      <a:lnTo>
                        <a:pt x="138" y="76"/>
                      </a:lnTo>
                      <a:lnTo>
                        <a:pt x="138" y="80"/>
                      </a:lnTo>
                      <a:lnTo>
                        <a:pt x="142" y="82"/>
                      </a:lnTo>
                      <a:lnTo>
                        <a:pt x="142" y="86"/>
                      </a:lnTo>
                      <a:lnTo>
                        <a:pt x="146" y="86"/>
                      </a:lnTo>
                      <a:lnTo>
                        <a:pt x="146" y="90"/>
                      </a:lnTo>
                      <a:lnTo>
                        <a:pt x="148" y="94"/>
                      </a:lnTo>
                      <a:lnTo>
                        <a:pt x="148" y="98"/>
                      </a:lnTo>
                      <a:lnTo>
                        <a:pt x="152" y="98"/>
                      </a:lnTo>
                      <a:lnTo>
                        <a:pt x="156" y="102"/>
                      </a:lnTo>
                      <a:lnTo>
                        <a:pt x="164" y="106"/>
                      </a:lnTo>
                      <a:lnTo>
                        <a:pt x="172" y="110"/>
                      </a:lnTo>
                      <a:lnTo>
                        <a:pt x="176" y="110"/>
                      </a:lnTo>
                      <a:lnTo>
                        <a:pt x="178" y="112"/>
                      </a:lnTo>
                      <a:lnTo>
                        <a:pt x="186" y="112"/>
                      </a:lnTo>
                      <a:lnTo>
                        <a:pt x="190" y="116"/>
                      </a:lnTo>
                      <a:lnTo>
                        <a:pt x="194" y="116"/>
                      </a:lnTo>
                      <a:lnTo>
                        <a:pt x="198" y="116"/>
                      </a:lnTo>
                      <a:lnTo>
                        <a:pt x="198" y="120"/>
                      </a:lnTo>
                      <a:lnTo>
                        <a:pt x="202" y="120"/>
                      </a:lnTo>
                      <a:lnTo>
                        <a:pt x="208" y="120"/>
                      </a:lnTo>
                      <a:lnTo>
                        <a:pt x="212" y="120"/>
                      </a:lnTo>
                      <a:lnTo>
                        <a:pt x="208" y="124"/>
                      </a:lnTo>
                      <a:lnTo>
                        <a:pt x="204" y="128"/>
                      </a:lnTo>
                      <a:lnTo>
                        <a:pt x="198" y="136"/>
                      </a:lnTo>
                      <a:lnTo>
                        <a:pt x="194" y="142"/>
                      </a:lnTo>
                      <a:lnTo>
                        <a:pt x="186" y="150"/>
                      </a:lnTo>
                      <a:lnTo>
                        <a:pt x="186" y="154"/>
                      </a:lnTo>
                      <a:lnTo>
                        <a:pt x="182" y="154"/>
                      </a:lnTo>
                      <a:lnTo>
                        <a:pt x="178" y="158"/>
                      </a:lnTo>
                      <a:lnTo>
                        <a:pt x="178" y="162"/>
                      </a:lnTo>
                      <a:lnTo>
                        <a:pt x="178" y="162"/>
                      </a:lnTo>
                      <a:lnTo>
                        <a:pt x="178" y="162"/>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157" name="Freeform 146">
                  <a:extLst>
                    <a:ext uri="{FF2B5EF4-FFF2-40B4-BE49-F238E27FC236}">
                      <a16:creationId xmlns:a16="http://schemas.microsoft.com/office/drawing/2014/main" id="{3685F436-2739-D181-8D62-DEDF1AA96ADE}"/>
                    </a:ext>
                  </a:extLst>
                </p:cNvPr>
                <p:cNvSpPr>
                  <a:spLocks noEditPoints="1"/>
                </p:cNvSpPr>
                <p:nvPr/>
              </p:nvSpPr>
              <p:spPr bwMode="gray">
                <a:xfrm>
                  <a:off x="5012145" y="4453600"/>
                  <a:ext cx="146098" cy="180882"/>
                </a:xfrm>
                <a:custGeom>
                  <a:avLst/>
                  <a:gdLst>
                    <a:gd name="T0" fmla="*/ 46 w 84"/>
                    <a:gd name="T1" fmla="*/ 90 h 104"/>
                    <a:gd name="T2" fmla="*/ 46 w 84"/>
                    <a:gd name="T3" fmla="*/ 96 h 104"/>
                    <a:gd name="T4" fmla="*/ 46 w 84"/>
                    <a:gd name="T5" fmla="*/ 100 h 104"/>
                    <a:gd name="T6" fmla="*/ 42 w 84"/>
                    <a:gd name="T7" fmla="*/ 100 h 104"/>
                    <a:gd name="T8" fmla="*/ 34 w 84"/>
                    <a:gd name="T9" fmla="*/ 104 h 104"/>
                    <a:gd name="T10" fmla="*/ 30 w 84"/>
                    <a:gd name="T11" fmla="*/ 100 h 104"/>
                    <a:gd name="T12" fmla="*/ 26 w 84"/>
                    <a:gd name="T13" fmla="*/ 92 h 104"/>
                    <a:gd name="T14" fmla="*/ 20 w 84"/>
                    <a:gd name="T15" fmla="*/ 86 h 104"/>
                    <a:gd name="T16" fmla="*/ 16 w 84"/>
                    <a:gd name="T17" fmla="*/ 82 h 104"/>
                    <a:gd name="T18" fmla="*/ 20 w 84"/>
                    <a:gd name="T19" fmla="*/ 82 h 104"/>
                    <a:gd name="T20" fmla="*/ 16 w 84"/>
                    <a:gd name="T21" fmla="*/ 82 h 104"/>
                    <a:gd name="T22" fmla="*/ 12 w 84"/>
                    <a:gd name="T23" fmla="*/ 74 h 104"/>
                    <a:gd name="T24" fmla="*/ 12 w 84"/>
                    <a:gd name="T25" fmla="*/ 74 h 104"/>
                    <a:gd name="T26" fmla="*/ 8 w 84"/>
                    <a:gd name="T27" fmla="*/ 70 h 104"/>
                    <a:gd name="T28" fmla="*/ 8 w 84"/>
                    <a:gd name="T29" fmla="*/ 68 h 104"/>
                    <a:gd name="T30" fmla="*/ 4 w 84"/>
                    <a:gd name="T31" fmla="*/ 60 h 104"/>
                    <a:gd name="T32" fmla="*/ 12 w 84"/>
                    <a:gd name="T33" fmla="*/ 68 h 104"/>
                    <a:gd name="T34" fmla="*/ 12 w 84"/>
                    <a:gd name="T35" fmla="*/ 68 h 104"/>
                    <a:gd name="T36" fmla="*/ 8 w 84"/>
                    <a:gd name="T37" fmla="*/ 64 h 104"/>
                    <a:gd name="T38" fmla="*/ 4 w 84"/>
                    <a:gd name="T39" fmla="*/ 64 h 104"/>
                    <a:gd name="T40" fmla="*/ 0 w 84"/>
                    <a:gd name="T41" fmla="*/ 48 h 104"/>
                    <a:gd name="T42" fmla="*/ 4 w 84"/>
                    <a:gd name="T43" fmla="*/ 52 h 104"/>
                    <a:gd name="T44" fmla="*/ 8 w 84"/>
                    <a:gd name="T45" fmla="*/ 44 h 104"/>
                    <a:gd name="T46" fmla="*/ 8 w 84"/>
                    <a:gd name="T47" fmla="*/ 40 h 104"/>
                    <a:gd name="T48" fmla="*/ 8 w 84"/>
                    <a:gd name="T49" fmla="*/ 38 h 104"/>
                    <a:gd name="T50" fmla="*/ 12 w 84"/>
                    <a:gd name="T51" fmla="*/ 38 h 104"/>
                    <a:gd name="T52" fmla="*/ 16 w 84"/>
                    <a:gd name="T53" fmla="*/ 38 h 104"/>
                    <a:gd name="T54" fmla="*/ 12 w 84"/>
                    <a:gd name="T55" fmla="*/ 30 h 104"/>
                    <a:gd name="T56" fmla="*/ 12 w 84"/>
                    <a:gd name="T57" fmla="*/ 30 h 104"/>
                    <a:gd name="T58" fmla="*/ 16 w 84"/>
                    <a:gd name="T59" fmla="*/ 26 h 104"/>
                    <a:gd name="T60" fmla="*/ 16 w 84"/>
                    <a:gd name="T61" fmla="*/ 22 h 104"/>
                    <a:gd name="T62" fmla="*/ 20 w 84"/>
                    <a:gd name="T63" fmla="*/ 22 h 104"/>
                    <a:gd name="T64" fmla="*/ 26 w 84"/>
                    <a:gd name="T65" fmla="*/ 22 h 104"/>
                    <a:gd name="T66" fmla="*/ 38 w 84"/>
                    <a:gd name="T67" fmla="*/ 10 h 104"/>
                    <a:gd name="T68" fmla="*/ 38 w 84"/>
                    <a:gd name="T69" fmla="*/ 0 h 104"/>
                    <a:gd name="T70" fmla="*/ 54 w 84"/>
                    <a:gd name="T71" fmla="*/ 0 h 104"/>
                    <a:gd name="T72" fmla="*/ 64 w 84"/>
                    <a:gd name="T73" fmla="*/ 0 h 104"/>
                    <a:gd name="T74" fmla="*/ 64 w 84"/>
                    <a:gd name="T75" fmla="*/ 4 h 104"/>
                    <a:gd name="T76" fmla="*/ 64 w 84"/>
                    <a:gd name="T77" fmla="*/ 10 h 104"/>
                    <a:gd name="T78" fmla="*/ 64 w 84"/>
                    <a:gd name="T79" fmla="*/ 18 h 104"/>
                    <a:gd name="T80" fmla="*/ 72 w 84"/>
                    <a:gd name="T81" fmla="*/ 14 h 104"/>
                    <a:gd name="T82" fmla="*/ 80 w 84"/>
                    <a:gd name="T83" fmla="*/ 14 h 104"/>
                    <a:gd name="T84" fmla="*/ 84 w 84"/>
                    <a:gd name="T85" fmla="*/ 22 h 104"/>
                    <a:gd name="T86" fmla="*/ 76 w 84"/>
                    <a:gd name="T87" fmla="*/ 30 h 104"/>
                    <a:gd name="T88" fmla="*/ 76 w 84"/>
                    <a:gd name="T89" fmla="*/ 40 h 104"/>
                    <a:gd name="T90" fmla="*/ 80 w 84"/>
                    <a:gd name="T91" fmla="*/ 44 h 104"/>
                    <a:gd name="T92" fmla="*/ 84 w 84"/>
                    <a:gd name="T93" fmla="*/ 48 h 104"/>
                    <a:gd name="T94" fmla="*/ 84 w 84"/>
                    <a:gd name="T95" fmla="*/ 60 h 104"/>
                    <a:gd name="T96" fmla="*/ 84 w 84"/>
                    <a:gd name="T97" fmla="*/ 70 h 104"/>
                    <a:gd name="T98" fmla="*/ 80 w 84"/>
                    <a:gd name="T99" fmla="*/ 74 h 104"/>
                    <a:gd name="T100" fmla="*/ 76 w 84"/>
                    <a:gd name="T101" fmla="*/ 82 h 104"/>
                    <a:gd name="T102" fmla="*/ 72 w 84"/>
                    <a:gd name="T103" fmla="*/ 78 h 104"/>
                    <a:gd name="T104" fmla="*/ 64 w 84"/>
                    <a:gd name="T105" fmla="*/ 78 h 104"/>
                    <a:gd name="T106" fmla="*/ 60 w 84"/>
                    <a:gd name="T107" fmla="*/ 78 h 104"/>
                    <a:gd name="T108" fmla="*/ 56 w 84"/>
                    <a:gd name="T109" fmla="*/ 70 h 104"/>
                    <a:gd name="T110" fmla="*/ 54 w 84"/>
                    <a:gd name="T111" fmla="*/ 74 h 104"/>
                    <a:gd name="T112" fmla="*/ 50 w 84"/>
                    <a:gd name="T113" fmla="*/ 78 h 104"/>
                    <a:gd name="T114" fmla="*/ 42 w 84"/>
                    <a:gd name="T115" fmla="*/ 78 h 104"/>
                    <a:gd name="T116" fmla="*/ 42 w 84"/>
                    <a:gd name="T117" fmla="*/ 86 h 104"/>
                    <a:gd name="T118" fmla="*/ 4 w 84"/>
                    <a:gd name="T119" fmla="*/ 52 h 104"/>
                    <a:gd name="T120" fmla="*/ 4 w 84"/>
                    <a:gd name="T121" fmla="*/ 52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84" h="104">
                      <a:moveTo>
                        <a:pt x="42" y="86"/>
                      </a:moveTo>
                      <a:lnTo>
                        <a:pt x="42" y="86"/>
                      </a:lnTo>
                      <a:lnTo>
                        <a:pt x="42" y="90"/>
                      </a:lnTo>
                      <a:lnTo>
                        <a:pt x="42" y="90"/>
                      </a:lnTo>
                      <a:lnTo>
                        <a:pt x="42" y="86"/>
                      </a:lnTo>
                      <a:lnTo>
                        <a:pt x="46" y="90"/>
                      </a:lnTo>
                      <a:lnTo>
                        <a:pt x="46" y="90"/>
                      </a:lnTo>
                      <a:lnTo>
                        <a:pt x="46" y="90"/>
                      </a:lnTo>
                      <a:lnTo>
                        <a:pt x="46" y="90"/>
                      </a:lnTo>
                      <a:lnTo>
                        <a:pt x="42" y="92"/>
                      </a:lnTo>
                      <a:lnTo>
                        <a:pt x="42" y="92"/>
                      </a:lnTo>
                      <a:lnTo>
                        <a:pt x="42" y="92"/>
                      </a:lnTo>
                      <a:lnTo>
                        <a:pt x="46" y="92"/>
                      </a:lnTo>
                      <a:lnTo>
                        <a:pt x="46" y="92"/>
                      </a:lnTo>
                      <a:lnTo>
                        <a:pt x="46" y="92"/>
                      </a:lnTo>
                      <a:lnTo>
                        <a:pt x="46" y="96"/>
                      </a:lnTo>
                      <a:lnTo>
                        <a:pt x="46" y="96"/>
                      </a:lnTo>
                      <a:lnTo>
                        <a:pt x="46" y="96"/>
                      </a:lnTo>
                      <a:lnTo>
                        <a:pt x="46" y="96"/>
                      </a:lnTo>
                      <a:lnTo>
                        <a:pt x="46" y="96"/>
                      </a:lnTo>
                      <a:lnTo>
                        <a:pt x="46" y="96"/>
                      </a:lnTo>
                      <a:lnTo>
                        <a:pt x="46" y="100"/>
                      </a:lnTo>
                      <a:lnTo>
                        <a:pt x="46" y="100"/>
                      </a:lnTo>
                      <a:lnTo>
                        <a:pt x="46" y="100"/>
                      </a:lnTo>
                      <a:lnTo>
                        <a:pt x="46" y="100"/>
                      </a:lnTo>
                      <a:lnTo>
                        <a:pt x="46" y="100"/>
                      </a:lnTo>
                      <a:lnTo>
                        <a:pt x="46" y="100"/>
                      </a:lnTo>
                      <a:lnTo>
                        <a:pt x="46" y="100"/>
                      </a:lnTo>
                      <a:lnTo>
                        <a:pt x="46" y="100"/>
                      </a:lnTo>
                      <a:lnTo>
                        <a:pt x="46" y="100"/>
                      </a:lnTo>
                      <a:lnTo>
                        <a:pt x="42" y="100"/>
                      </a:lnTo>
                      <a:lnTo>
                        <a:pt x="42" y="100"/>
                      </a:lnTo>
                      <a:lnTo>
                        <a:pt x="42" y="100"/>
                      </a:lnTo>
                      <a:lnTo>
                        <a:pt x="42" y="100"/>
                      </a:lnTo>
                      <a:lnTo>
                        <a:pt x="42" y="100"/>
                      </a:lnTo>
                      <a:lnTo>
                        <a:pt x="42" y="100"/>
                      </a:lnTo>
                      <a:lnTo>
                        <a:pt x="38" y="100"/>
                      </a:lnTo>
                      <a:lnTo>
                        <a:pt x="38" y="100"/>
                      </a:lnTo>
                      <a:lnTo>
                        <a:pt x="34" y="104"/>
                      </a:lnTo>
                      <a:lnTo>
                        <a:pt x="34" y="104"/>
                      </a:lnTo>
                      <a:lnTo>
                        <a:pt x="34" y="104"/>
                      </a:lnTo>
                      <a:lnTo>
                        <a:pt x="34" y="104"/>
                      </a:lnTo>
                      <a:lnTo>
                        <a:pt x="34" y="104"/>
                      </a:lnTo>
                      <a:lnTo>
                        <a:pt x="34" y="104"/>
                      </a:lnTo>
                      <a:lnTo>
                        <a:pt x="34" y="104"/>
                      </a:lnTo>
                      <a:lnTo>
                        <a:pt x="34" y="100"/>
                      </a:lnTo>
                      <a:lnTo>
                        <a:pt x="34" y="100"/>
                      </a:lnTo>
                      <a:lnTo>
                        <a:pt x="30" y="100"/>
                      </a:lnTo>
                      <a:lnTo>
                        <a:pt x="30" y="100"/>
                      </a:lnTo>
                      <a:lnTo>
                        <a:pt x="30" y="100"/>
                      </a:lnTo>
                      <a:lnTo>
                        <a:pt x="30" y="100"/>
                      </a:lnTo>
                      <a:lnTo>
                        <a:pt x="30" y="96"/>
                      </a:lnTo>
                      <a:lnTo>
                        <a:pt x="26" y="96"/>
                      </a:lnTo>
                      <a:lnTo>
                        <a:pt x="26" y="96"/>
                      </a:lnTo>
                      <a:lnTo>
                        <a:pt x="26" y="96"/>
                      </a:lnTo>
                      <a:lnTo>
                        <a:pt x="26" y="92"/>
                      </a:lnTo>
                      <a:lnTo>
                        <a:pt x="26" y="92"/>
                      </a:lnTo>
                      <a:lnTo>
                        <a:pt x="24" y="90"/>
                      </a:lnTo>
                      <a:lnTo>
                        <a:pt x="24" y="90"/>
                      </a:lnTo>
                      <a:lnTo>
                        <a:pt x="24" y="90"/>
                      </a:lnTo>
                      <a:lnTo>
                        <a:pt x="20" y="86"/>
                      </a:lnTo>
                      <a:lnTo>
                        <a:pt x="20" y="86"/>
                      </a:lnTo>
                      <a:lnTo>
                        <a:pt x="20" y="86"/>
                      </a:lnTo>
                      <a:lnTo>
                        <a:pt x="20" y="86"/>
                      </a:lnTo>
                      <a:lnTo>
                        <a:pt x="20" y="86"/>
                      </a:lnTo>
                      <a:lnTo>
                        <a:pt x="20" y="86"/>
                      </a:lnTo>
                      <a:lnTo>
                        <a:pt x="16" y="82"/>
                      </a:lnTo>
                      <a:lnTo>
                        <a:pt x="16" y="82"/>
                      </a:lnTo>
                      <a:lnTo>
                        <a:pt x="16" y="82"/>
                      </a:lnTo>
                      <a:lnTo>
                        <a:pt x="16" y="82"/>
                      </a:lnTo>
                      <a:lnTo>
                        <a:pt x="16" y="82"/>
                      </a:lnTo>
                      <a:lnTo>
                        <a:pt x="16" y="82"/>
                      </a:lnTo>
                      <a:lnTo>
                        <a:pt x="20" y="82"/>
                      </a:lnTo>
                      <a:lnTo>
                        <a:pt x="20" y="82"/>
                      </a:lnTo>
                      <a:lnTo>
                        <a:pt x="20" y="86"/>
                      </a:lnTo>
                      <a:lnTo>
                        <a:pt x="24" y="82"/>
                      </a:lnTo>
                      <a:lnTo>
                        <a:pt x="20" y="82"/>
                      </a:lnTo>
                      <a:lnTo>
                        <a:pt x="20" y="82"/>
                      </a:lnTo>
                      <a:lnTo>
                        <a:pt x="20" y="82"/>
                      </a:lnTo>
                      <a:lnTo>
                        <a:pt x="20" y="82"/>
                      </a:lnTo>
                      <a:lnTo>
                        <a:pt x="20" y="82"/>
                      </a:lnTo>
                      <a:lnTo>
                        <a:pt x="20" y="82"/>
                      </a:lnTo>
                      <a:lnTo>
                        <a:pt x="16" y="82"/>
                      </a:lnTo>
                      <a:lnTo>
                        <a:pt x="16" y="82"/>
                      </a:lnTo>
                      <a:lnTo>
                        <a:pt x="16" y="82"/>
                      </a:lnTo>
                      <a:lnTo>
                        <a:pt x="16" y="82"/>
                      </a:lnTo>
                      <a:lnTo>
                        <a:pt x="16" y="82"/>
                      </a:lnTo>
                      <a:lnTo>
                        <a:pt x="16" y="82"/>
                      </a:lnTo>
                      <a:lnTo>
                        <a:pt x="16" y="78"/>
                      </a:lnTo>
                      <a:lnTo>
                        <a:pt x="12" y="78"/>
                      </a:lnTo>
                      <a:lnTo>
                        <a:pt x="12" y="78"/>
                      </a:lnTo>
                      <a:lnTo>
                        <a:pt x="12" y="78"/>
                      </a:lnTo>
                      <a:lnTo>
                        <a:pt x="12" y="78"/>
                      </a:lnTo>
                      <a:lnTo>
                        <a:pt x="12" y="78"/>
                      </a:lnTo>
                      <a:lnTo>
                        <a:pt x="12" y="78"/>
                      </a:lnTo>
                      <a:lnTo>
                        <a:pt x="12" y="74"/>
                      </a:lnTo>
                      <a:lnTo>
                        <a:pt x="12" y="74"/>
                      </a:lnTo>
                      <a:lnTo>
                        <a:pt x="12" y="74"/>
                      </a:lnTo>
                      <a:lnTo>
                        <a:pt x="12" y="74"/>
                      </a:lnTo>
                      <a:lnTo>
                        <a:pt x="12" y="74"/>
                      </a:lnTo>
                      <a:lnTo>
                        <a:pt x="8" y="70"/>
                      </a:lnTo>
                      <a:lnTo>
                        <a:pt x="8" y="70"/>
                      </a:lnTo>
                      <a:lnTo>
                        <a:pt x="12" y="70"/>
                      </a:lnTo>
                      <a:lnTo>
                        <a:pt x="12" y="74"/>
                      </a:lnTo>
                      <a:lnTo>
                        <a:pt x="12" y="74"/>
                      </a:lnTo>
                      <a:lnTo>
                        <a:pt x="12" y="74"/>
                      </a:lnTo>
                      <a:lnTo>
                        <a:pt x="12" y="74"/>
                      </a:lnTo>
                      <a:lnTo>
                        <a:pt x="12" y="74"/>
                      </a:lnTo>
                      <a:lnTo>
                        <a:pt x="12" y="70"/>
                      </a:lnTo>
                      <a:lnTo>
                        <a:pt x="12" y="70"/>
                      </a:lnTo>
                      <a:lnTo>
                        <a:pt x="12" y="70"/>
                      </a:lnTo>
                      <a:lnTo>
                        <a:pt x="8" y="70"/>
                      </a:lnTo>
                      <a:lnTo>
                        <a:pt x="8" y="70"/>
                      </a:lnTo>
                      <a:lnTo>
                        <a:pt x="8" y="70"/>
                      </a:lnTo>
                      <a:lnTo>
                        <a:pt x="8" y="70"/>
                      </a:lnTo>
                      <a:lnTo>
                        <a:pt x="8" y="70"/>
                      </a:lnTo>
                      <a:lnTo>
                        <a:pt x="8" y="68"/>
                      </a:lnTo>
                      <a:lnTo>
                        <a:pt x="8" y="68"/>
                      </a:lnTo>
                      <a:lnTo>
                        <a:pt x="8" y="68"/>
                      </a:lnTo>
                      <a:lnTo>
                        <a:pt x="8" y="68"/>
                      </a:lnTo>
                      <a:lnTo>
                        <a:pt x="8" y="68"/>
                      </a:lnTo>
                      <a:lnTo>
                        <a:pt x="8" y="64"/>
                      </a:lnTo>
                      <a:lnTo>
                        <a:pt x="4" y="64"/>
                      </a:lnTo>
                      <a:lnTo>
                        <a:pt x="4" y="64"/>
                      </a:lnTo>
                      <a:lnTo>
                        <a:pt x="4" y="64"/>
                      </a:lnTo>
                      <a:lnTo>
                        <a:pt x="4" y="60"/>
                      </a:lnTo>
                      <a:lnTo>
                        <a:pt x="4" y="60"/>
                      </a:lnTo>
                      <a:lnTo>
                        <a:pt x="4" y="60"/>
                      </a:lnTo>
                      <a:lnTo>
                        <a:pt x="4" y="60"/>
                      </a:lnTo>
                      <a:lnTo>
                        <a:pt x="4" y="64"/>
                      </a:lnTo>
                      <a:lnTo>
                        <a:pt x="4" y="64"/>
                      </a:lnTo>
                      <a:lnTo>
                        <a:pt x="8" y="64"/>
                      </a:lnTo>
                      <a:lnTo>
                        <a:pt x="8" y="68"/>
                      </a:lnTo>
                      <a:lnTo>
                        <a:pt x="8" y="68"/>
                      </a:lnTo>
                      <a:lnTo>
                        <a:pt x="12" y="68"/>
                      </a:lnTo>
                      <a:lnTo>
                        <a:pt x="12" y="68"/>
                      </a:lnTo>
                      <a:lnTo>
                        <a:pt x="12" y="68"/>
                      </a:lnTo>
                      <a:lnTo>
                        <a:pt x="12" y="68"/>
                      </a:lnTo>
                      <a:lnTo>
                        <a:pt x="12" y="68"/>
                      </a:lnTo>
                      <a:lnTo>
                        <a:pt x="12" y="68"/>
                      </a:lnTo>
                      <a:lnTo>
                        <a:pt x="12" y="68"/>
                      </a:lnTo>
                      <a:lnTo>
                        <a:pt x="12" y="68"/>
                      </a:lnTo>
                      <a:lnTo>
                        <a:pt x="12" y="64"/>
                      </a:lnTo>
                      <a:lnTo>
                        <a:pt x="12" y="68"/>
                      </a:lnTo>
                      <a:lnTo>
                        <a:pt x="8" y="68"/>
                      </a:lnTo>
                      <a:lnTo>
                        <a:pt x="8" y="68"/>
                      </a:lnTo>
                      <a:lnTo>
                        <a:pt x="8" y="68"/>
                      </a:lnTo>
                      <a:lnTo>
                        <a:pt x="8" y="64"/>
                      </a:lnTo>
                      <a:lnTo>
                        <a:pt x="8" y="64"/>
                      </a:lnTo>
                      <a:lnTo>
                        <a:pt x="8" y="64"/>
                      </a:lnTo>
                      <a:lnTo>
                        <a:pt x="8" y="64"/>
                      </a:lnTo>
                      <a:lnTo>
                        <a:pt x="8" y="64"/>
                      </a:lnTo>
                      <a:lnTo>
                        <a:pt x="8" y="60"/>
                      </a:lnTo>
                      <a:lnTo>
                        <a:pt x="8" y="60"/>
                      </a:lnTo>
                      <a:lnTo>
                        <a:pt x="8" y="64"/>
                      </a:lnTo>
                      <a:lnTo>
                        <a:pt x="8" y="64"/>
                      </a:lnTo>
                      <a:lnTo>
                        <a:pt x="8" y="64"/>
                      </a:lnTo>
                      <a:lnTo>
                        <a:pt x="8" y="64"/>
                      </a:lnTo>
                      <a:lnTo>
                        <a:pt x="8" y="64"/>
                      </a:lnTo>
                      <a:lnTo>
                        <a:pt x="4" y="64"/>
                      </a:lnTo>
                      <a:lnTo>
                        <a:pt x="4" y="60"/>
                      </a:lnTo>
                      <a:lnTo>
                        <a:pt x="4" y="60"/>
                      </a:lnTo>
                      <a:lnTo>
                        <a:pt x="4" y="60"/>
                      </a:lnTo>
                      <a:lnTo>
                        <a:pt x="4" y="60"/>
                      </a:lnTo>
                      <a:lnTo>
                        <a:pt x="4" y="56"/>
                      </a:lnTo>
                      <a:lnTo>
                        <a:pt x="0" y="52"/>
                      </a:lnTo>
                      <a:lnTo>
                        <a:pt x="0" y="52"/>
                      </a:lnTo>
                      <a:lnTo>
                        <a:pt x="0" y="48"/>
                      </a:lnTo>
                      <a:lnTo>
                        <a:pt x="0" y="48"/>
                      </a:lnTo>
                      <a:lnTo>
                        <a:pt x="0" y="48"/>
                      </a:lnTo>
                      <a:lnTo>
                        <a:pt x="0" y="48"/>
                      </a:lnTo>
                      <a:lnTo>
                        <a:pt x="0" y="48"/>
                      </a:lnTo>
                      <a:lnTo>
                        <a:pt x="0" y="52"/>
                      </a:lnTo>
                      <a:lnTo>
                        <a:pt x="4" y="52"/>
                      </a:lnTo>
                      <a:lnTo>
                        <a:pt x="4" y="52"/>
                      </a:lnTo>
                      <a:lnTo>
                        <a:pt x="4" y="52"/>
                      </a:lnTo>
                      <a:lnTo>
                        <a:pt x="4" y="52"/>
                      </a:lnTo>
                      <a:lnTo>
                        <a:pt x="4" y="48"/>
                      </a:lnTo>
                      <a:lnTo>
                        <a:pt x="8" y="48"/>
                      </a:lnTo>
                      <a:lnTo>
                        <a:pt x="8" y="48"/>
                      </a:lnTo>
                      <a:lnTo>
                        <a:pt x="8" y="48"/>
                      </a:lnTo>
                      <a:lnTo>
                        <a:pt x="8" y="48"/>
                      </a:lnTo>
                      <a:lnTo>
                        <a:pt x="8" y="48"/>
                      </a:lnTo>
                      <a:lnTo>
                        <a:pt x="8" y="44"/>
                      </a:lnTo>
                      <a:lnTo>
                        <a:pt x="8" y="44"/>
                      </a:lnTo>
                      <a:lnTo>
                        <a:pt x="8" y="44"/>
                      </a:lnTo>
                      <a:lnTo>
                        <a:pt x="8" y="44"/>
                      </a:lnTo>
                      <a:lnTo>
                        <a:pt x="8" y="44"/>
                      </a:lnTo>
                      <a:lnTo>
                        <a:pt x="8" y="44"/>
                      </a:lnTo>
                      <a:lnTo>
                        <a:pt x="8" y="40"/>
                      </a:lnTo>
                      <a:lnTo>
                        <a:pt x="8" y="40"/>
                      </a:lnTo>
                      <a:lnTo>
                        <a:pt x="8" y="40"/>
                      </a:lnTo>
                      <a:lnTo>
                        <a:pt x="8" y="40"/>
                      </a:lnTo>
                      <a:lnTo>
                        <a:pt x="8" y="40"/>
                      </a:lnTo>
                      <a:lnTo>
                        <a:pt x="8" y="40"/>
                      </a:lnTo>
                      <a:lnTo>
                        <a:pt x="8" y="40"/>
                      </a:lnTo>
                      <a:lnTo>
                        <a:pt x="8" y="38"/>
                      </a:lnTo>
                      <a:lnTo>
                        <a:pt x="8" y="38"/>
                      </a:lnTo>
                      <a:lnTo>
                        <a:pt x="8" y="38"/>
                      </a:lnTo>
                      <a:lnTo>
                        <a:pt x="8" y="38"/>
                      </a:lnTo>
                      <a:lnTo>
                        <a:pt x="8" y="34"/>
                      </a:lnTo>
                      <a:lnTo>
                        <a:pt x="8" y="34"/>
                      </a:lnTo>
                      <a:lnTo>
                        <a:pt x="8" y="34"/>
                      </a:lnTo>
                      <a:lnTo>
                        <a:pt x="12" y="34"/>
                      </a:lnTo>
                      <a:lnTo>
                        <a:pt x="12" y="38"/>
                      </a:lnTo>
                      <a:lnTo>
                        <a:pt x="12" y="38"/>
                      </a:lnTo>
                      <a:lnTo>
                        <a:pt x="12" y="38"/>
                      </a:lnTo>
                      <a:lnTo>
                        <a:pt x="12" y="38"/>
                      </a:lnTo>
                      <a:lnTo>
                        <a:pt x="16" y="38"/>
                      </a:lnTo>
                      <a:lnTo>
                        <a:pt x="16" y="38"/>
                      </a:lnTo>
                      <a:lnTo>
                        <a:pt x="16" y="38"/>
                      </a:lnTo>
                      <a:lnTo>
                        <a:pt x="20" y="38"/>
                      </a:lnTo>
                      <a:lnTo>
                        <a:pt x="16" y="38"/>
                      </a:lnTo>
                      <a:lnTo>
                        <a:pt x="16" y="38"/>
                      </a:lnTo>
                      <a:lnTo>
                        <a:pt x="16" y="38"/>
                      </a:lnTo>
                      <a:lnTo>
                        <a:pt x="16" y="38"/>
                      </a:lnTo>
                      <a:lnTo>
                        <a:pt x="16" y="34"/>
                      </a:lnTo>
                      <a:lnTo>
                        <a:pt x="12" y="34"/>
                      </a:lnTo>
                      <a:lnTo>
                        <a:pt x="12" y="34"/>
                      </a:lnTo>
                      <a:lnTo>
                        <a:pt x="12" y="34"/>
                      </a:lnTo>
                      <a:lnTo>
                        <a:pt x="12" y="34"/>
                      </a:lnTo>
                      <a:lnTo>
                        <a:pt x="12" y="34"/>
                      </a:lnTo>
                      <a:lnTo>
                        <a:pt x="12" y="30"/>
                      </a:lnTo>
                      <a:lnTo>
                        <a:pt x="12" y="30"/>
                      </a:lnTo>
                      <a:lnTo>
                        <a:pt x="8" y="30"/>
                      </a:lnTo>
                      <a:lnTo>
                        <a:pt x="8" y="30"/>
                      </a:lnTo>
                      <a:lnTo>
                        <a:pt x="8" y="30"/>
                      </a:lnTo>
                      <a:lnTo>
                        <a:pt x="8" y="30"/>
                      </a:lnTo>
                      <a:lnTo>
                        <a:pt x="8" y="30"/>
                      </a:lnTo>
                      <a:lnTo>
                        <a:pt x="12" y="26"/>
                      </a:lnTo>
                      <a:lnTo>
                        <a:pt x="12" y="26"/>
                      </a:lnTo>
                      <a:lnTo>
                        <a:pt x="12" y="30"/>
                      </a:lnTo>
                      <a:lnTo>
                        <a:pt x="12" y="30"/>
                      </a:lnTo>
                      <a:lnTo>
                        <a:pt x="12" y="30"/>
                      </a:lnTo>
                      <a:lnTo>
                        <a:pt x="12" y="30"/>
                      </a:lnTo>
                      <a:lnTo>
                        <a:pt x="12" y="30"/>
                      </a:lnTo>
                      <a:lnTo>
                        <a:pt x="12" y="30"/>
                      </a:lnTo>
                      <a:lnTo>
                        <a:pt x="16" y="30"/>
                      </a:lnTo>
                      <a:lnTo>
                        <a:pt x="16" y="30"/>
                      </a:lnTo>
                      <a:lnTo>
                        <a:pt x="16" y="26"/>
                      </a:lnTo>
                      <a:lnTo>
                        <a:pt x="12" y="26"/>
                      </a:lnTo>
                      <a:lnTo>
                        <a:pt x="12" y="26"/>
                      </a:lnTo>
                      <a:lnTo>
                        <a:pt x="12" y="22"/>
                      </a:lnTo>
                      <a:lnTo>
                        <a:pt x="12" y="22"/>
                      </a:lnTo>
                      <a:lnTo>
                        <a:pt x="12" y="22"/>
                      </a:lnTo>
                      <a:lnTo>
                        <a:pt x="16" y="22"/>
                      </a:lnTo>
                      <a:lnTo>
                        <a:pt x="16" y="22"/>
                      </a:lnTo>
                      <a:lnTo>
                        <a:pt x="16" y="22"/>
                      </a:lnTo>
                      <a:lnTo>
                        <a:pt x="16" y="22"/>
                      </a:lnTo>
                      <a:lnTo>
                        <a:pt x="16" y="22"/>
                      </a:lnTo>
                      <a:lnTo>
                        <a:pt x="16" y="22"/>
                      </a:lnTo>
                      <a:lnTo>
                        <a:pt x="20" y="22"/>
                      </a:lnTo>
                      <a:lnTo>
                        <a:pt x="20" y="22"/>
                      </a:lnTo>
                      <a:lnTo>
                        <a:pt x="20" y="22"/>
                      </a:lnTo>
                      <a:lnTo>
                        <a:pt x="20" y="22"/>
                      </a:lnTo>
                      <a:lnTo>
                        <a:pt x="20" y="22"/>
                      </a:lnTo>
                      <a:lnTo>
                        <a:pt x="20" y="22"/>
                      </a:lnTo>
                      <a:lnTo>
                        <a:pt x="24" y="22"/>
                      </a:lnTo>
                      <a:lnTo>
                        <a:pt x="24" y="22"/>
                      </a:lnTo>
                      <a:lnTo>
                        <a:pt x="24" y="22"/>
                      </a:lnTo>
                      <a:lnTo>
                        <a:pt x="24" y="22"/>
                      </a:lnTo>
                      <a:lnTo>
                        <a:pt x="26" y="22"/>
                      </a:lnTo>
                      <a:lnTo>
                        <a:pt x="26" y="22"/>
                      </a:lnTo>
                      <a:lnTo>
                        <a:pt x="26" y="22"/>
                      </a:lnTo>
                      <a:lnTo>
                        <a:pt x="30" y="22"/>
                      </a:lnTo>
                      <a:lnTo>
                        <a:pt x="30" y="22"/>
                      </a:lnTo>
                      <a:lnTo>
                        <a:pt x="34" y="22"/>
                      </a:lnTo>
                      <a:lnTo>
                        <a:pt x="38" y="22"/>
                      </a:lnTo>
                      <a:lnTo>
                        <a:pt x="38" y="22"/>
                      </a:lnTo>
                      <a:lnTo>
                        <a:pt x="38" y="14"/>
                      </a:lnTo>
                      <a:lnTo>
                        <a:pt x="38" y="10"/>
                      </a:lnTo>
                      <a:lnTo>
                        <a:pt x="38" y="10"/>
                      </a:lnTo>
                      <a:lnTo>
                        <a:pt x="38" y="10"/>
                      </a:lnTo>
                      <a:lnTo>
                        <a:pt x="38" y="8"/>
                      </a:lnTo>
                      <a:lnTo>
                        <a:pt x="38" y="8"/>
                      </a:lnTo>
                      <a:lnTo>
                        <a:pt x="38" y="4"/>
                      </a:lnTo>
                      <a:lnTo>
                        <a:pt x="38" y="4"/>
                      </a:lnTo>
                      <a:lnTo>
                        <a:pt x="38" y="4"/>
                      </a:lnTo>
                      <a:lnTo>
                        <a:pt x="38" y="4"/>
                      </a:lnTo>
                      <a:lnTo>
                        <a:pt x="38" y="0"/>
                      </a:lnTo>
                      <a:lnTo>
                        <a:pt x="38" y="0"/>
                      </a:lnTo>
                      <a:lnTo>
                        <a:pt x="42" y="0"/>
                      </a:lnTo>
                      <a:lnTo>
                        <a:pt x="42" y="0"/>
                      </a:lnTo>
                      <a:lnTo>
                        <a:pt x="46" y="0"/>
                      </a:lnTo>
                      <a:lnTo>
                        <a:pt x="50" y="0"/>
                      </a:lnTo>
                      <a:lnTo>
                        <a:pt x="54" y="0"/>
                      </a:lnTo>
                      <a:lnTo>
                        <a:pt x="54" y="0"/>
                      </a:lnTo>
                      <a:lnTo>
                        <a:pt x="54" y="0"/>
                      </a:lnTo>
                      <a:lnTo>
                        <a:pt x="54" y="0"/>
                      </a:lnTo>
                      <a:lnTo>
                        <a:pt x="56" y="0"/>
                      </a:lnTo>
                      <a:lnTo>
                        <a:pt x="56" y="0"/>
                      </a:lnTo>
                      <a:lnTo>
                        <a:pt x="56" y="0"/>
                      </a:lnTo>
                      <a:lnTo>
                        <a:pt x="56" y="0"/>
                      </a:lnTo>
                      <a:lnTo>
                        <a:pt x="60" y="0"/>
                      </a:lnTo>
                      <a:lnTo>
                        <a:pt x="60" y="0"/>
                      </a:lnTo>
                      <a:lnTo>
                        <a:pt x="64" y="0"/>
                      </a:lnTo>
                      <a:lnTo>
                        <a:pt x="64" y="0"/>
                      </a:lnTo>
                      <a:lnTo>
                        <a:pt x="64" y="0"/>
                      </a:lnTo>
                      <a:lnTo>
                        <a:pt x="64" y="0"/>
                      </a:lnTo>
                      <a:lnTo>
                        <a:pt x="64" y="4"/>
                      </a:lnTo>
                      <a:lnTo>
                        <a:pt x="64" y="4"/>
                      </a:lnTo>
                      <a:lnTo>
                        <a:pt x="64" y="4"/>
                      </a:lnTo>
                      <a:lnTo>
                        <a:pt x="64" y="4"/>
                      </a:lnTo>
                      <a:lnTo>
                        <a:pt x="64" y="4"/>
                      </a:lnTo>
                      <a:lnTo>
                        <a:pt x="64" y="8"/>
                      </a:lnTo>
                      <a:lnTo>
                        <a:pt x="64" y="8"/>
                      </a:lnTo>
                      <a:lnTo>
                        <a:pt x="64" y="8"/>
                      </a:lnTo>
                      <a:lnTo>
                        <a:pt x="64" y="8"/>
                      </a:lnTo>
                      <a:lnTo>
                        <a:pt x="64" y="8"/>
                      </a:lnTo>
                      <a:lnTo>
                        <a:pt x="64" y="10"/>
                      </a:lnTo>
                      <a:lnTo>
                        <a:pt x="64" y="10"/>
                      </a:lnTo>
                      <a:lnTo>
                        <a:pt x="64" y="10"/>
                      </a:lnTo>
                      <a:lnTo>
                        <a:pt x="64" y="14"/>
                      </a:lnTo>
                      <a:lnTo>
                        <a:pt x="64" y="14"/>
                      </a:lnTo>
                      <a:lnTo>
                        <a:pt x="64" y="14"/>
                      </a:lnTo>
                      <a:lnTo>
                        <a:pt x="64" y="14"/>
                      </a:lnTo>
                      <a:lnTo>
                        <a:pt x="64" y="14"/>
                      </a:lnTo>
                      <a:lnTo>
                        <a:pt x="64" y="18"/>
                      </a:lnTo>
                      <a:lnTo>
                        <a:pt x="64" y="18"/>
                      </a:lnTo>
                      <a:lnTo>
                        <a:pt x="64" y="18"/>
                      </a:lnTo>
                      <a:lnTo>
                        <a:pt x="64" y="18"/>
                      </a:lnTo>
                      <a:lnTo>
                        <a:pt x="64" y="18"/>
                      </a:lnTo>
                      <a:lnTo>
                        <a:pt x="64" y="18"/>
                      </a:lnTo>
                      <a:lnTo>
                        <a:pt x="64" y="18"/>
                      </a:lnTo>
                      <a:lnTo>
                        <a:pt x="68" y="18"/>
                      </a:lnTo>
                      <a:lnTo>
                        <a:pt x="68" y="18"/>
                      </a:lnTo>
                      <a:lnTo>
                        <a:pt x="72" y="18"/>
                      </a:lnTo>
                      <a:lnTo>
                        <a:pt x="72" y="14"/>
                      </a:lnTo>
                      <a:lnTo>
                        <a:pt x="72" y="14"/>
                      </a:lnTo>
                      <a:lnTo>
                        <a:pt x="76" y="14"/>
                      </a:lnTo>
                      <a:lnTo>
                        <a:pt x="76" y="14"/>
                      </a:lnTo>
                      <a:lnTo>
                        <a:pt x="76" y="14"/>
                      </a:lnTo>
                      <a:lnTo>
                        <a:pt x="80" y="14"/>
                      </a:lnTo>
                      <a:lnTo>
                        <a:pt x="80" y="14"/>
                      </a:lnTo>
                      <a:lnTo>
                        <a:pt x="80" y="14"/>
                      </a:lnTo>
                      <a:lnTo>
                        <a:pt x="80" y="14"/>
                      </a:lnTo>
                      <a:lnTo>
                        <a:pt x="80" y="14"/>
                      </a:lnTo>
                      <a:lnTo>
                        <a:pt x="80" y="14"/>
                      </a:lnTo>
                      <a:lnTo>
                        <a:pt x="80" y="18"/>
                      </a:lnTo>
                      <a:lnTo>
                        <a:pt x="80" y="18"/>
                      </a:lnTo>
                      <a:lnTo>
                        <a:pt x="80" y="18"/>
                      </a:lnTo>
                      <a:lnTo>
                        <a:pt x="84" y="22"/>
                      </a:lnTo>
                      <a:lnTo>
                        <a:pt x="84" y="22"/>
                      </a:lnTo>
                      <a:lnTo>
                        <a:pt x="84" y="22"/>
                      </a:lnTo>
                      <a:lnTo>
                        <a:pt x="84" y="26"/>
                      </a:lnTo>
                      <a:lnTo>
                        <a:pt x="80" y="30"/>
                      </a:lnTo>
                      <a:lnTo>
                        <a:pt x="80" y="30"/>
                      </a:lnTo>
                      <a:lnTo>
                        <a:pt x="80" y="30"/>
                      </a:lnTo>
                      <a:lnTo>
                        <a:pt x="80" y="30"/>
                      </a:lnTo>
                      <a:lnTo>
                        <a:pt x="80" y="30"/>
                      </a:lnTo>
                      <a:lnTo>
                        <a:pt x="80" y="30"/>
                      </a:lnTo>
                      <a:lnTo>
                        <a:pt x="76" y="30"/>
                      </a:lnTo>
                      <a:lnTo>
                        <a:pt x="76" y="34"/>
                      </a:lnTo>
                      <a:lnTo>
                        <a:pt x="76" y="34"/>
                      </a:lnTo>
                      <a:lnTo>
                        <a:pt x="76" y="38"/>
                      </a:lnTo>
                      <a:lnTo>
                        <a:pt x="76" y="38"/>
                      </a:lnTo>
                      <a:lnTo>
                        <a:pt x="76" y="38"/>
                      </a:lnTo>
                      <a:lnTo>
                        <a:pt x="76" y="40"/>
                      </a:lnTo>
                      <a:lnTo>
                        <a:pt x="76" y="40"/>
                      </a:lnTo>
                      <a:lnTo>
                        <a:pt x="76" y="40"/>
                      </a:lnTo>
                      <a:lnTo>
                        <a:pt x="76" y="40"/>
                      </a:lnTo>
                      <a:lnTo>
                        <a:pt x="76" y="40"/>
                      </a:lnTo>
                      <a:lnTo>
                        <a:pt x="76" y="44"/>
                      </a:lnTo>
                      <a:lnTo>
                        <a:pt x="76" y="44"/>
                      </a:lnTo>
                      <a:lnTo>
                        <a:pt x="76" y="44"/>
                      </a:lnTo>
                      <a:lnTo>
                        <a:pt x="76" y="44"/>
                      </a:lnTo>
                      <a:lnTo>
                        <a:pt x="80" y="44"/>
                      </a:lnTo>
                      <a:lnTo>
                        <a:pt x="80" y="44"/>
                      </a:lnTo>
                      <a:lnTo>
                        <a:pt x="80" y="44"/>
                      </a:lnTo>
                      <a:lnTo>
                        <a:pt x="80" y="44"/>
                      </a:lnTo>
                      <a:lnTo>
                        <a:pt x="80" y="48"/>
                      </a:lnTo>
                      <a:lnTo>
                        <a:pt x="80" y="48"/>
                      </a:lnTo>
                      <a:lnTo>
                        <a:pt x="80" y="48"/>
                      </a:lnTo>
                      <a:lnTo>
                        <a:pt x="84" y="48"/>
                      </a:lnTo>
                      <a:lnTo>
                        <a:pt x="84" y="48"/>
                      </a:lnTo>
                      <a:lnTo>
                        <a:pt x="84" y="48"/>
                      </a:lnTo>
                      <a:lnTo>
                        <a:pt x="84" y="48"/>
                      </a:lnTo>
                      <a:lnTo>
                        <a:pt x="84" y="52"/>
                      </a:lnTo>
                      <a:lnTo>
                        <a:pt x="84" y="52"/>
                      </a:lnTo>
                      <a:lnTo>
                        <a:pt x="84" y="52"/>
                      </a:lnTo>
                      <a:lnTo>
                        <a:pt x="84" y="56"/>
                      </a:lnTo>
                      <a:lnTo>
                        <a:pt x="84" y="56"/>
                      </a:lnTo>
                      <a:lnTo>
                        <a:pt x="84" y="56"/>
                      </a:lnTo>
                      <a:lnTo>
                        <a:pt x="84" y="60"/>
                      </a:lnTo>
                      <a:lnTo>
                        <a:pt x="84" y="60"/>
                      </a:lnTo>
                      <a:lnTo>
                        <a:pt x="84" y="60"/>
                      </a:lnTo>
                      <a:lnTo>
                        <a:pt x="84" y="64"/>
                      </a:lnTo>
                      <a:lnTo>
                        <a:pt x="84" y="68"/>
                      </a:lnTo>
                      <a:lnTo>
                        <a:pt x="84" y="68"/>
                      </a:lnTo>
                      <a:lnTo>
                        <a:pt x="84" y="68"/>
                      </a:lnTo>
                      <a:lnTo>
                        <a:pt x="84" y="70"/>
                      </a:lnTo>
                      <a:lnTo>
                        <a:pt x="84" y="70"/>
                      </a:lnTo>
                      <a:lnTo>
                        <a:pt x="84" y="70"/>
                      </a:lnTo>
                      <a:lnTo>
                        <a:pt x="84" y="70"/>
                      </a:lnTo>
                      <a:lnTo>
                        <a:pt x="84" y="70"/>
                      </a:lnTo>
                      <a:lnTo>
                        <a:pt x="80" y="70"/>
                      </a:lnTo>
                      <a:lnTo>
                        <a:pt x="80" y="70"/>
                      </a:lnTo>
                      <a:lnTo>
                        <a:pt x="80" y="74"/>
                      </a:lnTo>
                      <a:lnTo>
                        <a:pt x="80" y="74"/>
                      </a:lnTo>
                      <a:lnTo>
                        <a:pt x="80" y="74"/>
                      </a:lnTo>
                      <a:lnTo>
                        <a:pt x="80" y="74"/>
                      </a:lnTo>
                      <a:lnTo>
                        <a:pt x="80" y="78"/>
                      </a:lnTo>
                      <a:lnTo>
                        <a:pt x="80" y="78"/>
                      </a:lnTo>
                      <a:lnTo>
                        <a:pt x="80" y="78"/>
                      </a:lnTo>
                      <a:lnTo>
                        <a:pt x="80" y="78"/>
                      </a:lnTo>
                      <a:lnTo>
                        <a:pt x="80" y="82"/>
                      </a:lnTo>
                      <a:lnTo>
                        <a:pt x="80" y="82"/>
                      </a:lnTo>
                      <a:lnTo>
                        <a:pt x="76" y="82"/>
                      </a:lnTo>
                      <a:lnTo>
                        <a:pt x="76" y="82"/>
                      </a:lnTo>
                      <a:lnTo>
                        <a:pt x="76" y="82"/>
                      </a:lnTo>
                      <a:lnTo>
                        <a:pt x="76" y="82"/>
                      </a:lnTo>
                      <a:lnTo>
                        <a:pt x="76" y="78"/>
                      </a:lnTo>
                      <a:lnTo>
                        <a:pt x="72" y="74"/>
                      </a:lnTo>
                      <a:lnTo>
                        <a:pt x="72" y="74"/>
                      </a:lnTo>
                      <a:lnTo>
                        <a:pt x="72" y="74"/>
                      </a:lnTo>
                      <a:lnTo>
                        <a:pt x="72" y="78"/>
                      </a:lnTo>
                      <a:lnTo>
                        <a:pt x="72" y="78"/>
                      </a:lnTo>
                      <a:lnTo>
                        <a:pt x="72" y="78"/>
                      </a:lnTo>
                      <a:lnTo>
                        <a:pt x="68" y="78"/>
                      </a:lnTo>
                      <a:lnTo>
                        <a:pt x="68" y="78"/>
                      </a:lnTo>
                      <a:lnTo>
                        <a:pt x="68" y="82"/>
                      </a:lnTo>
                      <a:lnTo>
                        <a:pt x="68" y="82"/>
                      </a:lnTo>
                      <a:lnTo>
                        <a:pt x="68" y="82"/>
                      </a:lnTo>
                      <a:lnTo>
                        <a:pt x="64" y="78"/>
                      </a:lnTo>
                      <a:lnTo>
                        <a:pt x="64" y="78"/>
                      </a:lnTo>
                      <a:lnTo>
                        <a:pt x="60" y="78"/>
                      </a:lnTo>
                      <a:lnTo>
                        <a:pt x="60" y="78"/>
                      </a:lnTo>
                      <a:lnTo>
                        <a:pt x="60" y="78"/>
                      </a:lnTo>
                      <a:lnTo>
                        <a:pt x="60" y="78"/>
                      </a:lnTo>
                      <a:lnTo>
                        <a:pt x="60" y="78"/>
                      </a:lnTo>
                      <a:lnTo>
                        <a:pt x="60" y="78"/>
                      </a:lnTo>
                      <a:lnTo>
                        <a:pt x="60" y="78"/>
                      </a:lnTo>
                      <a:lnTo>
                        <a:pt x="60" y="74"/>
                      </a:lnTo>
                      <a:lnTo>
                        <a:pt x="60" y="74"/>
                      </a:lnTo>
                      <a:lnTo>
                        <a:pt x="60" y="70"/>
                      </a:lnTo>
                      <a:lnTo>
                        <a:pt x="60" y="70"/>
                      </a:lnTo>
                      <a:lnTo>
                        <a:pt x="60" y="70"/>
                      </a:lnTo>
                      <a:lnTo>
                        <a:pt x="56" y="70"/>
                      </a:lnTo>
                      <a:lnTo>
                        <a:pt x="56" y="70"/>
                      </a:lnTo>
                      <a:lnTo>
                        <a:pt x="56" y="70"/>
                      </a:lnTo>
                      <a:lnTo>
                        <a:pt x="56" y="70"/>
                      </a:lnTo>
                      <a:lnTo>
                        <a:pt x="56" y="70"/>
                      </a:lnTo>
                      <a:lnTo>
                        <a:pt x="54" y="70"/>
                      </a:lnTo>
                      <a:lnTo>
                        <a:pt x="54" y="70"/>
                      </a:lnTo>
                      <a:lnTo>
                        <a:pt x="54" y="70"/>
                      </a:lnTo>
                      <a:lnTo>
                        <a:pt x="54" y="70"/>
                      </a:lnTo>
                      <a:lnTo>
                        <a:pt x="54" y="70"/>
                      </a:lnTo>
                      <a:lnTo>
                        <a:pt x="54" y="74"/>
                      </a:lnTo>
                      <a:lnTo>
                        <a:pt x="54" y="74"/>
                      </a:lnTo>
                      <a:lnTo>
                        <a:pt x="54" y="74"/>
                      </a:lnTo>
                      <a:lnTo>
                        <a:pt x="54" y="78"/>
                      </a:lnTo>
                      <a:lnTo>
                        <a:pt x="54" y="78"/>
                      </a:lnTo>
                      <a:lnTo>
                        <a:pt x="50" y="82"/>
                      </a:lnTo>
                      <a:lnTo>
                        <a:pt x="50" y="82"/>
                      </a:lnTo>
                      <a:lnTo>
                        <a:pt x="50" y="78"/>
                      </a:lnTo>
                      <a:lnTo>
                        <a:pt x="50" y="78"/>
                      </a:lnTo>
                      <a:lnTo>
                        <a:pt x="46" y="78"/>
                      </a:lnTo>
                      <a:lnTo>
                        <a:pt x="46" y="78"/>
                      </a:lnTo>
                      <a:lnTo>
                        <a:pt x="46" y="78"/>
                      </a:lnTo>
                      <a:lnTo>
                        <a:pt x="46" y="82"/>
                      </a:lnTo>
                      <a:lnTo>
                        <a:pt x="46" y="82"/>
                      </a:lnTo>
                      <a:lnTo>
                        <a:pt x="42" y="78"/>
                      </a:lnTo>
                      <a:lnTo>
                        <a:pt x="42" y="78"/>
                      </a:lnTo>
                      <a:lnTo>
                        <a:pt x="42" y="78"/>
                      </a:lnTo>
                      <a:lnTo>
                        <a:pt x="42" y="78"/>
                      </a:lnTo>
                      <a:lnTo>
                        <a:pt x="42" y="82"/>
                      </a:lnTo>
                      <a:lnTo>
                        <a:pt x="42" y="82"/>
                      </a:lnTo>
                      <a:lnTo>
                        <a:pt x="42" y="82"/>
                      </a:lnTo>
                      <a:lnTo>
                        <a:pt x="42" y="86"/>
                      </a:lnTo>
                      <a:lnTo>
                        <a:pt x="42" y="86"/>
                      </a:lnTo>
                      <a:lnTo>
                        <a:pt x="42" y="86"/>
                      </a:lnTo>
                      <a:lnTo>
                        <a:pt x="42" y="86"/>
                      </a:lnTo>
                      <a:lnTo>
                        <a:pt x="42" y="86"/>
                      </a:lnTo>
                      <a:lnTo>
                        <a:pt x="42" y="86"/>
                      </a:lnTo>
                      <a:lnTo>
                        <a:pt x="42" y="86"/>
                      </a:lnTo>
                      <a:lnTo>
                        <a:pt x="42" y="86"/>
                      </a:lnTo>
                      <a:close/>
                      <a:moveTo>
                        <a:pt x="4" y="52"/>
                      </a:moveTo>
                      <a:lnTo>
                        <a:pt x="4" y="52"/>
                      </a:lnTo>
                      <a:lnTo>
                        <a:pt x="4" y="52"/>
                      </a:lnTo>
                      <a:lnTo>
                        <a:pt x="4" y="52"/>
                      </a:lnTo>
                      <a:lnTo>
                        <a:pt x="4" y="52"/>
                      </a:lnTo>
                      <a:lnTo>
                        <a:pt x="4" y="52"/>
                      </a:lnTo>
                      <a:lnTo>
                        <a:pt x="4" y="52"/>
                      </a:lnTo>
                      <a:lnTo>
                        <a:pt x="4" y="48"/>
                      </a:lnTo>
                      <a:lnTo>
                        <a:pt x="4" y="48"/>
                      </a:lnTo>
                      <a:lnTo>
                        <a:pt x="4" y="48"/>
                      </a:lnTo>
                      <a:lnTo>
                        <a:pt x="4" y="52"/>
                      </a:lnTo>
                      <a:lnTo>
                        <a:pt x="4" y="52"/>
                      </a:lnTo>
                      <a:lnTo>
                        <a:pt x="4" y="52"/>
                      </a:lnTo>
                      <a:lnTo>
                        <a:pt x="4" y="52"/>
                      </a:lnTo>
                      <a:lnTo>
                        <a:pt x="4" y="52"/>
                      </a:lnTo>
                      <a:lnTo>
                        <a:pt x="4" y="52"/>
                      </a:lnTo>
                      <a:lnTo>
                        <a:pt x="4" y="52"/>
                      </a:lnTo>
                      <a:lnTo>
                        <a:pt x="4" y="52"/>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158" name="Freeform 147">
                  <a:extLst>
                    <a:ext uri="{FF2B5EF4-FFF2-40B4-BE49-F238E27FC236}">
                      <a16:creationId xmlns:a16="http://schemas.microsoft.com/office/drawing/2014/main" id="{25A56704-2BE0-EBCD-8953-46F3F4DC848E}"/>
                    </a:ext>
                  </a:extLst>
                </p:cNvPr>
                <p:cNvSpPr>
                  <a:spLocks/>
                </p:cNvSpPr>
                <p:nvPr/>
              </p:nvSpPr>
              <p:spPr bwMode="gray">
                <a:xfrm>
                  <a:off x="4723426" y="4185754"/>
                  <a:ext cx="107834" cy="194796"/>
                </a:xfrm>
                <a:custGeom>
                  <a:avLst/>
                  <a:gdLst>
                    <a:gd name="T0" fmla="*/ 0 w 62"/>
                    <a:gd name="T1" fmla="*/ 78 h 112"/>
                    <a:gd name="T2" fmla="*/ 0 w 62"/>
                    <a:gd name="T3" fmla="*/ 72 h 112"/>
                    <a:gd name="T4" fmla="*/ 4 w 62"/>
                    <a:gd name="T5" fmla="*/ 60 h 112"/>
                    <a:gd name="T6" fmla="*/ 10 w 62"/>
                    <a:gd name="T7" fmla="*/ 52 h 112"/>
                    <a:gd name="T8" fmla="*/ 6 w 62"/>
                    <a:gd name="T9" fmla="*/ 42 h 112"/>
                    <a:gd name="T10" fmla="*/ 6 w 62"/>
                    <a:gd name="T11" fmla="*/ 38 h 112"/>
                    <a:gd name="T12" fmla="*/ 6 w 62"/>
                    <a:gd name="T13" fmla="*/ 30 h 112"/>
                    <a:gd name="T14" fmla="*/ 6 w 62"/>
                    <a:gd name="T15" fmla="*/ 26 h 112"/>
                    <a:gd name="T16" fmla="*/ 4 w 62"/>
                    <a:gd name="T17" fmla="*/ 22 h 112"/>
                    <a:gd name="T18" fmla="*/ 4 w 62"/>
                    <a:gd name="T19" fmla="*/ 12 h 112"/>
                    <a:gd name="T20" fmla="*/ 4 w 62"/>
                    <a:gd name="T21" fmla="*/ 4 h 112"/>
                    <a:gd name="T22" fmla="*/ 22 w 62"/>
                    <a:gd name="T23" fmla="*/ 4 h 112"/>
                    <a:gd name="T24" fmla="*/ 34 w 62"/>
                    <a:gd name="T25" fmla="*/ 4 h 112"/>
                    <a:gd name="T26" fmla="*/ 40 w 62"/>
                    <a:gd name="T27" fmla="*/ 4 h 112"/>
                    <a:gd name="T28" fmla="*/ 44 w 62"/>
                    <a:gd name="T29" fmla="*/ 4 h 112"/>
                    <a:gd name="T30" fmla="*/ 44 w 62"/>
                    <a:gd name="T31" fmla="*/ 8 h 112"/>
                    <a:gd name="T32" fmla="*/ 44 w 62"/>
                    <a:gd name="T33" fmla="*/ 12 h 112"/>
                    <a:gd name="T34" fmla="*/ 48 w 62"/>
                    <a:gd name="T35" fmla="*/ 16 h 112"/>
                    <a:gd name="T36" fmla="*/ 52 w 62"/>
                    <a:gd name="T37" fmla="*/ 18 h 112"/>
                    <a:gd name="T38" fmla="*/ 48 w 62"/>
                    <a:gd name="T39" fmla="*/ 30 h 112"/>
                    <a:gd name="T40" fmla="*/ 52 w 62"/>
                    <a:gd name="T41" fmla="*/ 30 h 112"/>
                    <a:gd name="T42" fmla="*/ 52 w 62"/>
                    <a:gd name="T43" fmla="*/ 34 h 112"/>
                    <a:gd name="T44" fmla="*/ 52 w 62"/>
                    <a:gd name="T45" fmla="*/ 42 h 112"/>
                    <a:gd name="T46" fmla="*/ 52 w 62"/>
                    <a:gd name="T47" fmla="*/ 46 h 112"/>
                    <a:gd name="T48" fmla="*/ 56 w 62"/>
                    <a:gd name="T49" fmla="*/ 52 h 112"/>
                    <a:gd name="T50" fmla="*/ 52 w 62"/>
                    <a:gd name="T51" fmla="*/ 60 h 112"/>
                    <a:gd name="T52" fmla="*/ 52 w 62"/>
                    <a:gd name="T53" fmla="*/ 68 h 112"/>
                    <a:gd name="T54" fmla="*/ 52 w 62"/>
                    <a:gd name="T55" fmla="*/ 72 h 112"/>
                    <a:gd name="T56" fmla="*/ 52 w 62"/>
                    <a:gd name="T57" fmla="*/ 78 h 112"/>
                    <a:gd name="T58" fmla="*/ 56 w 62"/>
                    <a:gd name="T59" fmla="*/ 82 h 112"/>
                    <a:gd name="T60" fmla="*/ 60 w 62"/>
                    <a:gd name="T61" fmla="*/ 82 h 112"/>
                    <a:gd name="T62" fmla="*/ 62 w 62"/>
                    <a:gd name="T63" fmla="*/ 90 h 112"/>
                    <a:gd name="T64" fmla="*/ 60 w 62"/>
                    <a:gd name="T65" fmla="*/ 90 h 112"/>
                    <a:gd name="T66" fmla="*/ 56 w 62"/>
                    <a:gd name="T67" fmla="*/ 94 h 112"/>
                    <a:gd name="T68" fmla="*/ 52 w 62"/>
                    <a:gd name="T69" fmla="*/ 94 h 112"/>
                    <a:gd name="T70" fmla="*/ 52 w 62"/>
                    <a:gd name="T71" fmla="*/ 90 h 112"/>
                    <a:gd name="T72" fmla="*/ 48 w 62"/>
                    <a:gd name="T73" fmla="*/ 90 h 112"/>
                    <a:gd name="T74" fmla="*/ 48 w 62"/>
                    <a:gd name="T75" fmla="*/ 90 h 112"/>
                    <a:gd name="T76" fmla="*/ 52 w 62"/>
                    <a:gd name="T77" fmla="*/ 90 h 112"/>
                    <a:gd name="T78" fmla="*/ 52 w 62"/>
                    <a:gd name="T79" fmla="*/ 94 h 112"/>
                    <a:gd name="T80" fmla="*/ 48 w 62"/>
                    <a:gd name="T81" fmla="*/ 94 h 112"/>
                    <a:gd name="T82" fmla="*/ 40 w 62"/>
                    <a:gd name="T83" fmla="*/ 98 h 112"/>
                    <a:gd name="T84" fmla="*/ 36 w 62"/>
                    <a:gd name="T85" fmla="*/ 102 h 112"/>
                    <a:gd name="T86" fmla="*/ 34 w 62"/>
                    <a:gd name="T87" fmla="*/ 104 h 112"/>
                    <a:gd name="T88" fmla="*/ 30 w 62"/>
                    <a:gd name="T89" fmla="*/ 104 h 112"/>
                    <a:gd name="T90" fmla="*/ 22 w 62"/>
                    <a:gd name="T91" fmla="*/ 104 h 112"/>
                    <a:gd name="T92" fmla="*/ 18 w 62"/>
                    <a:gd name="T93" fmla="*/ 112 h 112"/>
                    <a:gd name="T94" fmla="*/ 10 w 62"/>
                    <a:gd name="T95" fmla="*/ 108 h 112"/>
                    <a:gd name="T96" fmla="*/ 6 w 62"/>
                    <a:gd name="T97" fmla="*/ 108 h 112"/>
                    <a:gd name="T98" fmla="*/ 0 w 62"/>
                    <a:gd name="T99" fmla="*/ 104 h 112"/>
                    <a:gd name="T100" fmla="*/ 6 w 62"/>
                    <a:gd name="T101" fmla="*/ 104 h 112"/>
                    <a:gd name="T102" fmla="*/ 4 w 62"/>
                    <a:gd name="T103" fmla="*/ 102 h 112"/>
                    <a:gd name="T104" fmla="*/ 4 w 62"/>
                    <a:gd name="T105" fmla="*/ 98 h 112"/>
                    <a:gd name="T106" fmla="*/ 0 w 62"/>
                    <a:gd name="T107" fmla="*/ 86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2" h="112">
                      <a:moveTo>
                        <a:pt x="0" y="86"/>
                      </a:moveTo>
                      <a:lnTo>
                        <a:pt x="0" y="86"/>
                      </a:lnTo>
                      <a:lnTo>
                        <a:pt x="0" y="86"/>
                      </a:lnTo>
                      <a:lnTo>
                        <a:pt x="0" y="82"/>
                      </a:lnTo>
                      <a:lnTo>
                        <a:pt x="0" y="78"/>
                      </a:lnTo>
                      <a:lnTo>
                        <a:pt x="0" y="78"/>
                      </a:lnTo>
                      <a:lnTo>
                        <a:pt x="0" y="78"/>
                      </a:lnTo>
                      <a:lnTo>
                        <a:pt x="0" y="78"/>
                      </a:lnTo>
                      <a:lnTo>
                        <a:pt x="0" y="78"/>
                      </a:lnTo>
                      <a:lnTo>
                        <a:pt x="0" y="76"/>
                      </a:lnTo>
                      <a:lnTo>
                        <a:pt x="0" y="72"/>
                      </a:lnTo>
                      <a:lnTo>
                        <a:pt x="0" y="72"/>
                      </a:lnTo>
                      <a:lnTo>
                        <a:pt x="4" y="72"/>
                      </a:lnTo>
                      <a:lnTo>
                        <a:pt x="4" y="68"/>
                      </a:lnTo>
                      <a:lnTo>
                        <a:pt x="4" y="64"/>
                      </a:lnTo>
                      <a:lnTo>
                        <a:pt x="4" y="64"/>
                      </a:lnTo>
                      <a:lnTo>
                        <a:pt x="4" y="60"/>
                      </a:lnTo>
                      <a:lnTo>
                        <a:pt x="4" y="60"/>
                      </a:lnTo>
                      <a:lnTo>
                        <a:pt x="4" y="56"/>
                      </a:lnTo>
                      <a:lnTo>
                        <a:pt x="4" y="56"/>
                      </a:lnTo>
                      <a:lnTo>
                        <a:pt x="6" y="56"/>
                      </a:lnTo>
                      <a:lnTo>
                        <a:pt x="6" y="52"/>
                      </a:lnTo>
                      <a:lnTo>
                        <a:pt x="6" y="52"/>
                      </a:lnTo>
                      <a:lnTo>
                        <a:pt x="10" y="52"/>
                      </a:lnTo>
                      <a:lnTo>
                        <a:pt x="10" y="52"/>
                      </a:lnTo>
                      <a:lnTo>
                        <a:pt x="6" y="46"/>
                      </a:lnTo>
                      <a:lnTo>
                        <a:pt x="6" y="46"/>
                      </a:lnTo>
                      <a:lnTo>
                        <a:pt x="6" y="42"/>
                      </a:lnTo>
                      <a:lnTo>
                        <a:pt x="6" y="42"/>
                      </a:lnTo>
                      <a:lnTo>
                        <a:pt x="6" y="42"/>
                      </a:lnTo>
                      <a:lnTo>
                        <a:pt x="6" y="42"/>
                      </a:lnTo>
                      <a:lnTo>
                        <a:pt x="6" y="42"/>
                      </a:lnTo>
                      <a:lnTo>
                        <a:pt x="6" y="42"/>
                      </a:lnTo>
                      <a:lnTo>
                        <a:pt x="6" y="38"/>
                      </a:lnTo>
                      <a:lnTo>
                        <a:pt x="6" y="38"/>
                      </a:lnTo>
                      <a:lnTo>
                        <a:pt x="6" y="38"/>
                      </a:lnTo>
                      <a:lnTo>
                        <a:pt x="6" y="38"/>
                      </a:lnTo>
                      <a:lnTo>
                        <a:pt x="6" y="34"/>
                      </a:lnTo>
                      <a:lnTo>
                        <a:pt x="6" y="34"/>
                      </a:lnTo>
                      <a:lnTo>
                        <a:pt x="6" y="30"/>
                      </a:lnTo>
                      <a:lnTo>
                        <a:pt x="6" y="30"/>
                      </a:lnTo>
                      <a:lnTo>
                        <a:pt x="6" y="30"/>
                      </a:lnTo>
                      <a:lnTo>
                        <a:pt x="6" y="30"/>
                      </a:lnTo>
                      <a:lnTo>
                        <a:pt x="6" y="30"/>
                      </a:lnTo>
                      <a:lnTo>
                        <a:pt x="6" y="30"/>
                      </a:lnTo>
                      <a:lnTo>
                        <a:pt x="4" y="30"/>
                      </a:lnTo>
                      <a:lnTo>
                        <a:pt x="4" y="26"/>
                      </a:lnTo>
                      <a:lnTo>
                        <a:pt x="6" y="26"/>
                      </a:lnTo>
                      <a:lnTo>
                        <a:pt x="6" y="26"/>
                      </a:lnTo>
                      <a:lnTo>
                        <a:pt x="6" y="26"/>
                      </a:lnTo>
                      <a:lnTo>
                        <a:pt x="4" y="26"/>
                      </a:lnTo>
                      <a:lnTo>
                        <a:pt x="4" y="26"/>
                      </a:lnTo>
                      <a:lnTo>
                        <a:pt x="6" y="22"/>
                      </a:lnTo>
                      <a:lnTo>
                        <a:pt x="4" y="22"/>
                      </a:lnTo>
                      <a:lnTo>
                        <a:pt x="4" y="18"/>
                      </a:lnTo>
                      <a:lnTo>
                        <a:pt x="4" y="18"/>
                      </a:lnTo>
                      <a:lnTo>
                        <a:pt x="4" y="18"/>
                      </a:lnTo>
                      <a:lnTo>
                        <a:pt x="4" y="16"/>
                      </a:lnTo>
                      <a:lnTo>
                        <a:pt x="4" y="16"/>
                      </a:lnTo>
                      <a:lnTo>
                        <a:pt x="4" y="12"/>
                      </a:lnTo>
                      <a:lnTo>
                        <a:pt x="4" y="12"/>
                      </a:lnTo>
                      <a:lnTo>
                        <a:pt x="4" y="12"/>
                      </a:lnTo>
                      <a:lnTo>
                        <a:pt x="4" y="8"/>
                      </a:lnTo>
                      <a:lnTo>
                        <a:pt x="4" y="8"/>
                      </a:lnTo>
                      <a:lnTo>
                        <a:pt x="4" y="4"/>
                      </a:lnTo>
                      <a:lnTo>
                        <a:pt x="4" y="4"/>
                      </a:lnTo>
                      <a:lnTo>
                        <a:pt x="4" y="4"/>
                      </a:lnTo>
                      <a:lnTo>
                        <a:pt x="6" y="4"/>
                      </a:lnTo>
                      <a:lnTo>
                        <a:pt x="10" y="4"/>
                      </a:lnTo>
                      <a:lnTo>
                        <a:pt x="14" y="4"/>
                      </a:lnTo>
                      <a:lnTo>
                        <a:pt x="18" y="4"/>
                      </a:lnTo>
                      <a:lnTo>
                        <a:pt x="22" y="4"/>
                      </a:lnTo>
                      <a:lnTo>
                        <a:pt x="22" y="4"/>
                      </a:lnTo>
                      <a:lnTo>
                        <a:pt x="26" y="4"/>
                      </a:lnTo>
                      <a:lnTo>
                        <a:pt x="26" y="4"/>
                      </a:lnTo>
                      <a:lnTo>
                        <a:pt x="30" y="4"/>
                      </a:lnTo>
                      <a:lnTo>
                        <a:pt x="30" y="4"/>
                      </a:lnTo>
                      <a:lnTo>
                        <a:pt x="34" y="4"/>
                      </a:lnTo>
                      <a:lnTo>
                        <a:pt x="34" y="4"/>
                      </a:lnTo>
                      <a:lnTo>
                        <a:pt x="34" y="4"/>
                      </a:lnTo>
                      <a:lnTo>
                        <a:pt x="34" y="4"/>
                      </a:lnTo>
                      <a:lnTo>
                        <a:pt x="34" y="4"/>
                      </a:lnTo>
                      <a:lnTo>
                        <a:pt x="36" y="4"/>
                      </a:lnTo>
                      <a:lnTo>
                        <a:pt x="40" y="4"/>
                      </a:lnTo>
                      <a:lnTo>
                        <a:pt x="40" y="0"/>
                      </a:lnTo>
                      <a:lnTo>
                        <a:pt x="40" y="0"/>
                      </a:lnTo>
                      <a:lnTo>
                        <a:pt x="40" y="0"/>
                      </a:lnTo>
                      <a:lnTo>
                        <a:pt x="40" y="0"/>
                      </a:lnTo>
                      <a:lnTo>
                        <a:pt x="44" y="4"/>
                      </a:lnTo>
                      <a:lnTo>
                        <a:pt x="44" y="4"/>
                      </a:lnTo>
                      <a:lnTo>
                        <a:pt x="44" y="0"/>
                      </a:lnTo>
                      <a:lnTo>
                        <a:pt x="44" y="0"/>
                      </a:lnTo>
                      <a:lnTo>
                        <a:pt x="44" y="4"/>
                      </a:lnTo>
                      <a:lnTo>
                        <a:pt x="44" y="4"/>
                      </a:lnTo>
                      <a:lnTo>
                        <a:pt x="44" y="4"/>
                      </a:lnTo>
                      <a:lnTo>
                        <a:pt x="44" y="8"/>
                      </a:lnTo>
                      <a:lnTo>
                        <a:pt x="44" y="8"/>
                      </a:lnTo>
                      <a:lnTo>
                        <a:pt x="44" y="8"/>
                      </a:lnTo>
                      <a:lnTo>
                        <a:pt x="44" y="8"/>
                      </a:lnTo>
                      <a:lnTo>
                        <a:pt x="44" y="12"/>
                      </a:lnTo>
                      <a:lnTo>
                        <a:pt x="44" y="12"/>
                      </a:lnTo>
                      <a:lnTo>
                        <a:pt x="44" y="12"/>
                      </a:lnTo>
                      <a:lnTo>
                        <a:pt x="44" y="12"/>
                      </a:lnTo>
                      <a:lnTo>
                        <a:pt x="44" y="12"/>
                      </a:lnTo>
                      <a:lnTo>
                        <a:pt x="48" y="16"/>
                      </a:lnTo>
                      <a:lnTo>
                        <a:pt x="48" y="16"/>
                      </a:lnTo>
                      <a:lnTo>
                        <a:pt x="48" y="16"/>
                      </a:lnTo>
                      <a:lnTo>
                        <a:pt x="48" y="16"/>
                      </a:lnTo>
                      <a:lnTo>
                        <a:pt x="48" y="18"/>
                      </a:lnTo>
                      <a:lnTo>
                        <a:pt x="48" y="18"/>
                      </a:lnTo>
                      <a:lnTo>
                        <a:pt x="48" y="18"/>
                      </a:lnTo>
                      <a:lnTo>
                        <a:pt x="48" y="18"/>
                      </a:lnTo>
                      <a:lnTo>
                        <a:pt x="52" y="18"/>
                      </a:lnTo>
                      <a:lnTo>
                        <a:pt x="52" y="18"/>
                      </a:lnTo>
                      <a:lnTo>
                        <a:pt x="48" y="18"/>
                      </a:lnTo>
                      <a:lnTo>
                        <a:pt x="48" y="26"/>
                      </a:lnTo>
                      <a:lnTo>
                        <a:pt x="48" y="26"/>
                      </a:lnTo>
                      <a:lnTo>
                        <a:pt x="48" y="30"/>
                      </a:lnTo>
                      <a:lnTo>
                        <a:pt x="48" y="30"/>
                      </a:lnTo>
                      <a:lnTo>
                        <a:pt x="48" y="30"/>
                      </a:lnTo>
                      <a:lnTo>
                        <a:pt x="48" y="30"/>
                      </a:lnTo>
                      <a:lnTo>
                        <a:pt x="48" y="30"/>
                      </a:lnTo>
                      <a:lnTo>
                        <a:pt x="48" y="30"/>
                      </a:lnTo>
                      <a:lnTo>
                        <a:pt x="48" y="30"/>
                      </a:lnTo>
                      <a:lnTo>
                        <a:pt x="52" y="30"/>
                      </a:lnTo>
                      <a:lnTo>
                        <a:pt x="52" y="30"/>
                      </a:lnTo>
                      <a:lnTo>
                        <a:pt x="52" y="30"/>
                      </a:lnTo>
                      <a:lnTo>
                        <a:pt x="52" y="30"/>
                      </a:lnTo>
                      <a:lnTo>
                        <a:pt x="52" y="30"/>
                      </a:lnTo>
                      <a:lnTo>
                        <a:pt x="52" y="34"/>
                      </a:lnTo>
                      <a:lnTo>
                        <a:pt x="52" y="34"/>
                      </a:lnTo>
                      <a:lnTo>
                        <a:pt x="52" y="34"/>
                      </a:lnTo>
                      <a:lnTo>
                        <a:pt x="52" y="38"/>
                      </a:lnTo>
                      <a:lnTo>
                        <a:pt x="52" y="38"/>
                      </a:lnTo>
                      <a:lnTo>
                        <a:pt x="52" y="42"/>
                      </a:lnTo>
                      <a:lnTo>
                        <a:pt x="52" y="42"/>
                      </a:lnTo>
                      <a:lnTo>
                        <a:pt x="52" y="42"/>
                      </a:lnTo>
                      <a:lnTo>
                        <a:pt x="52" y="42"/>
                      </a:lnTo>
                      <a:lnTo>
                        <a:pt x="52" y="42"/>
                      </a:lnTo>
                      <a:lnTo>
                        <a:pt x="48" y="42"/>
                      </a:lnTo>
                      <a:lnTo>
                        <a:pt x="48" y="42"/>
                      </a:lnTo>
                      <a:lnTo>
                        <a:pt x="52" y="46"/>
                      </a:lnTo>
                      <a:lnTo>
                        <a:pt x="52" y="46"/>
                      </a:lnTo>
                      <a:lnTo>
                        <a:pt x="52" y="46"/>
                      </a:lnTo>
                      <a:lnTo>
                        <a:pt x="52" y="48"/>
                      </a:lnTo>
                      <a:lnTo>
                        <a:pt x="52" y="48"/>
                      </a:lnTo>
                      <a:lnTo>
                        <a:pt x="56" y="48"/>
                      </a:lnTo>
                      <a:lnTo>
                        <a:pt x="56" y="48"/>
                      </a:lnTo>
                      <a:lnTo>
                        <a:pt x="56" y="48"/>
                      </a:lnTo>
                      <a:lnTo>
                        <a:pt x="56" y="52"/>
                      </a:lnTo>
                      <a:lnTo>
                        <a:pt x="56" y="52"/>
                      </a:lnTo>
                      <a:lnTo>
                        <a:pt x="52" y="52"/>
                      </a:lnTo>
                      <a:lnTo>
                        <a:pt x="52" y="52"/>
                      </a:lnTo>
                      <a:lnTo>
                        <a:pt x="52" y="52"/>
                      </a:lnTo>
                      <a:lnTo>
                        <a:pt x="52" y="56"/>
                      </a:lnTo>
                      <a:lnTo>
                        <a:pt x="52" y="60"/>
                      </a:lnTo>
                      <a:lnTo>
                        <a:pt x="52" y="64"/>
                      </a:lnTo>
                      <a:lnTo>
                        <a:pt x="52" y="64"/>
                      </a:lnTo>
                      <a:lnTo>
                        <a:pt x="52" y="64"/>
                      </a:lnTo>
                      <a:lnTo>
                        <a:pt x="52" y="64"/>
                      </a:lnTo>
                      <a:lnTo>
                        <a:pt x="52" y="64"/>
                      </a:lnTo>
                      <a:lnTo>
                        <a:pt x="52" y="68"/>
                      </a:lnTo>
                      <a:lnTo>
                        <a:pt x="52" y="68"/>
                      </a:lnTo>
                      <a:lnTo>
                        <a:pt x="52" y="68"/>
                      </a:lnTo>
                      <a:lnTo>
                        <a:pt x="52" y="68"/>
                      </a:lnTo>
                      <a:lnTo>
                        <a:pt x="52" y="68"/>
                      </a:lnTo>
                      <a:lnTo>
                        <a:pt x="52" y="68"/>
                      </a:lnTo>
                      <a:lnTo>
                        <a:pt x="52" y="72"/>
                      </a:lnTo>
                      <a:lnTo>
                        <a:pt x="52" y="72"/>
                      </a:lnTo>
                      <a:lnTo>
                        <a:pt x="52" y="76"/>
                      </a:lnTo>
                      <a:lnTo>
                        <a:pt x="52" y="76"/>
                      </a:lnTo>
                      <a:lnTo>
                        <a:pt x="52" y="78"/>
                      </a:lnTo>
                      <a:lnTo>
                        <a:pt x="52" y="78"/>
                      </a:lnTo>
                      <a:lnTo>
                        <a:pt x="52" y="78"/>
                      </a:lnTo>
                      <a:lnTo>
                        <a:pt x="52" y="78"/>
                      </a:lnTo>
                      <a:lnTo>
                        <a:pt x="56" y="78"/>
                      </a:lnTo>
                      <a:lnTo>
                        <a:pt x="56" y="78"/>
                      </a:lnTo>
                      <a:lnTo>
                        <a:pt x="56" y="78"/>
                      </a:lnTo>
                      <a:lnTo>
                        <a:pt x="56" y="78"/>
                      </a:lnTo>
                      <a:lnTo>
                        <a:pt x="56" y="82"/>
                      </a:lnTo>
                      <a:lnTo>
                        <a:pt x="56" y="82"/>
                      </a:lnTo>
                      <a:lnTo>
                        <a:pt x="56" y="82"/>
                      </a:lnTo>
                      <a:lnTo>
                        <a:pt x="56" y="82"/>
                      </a:lnTo>
                      <a:lnTo>
                        <a:pt x="56" y="82"/>
                      </a:lnTo>
                      <a:lnTo>
                        <a:pt x="56" y="82"/>
                      </a:lnTo>
                      <a:lnTo>
                        <a:pt x="60" y="82"/>
                      </a:lnTo>
                      <a:lnTo>
                        <a:pt x="60" y="86"/>
                      </a:lnTo>
                      <a:lnTo>
                        <a:pt x="60" y="86"/>
                      </a:lnTo>
                      <a:lnTo>
                        <a:pt x="60" y="86"/>
                      </a:lnTo>
                      <a:lnTo>
                        <a:pt x="62" y="86"/>
                      </a:lnTo>
                      <a:lnTo>
                        <a:pt x="62" y="86"/>
                      </a:lnTo>
                      <a:lnTo>
                        <a:pt x="62" y="90"/>
                      </a:lnTo>
                      <a:lnTo>
                        <a:pt x="60" y="90"/>
                      </a:lnTo>
                      <a:lnTo>
                        <a:pt x="60" y="90"/>
                      </a:lnTo>
                      <a:lnTo>
                        <a:pt x="60" y="90"/>
                      </a:lnTo>
                      <a:lnTo>
                        <a:pt x="60" y="90"/>
                      </a:lnTo>
                      <a:lnTo>
                        <a:pt x="60" y="90"/>
                      </a:lnTo>
                      <a:lnTo>
                        <a:pt x="60" y="90"/>
                      </a:lnTo>
                      <a:lnTo>
                        <a:pt x="60" y="94"/>
                      </a:lnTo>
                      <a:lnTo>
                        <a:pt x="60" y="94"/>
                      </a:lnTo>
                      <a:lnTo>
                        <a:pt x="60" y="94"/>
                      </a:lnTo>
                      <a:lnTo>
                        <a:pt x="60" y="94"/>
                      </a:lnTo>
                      <a:lnTo>
                        <a:pt x="60" y="94"/>
                      </a:lnTo>
                      <a:lnTo>
                        <a:pt x="56" y="94"/>
                      </a:lnTo>
                      <a:lnTo>
                        <a:pt x="56" y="94"/>
                      </a:lnTo>
                      <a:lnTo>
                        <a:pt x="56" y="94"/>
                      </a:lnTo>
                      <a:lnTo>
                        <a:pt x="56" y="94"/>
                      </a:lnTo>
                      <a:lnTo>
                        <a:pt x="56" y="94"/>
                      </a:lnTo>
                      <a:lnTo>
                        <a:pt x="52" y="94"/>
                      </a:lnTo>
                      <a:lnTo>
                        <a:pt x="52" y="94"/>
                      </a:lnTo>
                      <a:lnTo>
                        <a:pt x="52" y="94"/>
                      </a:lnTo>
                      <a:lnTo>
                        <a:pt x="52" y="90"/>
                      </a:lnTo>
                      <a:lnTo>
                        <a:pt x="52" y="90"/>
                      </a:lnTo>
                      <a:lnTo>
                        <a:pt x="52" y="90"/>
                      </a:lnTo>
                      <a:lnTo>
                        <a:pt x="52" y="90"/>
                      </a:lnTo>
                      <a:lnTo>
                        <a:pt x="52" y="90"/>
                      </a:lnTo>
                      <a:lnTo>
                        <a:pt x="52" y="90"/>
                      </a:lnTo>
                      <a:lnTo>
                        <a:pt x="48" y="90"/>
                      </a:lnTo>
                      <a:lnTo>
                        <a:pt x="48" y="90"/>
                      </a:lnTo>
                      <a:lnTo>
                        <a:pt x="48" y="90"/>
                      </a:lnTo>
                      <a:lnTo>
                        <a:pt x="48" y="90"/>
                      </a:lnTo>
                      <a:lnTo>
                        <a:pt x="48" y="90"/>
                      </a:lnTo>
                      <a:lnTo>
                        <a:pt x="48" y="90"/>
                      </a:lnTo>
                      <a:lnTo>
                        <a:pt x="48" y="90"/>
                      </a:lnTo>
                      <a:lnTo>
                        <a:pt x="48" y="90"/>
                      </a:lnTo>
                      <a:lnTo>
                        <a:pt x="48" y="90"/>
                      </a:lnTo>
                      <a:lnTo>
                        <a:pt x="48" y="90"/>
                      </a:lnTo>
                      <a:lnTo>
                        <a:pt x="48" y="90"/>
                      </a:lnTo>
                      <a:lnTo>
                        <a:pt x="48" y="90"/>
                      </a:lnTo>
                      <a:lnTo>
                        <a:pt x="48" y="90"/>
                      </a:lnTo>
                      <a:lnTo>
                        <a:pt x="48" y="90"/>
                      </a:lnTo>
                      <a:lnTo>
                        <a:pt x="52" y="90"/>
                      </a:lnTo>
                      <a:lnTo>
                        <a:pt x="52" y="90"/>
                      </a:lnTo>
                      <a:lnTo>
                        <a:pt x="52" y="90"/>
                      </a:lnTo>
                      <a:lnTo>
                        <a:pt x="52" y="90"/>
                      </a:lnTo>
                      <a:lnTo>
                        <a:pt x="52" y="90"/>
                      </a:lnTo>
                      <a:lnTo>
                        <a:pt x="52" y="90"/>
                      </a:lnTo>
                      <a:lnTo>
                        <a:pt x="52" y="90"/>
                      </a:lnTo>
                      <a:lnTo>
                        <a:pt x="52" y="94"/>
                      </a:lnTo>
                      <a:lnTo>
                        <a:pt x="52" y="94"/>
                      </a:lnTo>
                      <a:lnTo>
                        <a:pt x="56" y="94"/>
                      </a:lnTo>
                      <a:lnTo>
                        <a:pt x="52" y="94"/>
                      </a:lnTo>
                      <a:lnTo>
                        <a:pt x="52" y="94"/>
                      </a:lnTo>
                      <a:lnTo>
                        <a:pt x="48" y="94"/>
                      </a:lnTo>
                      <a:lnTo>
                        <a:pt x="48" y="94"/>
                      </a:lnTo>
                      <a:lnTo>
                        <a:pt x="48" y="94"/>
                      </a:lnTo>
                      <a:lnTo>
                        <a:pt x="48" y="94"/>
                      </a:lnTo>
                      <a:lnTo>
                        <a:pt x="48" y="94"/>
                      </a:lnTo>
                      <a:lnTo>
                        <a:pt x="44" y="98"/>
                      </a:lnTo>
                      <a:lnTo>
                        <a:pt x="44" y="98"/>
                      </a:lnTo>
                      <a:lnTo>
                        <a:pt x="44" y="98"/>
                      </a:lnTo>
                      <a:lnTo>
                        <a:pt x="40" y="98"/>
                      </a:lnTo>
                      <a:lnTo>
                        <a:pt x="40" y="98"/>
                      </a:lnTo>
                      <a:lnTo>
                        <a:pt x="40" y="98"/>
                      </a:lnTo>
                      <a:lnTo>
                        <a:pt x="40" y="98"/>
                      </a:lnTo>
                      <a:lnTo>
                        <a:pt x="36" y="102"/>
                      </a:lnTo>
                      <a:lnTo>
                        <a:pt x="36" y="102"/>
                      </a:lnTo>
                      <a:lnTo>
                        <a:pt x="36" y="102"/>
                      </a:lnTo>
                      <a:lnTo>
                        <a:pt x="36" y="102"/>
                      </a:lnTo>
                      <a:lnTo>
                        <a:pt x="36" y="102"/>
                      </a:lnTo>
                      <a:lnTo>
                        <a:pt x="34" y="102"/>
                      </a:lnTo>
                      <a:lnTo>
                        <a:pt x="34" y="102"/>
                      </a:lnTo>
                      <a:lnTo>
                        <a:pt x="34" y="102"/>
                      </a:lnTo>
                      <a:lnTo>
                        <a:pt x="34" y="104"/>
                      </a:lnTo>
                      <a:lnTo>
                        <a:pt x="34" y="104"/>
                      </a:lnTo>
                      <a:lnTo>
                        <a:pt x="30" y="104"/>
                      </a:lnTo>
                      <a:lnTo>
                        <a:pt x="30" y="104"/>
                      </a:lnTo>
                      <a:lnTo>
                        <a:pt x="30" y="104"/>
                      </a:lnTo>
                      <a:lnTo>
                        <a:pt x="30" y="104"/>
                      </a:lnTo>
                      <a:lnTo>
                        <a:pt x="30" y="104"/>
                      </a:lnTo>
                      <a:lnTo>
                        <a:pt x="30" y="104"/>
                      </a:lnTo>
                      <a:lnTo>
                        <a:pt x="26" y="104"/>
                      </a:lnTo>
                      <a:lnTo>
                        <a:pt x="26" y="104"/>
                      </a:lnTo>
                      <a:lnTo>
                        <a:pt x="26" y="104"/>
                      </a:lnTo>
                      <a:lnTo>
                        <a:pt x="26" y="104"/>
                      </a:lnTo>
                      <a:lnTo>
                        <a:pt x="22" y="104"/>
                      </a:lnTo>
                      <a:lnTo>
                        <a:pt x="22" y="104"/>
                      </a:lnTo>
                      <a:lnTo>
                        <a:pt x="22" y="104"/>
                      </a:lnTo>
                      <a:lnTo>
                        <a:pt x="22" y="108"/>
                      </a:lnTo>
                      <a:lnTo>
                        <a:pt x="22" y="108"/>
                      </a:lnTo>
                      <a:lnTo>
                        <a:pt x="18" y="108"/>
                      </a:lnTo>
                      <a:lnTo>
                        <a:pt x="18" y="112"/>
                      </a:lnTo>
                      <a:lnTo>
                        <a:pt x="14" y="112"/>
                      </a:lnTo>
                      <a:lnTo>
                        <a:pt x="14" y="112"/>
                      </a:lnTo>
                      <a:lnTo>
                        <a:pt x="14" y="112"/>
                      </a:lnTo>
                      <a:lnTo>
                        <a:pt x="10" y="108"/>
                      </a:lnTo>
                      <a:lnTo>
                        <a:pt x="10" y="108"/>
                      </a:lnTo>
                      <a:lnTo>
                        <a:pt x="10" y="108"/>
                      </a:lnTo>
                      <a:lnTo>
                        <a:pt x="10" y="108"/>
                      </a:lnTo>
                      <a:lnTo>
                        <a:pt x="10" y="108"/>
                      </a:lnTo>
                      <a:lnTo>
                        <a:pt x="10" y="108"/>
                      </a:lnTo>
                      <a:lnTo>
                        <a:pt x="10" y="108"/>
                      </a:lnTo>
                      <a:lnTo>
                        <a:pt x="6" y="108"/>
                      </a:lnTo>
                      <a:lnTo>
                        <a:pt x="6" y="108"/>
                      </a:lnTo>
                      <a:lnTo>
                        <a:pt x="6" y="108"/>
                      </a:lnTo>
                      <a:lnTo>
                        <a:pt x="4" y="104"/>
                      </a:lnTo>
                      <a:lnTo>
                        <a:pt x="4" y="104"/>
                      </a:lnTo>
                      <a:lnTo>
                        <a:pt x="4" y="104"/>
                      </a:lnTo>
                      <a:lnTo>
                        <a:pt x="0" y="104"/>
                      </a:lnTo>
                      <a:lnTo>
                        <a:pt x="0" y="104"/>
                      </a:lnTo>
                      <a:lnTo>
                        <a:pt x="0" y="104"/>
                      </a:lnTo>
                      <a:lnTo>
                        <a:pt x="0" y="104"/>
                      </a:lnTo>
                      <a:lnTo>
                        <a:pt x="0" y="104"/>
                      </a:lnTo>
                      <a:lnTo>
                        <a:pt x="4" y="104"/>
                      </a:lnTo>
                      <a:lnTo>
                        <a:pt x="4" y="104"/>
                      </a:lnTo>
                      <a:lnTo>
                        <a:pt x="6" y="104"/>
                      </a:lnTo>
                      <a:lnTo>
                        <a:pt x="6" y="104"/>
                      </a:lnTo>
                      <a:lnTo>
                        <a:pt x="6" y="104"/>
                      </a:lnTo>
                      <a:lnTo>
                        <a:pt x="6" y="104"/>
                      </a:lnTo>
                      <a:lnTo>
                        <a:pt x="6" y="104"/>
                      </a:lnTo>
                      <a:lnTo>
                        <a:pt x="4" y="102"/>
                      </a:lnTo>
                      <a:lnTo>
                        <a:pt x="4" y="102"/>
                      </a:lnTo>
                      <a:lnTo>
                        <a:pt x="6" y="102"/>
                      </a:lnTo>
                      <a:lnTo>
                        <a:pt x="6" y="98"/>
                      </a:lnTo>
                      <a:lnTo>
                        <a:pt x="4" y="98"/>
                      </a:lnTo>
                      <a:lnTo>
                        <a:pt x="4" y="98"/>
                      </a:lnTo>
                      <a:lnTo>
                        <a:pt x="4" y="98"/>
                      </a:lnTo>
                      <a:lnTo>
                        <a:pt x="4" y="98"/>
                      </a:lnTo>
                      <a:lnTo>
                        <a:pt x="4" y="98"/>
                      </a:lnTo>
                      <a:lnTo>
                        <a:pt x="4" y="98"/>
                      </a:lnTo>
                      <a:lnTo>
                        <a:pt x="4" y="94"/>
                      </a:lnTo>
                      <a:lnTo>
                        <a:pt x="4" y="94"/>
                      </a:lnTo>
                      <a:lnTo>
                        <a:pt x="0" y="90"/>
                      </a:lnTo>
                      <a:lnTo>
                        <a:pt x="0" y="86"/>
                      </a:lnTo>
                      <a:lnTo>
                        <a:pt x="0" y="86"/>
                      </a:lnTo>
                      <a:lnTo>
                        <a:pt x="0" y="86"/>
                      </a:lnTo>
                      <a:lnTo>
                        <a:pt x="0" y="86"/>
                      </a:lnTo>
                      <a:lnTo>
                        <a:pt x="0" y="86"/>
                      </a:lnTo>
                      <a:lnTo>
                        <a:pt x="0" y="86"/>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159" name="Freeform 148">
                  <a:extLst>
                    <a:ext uri="{FF2B5EF4-FFF2-40B4-BE49-F238E27FC236}">
                      <a16:creationId xmlns:a16="http://schemas.microsoft.com/office/drawing/2014/main" id="{BCF705E8-31CD-1619-F000-0798690429BC}"/>
                    </a:ext>
                  </a:extLst>
                </p:cNvPr>
                <p:cNvSpPr>
                  <a:spLocks/>
                </p:cNvSpPr>
                <p:nvPr/>
              </p:nvSpPr>
              <p:spPr bwMode="gray">
                <a:xfrm>
                  <a:off x="4431230" y="4140533"/>
                  <a:ext cx="180883" cy="170447"/>
                </a:xfrm>
                <a:custGeom>
                  <a:avLst/>
                  <a:gdLst>
                    <a:gd name="T0" fmla="*/ 96 w 104"/>
                    <a:gd name="T1" fmla="*/ 86 h 98"/>
                    <a:gd name="T2" fmla="*/ 92 w 104"/>
                    <a:gd name="T3" fmla="*/ 90 h 98"/>
                    <a:gd name="T4" fmla="*/ 90 w 104"/>
                    <a:gd name="T5" fmla="*/ 86 h 98"/>
                    <a:gd name="T6" fmla="*/ 86 w 104"/>
                    <a:gd name="T7" fmla="*/ 94 h 98"/>
                    <a:gd name="T8" fmla="*/ 82 w 104"/>
                    <a:gd name="T9" fmla="*/ 94 h 98"/>
                    <a:gd name="T10" fmla="*/ 78 w 104"/>
                    <a:gd name="T11" fmla="*/ 90 h 98"/>
                    <a:gd name="T12" fmla="*/ 78 w 104"/>
                    <a:gd name="T13" fmla="*/ 86 h 98"/>
                    <a:gd name="T14" fmla="*/ 74 w 104"/>
                    <a:gd name="T15" fmla="*/ 74 h 98"/>
                    <a:gd name="T16" fmla="*/ 66 w 104"/>
                    <a:gd name="T17" fmla="*/ 74 h 98"/>
                    <a:gd name="T18" fmla="*/ 60 w 104"/>
                    <a:gd name="T19" fmla="*/ 74 h 98"/>
                    <a:gd name="T20" fmla="*/ 64 w 104"/>
                    <a:gd name="T21" fmla="*/ 64 h 98"/>
                    <a:gd name="T22" fmla="*/ 60 w 104"/>
                    <a:gd name="T23" fmla="*/ 60 h 98"/>
                    <a:gd name="T24" fmla="*/ 56 w 104"/>
                    <a:gd name="T25" fmla="*/ 52 h 98"/>
                    <a:gd name="T26" fmla="*/ 48 w 104"/>
                    <a:gd name="T27" fmla="*/ 48 h 98"/>
                    <a:gd name="T28" fmla="*/ 40 w 104"/>
                    <a:gd name="T29" fmla="*/ 48 h 98"/>
                    <a:gd name="T30" fmla="*/ 34 w 104"/>
                    <a:gd name="T31" fmla="*/ 52 h 98"/>
                    <a:gd name="T32" fmla="*/ 30 w 104"/>
                    <a:gd name="T33" fmla="*/ 60 h 98"/>
                    <a:gd name="T34" fmla="*/ 26 w 104"/>
                    <a:gd name="T35" fmla="*/ 64 h 98"/>
                    <a:gd name="T36" fmla="*/ 22 w 104"/>
                    <a:gd name="T37" fmla="*/ 60 h 98"/>
                    <a:gd name="T38" fmla="*/ 18 w 104"/>
                    <a:gd name="T39" fmla="*/ 56 h 98"/>
                    <a:gd name="T40" fmla="*/ 18 w 104"/>
                    <a:gd name="T41" fmla="*/ 52 h 98"/>
                    <a:gd name="T42" fmla="*/ 18 w 104"/>
                    <a:gd name="T43" fmla="*/ 48 h 98"/>
                    <a:gd name="T44" fmla="*/ 14 w 104"/>
                    <a:gd name="T45" fmla="*/ 44 h 98"/>
                    <a:gd name="T46" fmla="*/ 8 w 104"/>
                    <a:gd name="T47" fmla="*/ 38 h 98"/>
                    <a:gd name="T48" fmla="*/ 8 w 104"/>
                    <a:gd name="T49" fmla="*/ 34 h 98"/>
                    <a:gd name="T50" fmla="*/ 4 w 104"/>
                    <a:gd name="T51" fmla="*/ 30 h 98"/>
                    <a:gd name="T52" fmla="*/ 0 w 104"/>
                    <a:gd name="T53" fmla="*/ 30 h 98"/>
                    <a:gd name="T54" fmla="*/ 0 w 104"/>
                    <a:gd name="T55" fmla="*/ 30 h 98"/>
                    <a:gd name="T56" fmla="*/ 4 w 104"/>
                    <a:gd name="T57" fmla="*/ 22 h 98"/>
                    <a:gd name="T58" fmla="*/ 8 w 104"/>
                    <a:gd name="T59" fmla="*/ 22 h 98"/>
                    <a:gd name="T60" fmla="*/ 14 w 104"/>
                    <a:gd name="T61" fmla="*/ 18 h 98"/>
                    <a:gd name="T62" fmla="*/ 14 w 104"/>
                    <a:gd name="T63" fmla="*/ 12 h 98"/>
                    <a:gd name="T64" fmla="*/ 18 w 104"/>
                    <a:gd name="T65" fmla="*/ 8 h 98"/>
                    <a:gd name="T66" fmla="*/ 18 w 104"/>
                    <a:gd name="T67" fmla="*/ 4 h 98"/>
                    <a:gd name="T68" fmla="*/ 26 w 104"/>
                    <a:gd name="T69" fmla="*/ 0 h 98"/>
                    <a:gd name="T70" fmla="*/ 30 w 104"/>
                    <a:gd name="T71" fmla="*/ 4 h 98"/>
                    <a:gd name="T72" fmla="*/ 36 w 104"/>
                    <a:gd name="T73" fmla="*/ 4 h 98"/>
                    <a:gd name="T74" fmla="*/ 40 w 104"/>
                    <a:gd name="T75" fmla="*/ 8 h 98"/>
                    <a:gd name="T76" fmla="*/ 48 w 104"/>
                    <a:gd name="T77" fmla="*/ 4 h 98"/>
                    <a:gd name="T78" fmla="*/ 48 w 104"/>
                    <a:gd name="T79" fmla="*/ 8 h 98"/>
                    <a:gd name="T80" fmla="*/ 52 w 104"/>
                    <a:gd name="T81" fmla="*/ 12 h 98"/>
                    <a:gd name="T82" fmla="*/ 60 w 104"/>
                    <a:gd name="T83" fmla="*/ 8 h 98"/>
                    <a:gd name="T84" fmla="*/ 64 w 104"/>
                    <a:gd name="T85" fmla="*/ 12 h 98"/>
                    <a:gd name="T86" fmla="*/ 74 w 104"/>
                    <a:gd name="T87" fmla="*/ 12 h 98"/>
                    <a:gd name="T88" fmla="*/ 78 w 104"/>
                    <a:gd name="T89" fmla="*/ 8 h 98"/>
                    <a:gd name="T90" fmla="*/ 82 w 104"/>
                    <a:gd name="T91" fmla="*/ 4 h 98"/>
                    <a:gd name="T92" fmla="*/ 86 w 104"/>
                    <a:gd name="T93" fmla="*/ 8 h 98"/>
                    <a:gd name="T94" fmla="*/ 86 w 104"/>
                    <a:gd name="T95" fmla="*/ 18 h 98"/>
                    <a:gd name="T96" fmla="*/ 90 w 104"/>
                    <a:gd name="T97" fmla="*/ 22 h 98"/>
                    <a:gd name="T98" fmla="*/ 92 w 104"/>
                    <a:gd name="T99" fmla="*/ 22 h 98"/>
                    <a:gd name="T100" fmla="*/ 90 w 104"/>
                    <a:gd name="T101" fmla="*/ 26 h 98"/>
                    <a:gd name="T102" fmla="*/ 96 w 104"/>
                    <a:gd name="T103" fmla="*/ 34 h 98"/>
                    <a:gd name="T104" fmla="*/ 100 w 104"/>
                    <a:gd name="T105" fmla="*/ 42 h 98"/>
                    <a:gd name="T106" fmla="*/ 96 w 104"/>
                    <a:gd name="T107" fmla="*/ 48 h 98"/>
                    <a:gd name="T108" fmla="*/ 96 w 104"/>
                    <a:gd name="T109" fmla="*/ 56 h 98"/>
                    <a:gd name="T110" fmla="*/ 100 w 104"/>
                    <a:gd name="T111" fmla="*/ 60 h 98"/>
                    <a:gd name="T112" fmla="*/ 100 w 104"/>
                    <a:gd name="T113" fmla="*/ 64 h 98"/>
                    <a:gd name="T114" fmla="*/ 100 w 104"/>
                    <a:gd name="T115" fmla="*/ 68 h 98"/>
                    <a:gd name="T116" fmla="*/ 104 w 104"/>
                    <a:gd name="T117" fmla="*/ 74 h 98"/>
                    <a:gd name="T118" fmla="*/ 96 w 104"/>
                    <a:gd name="T119" fmla="*/ 78 h 98"/>
                    <a:gd name="T120" fmla="*/ 100 w 104"/>
                    <a:gd name="T121" fmla="*/ 82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04" h="98">
                      <a:moveTo>
                        <a:pt x="100" y="82"/>
                      </a:moveTo>
                      <a:lnTo>
                        <a:pt x="100" y="82"/>
                      </a:lnTo>
                      <a:lnTo>
                        <a:pt x="96" y="82"/>
                      </a:lnTo>
                      <a:lnTo>
                        <a:pt x="96" y="82"/>
                      </a:lnTo>
                      <a:lnTo>
                        <a:pt x="96" y="82"/>
                      </a:lnTo>
                      <a:lnTo>
                        <a:pt x="96" y="82"/>
                      </a:lnTo>
                      <a:lnTo>
                        <a:pt x="96" y="82"/>
                      </a:lnTo>
                      <a:lnTo>
                        <a:pt x="96" y="86"/>
                      </a:lnTo>
                      <a:lnTo>
                        <a:pt x="96" y="86"/>
                      </a:lnTo>
                      <a:lnTo>
                        <a:pt x="96" y="86"/>
                      </a:lnTo>
                      <a:lnTo>
                        <a:pt x="96" y="90"/>
                      </a:lnTo>
                      <a:lnTo>
                        <a:pt x="96" y="90"/>
                      </a:lnTo>
                      <a:lnTo>
                        <a:pt x="96" y="90"/>
                      </a:lnTo>
                      <a:lnTo>
                        <a:pt x="96" y="90"/>
                      </a:lnTo>
                      <a:lnTo>
                        <a:pt x="96" y="90"/>
                      </a:lnTo>
                      <a:lnTo>
                        <a:pt x="92" y="90"/>
                      </a:lnTo>
                      <a:lnTo>
                        <a:pt x="92" y="90"/>
                      </a:lnTo>
                      <a:lnTo>
                        <a:pt x="92" y="90"/>
                      </a:lnTo>
                      <a:lnTo>
                        <a:pt x="92" y="90"/>
                      </a:lnTo>
                      <a:lnTo>
                        <a:pt x="92" y="90"/>
                      </a:lnTo>
                      <a:lnTo>
                        <a:pt x="92" y="86"/>
                      </a:lnTo>
                      <a:lnTo>
                        <a:pt x="92" y="86"/>
                      </a:lnTo>
                      <a:lnTo>
                        <a:pt x="90" y="86"/>
                      </a:lnTo>
                      <a:lnTo>
                        <a:pt x="90" y="86"/>
                      </a:lnTo>
                      <a:lnTo>
                        <a:pt x="90" y="86"/>
                      </a:lnTo>
                      <a:lnTo>
                        <a:pt x="90" y="86"/>
                      </a:lnTo>
                      <a:lnTo>
                        <a:pt x="90" y="90"/>
                      </a:lnTo>
                      <a:lnTo>
                        <a:pt x="90" y="90"/>
                      </a:lnTo>
                      <a:lnTo>
                        <a:pt x="90" y="90"/>
                      </a:lnTo>
                      <a:lnTo>
                        <a:pt x="90" y="90"/>
                      </a:lnTo>
                      <a:lnTo>
                        <a:pt x="90" y="94"/>
                      </a:lnTo>
                      <a:lnTo>
                        <a:pt x="86" y="94"/>
                      </a:lnTo>
                      <a:lnTo>
                        <a:pt x="86" y="94"/>
                      </a:lnTo>
                      <a:lnTo>
                        <a:pt x="86" y="94"/>
                      </a:lnTo>
                      <a:lnTo>
                        <a:pt x="86" y="94"/>
                      </a:lnTo>
                      <a:lnTo>
                        <a:pt x="86" y="94"/>
                      </a:lnTo>
                      <a:lnTo>
                        <a:pt x="82" y="94"/>
                      </a:lnTo>
                      <a:lnTo>
                        <a:pt x="82" y="98"/>
                      </a:lnTo>
                      <a:lnTo>
                        <a:pt x="82" y="94"/>
                      </a:lnTo>
                      <a:lnTo>
                        <a:pt x="82" y="94"/>
                      </a:lnTo>
                      <a:lnTo>
                        <a:pt x="82" y="94"/>
                      </a:lnTo>
                      <a:lnTo>
                        <a:pt x="82" y="90"/>
                      </a:lnTo>
                      <a:lnTo>
                        <a:pt x="78" y="90"/>
                      </a:lnTo>
                      <a:lnTo>
                        <a:pt x="78" y="94"/>
                      </a:lnTo>
                      <a:lnTo>
                        <a:pt x="78" y="94"/>
                      </a:lnTo>
                      <a:lnTo>
                        <a:pt x="78" y="94"/>
                      </a:lnTo>
                      <a:lnTo>
                        <a:pt x="78" y="90"/>
                      </a:lnTo>
                      <a:lnTo>
                        <a:pt x="78" y="90"/>
                      </a:lnTo>
                      <a:lnTo>
                        <a:pt x="78" y="90"/>
                      </a:lnTo>
                      <a:lnTo>
                        <a:pt x="78" y="90"/>
                      </a:lnTo>
                      <a:lnTo>
                        <a:pt x="78" y="86"/>
                      </a:lnTo>
                      <a:lnTo>
                        <a:pt x="78" y="86"/>
                      </a:lnTo>
                      <a:lnTo>
                        <a:pt x="78" y="86"/>
                      </a:lnTo>
                      <a:lnTo>
                        <a:pt x="82" y="86"/>
                      </a:lnTo>
                      <a:lnTo>
                        <a:pt x="78" y="86"/>
                      </a:lnTo>
                      <a:lnTo>
                        <a:pt x="78" y="86"/>
                      </a:lnTo>
                      <a:lnTo>
                        <a:pt x="78" y="82"/>
                      </a:lnTo>
                      <a:lnTo>
                        <a:pt x="78" y="82"/>
                      </a:lnTo>
                      <a:lnTo>
                        <a:pt x="78" y="82"/>
                      </a:lnTo>
                      <a:lnTo>
                        <a:pt x="78" y="82"/>
                      </a:lnTo>
                      <a:lnTo>
                        <a:pt x="78" y="78"/>
                      </a:lnTo>
                      <a:lnTo>
                        <a:pt x="78" y="74"/>
                      </a:lnTo>
                      <a:lnTo>
                        <a:pt x="74" y="74"/>
                      </a:lnTo>
                      <a:lnTo>
                        <a:pt x="74" y="74"/>
                      </a:lnTo>
                      <a:lnTo>
                        <a:pt x="74" y="72"/>
                      </a:lnTo>
                      <a:lnTo>
                        <a:pt x="74" y="74"/>
                      </a:lnTo>
                      <a:lnTo>
                        <a:pt x="74" y="72"/>
                      </a:lnTo>
                      <a:lnTo>
                        <a:pt x="70" y="72"/>
                      </a:lnTo>
                      <a:lnTo>
                        <a:pt x="70" y="74"/>
                      </a:lnTo>
                      <a:lnTo>
                        <a:pt x="66" y="72"/>
                      </a:lnTo>
                      <a:lnTo>
                        <a:pt x="66" y="74"/>
                      </a:lnTo>
                      <a:lnTo>
                        <a:pt x="66" y="74"/>
                      </a:lnTo>
                      <a:lnTo>
                        <a:pt x="66" y="72"/>
                      </a:lnTo>
                      <a:lnTo>
                        <a:pt x="66" y="74"/>
                      </a:lnTo>
                      <a:lnTo>
                        <a:pt x="64" y="74"/>
                      </a:lnTo>
                      <a:lnTo>
                        <a:pt x="64" y="74"/>
                      </a:lnTo>
                      <a:lnTo>
                        <a:pt x="64" y="74"/>
                      </a:lnTo>
                      <a:lnTo>
                        <a:pt x="64" y="74"/>
                      </a:lnTo>
                      <a:lnTo>
                        <a:pt x="64" y="74"/>
                      </a:lnTo>
                      <a:lnTo>
                        <a:pt x="60" y="74"/>
                      </a:lnTo>
                      <a:lnTo>
                        <a:pt x="60" y="74"/>
                      </a:lnTo>
                      <a:lnTo>
                        <a:pt x="64" y="72"/>
                      </a:lnTo>
                      <a:lnTo>
                        <a:pt x="64" y="72"/>
                      </a:lnTo>
                      <a:lnTo>
                        <a:pt x="64" y="72"/>
                      </a:lnTo>
                      <a:lnTo>
                        <a:pt x="64" y="68"/>
                      </a:lnTo>
                      <a:lnTo>
                        <a:pt x="64" y="68"/>
                      </a:lnTo>
                      <a:lnTo>
                        <a:pt x="64" y="68"/>
                      </a:lnTo>
                      <a:lnTo>
                        <a:pt x="64" y="64"/>
                      </a:lnTo>
                      <a:lnTo>
                        <a:pt x="64" y="64"/>
                      </a:lnTo>
                      <a:lnTo>
                        <a:pt x="64" y="64"/>
                      </a:lnTo>
                      <a:lnTo>
                        <a:pt x="64" y="64"/>
                      </a:lnTo>
                      <a:lnTo>
                        <a:pt x="64" y="64"/>
                      </a:lnTo>
                      <a:lnTo>
                        <a:pt x="60" y="64"/>
                      </a:lnTo>
                      <a:lnTo>
                        <a:pt x="60" y="64"/>
                      </a:lnTo>
                      <a:lnTo>
                        <a:pt x="60" y="64"/>
                      </a:lnTo>
                      <a:lnTo>
                        <a:pt x="60" y="60"/>
                      </a:lnTo>
                      <a:lnTo>
                        <a:pt x="60" y="60"/>
                      </a:lnTo>
                      <a:lnTo>
                        <a:pt x="64" y="60"/>
                      </a:lnTo>
                      <a:lnTo>
                        <a:pt x="64" y="60"/>
                      </a:lnTo>
                      <a:lnTo>
                        <a:pt x="60" y="60"/>
                      </a:lnTo>
                      <a:lnTo>
                        <a:pt x="60" y="56"/>
                      </a:lnTo>
                      <a:lnTo>
                        <a:pt x="60" y="56"/>
                      </a:lnTo>
                      <a:lnTo>
                        <a:pt x="60" y="52"/>
                      </a:lnTo>
                      <a:lnTo>
                        <a:pt x="56" y="52"/>
                      </a:lnTo>
                      <a:lnTo>
                        <a:pt x="56" y="52"/>
                      </a:lnTo>
                      <a:lnTo>
                        <a:pt x="56" y="52"/>
                      </a:lnTo>
                      <a:lnTo>
                        <a:pt x="56" y="48"/>
                      </a:lnTo>
                      <a:lnTo>
                        <a:pt x="56" y="48"/>
                      </a:lnTo>
                      <a:lnTo>
                        <a:pt x="56" y="48"/>
                      </a:lnTo>
                      <a:lnTo>
                        <a:pt x="52" y="48"/>
                      </a:lnTo>
                      <a:lnTo>
                        <a:pt x="52" y="48"/>
                      </a:lnTo>
                      <a:lnTo>
                        <a:pt x="48" y="48"/>
                      </a:lnTo>
                      <a:lnTo>
                        <a:pt x="48" y="48"/>
                      </a:lnTo>
                      <a:lnTo>
                        <a:pt x="48" y="48"/>
                      </a:lnTo>
                      <a:lnTo>
                        <a:pt x="44" y="48"/>
                      </a:lnTo>
                      <a:lnTo>
                        <a:pt x="44" y="48"/>
                      </a:lnTo>
                      <a:lnTo>
                        <a:pt x="44" y="48"/>
                      </a:lnTo>
                      <a:lnTo>
                        <a:pt x="40" y="48"/>
                      </a:lnTo>
                      <a:lnTo>
                        <a:pt x="40" y="48"/>
                      </a:lnTo>
                      <a:lnTo>
                        <a:pt x="40" y="48"/>
                      </a:lnTo>
                      <a:lnTo>
                        <a:pt x="40" y="48"/>
                      </a:lnTo>
                      <a:lnTo>
                        <a:pt x="40" y="48"/>
                      </a:lnTo>
                      <a:lnTo>
                        <a:pt x="40" y="48"/>
                      </a:lnTo>
                      <a:lnTo>
                        <a:pt x="36" y="48"/>
                      </a:lnTo>
                      <a:lnTo>
                        <a:pt x="36" y="48"/>
                      </a:lnTo>
                      <a:lnTo>
                        <a:pt x="34" y="52"/>
                      </a:lnTo>
                      <a:lnTo>
                        <a:pt x="34" y="52"/>
                      </a:lnTo>
                      <a:lnTo>
                        <a:pt x="34" y="52"/>
                      </a:lnTo>
                      <a:lnTo>
                        <a:pt x="34" y="56"/>
                      </a:lnTo>
                      <a:lnTo>
                        <a:pt x="34" y="56"/>
                      </a:lnTo>
                      <a:lnTo>
                        <a:pt x="34" y="56"/>
                      </a:lnTo>
                      <a:lnTo>
                        <a:pt x="30" y="60"/>
                      </a:lnTo>
                      <a:lnTo>
                        <a:pt x="30" y="60"/>
                      </a:lnTo>
                      <a:lnTo>
                        <a:pt x="30" y="60"/>
                      </a:lnTo>
                      <a:lnTo>
                        <a:pt x="30" y="60"/>
                      </a:lnTo>
                      <a:lnTo>
                        <a:pt x="30" y="60"/>
                      </a:lnTo>
                      <a:lnTo>
                        <a:pt x="30" y="60"/>
                      </a:lnTo>
                      <a:lnTo>
                        <a:pt x="30" y="60"/>
                      </a:lnTo>
                      <a:lnTo>
                        <a:pt x="30" y="64"/>
                      </a:lnTo>
                      <a:lnTo>
                        <a:pt x="30" y="64"/>
                      </a:lnTo>
                      <a:lnTo>
                        <a:pt x="26" y="64"/>
                      </a:lnTo>
                      <a:lnTo>
                        <a:pt x="26" y="64"/>
                      </a:lnTo>
                      <a:lnTo>
                        <a:pt x="26" y="64"/>
                      </a:lnTo>
                      <a:lnTo>
                        <a:pt x="26" y="64"/>
                      </a:lnTo>
                      <a:lnTo>
                        <a:pt x="26" y="64"/>
                      </a:lnTo>
                      <a:lnTo>
                        <a:pt x="26" y="64"/>
                      </a:lnTo>
                      <a:lnTo>
                        <a:pt x="26" y="64"/>
                      </a:lnTo>
                      <a:lnTo>
                        <a:pt x="22" y="64"/>
                      </a:lnTo>
                      <a:lnTo>
                        <a:pt x="22" y="64"/>
                      </a:lnTo>
                      <a:lnTo>
                        <a:pt x="26" y="64"/>
                      </a:lnTo>
                      <a:lnTo>
                        <a:pt x="26" y="60"/>
                      </a:lnTo>
                      <a:lnTo>
                        <a:pt x="22" y="60"/>
                      </a:lnTo>
                      <a:lnTo>
                        <a:pt x="22" y="60"/>
                      </a:lnTo>
                      <a:lnTo>
                        <a:pt x="22" y="56"/>
                      </a:lnTo>
                      <a:lnTo>
                        <a:pt x="22" y="56"/>
                      </a:lnTo>
                      <a:lnTo>
                        <a:pt x="22" y="56"/>
                      </a:lnTo>
                      <a:lnTo>
                        <a:pt x="22" y="56"/>
                      </a:lnTo>
                      <a:lnTo>
                        <a:pt x="22" y="56"/>
                      </a:lnTo>
                      <a:lnTo>
                        <a:pt x="22" y="56"/>
                      </a:lnTo>
                      <a:lnTo>
                        <a:pt x="18" y="56"/>
                      </a:lnTo>
                      <a:lnTo>
                        <a:pt x="18" y="56"/>
                      </a:lnTo>
                      <a:lnTo>
                        <a:pt x="18" y="52"/>
                      </a:lnTo>
                      <a:lnTo>
                        <a:pt x="18" y="52"/>
                      </a:lnTo>
                      <a:lnTo>
                        <a:pt x="18" y="48"/>
                      </a:lnTo>
                      <a:lnTo>
                        <a:pt x="18" y="48"/>
                      </a:lnTo>
                      <a:lnTo>
                        <a:pt x="18" y="52"/>
                      </a:lnTo>
                      <a:lnTo>
                        <a:pt x="18" y="52"/>
                      </a:lnTo>
                      <a:lnTo>
                        <a:pt x="18" y="52"/>
                      </a:lnTo>
                      <a:lnTo>
                        <a:pt x="18" y="52"/>
                      </a:lnTo>
                      <a:lnTo>
                        <a:pt x="18" y="52"/>
                      </a:lnTo>
                      <a:lnTo>
                        <a:pt x="18" y="52"/>
                      </a:lnTo>
                      <a:lnTo>
                        <a:pt x="18" y="48"/>
                      </a:lnTo>
                      <a:lnTo>
                        <a:pt x="18" y="48"/>
                      </a:lnTo>
                      <a:lnTo>
                        <a:pt x="18" y="48"/>
                      </a:lnTo>
                      <a:lnTo>
                        <a:pt x="18" y="48"/>
                      </a:lnTo>
                      <a:lnTo>
                        <a:pt x="18" y="48"/>
                      </a:lnTo>
                      <a:lnTo>
                        <a:pt x="18" y="48"/>
                      </a:lnTo>
                      <a:lnTo>
                        <a:pt x="18" y="48"/>
                      </a:lnTo>
                      <a:lnTo>
                        <a:pt x="18" y="48"/>
                      </a:lnTo>
                      <a:lnTo>
                        <a:pt x="18" y="48"/>
                      </a:lnTo>
                      <a:lnTo>
                        <a:pt x="14" y="48"/>
                      </a:lnTo>
                      <a:lnTo>
                        <a:pt x="14" y="48"/>
                      </a:lnTo>
                      <a:lnTo>
                        <a:pt x="14" y="48"/>
                      </a:lnTo>
                      <a:lnTo>
                        <a:pt x="14" y="44"/>
                      </a:lnTo>
                      <a:lnTo>
                        <a:pt x="10" y="44"/>
                      </a:lnTo>
                      <a:lnTo>
                        <a:pt x="10" y="44"/>
                      </a:lnTo>
                      <a:lnTo>
                        <a:pt x="8" y="42"/>
                      </a:lnTo>
                      <a:lnTo>
                        <a:pt x="8" y="42"/>
                      </a:lnTo>
                      <a:lnTo>
                        <a:pt x="8" y="38"/>
                      </a:lnTo>
                      <a:lnTo>
                        <a:pt x="8" y="38"/>
                      </a:lnTo>
                      <a:lnTo>
                        <a:pt x="8" y="38"/>
                      </a:lnTo>
                      <a:lnTo>
                        <a:pt x="8" y="38"/>
                      </a:lnTo>
                      <a:lnTo>
                        <a:pt x="4" y="38"/>
                      </a:lnTo>
                      <a:lnTo>
                        <a:pt x="4" y="38"/>
                      </a:lnTo>
                      <a:lnTo>
                        <a:pt x="8" y="34"/>
                      </a:lnTo>
                      <a:lnTo>
                        <a:pt x="8" y="34"/>
                      </a:lnTo>
                      <a:lnTo>
                        <a:pt x="8" y="34"/>
                      </a:lnTo>
                      <a:lnTo>
                        <a:pt x="8" y="34"/>
                      </a:lnTo>
                      <a:lnTo>
                        <a:pt x="8" y="34"/>
                      </a:lnTo>
                      <a:lnTo>
                        <a:pt x="8" y="34"/>
                      </a:lnTo>
                      <a:lnTo>
                        <a:pt x="4" y="34"/>
                      </a:lnTo>
                      <a:lnTo>
                        <a:pt x="4" y="38"/>
                      </a:lnTo>
                      <a:lnTo>
                        <a:pt x="4" y="34"/>
                      </a:lnTo>
                      <a:lnTo>
                        <a:pt x="4" y="34"/>
                      </a:lnTo>
                      <a:lnTo>
                        <a:pt x="4" y="34"/>
                      </a:lnTo>
                      <a:lnTo>
                        <a:pt x="4" y="34"/>
                      </a:lnTo>
                      <a:lnTo>
                        <a:pt x="4" y="34"/>
                      </a:lnTo>
                      <a:lnTo>
                        <a:pt x="4" y="30"/>
                      </a:lnTo>
                      <a:lnTo>
                        <a:pt x="4" y="30"/>
                      </a:lnTo>
                      <a:lnTo>
                        <a:pt x="4" y="30"/>
                      </a:lnTo>
                      <a:lnTo>
                        <a:pt x="4" y="30"/>
                      </a:lnTo>
                      <a:lnTo>
                        <a:pt x="4" y="30"/>
                      </a:lnTo>
                      <a:lnTo>
                        <a:pt x="4" y="30"/>
                      </a:lnTo>
                      <a:lnTo>
                        <a:pt x="4" y="30"/>
                      </a:lnTo>
                      <a:lnTo>
                        <a:pt x="0" y="30"/>
                      </a:lnTo>
                      <a:lnTo>
                        <a:pt x="0" y="30"/>
                      </a:lnTo>
                      <a:lnTo>
                        <a:pt x="0" y="34"/>
                      </a:lnTo>
                      <a:lnTo>
                        <a:pt x="0" y="34"/>
                      </a:lnTo>
                      <a:lnTo>
                        <a:pt x="0" y="34"/>
                      </a:lnTo>
                      <a:lnTo>
                        <a:pt x="0" y="34"/>
                      </a:lnTo>
                      <a:lnTo>
                        <a:pt x="0" y="34"/>
                      </a:lnTo>
                      <a:lnTo>
                        <a:pt x="0" y="34"/>
                      </a:lnTo>
                      <a:lnTo>
                        <a:pt x="0" y="30"/>
                      </a:lnTo>
                      <a:lnTo>
                        <a:pt x="0" y="30"/>
                      </a:lnTo>
                      <a:lnTo>
                        <a:pt x="0" y="30"/>
                      </a:lnTo>
                      <a:lnTo>
                        <a:pt x="0" y="30"/>
                      </a:lnTo>
                      <a:lnTo>
                        <a:pt x="0" y="30"/>
                      </a:lnTo>
                      <a:lnTo>
                        <a:pt x="4" y="26"/>
                      </a:lnTo>
                      <a:lnTo>
                        <a:pt x="4" y="26"/>
                      </a:lnTo>
                      <a:lnTo>
                        <a:pt x="4" y="26"/>
                      </a:lnTo>
                      <a:lnTo>
                        <a:pt x="4" y="26"/>
                      </a:lnTo>
                      <a:lnTo>
                        <a:pt x="4" y="22"/>
                      </a:lnTo>
                      <a:lnTo>
                        <a:pt x="4" y="22"/>
                      </a:lnTo>
                      <a:lnTo>
                        <a:pt x="4" y="22"/>
                      </a:lnTo>
                      <a:lnTo>
                        <a:pt x="4" y="22"/>
                      </a:lnTo>
                      <a:lnTo>
                        <a:pt x="4" y="22"/>
                      </a:lnTo>
                      <a:lnTo>
                        <a:pt x="8" y="22"/>
                      </a:lnTo>
                      <a:lnTo>
                        <a:pt x="8" y="22"/>
                      </a:lnTo>
                      <a:lnTo>
                        <a:pt x="8" y="22"/>
                      </a:lnTo>
                      <a:lnTo>
                        <a:pt x="8" y="22"/>
                      </a:lnTo>
                      <a:lnTo>
                        <a:pt x="8" y="18"/>
                      </a:lnTo>
                      <a:lnTo>
                        <a:pt x="8" y="18"/>
                      </a:lnTo>
                      <a:lnTo>
                        <a:pt x="10" y="18"/>
                      </a:lnTo>
                      <a:lnTo>
                        <a:pt x="10" y="18"/>
                      </a:lnTo>
                      <a:lnTo>
                        <a:pt x="10" y="18"/>
                      </a:lnTo>
                      <a:lnTo>
                        <a:pt x="10" y="18"/>
                      </a:lnTo>
                      <a:lnTo>
                        <a:pt x="14" y="18"/>
                      </a:lnTo>
                      <a:lnTo>
                        <a:pt x="14" y="18"/>
                      </a:lnTo>
                      <a:lnTo>
                        <a:pt x="14" y="18"/>
                      </a:lnTo>
                      <a:lnTo>
                        <a:pt x="18" y="18"/>
                      </a:lnTo>
                      <a:lnTo>
                        <a:pt x="18" y="18"/>
                      </a:lnTo>
                      <a:lnTo>
                        <a:pt x="18" y="16"/>
                      </a:lnTo>
                      <a:lnTo>
                        <a:pt x="18" y="12"/>
                      </a:lnTo>
                      <a:lnTo>
                        <a:pt x="18" y="12"/>
                      </a:lnTo>
                      <a:lnTo>
                        <a:pt x="18" y="12"/>
                      </a:lnTo>
                      <a:lnTo>
                        <a:pt x="14" y="12"/>
                      </a:lnTo>
                      <a:lnTo>
                        <a:pt x="14" y="12"/>
                      </a:lnTo>
                      <a:lnTo>
                        <a:pt x="14" y="12"/>
                      </a:lnTo>
                      <a:lnTo>
                        <a:pt x="14" y="8"/>
                      </a:lnTo>
                      <a:lnTo>
                        <a:pt x="14" y="8"/>
                      </a:lnTo>
                      <a:lnTo>
                        <a:pt x="18" y="8"/>
                      </a:lnTo>
                      <a:lnTo>
                        <a:pt x="18" y="8"/>
                      </a:lnTo>
                      <a:lnTo>
                        <a:pt x="18" y="8"/>
                      </a:lnTo>
                      <a:lnTo>
                        <a:pt x="18" y="8"/>
                      </a:lnTo>
                      <a:lnTo>
                        <a:pt x="18" y="8"/>
                      </a:lnTo>
                      <a:lnTo>
                        <a:pt x="18" y="8"/>
                      </a:lnTo>
                      <a:lnTo>
                        <a:pt x="18" y="4"/>
                      </a:lnTo>
                      <a:lnTo>
                        <a:pt x="18" y="4"/>
                      </a:lnTo>
                      <a:lnTo>
                        <a:pt x="18" y="4"/>
                      </a:lnTo>
                      <a:lnTo>
                        <a:pt x="18" y="4"/>
                      </a:lnTo>
                      <a:lnTo>
                        <a:pt x="18" y="4"/>
                      </a:lnTo>
                      <a:lnTo>
                        <a:pt x="18" y="4"/>
                      </a:lnTo>
                      <a:lnTo>
                        <a:pt x="18" y="0"/>
                      </a:lnTo>
                      <a:lnTo>
                        <a:pt x="18" y="0"/>
                      </a:lnTo>
                      <a:lnTo>
                        <a:pt x="18" y="0"/>
                      </a:lnTo>
                      <a:lnTo>
                        <a:pt x="18" y="0"/>
                      </a:lnTo>
                      <a:lnTo>
                        <a:pt x="22" y="0"/>
                      </a:lnTo>
                      <a:lnTo>
                        <a:pt x="22" y="0"/>
                      </a:lnTo>
                      <a:lnTo>
                        <a:pt x="26" y="0"/>
                      </a:lnTo>
                      <a:lnTo>
                        <a:pt x="26" y="0"/>
                      </a:lnTo>
                      <a:lnTo>
                        <a:pt x="30" y="4"/>
                      </a:lnTo>
                      <a:lnTo>
                        <a:pt x="26" y="4"/>
                      </a:lnTo>
                      <a:lnTo>
                        <a:pt x="26" y="4"/>
                      </a:lnTo>
                      <a:lnTo>
                        <a:pt x="26" y="4"/>
                      </a:lnTo>
                      <a:lnTo>
                        <a:pt x="26" y="4"/>
                      </a:lnTo>
                      <a:lnTo>
                        <a:pt x="30" y="4"/>
                      </a:lnTo>
                      <a:lnTo>
                        <a:pt x="30" y="4"/>
                      </a:lnTo>
                      <a:lnTo>
                        <a:pt x="30" y="4"/>
                      </a:lnTo>
                      <a:lnTo>
                        <a:pt x="30" y="4"/>
                      </a:lnTo>
                      <a:lnTo>
                        <a:pt x="30" y="4"/>
                      </a:lnTo>
                      <a:lnTo>
                        <a:pt x="30" y="4"/>
                      </a:lnTo>
                      <a:lnTo>
                        <a:pt x="34" y="4"/>
                      </a:lnTo>
                      <a:lnTo>
                        <a:pt x="34" y="8"/>
                      </a:lnTo>
                      <a:lnTo>
                        <a:pt x="34" y="8"/>
                      </a:lnTo>
                      <a:lnTo>
                        <a:pt x="36" y="4"/>
                      </a:lnTo>
                      <a:lnTo>
                        <a:pt x="36" y="4"/>
                      </a:lnTo>
                      <a:lnTo>
                        <a:pt x="36" y="8"/>
                      </a:lnTo>
                      <a:lnTo>
                        <a:pt x="36" y="8"/>
                      </a:lnTo>
                      <a:lnTo>
                        <a:pt x="36" y="8"/>
                      </a:lnTo>
                      <a:lnTo>
                        <a:pt x="36" y="8"/>
                      </a:lnTo>
                      <a:lnTo>
                        <a:pt x="40" y="8"/>
                      </a:lnTo>
                      <a:lnTo>
                        <a:pt x="40" y="8"/>
                      </a:lnTo>
                      <a:lnTo>
                        <a:pt x="40" y="8"/>
                      </a:lnTo>
                      <a:lnTo>
                        <a:pt x="40" y="8"/>
                      </a:lnTo>
                      <a:lnTo>
                        <a:pt x="40" y="4"/>
                      </a:lnTo>
                      <a:lnTo>
                        <a:pt x="44" y="4"/>
                      </a:lnTo>
                      <a:lnTo>
                        <a:pt x="44" y="8"/>
                      </a:lnTo>
                      <a:lnTo>
                        <a:pt x="44" y="8"/>
                      </a:lnTo>
                      <a:lnTo>
                        <a:pt x="44" y="8"/>
                      </a:lnTo>
                      <a:lnTo>
                        <a:pt x="48" y="8"/>
                      </a:lnTo>
                      <a:lnTo>
                        <a:pt x="48" y="4"/>
                      </a:lnTo>
                      <a:lnTo>
                        <a:pt x="48" y="4"/>
                      </a:lnTo>
                      <a:lnTo>
                        <a:pt x="48" y="4"/>
                      </a:lnTo>
                      <a:lnTo>
                        <a:pt x="48" y="4"/>
                      </a:lnTo>
                      <a:lnTo>
                        <a:pt x="52" y="4"/>
                      </a:lnTo>
                      <a:lnTo>
                        <a:pt x="52" y="4"/>
                      </a:lnTo>
                      <a:lnTo>
                        <a:pt x="52" y="8"/>
                      </a:lnTo>
                      <a:lnTo>
                        <a:pt x="52" y="8"/>
                      </a:lnTo>
                      <a:lnTo>
                        <a:pt x="48" y="8"/>
                      </a:lnTo>
                      <a:lnTo>
                        <a:pt x="48" y="8"/>
                      </a:lnTo>
                      <a:lnTo>
                        <a:pt x="48" y="12"/>
                      </a:lnTo>
                      <a:lnTo>
                        <a:pt x="52" y="12"/>
                      </a:lnTo>
                      <a:lnTo>
                        <a:pt x="52" y="12"/>
                      </a:lnTo>
                      <a:lnTo>
                        <a:pt x="52" y="12"/>
                      </a:lnTo>
                      <a:lnTo>
                        <a:pt x="52" y="12"/>
                      </a:lnTo>
                      <a:lnTo>
                        <a:pt x="52" y="12"/>
                      </a:lnTo>
                      <a:lnTo>
                        <a:pt x="52" y="12"/>
                      </a:lnTo>
                      <a:lnTo>
                        <a:pt x="52" y="12"/>
                      </a:lnTo>
                      <a:lnTo>
                        <a:pt x="56" y="12"/>
                      </a:lnTo>
                      <a:lnTo>
                        <a:pt x="56" y="12"/>
                      </a:lnTo>
                      <a:lnTo>
                        <a:pt x="56" y="12"/>
                      </a:lnTo>
                      <a:lnTo>
                        <a:pt x="56" y="12"/>
                      </a:lnTo>
                      <a:lnTo>
                        <a:pt x="56" y="8"/>
                      </a:lnTo>
                      <a:lnTo>
                        <a:pt x="56" y="8"/>
                      </a:lnTo>
                      <a:lnTo>
                        <a:pt x="60" y="8"/>
                      </a:lnTo>
                      <a:lnTo>
                        <a:pt x="60" y="8"/>
                      </a:lnTo>
                      <a:lnTo>
                        <a:pt x="60" y="8"/>
                      </a:lnTo>
                      <a:lnTo>
                        <a:pt x="60" y="12"/>
                      </a:lnTo>
                      <a:lnTo>
                        <a:pt x="60" y="12"/>
                      </a:lnTo>
                      <a:lnTo>
                        <a:pt x="60" y="16"/>
                      </a:lnTo>
                      <a:lnTo>
                        <a:pt x="60" y="16"/>
                      </a:lnTo>
                      <a:lnTo>
                        <a:pt x="64" y="16"/>
                      </a:lnTo>
                      <a:lnTo>
                        <a:pt x="64" y="12"/>
                      </a:lnTo>
                      <a:lnTo>
                        <a:pt x="64" y="12"/>
                      </a:lnTo>
                      <a:lnTo>
                        <a:pt x="66" y="12"/>
                      </a:lnTo>
                      <a:lnTo>
                        <a:pt x="66" y="8"/>
                      </a:lnTo>
                      <a:lnTo>
                        <a:pt x="66" y="8"/>
                      </a:lnTo>
                      <a:lnTo>
                        <a:pt x="70" y="8"/>
                      </a:lnTo>
                      <a:lnTo>
                        <a:pt x="70" y="12"/>
                      </a:lnTo>
                      <a:lnTo>
                        <a:pt x="74" y="12"/>
                      </a:lnTo>
                      <a:lnTo>
                        <a:pt x="74" y="12"/>
                      </a:lnTo>
                      <a:lnTo>
                        <a:pt x="74" y="12"/>
                      </a:lnTo>
                      <a:lnTo>
                        <a:pt x="74" y="12"/>
                      </a:lnTo>
                      <a:lnTo>
                        <a:pt x="74" y="12"/>
                      </a:lnTo>
                      <a:lnTo>
                        <a:pt x="74" y="12"/>
                      </a:lnTo>
                      <a:lnTo>
                        <a:pt x="74" y="12"/>
                      </a:lnTo>
                      <a:lnTo>
                        <a:pt x="74" y="12"/>
                      </a:lnTo>
                      <a:lnTo>
                        <a:pt x="78" y="8"/>
                      </a:lnTo>
                      <a:lnTo>
                        <a:pt x="78" y="8"/>
                      </a:lnTo>
                      <a:lnTo>
                        <a:pt x="78" y="8"/>
                      </a:lnTo>
                      <a:lnTo>
                        <a:pt x="82" y="8"/>
                      </a:lnTo>
                      <a:lnTo>
                        <a:pt x="82" y="8"/>
                      </a:lnTo>
                      <a:lnTo>
                        <a:pt x="82" y="8"/>
                      </a:lnTo>
                      <a:lnTo>
                        <a:pt x="82" y="8"/>
                      </a:lnTo>
                      <a:lnTo>
                        <a:pt x="82" y="4"/>
                      </a:lnTo>
                      <a:lnTo>
                        <a:pt x="78" y="4"/>
                      </a:lnTo>
                      <a:lnTo>
                        <a:pt x="78" y="4"/>
                      </a:lnTo>
                      <a:lnTo>
                        <a:pt x="82" y="4"/>
                      </a:lnTo>
                      <a:lnTo>
                        <a:pt x="82" y="4"/>
                      </a:lnTo>
                      <a:lnTo>
                        <a:pt x="82" y="4"/>
                      </a:lnTo>
                      <a:lnTo>
                        <a:pt x="86" y="4"/>
                      </a:lnTo>
                      <a:lnTo>
                        <a:pt x="86" y="4"/>
                      </a:lnTo>
                      <a:lnTo>
                        <a:pt x="86" y="8"/>
                      </a:lnTo>
                      <a:lnTo>
                        <a:pt x="86" y="8"/>
                      </a:lnTo>
                      <a:lnTo>
                        <a:pt x="86" y="8"/>
                      </a:lnTo>
                      <a:lnTo>
                        <a:pt x="86" y="8"/>
                      </a:lnTo>
                      <a:lnTo>
                        <a:pt x="86" y="8"/>
                      </a:lnTo>
                      <a:lnTo>
                        <a:pt x="86" y="8"/>
                      </a:lnTo>
                      <a:lnTo>
                        <a:pt x="86" y="8"/>
                      </a:lnTo>
                      <a:lnTo>
                        <a:pt x="86" y="8"/>
                      </a:lnTo>
                      <a:lnTo>
                        <a:pt x="90" y="12"/>
                      </a:lnTo>
                      <a:lnTo>
                        <a:pt x="90" y="16"/>
                      </a:lnTo>
                      <a:lnTo>
                        <a:pt x="90" y="16"/>
                      </a:lnTo>
                      <a:lnTo>
                        <a:pt x="86" y="18"/>
                      </a:lnTo>
                      <a:lnTo>
                        <a:pt x="90" y="18"/>
                      </a:lnTo>
                      <a:lnTo>
                        <a:pt x="90" y="18"/>
                      </a:lnTo>
                      <a:lnTo>
                        <a:pt x="90" y="18"/>
                      </a:lnTo>
                      <a:lnTo>
                        <a:pt x="90" y="18"/>
                      </a:lnTo>
                      <a:lnTo>
                        <a:pt x="90" y="18"/>
                      </a:lnTo>
                      <a:lnTo>
                        <a:pt x="90" y="18"/>
                      </a:lnTo>
                      <a:lnTo>
                        <a:pt x="90" y="22"/>
                      </a:lnTo>
                      <a:lnTo>
                        <a:pt x="90" y="22"/>
                      </a:lnTo>
                      <a:lnTo>
                        <a:pt x="90" y="22"/>
                      </a:lnTo>
                      <a:lnTo>
                        <a:pt x="90" y="22"/>
                      </a:lnTo>
                      <a:lnTo>
                        <a:pt x="92" y="22"/>
                      </a:lnTo>
                      <a:lnTo>
                        <a:pt x="92" y="22"/>
                      </a:lnTo>
                      <a:lnTo>
                        <a:pt x="92" y="22"/>
                      </a:lnTo>
                      <a:lnTo>
                        <a:pt x="92" y="22"/>
                      </a:lnTo>
                      <a:lnTo>
                        <a:pt x="92" y="22"/>
                      </a:lnTo>
                      <a:lnTo>
                        <a:pt x="92" y="22"/>
                      </a:lnTo>
                      <a:lnTo>
                        <a:pt x="92" y="22"/>
                      </a:lnTo>
                      <a:lnTo>
                        <a:pt x="92" y="26"/>
                      </a:lnTo>
                      <a:lnTo>
                        <a:pt x="92" y="26"/>
                      </a:lnTo>
                      <a:lnTo>
                        <a:pt x="92" y="26"/>
                      </a:lnTo>
                      <a:lnTo>
                        <a:pt x="92" y="26"/>
                      </a:lnTo>
                      <a:lnTo>
                        <a:pt x="92" y="26"/>
                      </a:lnTo>
                      <a:lnTo>
                        <a:pt x="92" y="26"/>
                      </a:lnTo>
                      <a:lnTo>
                        <a:pt x="90" y="26"/>
                      </a:lnTo>
                      <a:lnTo>
                        <a:pt x="90" y="30"/>
                      </a:lnTo>
                      <a:lnTo>
                        <a:pt x="90" y="30"/>
                      </a:lnTo>
                      <a:lnTo>
                        <a:pt x="90" y="30"/>
                      </a:lnTo>
                      <a:lnTo>
                        <a:pt x="92" y="30"/>
                      </a:lnTo>
                      <a:lnTo>
                        <a:pt x="92" y="30"/>
                      </a:lnTo>
                      <a:lnTo>
                        <a:pt x="92" y="30"/>
                      </a:lnTo>
                      <a:lnTo>
                        <a:pt x="96" y="30"/>
                      </a:lnTo>
                      <a:lnTo>
                        <a:pt x="96" y="34"/>
                      </a:lnTo>
                      <a:lnTo>
                        <a:pt x="92" y="34"/>
                      </a:lnTo>
                      <a:lnTo>
                        <a:pt x="96" y="38"/>
                      </a:lnTo>
                      <a:lnTo>
                        <a:pt x="96" y="38"/>
                      </a:lnTo>
                      <a:lnTo>
                        <a:pt x="96" y="42"/>
                      </a:lnTo>
                      <a:lnTo>
                        <a:pt x="96" y="42"/>
                      </a:lnTo>
                      <a:lnTo>
                        <a:pt x="96" y="42"/>
                      </a:lnTo>
                      <a:lnTo>
                        <a:pt x="100" y="42"/>
                      </a:lnTo>
                      <a:lnTo>
                        <a:pt x="100" y="42"/>
                      </a:lnTo>
                      <a:lnTo>
                        <a:pt x="100" y="44"/>
                      </a:lnTo>
                      <a:lnTo>
                        <a:pt x="100" y="44"/>
                      </a:lnTo>
                      <a:lnTo>
                        <a:pt x="100" y="44"/>
                      </a:lnTo>
                      <a:lnTo>
                        <a:pt x="96" y="44"/>
                      </a:lnTo>
                      <a:lnTo>
                        <a:pt x="96" y="44"/>
                      </a:lnTo>
                      <a:lnTo>
                        <a:pt x="96" y="44"/>
                      </a:lnTo>
                      <a:lnTo>
                        <a:pt x="96" y="48"/>
                      </a:lnTo>
                      <a:lnTo>
                        <a:pt x="96" y="48"/>
                      </a:lnTo>
                      <a:lnTo>
                        <a:pt x="96" y="48"/>
                      </a:lnTo>
                      <a:lnTo>
                        <a:pt x="96" y="48"/>
                      </a:lnTo>
                      <a:lnTo>
                        <a:pt x="96" y="48"/>
                      </a:lnTo>
                      <a:lnTo>
                        <a:pt x="96" y="48"/>
                      </a:lnTo>
                      <a:lnTo>
                        <a:pt x="96" y="48"/>
                      </a:lnTo>
                      <a:lnTo>
                        <a:pt x="96" y="52"/>
                      </a:lnTo>
                      <a:lnTo>
                        <a:pt x="96" y="56"/>
                      </a:lnTo>
                      <a:lnTo>
                        <a:pt x="96" y="56"/>
                      </a:lnTo>
                      <a:lnTo>
                        <a:pt x="96" y="56"/>
                      </a:lnTo>
                      <a:lnTo>
                        <a:pt x="96" y="56"/>
                      </a:lnTo>
                      <a:lnTo>
                        <a:pt x="96" y="56"/>
                      </a:lnTo>
                      <a:lnTo>
                        <a:pt x="96" y="56"/>
                      </a:lnTo>
                      <a:lnTo>
                        <a:pt x="100" y="56"/>
                      </a:lnTo>
                      <a:lnTo>
                        <a:pt x="100" y="56"/>
                      </a:lnTo>
                      <a:lnTo>
                        <a:pt x="100" y="60"/>
                      </a:lnTo>
                      <a:lnTo>
                        <a:pt x="100" y="60"/>
                      </a:lnTo>
                      <a:lnTo>
                        <a:pt x="100" y="60"/>
                      </a:lnTo>
                      <a:lnTo>
                        <a:pt x="100" y="60"/>
                      </a:lnTo>
                      <a:lnTo>
                        <a:pt x="100" y="64"/>
                      </a:lnTo>
                      <a:lnTo>
                        <a:pt x="104" y="64"/>
                      </a:lnTo>
                      <a:lnTo>
                        <a:pt x="104" y="64"/>
                      </a:lnTo>
                      <a:lnTo>
                        <a:pt x="100" y="64"/>
                      </a:lnTo>
                      <a:lnTo>
                        <a:pt x="100" y="64"/>
                      </a:lnTo>
                      <a:lnTo>
                        <a:pt x="100" y="64"/>
                      </a:lnTo>
                      <a:lnTo>
                        <a:pt x="100" y="64"/>
                      </a:lnTo>
                      <a:lnTo>
                        <a:pt x="100" y="64"/>
                      </a:lnTo>
                      <a:lnTo>
                        <a:pt x="100" y="68"/>
                      </a:lnTo>
                      <a:lnTo>
                        <a:pt x="100" y="68"/>
                      </a:lnTo>
                      <a:lnTo>
                        <a:pt x="100" y="68"/>
                      </a:lnTo>
                      <a:lnTo>
                        <a:pt x="100" y="68"/>
                      </a:lnTo>
                      <a:lnTo>
                        <a:pt x="100" y="68"/>
                      </a:lnTo>
                      <a:lnTo>
                        <a:pt x="100" y="68"/>
                      </a:lnTo>
                      <a:lnTo>
                        <a:pt x="104" y="68"/>
                      </a:lnTo>
                      <a:lnTo>
                        <a:pt x="104" y="72"/>
                      </a:lnTo>
                      <a:lnTo>
                        <a:pt x="104" y="72"/>
                      </a:lnTo>
                      <a:lnTo>
                        <a:pt x="104" y="74"/>
                      </a:lnTo>
                      <a:lnTo>
                        <a:pt x="104" y="74"/>
                      </a:lnTo>
                      <a:lnTo>
                        <a:pt x="104" y="74"/>
                      </a:lnTo>
                      <a:lnTo>
                        <a:pt x="104" y="74"/>
                      </a:lnTo>
                      <a:lnTo>
                        <a:pt x="104" y="74"/>
                      </a:lnTo>
                      <a:lnTo>
                        <a:pt x="104" y="74"/>
                      </a:lnTo>
                      <a:lnTo>
                        <a:pt x="100" y="74"/>
                      </a:lnTo>
                      <a:lnTo>
                        <a:pt x="100" y="74"/>
                      </a:lnTo>
                      <a:lnTo>
                        <a:pt x="100" y="72"/>
                      </a:lnTo>
                      <a:lnTo>
                        <a:pt x="96" y="72"/>
                      </a:lnTo>
                      <a:lnTo>
                        <a:pt x="96" y="74"/>
                      </a:lnTo>
                      <a:lnTo>
                        <a:pt x="96" y="74"/>
                      </a:lnTo>
                      <a:lnTo>
                        <a:pt x="96" y="78"/>
                      </a:lnTo>
                      <a:lnTo>
                        <a:pt x="96" y="78"/>
                      </a:lnTo>
                      <a:lnTo>
                        <a:pt x="96" y="78"/>
                      </a:lnTo>
                      <a:lnTo>
                        <a:pt x="96" y="78"/>
                      </a:lnTo>
                      <a:lnTo>
                        <a:pt x="96" y="78"/>
                      </a:lnTo>
                      <a:lnTo>
                        <a:pt x="100" y="78"/>
                      </a:lnTo>
                      <a:lnTo>
                        <a:pt x="100" y="78"/>
                      </a:lnTo>
                      <a:lnTo>
                        <a:pt x="100" y="82"/>
                      </a:lnTo>
                      <a:lnTo>
                        <a:pt x="100" y="82"/>
                      </a:lnTo>
                      <a:lnTo>
                        <a:pt x="100" y="82"/>
                      </a:lnTo>
                      <a:lnTo>
                        <a:pt x="100" y="82"/>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160" name="Freeform 149">
                  <a:extLst>
                    <a:ext uri="{FF2B5EF4-FFF2-40B4-BE49-F238E27FC236}">
                      <a16:creationId xmlns:a16="http://schemas.microsoft.com/office/drawing/2014/main" id="{535F93B0-D232-AE67-F14C-A72142B42A3F}"/>
                    </a:ext>
                  </a:extLst>
                </p:cNvPr>
                <p:cNvSpPr>
                  <a:spLocks noEditPoints="1"/>
                </p:cNvSpPr>
                <p:nvPr/>
              </p:nvSpPr>
              <p:spPr bwMode="gray">
                <a:xfrm>
                  <a:off x="4389488" y="4140533"/>
                  <a:ext cx="73049" cy="52178"/>
                </a:xfrm>
                <a:custGeom>
                  <a:avLst/>
                  <a:gdLst>
                    <a:gd name="T0" fmla="*/ 12 w 42"/>
                    <a:gd name="T1" fmla="*/ 16 h 30"/>
                    <a:gd name="T2" fmla="*/ 12 w 42"/>
                    <a:gd name="T3" fmla="*/ 12 h 30"/>
                    <a:gd name="T4" fmla="*/ 12 w 42"/>
                    <a:gd name="T5" fmla="*/ 12 h 30"/>
                    <a:gd name="T6" fmla="*/ 8 w 42"/>
                    <a:gd name="T7" fmla="*/ 16 h 30"/>
                    <a:gd name="T8" fmla="*/ 4 w 42"/>
                    <a:gd name="T9" fmla="*/ 12 h 30"/>
                    <a:gd name="T10" fmla="*/ 4 w 42"/>
                    <a:gd name="T11" fmla="*/ 8 h 30"/>
                    <a:gd name="T12" fmla="*/ 0 w 42"/>
                    <a:gd name="T13" fmla="*/ 8 h 30"/>
                    <a:gd name="T14" fmla="*/ 0 w 42"/>
                    <a:gd name="T15" fmla="*/ 8 h 30"/>
                    <a:gd name="T16" fmla="*/ 8 w 42"/>
                    <a:gd name="T17" fmla="*/ 4 h 30"/>
                    <a:gd name="T18" fmla="*/ 12 w 42"/>
                    <a:gd name="T19" fmla="*/ 4 h 30"/>
                    <a:gd name="T20" fmla="*/ 20 w 42"/>
                    <a:gd name="T21" fmla="*/ 0 h 30"/>
                    <a:gd name="T22" fmla="*/ 34 w 42"/>
                    <a:gd name="T23" fmla="*/ 0 h 30"/>
                    <a:gd name="T24" fmla="*/ 42 w 42"/>
                    <a:gd name="T25" fmla="*/ 0 h 30"/>
                    <a:gd name="T26" fmla="*/ 42 w 42"/>
                    <a:gd name="T27" fmla="*/ 4 h 30"/>
                    <a:gd name="T28" fmla="*/ 42 w 42"/>
                    <a:gd name="T29" fmla="*/ 8 h 30"/>
                    <a:gd name="T30" fmla="*/ 42 w 42"/>
                    <a:gd name="T31" fmla="*/ 12 h 30"/>
                    <a:gd name="T32" fmla="*/ 38 w 42"/>
                    <a:gd name="T33" fmla="*/ 18 h 30"/>
                    <a:gd name="T34" fmla="*/ 34 w 42"/>
                    <a:gd name="T35" fmla="*/ 18 h 30"/>
                    <a:gd name="T36" fmla="*/ 30 w 42"/>
                    <a:gd name="T37" fmla="*/ 22 h 30"/>
                    <a:gd name="T38" fmla="*/ 26 w 42"/>
                    <a:gd name="T39" fmla="*/ 26 h 30"/>
                    <a:gd name="T40" fmla="*/ 24 w 42"/>
                    <a:gd name="T41" fmla="*/ 30 h 30"/>
                    <a:gd name="T42" fmla="*/ 24 w 42"/>
                    <a:gd name="T43" fmla="*/ 26 h 30"/>
                    <a:gd name="T44" fmla="*/ 20 w 42"/>
                    <a:gd name="T45" fmla="*/ 30 h 30"/>
                    <a:gd name="T46" fmla="*/ 20 w 42"/>
                    <a:gd name="T47" fmla="*/ 26 h 30"/>
                    <a:gd name="T48" fmla="*/ 20 w 42"/>
                    <a:gd name="T49" fmla="*/ 26 h 30"/>
                    <a:gd name="T50" fmla="*/ 20 w 42"/>
                    <a:gd name="T51" fmla="*/ 22 h 30"/>
                    <a:gd name="T52" fmla="*/ 20 w 42"/>
                    <a:gd name="T53" fmla="*/ 22 h 30"/>
                    <a:gd name="T54" fmla="*/ 16 w 42"/>
                    <a:gd name="T55" fmla="*/ 22 h 30"/>
                    <a:gd name="T56" fmla="*/ 24 w 42"/>
                    <a:gd name="T57" fmla="*/ 18 h 30"/>
                    <a:gd name="T58" fmla="*/ 20 w 42"/>
                    <a:gd name="T59" fmla="*/ 18 h 30"/>
                    <a:gd name="T60" fmla="*/ 16 w 42"/>
                    <a:gd name="T61" fmla="*/ 18 h 30"/>
                    <a:gd name="T62" fmla="*/ 16 w 42"/>
                    <a:gd name="T63" fmla="*/ 18 h 30"/>
                    <a:gd name="T64" fmla="*/ 16 w 42"/>
                    <a:gd name="T65" fmla="*/ 16 h 30"/>
                    <a:gd name="T66" fmla="*/ 20 w 42"/>
                    <a:gd name="T67" fmla="*/ 16 h 30"/>
                    <a:gd name="T68" fmla="*/ 24 w 42"/>
                    <a:gd name="T69" fmla="*/ 16 h 30"/>
                    <a:gd name="T70" fmla="*/ 24 w 42"/>
                    <a:gd name="T71" fmla="*/ 16 h 30"/>
                    <a:gd name="T72" fmla="*/ 20 w 42"/>
                    <a:gd name="T73" fmla="*/ 16 h 30"/>
                    <a:gd name="T74" fmla="*/ 20 w 42"/>
                    <a:gd name="T75" fmla="*/ 12 h 30"/>
                    <a:gd name="T76" fmla="*/ 12 w 42"/>
                    <a:gd name="T77" fmla="*/ 16 h 30"/>
                    <a:gd name="T78" fmla="*/ 12 w 42"/>
                    <a:gd name="T79" fmla="*/ 26 h 30"/>
                    <a:gd name="T80" fmla="*/ 16 w 42"/>
                    <a:gd name="T81" fmla="*/ 26 h 30"/>
                    <a:gd name="T82" fmla="*/ 8 w 42"/>
                    <a:gd name="T83" fmla="*/ 16 h 30"/>
                    <a:gd name="T84" fmla="*/ 8 w 42"/>
                    <a:gd name="T85" fmla="*/ 16 h 30"/>
                    <a:gd name="T86" fmla="*/ 16 w 42"/>
                    <a:gd name="T87" fmla="*/ 18 h 30"/>
                    <a:gd name="T88" fmla="*/ 16 w 42"/>
                    <a:gd name="T89" fmla="*/ 18 h 30"/>
                    <a:gd name="T90" fmla="*/ 8 w 42"/>
                    <a:gd name="T91" fmla="*/ 18 h 30"/>
                    <a:gd name="T92" fmla="*/ 12 w 42"/>
                    <a:gd name="T93" fmla="*/ 22 h 30"/>
                    <a:gd name="T94" fmla="*/ 4 w 42"/>
                    <a:gd name="T95" fmla="*/ 22 h 30"/>
                    <a:gd name="T96" fmla="*/ 4 w 42"/>
                    <a:gd name="T97" fmla="*/ 18 h 30"/>
                    <a:gd name="T98" fmla="*/ 4 w 42"/>
                    <a:gd name="T99" fmla="*/ 18 h 30"/>
                    <a:gd name="T100" fmla="*/ 8 w 42"/>
                    <a:gd name="T101" fmla="*/ 30 h 30"/>
                    <a:gd name="T102" fmla="*/ 4 w 42"/>
                    <a:gd name="T103" fmla="*/ 26 h 30"/>
                    <a:gd name="T104" fmla="*/ 8 w 42"/>
                    <a:gd name="T105" fmla="*/ 26 h 30"/>
                    <a:gd name="T106" fmla="*/ 8 w 42"/>
                    <a:gd name="T107"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2" h="30">
                      <a:moveTo>
                        <a:pt x="12" y="16"/>
                      </a:moveTo>
                      <a:lnTo>
                        <a:pt x="12" y="16"/>
                      </a:lnTo>
                      <a:lnTo>
                        <a:pt x="12" y="16"/>
                      </a:lnTo>
                      <a:lnTo>
                        <a:pt x="8" y="18"/>
                      </a:lnTo>
                      <a:lnTo>
                        <a:pt x="8" y="16"/>
                      </a:lnTo>
                      <a:lnTo>
                        <a:pt x="12" y="16"/>
                      </a:lnTo>
                      <a:lnTo>
                        <a:pt x="12" y="12"/>
                      </a:lnTo>
                      <a:lnTo>
                        <a:pt x="12" y="12"/>
                      </a:lnTo>
                      <a:lnTo>
                        <a:pt x="12" y="12"/>
                      </a:lnTo>
                      <a:lnTo>
                        <a:pt x="12" y="12"/>
                      </a:lnTo>
                      <a:lnTo>
                        <a:pt x="12" y="12"/>
                      </a:lnTo>
                      <a:lnTo>
                        <a:pt x="12" y="12"/>
                      </a:lnTo>
                      <a:lnTo>
                        <a:pt x="12" y="12"/>
                      </a:lnTo>
                      <a:lnTo>
                        <a:pt x="12" y="12"/>
                      </a:lnTo>
                      <a:lnTo>
                        <a:pt x="12" y="12"/>
                      </a:lnTo>
                      <a:lnTo>
                        <a:pt x="12" y="12"/>
                      </a:lnTo>
                      <a:lnTo>
                        <a:pt x="12" y="12"/>
                      </a:lnTo>
                      <a:lnTo>
                        <a:pt x="12" y="12"/>
                      </a:lnTo>
                      <a:lnTo>
                        <a:pt x="12" y="12"/>
                      </a:lnTo>
                      <a:lnTo>
                        <a:pt x="12" y="16"/>
                      </a:lnTo>
                      <a:lnTo>
                        <a:pt x="8" y="16"/>
                      </a:lnTo>
                      <a:lnTo>
                        <a:pt x="8" y="16"/>
                      </a:lnTo>
                      <a:lnTo>
                        <a:pt x="8" y="16"/>
                      </a:lnTo>
                      <a:lnTo>
                        <a:pt x="8" y="16"/>
                      </a:lnTo>
                      <a:lnTo>
                        <a:pt x="4" y="16"/>
                      </a:lnTo>
                      <a:lnTo>
                        <a:pt x="4" y="12"/>
                      </a:lnTo>
                      <a:lnTo>
                        <a:pt x="4" y="12"/>
                      </a:lnTo>
                      <a:lnTo>
                        <a:pt x="4" y="12"/>
                      </a:lnTo>
                      <a:lnTo>
                        <a:pt x="4" y="12"/>
                      </a:lnTo>
                      <a:lnTo>
                        <a:pt x="4" y="12"/>
                      </a:lnTo>
                      <a:lnTo>
                        <a:pt x="4" y="8"/>
                      </a:lnTo>
                      <a:lnTo>
                        <a:pt x="4" y="8"/>
                      </a:lnTo>
                      <a:lnTo>
                        <a:pt x="8" y="8"/>
                      </a:lnTo>
                      <a:lnTo>
                        <a:pt x="8" y="8"/>
                      </a:lnTo>
                      <a:lnTo>
                        <a:pt x="8" y="8"/>
                      </a:lnTo>
                      <a:lnTo>
                        <a:pt x="4" y="8"/>
                      </a:lnTo>
                      <a:lnTo>
                        <a:pt x="4" y="8"/>
                      </a:lnTo>
                      <a:lnTo>
                        <a:pt x="4" y="8"/>
                      </a:lnTo>
                      <a:lnTo>
                        <a:pt x="4" y="12"/>
                      </a:lnTo>
                      <a:lnTo>
                        <a:pt x="0" y="8"/>
                      </a:lnTo>
                      <a:lnTo>
                        <a:pt x="0" y="8"/>
                      </a:lnTo>
                      <a:lnTo>
                        <a:pt x="0" y="8"/>
                      </a:lnTo>
                      <a:lnTo>
                        <a:pt x="0" y="8"/>
                      </a:lnTo>
                      <a:lnTo>
                        <a:pt x="0" y="8"/>
                      </a:lnTo>
                      <a:lnTo>
                        <a:pt x="0" y="8"/>
                      </a:lnTo>
                      <a:lnTo>
                        <a:pt x="0" y="8"/>
                      </a:lnTo>
                      <a:lnTo>
                        <a:pt x="0" y="8"/>
                      </a:lnTo>
                      <a:lnTo>
                        <a:pt x="0" y="8"/>
                      </a:lnTo>
                      <a:lnTo>
                        <a:pt x="0" y="8"/>
                      </a:lnTo>
                      <a:lnTo>
                        <a:pt x="0" y="8"/>
                      </a:lnTo>
                      <a:lnTo>
                        <a:pt x="4" y="8"/>
                      </a:lnTo>
                      <a:lnTo>
                        <a:pt x="4" y="4"/>
                      </a:lnTo>
                      <a:lnTo>
                        <a:pt x="8" y="4"/>
                      </a:lnTo>
                      <a:lnTo>
                        <a:pt x="8" y="4"/>
                      </a:lnTo>
                      <a:lnTo>
                        <a:pt x="8" y="4"/>
                      </a:lnTo>
                      <a:lnTo>
                        <a:pt x="8" y="4"/>
                      </a:lnTo>
                      <a:lnTo>
                        <a:pt x="8" y="4"/>
                      </a:lnTo>
                      <a:lnTo>
                        <a:pt x="8" y="4"/>
                      </a:lnTo>
                      <a:lnTo>
                        <a:pt x="12" y="4"/>
                      </a:lnTo>
                      <a:lnTo>
                        <a:pt x="12" y="4"/>
                      </a:lnTo>
                      <a:lnTo>
                        <a:pt x="12" y="4"/>
                      </a:lnTo>
                      <a:lnTo>
                        <a:pt x="16" y="4"/>
                      </a:lnTo>
                      <a:lnTo>
                        <a:pt x="16" y="4"/>
                      </a:lnTo>
                      <a:lnTo>
                        <a:pt x="20" y="4"/>
                      </a:lnTo>
                      <a:lnTo>
                        <a:pt x="20" y="0"/>
                      </a:lnTo>
                      <a:lnTo>
                        <a:pt x="20" y="0"/>
                      </a:lnTo>
                      <a:lnTo>
                        <a:pt x="24" y="0"/>
                      </a:lnTo>
                      <a:lnTo>
                        <a:pt x="26" y="0"/>
                      </a:lnTo>
                      <a:lnTo>
                        <a:pt x="26" y="0"/>
                      </a:lnTo>
                      <a:lnTo>
                        <a:pt x="30" y="0"/>
                      </a:lnTo>
                      <a:lnTo>
                        <a:pt x="30" y="0"/>
                      </a:lnTo>
                      <a:lnTo>
                        <a:pt x="34" y="0"/>
                      </a:lnTo>
                      <a:lnTo>
                        <a:pt x="34" y="0"/>
                      </a:lnTo>
                      <a:lnTo>
                        <a:pt x="38" y="0"/>
                      </a:lnTo>
                      <a:lnTo>
                        <a:pt x="38" y="0"/>
                      </a:lnTo>
                      <a:lnTo>
                        <a:pt x="42" y="0"/>
                      </a:lnTo>
                      <a:lnTo>
                        <a:pt x="42" y="0"/>
                      </a:lnTo>
                      <a:lnTo>
                        <a:pt x="42" y="0"/>
                      </a:lnTo>
                      <a:lnTo>
                        <a:pt x="42" y="4"/>
                      </a:lnTo>
                      <a:lnTo>
                        <a:pt x="42" y="4"/>
                      </a:lnTo>
                      <a:lnTo>
                        <a:pt x="42" y="4"/>
                      </a:lnTo>
                      <a:lnTo>
                        <a:pt x="42" y="4"/>
                      </a:lnTo>
                      <a:lnTo>
                        <a:pt x="42" y="4"/>
                      </a:lnTo>
                      <a:lnTo>
                        <a:pt x="42" y="4"/>
                      </a:lnTo>
                      <a:lnTo>
                        <a:pt x="42" y="8"/>
                      </a:lnTo>
                      <a:lnTo>
                        <a:pt x="42" y="8"/>
                      </a:lnTo>
                      <a:lnTo>
                        <a:pt x="42" y="8"/>
                      </a:lnTo>
                      <a:lnTo>
                        <a:pt x="42" y="8"/>
                      </a:lnTo>
                      <a:lnTo>
                        <a:pt x="42" y="8"/>
                      </a:lnTo>
                      <a:lnTo>
                        <a:pt x="42" y="8"/>
                      </a:lnTo>
                      <a:lnTo>
                        <a:pt x="38" y="8"/>
                      </a:lnTo>
                      <a:lnTo>
                        <a:pt x="38" y="8"/>
                      </a:lnTo>
                      <a:lnTo>
                        <a:pt x="38" y="12"/>
                      </a:lnTo>
                      <a:lnTo>
                        <a:pt x="38" y="12"/>
                      </a:lnTo>
                      <a:lnTo>
                        <a:pt x="38" y="12"/>
                      </a:lnTo>
                      <a:lnTo>
                        <a:pt x="42" y="12"/>
                      </a:lnTo>
                      <a:lnTo>
                        <a:pt x="42" y="12"/>
                      </a:lnTo>
                      <a:lnTo>
                        <a:pt x="42" y="12"/>
                      </a:lnTo>
                      <a:lnTo>
                        <a:pt x="42" y="16"/>
                      </a:lnTo>
                      <a:lnTo>
                        <a:pt x="42" y="18"/>
                      </a:lnTo>
                      <a:lnTo>
                        <a:pt x="42" y="18"/>
                      </a:lnTo>
                      <a:lnTo>
                        <a:pt x="38" y="18"/>
                      </a:lnTo>
                      <a:lnTo>
                        <a:pt x="38" y="18"/>
                      </a:lnTo>
                      <a:lnTo>
                        <a:pt x="38" y="18"/>
                      </a:lnTo>
                      <a:lnTo>
                        <a:pt x="34" y="18"/>
                      </a:lnTo>
                      <a:lnTo>
                        <a:pt x="34" y="18"/>
                      </a:lnTo>
                      <a:lnTo>
                        <a:pt x="34" y="18"/>
                      </a:lnTo>
                      <a:lnTo>
                        <a:pt x="34" y="18"/>
                      </a:lnTo>
                      <a:lnTo>
                        <a:pt x="30" y="18"/>
                      </a:lnTo>
                      <a:lnTo>
                        <a:pt x="30" y="18"/>
                      </a:lnTo>
                      <a:lnTo>
                        <a:pt x="30" y="22"/>
                      </a:lnTo>
                      <a:lnTo>
                        <a:pt x="30" y="22"/>
                      </a:lnTo>
                      <a:lnTo>
                        <a:pt x="30" y="22"/>
                      </a:lnTo>
                      <a:lnTo>
                        <a:pt x="30" y="22"/>
                      </a:lnTo>
                      <a:lnTo>
                        <a:pt x="26" y="22"/>
                      </a:lnTo>
                      <a:lnTo>
                        <a:pt x="26" y="22"/>
                      </a:lnTo>
                      <a:lnTo>
                        <a:pt x="26" y="22"/>
                      </a:lnTo>
                      <a:lnTo>
                        <a:pt x="26" y="22"/>
                      </a:lnTo>
                      <a:lnTo>
                        <a:pt x="26" y="22"/>
                      </a:lnTo>
                      <a:lnTo>
                        <a:pt x="26" y="26"/>
                      </a:lnTo>
                      <a:lnTo>
                        <a:pt x="26" y="26"/>
                      </a:lnTo>
                      <a:lnTo>
                        <a:pt x="26" y="26"/>
                      </a:lnTo>
                      <a:lnTo>
                        <a:pt x="26" y="26"/>
                      </a:lnTo>
                      <a:lnTo>
                        <a:pt x="24" y="30"/>
                      </a:lnTo>
                      <a:lnTo>
                        <a:pt x="24" y="30"/>
                      </a:lnTo>
                      <a:lnTo>
                        <a:pt x="24" y="30"/>
                      </a:lnTo>
                      <a:lnTo>
                        <a:pt x="24" y="30"/>
                      </a:lnTo>
                      <a:lnTo>
                        <a:pt x="24" y="30"/>
                      </a:lnTo>
                      <a:lnTo>
                        <a:pt x="24" y="30"/>
                      </a:lnTo>
                      <a:lnTo>
                        <a:pt x="24" y="30"/>
                      </a:lnTo>
                      <a:lnTo>
                        <a:pt x="24" y="30"/>
                      </a:lnTo>
                      <a:lnTo>
                        <a:pt x="24" y="26"/>
                      </a:lnTo>
                      <a:lnTo>
                        <a:pt x="24" y="26"/>
                      </a:lnTo>
                      <a:lnTo>
                        <a:pt x="24" y="26"/>
                      </a:lnTo>
                      <a:lnTo>
                        <a:pt x="24" y="26"/>
                      </a:lnTo>
                      <a:lnTo>
                        <a:pt x="24" y="30"/>
                      </a:lnTo>
                      <a:lnTo>
                        <a:pt x="20" y="30"/>
                      </a:lnTo>
                      <a:lnTo>
                        <a:pt x="20" y="30"/>
                      </a:lnTo>
                      <a:lnTo>
                        <a:pt x="20" y="30"/>
                      </a:lnTo>
                      <a:lnTo>
                        <a:pt x="20" y="30"/>
                      </a:lnTo>
                      <a:lnTo>
                        <a:pt x="20" y="30"/>
                      </a:lnTo>
                      <a:lnTo>
                        <a:pt x="20" y="30"/>
                      </a:lnTo>
                      <a:lnTo>
                        <a:pt x="20" y="30"/>
                      </a:lnTo>
                      <a:lnTo>
                        <a:pt x="20" y="26"/>
                      </a:lnTo>
                      <a:lnTo>
                        <a:pt x="20" y="26"/>
                      </a:lnTo>
                      <a:lnTo>
                        <a:pt x="20" y="26"/>
                      </a:lnTo>
                      <a:lnTo>
                        <a:pt x="20" y="26"/>
                      </a:lnTo>
                      <a:lnTo>
                        <a:pt x="20" y="26"/>
                      </a:lnTo>
                      <a:lnTo>
                        <a:pt x="20" y="26"/>
                      </a:lnTo>
                      <a:lnTo>
                        <a:pt x="20" y="26"/>
                      </a:lnTo>
                      <a:lnTo>
                        <a:pt x="20" y="26"/>
                      </a:lnTo>
                      <a:lnTo>
                        <a:pt x="20" y="26"/>
                      </a:lnTo>
                      <a:lnTo>
                        <a:pt x="20" y="26"/>
                      </a:lnTo>
                      <a:lnTo>
                        <a:pt x="16" y="26"/>
                      </a:lnTo>
                      <a:lnTo>
                        <a:pt x="20" y="22"/>
                      </a:lnTo>
                      <a:lnTo>
                        <a:pt x="20" y="22"/>
                      </a:lnTo>
                      <a:lnTo>
                        <a:pt x="20" y="22"/>
                      </a:lnTo>
                      <a:lnTo>
                        <a:pt x="20" y="22"/>
                      </a:lnTo>
                      <a:lnTo>
                        <a:pt x="20" y="22"/>
                      </a:lnTo>
                      <a:lnTo>
                        <a:pt x="20" y="22"/>
                      </a:lnTo>
                      <a:lnTo>
                        <a:pt x="20" y="22"/>
                      </a:lnTo>
                      <a:lnTo>
                        <a:pt x="20" y="22"/>
                      </a:lnTo>
                      <a:lnTo>
                        <a:pt x="20" y="22"/>
                      </a:lnTo>
                      <a:lnTo>
                        <a:pt x="20" y="22"/>
                      </a:lnTo>
                      <a:lnTo>
                        <a:pt x="20" y="22"/>
                      </a:lnTo>
                      <a:lnTo>
                        <a:pt x="16" y="22"/>
                      </a:lnTo>
                      <a:lnTo>
                        <a:pt x="16" y="22"/>
                      </a:lnTo>
                      <a:lnTo>
                        <a:pt x="16" y="22"/>
                      </a:lnTo>
                      <a:lnTo>
                        <a:pt x="16" y="22"/>
                      </a:lnTo>
                      <a:lnTo>
                        <a:pt x="20" y="18"/>
                      </a:lnTo>
                      <a:lnTo>
                        <a:pt x="20" y="18"/>
                      </a:lnTo>
                      <a:lnTo>
                        <a:pt x="20" y="18"/>
                      </a:lnTo>
                      <a:lnTo>
                        <a:pt x="24" y="18"/>
                      </a:lnTo>
                      <a:lnTo>
                        <a:pt x="24" y="18"/>
                      </a:lnTo>
                      <a:lnTo>
                        <a:pt x="24" y="18"/>
                      </a:lnTo>
                      <a:lnTo>
                        <a:pt x="24" y="18"/>
                      </a:lnTo>
                      <a:lnTo>
                        <a:pt x="24" y="18"/>
                      </a:lnTo>
                      <a:lnTo>
                        <a:pt x="20" y="18"/>
                      </a:lnTo>
                      <a:lnTo>
                        <a:pt x="20" y="18"/>
                      </a:lnTo>
                      <a:lnTo>
                        <a:pt x="20" y="18"/>
                      </a:lnTo>
                      <a:lnTo>
                        <a:pt x="20" y="18"/>
                      </a:lnTo>
                      <a:lnTo>
                        <a:pt x="20" y="18"/>
                      </a:lnTo>
                      <a:lnTo>
                        <a:pt x="20" y="18"/>
                      </a:lnTo>
                      <a:lnTo>
                        <a:pt x="20" y="18"/>
                      </a:lnTo>
                      <a:lnTo>
                        <a:pt x="20" y="18"/>
                      </a:lnTo>
                      <a:lnTo>
                        <a:pt x="16" y="18"/>
                      </a:lnTo>
                      <a:lnTo>
                        <a:pt x="16" y="18"/>
                      </a:lnTo>
                      <a:lnTo>
                        <a:pt x="16" y="18"/>
                      </a:lnTo>
                      <a:lnTo>
                        <a:pt x="16" y="18"/>
                      </a:lnTo>
                      <a:lnTo>
                        <a:pt x="16" y="18"/>
                      </a:lnTo>
                      <a:lnTo>
                        <a:pt x="16" y="18"/>
                      </a:lnTo>
                      <a:lnTo>
                        <a:pt x="16" y="18"/>
                      </a:lnTo>
                      <a:lnTo>
                        <a:pt x="16" y="18"/>
                      </a:lnTo>
                      <a:lnTo>
                        <a:pt x="16" y="18"/>
                      </a:lnTo>
                      <a:lnTo>
                        <a:pt x="16" y="18"/>
                      </a:lnTo>
                      <a:lnTo>
                        <a:pt x="16" y="16"/>
                      </a:lnTo>
                      <a:lnTo>
                        <a:pt x="16" y="16"/>
                      </a:lnTo>
                      <a:lnTo>
                        <a:pt x="16" y="16"/>
                      </a:lnTo>
                      <a:lnTo>
                        <a:pt x="20" y="16"/>
                      </a:lnTo>
                      <a:lnTo>
                        <a:pt x="20" y="16"/>
                      </a:lnTo>
                      <a:lnTo>
                        <a:pt x="20" y="16"/>
                      </a:lnTo>
                      <a:lnTo>
                        <a:pt x="20" y="16"/>
                      </a:lnTo>
                      <a:lnTo>
                        <a:pt x="20" y="16"/>
                      </a:lnTo>
                      <a:lnTo>
                        <a:pt x="20" y="16"/>
                      </a:lnTo>
                      <a:lnTo>
                        <a:pt x="24" y="16"/>
                      </a:lnTo>
                      <a:lnTo>
                        <a:pt x="24" y="16"/>
                      </a:lnTo>
                      <a:lnTo>
                        <a:pt x="24" y="16"/>
                      </a:lnTo>
                      <a:lnTo>
                        <a:pt x="24" y="16"/>
                      </a:lnTo>
                      <a:lnTo>
                        <a:pt x="24" y="18"/>
                      </a:lnTo>
                      <a:lnTo>
                        <a:pt x="24" y="16"/>
                      </a:lnTo>
                      <a:lnTo>
                        <a:pt x="24" y="16"/>
                      </a:lnTo>
                      <a:lnTo>
                        <a:pt x="24" y="16"/>
                      </a:lnTo>
                      <a:lnTo>
                        <a:pt x="24" y="16"/>
                      </a:lnTo>
                      <a:lnTo>
                        <a:pt x="24" y="16"/>
                      </a:lnTo>
                      <a:lnTo>
                        <a:pt x="24" y="16"/>
                      </a:lnTo>
                      <a:lnTo>
                        <a:pt x="24" y="16"/>
                      </a:lnTo>
                      <a:lnTo>
                        <a:pt x="24" y="16"/>
                      </a:lnTo>
                      <a:lnTo>
                        <a:pt x="24" y="16"/>
                      </a:lnTo>
                      <a:lnTo>
                        <a:pt x="24" y="12"/>
                      </a:lnTo>
                      <a:lnTo>
                        <a:pt x="24" y="12"/>
                      </a:lnTo>
                      <a:lnTo>
                        <a:pt x="24" y="16"/>
                      </a:lnTo>
                      <a:lnTo>
                        <a:pt x="20" y="16"/>
                      </a:lnTo>
                      <a:lnTo>
                        <a:pt x="20" y="16"/>
                      </a:lnTo>
                      <a:lnTo>
                        <a:pt x="20" y="16"/>
                      </a:lnTo>
                      <a:lnTo>
                        <a:pt x="20" y="16"/>
                      </a:lnTo>
                      <a:lnTo>
                        <a:pt x="20" y="16"/>
                      </a:lnTo>
                      <a:lnTo>
                        <a:pt x="20" y="12"/>
                      </a:lnTo>
                      <a:lnTo>
                        <a:pt x="20" y="12"/>
                      </a:lnTo>
                      <a:lnTo>
                        <a:pt x="16" y="16"/>
                      </a:lnTo>
                      <a:lnTo>
                        <a:pt x="16" y="16"/>
                      </a:lnTo>
                      <a:lnTo>
                        <a:pt x="16" y="16"/>
                      </a:lnTo>
                      <a:lnTo>
                        <a:pt x="16" y="16"/>
                      </a:lnTo>
                      <a:lnTo>
                        <a:pt x="16" y="16"/>
                      </a:lnTo>
                      <a:lnTo>
                        <a:pt x="12" y="16"/>
                      </a:lnTo>
                      <a:lnTo>
                        <a:pt x="12" y="16"/>
                      </a:lnTo>
                      <a:lnTo>
                        <a:pt x="12" y="16"/>
                      </a:lnTo>
                      <a:close/>
                      <a:moveTo>
                        <a:pt x="12" y="26"/>
                      </a:moveTo>
                      <a:lnTo>
                        <a:pt x="12" y="26"/>
                      </a:lnTo>
                      <a:lnTo>
                        <a:pt x="12" y="26"/>
                      </a:lnTo>
                      <a:lnTo>
                        <a:pt x="12" y="26"/>
                      </a:lnTo>
                      <a:lnTo>
                        <a:pt x="12" y="26"/>
                      </a:lnTo>
                      <a:lnTo>
                        <a:pt x="12" y="26"/>
                      </a:lnTo>
                      <a:lnTo>
                        <a:pt x="12" y="26"/>
                      </a:lnTo>
                      <a:lnTo>
                        <a:pt x="16" y="26"/>
                      </a:lnTo>
                      <a:lnTo>
                        <a:pt x="16" y="26"/>
                      </a:lnTo>
                      <a:lnTo>
                        <a:pt x="16" y="26"/>
                      </a:lnTo>
                      <a:lnTo>
                        <a:pt x="12" y="26"/>
                      </a:lnTo>
                      <a:lnTo>
                        <a:pt x="12" y="26"/>
                      </a:lnTo>
                      <a:lnTo>
                        <a:pt x="12" y="26"/>
                      </a:lnTo>
                      <a:lnTo>
                        <a:pt x="12" y="26"/>
                      </a:lnTo>
                      <a:close/>
                      <a:moveTo>
                        <a:pt x="8" y="16"/>
                      </a:moveTo>
                      <a:lnTo>
                        <a:pt x="8" y="16"/>
                      </a:lnTo>
                      <a:lnTo>
                        <a:pt x="8" y="16"/>
                      </a:lnTo>
                      <a:lnTo>
                        <a:pt x="8" y="16"/>
                      </a:lnTo>
                      <a:lnTo>
                        <a:pt x="8" y="16"/>
                      </a:lnTo>
                      <a:lnTo>
                        <a:pt x="8" y="16"/>
                      </a:lnTo>
                      <a:lnTo>
                        <a:pt x="8" y="16"/>
                      </a:lnTo>
                      <a:lnTo>
                        <a:pt x="8" y="16"/>
                      </a:lnTo>
                      <a:lnTo>
                        <a:pt x="8" y="16"/>
                      </a:lnTo>
                      <a:lnTo>
                        <a:pt x="8" y="16"/>
                      </a:lnTo>
                      <a:lnTo>
                        <a:pt x="8" y="16"/>
                      </a:lnTo>
                      <a:lnTo>
                        <a:pt x="8" y="16"/>
                      </a:lnTo>
                      <a:close/>
                      <a:moveTo>
                        <a:pt x="16" y="18"/>
                      </a:moveTo>
                      <a:lnTo>
                        <a:pt x="16" y="18"/>
                      </a:lnTo>
                      <a:lnTo>
                        <a:pt x="16" y="22"/>
                      </a:lnTo>
                      <a:lnTo>
                        <a:pt x="16" y="22"/>
                      </a:lnTo>
                      <a:lnTo>
                        <a:pt x="16" y="18"/>
                      </a:lnTo>
                      <a:lnTo>
                        <a:pt x="16" y="18"/>
                      </a:lnTo>
                      <a:lnTo>
                        <a:pt x="16" y="18"/>
                      </a:lnTo>
                      <a:lnTo>
                        <a:pt x="16" y="18"/>
                      </a:lnTo>
                      <a:lnTo>
                        <a:pt x="16" y="18"/>
                      </a:lnTo>
                      <a:lnTo>
                        <a:pt x="16" y="18"/>
                      </a:lnTo>
                      <a:close/>
                      <a:moveTo>
                        <a:pt x="8" y="22"/>
                      </a:moveTo>
                      <a:lnTo>
                        <a:pt x="8" y="22"/>
                      </a:lnTo>
                      <a:lnTo>
                        <a:pt x="8" y="18"/>
                      </a:lnTo>
                      <a:lnTo>
                        <a:pt x="8" y="18"/>
                      </a:lnTo>
                      <a:lnTo>
                        <a:pt x="8" y="18"/>
                      </a:lnTo>
                      <a:lnTo>
                        <a:pt x="12" y="18"/>
                      </a:lnTo>
                      <a:lnTo>
                        <a:pt x="12" y="18"/>
                      </a:lnTo>
                      <a:lnTo>
                        <a:pt x="12" y="18"/>
                      </a:lnTo>
                      <a:lnTo>
                        <a:pt x="12" y="22"/>
                      </a:lnTo>
                      <a:lnTo>
                        <a:pt x="12" y="22"/>
                      </a:lnTo>
                      <a:lnTo>
                        <a:pt x="8" y="22"/>
                      </a:lnTo>
                      <a:lnTo>
                        <a:pt x="8" y="22"/>
                      </a:lnTo>
                      <a:lnTo>
                        <a:pt x="8" y="22"/>
                      </a:lnTo>
                      <a:lnTo>
                        <a:pt x="8" y="22"/>
                      </a:lnTo>
                      <a:close/>
                      <a:moveTo>
                        <a:pt x="4" y="22"/>
                      </a:moveTo>
                      <a:lnTo>
                        <a:pt x="4" y="22"/>
                      </a:lnTo>
                      <a:lnTo>
                        <a:pt x="4" y="22"/>
                      </a:lnTo>
                      <a:lnTo>
                        <a:pt x="4" y="22"/>
                      </a:lnTo>
                      <a:lnTo>
                        <a:pt x="4" y="22"/>
                      </a:lnTo>
                      <a:lnTo>
                        <a:pt x="4" y="22"/>
                      </a:lnTo>
                      <a:lnTo>
                        <a:pt x="4" y="22"/>
                      </a:lnTo>
                      <a:lnTo>
                        <a:pt x="4" y="18"/>
                      </a:lnTo>
                      <a:lnTo>
                        <a:pt x="4" y="18"/>
                      </a:lnTo>
                      <a:lnTo>
                        <a:pt x="4" y="18"/>
                      </a:lnTo>
                      <a:lnTo>
                        <a:pt x="4" y="18"/>
                      </a:lnTo>
                      <a:lnTo>
                        <a:pt x="4" y="18"/>
                      </a:lnTo>
                      <a:lnTo>
                        <a:pt x="4" y="18"/>
                      </a:lnTo>
                      <a:lnTo>
                        <a:pt x="4" y="18"/>
                      </a:lnTo>
                      <a:lnTo>
                        <a:pt x="4" y="22"/>
                      </a:lnTo>
                      <a:lnTo>
                        <a:pt x="4" y="22"/>
                      </a:lnTo>
                      <a:lnTo>
                        <a:pt x="4" y="22"/>
                      </a:lnTo>
                      <a:lnTo>
                        <a:pt x="4" y="22"/>
                      </a:lnTo>
                      <a:lnTo>
                        <a:pt x="4" y="22"/>
                      </a:lnTo>
                      <a:close/>
                      <a:moveTo>
                        <a:pt x="8" y="30"/>
                      </a:moveTo>
                      <a:lnTo>
                        <a:pt x="8" y="30"/>
                      </a:lnTo>
                      <a:lnTo>
                        <a:pt x="8" y="30"/>
                      </a:lnTo>
                      <a:lnTo>
                        <a:pt x="4" y="30"/>
                      </a:lnTo>
                      <a:lnTo>
                        <a:pt x="4" y="30"/>
                      </a:lnTo>
                      <a:lnTo>
                        <a:pt x="4" y="30"/>
                      </a:lnTo>
                      <a:lnTo>
                        <a:pt x="4" y="26"/>
                      </a:lnTo>
                      <a:lnTo>
                        <a:pt x="4" y="26"/>
                      </a:lnTo>
                      <a:lnTo>
                        <a:pt x="8" y="26"/>
                      </a:lnTo>
                      <a:lnTo>
                        <a:pt x="8" y="26"/>
                      </a:lnTo>
                      <a:lnTo>
                        <a:pt x="8" y="26"/>
                      </a:lnTo>
                      <a:lnTo>
                        <a:pt x="8" y="26"/>
                      </a:lnTo>
                      <a:lnTo>
                        <a:pt x="8" y="26"/>
                      </a:lnTo>
                      <a:lnTo>
                        <a:pt x="8" y="26"/>
                      </a:lnTo>
                      <a:lnTo>
                        <a:pt x="8" y="26"/>
                      </a:lnTo>
                      <a:lnTo>
                        <a:pt x="8" y="26"/>
                      </a:lnTo>
                      <a:lnTo>
                        <a:pt x="8" y="26"/>
                      </a:lnTo>
                      <a:lnTo>
                        <a:pt x="8" y="30"/>
                      </a:lnTo>
                      <a:lnTo>
                        <a:pt x="8" y="30"/>
                      </a:lnTo>
                      <a:lnTo>
                        <a:pt x="8" y="30"/>
                      </a:lnTo>
                      <a:lnTo>
                        <a:pt x="8" y="30"/>
                      </a:lnTo>
                      <a:lnTo>
                        <a:pt x="8" y="30"/>
                      </a:lnTo>
                      <a:lnTo>
                        <a:pt x="8" y="30"/>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161" name="Freeform 150">
                  <a:extLst>
                    <a:ext uri="{FF2B5EF4-FFF2-40B4-BE49-F238E27FC236}">
                      <a16:creationId xmlns:a16="http://schemas.microsoft.com/office/drawing/2014/main" id="{044387AE-CC01-D345-9DED-8641FC0CD984}"/>
                    </a:ext>
                  </a:extLst>
                </p:cNvPr>
                <p:cNvSpPr>
                  <a:spLocks noEditPoints="1"/>
                </p:cNvSpPr>
                <p:nvPr/>
              </p:nvSpPr>
              <p:spPr bwMode="gray">
                <a:xfrm>
                  <a:off x="5634800" y="4380551"/>
                  <a:ext cx="194798" cy="278281"/>
                </a:xfrm>
                <a:custGeom>
                  <a:avLst/>
                  <a:gdLst>
                    <a:gd name="T0" fmla="*/ 0 w 112"/>
                    <a:gd name="T1" fmla="*/ 82 h 160"/>
                    <a:gd name="T2" fmla="*/ 0 w 112"/>
                    <a:gd name="T3" fmla="*/ 78 h 160"/>
                    <a:gd name="T4" fmla="*/ 4 w 112"/>
                    <a:gd name="T5" fmla="*/ 72 h 160"/>
                    <a:gd name="T6" fmla="*/ 8 w 112"/>
                    <a:gd name="T7" fmla="*/ 64 h 160"/>
                    <a:gd name="T8" fmla="*/ 12 w 112"/>
                    <a:gd name="T9" fmla="*/ 60 h 160"/>
                    <a:gd name="T10" fmla="*/ 12 w 112"/>
                    <a:gd name="T11" fmla="*/ 56 h 160"/>
                    <a:gd name="T12" fmla="*/ 12 w 112"/>
                    <a:gd name="T13" fmla="*/ 56 h 160"/>
                    <a:gd name="T14" fmla="*/ 16 w 112"/>
                    <a:gd name="T15" fmla="*/ 52 h 160"/>
                    <a:gd name="T16" fmla="*/ 12 w 112"/>
                    <a:gd name="T17" fmla="*/ 42 h 160"/>
                    <a:gd name="T18" fmla="*/ 12 w 112"/>
                    <a:gd name="T19" fmla="*/ 34 h 160"/>
                    <a:gd name="T20" fmla="*/ 8 w 112"/>
                    <a:gd name="T21" fmla="*/ 30 h 160"/>
                    <a:gd name="T22" fmla="*/ 8 w 112"/>
                    <a:gd name="T23" fmla="*/ 22 h 160"/>
                    <a:gd name="T24" fmla="*/ 4 w 112"/>
                    <a:gd name="T25" fmla="*/ 16 h 160"/>
                    <a:gd name="T26" fmla="*/ 0 w 112"/>
                    <a:gd name="T27" fmla="*/ 8 h 160"/>
                    <a:gd name="T28" fmla="*/ 8 w 112"/>
                    <a:gd name="T29" fmla="*/ 0 h 160"/>
                    <a:gd name="T30" fmla="*/ 16 w 112"/>
                    <a:gd name="T31" fmla="*/ 0 h 160"/>
                    <a:gd name="T32" fmla="*/ 22 w 112"/>
                    <a:gd name="T33" fmla="*/ 0 h 160"/>
                    <a:gd name="T34" fmla="*/ 26 w 112"/>
                    <a:gd name="T35" fmla="*/ 0 h 160"/>
                    <a:gd name="T36" fmla="*/ 38 w 112"/>
                    <a:gd name="T37" fmla="*/ 4 h 160"/>
                    <a:gd name="T38" fmla="*/ 46 w 112"/>
                    <a:gd name="T39" fmla="*/ 8 h 160"/>
                    <a:gd name="T40" fmla="*/ 60 w 112"/>
                    <a:gd name="T41" fmla="*/ 20 h 160"/>
                    <a:gd name="T42" fmla="*/ 72 w 112"/>
                    <a:gd name="T43" fmla="*/ 20 h 160"/>
                    <a:gd name="T44" fmla="*/ 74 w 112"/>
                    <a:gd name="T45" fmla="*/ 22 h 160"/>
                    <a:gd name="T46" fmla="*/ 78 w 112"/>
                    <a:gd name="T47" fmla="*/ 22 h 160"/>
                    <a:gd name="T48" fmla="*/ 82 w 112"/>
                    <a:gd name="T49" fmla="*/ 20 h 160"/>
                    <a:gd name="T50" fmla="*/ 94 w 112"/>
                    <a:gd name="T51" fmla="*/ 8 h 160"/>
                    <a:gd name="T52" fmla="*/ 100 w 112"/>
                    <a:gd name="T53" fmla="*/ 12 h 160"/>
                    <a:gd name="T54" fmla="*/ 104 w 112"/>
                    <a:gd name="T55" fmla="*/ 12 h 160"/>
                    <a:gd name="T56" fmla="*/ 112 w 112"/>
                    <a:gd name="T57" fmla="*/ 12 h 160"/>
                    <a:gd name="T58" fmla="*/ 112 w 112"/>
                    <a:gd name="T59" fmla="*/ 16 h 160"/>
                    <a:gd name="T60" fmla="*/ 100 w 112"/>
                    <a:gd name="T61" fmla="*/ 56 h 160"/>
                    <a:gd name="T62" fmla="*/ 108 w 112"/>
                    <a:gd name="T63" fmla="*/ 108 h 160"/>
                    <a:gd name="T64" fmla="*/ 104 w 112"/>
                    <a:gd name="T65" fmla="*/ 112 h 160"/>
                    <a:gd name="T66" fmla="*/ 98 w 112"/>
                    <a:gd name="T67" fmla="*/ 116 h 160"/>
                    <a:gd name="T68" fmla="*/ 98 w 112"/>
                    <a:gd name="T69" fmla="*/ 120 h 160"/>
                    <a:gd name="T70" fmla="*/ 98 w 112"/>
                    <a:gd name="T71" fmla="*/ 120 h 160"/>
                    <a:gd name="T72" fmla="*/ 94 w 112"/>
                    <a:gd name="T73" fmla="*/ 124 h 160"/>
                    <a:gd name="T74" fmla="*/ 90 w 112"/>
                    <a:gd name="T75" fmla="*/ 124 h 160"/>
                    <a:gd name="T76" fmla="*/ 86 w 112"/>
                    <a:gd name="T77" fmla="*/ 130 h 160"/>
                    <a:gd name="T78" fmla="*/ 86 w 112"/>
                    <a:gd name="T79" fmla="*/ 138 h 160"/>
                    <a:gd name="T80" fmla="*/ 82 w 112"/>
                    <a:gd name="T81" fmla="*/ 142 h 160"/>
                    <a:gd name="T82" fmla="*/ 82 w 112"/>
                    <a:gd name="T83" fmla="*/ 144 h 160"/>
                    <a:gd name="T84" fmla="*/ 74 w 112"/>
                    <a:gd name="T85" fmla="*/ 160 h 160"/>
                    <a:gd name="T86" fmla="*/ 68 w 112"/>
                    <a:gd name="T87" fmla="*/ 152 h 160"/>
                    <a:gd name="T88" fmla="*/ 52 w 112"/>
                    <a:gd name="T89" fmla="*/ 142 h 160"/>
                    <a:gd name="T90" fmla="*/ 52 w 112"/>
                    <a:gd name="T91" fmla="*/ 138 h 160"/>
                    <a:gd name="T92" fmla="*/ 52 w 112"/>
                    <a:gd name="T93" fmla="*/ 134 h 160"/>
                    <a:gd name="T94" fmla="*/ 46 w 112"/>
                    <a:gd name="T95" fmla="*/ 128 h 160"/>
                    <a:gd name="T96" fmla="*/ 30 w 112"/>
                    <a:gd name="T97" fmla="*/ 116 h 160"/>
                    <a:gd name="T98" fmla="*/ 8 w 112"/>
                    <a:gd name="T99" fmla="*/ 102 h 160"/>
                    <a:gd name="T100" fmla="*/ 0 w 112"/>
                    <a:gd name="T101" fmla="*/ 98 h 160"/>
                    <a:gd name="T102" fmla="*/ 100 w 112"/>
                    <a:gd name="T103" fmla="*/ 116 h 160"/>
                    <a:gd name="T104" fmla="*/ 100 w 112"/>
                    <a:gd name="T105" fmla="*/ 116 h 160"/>
                    <a:gd name="T106" fmla="*/ 100 w 112"/>
                    <a:gd name="T107" fmla="*/ 12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2" h="160">
                      <a:moveTo>
                        <a:pt x="0" y="98"/>
                      </a:moveTo>
                      <a:lnTo>
                        <a:pt x="0" y="98"/>
                      </a:lnTo>
                      <a:lnTo>
                        <a:pt x="0" y="90"/>
                      </a:lnTo>
                      <a:lnTo>
                        <a:pt x="0" y="86"/>
                      </a:lnTo>
                      <a:lnTo>
                        <a:pt x="0" y="82"/>
                      </a:lnTo>
                      <a:lnTo>
                        <a:pt x="0" y="82"/>
                      </a:lnTo>
                      <a:lnTo>
                        <a:pt x="0" y="82"/>
                      </a:lnTo>
                      <a:lnTo>
                        <a:pt x="0" y="78"/>
                      </a:lnTo>
                      <a:lnTo>
                        <a:pt x="0" y="78"/>
                      </a:lnTo>
                      <a:lnTo>
                        <a:pt x="0" y="78"/>
                      </a:lnTo>
                      <a:lnTo>
                        <a:pt x="0" y="78"/>
                      </a:lnTo>
                      <a:lnTo>
                        <a:pt x="0" y="78"/>
                      </a:lnTo>
                      <a:lnTo>
                        <a:pt x="0" y="76"/>
                      </a:lnTo>
                      <a:lnTo>
                        <a:pt x="0" y="76"/>
                      </a:lnTo>
                      <a:lnTo>
                        <a:pt x="4" y="72"/>
                      </a:lnTo>
                      <a:lnTo>
                        <a:pt x="4" y="72"/>
                      </a:lnTo>
                      <a:lnTo>
                        <a:pt x="4" y="72"/>
                      </a:lnTo>
                      <a:lnTo>
                        <a:pt x="4" y="72"/>
                      </a:lnTo>
                      <a:lnTo>
                        <a:pt x="8" y="68"/>
                      </a:lnTo>
                      <a:lnTo>
                        <a:pt x="8" y="68"/>
                      </a:lnTo>
                      <a:lnTo>
                        <a:pt x="8" y="64"/>
                      </a:lnTo>
                      <a:lnTo>
                        <a:pt x="8" y="64"/>
                      </a:lnTo>
                      <a:lnTo>
                        <a:pt x="8" y="64"/>
                      </a:lnTo>
                      <a:lnTo>
                        <a:pt x="8" y="64"/>
                      </a:lnTo>
                      <a:lnTo>
                        <a:pt x="8" y="64"/>
                      </a:lnTo>
                      <a:lnTo>
                        <a:pt x="8" y="60"/>
                      </a:lnTo>
                      <a:lnTo>
                        <a:pt x="8" y="60"/>
                      </a:lnTo>
                      <a:lnTo>
                        <a:pt x="8" y="60"/>
                      </a:lnTo>
                      <a:lnTo>
                        <a:pt x="12" y="60"/>
                      </a:lnTo>
                      <a:lnTo>
                        <a:pt x="12" y="60"/>
                      </a:lnTo>
                      <a:lnTo>
                        <a:pt x="12" y="60"/>
                      </a:lnTo>
                      <a:lnTo>
                        <a:pt x="12" y="60"/>
                      </a:lnTo>
                      <a:lnTo>
                        <a:pt x="12" y="60"/>
                      </a:lnTo>
                      <a:lnTo>
                        <a:pt x="12" y="60"/>
                      </a:lnTo>
                      <a:lnTo>
                        <a:pt x="12" y="60"/>
                      </a:lnTo>
                      <a:lnTo>
                        <a:pt x="12" y="56"/>
                      </a:lnTo>
                      <a:lnTo>
                        <a:pt x="12" y="56"/>
                      </a:lnTo>
                      <a:lnTo>
                        <a:pt x="12" y="56"/>
                      </a:lnTo>
                      <a:lnTo>
                        <a:pt x="12" y="56"/>
                      </a:lnTo>
                      <a:lnTo>
                        <a:pt x="12" y="56"/>
                      </a:lnTo>
                      <a:lnTo>
                        <a:pt x="12" y="56"/>
                      </a:lnTo>
                      <a:lnTo>
                        <a:pt x="12" y="56"/>
                      </a:lnTo>
                      <a:lnTo>
                        <a:pt x="12" y="52"/>
                      </a:lnTo>
                      <a:lnTo>
                        <a:pt x="12" y="52"/>
                      </a:lnTo>
                      <a:lnTo>
                        <a:pt x="16" y="52"/>
                      </a:lnTo>
                      <a:lnTo>
                        <a:pt x="16" y="52"/>
                      </a:lnTo>
                      <a:lnTo>
                        <a:pt x="16" y="52"/>
                      </a:lnTo>
                      <a:lnTo>
                        <a:pt x="16" y="52"/>
                      </a:lnTo>
                      <a:lnTo>
                        <a:pt x="16" y="48"/>
                      </a:lnTo>
                      <a:lnTo>
                        <a:pt x="16" y="46"/>
                      </a:lnTo>
                      <a:lnTo>
                        <a:pt x="16" y="42"/>
                      </a:lnTo>
                      <a:lnTo>
                        <a:pt x="16" y="42"/>
                      </a:lnTo>
                      <a:lnTo>
                        <a:pt x="12" y="42"/>
                      </a:lnTo>
                      <a:lnTo>
                        <a:pt x="12" y="42"/>
                      </a:lnTo>
                      <a:lnTo>
                        <a:pt x="12" y="38"/>
                      </a:lnTo>
                      <a:lnTo>
                        <a:pt x="12" y="38"/>
                      </a:lnTo>
                      <a:lnTo>
                        <a:pt x="12" y="38"/>
                      </a:lnTo>
                      <a:lnTo>
                        <a:pt x="12" y="34"/>
                      </a:lnTo>
                      <a:lnTo>
                        <a:pt x="12" y="34"/>
                      </a:lnTo>
                      <a:lnTo>
                        <a:pt x="12" y="34"/>
                      </a:lnTo>
                      <a:lnTo>
                        <a:pt x="12" y="30"/>
                      </a:lnTo>
                      <a:lnTo>
                        <a:pt x="12" y="30"/>
                      </a:lnTo>
                      <a:lnTo>
                        <a:pt x="12" y="30"/>
                      </a:lnTo>
                      <a:lnTo>
                        <a:pt x="12" y="30"/>
                      </a:lnTo>
                      <a:lnTo>
                        <a:pt x="8" y="30"/>
                      </a:lnTo>
                      <a:lnTo>
                        <a:pt x="8" y="30"/>
                      </a:lnTo>
                      <a:lnTo>
                        <a:pt x="8" y="26"/>
                      </a:lnTo>
                      <a:lnTo>
                        <a:pt x="8" y="26"/>
                      </a:lnTo>
                      <a:lnTo>
                        <a:pt x="8" y="26"/>
                      </a:lnTo>
                      <a:lnTo>
                        <a:pt x="8" y="26"/>
                      </a:lnTo>
                      <a:lnTo>
                        <a:pt x="8" y="26"/>
                      </a:lnTo>
                      <a:lnTo>
                        <a:pt x="8" y="22"/>
                      </a:lnTo>
                      <a:lnTo>
                        <a:pt x="8" y="22"/>
                      </a:lnTo>
                      <a:lnTo>
                        <a:pt x="8" y="20"/>
                      </a:lnTo>
                      <a:lnTo>
                        <a:pt x="8" y="20"/>
                      </a:lnTo>
                      <a:lnTo>
                        <a:pt x="8" y="20"/>
                      </a:lnTo>
                      <a:lnTo>
                        <a:pt x="8" y="20"/>
                      </a:lnTo>
                      <a:lnTo>
                        <a:pt x="4" y="16"/>
                      </a:lnTo>
                      <a:lnTo>
                        <a:pt x="4" y="16"/>
                      </a:lnTo>
                      <a:lnTo>
                        <a:pt x="4" y="16"/>
                      </a:lnTo>
                      <a:lnTo>
                        <a:pt x="4" y="16"/>
                      </a:lnTo>
                      <a:lnTo>
                        <a:pt x="4" y="12"/>
                      </a:lnTo>
                      <a:lnTo>
                        <a:pt x="0" y="12"/>
                      </a:lnTo>
                      <a:lnTo>
                        <a:pt x="0" y="8"/>
                      </a:lnTo>
                      <a:lnTo>
                        <a:pt x="0" y="8"/>
                      </a:lnTo>
                      <a:lnTo>
                        <a:pt x="0" y="8"/>
                      </a:lnTo>
                      <a:lnTo>
                        <a:pt x="0" y="8"/>
                      </a:lnTo>
                      <a:lnTo>
                        <a:pt x="0" y="8"/>
                      </a:lnTo>
                      <a:lnTo>
                        <a:pt x="4" y="0"/>
                      </a:lnTo>
                      <a:lnTo>
                        <a:pt x="8" y="0"/>
                      </a:lnTo>
                      <a:lnTo>
                        <a:pt x="8" y="0"/>
                      </a:lnTo>
                      <a:lnTo>
                        <a:pt x="8" y="0"/>
                      </a:lnTo>
                      <a:lnTo>
                        <a:pt x="12" y="0"/>
                      </a:lnTo>
                      <a:lnTo>
                        <a:pt x="12" y="0"/>
                      </a:lnTo>
                      <a:lnTo>
                        <a:pt x="12" y="0"/>
                      </a:lnTo>
                      <a:lnTo>
                        <a:pt x="16" y="0"/>
                      </a:lnTo>
                      <a:lnTo>
                        <a:pt x="16" y="0"/>
                      </a:lnTo>
                      <a:lnTo>
                        <a:pt x="22" y="0"/>
                      </a:lnTo>
                      <a:lnTo>
                        <a:pt x="22" y="0"/>
                      </a:lnTo>
                      <a:lnTo>
                        <a:pt x="22" y="0"/>
                      </a:lnTo>
                      <a:lnTo>
                        <a:pt x="22" y="0"/>
                      </a:lnTo>
                      <a:lnTo>
                        <a:pt x="22" y="0"/>
                      </a:lnTo>
                      <a:lnTo>
                        <a:pt x="22" y="0"/>
                      </a:lnTo>
                      <a:lnTo>
                        <a:pt x="22" y="0"/>
                      </a:lnTo>
                      <a:lnTo>
                        <a:pt x="22" y="0"/>
                      </a:lnTo>
                      <a:lnTo>
                        <a:pt x="26" y="0"/>
                      </a:lnTo>
                      <a:lnTo>
                        <a:pt x="26" y="0"/>
                      </a:lnTo>
                      <a:lnTo>
                        <a:pt x="26" y="0"/>
                      </a:lnTo>
                      <a:lnTo>
                        <a:pt x="26" y="4"/>
                      </a:lnTo>
                      <a:lnTo>
                        <a:pt x="30" y="4"/>
                      </a:lnTo>
                      <a:lnTo>
                        <a:pt x="30" y="4"/>
                      </a:lnTo>
                      <a:lnTo>
                        <a:pt x="34" y="4"/>
                      </a:lnTo>
                      <a:lnTo>
                        <a:pt x="34" y="4"/>
                      </a:lnTo>
                      <a:lnTo>
                        <a:pt x="38" y="4"/>
                      </a:lnTo>
                      <a:lnTo>
                        <a:pt x="38" y="4"/>
                      </a:lnTo>
                      <a:lnTo>
                        <a:pt x="38" y="4"/>
                      </a:lnTo>
                      <a:lnTo>
                        <a:pt x="42" y="4"/>
                      </a:lnTo>
                      <a:lnTo>
                        <a:pt x="46" y="4"/>
                      </a:lnTo>
                      <a:lnTo>
                        <a:pt x="46" y="8"/>
                      </a:lnTo>
                      <a:lnTo>
                        <a:pt x="46" y="8"/>
                      </a:lnTo>
                      <a:lnTo>
                        <a:pt x="46" y="8"/>
                      </a:lnTo>
                      <a:lnTo>
                        <a:pt x="56" y="16"/>
                      </a:lnTo>
                      <a:lnTo>
                        <a:pt x="56" y="20"/>
                      </a:lnTo>
                      <a:lnTo>
                        <a:pt x="56" y="20"/>
                      </a:lnTo>
                      <a:lnTo>
                        <a:pt x="60" y="20"/>
                      </a:lnTo>
                      <a:lnTo>
                        <a:pt x="60" y="20"/>
                      </a:lnTo>
                      <a:lnTo>
                        <a:pt x="64" y="20"/>
                      </a:lnTo>
                      <a:lnTo>
                        <a:pt x="64" y="20"/>
                      </a:lnTo>
                      <a:lnTo>
                        <a:pt x="68" y="20"/>
                      </a:lnTo>
                      <a:lnTo>
                        <a:pt x="68" y="20"/>
                      </a:lnTo>
                      <a:lnTo>
                        <a:pt x="68" y="20"/>
                      </a:lnTo>
                      <a:lnTo>
                        <a:pt x="72" y="20"/>
                      </a:lnTo>
                      <a:lnTo>
                        <a:pt x="72" y="20"/>
                      </a:lnTo>
                      <a:lnTo>
                        <a:pt x="72" y="20"/>
                      </a:lnTo>
                      <a:lnTo>
                        <a:pt x="72" y="20"/>
                      </a:lnTo>
                      <a:lnTo>
                        <a:pt x="72" y="20"/>
                      </a:lnTo>
                      <a:lnTo>
                        <a:pt x="74" y="22"/>
                      </a:lnTo>
                      <a:lnTo>
                        <a:pt x="74" y="22"/>
                      </a:lnTo>
                      <a:lnTo>
                        <a:pt x="74" y="22"/>
                      </a:lnTo>
                      <a:lnTo>
                        <a:pt x="74" y="22"/>
                      </a:lnTo>
                      <a:lnTo>
                        <a:pt x="74" y="20"/>
                      </a:lnTo>
                      <a:lnTo>
                        <a:pt x="74" y="22"/>
                      </a:lnTo>
                      <a:lnTo>
                        <a:pt x="78" y="22"/>
                      </a:lnTo>
                      <a:lnTo>
                        <a:pt x="78" y="22"/>
                      </a:lnTo>
                      <a:lnTo>
                        <a:pt x="78" y="22"/>
                      </a:lnTo>
                      <a:lnTo>
                        <a:pt x="78" y="22"/>
                      </a:lnTo>
                      <a:lnTo>
                        <a:pt x="78" y="22"/>
                      </a:lnTo>
                      <a:lnTo>
                        <a:pt x="78" y="22"/>
                      </a:lnTo>
                      <a:lnTo>
                        <a:pt x="78" y="20"/>
                      </a:lnTo>
                      <a:lnTo>
                        <a:pt x="82" y="20"/>
                      </a:lnTo>
                      <a:lnTo>
                        <a:pt x="82" y="16"/>
                      </a:lnTo>
                      <a:lnTo>
                        <a:pt x="86" y="12"/>
                      </a:lnTo>
                      <a:lnTo>
                        <a:pt x="86" y="12"/>
                      </a:lnTo>
                      <a:lnTo>
                        <a:pt x="90" y="12"/>
                      </a:lnTo>
                      <a:lnTo>
                        <a:pt x="90" y="12"/>
                      </a:lnTo>
                      <a:lnTo>
                        <a:pt x="94" y="8"/>
                      </a:lnTo>
                      <a:lnTo>
                        <a:pt x="98" y="8"/>
                      </a:lnTo>
                      <a:lnTo>
                        <a:pt x="98" y="8"/>
                      </a:lnTo>
                      <a:lnTo>
                        <a:pt x="98" y="8"/>
                      </a:lnTo>
                      <a:lnTo>
                        <a:pt x="100" y="12"/>
                      </a:lnTo>
                      <a:lnTo>
                        <a:pt x="100" y="12"/>
                      </a:lnTo>
                      <a:lnTo>
                        <a:pt x="100" y="12"/>
                      </a:lnTo>
                      <a:lnTo>
                        <a:pt x="100" y="12"/>
                      </a:lnTo>
                      <a:lnTo>
                        <a:pt x="100" y="12"/>
                      </a:lnTo>
                      <a:lnTo>
                        <a:pt x="100" y="12"/>
                      </a:lnTo>
                      <a:lnTo>
                        <a:pt x="100" y="12"/>
                      </a:lnTo>
                      <a:lnTo>
                        <a:pt x="100" y="12"/>
                      </a:lnTo>
                      <a:lnTo>
                        <a:pt x="104" y="12"/>
                      </a:lnTo>
                      <a:lnTo>
                        <a:pt x="104" y="12"/>
                      </a:lnTo>
                      <a:lnTo>
                        <a:pt x="104" y="12"/>
                      </a:lnTo>
                      <a:lnTo>
                        <a:pt x="108" y="12"/>
                      </a:lnTo>
                      <a:lnTo>
                        <a:pt x="108" y="12"/>
                      </a:lnTo>
                      <a:lnTo>
                        <a:pt x="108" y="12"/>
                      </a:lnTo>
                      <a:lnTo>
                        <a:pt x="112" y="12"/>
                      </a:lnTo>
                      <a:lnTo>
                        <a:pt x="112" y="12"/>
                      </a:lnTo>
                      <a:lnTo>
                        <a:pt x="112" y="12"/>
                      </a:lnTo>
                      <a:lnTo>
                        <a:pt x="112" y="12"/>
                      </a:lnTo>
                      <a:lnTo>
                        <a:pt x="112" y="12"/>
                      </a:lnTo>
                      <a:lnTo>
                        <a:pt x="112" y="12"/>
                      </a:lnTo>
                      <a:lnTo>
                        <a:pt x="112" y="16"/>
                      </a:lnTo>
                      <a:lnTo>
                        <a:pt x="104" y="26"/>
                      </a:lnTo>
                      <a:lnTo>
                        <a:pt x="104" y="26"/>
                      </a:lnTo>
                      <a:lnTo>
                        <a:pt x="100" y="34"/>
                      </a:lnTo>
                      <a:lnTo>
                        <a:pt x="100" y="34"/>
                      </a:lnTo>
                      <a:lnTo>
                        <a:pt x="100" y="42"/>
                      </a:lnTo>
                      <a:lnTo>
                        <a:pt x="100" y="56"/>
                      </a:lnTo>
                      <a:lnTo>
                        <a:pt x="100" y="78"/>
                      </a:lnTo>
                      <a:lnTo>
                        <a:pt x="100" y="94"/>
                      </a:lnTo>
                      <a:lnTo>
                        <a:pt x="100" y="98"/>
                      </a:lnTo>
                      <a:lnTo>
                        <a:pt x="104" y="104"/>
                      </a:lnTo>
                      <a:lnTo>
                        <a:pt x="108" y="108"/>
                      </a:lnTo>
                      <a:lnTo>
                        <a:pt x="108" y="108"/>
                      </a:lnTo>
                      <a:lnTo>
                        <a:pt x="108" y="108"/>
                      </a:lnTo>
                      <a:lnTo>
                        <a:pt x="104" y="112"/>
                      </a:lnTo>
                      <a:lnTo>
                        <a:pt x="104" y="112"/>
                      </a:lnTo>
                      <a:lnTo>
                        <a:pt x="104" y="112"/>
                      </a:lnTo>
                      <a:lnTo>
                        <a:pt x="104" y="112"/>
                      </a:lnTo>
                      <a:lnTo>
                        <a:pt x="104" y="112"/>
                      </a:lnTo>
                      <a:lnTo>
                        <a:pt x="104" y="112"/>
                      </a:lnTo>
                      <a:lnTo>
                        <a:pt x="104" y="116"/>
                      </a:lnTo>
                      <a:lnTo>
                        <a:pt x="100" y="116"/>
                      </a:lnTo>
                      <a:lnTo>
                        <a:pt x="100" y="116"/>
                      </a:lnTo>
                      <a:lnTo>
                        <a:pt x="100" y="116"/>
                      </a:lnTo>
                      <a:lnTo>
                        <a:pt x="98" y="116"/>
                      </a:lnTo>
                      <a:lnTo>
                        <a:pt x="98" y="116"/>
                      </a:lnTo>
                      <a:lnTo>
                        <a:pt x="98" y="120"/>
                      </a:lnTo>
                      <a:lnTo>
                        <a:pt x="98" y="120"/>
                      </a:lnTo>
                      <a:lnTo>
                        <a:pt x="100" y="120"/>
                      </a:lnTo>
                      <a:lnTo>
                        <a:pt x="98" y="120"/>
                      </a:lnTo>
                      <a:lnTo>
                        <a:pt x="98" y="120"/>
                      </a:lnTo>
                      <a:lnTo>
                        <a:pt x="98" y="120"/>
                      </a:lnTo>
                      <a:lnTo>
                        <a:pt x="98" y="120"/>
                      </a:lnTo>
                      <a:lnTo>
                        <a:pt x="98" y="120"/>
                      </a:lnTo>
                      <a:lnTo>
                        <a:pt x="98" y="120"/>
                      </a:lnTo>
                      <a:lnTo>
                        <a:pt x="98" y="120"/>
                      </a:lnTo>
                      <a:lnTo>
                        <a:pt x="98" y="120"/>
                      </a:lnTo>
                      <a:lnTo>
                        <a:pt x="98" y="120"/>
                      </a:lnTo>
                      <a:lnTo>
                        <a:pt x="98" y="120"/>
                      </a:lnTo>
                      <a:lnTo>
                        <a:pt x="98" y="120"/>
                      </a:lnTo>
                      <a:lnTo>
                        <a:pt x="94" y="124"/>
                      </a:lnTo>
                      <a:lnTo>
                        <a:pt x="94" y="124"/>
                      </a:lnTo>
                      <a:lnTo>
                        <a:pt x="94" y="124"/>
                      </a:lnTo>
                      <a:lnTo>
                        <a:pt x="94" y="124"/>
                      </a:lnTo>
                      <a:lnTo>
                        <a:pt x="94" y="124"/>
                      </a:lnTo>
                      <a:lnTo>
                        <a:pt x="90" y="124"/>
                      </a:lnTo>
                      <a:lnTo>
                        <a:pt x="90" y="124"/>
                      </a:lnTo>
                      <a:lnTo>
                        <a:pt x="90" y="124"/>
                      </a:lnTo>
                      <a:lnTo>
                        <a:pt x="90" y="124"/>
                      </a:lnTo>
                      <a:lnTo>
                        <a:pt x="90" y="128"/>
                      </a:lnTo>
                      <a:lnTo>
                        <a:pt x="90" y="128"/>
                      </a:lnTo>
                      <a:lnTo>
                        <a:pt x="90" y="128"/>
                      </a:lnTo>
                      <a:lnTo>
                        <a:pt x="86" y="128"/>
                      </a:lnTo>
                      <a:lnTo>
                        <a:pt x="86" y="130"/>
                      </a:lnTo>
                      <a:lnTo>
                        <a:pt x="86" y="130"/>
                      </a:lnTo>
                      <a:lnTo>
                        <a:pt x="86" y="130"/>
                      </a:lnTo>
                      <a:lnTo>
                        <a:pt x="86" y="134"/>
                      </a:lnTo>
                      <a:lnTo>
                        <a:pt x="86" y="134"/>
                      </a:lnTo>
                      <a:lnTo>
                        <a:pt x="86" y="134"/>
                      </a:lnTo>
                      <a:lnTo>
                        <a:pt x="86" y="134"/>
                      </a:lnTo>
                      <a:lnTo>
                        <a:pt x="86" y="138"/>
                      </a:lnTo>
                      <a:lnTo>
                        <a:pt x="86" y="138"/>
                      </a:lnTo>
                      <a:lnTo>
                        <a:pt x="86" y="138"/>
                      </a:lnTo>
                      <a:lnTo>
                        <a:pt x="86" y="138"/>
                      </a:lnTo>
                      <a:lnTo>
                        <a:pt x="86" y="138"/>
                      </a:lnTo>
                      <a:lnTo>
                        <a:pt x="82" y="142"/>
                      </a:lnTo>
                      <a:lnTo>
                        <a:pt x="82" y="142"/>
                      </a:lnTo>
                      <a:lnTo>
                        <a:pt x="82" y="142"/>
                      </a:lnTo>
                      <a:lnTo>
                        <a:pt x="82" y="142"/>
                      </a:lnTo>
                      <a:lnTo>
                        <a:pt x="82" y="144"/>
                      </a:lnTo>
                      <a:lnTo>
                        <a:pt x="82" y="144"/>
                      </a:lnTo>
                      <a:lnTo>
                        <a:pt x="82" y="144"/>
                      </a:lnTo>
                      <a:lnTo>
                        <a:pt x="82" y="144"/>
                      </a:lnTo>
                      <a:lnTo>
                        <a:pt x="82" y="148"/>
                      </a:lnTo>
                      <a:lnTo>
                        <a:pt x="82" y="148"/>
                      </a:lnTo>
                      <a:lnTo>
                        <a:pt x="82" y="148"/>
                      </a:lnTo>
                      <a:lnTo>
                        <a:pt x="78" y="156"/>
                      </a:lnTo>
                      <a:lnTo>
                        <a:pt x="78" y="160"/>
                      </a:lnTo>
                      <a:lnTo>
                        <a:pt x="74" y="160"/>
                      </a:lnTo>
                      <a:lnTo>
                        <a:pt x="74" y="160"/>
                      </a:lnTo>
                      <a:lnTo>
                        <a:pt x="74" y="160"/>
                      </a:lnTo>
                      <a:lnTo>
                        <a:pt x="74" y="160"/>
                      </a:lnTo>
                      <a:lnTo>
                        <a:pt x="74" y="160"/>
                      </a:lnTo>
                      <a:lnTo>
                        <a:pt x="72" y="156"/>
                      </a:lnTo>
                      <a:lnTo>
                        <a:pt x="68" y="152"/>
                      </a:lnTo>
                      <a:lnTo>
                        <a:pt x="68" y="152"/>
                      </a:lnTo>
                      <a:lnTo>
                        <a:pt x="64" y="152"/>
                      </a:lnTo>
                      <a:lnTo>
                        <a:pt x="64" y="148"/>
                      </a:lnTo>
                      <a:lnTo>
                        <a:pt x="56" y="142"/>
                      </a:lnTo>
                      <a:lnTo>
                        <a:pt x="52" y="142"/>
                      </a:lnTo>
                      <a:lnTo>
                        <a:pt x="52" y="142"/>
                      </a:lnTo>
                      <a:lnTo>
                        <a:pt x="52" y="142"/>
                      </a:lnTo>
                      <a:lnTo>
                        <a:pt x="52" y="142"/>
                      </a:lnTo>
                      <a:lnTo>
                        <a:pt x="52" y="142"/>
                      </a:lnTo>
                      <a:lnTo>
                        <a:pt x="52" y="142"/>
                      </a:lnTo>
                      <a:lnTo>
                        <a:pt x="52" y="142"/>
                      </a:lnTo>
                      <a:lnTo>
                        <a:pt x="52" y="138"/>
                      </a:lnTo>
                      <a:lnTo>
                        <a:pt x="52" y="138"/>
                      </a:lnTo>
                      <a:lnTo>
                        <a:pt x="52" y="138"/>
                      </a:lnTo>
                      <a:lnTo>
                        <a:pt x="52" y="138"/>
                      </a:lnTo>
                      <a:lnTo>
                        <a:pt x="52" y="138"/>
                      </a:lnTo>
                      <a:lnTo>
                        <a:pt x="52" y="134"/>
                      </a:lnTo>
                      <a:lnTo>
                        <a:pt x="52" y="134"/>
                      </a:lnTo>
                      <a:lnTo>
                        <a:pt x="52" y="130"/>
                      </a:lnTo>
                      <a:lnTo>
                        <a:pt x="52" y="130"/>
                      </a:lnTo>
                      <a:lnTo>
                        <a:pt x="48" y="130"/>
                      </a:lnTo>
                      <a:lnTo>
                        <a:pt x="48" y="130"/>
                      </a:lnTo>
                      <a:lnTo>
                        <a:pt x="48" y="130"/>
                      </a:lnTo>
                      <a:lnTo>
                        <a:pt x="46" y="128"/>
                      </a:lnTo>
                      <a:lnTo>
                        <a:pt x="46" y="128"/>
                      </a:lnTo>
                      <a:lnTo>
                        <a:pt x="46" y="128"/>
                      </a:lnTo>
                      <a:lnTo>
                        <a:pt x="38" y="124"/>
                      </a:lnTo>
                      <a:lnTo>
                        <a:pt x="34" y="120"/>
                      </a:lnTo>
                      <a:lnTo>
                        <a:pt x="30" y="120"/>
                      </a:lnTo>
                      <a:lnTo>
                        <a:pt x="30" y="116"/>
                      </a:lnTo>
                      <a:lnTo>
                        <a:pt x="26" y="116"/>
                      </a:lnTo>
                      <a:lnTo>
                        <a:pt x="22" y="112"/>
                      </a:lnTo>
                      <a:lnTo>
                        <a:pt x="20" y="108"/>
                      </a:lnTo>
                      <a:lnTo>
                        <a:pt x="12" y="104"/>
                      </a:lnTo>
                      <a:lnTo>
                        <a:pt x="8" y="102"/>
                      </a:lnTo>
                      <a:lnTo>
                        <a:pt x="8" y="102"/>
                      </a:lnTo>
                      <a:lnTo>
                        <a:pt x="0" y="98"/>
                      </a:lnTo>
                      <a:lnTo>
                        <a:pt x="0" y="98"/>
                      </a:lnTo>
                      <a:lnTo>
                        <a:pt x="0" y="98"/>
                      </a:lnTo>
                      <a:lnTo>
                        <a:pt x="0" y="98"/>
                      </a:lnTo>
                      <a:lnTo>
                        <a:pt x="0" y="98"/>
                      </a:lnTo>
                      <a:lnTo>
                        <a:pt x="0" y="98"/>
                      </a:lnTo>
                      <a:close/>
                      <a:moveTo>
                        <a:pt x="100" y="120"/>
                      </a:moveTo>
                      <a:lnTo>
                        <a:pt x="100" y="120"/>
                      </a:lnTo>
                      <a:lnTo>
                        <a:pt x="98" y="116"/>
                      </a:lnTo>
                      <a:lnTo>
                        <a:pt x="98" y="116"/>
                      </a:lnTo>
                      <a:lnTo>
                        <a:pt x="100" y="116"/>
                      </a:lnTo>
                      <a:lnTo>
                        <a:pt x="100" y="116"/>
                      </a:lnTo>
                      <a:lnTo>
                        <a:pt x="100" y="116"/>
                      </a:lnTo>
                      <a:lnTo>
                        <a:pt x="100" y="116"/>
                      </a:lnTo>
                      <a:lnTo>
                        <a:pt x="100" y="116"/>
                      </a:lnTo>
                      <a:lnTo>
                        <a:pt x="100" y="116"/>
                      </a:lnTo>
                      <a:lnTo>
                        <a:pt x="100" y="116"/>
                      </a:lnTo>
                      <a:lnTo>
                        <a:pt x="100" y="116"/>
                      </a:lnTo>
                      <a:lnTo>
                        <a:pt x="100" y="116"/>
                      </a:lnTo>
                      <a:lnTo>
                        <a:pt x="100" y="116"/>
                      </a:lnTo>
                      <a:lnTo>
                        <a:pt x="100" y="116"/>
                      </a:lnTo>
                      <a:lnTo>
                        <a:pt x="100" y="116"/>
                      </a:lnTo>
                      <a:lnTo>
                        <a:pt x="100" y="116"/>
                      </a:lnTo>
                      <a:lnTo>
                        <a:pt x="100" y="120"/>
                      </a:lnTo>
                      <a:lnTo>
                        <a:pt x="100" y="120"/>
                      </a:lnTo>
                      <a:lnTo>
                        <a:pt x="100" y="120"/>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162" name="Freeform 151">
                  <a:extLst>
                    <a:ext uri="{FF2B5EF4-FFF2-40B4-BE49-F238E27FC236}">
                      <a16:creationId xmlns:a16="http://schemas.microsoft.com/office/drawing/2014/main" id="{F2513263-138C-6510-4EAB-0DF2A4A515A7}"/>
                    </a:ext>
                  </a:extLst>
                </p:cNvPr>
                <p:cNvSpPr>
                  <a:spLocks/>
                </p:cNvSpPr>
                <p:nvPr/>
              </p:nvSpPr>
              <p:spPr bwMode="gray">
                <a:xfrm>
                  <a:off x="5467831" y="5385840"/>
                  <a:ext cx="55656" cy="62613"/>
                </a:xfrm>
                <a:custGeom>
                  <a:avLst/>
                  <a:gdLst>
                    <a:gd name="T0" fmla="*/ 24 w 32"/>
                    <a:gd name="T1" fmla="*/ 26 h 36"/>
                    <a:gd name="T2" fmla="*/ 22 w 32"/>
                    <a:gd name="T3" fmla="*/ 30 h 36"/>
                    <a:gd name="T4" fmla="*/ 22 w 32"/>
                    <a:gd name="T5" fmla="*/ 30 h 36"/>
                    <a:gd name="T6" fmla="*/ 18 w 32"/>
                    <a:gd name="T7" fmla="*/ 30 h 36"/>
                    <a:gd name="T8" fmla="*/ 18 w 32"/>
                    <a:gd name="T9" fmla="*/ 30 h 36"/>
                    <a:gd name="T10" fmla="*/ 14 w 32"/>
                    <a:gd name="T11" fmla="*/ 34 h 36"/>
                    <a:gd name="T12" fmla="*/ 14 w 32"/>
                    <a:gd name="T13" fmla="*/ 36 h 36"/>
                    <a:gd name="T14" fmla="*/ 10 w 32"/>
                    <a:gd name="T15" fmla="*/ 36 h 36"/>
                    <a:gd name="T16" fmla="*/ 10 w 32"/>
                    <a:gd name="T17" fmla="*/ 36 h 36"/>
                    <a:gd name="T18" fmla="*/ 8 w 32"/>
                    <a:gd name="T19" fmla="*/ 36 h 36"/>
                    <a:gd name="T20" fmla="*/ 8 w 32"/>
                    <a:gd name="T21" fmla="*/ 34 h 36"/>
                    <a:gd name="T22" fmla="*/ 4 w 32"/>
                    <a:gd name="T23" fmla="*/ 34 h 36"/>
                    <a:gd name="T24" fmla="*/ 4 w 32"/>
                    <a:gd name="T25" fmla="*/ 30 h 36"/>
                    <a:gd name="T26" fmla="*/ 0 w 32"/>
                    <a:gd name="T27" fmla="*/ 26 h 36"/>
                    <a:gd name="T28" fmla="*/ 0 w 32"/>
                    <a:gd name="T29" fmla="*/ 26 h 36"/>
                    <a:gd name="T30" fmla="*/ 0 w 32"/>
                    <a:gd name="T31" fmla="*/ 22 h 36"/>
                    <a:gd name="T32" fmla="*/ 0 w 32"/>
                    <a:gd name="T33" fmla="*/ 22 h 36"/>
                    <a:gd name="T34" fmla="*/ 0 w 32"/>
                    <a:gd name="T35" fmla="*/ 18 h 36"/>
                    <a:gd name="T36" fmla="*/ 0 w 32"/>
                    <a:gd name="T37" fmla="*/ 18 h 36"/>
                    <a:gd name="T38" fmla="*/ 4 w 32"/>
                    <a:gd name="T39" fmla="*/ 18 h 36"/>
                    <a:gd name="T40" fmla="*/ 4 w 32"/>
                    <a:gd name="T41" fmla="*/ 14 h 36"/>
                    <a:gd name="T42" fmla="*/ 4 w 32"/>
                    <a:gd name="T43" fmla="*/ 14 h 36"/>
                    <a:gd name="T44" fmla="*/ 8 w 32"/>
                    <a:gd name="T45" fmla="*/ 10 h 36"/>
                    <a:gd name="T46" fmla="*/ 8 w 32"/>
                    <a:gd name="T47" fmla="*/ 10 h 36"/>
                    <a:gd name="T48" fmla="*/ 8 w 32"/>
                    <a:gd name="T49" fmla="*/ 6 h 36"/>
                    <a:gd name="T50" fmla="*/ 10 w 32"/>
                    <a:gd name="T51" fmla="*/ 6 h 36"/>
                    <a:gd name="T52" fmla="*/ 14 w 32"/>
                    <a:gd name="T53" fmla="*/ 4 h 36"/>
                    <a:gd name="T54" fmla="*/ 14 w 32"/>
                    <a:gd name="T55" fmla="*/ 4 h 36"/>
                    <a:gd name="T56" fmla="*/ 18 w 32"/>
                    <a:gd name="T57" fmla="*/ 4 h 36"/>
                    <a:gd name="T58" fmla="*/ 18 w 32"/>
                    <a:gd name="T59" fmla="*/ 0 h 36"/>
                    <a:gd name="T60" fmla="*/ 18 w 32"/>
                    <a:gd name="T61" fmla="*/ 0 h 36"/>
                    <a:gd name="T62" fmla="*/ 18 w 32"/>
                    <a:gd name="T63" fmla="*/ 0 h 36"/>
                    <a:gd name="T64" fmla="*/ 22 w 32"/>
                    <a:gd name="T65" fmla="*/ 0 h 36"/>
                    <a:gd name="T66" fmla="*/ 22 w 32"/>
                    <a:gd name="T67" fmla="*/ 4 h 36"/>
                    <a:gd name="T68" fmla="*/ 24 w 32"/>
                    <a:gd name="T69" fmla="*/ 4 h 36"/>
                    <a:gd name="T70" fmla="*/ 24 w 32"/>
                    <a:gd name="T71" fmla="*/ 4 h 36"/>
                    <a:gd name="T72" fmla="*/ 24 w 32"/>
                    <a:gd name="T73" fmla="*/ 6 h 36"/>
                    <a:gd name="T74" fmla="*/ 28 w 32"/>
                    <a:gd name="T75" fmla="*/ 6 h 36"/>
                    <a:gd name="T76" fmla="*/ 28 w 32"/>
                    <a:gd name="T77" fmla="*/ 10 h 36"/>
                    <a:gd name="T78" fmla="*/ 32 w 32"/>
                    <a:gd name="T79" fmla="*/ 14 h 36"/>
                    <a:gd name="T80" fmla="*/ 32 w 32"/>
                    <a:gd name="T81" fmla="*/ 14 h 36"/>
                    <a:gd name="T82" fmla="*/ 28 w 32"/>
                    <a:gd name="T83" fmla="*/ 14 h 36"/>
                    <a:gd name="T84" fmla="*/ 28 w 32"/>
                    <a:gd name="T85" fmla="*/ 18 h 36"/>
                    <a:gd name="T86" fmla="*/ 28 w 32"/>
                    <a:gd name="T87" fmla="*/ 18 h 36"/>
                    <a:gd name="T88" fmla="*/ 28 w 32"/>
                    <a:gd name="T89" fmla="*/ 18 h 36"/>
                    <a:gd name="T90" fmla="*/ 28 w 32"/>
                    <a:gd name="T91" fmla="*/ 22 h 36"/>
                    <a:gd name="T92" fmla="*/ 28 w 32"/>
                    <a:gd name="T93" fmla="*/ 22 h 36"/>
                    <a:gd name="T94" fmla="*/ 28 w 32"/>
                    <a:gd name="T95" fmla="*/ 22 h 36"/>
                    <a:gd name="T96" fmla="*/ 28 w 32"/>
                    <a:gd name="T97" fmla="*/ 22 h 36"/>
                    <a:gd name="T98" fmla="*/ 24 w 32"/>
                    <a:gd name="T99" fmla="*/ 26 h 36"/>
                    <a:gd name="T100" fmla="*/ 24 w 32"/>
                    <a:gd name="T101" fmla="*/ 26 h 36"/>
                    <a:gd name="T102" fmla="*/ 24 w 32"/>
                    <a:gd name="T103" fmla="*/ 26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2" h="36">
                      <a:moveTo>
                        <a:pt x="24" y="26"/>
                      </a:moveTo>
                      <a:lnTo>
                        <a:pt x="24" y="26"/>
                      </a:lnTo>
                      <a:lnTo>
                        <a:pt x="24" y="26"/>
                      </a:lnTo>
                      <a:lnTo>
                        <a:pt x="22" y="30"/>
                      </a:lnTo>
                      <a:lnTo>
                        <a:pt x="22" y="30"/>
                      </a:lnTo>
                      <a:lnTo>
                        <a:pt x="22" y="30"/>
                      </a:lnTo>
                      <a:lnTo>
                        <a:pt x="18" y="30"/>
                      </a:lnTo>
                      <a:lnTo>
                        <a:pt x="18" y="30"/>
                      </a:lnTo>
                      <a:lnTo>
                        <a:pt x="18" y="30"/>
                      </a:lnTo>
                      <a:lnTo>
                        <a:pt x="18" y="30"/>
                      </a:lnTo>
                      <a:lnTo>
                        <a:pt x="14" y="30"/>
                      </a:lnTo>
                      <a:lnTo>
                        <a:pt x="14" y="34"/>
                      </a:lnTo>
                      <a:lnTo>
                        <a:pt x="14" y="36"/>
                      </a:lnTo>
                      <a:lnTo>
                        <a:pt x="14" y="36"/>
                      </a:lnTo>
                      <a:lnTo>
                        <a:pt x="14" y="36"/>
                      </a:lnTo>
                      <a:lnTo>
                        <a:pt x="10" y="36"/>
                      </a:lnTo>
                      <a:lnTo>
                        <a:pt x="10" y="36"/>
                      </a:lnTo>
                      <a:lnTo>
                        <a:pt x="10" y="36"/>
                      </a:lnTo>
                      <a:lnTo>
                        <a:pt x="8" y="36"/>
                      </a:lnTo>
                      <a:lnTo>
                        <a:pt x="8" y="36"/>
                      </a:lnTo>
                      <a:lnTo>
                        <a:pt x="8" y="34"/>
                      </a:lnTo>
                      <a:lnTo>
                        <a:pt x="8" y="34"/>
                      </a:lnTo>
                      <a:lnTo>
                        <a:pt x="4" y="34"/>
                      </a:lnTo>
                      <a:lnTo>
                        <a:pt x="4" y="34"/>
                      </a:lnTo>
                      <a:lnTo>
                        <a:pt x="4" y="34"/>
                      </a:lnTo>
                      <a:lnTo>
                        <a:pt x="4" y="30"/>
                      </a:lnTo>
                      <a:lnTo>
                        <a:pt x="4" y="26"/>
                      </a:lnTo>
                      <a:lnTo>
                        <a:pt x="0" y="26"/>
                      </a:lnTo>
                      <a:lnTo>
                        <a:pt x="0" y="26"/>
                      </a:lnTo>
                      <a:lnTo>
                        <a:pt x="0" y="26"/>
                      </a:lnTo>
                      <a:lnTo>
                        <a:pt x="0" y="22"/>
                      </a:lnTo>
                      <a:lnTo>
                        <a:pt x="0" y="22"/>
                      </a:lnTo>
                      <a:lnTo>
                        <a:pt x="0" y="22"/>
                      </a:lnTo>
                      <a:lnTo>
                        <a:pt x="0" y="22"/>
                      </a:lnTo>
                      <a:lnTo>
                        <a:pt x="0" y="18"/>
                      </a:lnTo>
                      <a:lnTo>
                        <a:pt x="0" y="18"/>
                      </a:lnTo>
                      <a:lnTo>
                        <a:pt x="0" y="18"/>
                      </a:lnTo>
                      <a:lnTo>
                        <a:pt x="0" y="18"/>
                      </a:lnTo>
                      <a:lnTo>
                        <a:pt x="4" y="18"/>
                      </a:lnTo>
                      <a:lnTo>
                        <a:pt x="4" y="18"/>
                      </a:lnTo>
                      <a:lnTo>
                        <a:pt x="4" y="18"/>
                      </a:lnTo>
                      <a:lnTo>
                        <a:pt x="4" y="14"/>
                      </a:lnTo>
                      <a:lnTo>
                        <a:pt x="4" y="14"/>
                      </a:lnTo>
                      <a:lnTo>
                        <a:pt x="4" y="14"/>
                      </a:lnTo>
                      <a:lnTo>
                        <a:pt x="8" y="10"/>
                      </a:lnTo>
                      <a:lnTo>
                        <a:pt x="8" y="10"/>
                      </a:lnTo>
                      <a:lnTo>
                        <a:pt x="8" y="10"/>
                      </a:lnTo>
                      <a:lnTo>
                        <a:pt x="8" y="10"/>
                      </a:lnTo>
                      <a:lnTo>
                        <a:pt x="8" y="6"/>
                      </a:lnTo>
                      <a:lnTo>
                        <a:pt x="8" y="6"/>
                      </a:lnTo>
                      <a:lnTo>
                        <a:pt x="10" y="6"/>
                      </a:lnTo>
                      <a:lnTo>
                        <a:pt x="10" y="6"/>
                      </a:lnTo>
                      <a:lnTo>
                        <a:pt x="14" y="4"/>
                      </a:lnTo>
                      <a:lnTo>
                        <a:pt x="14" y="4"/>
                      </a:lnTo>
                      <a:lnTo>
                        <a:pt x="14" y="4"/>
                      </a:lnTo>
                      <a:lnTo>
                        <a:pt x="14" y="4"/>
                      </a:lnTo>
                      <a:lnTo>
                        <a:pt x="14" y="4"/>
                      </a:lnTo>
                      <a:lnTo>
                        <a:pt x="18" y="4"/>
                      </a:lnTo>
                      <a:lnTo>
                        <a:pt x="18" y="4"/>
                      </a:lnTo>
                      <a:lnTo>
                        <a:pt x="18" y="0"/>
                      </a:lnTo>
                      <a:lnTo>
                        <a:pt x="18" y="0"/>
                      </a:lnTo>
                      <a:lnTo>
                        <a:pt x="18" y="0"/>
                      </a:lnTo>
                      <a:lnTo>
                        <a:pt x="18" y="0"/>
                      </a:lnTo>
                      <a:lnTo>
                        <a:pt x="18" y="0"/>
                      </a:lnTo>
                      <a:lnTo>
                        <a:pt x="22" y="0"/>
                      </a:lnTo>
                      <a:lnTo>
                        <a:pt x="22" y="0"/>
                      </a:lnTo>
                      <a:lnTo>
                        <a:pt x="22" y="0"/>
                      </a:lnTo>
                      <a:lnTo>
                        <a:pt x="22" y="4"/>
                      </a:lnTo>
                      <a:lnTo>
                        <a:pt x="22" y="4"/>
                      </a:lnTo>
                      <a:lnTo>
                        <a:pt x="24" y="4"/>
                      </a:lnTo>
                      <a:lnTo>
                        <a:pt x="24" y="4"/>
                      </a:lnTo>
                      <a:lnTo>
                        <a:pt x="24" y="4"/>
                      </a:lnTo>
                      <a:lnTo>
                        <a:pt x="24" y="4"/>
                      </a:lnTo>
                      <a:lnTo>
                        <a:pt x="24" y="6"/>
                      </a:lnTo>
                      <a:lnTo>
                        <a:pt x="24" y="6"/>
                      </a:lnTo>
                      <a:lnTo>
                        <a:pt x="28" y="6"/>
                      </a:lnTo>
                      <a:lnTo>
                        <a:pt x="28" y="10"/>
                      </a:lnTo>
                      <a:lnTo>
                        <a:pt x="28" y="10"/>
                      </a:lnTo>
                      <a:lnTo>
                        <a:pt x="32" y="14"/>
                      </a:lnTo>
                      <a:lnTo>
                        <a:pt x="32" y="14"/>
                      </a:lnTo>
                      <a:lnTo>
                        <a:pt x="32" y="14"/>
                      </a:lnTo>
                      <a:lnTo>
                        <a:pt x="32" y="14"/>
                      </a:lnTo>
                      <a:lnTo>
                        <a:pt x="28" y="14"/>
                      </a:lnTo>
                      <a:lnTo>
                        <a:pt x="28" y="14"/>
                      </a:lnTo>
                      <a:lnTo>
                        <a:pt x="28" y="18"/>
                      </a:lnTo>
                      <a:lnTo>
                        <a:pt x="28" y="18"/>
                      </a:lnTo>
                      <a:lnTo>
                        <a:pt x="28" y="18"/>
                      </a:lnTo>
                      <a:lnTo>
                        <a:pt x="28" y="18"/>
                      </a:lnTo>
                      <a:lnTo>
                        <a:pt x="28" y="18"/>
                      </a:lnTo>
                      <a:lnTo>
                        <a:pt x="28" y="18"/>
                      </a:lnTo>
                      <a:lnTo>
                        <a:pt x="28" y="18"/>
                      </a:lnTo>
                      <a:lnTo>
                        <a:pt x="28" y="22"/>
                      </a:lnTo>
                      <a:lnTo>
                        <a:pt x="28" y="22"/>
                      </a:lnTo>
                      <a:lnTo>
                        <a:pt x="28" y="22"/>
                      </a:lnTo>
                      <a:lnTo>
                        <a:pt x="28" y="22"/>
                      </a:lnTo>
                      <a:lnTo>
                        <a:pt x="28" y="22"/>
                      </a:lnTo>
                      <a:lnTo>
                        <a:pt x="28" y="22"/>
                      </a:lnTo>
                      <a:lnTo>
                        <a:pt x="28" y="22"/>
                      </a:lnTo>
                      <a:lnTo>
                        <a:pt x="28" y="26"/>
                      </a:lnTo>
                      <a:lnTo>
                        <a:pt x="24" y="26"/>
                      </a:lnTo>
                      <a:lnTo>
                        <a:pt x="24" y="26"/>
                      </a:lnTo>
                      <a:lnTo>
                        <a:pt x="24" y="26"/>
                      </a:lnTo>
                      <a:lnTo>
                        <a:pt x="24" y="26"/>
                      </a:lnTo>
                      <a:lnTo>
                        <a:pt x="24" y="26"/>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163" name="Freeform 152">
                  <a:extLst>
                    <a:ext uri="{FF2B5EF4-FFF2-40B4-BE49-F238E27FC236}">
                      <a16:creationId xmlns:a16="http://schemas.microsoft.com/office/drawing/2014/main" id="{A698D2A5-B609-E579-9004-D0D20ECB5C58}"/>
                    </a:ext>
                  </a:extLst>
                </p:cNvPr>
                <p:cNvSpPr>
                  <a:spLocks/>
                </p:cNvSpPr>
                <p:nvPr/>
              </p:nvSpPr>
              <p:spPr bwMode="gray">
                <a:xfrm>
                  <a:off x="4514715" y="4265759"/>
                  <a:ext cx="104356" cy="128704"/>
                </a:xfrm>
                <a:custGeom>
                  <a:avLst/>
                  <a:gdLst>
                    <a:gd name="T0" fmla="*/ 4 w 60"/>
                    <a:gd name="T1" fmla="*/ 26 h 74"/>
                    <a:gd name="T2" fmla="*/ 4 w 60"/>
                    <a:gd name="T3" fmla="*/ 22 h 74"/>
                    <a:gd name="T4" fmla="*/ 6 w 60"/>
                    <a:gd name="T5" fmla="*/ 22 h 74"/>
                    <a:gd name="T6" fmla="*/ 10 w 60"/>
                    <a:gd name="T7" fmla="*/ 18 h 74"/>
                    <a:gd name="T8" fmla="*/ 10 w 60"/>
                    <a:gd name="T9" fmla="*/ 18 h 74"/>
                    <a:gd name="T10" fmla="*/ 10 w 60"/>
                    <a:gd name="T11" fmla="*/ 14 h 74"/>
                    <a:gd name="T12" fmla="*/ 14 w 60"/>
                    <a:gd name="T13" fmla="*/ 10 h 74"/>
                    <a:gd name="T14" fmla="*/ 14 w 60"/>
                    <a:gd name="T15" fmla="*/ 6 h 74"/>
                    <a:gd name="T16" fmla="*/ 18 w 60"/>
                    <a:gd name="T17" fmla="*/ 2 h 74"/>
                    <a:gd name="T18" fmla="*/ 22 w 60"/>
                    <a:gd name="T19" fmla="*/ 2 h 74"/>
                    <a:gd name="T20" fmla="*/ 26 w 60"/>
                    <a:gd name="T21" fmla="*/ 0 h 74"/>
                    <a:gd name="T22" fmla="*/ 30 w 60"/>
                    <a:gd name="T23" fmla="*/ 6 h 74"/>
                    <a:gd name="T24" fmla="*/ 30 w 60"/>
                    <a:gd name="T25" fmla="*/ 10 h 74"/>
                    <a:gd name="T26" fmla="*/ 30 w 60"/>
                    <a:gd name="T27" fmla="*/ 14 h 74"/>
                    <a:gd name="T28" fmla="*/ 30 w 60"/>
                    <a:gd name="T29" fmla="*/ 18 h 74"/>
                    <a:gd name="T30" fmla="*/ 30 w 60"/>
                    <a:gd name="T31" fmla="*/ 22 h 74"/>
                    <a:gd name="T32" fmla="*/ 34 w 60"/>
                    <a:gd name="T33" fmla="*/ 22 h 74"/>
                    <a:gd name="T34" fmla="*/ 34 w 60"/>
                    <a:gd name="T35" fmla="*/ 22 h 74"/>
                    <a:gd name="T36" fmla="*/ 36 w 60"/>
                    <a:gd name="T37" fmla="*/ 22 h 74"/>
                    <a:gd name="T38" fmla="*/ 40 w 60"/>
                    <a:gd name="T39" fmla="*/ 18 h 74"/>
                    <a:gd name="T40" fmla="*/ 40 w 60"/>
                    <a:gd name="T41" fmla="*/ 14 h 74"/>
                    <a:gd name="T42" fmla="*/ 44 w 60"/>
                    <a:gd name="T43" fmla="*/ 14 h 74"/>
                    <a:gd name="T44" fmla="*/ 44 w 60"/>
                    <a:gd name="T45" fmla="*/ 18 h 74"/>
                    <a:gd name="T46" fmla="*/ 44 w 60"/>
                    <a:gd name="T47" fmla="*/ 22 h 74"/>
                    <a:gd name="T48" fmla="*/ 48 w 60"/>
                    <a:gd name="T49" fmla="*/ 26 h 74"/>
                    <a:gd name="T50" fmla="*/ 44 w 60"/>
                    <a:gd name="T51" fmla="*/ 28 h 74"/>
                    <a:gd name="T52" fmla="*/ 44 w 60"/>
                    <a:gd name="T53" fmla="*/ 32 h 74"/>
                    <a:gd name="T54" fmla="*/ 44 w 60"/>
                    <a:gd name="T55" fmla="*/ 32 h 74"/>
                    <a:gd name="T56" fmla="*/ 40 w 60"/>
                    <a:gd name="T57" fmla="*/ 36 h 74"/>
                    <a:gd name="T58" fmla="*/ 44 w 60"/>
                    <a:gd name="T59" fmla="*/ 36 h 74"/>
                    <a:gd name="T60" fmla="*/ 48 w 60"/>
                    <a:gd name="T61" fmla="*/ 40 h 74"/>
                    <a:gd name="T62" fmla="*/ 52 w 60"/>
                    <a:gd name="T63" fmla="*/ 40 h 74"/>
                    <a:gd name="T64" fmla="*/ 52 w 60"/>
                    <a:gd name="T65" fmla="*/ 44 h 74"/>
                    <a:gd name="T66" fmla="*/ 56 w 60"/>
                    <a:gd name="T67" fmla="*/ 48 h 74"/>
                    <a:gd name="T68" fmla="*/ 60 w 60"/>
                    <a:gd name="T69" fmla="*/ 48 h 74"/>
                    <a:gd name="T70" fmla="*/ 60 w 60"/>
                    <a:gd name="T71" fmla="*/ 52 h 74"/>
                    <a:gd name="T72" fmla="*/ 60 w 60"/>
                    <a:gd name="T73" fmla="*/ 52 h 74"/>
                    <a:gd name="T74" fmla="*/ 60 w 60"/>
                    <a:gd name="T75" fmla="*/ 54 h 74"/>
                    <a:gd name="T76" fmla="*/ 56 w 60"/>
                    <a:gd name="T77" fmla="*/ 62 h 74"/>
                    <a:gd name="T78" fmla="*/ 56 w 60"/>
                    <a:gd name="T79" fmla="*/ 66 h 74"/>
                    <a:gd name="T80" fmla="*/ 56 w 60"/>
                    <a:gd name="T81" fmla="*/ 74 h 74"/>
                    <a:gd name="T82" fmla="*/ 52 w 60"/>
                    <a:gd name="T83" fmla="*/ 70 h 74"/>
                    <a:gd name="T84" fmla="*/ 52 w 60"/>
                    <a:gd name="T85" fmla="*/ 70 h 74"/>
                    <a:gd name="T86" fmla="*/ 44 w 60"/>
                    <a:gd name="T87" fmla="*/ 66 h 74"/>
                    <a:gd name="T88" fmla="*/ 40 w 60"/>
                    <a:gd name="T89" fmla="*/ 62 h 74"/>
                    <a:gd name="T90" fmla="*/ 36 w 60"/>
                    <a:gd name="T91" fmla="*/ 62 h 74"/>
                    <a:gd name="T92" fmla="*/ 34 w 60"/>
                    <a:gd name="T93" fmla="*/ 58 h 74"/>
                    <a:gd name="T94" fmla="*/ 30 w 60"/>
                    <a:gd name="T95" fmla="*/ 54 h 74"/>
                    <a:gd name="T96" fmla="*/ 26 w 60"/>
                    <a:gd name="T97" fmla="*/ 52 h 74"/>
                    <a:gd name="T98" fmla="*/ 18 w 60"/>
                    <a:gd name="T99" fmla="*/ 44 h 74"/>
                    <a:gd name="T100" fmla="*/ 18 w 60"/>
                    <a:gd name="T101" fmla="*/ 40 h 74"/>
                    <a:gd name="T102" fmla="*/ 14 w 60"/>
                    <a:gd name="T103" fmla="*/ 40 h 74"/>
                    <a:gd name="T104" fmla="*/ 10 w 60"/>
                    <a:gd name="T105" fmla="*/ 40 h 74"/>
                    <a:gd name="T106" fmla="*/ 10 w 60"/>
                    <a:gd name="T107" fmla="*/ 36 h 74"/>
                    <a:gd name="T108" fmla="*/ 10 w 60"/>
                    <a:gd name="T109" fmla="*/ 36 h 74"/>
                    <a:gd name="T110" fmla="*/ 4 w 60"/>
                    <a:gd name="T111" fmla="*/ 32 h 74"/>
                    <a:gd name="T112" fmla="*/ 4 w 60"/>
                    <a:gd name="T113" fmla="*/ 28 h 74"/>
                    <a:gd name="T114" fmla="*/ 0 w 60"/>
                    <a:gd name="T115" fmla="*/ 28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60" h="74">
                      <a:moveTo>
                        <a:pt x="0" y="28"/>
                      </a:moveTo>
                      <a:lnTo>
                        <a:pt x="0" y="28"/>
                      </a:lnTo>
                      <a:lnTo>
                        <a:pt x="4" y="28"/>
                      </a:lnTo>
                      <a:lnTo>
                        <a:pt x="4" y="26"/>
                      </a:lnTo>
                      <a:lnTo>
                        <a:pt x="4" y="26"/>
                      </a:lnTo>
                      <a:lnTo>
                        <a:pt x="4" y="26"/>
                      </a:lnTo>
                      <a:lnTo>
                        <a:pt x="4" y="26"/>
                      </a:lnTo>
                      <a:lnTo>
                        <a:pt x="4" y="22"/>
                      </a:lnTo>
                      <a:lnTo>
                        <a:pt x="4" y="22"/>
                      </a:lnTo>
                      <a:lnTo>
                        <a:pt x="4" y="22"/>
                      </a:lnTo>
                      <a:lnTo>
                        <a:pt x="6" y="22"/>
                      </a:lnTo>
                      <a:lnTo>
                        <a:pt x="6" y="22"/>
                      </a:lnTo>
                      <a:lnTo>
                        <a:pt x="6" y="22"/>
                      </a:lnTo>
                      <a:lnTo>
                        <a:pt x="6" y="22"/>
                      </a:lnTo>
                      <a:lnTo>
                        <a:pt x="6" y="22"/>
                      </a:lnTo>
                      <a:lnTo>
                        <a:pt x="10" y="18"/>
                      </a:lnTo>
                      <a:lnTo>
                        <a:pt x="10" y="18"/>
                      </a:lnTo>
                      <a:lnTo>
                        <a:pt x="10" y="18"/>
                      </a:lnTo>
                      <a:lnTo>
                        <a:pt x="10" y="18"/>
                      </a:lnTo>
                      <a:lnTo>
                        <a:pt x="10" y="18"/>
                      </a:lnTo>
                      <a:lnTo>
                        <a:pt x="10" y="14"/>
                      </a:lnTo>
                      <a:lnTo>
                        <a:pt x="10" y="14"/>
                      </a:lnTo>
                      <a:lnTo>
                        <a:pt x="10" y="14"/>
                      </a:lnTo>
                      <a:lnTo>
                        <a:pt x="10" y="14"/>
                      </a:lnTo>
                      <a:lnTo>
                        <a:pt x="14" y="14"/>
                      </a:lnTo>
                      <a:lnTo>
                        <a:pt x="14" y="14"/>
                      </a:lnTo>
                      <a:lnTo>
                        <a:pt x="14" y="10"/>
                      </a:lnTo>
                      <a:lnTo>
                        <a:pt x="14" y="10"/>
                      </a:lnTo>
                      <a:lnTo>
                        <a:pt x="14" y="6"/>
                      </a:lnTo>
                      <a:lnTo>
                        <a:pt x="14" y="6"/>
                      </a:lnTo>
                      <a:lnTo>
                        <a:pt x="14" y="6"/>
                      </a:lnTo>
                      <a:lnTo>
                        <a:pt x="14" y="6"/>
                      </a:lnTo>
                      <a:lnTo>
                        <a:pt x="18" y="6"/>
                      </a:lnTo>
                      <a:lnTo>
                        <a:pt x="18" y="6"/>
                      </a:lnTo>
                      <a:lnTo>
                        <a:pt x="18" y="6"/>
                      </a:lnTo>
                      <a:lnTo>
                        <a:pt x="18" y="2"/>
                      </a:lnTo>
                      <a:lnTo>
                        <a:pt x="18" y="2"/>
                      </a:lnTo>
                      <a:lnTo>
                        <a:pt x="18" y="2"/>
                      </a:lnTo>
                      <a:lnTo>
                        <a:pt x="18" y="0"/>
                      </a:lnTo>
                      <a:lnTo>
                        <a:pt x="22" y="2"/>
                      </a:lnTo>
                      <a:lnTo>
                        <a:pt x="22" y="0"/>
                      </a:lnTo>
                      <a:lnTo>
                        <a:pt x="26" y="0"/>
                      </a:lnTo>
                      <a:lnTo>
                        <a:pt x="26" y="2"/>
                      </a:lnTo>
                      <a:lnTo>
                        <a:pt x="26" y="0"/>
                      </a:lnTo>
                      <a:lnTo>
                        <a:pt x="26" y="2"/>
                      </a:lnTo>
                      <a:lnTo>
                        <a:pt x="26" y="2"/>
                      </a:lnTo>
                      <a:lnTo>
                        <a:pt x="30" y="2"/>
                      </a:lnTo>
                      <a:lnTo>
                        <a:pt x="30" y="6"/>
                      </a:lnTo>
                      <a:lnTo>
                        <a:pt x="30" y="10"/>
                      </a:lnTo>
                      <a:lnTo>
                        <a:pt x="30" y="10"/>
                      </a:lnTo>
                      <a:lnTo>
                        <a:pt x="30" y="10"/>
                      </a:lnTo>
                      <a:lnTo>
                        <a:pt x="30" y="10"/>
                      </a:lnTo>
                      <a:lnTo>
                        <a:pt x="30" y="14"/>
                      </a:lnTo>
                      <a:lnTo>
                        <a:pt x="30" y="14"/>
                      </a:lnTo>
                      <a:lnTo>
                        <a:pt x="34" y="14"/>
                      </a:lnTo>
                      <a:lnTo>
                        <a:pt x="30" y="14"/>
                      </a:lnTo>
                      <a:lnTo>
                        <a:pt x="30" y="14"/>
                      </a:lnTo>
                      <a:lnTo>
                        <a:pt x="30" y="14"/>
                      </a:lnTo>
                      <a:lnTo>
                        <a:pt x="30" y="18"/>
                      </a:lnTo>
                      <a:lnTo>
                        <a:pt x="30" y="18"/>
                      </a:lnTo>
                      <a:lnTo>
                        <a:pt x="30" y="18"/>
                      </a:lnTo>
                      <a:lnTo>
                        <a:pt x="30" y="18"/>
                      </a:lnTo>
                      <a:lnTo>
                        <a:pt x="30" y="22"/>
                      </a:lnTo>
                      <a:lnTo>
                        <a:pt x="30" y="22"/>
                      </a:lnTo>
                      <a:lnTo>
                        <a:pt x="30" y="22"/>
                      </a:lnTo>
                      <a:lnTo>
                        <a:pt x="30" y="18"/>
                      </a:lnTo>
                      <a:lnTo>
                        <a:pt x="34" y="18"/>
                      </a:lnTo>
                      <a:lnTo>
                        <a:pt x="34" y="22"/>
                      </a:lnTo>
                      <a:lnTo>
                        <a:pt x="34" y="22"/>
                      </a:lnTo>
                      <a:lnTo>
                        <a:pt x="34" y="22"/>
                      </a:lnTo>
                      <a:lnTo>
                        <a:pt x="34" y="26"/>
                      </a:lnTo>
                      <a:lnTo>
                        <a:pt x="34" y="22"/>
                      </a:lnTo>
                      <a:lnTo>
                        <a:pt x="36" y="22"/>
                      </a:lnTo>
                      <a:lnTo>
                        <a:pt x="36" y="22"/>
                      </a:lnTo>
                      <a:lnTo>
                        <a:pt x="36" y="22"/>
                      </a:lnTo>
                      <a:lnTo>
                        <a:pt x="36" y="22"/>
                      </a:lnTo>
                      <a:lnTo>
                        <a:pt x="36" y="22"/>
                      </a:lnTo>
                      <a:lnTo>
                        <a:pt x="40" y="22"/>
                      </a:lnTo>
                      <a:lnTo>
                        <a:pt x="40" y="18"/>
                      </a:lnTo>
                      <a:lnTo>
                        <a:pt x="40" y="18"/>
                      </a:lnTo>
                      <a:lnTo>
                        <a:pt x="40" y="18"/>
                      </a:lnTo>
                      <a:lnTo>
                        <a:pt x="40" y="18"/>
                      </a:lnTo>
                      <a:lnTo>
                        <a:pt x="40" y="14"/>
                      </a:lnTo>
                      <a:lnTo>
                        <a:pt x="40" y="14"/>
                      </a:lnTo>
                      <a:lnTo>
                        <a:pt x="40" y="14"/>
                      </a:lnTo>
                      <a:lnTo>
                        <a:pt x="40" y="14"/>
                      </a:lnTo>
                      <a:lnTo>
                        <a:pt x="44" y="14"/>
                      </a:lnTo>
                      <a:lnTo>
                        <a:pt x="44" y="14"/>
                      </a:lnTo>
                      <a:lnTo>
                        <a:pt x="44" y="18"/>
                      </a:lnTo>
                      <a:lnTo>
                        <a:pt x="44" y="18"/>
                      </a:lnTo>
                      <a:lnTo>
                        <a:pt x="44" y="18"/>
                      </a:lnTo>
                      <a:lnTo>
                        <a:pt x="44" y="18"/>
                      </a:lnTo>
                      <a:lnTo>
                        <a:pt x="44" y="18"/>
                      </a:lnTo>
                      <a:lnTo>
                        <a:pt x="44" y="18"/>
                      </a:lnTo>
                      <a:lnTo>
                        <a:pt x="44" y="18"/>
                      </a:lnTo>
                      <a:lnTo>
                        <a:pt x="44" y="22"/>
                      </a:lnTo>
                      <a:lnTo>
                        <a:pt x="44" y="22"/>
                      </a:lnTo>
                      <a:lnTo>
                        <a:pt x="44" y="22"/>
                      </a:lnTo>
                      <a:lnTo>
                        <a:pt x="44" y="22"/>
                      </a:lnTo>
                      <a:lnTo>
                        <a:pt x="48" y="26"/>
                      </a:lnTo>
                      <a:lnTo>
                        <a:pt x="48" y="26"/>
                      </a:lnTo>
                      <a:lnTo>
                        <a:pt x="44" y="28"/>
                      </a:lnTo>
                      <a:lnTo>
                        <a:pt x="44" y="28"/>
                      </a:lnTo>
                      <a:lnTo>
                        <a:pt x="44" y="28"/>
                      </a:lnTo>
                      <a:lnTo>
                        <a:pt x="44" y="32"/>
                      </a:lnTo>
                      <a:lnTo>
                        <a:pt x="44" y="32"/>
                      </a:lnTo>
                      <a:lnTo>
                        <a:pt x="44" y="32"/>
                      </a:lnTo>
                      <a:lnTo>
                        <a:pt x="44" y="32"/>
                      </a:lnTo>
                      <a:lnTo>
                        <a:pt x="44" y="32"/>
                      </a:lnTo>
                      <a:lnTo>
                        <a:pt x="44" y="32"/>
                      </a:lnTo>
                      <a:lnTo>
                        <a:pt x="44" y="32"/>
                      </a:lnTo>
                      <a:lnTo>
                        <a:pt x="44" y="32"/>
                      </a:lnTo>
                      <a:lnTo>
                        <a:pt x="44" y="32"/>
                      </a:lnTo>
                      <a:lnTo>
                        <a:pt x="44" y="32"/>
                      </a:lnTo>
                      <a:lnTo>
                        <a:pt x="40" y="32"/>
                      </a:lnTo>
                      <a:lnTo>
                        <a:pt x="40" y="36"/>
                      </a:lnTo>
                      <a:lnTo>
                        <a:pt x="40" y="36"/>
                      </a:lnTo>
                      <a:lnTo>
                        <a:pt x="40" y="36"/>
                      </a:lnTo>
                      <a:lnTo>
                        <a:pt x="44" y="36"/>
                      </a:lnTo>
                      <a:lnTo>
                        <a:pt x="44" y="36"/>
                      </a:lnTo>
                      <a:lnTo>
                        <a:pt x="44" y="36"/>
                      </a:lnTo>
                      <a:lnTo>
                        <a:pt x="48" y="40"/>
                      </a:lnTo>
                      <a:lnTo>
                        <a:pt x="48" y="40"/>
                      </a:lnTo>
                      <a:lnTo>
                        <a:pt x="48" y="40"/>
                      </a:lnTo>
                      <a:lnTo>
                        <a:pt x="48" y="40"/>
                      </a:lnTo>
                      <a:lnTo>
                        <a:pt x="52" y="40"/>
                      </a:lnTo>
                      <a:lnTo>
                        <a:pt x="52" y="40"/>
                      </a:lnTo>
                      <a:lnTo>
                        <a:pt x="52" y="40"/>
                      </a:lnTo>
                      <a:lnTo>
                        <a:pt x="52" y="40"/>
                      </a:lnTo>
                      <a:lnTo>
                        <a:pt x="52" y="44"/>
                      </a:lnTo>
                      <a:lnTo>
                        <a:pt x="52" y="44"/>
                      </a:lnTo>
                      <a:lnTo>
                        <a:pt x="52" y="44"/>
                      </a:lnTo>
                      <a:lnTo>
                        <a:pt x="56" y="44"/>
                      </a:lnTo>
                      <a:lnTo>
                        <a:pt x="56" y="44"/>
                      </a:lnTo>
                      <a:lnTo>
                        <a:pt x="56" y="44"/>
                      </a:lnTo>
                      <a:lnTo>
                        <a:pt x="56" y="48"/>
                      </a:lnTo>
                      <a:lnTo>
                        <a:pt x="60" y="48"/>
                      </a:lnTo>
                      <a:lnTo>
                        <a:pt x="60" y="48"/>
                      </a:lnTo>
                      <a:lnTo>
                        <a:pt x="60" y="48"/>
                      </a:lnTo>
                      <a:lnTo>
                        <a:pt x="60" y="48"/>
                      </a:lnTo>
                      <a:lnTo>
                        <a:pt x="60" y="48"/>
                      </a:lnTo>
                      <a:lnTo>
                        <a:pt x="60" y="48"/>
                      </a:lnTo>
                      <a:lnTo>
                        <a:pt x="60" y="48"/>
                      </a:lnTo>
                      <a:lnTo>
                        <a:pt x="60" y="52"/>
                      </a:lnTo>
                      <a:lnTo>
                        <a:pt x="60" y="52"/>
                      </a:lnTo>
                      <a:lnTo>
                        <a:pt x="60" y="52"/>
                      </a:lnTo>
                      <a:lnTo>
                        <a:pt x="60" y="52"/>
                      </a:lnTo>
                      <a:lnTo>
                        <a:pt x="60" y="52"/>
                      </a:lnTo>
                      <a:lnTo>
                        <a:pt x="60" y="54"/>
                      </a:lnTo>
                      <a:lnTo>
                        <a:pt x="60" y="54"/>
                      </a:lnTo>
                      <a:lnTo>
                        <a:pt x="60" y="54"/>
                      </a:lnTo>
                      <a:lnTo>
                        <a:pt x="60" y="54"/>
                      </a:lnTo>
                      <a:lnTo>
                        <a:pt x="60" y="58"/>
                      </a:lnTo>
                      <a:lnTo>
                        <a:pt x="56" y="58"/>
                      </a:lnTo>
                      <a:lnTo>
                        <a:pt x="56" y="62"/>
                      </a:lnTo>
                      <a:lnTo>
                        <a:pt x="56" y="62"/>
                      </a:lnTo>
                      <a:lnTo>
                        <a:pt x="56" y="62"/>
                      </a:lnTo>
                      <a:lnTo>
                        <a:pt x="56" y="66"/>
                      </a:lnTo>
                      <a:lnTo>
                        <a:pt x="56" y="66"/>
                      </a:lnTo>
                      <a:lnTo>
                        <a:pt x="56" y="66"/>
                      </a:lnTo>
                      <a:lnTo>
                        <a:pt x="56" y="70"/>
                      </a:lnTo>
                      <a:lnTo>
                        <a:pt x="56" y="70"/>
                      </a:lnTo>
                      <a:lnTo>
                        <a:pt x="56" y="70"/>
                      </a:lnTo>
                      <a:lnTo>
                        <a:pt x="56" y="74"/>
                      </a:lnTo>
                      <a:lnTo>
                        <a:pt x="56" y="74"/>
                      </a:lnTo>
                      <a:lnTo>
                        <a:pt x="56" y="74"/>
                      </a:lnTo>
                      <a:lnTo>
                        <a:pt x="56" y="74"/>
                      </a:lnTo>
                      <a:lnTo>
                        <a:pt x="52" y="70"/>
                      </a:lnTo>
                      <a:lnTo>
                        <a:pt x="52" y="70"/>
                      </a:lnTo>
                      <a:lnTo>
                        <a:pt x="52" y="70"/>
                      </a:lnTo>
                      <a:lnTo>
                        <a:pt x="52" y="70"/>
                      </a:lnTo>
                      <a:lnTo>
                        <a:pt x="52" y="70"/>
                      </a:lnTo>
                      <a:lnTo>
                        <a:pt x="48" y="70"/>
                      </a:lnTo>
                      <a:lnTo>
                        <a:pt x="48" y="70"/>
                      </a:lnTo>
                      <a:lnTo>
                        <a:pt x="48" y="70"/>
                      </a:lnTo>
                      <a:lnTo>
                        <a:pt x="44" y="66"/>
                      </a:lnTo>
                      <a:lnTo>
                        <a:pt x="44" y="66"/>
                      </a:lnTo>
                      <a:lnTo>
                        <a:pt x="40" y="66"/>
                      </a:lnTo>
                      <a:lnTo>
                        <a:pt x="40" y="62"/>
                      </a:lnTo>
                      <a:lnTo>
                        <a:pt x="40" y="62"/>
                      </a:lnTo>
                      <a:lnTo>
                        <a:pt x="40" y="62"/>
                      </a:lnTo>
                      <a:lnTo>
                        <a:pt x="36" y="62"/>
                      </a:lnTo>
                      <a:lnTo>
                        <a:pt x="36" y="62"/>
                      </a:lnTo>
                      <a:lnTo>
                        <a:pt x="36" y="62"/>
                      </a:lnTo>
                      <a:lnTo>
                        <a:pt x="36" y="62"/>
                      </a:lnTo>
                      <a:lnTo>
                        <a:pt x="34" y="58"/>
                      </a:lnTo>
                      <a:lnTo>
                        <a:pt x="34" y="58"/>
                      </a:lnTo>
                      <a:lnTo>
                        <a:pt x="34" y="58"/>
                      </a:lnTo>
                      <a:lnTo>
                        <a:pt x="30" y="54"/>
                      </a:lnTo>
                      <a:lnTo>
                        <a:pt x="30" y="54"/>
                      </a:lnTo>
                      <a:lnTo>
                        <a:pt x="30" y="54"/>
                      </a:lnTo>
                      <a:lnTo>
                        <a:pt x="30" y="54"/>
                      </a:lnTo>
                      <a:lnTo>
                        <a:pt x="30" y="54"/>
                      </a:lnTo>
                      <a:lnTo>
                        <a:pt x="30" y="54"/>
                      </a:lnTo>
                      <a:lnTo>
                        <a:pt x="30" y="52"/>
                      </a:lnTo>
                      <a:lnTo>
                        <a:pt x="26" y="52"/>
                      </a:lnTo>
                      <a:lnTo>
                        <a:pt x="26" y="52"/>
                      </a:lnTo>
                      <a:lnTo>
                        <a:pt x="22" y="48"/>
                      </a:lnTo>
                      <a:lnTo>
                        <a:pt x="22" y="44"/>
                      </a:lnTo>
                      <a:lnTo>
                        <a:pt x="18" y="44"/>
                      </a:lnTo>
                      <a:lnTo>
                        <a:pt x="18" y="44"/>
                      </a:lnTo>
                      <a:lnTo>
                        <a:pt x="18" y="44"/>
                      </a:lnTo>
                      <a:lnTo>
                        <a:pt x="18" y="44"/>
                      </a:lnTo>
                      <a:lnTo>
                        <a:pt x="18" y="40"/>
                      </a:lnTo>
                      <a:lnTo>
                        <a:pt x="18" y="40"/>
                      </a:lnTo>
                      <a:lnTo>
                        <a:pt x="18" y="40"/>
                      </a:lnTo>
                      <a:lnTo>
                        <a:pt x="14" y="40"/>
                      </a:lnTo>
                      <a:lnTo>
                        <a:pt x="14" y="40"/>
                      </a:lnTo>
                      <a:lnTo>
                        <a:pt x="14" y="40"/>
                      </a:lnTo>
                      <a:lnTo>
                        <a:pt x="14" y="40"/>
                      </a:lnTo>
                      <a:lnTo>
                        <a:pt x="14" y="40"/>
                      </a:lnTo>
                      <a:lnTo>
                        <a:pt x="10" y="40"/>
                      </a:lnTo>
                      <a:lnTo>
                        <a:pt x="10" y="40"/>
                      </a:lnTo>
                      <a:lnTo>
                        <a:pt x="10" y="40"/>
                      </a:lnTo>
                      <a:lnTo>
                        <a:pt x="10" y="36"/>
                      </a:lnTo>
                      <a:lnTo>
                        <a:pt x="10" y="36"/>
                      </a:lnTo>
                      <a:lnTo>
                        <a:pt x="10" y="36"/>
                      </a:lnTo>
                      <a:lnTo>
                        <a:pt x="10" y="36"/>
                      </a:lnTo>
                      <a:lnTo>
                        <a:pt x="10" y="36"/>
                      </a:lnTo>
                      <a:lnTo>
                        <a:pt x="10" y="36"/>
                      </a:lnTo>
                      <a:lnTo>
                        <a:pt x="10" y="36"/>
                      </a:lnTo>
                      <a:lnTo>
                        <a:pt x="6" y="36"/>
                      </a:lnTo>
                      <a:lnTo>
                        <a:pt x="6" y="32"/>
                      </a:lnTo>
                      <a:lnTo>
                        <a:pt x="4" y="32"/>
                      </a:lnTo>
                      <a:lnTo>
                        <a:pt x="4" y="32"/>
                      </a:lnTo>
                      <a:lnTo>
                        <a:pt x="4" y="28"/>
                      </a:lnTo>
                      <a:lnTo>
                        <a:pt x="4" y="28"/>
                      </a:lnTo>
                      <a:lnTo>
                        <a:pt x="4" y="28"/>
                      </a:lnTo>
                      <a:lnTo>
                        <a:pt x="4" y="28"/>
                      </a:lnTo>
                      <a:lnTo>
                        <a:pt x="0" y="28"/>
                      </a:lnTo>
                      <a:lnTo>
                        <a:pt x="0" y="28"/>
                      </a:lnTo>
                      <a:lnTo>
                        <a:pt x="0" y="28"/>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164" name="Freeform 153">
                  <a:extLst>
                    <a:ext uri="{FF2B5EF4-FFF2-40B4-BE49-F238E27FC236}">
                      <a16:creationId xmlns:a16="http://schemas.microsoft.com/office/drawing/2014/main" id="{442EA758-BEC4-726D-58EA-2AB7FCC08C0D}"/>
                    </a:ext>
                  </a:extLst>
                </p:cNvPr>
                <p:cNvSpPr>
                  <a:spLocks/>
                </p:cNvSpPr>
                <p:nvPr/>
              </p:nvSpPr>
              <p:spPr bwMode="gray">
                <a:xfrm>
                  <a:off x="5026058" y="3503965"/>
                  <a:ext cx="389596" cy="427857"/>
                </a:xfrm>
                <a:custGeom>
                  <a:avLst/>
                  <a:gdLst>
                    <a:gd name="T0" fmla="*/ 74 w 224"/>
                    <a:gd name="T1" fmla="*/ 12 h 246"/>
                    <a:gd name="T2" fmla="*/ 86 w 224"/>
                    <a:gd name="T3" fmla="*/ 20 h 246"/>
                    <a:gd name="T4" fmla="*/ 90 w 224"/>
                    <a:gd name="T5" fmla="*/ 34 h 246"/>
                    <a:gd name="T6" fmla="*/ 100 w 224"/>
                    <a:gd name="T7" fmla="*/ 38 h 246"/>
                    <a:gd name="T8" fmla="*/ 116 w 224"/>
                    <a:gd name="T9" fmla="*/ 38 h 246"/>
                    <a:gd name="T10" fmla="*/ 124 w 224"/>
                    <a:gd name="T11" fmla="*/ 46 h 246"/>
                    <a:gd name="T12" fmla="*/ 134 w 224"/>
                    <a:gd name="T13" fmla="*/ 52 h 246"/>
                    <a:gd name="T14" fmla="*/ 142 w 224"/>
                    <a:gd name="T15" fmla="*/ 52 h 246"/>
                    <a:gd name="T16" fmla="*/ 154 w 224"/>
                    <a:gd name="T17" fmla="*/ 42 h 246"/>
                    <a:gd name="T18" fmla="*/ 154 w 224"/>
                    <a:gd name="T19" fmla="*/ 26 h 246"/>
                    <a:gd name="T20" fmla="*/ 160 w 224"/>
                    <a:gd name="T21" fmla="*/ 12 h 246"/>
                    <a:gd name="T22" fmla="*/ 172 w 224"/>
                    <a:gd name="T23" fmla="*/ 8 h 246"/>
                    <a:gd name="T24" fmla="*/ 182 w 224"/>
                    <a:gd name="T25" fmla="*/ 4 h 246"/>
                    <a:gd name="T26" fmla="*/ 194 w 224"/>
                    <a:gd name="T27" fmla="*/ 8 h 246"/>
                    <a:gd name="T28" fmla="*/ 198 w 224"/>
                    <a:gd name="T29" fmla="*/ 20 h 246"/>
                    <a:gd name="T30" fmla="*/ 210 w 224"/>
                    <a:gd name="T31" fmla="*/ 22 h 246"/>
                    <a:gd name="T32" fmla="*/ 224 w 224"/>
                    <a:gd name="T33" fmla="*/ 22 h 246"/>
                    <a:gd name="T34" fmla="*/ 220 w 224"/>
                    <a:gd name="T35" fmla="*/ 34 h 246"/>
                    <a:gd name="T36" fmla="*/ 224 w 224"/>
                    <a:gd name="T37" fmla="*/ 50 h 246"/>
                    <a:gd name="T38" fmla="*/ 220 w 224"/>
                    <a:gd name="T39" fmla="*/ 64 h 246"/>
                    <a:gd name="T40" fmla="*/ 224 w 224"/>
                    <a:gd name="T41" fmla="*/ 78 h 246"/>
                    <a:gd name="T42" fmla="*/ 224 w 224"/>
                    <a:gd name="T43" fmla="*/ 102 h 246"/>
                    <a:gd name="T44" fmla="*/ 224 w 224"/>
                    <a:gd name="T45" fmla="*/ 120 h 246"/>
                    <a:gd name="T46" fmla="*/ 224 w 224"/>
                    <a:gd name="T47" fmla="*/ 150 h 246"/>
                    <a:gd name="T48" fmla="*/ 224 w 224"/>
                    <a:gd name="T49" fmla="*/ 176 h 246"/>
                    <a:gd name="T50" fmla="*/ 224 w 224"/>
                    <a:gd name="T51" fmla="*/ 238 h 246"/>
                    <a:gd name="T52" fmla="*/ 210 w 224"/>
                    <a:gd name="T53" fmla="*/ 238 h 246"/>
                    <a:gd name="T54" fmla="*/ 186 w 224"/>
                    <a:gd name="T55" fmla="*/ 232 h 246"/>
                    <a:gd name="T56" fmla="*/ 156 w 224"/>
                    <a:gd name="T57" fmla="*/ 218 h 246"/>
                    <a:gd name="T58" fmla="*/ 134 w 224"/>
                    <a:gd name="T59" fmla="*/ 202 h 246"/>
                    <a:gd name="T60" fmla="*/ 108 w 224"/>
                    <a:gd name="T61" fmla="*/ 188 h 246"/>
                    <a:gd name="T62" fmla="*/ 82 w 224"/>
                    <a:gd name="T63" fmla="*/ 184 h 246"/>
                    <a:gd name="T64" fmla="*/ 72 w 224"/>
                    <a:gd name="T65" fmla="*/ 192 h 246"/>
                    <a:gd name="T66" fmla="*/ 60 w 224"/>
                    <a:gd name="T67" fmla="*/ 184 h 246"/>
                    <a:gd name="T68" fmla="*/ 44 w 224"/>
                    <a:gd name="T69" fmla="*/ 180 h 246"/>
                    <a:gd name="T70" fmla="*/ 34 w 224"/>
                    <a:gd name="T71" fmla="*/ 162 h 246"/>
                    <a:gd name="T72" fmla="*/ 18 w 224"/>
                    <a:gd name="T73" fmla="*/ 158 h 246"/>
                    <a:gd name="T74" fmla="*/ 12 w 224"/>
                    <a:gd name="T75" fmla="*/ 154 h 246"/>
                    <a:gd name="T76" fmla="*/ 8 w 224"/>
                    <a:gd name="T77" fmla="*/ 138 h 246"/>
                    <a:gd name="T78" fmla="*/ 12 w 224"/>
                    <a:gd name="T79" fmla="*/ 120 h 246"/>
                    <a:gd name="T80" fmla="*/ 8 w 224"/>
                    <a:gd name="T81" fmla="*/ 108 h 246"/>
                    <a:gd name="T82" fmla="*/ 8 w 224"/>
                    <a:gd name="T83" fmla="*/ 94 h 246"/>
                    <a:gd name="T84" fmla="*/ 8 w 224"/>
                    <a:gd name="T85" fmla="*/ 78 h 246"/>
                    <a:gd name="T86" fmla="*/ 8 w 224"/>
                    <a:gd name="T87" fmla="*/ 64 h 246"/>
                    <a:gd name="T88" fmla="*/ 4 w 224"/>
                    <a:gd name="T89" fmla="*/ 56 h 246"/>
                    <a:gd name="T90" fmla="*/ 16 w 224"/>
                    <a:gd name="T91" fmla="*/ 46 h 246"/>
                    <a:gd name="T92" fmla="*/ 12 w 224"/>
                    <a:gd name="T93" fmla="*/ 34 h 246"/>
                    <a:gd name="T94" fmla="*/ 22 w 224"/>
                    <a:gd name="T95" fmla="*/ 22 h 246"/>
                    <a:gd name="T96" fmla="*/ 34 w 224"/>
                    <a:gd name="T97" fmla="*/ 16 h 246"/>
                    <a:gd name="T98" fmla="*/ 34 w 224"/>
                    <a:gd name="T99" fmla="*/ 0 h 246"/>
                    <a:gd name="T100" fmla="*/ 42 w 224"/>
                    <a:gd name="T101" fmla="*/ 8 h 246"/>
                    <a:gd name="T102" fmla="*/ 56 w 224"/>
                    <a:gd name="T103" fmla="*/ 8 h 246"/>
                    <a:gd name="T104" fmla="*/ 64 w 224"/>
                    <a:gd name="T105" fmla="*/ 8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24" h="246">
                      <a:moveTo>
                        <a:pt x="68" y="8"/>
                      </a:moveTo>
                      <a:lnTo>
                        <a:pt x="72" y="8"/>
                      </a:lnTo>
                      <a:lnTo>
                        <a:pt x="72" y="12"/>
                      </a:lnTo>
                      <a:lnTo>
                        <a:pt x="74" y="12"/>
                      </a:lnTo>
                      <a:lnTo>
                        <a:pt x="78" y="16"/>
                      </a:lnTo>
                      <a:lnTo>
                        <a:pt x="82" y="16"/>
                      </a:lnTo>
                      <a:lnTo>
                        <a:pt x="86" y="16"/>
                      </a:lnTo>
                      <a:lnTo>
                        <a:pt x="86" y="20"/>
                      </a:lnTo>
                      <a:lnTo>
                        <a:pt x="86" y="22"/>
                      </a:lnTo>
                      <a:lnTo>
                        <a:pt x="86" y="26"/>
                      </a:lnTo>
                      <a:lnTo>
                        <a:pt x="90" y="30"/>
                      </a:lnTo>
                      <a:lnTo>
                        <a:pt x="90" y="34"/>
                      </a:lnTo>
                      <a:lnTo>
                        <a:pt x="94" y="34"/>
                      </a:lnTo>
                      <a:lnTo>
                        <a:pt x="98" y="34"/>
                      </a:lnTo>
                      <a:lnTo>
                        <a:pt x="98" y="38"/>
                      </a:lnTo>
                      <a:lnTo>
                        <a:pt x="100" y="38"/>
                      </a:lnTo>
                      <a:lnTo>
                        <a:pt x="104" y="38"/>
                      </a:lnTo>
                      <a:lnTo>
                        <a:pt x="108" y="38"/>
                      </a:lnTo>
                      <a:lnTo>
                        <a:pt x="112" y="38"/>
                      </a:lnTo>
                      <a:lnTo>
                        <a:pt x="116" y="38"/>
                      </a:lnTo>
                      <a:lnTo>
                        <a:pt x="116" y="42"/>
                      </a:lnTo>
                      <a:lnTo>
                        <a:pt x="120" y="42"/>
                      </a:lnTo>
                      <a:lnTo>
                        <a:pt x="124" y="42"/>
                      </a:lnTo>
                      <a:lnTo>
                        <a:pt x="124" y="46"/>
                      </a:lnTo>
                      <a:lnTo>
                        <a:pt x="128" y="46"/>
                      </a:lnTo>
                      <a:lnTo>
                        <a:pt x="128" y="50"/>
                      </a:lnTo>
                      <a:lnTo>
                        <a:pt x="130" y="50"/>
                      </a:lnTo>
                      <a:lnTo>
                        <a:pt x="134" y="52"/>
                      </a:lnTo>
                      <a:lnTo>
                        <a:pt x="138" y="52"/>
                      </a:lnTo>
                      <a:lnTo>
                        <a:pt x="138" y="56"/>
                      </a:lnTo>
                      <a:lnTo>
                        <a:pt x="142" y="56"/>
                      </a:lnTo>
                      <a:lnTo>
                        <a:pt x="142" y="52"/>
                      </a:lnTo>
                      <a:lnTo>
                        <a:pt x="146" y="52"/>
                      </a:lnTo>
                      <a:lnTo>
                        <a:pt x="150" y="50"/>
                      </a:lnTo>
                      <a:lnTo>
                        <a:pt x="154" y="46"/>
                      </a:lnTo>
                      <a:lnTo>
                        <a:pt x="154" y="42"/>
                      </a:lnTo>
                      <a:lnTo>
                        <a:pt x="154" y="38"/>
                      </a:lnTo>
                      <a:lnTo>
                        <a:pt x="154" y="34"/>
                      </a:lnTo>
                      <a:lnTo>
                        <a:pt x="154" y="30"/>
                      </a:lnTo>
                      <a:lnTo>
                        <a:pt x="154" y="26"/>
                      </a:lnTo>
                      <a:lnTo>
                        <a:pt x="154" y="22"/>
                      </a:lnTo>
                      <a:lnTo>
                        <a:pt x="154" y="20"/>
                      </a:lnTo>
                      <a:lnTo>
                        <a:pt x="156" y="16"/>
                      </a:lnTo>
                      <a:lnTo>
                        <a:pt x="160" y="12"/>
                      </a:lnTo>
                      <a:lnTo>
                        <a:pt x="164" y="12"/>
                      </a:lnTo>
                      <a:lnTo>
                        <a:pt x="164" y="8"/>
                      </a:lnTo>
                      <a:lnTo>
                        <a:pt x="168" y="8"/>
                      </a:lnTo>
                      <a:lnTo>
                        <a:pt x="172" y="8"/>
                      </a:lnTo>
                      <a:lnTo>
                        <a:pt x="176" y="8"/>
                      </a:lnTo>
                      <a:lnTo>
                        <a:pt x="176" y="4"/>
                      </a:lnTo>
                      <a:lnTo>
                        <a:pt x="180" y="4"/>
                      </a:lnTo>
                      <a:lnTo>
                        <a:pt x="182" y="4"/>
                      </a:lnTo>
                      <a:lnTo>
                        <a:pt x="182" y="8"/>
                      </a:lnTo>
                      <a:lnTo>
                        <a:pt x="186" y="8"/>
                      </a:lnTo>
                      <a:lnTo>
                        <a:pt x="190" y="8"/>
                      </a:lnTo>
                      <a:lnTo>
                        <a:pt x="194" y="8"/>
                      </a:lnTo>
                      <a:lnTo>
                        <a:pt x="194" y="12"/>
                      </a:lnTo>
                      <a:lnTo>
                        <a:pt x="198" y="12"/>
                      </a:lnTo>
                      <a:lnTo>
                        <a:pt x="198" y="16"/>
                      </a:lnTo>
                      <a:lnTo>
                        <a:pt x="198" y="20"/>
                      </a:lnTo>
                      <a:lnTo>
                        <a:pt x="202" y="20"/>
                      </a:lnTo>
                      <a:lnTo>
                        <a:pt x="206" y="20"/>
                      </a:lnTo>
                      <a:lnTo>
                        <a:pt x="210" y="20"/>
                      </a:lnTo>
                      <a:lnTo>
                        <a:pt x="210" y="22"/>
                      </a:lnTo>
                      <a:lnTo>
                        <a:pt x="212" y="22"/>
                      </a:lnTo>
                      <a:lnTo>
                        <a:pt x="216" y="22"/>
                      </a:lnTo>
                      <a:lnTo>
                        <a:pt x="220" y="22"/>
                      </a:lnTo>
                      <a:lnTo>
                        <a:pt x="224" y="22"/>
                      </a:lnTo>
                      <a:lnTo>
                        <a:pt x="224" y="26"/>
                      </a:lnTo>
                      <a:lnTo>
                        <a:pt x="224" y="30"/>
                      </a:lnTo>
                      <a:lnTo>
                        <a:pt x="224" y="34"/>
                      </a:lnTo>
                      <a:lnTo>
                        <a:pt x="220" y="34"/>
                      </a:lnTo>
                      <a:lnTo>
                        <a:pt x="220" y="38"/>
                      </a:lnTo>
                      <a:lnTo>
                        <a:pt x="224" y="42"/>
                      </a:lnTo>
                      <a:lnTo>
                        <a:pt x="224" y="46"/>
                      </a:lnTo>
                      <a:lnTo>
                        <a:pt x="224" y="50"/>
                      </a:lnTo>
                      <a:lnTo>
                        <a:pt x="220" y="52"/>
                      </a:lnTo>
                      <a:lnTo>
                        <a:pt x="220" y="56"/>
                      </a:lnTo>
                      <a:lnTo>
                        <a:pt x="220" y="60"/>
                      </a:lnTo>
                      <a:lnTo>
                        <a:pt x="220" y="64"/>
                      </a:lnTo>
                      <a:lnTo>
                        <a:pt x="220" y="68"/>
                      </a:lnTo>
                      <a:lnTo>
                        <a:pt x="224" y="72"/>
                      </a:lnTo>
                      <a:lnTo>
                        <a:pt x="224" y="76"/>
                      </a:lnTo>
                      <a:lnTo>
                        <a:pt x="224" y="78"/>
                      </a:lnTo>
                      <a:lnTo>
                        <a:pt x="224" y="90"/>
                      </a:lnTo>
                      <a:lnTo>
                        <a:pt x="224" y="94"/>
                      </a:lnTo>
                      <a:lnTo>
                        <a:pt x="224" y="98"/>
                      </a:lnTo>
                      <a:lnTo>
                        <a:pt x="224" y="102"/>
                      </a:lnTo>
                      <a:lnTo>
                        <a:pt x="224" y="106"/>
                      </a:lnTo>
                      <a:lnTo>
                        <a:pt x="224" y="112"/>
                      </a:lnTo>
                      <a:lnTo>
                        <a:pt x="224" y="116"/>
                      </a:lnTo>
                      <a:lnTo>
                        <a:pt x="224" y="120"/>
                      </a:lnTo>
                      <a:lnTo>
                        <a:pt x="224" y="124"/>
                      </a:lnTo>
                      <a:lnTo>
                        <a:pt x="224" y="132"/>
                      </a:lnTo>
                      <a:lnTo>
                        <a:pt x="224" y="142"/>
                      </a:lnTo>
                      <a:lnTo>
                        <a:pt x="224" y="150"/>
                      </a:lnTo>
                      <a:lnTo>
                        <a:pt x="224" y="154"/>
                      </a:lnTo>
                      <a:lnTo>
                        <a:pt x="224" y="162"/>
                      </a:lnTo>
                      <a:lnTo>
                        <a:pt x="224" y="168"/>
                      </a:lnTo>
                      <a:lnTo>
                        <a:pt x="224" y="176"/>
                      </a:lnTo>
                      <a:lnTo>
                        <a:pt x="224" y="198"/>
                      </a:lnTo>
                      <a:lnTo>
                        <a:pt x="224" y="202"/>
                      </a:lnTo>
                      <a:lnTo>
                        <a:pt x="224" y="222"/>
                      </a:lnTo>
                      <a:lnTo>
                        <a:pt x="224" y="238"/>
                      </a:lnTo>
                      <a:lnTo>
                        <a:pt x="220" y="238"/>
                      </a:lnTo>
                      <a:lnTo>
                        <a:pt x="216" y="238"/>
                      </a:lnTo>
                      <a:lnTo>
                        <a:pt x="212" y="238"/>
                      </a:lnTo>
                      <a:lnTo>
                        <a:pt x="210" y="238"/>
                      </a:lnTo>
                      <a:lnTo>
                        <a:pt x="210" y="246"/>
                      </a:lnTo>
                      <a:lnTo>
                        <a:pt x="202" y="242"/>
                      </a:lnTo>
                      <a:lnTo>
                        <a:pt x="194" y="238"/>
                      </a:lnTo>
                      <a:lnTo>
                        <a:pt x="186" y="232"/>
                      </a:lnTo>
                      <a:lnTo>
                        <a:pt x="180" y="228"/>
                      </a:lnTo>
                      <a:lnTo>
                        <a:pt x="172" y="224"/>
                      </a:lnTo>
                      <a:lnTo>
                        <a:pt x="168" y="222"/>
                      </a:lnTo>
                      <a:lnTo>
                        <a:pt x="156" y="218"/>
                      </a:lnTo>
                      <a:lnTo>
                        <a:pt x="150" y="210"/>
                      </a:lnTo>
                      <a:lnTo>
                        <a:pt x="142" y="206"/>
                      </a:lnTo>
                      <a:lnTo>
                        <a:pt x="138" y="202"/>
                      </a:lnTo>
                      <a:lnTo>
                        <a:pt x="134" y="202"/>
                      </a:lnTo>
                      <a:lnTo>
                        <a:pt x="130" y="198"/>
                      </a:lnTo>
                      <a:lnTo>
                        <a:pt x="124" y="194"/>
                      </a:lnTo>
                      <a:lnTo>
                        <a:pt x="120" y="192"/>
                      </a:lnTo>
                      <a:lnTo>
                        <a:pt x="108" y="188"/>
                      </a:lnTo>
                      <a:lnTo>
                        <a:pt x="100" y="180"/>
                      </a:lnTo>
                      <a:lnTo>
                        <a:pt x="98" y="180"/>
                      </a:lnTo>
                      <a:lnTo>
                        <a:pt x="86" y="184"/>
                      </a:lnTo>
                      <a:lnTo>
                        <a:pt x="82" y="184"/>
                      </a:lnTo>
                      <a:lnTo>
                        <a:pt x="82" y="188"/>
                      </a:lnTo>
                      <a:lnTo>
                        <a:pt x="78" y="188"/>
                      </a:lnTo>
                      <a:lnTo>
                        <a:pt x="74" y="192"/>
                      </a:lnTo>
                      <a:lnTo>
                        <a:pt x="72" y="192"/>
                      </a:lnTo>
                      <a:lnTo>
                        <a:pt x="72" y="194"/>
                      </a:lnTo>
                      <a:lnTo>
                        <a:pt x="68" y="188"/>
                      </a:lnTo>
                      <a:lnTo>
                        <a:pt x="64" y="184"/>
                      </a:lnTo>
                      <a:lnTo>
                        <a:pt x="60" y="184"/>
                      </a:lnTo>
                      <a:lnTo>
                        <a:pt x="56" y="180"/>
                      </a:lnTo>
                      <a:lnTo>
                        <a:pt x="52" y="180"/>
                      </a:lnTo>
                      <a:lnTo>
                        <a:pt x="48" y="180"/>
                      </a:lnTo>
                      <a:lnTo>
                        <a:pt x="44" y="180"/>
                      </a:lnTo>
                      <a:lnTo>
                        <a:pt x="42" y="176"/>
                      </a:lnTo>
                      <a:lnTo>
                        <a:pt x="38" y="176"/>
                      </a:lnTo>
                      <a:lnTo>
                        <a:pt x="38" y="168"/>
                      </a:lnTo>
                      <a:lnTo>
                        <a:pt x="34" y="162"/>
                      </a:lnTo>
                      <a:lnTo>
                        <a:pt x="30" y="162"/>
                      </a:lnTo>
                      <a:lnTo>
                        <a:pt x="26" y="162"/>
                      </a:lnTo>
                      <a:lnTo>
                        <a:pt x="22" y="158"/>
                      </a:lnTo>
                      <a:lnTo>
                        <a:pt x="18" y="158"/>
                      </a:lnTo>
                      <a:lnTo>
                        <a:pt x="18" y="162"/>
                      </a:lnTo>
                      <a:lnTo>
                        <a:pt x="16" y="158"/>
                      </a:lnTo>
                      <a:lnTo>
                        <a:pt x="16" y="154"/>
                      </a:lnTo>
                      <a:lnTo>
                        <a:pt x="12" y="154"/>
                      </a:lnTo>
                      <a:lnTo>
                        <a:pt x="12" y="150"/>
                      </a:lnTo>
                      <a:lnTo>
                        <a:pt x="12" y="146"/>
                      </a:lnTo>
                      <a:lnTo>
                        <a:pt x="12" y="142"/>
                      </a:lnTo>
                      <a:lnTo>
                        <a:pt x="8" y="138"/>
                      </a:lnTo>
                      <a:lnTo>
                        <a:pt x="4" y="132"/>
                      </a:lnTo>
                      <a:lnTo>
                        <a:pt x="4" y="128"/>
                      </a:lnTo>
                      <a:lnTo>
                        <a:pt x="8" y="124"/>
                      </a:lnTo>
                      <a:lnTo>
                        <a:pt x="12" y="120"/>
                      </a:lnTo>
                      <a:lnTo>
                        <a:pt x="12" y="116"/>
                      </a:lnTo>
                      <a:lnTo>
                        <a:pt x="8" y="116"/>
                      </a:lnTo>
                      <a:lnTo>
                        <a:pt x="8" y="112"/>
                      </a:lnTo>
                      <a:lnTo>
                        <a:pt x="8" y="108"/>
                      </a:lnTo>
                      <a:lnTo>
                        <a:pt x="8" y="106"/>
                      </a:lnTo>
                      <a:lnTo>
                        <a:pt x="12" y="102"/>
                      </a:lnTo>
                      <a:lnTo>
                        <a:pt x="12" y="98"/>
                      </a:lnTo>
                      <a:lnTo>
                        <a:pt x="8" y="94"/>
                      </a:lnTo>
                      <a:lnTo>
                        <a:pt x="8" y="90"/>
                      </a:lnTo>
                      <a:lnTo>
                        <a:pt x="8" y="86"/>
                      </a:lnTo>
                      <a:lnTo>
                        <a:pt x="8" y="82"/>
                      </a:lnTo>
                      <a:lnTo>
                        <a:pt x="8" y="78"/>
                      </a:lnTo>
                      <a:lnTo>
                        <a:pt x="8" y="76"/>
                      </a:lnTo>
                      <a:lnTo>
                        <a:pt x="8" y="72"/>
                      </a:lnTo>
                      <a:lnTo>
                        <a:pt x="8" y="68"/>
                      </a:lnTo>
                      <a:lnTo>
                        <a:pt x="8" y="64"/>
                      </a:lnTo>
                      <a:lnTo>
                        <a:pt x="4" y="64"/>
                      </a:lnTo>
                      <a:lnTo>
                        <a:pt x="4" y="60"/>
                      </a:lnTo>
                      <a:lnTo>
                        <a:pt x="0" y="56"/>
                      </a:lnTo>
                      <a:lnTo>
                        <a:pt x="4" y="56"/>
                      </a:lnTo>
                      <a:lnTo>
                        <a:pt x="8" y="52"/>
                      </a:lnTo>
                      <a:lnTo>
                        <a:pt x="12" y="52"/>
                      </a:lnTo>
                      <a:lnTo>
                        <a:pt x="12" y="50"/>
                      </a:lnTo>
                      <a:lnTo>
                        <a:pt x="16" y="46"/>
                      </a:lnTo>
                      <a:lnTo>
                        <a:pt x="16" y="42"/>
                      </a:lnTo>
                      <a:lnTo>
                        <a:pt x="16" y="38"/>
                      </a:lnTo>
                      <a:lnTo>
                        <a:pt x="16" y="34"/>
                      </a:lnTo>
                      <a:lnTo>
                        <a:pt x="12" y="34"/>
                      </a:lnTo>
                      <a:lnTo>
                        <a:pt x="12" y="30"/>
                      </a:lnTo>
                      <a:lnTo>
                        <a:pt x="16" y="26"/>
                      </a:lnTo>
                      <a:lnTo>
                        <a:pt x="18" y="26"/>
                      </a:lnTo>
                      <a:lnTo>
                        <a:pt x="22" y="22"/>
                      </a:lnTo>
                      <a:lnTo>
                        <a:pt x="22" y="20"/>
                      </a:lnTo>
                      <a:lnTo>
                        <a:pt x="26" y="20"/>
                      </a:lnTo>
                      <a:lnTo>
                        <a:pt x="30" y="16"/>
                      </a:lnTo>
                      <a:lnTo>
                        <a:pt x="34" y="16"/>
                      </a:lnTo>
                      <a:lnTo>
                        <a:pt x="34" y="12"/>
                      </a:lnTo>
                      <a:lnTo>
                        <a:pt x="34" y="8"/>
                      </a:lnTo>
                      <a:lnTo>
                        <a:pt x="34" y="4"/>
                      </a:lnTo>
                      <a:lnTo>
                        <a:pt x="34" y="0"/>
                      </a:lnTo>
                      <a:lnTo>
                        <a:pt x="34" y="4"/>
                      </a:lnTo>
                      <a:lnTo>
                        <a:pt x="38" y="4"/>
                      </a:lnTo>
                      <a:lnTo>
                        <a:pt x="42" y="4"/>
                      </a:lnTo>
                      <a:lnTo>
                        <a:pt x="42" y="8"/>
                      </a:lnTo>
                      <a:lnTo>
                        <a:pt x="44" y="8"/>
                      </a:lnTo>
                      <a:lnTo>
                        <a:pt x="48" y="8"/>
                      </a:lnTo>
                      <a:lnTo>
                        <a:pt x="52" y="8"/>
                      </a:lnTo>
                      <a:lnTo>
                        <a:pt x="56" y="8"/>
                      </a:lnTo>
                      <a:lnTo>
                        <a:pt x="56" y="4"/>
                      </a:lnTo>
                      <a:lnTo>
                        <a:pt x="60" y="4"/>
                      </a:lnTo>
                      <a:lnTo>
                        <a:pt x="60" y="8"/>
                      </a:lnTo>
                      <a:lnTo>
                        <a:pt x="64" y="8"/>
                      </a:lnTo>
                      <a:lnTo>
                        <a:pt x="68" y="8"/>
                      </a:lnTo>
                      <a:lnTo>
                        <a:pt x="68" y="8"/>
                      </a:lnTo>
                      <a:lnTo>
                        <a:pt x="68" y="8"/>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165" name="Freeform 154">
                  <a:extLst>
                    <a:ext uri="{FF2B5EF4-FFF2-40B4-BE49-F238E27FC236}">
                      <a16:creationId xmlns:a16="http://schemas.microsoft.com/office/drawing/2014/main" id="{B23BDE0E-E914-DC01-F067-D0426758493C}"/>
                    </a:ext>
                  </a:extLst>
                </p:cNvPr>
                <p:cNvSpPr>
                  <a:spLocks noEditPoints="1"/>
                </p:cNvSpPr>
                <p:nvPr/>
              </p:nvSpPr>
              <p:spPr bwMode="gray">
                <a:xfrm>
                  <a:off x="5864384" y="4874499"/>
                  <a:ext cx="180883" cy="420900"/>
                </a:xfrm>
                <a:custGeom>
                  <a:avLst/>
                  <a:gdLst>
                    <a:gd name="T0" fmla="*/ 70 w 104"/>
                    <a:gd name="T1" fmla="*/ 26 h 242"/>
                    <a:gd name="T2" fmla="*/ 74 w 104"/>
                    <a:gd name="T3" fmla="*/ 152 h 242"/>
                    <a:gd name="T4" fmla="*/ 70 w 104"/>
                    <a:gd name="T5" fmla="*/ 168 h 242"/>
                    <a:gd name="T6" fmla="*/ 66 w 104"/>
                    <a:gd name="T7" fmla="*/ 182 h 242"/>
                    <a:gd name="T8" fmla="*/ 62 w 104"/>
                    <a:gd name="T9" fmla="*/ 194 h 242"/>
                    <a:gd name="T10" fmla="*/ 62 w 104"/>
                    <a:gd name="T11" fmla="*/ 208 h 242"/>
                    <a:gd name="T12" fmla="*/ 60 w 104"/>
                    <a:gd name="T13" fmla="*/ 220 h 242"/>
                    <a:gd name="T14" fmla="*/ 52 w 104"/>
                    <a:gd name="T15" fmla="*/ 232 h 242"/>
                    <a:gd name="T16" fmla="*/ 36 w 104"/>
                    <a:gd name="T17" fmla="*/ 236 h 242"/>
                    <a:gd name="T18" fmla="*/ 30 w 104"/>
                    <a:gd name="T19" fmla="*/ 242 h 242"/>
                    <a:gd name="T20" fmla="*/ 22 w 104"/>
                    <a:gd name="T21" fmla="*/ 236 h 242"/>
                    <a:gd name="T22" fmla="*/ 14 w 104"/>
                    <a:gd name="T23" fmla="*/ 236 h 242"/>
                    <a:gd name="T24" fmla="*/ 10 w 104"/>
                    <a:gd name="T25" fmla="*/ 224 h 242"/>
                    <a:gd name="T26" fmla="*/ 6 w 104"/>
                    <a:gd name="T27" fmla="*/ 208 h 242"/>
                    <a:gd name="T28" fmla="*/ 2 w 104"/>
                    <a:gd name="T29" fmla="*/ 198 h 242"/>
                    <a:gd name="T30" fmla="*/ 0 w 104"/>
                    <a:gd name="T31" fmla="*/ 186 h 242"/>
                    <a:gd name="T32" fmla="*/ 0 w 104"/>
                    <a:gd name="T33" fmla="*/ 172 h 242"/>
                    <a:gd name="T34" fmla="*/ 6 w 104"/>
                    <a:gd name="T35" fmla="*/ 164 h 242"/>
                    <a:gd name="T36" fmla="*/ 10 w 104"/>
                    <a:gd name="T37" fmla="*/ 152 h 242"/>
                    <a:gd name="T38" fmla="*/ 18 w 104"/>
                    <a:gd name="T39" fmla="*/ 138 h 242"/>
                    <a:gd name="T40" fmla="*/ 14 w 104"/>
                    <a:gd name="T41" fmla="*/ 130 h 242"/>
                    <a:gd name="T42" fmla="*/ 14 w 104"/>
                    <a:gd name="T43" fmla="*/ 116 h 242"/>
                    <a:gd name="T44" fmla="*/ 10 w 104"/>
                    <a:gd name="T45" fmla="*/ 104 h 242"/>
                    <a:gd name="T46" fmla="*/ 14 w 104"/>
                    <a:gd name="T47" fmla="*/ 94 h 242"/>
                    <a:gd name="T48" fmla="*/ 18 w 104"/>
                    <a:gd name="T49" fmla="*/ 82 h 242"/>
                    <a:gd name="T50" fmla="*/ 22 w 104"/>
                    <a:gd name="T51" fmla="*/ 74 h 242"/>
                    <a:gd name="T52" fmla="*/ 30 w 104"/>
                    <a:gd name="T53" fmla="*/ 74 h 242"/>
                    <a:gd name="T54" fmla="*/ 32 w 104"/>
                    <a:gd name="T55" fmla="*/ 70 h 242"/>
                    <a:gd name="T56" fmla="*/ 40 w 104"/>
                    <a:gd name="T57" fmla="*/ 70 h 242"/>
                    <a:gd name="T58" fmla="*/ 44 w 104"/>
                    <a:gd name="T59" fmla="*/ 70 h 242"/>
                    <a:gd name="T60" fmla="*/ 48 w 104"/>
                    <a:gd name="T61" fmla="*/ 60 h 242"/>
                    <a:gd name="T62" fmla="*/ 52 w 104"/>
                    <a:gd name="T63" fmla="*/ 64 h 242"/>
                    <a:gd name="T64" fmla="*/ 60 w 104"/>
                    <a:gd name="T65" fmla="*/ 52 h 242"/>
                    <a:gd name="T66" fmla="*/ 60 w 104"/>
                    <a:gd name="T67" fmla="*/ 52 h 242"/>
                    <a:gd name="T68" fmla="*/ 66 w 104"/>
                    <a:gd name="T69" fmla="*/ 48 h 242"/>
                    <a:gd name="T70" fmla="*/ 62 w 104"/>
                    <a:gd name="T71" fmla="*/ 44 h 242"/>
                    <a:gd name="T72" fmla="*/ 66 w 104"/>
                    <a:gd name="T73" fmla="*/ 40 h 242"/>
                    <a:gd name="T74" fmla="*/ 70 w 104"/>
                    <a:gd name="T75" fmla="*/ 30 h 242"/>
                    <a:gd name="T76" fmla="*/ 74 w 104"/>
                    <a:gd name="T77" fmla="*/ 30 h 242"/>
                    <a:gd name="T78" fmla="*/ 78 w 104"/>
                    <a:gd name="T79" fmla="*/ 18 h 242"/>
                    <a:gd name="T80" fmla="*/ 82 w 104"/>
                    <a:gd name="T81" fmla="*/ 10 h 242"/>
                    <a:gd name="T82" fmla="*/ 82 w 104"/>
                    <a:gd name="T83" fmla="*/ 4 h 242"/>
                    <a:gd name="T84" fmla="*/ 86 w 104"/>
                    <a:gd name="T85" fmla="*/ 8 h 242"/>
                    <a:gd name="T86" fmla="*/ 88 w 104"/>
                    <a:gd name="T87" fmla="*/ 10 h 242"/>
                    <a:gd name="T88" fmla="*/ 96 w 104"/>
                    <a:gd name="T89" fmla="*/ 18 h 242"/>
                    <a:gd name="T90" fmla="*/ 96 w 104"/>
                    <a:gd name="T91" fmla="*/ 26 h 242"/>
                    <a:gd name="T92" fmla="*/ 96 w 104"/>
                    <a:gd name="T93" fmla="*/ 40 h 242"/>
                    <a:gd name="T94" fmla="*/ 100 w 104"/>
                    <a:gd name="T95" fmla="*/ 48 h 242"/>
                    <a:gd name="T96" fmla="*/ 100 w 104"/>
                    <a:gd name="T97" fmla="*/ 64 h 242"/>
                    <a:gd name="T98" fmla="*/ 96 w 104"/>
                    <a:gd name="T99" fmla="*/ 66 h 242"/>
                    <a:gd name="T100" fmla="*/ 92 w 104"/>
                    <a:gd name="T101" fmla="*/ 66 h 242"/>
                    <a:gd name="T102" fmla="*/ 92 w 104"/>
                    <a:gd name="T103" fmla="*/ 82 h 242"/>
                    <a:gd name="T104" fmla="*/ 88 w 104"/>
                    <a:gd name="T105" fmla="*/ 94 h 242"/>
                    <a:gd name="T106" fmla="*/ 88 w 104"/>
                    <a:gd name="T107" fmla="*/ 108 h 242"/>
                    <a:gd name="T108" fmla="*/ 86 w 104"/>
                    <a:gd name="T109" fmla="*/ 122 h 242"/>
                    <a:gd name="T110" fmla="*/ 82 w 104"/>
                    <a:gd name="T111" fmla="*/ 134 h 242"/>
                    <a:gd name="T112" fmla="*/ 78 w 104"/>
                    <a:gd name="T113" fmla="*/ 146 h 242"/>
                    <a:gd name="T114" fmla="*/ 74 w 104"/>
                    <a:gd name="T115" fmla="*/ 150 h 242"/>
                    <a:gd name="T116" fmla="*/ 96 w 104"/>
                    <a:gd name="T117" fmla="*/ 90 h 2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04" h="242">
                      <a:moveTo>
                        <a:pt x="70" y="26"/>
                      </a:moveTo>
                      <a:lnTo>
                        <a:pt x="70" y="22"/>
                      </a:lnTo>
                      <a:lnTo>
                        <a:pt x="74" y="26"/>
                      </a:lnTo>
                      <a:lnTo>
                        <a:pt x="70" y="26"/>
                      </a:lnTo>
                      <a:lnTo>
                        <a:pt x="70" y="26"/>
                      </a:lnTo>
                      <a:lnTo>
                        <a:pt x="70" y="26"/>
                      </a:lnTo>
                      <a:close/>
                      <a:moveTo>
                        <a:pt x="74" y="150"/>
                      </a:moveTo>
                      <a:lnTo>
                        <a:pt x="74" y="152"/>
                      </a:lnTo>
                      <a:lnTo>
                        <a:pt x="74" y="156"/>
                      </a:lnTo>
                      <a:lnTo>
                        <a:pt x="74" y="160"/>
                      </a:lnTo>
                      <a:lnTo>
                        <a:pt x="74" y="164"/>
                      </a:lnTo>
                      <a:lnTo>
                        <a:pt x="70" y="168"/>
                      </a:lnTo>
                      <a:lnTo>
                        <a:pt x="70" y="172"/>
                      </a:lnTo>
                      <a:lnTo>
                        <a:pt x="70" y="176"/>
                      </a:lnTo>
                      <a:lnTo>
                        <a:pt x="66" y="180"/>
                      </a:lnTo>
                      <a:lnTo>
                        <a:pt x="66" y="182"/>
                      </a:lnTo>
                      <a:lnTo>
                        <a:pt x="66" y="186"/>
                      </a:lnTo>
                      <a:lnTo>
                        <a:pt x="66" y="190"/>
                      </a:lnTo>
                      <a:lnTo>
                        <a:pt x="66" y="194"/>
                      </a:lnTo>
                      <a:lnTo>
                        <a:pt x="62" y="194"/>
                      </a:lnTo>
                      <a:lnTo>
                        <a:pt x="62" y="198"/>
                      </a:lnTo>
                      <a:lnTo>
                        <a:pt x="62" y="202"/>
                      </a:lnTo>
                      <a:lnTo>
                        <a:pt x="62" y="206"/>
                      </a:lnTo>
                      <a:lnTo>
                        <a:pt x="62" y="208"/>
                      </a:lnTo>
                      <a:lnTo>
                        <a:pt x="60" y="208"/>
                      </a:lnTo>
                      <a:lnTo>
                        <a:pt x="60" y="212"/>
                      </a:lnTo>
                      <a:lnTo>
                        <a:pt x="60" y="216"/>
                      </a:lnTo>
                      <a:lnTo>
                        <a:pt x="60" y="220"/>
                      </a:lnTo>
                      <a:lnTo>
                        <a:pt x="56" y="224"/>
                      </a:lnTo>
                      <a:lnTo>
                        <a:pt x="56" y="228"/>
                      </a:lnTo>
                      <a:lnTo>
                        <a:pt x="56" y="232"/>
                      </a:lnTo>
                      <a:lnTo>
                        <a:pt x="52" y="232"/>
                      </a:lnTo>
                      <a:lnTo>
                        <a:pt x="48" y="236"/>
                      </a:lnTo>
                      <a:lnTo>
                        <a:pt x="44" y="236"/>
                      </a:lnTo>
                      <a:lnTo>
                        <a:pt x="40" y="236"/>
                      </a:lnTo>
                      <a:lnTo>
                        <a:pt x="36" y="236"/>
                      </a:lnTo>
                      <a:lnTo>
                        <a:pt x="36" y="238"/>
                      </a:lnTo>
                      <a:lnTo>
                        <a:pt x="32" y="238"/>
                      </a:lnTo>
                      <a:lnTo>
                        <a:pt x="32" y="242"/>
                      </a:lnTo>
                      <a:lnTo>
                        <a:pt x="30" y="242"/>
                      </a:lnTo>
                      <a:lnTo>
                        <a:pt x="26" y="242"/>
                      </a:lnTo>
                      <a:lnTo>
                        <a:pt x="26" y="238"/>
                      </a:lnTo>
                      <a:lnTo>
                        <a:pt x="22" y="238"/>
                      </a:lnTo>
                      <a:lnTo>
                        <a:pt x="22" y="236"/>
                      </a:lnTo>
                      <a:lnTo>
                        <a:pt x="18" y="236"/>
                      </a:lnTo>
                      <a:lnTo>
                        <a:pt x="14" y="236"/>
                      </a:lnTo>
                      <a:lnTo>
                        <a:pt x="18" y="236"/>
                      </a:lnTo>
                      <a:lnTo>
                        <a:pt x="14" y="236"/>
                      </a:lnTo>
                      <a:lnTo>
                        <a:pt x="14" y="232"/>
                      </a:lnTo>
                      <a:lnTo>
                        <a:pt x="10" y="232"/>
                      </a:lnTo>
                      <a:lnTo>
                        <a:pt x="10" y="228"/>
                      </a:lnTo>
                      <a:lnTo>
                        <a:pt x="10" y="224"/>
                      </a:lnTo>
                      <a:lnTo>
                        <a:pt x="6" y="220"/>
                      </a:lnTo>
                      <a:lnTo>
                        <a:pt x="6" y="216"/>
                      </a:lnTo>
                      <a:lnTo>
                        <a:pt x="6" y="212"/>
                      </a:lnTo>
                      <a:lnTo>
                        <a:pt x="6" y="208"/>
                      </a:lnTo>
                      <a:lnTo>
                        <a:pt x="6" y="206"/>
                      </a:lnTo>
                      <a:lnTo>
                        <a:pt x="6" y="202"/>
                      </a:lnTo>
                      <a:lnTo>
                        <a:pt x="2" y="202"/>
                      </a:lnTo>
                      <a:lnTo>
                        <a:pt x="2" y="198"/>
                      </a:lnTo>
                      <a:lnTo>
                        <a:pt x="2" y="194"/>
                      </a:lnTo>
                      <a:lnTo>
                        <a:pt x="2" y="190"/>
                      </a:lnTo>
                      <a:lnTo>
                        <a:pt x="0" y="190"/>
                      </a:lnTo>
                      <a:lnTo>
                        <a:pt x="0" y="186"/>
                      </a:lnTo>
                      <a:lnTo>
                        <a:pt x="0" y="182"/>
                      </a:lnTo>
                      <a:lnTo>
                        <a:pt x="0" y="180"/>
                      </a:lnTo>
                      <a:lnTo>
                        <a:pt x="0" y="176"/>
                      </a:lnTo>
                      <a:lnTo>
                        <a:pt x="0" y="172"/>
                      </a:lnTo>
                      <a:lnTo>
                        <a:pt x="2" y="172"/>
                      </a:lnTo>
                      <a:lnTo>
                        <a:pt x="2" y="168"/>
                      </a:lnTo>
                      <a:lnTo>
                        <a:pt x="2" y="164"/>
                      </a:lnTo>
                      <a:lnTo>
                        <a:pt x="6" y="164"/>
                      </a:lnTo>
                      <a:lnTo>
                        <a:pt x="6" y="160"/>
                      </a:lnTo>
                      <a:lnTo>
                        <a:pt x="10" y="160"/>
                      </a:lnTo>
                      <a:lnTo>
                        <a:pt x="10" y="156"/>
                      </a:lnTo>
                      <a:lnTo>
                        <a:pt x="10" y="152"/>
                      </a:lnTo>
                      <a:lnTo>
                        <a:pt x="14" y="150"/>
                      </a:lnTo>
                      <a:lnTo>
                        <a:pt x="14" y="146"/>
                      </a:lnTo>
                      <a:lnTo>
                        <a:pt x="18" y="142"/>
                      </a:lnTo>
                      <a:lnTo>
                        <a:pt x="18" y="138"/>
                      </a:lnTo>
                      <a:lnTo>
                        <a:pt x="14" y="138"/>
                      </a:lnTo>
                      <a:lnTo>
                        <a:pt x="18" y="134"/>
                      </a:lnTo>
                      <a:lnTo>
                        <a:pt x="18" y="130"/>
                      </a:lnTo>
                      <a:lnTo>
                        <a:pt x="14" y="130"/>
                      </a:lnTo>
                      <a:lnTo>
                        <a:pt x="14" y="126"/>
                      </a:lnTo>
                      <a:lnTo>
                        <a:pt x="14" y="122"/>
                      </a:lnTo>
                      <a:lnTo>
                        <a:pt x="14" y="120"/>
                      </a:lnTo>
                      <a:lnTo>
                        <a:pt x="14" y="116"/>
                      </a:lnTo>
                      <a:lnTo>
                        <a:pt x="10" y="116"/>
                      </a:lnTo>
                      <a:lnTo>
                        <a:pt x="10" y="112"/>
                      </a:lnTo>
                      <a:lnTo>
                        <a:pt x="10" y="108"/>
                      </a:lnTo>
                      <a:lnTo>
                        <a:pt x="10" y="104"/>
                      </a:lnTo>
                      <a:lnTo>
                        <a:pt x="10" y="100"/>
                      </a:lnTo>
                      <a:lnTo>
                        <a:pt x="10" y="96"/>
                      </a:lnTo>
                      <a:lnTo>
                        <a:pt x="10" y="94"/>
                      </a:lnTo>
                      <a:lnTo>
                        <a:pt x="14" y="94"/>
                      </a:lnTo>
                      <a:lnTo>
                        <a:pt x="14" y="90"/>
                      </a:lnTo>
                      <a:lnTo>
                        <a:pt x="14" y="86"/>
                      </a:lnTo>
                      <a:lnTo>
                        <a:pt x="18" y="86"/>
                      </a:lnTo>
                      <a:lnTo>
                        <a:pt x="18" y="82"/>
                      </a:lnTo>
                      <a:lnTo>
                        <a:pt x="18" y="78"/>
                      </a:lnTo>
                      <a:lnTo>
                        <a:pt x="14" y="78"/>
                      </a:lnTo>
                      <a:lnTo>
                        <a:pt x="18" y="74"/>
                      </a:lnTo>
                      <a:lnTo>
                        <a:pt x="22" y="74"/>
                      </a:lnTo>
                      <a:lnTo>
                        <a:pt x="26" y="74"/>
                      </a:lnTo>
                      <a:lnTo>
                        <a:pt x="26" y="70"/>
                      </a:lnTo>
                      <a:lnTo>
                        <a:pt x="30" y="70"/>
                      </a:lnTo>
                      <a:lnTo>
                        <a:pt x="30" y="74"/>
                      </a:lnTo>
                      <a:lnTo>
                        <a:pt x="30" y="70"/>
                      </a:lnTo>
                      <a:lnTo>
                        <a:pt x="32" y="70"/>
                      </a:lnTo>
                      <a:lnTo>
                        <a:pt x="32" y="74"/>
                      </a:lnTo>
                      <a:lnTo>
                        <a:pt x="32" y="70"/>
                      </a:lnTo>
                      <a:lnTo>
                        <a:pt x="32" y="66"/>
                      </a:lnTo>
                      <a:lnTo>
                        <a:pt x="36" y="66"/>
                      </a:lnTo>
                      <a:lnTo>
                        <a:pt x="36" y="70"/>
                      </a:lnTo>
                      <a:lnTo>
                        <a:pt x="40" y="70"/>
                      </a:lnTo>
                      <a:lnTo>
                        <a:pt x="40" y="66"/>
                      </a:lnTo>
                      <a:lnTo>
                        <a:pt x="44" y="66"/>
                      </a:lnTo>
                      <a:lnTo>
                        <a:pt x="40" y="66"/>
                      </a:lnTo>
                      <a:lnTo>
                        <a:pt x="44" y="70"/>
                      </a:lnTo>
                      <a:lnTo>
                        <a:pt x="44" y="66"/>
                      </a:lnTo>
                      <a:lnTo>
                        <a:pt x="44" y="64"/>
                      </a:lnTo>
                      <a:lnTo>
                        <a:pt x="48" y="64"/>
                      </a:lnTo>
                      <a:lnTo>
                        <a:pt x="48" y="60"/>
                      </a:lnTo>
                      <a:lnTo>
                        <a:pt x="52" y="60"/>
                      </a:lnTo>
                      <a:lnTo>
                        <a:pt x="56" y="60"/>
                      </a:lnTo>
                      <a:lnTo>
                        <a:pt x="52" y="60"/>
                      </a:lnTo>
                      <a:lnTo>
                        <a:pt x="52" y="64"/>
                      </a:lnTo>
                      <a:lnTo>
                        <a:pt x="56" y="64"/>
                      </a:lnTo>
                      <a:lnTo>
                        <a:pt x="56" y="60"/>
                      </a:lnTo>
                      <a:lnTo>
                        <a:pt x="56" y="56"/>
                      </a:lnTo>
                      <a:lnTo>
                        <a:pt x="60" y="52"/>
                      </a:lnTo>
                      <a:lnTo>
                        <a:pt x="56" y="52"/>
                      </a:lnTo>
                      <a:lnTo>
                        <a:pt x="60" y="52"/>
                      </a:lnTo>
                      <a:lnTo>
                        <a:pt x="60" y="48"/>
                      </a:lnTo>
                      <a:lnTo>
                        <a:pt x="60" y="52"/>
                      </a:lnTo>
                      <a:lnTo>
                        <a:pt x="60" y="56"/>
                      </a:lnTo>
                      <a:lnTo>
                        <a:pt x="62" y="52"/>
                      </a:lnTo>
                      <a:lnTo>
                        <a:pt x="62" y="48"/>
                      </a:lnTo>
                      <a:lnTo>
                        <a:pt x="66" y="48"/>
                      </a:lnTo>
                      <a:lnTo>
                        <a:pt x="66" y="52"/>
                      </a:lnTo>
                      <a:lnTo>
                        <a:pt x="66" y="48"/>
                      </a:lnTo>
                      <a:lnTo>
                        <a:pt x="62" y="48"/>
                      </a:lnTo>
                      <a:lnTo>
                        <a:pt x="62" y="44"/>
                      </a:lnTo>
                      <a:lnTo>
                        <a:pt x="62" y="40"/>
                      </a:lnTo>
                      <a:lnTo>
                        <a:pt x="66" y="40"/>
                      </a:lnTo>
                      <a:lnTo>
                        <a:pt x="66" y="38"/>
                      </a:lnTo>
                      <a:lnTo>
                        <a:pt x="66" y="40"/>
                      </a:lnTo>
                      <a:lnTo>
                        <a:pt x="66" y="38"/>
                      </a:lnTo>
                      <a:lnTo>
                        <a:pt x="66" y="34"/>
                      </a:lnTo>
                      <a:lnTo>
                        <a:pt x="66" y="30"/>
                      </a:lnTo>
                      <a:lnTo>
                        <a:pt x="70" y="30"/>
                      </a:lnTo>
                      <a:lnTo>
                        <a:pt x="70" y="34"/>
                      </a:lnTo>
                      <a:lnTo>
                        <a:pt x="74" y="30"/>
                      </a:lnTo>
                      <a:lnTo>
                        <a:pt x="70" y="30"/>
                      </a:lnTo>
                      <a:lnTo>
                        <a:pt x="74" y="30"/>
                      </a:lnTo>
                      <a:lnTo>
                        <a:pt x="74" y="26"/>
                      </a:lnTo>
                      <a:lnTo>
                        <a:pt x="78" y="26"/>
                      </a:lnTo>
                      <a:lnTo>
                        <a:pt x="78" y="22"/>
                      </a:lnTo>
                      <a:lnTo>
                        <a:pt x="78" y="18"/>
                      </a:lnTo>
                      <a:lnTo>
                        <a:pt x="82" y="18"/>
                      </a:lnTo>
                      <a:lnTo>
                        <a:pt x="82" y="14"/>
                      </a:lnTo>
                      <a:lnTo>
                        <a:pt x="78" y="10"/>
                      </a:lnTo>
                      <a:lnTo>
                        <a:pt x="82" y="10"/>
                      </a:lnTo>
                      <a:lnTo>
                        <a:pt x="82" y="8"/>
                      </a:lnTo>
                      <a:lnTo>
                        <a:pt x="86" y="8"/>
                      </a:lnTo>
                      <a:lnTo>
                        <a:pt x="86" y="4"/>
                      </a:lnTo>
                      <a:lnTo>
                        <a:pt x="82" y="4"/>
                      </a:lnTo>
                      <a:lnTo>
                        <a:pt x="86" y="4"/>
                      </a:lnTo>
                      <a:lnTo>
                        <a:pt x="86" y="0"/>
                      </a:lnTo>
                      <a:lnTo>
                        <a:pt x="86" y="4"/>
                      </a:lnTo>
                      <a:lnTo>
                        <a:pt x="86" y="8"/>
                      </a:lnTo>
                      <a:lnTo>
                        <a:pt x="86" y="4"/>
                      </a:lnTo>
                      <a:lnTo>
                        <a:pt x="86" y="8"/>
                      </a:lnTo>
                      <a:lnTo>
                        <a:pt x="88" y="8"/>
                      </a:lnTo>
                      <a:lnTo>
                        <a:pt x="88" y="10"/>
                      </a:lnTo>
                      <a:lnTo>
                        <a:pt x="88" y="14"/>
                      </a:lnTo>
                      <a:lnTo>
                        <a:pt x="92" y="14"/>
                      </a:lnTo>
                      <a:lnTo>
                        <a:pt x="92" y="18"/>
                      </a:lnTo>
                      <a:lnTo>
                        <a:pt x="96" y="18"/>
                      </a:lnTo>
                      <a:lnTo>
                        <a:pt x="96" y="22"/>
                      </a:lnTo>
                      <a:lnTo>
                        <a:pt x="92" y="22"/>
                      </a:lnTo>
                      <a:lnTo>
                        <a:pt x="96" y="22"/>
                      </a:lnTo>
                      <a:lnTo>
                        <a:pt x="96" y="26"/>
                      </a:lnTo>
                      <a:lnTo>
                        <a:pt x="96" y="30"/>
                      </a:lnTo>
                      <a:lnTo>
                        <a:pt x="96" y="34"/>
                      </a:lnTo>
                      <a:lnTo>
                        <a:pt x="96" y="38"/>
                      </a:lnTo>
                      <a:lnTo>
                        <a:pt x="96" y="40"/>
                      </a:lnTo>
                      <a:lnTo>
                        <a:pt x="100" y="40"/>
                      </a:lnTo>
                      <a:lnTo>
                        <a:pt x="100" y="44"/>
                      </a:lnTo>
                      <a:lnTo>
                        <a:pt x="96" y="44"/>
                      </a:lnTo>
                      <a:lnTo>
                        <a:pt x="100" y="48"/>
                      </a:lnTo>
                      <a:lnTo>
                        <a:pt x="100" y="52"/>
                      </a:lnTo>
                      <a:lnTo>
                        <a:pt x="100" y="56"/>
                      </a:lnTo>
                      <a:lnTo>
                        <a:pt x="104" y="60"/>
                      </a:lnTo>
                      <a:lnTo>
                        <a:pt x="100" y="64"/>
                      </a:lnTo>
                      <a:lnTo>
                        <a:pt x="100" y="66"/>
                      </a:lnTo>
                      <a:lnTo>
                        <a:pt x="100" y="70"/>
                      </a:lnTo>
                      <a:lnTo>
                        <a:pt x="96" y="70"/>
                      </a:lnTo>
                      <a:lnTo>
                        <a:pt x="96" y="66"/>
                      </a:lnTo>
                      <a:lnTo>
                        <a:pt x="92" y="64"/>
                      </a:lnTo>
                      <a:lnTo>
                        <a:pt x="88" y="64"/>
                      </a:lnTo>
                      <a:lnTo>
                        <a:pt x="88" y="66"/>
                      </a:lnTo>
                      <a:lnTo>
                        <a:pt x="92" y="66"/>
                      </a:lnTo>
                      <a:lnTo>
                        <a:pt x="92" y="70"/>
                      </a:lnTo>
                      <a:lnTo>
                        <a:pt x="92" y="74"/>
                      </a:lnTo>
                      <a:lnTo>
                        <a:pt x="92" y="78"/>
                      </a:lnTo>
                      <a:lnTo>
                        <a:pt x="92" y="82"/>
                      </a:lnTo>
                      <a:lnTo>
                        <a:pt x="92" y="86"/>
                      </a:lnTo>
                      <a:lnTo>
                        <a:pt x="88" y="86"/>
                      </a:lnTo>
                      <a:lnTo>
                        <a:pt x="88" y="90"/>
                      </a:lnTo>
                      <a:lnTo>
                        <a:pt x="88" y="94"/>
                      </a:lnTo>
                      <a:lnTo>
                        <a:pt x="88" y="96"/>
                      </a:lnTo>
                      <a:lnTo>
                        <a:pt x="88" y="100"/>
                      </a:lnTo>
                      <a:lnTo>
                        <a:pt x="88" y="104"/>
                      </a:lnTo>
                      <a:lnTo>
                        <a:pt x="88" y="108"/>
                      </a:lnTo>
                      <a:lnTo>
                        <a:pt x="86" y="112"/>
                      </a:lnTo>
                      <a:lnTo>
                        <a:pt x="86" y="116"/>
                      </a:lnTo>
                      <a:lnTo>
                        <a:pt x="86" y="120"/>
                      </a:lnTo>
                      <a:lnTo>
                        <a:pt x="86" y="122"/>
                      </a:lnTo>
                      <a:lnTo>
                        <a:pt x="82" y="122"/>
                      </a:lnTo>
                      <a:lnTo>
                        <a:pt x="82" y="126"/>
                      </a:lnTo>
                      <a:lnTo>
                        <a:pt x="82" y="130"/>
                      </a:lnTo>
                      <a:lnTo>
                        <a:pt x="82" y="134"/>
                      </a:lnTo>
                      <a:lnTo>
                        <a:pt x="78" y="134"/>
                      </a:lnTo>
                      <a:lnTo>
                        <a:pt x="78" y="138"/>
                      </a:lnTo>
                      <a:lnTo>
                        <a:pt x="78" y="142"/>
                      </a:lnTo>
                      <a:lnTo>
                        <a:pt x="78" y="146"/>
                      </a:lnTo>
                      <a:lnTo>
                        <a:pt x="78" y="150"/>
                      </a:lnTo>
                      <a:lnTo>
                        <a:pt x="74" y="150"/>
                      </a:lnTo>
                      <a:lnTo>
                        <a:pt x="74" y="150"/>
                      </a:lnTo>
                      <a:lnTo>
                        <a:pt x="74" y="150"/>
                      </a:lnTo>
                      <a:close/>
                      <a:moveTo>
                        <a:pt x="92" y="90"/>
                      </a:moveTo>
                      <a:lnTo>
                        <a:pt x="92" y="86"/>
                      </a:lnTo>
                      <a:lnTo>
                        <a:pt x="96" y="86"/>
                      </a:lnTo>
                      <a:lnTo>
                        <a:pt x="96" y="90"/>
                      </a:lnTo>
                      <a:lnTo>
                        <a:pt x="92" y="90"/>
                      </a:lnTo>
                      <a:lnTo>
                        <a:pt x="92" y="90"/>
                      </a:lnTo>
                      <a:lnTo>
                        <a:pt x="92" y="90"/>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166" name="Freeform 155">
                  <a:extLst>
                    <a:ext uri="{FF2B5EF4-FFF2-40B4-BE49-F238E27FC236}">
                      <a16:creationId xmlns:a16="http://schemas.microsoft.com/office/drawing/2014/main" id="{B3EBC9C7-6BF5-C9D5-1C3D-5343BF7DD8B6}"/>
                    </a:ext>
                  </a:extLst>
                </p:cNvPr>
                <p:cNvSpPr>
                  <a:spLocks noEditPoints="1"/>
                </p:cNvSpPr>
                <p:nvPr/>
              </p:nvSpPr>
              <p:spPr bwMode="gray">
                <a:xfrm>
                  <a:off x="5603495" y="4801450"/>
                  <a:ext cx="76528" cy="233060"/>
                </a:xfrm>
                <a:custGeom>
                  <a:avLst/>
                  <a:gdLst>
                    <a:gd name="T0" fmla="*/ 4 w 44"/>
                    <a:gd name="T1" fmla="*/ 78 h 134"/>
                    <a:gd name="T2" fmla="*/ 0 w 44"/>
                    <a:gd name="T3" fmla="*/ 72 h 134"/>
                    <a:gd name="T4" fmla="*/ 4 w 44"/>
                    <a:gd name="T5" fmla="*/ 68 h 134"/>
                    <a:gd name="T6" fmla="*/ 4 w 44"/>
                    <a:gd name="T7" fmla="*/ 60 h 134"/>
                    <a:gd name="T8" fmla="*/ 4 w 44"/>
                    <a:gd name="T9" fmla="*/ 56 h 134"/>
                    <a:gd name="T10" fmla="*/ 10 w 44"/>
                    <a:gd name="T11" fmla="*/ 52 h 134"/>
                    <a:gd name="T12" fmla="*/ 10 w 44"/>
                    <a:gd name="T13" fmla="*/ 48 h 134"/>
                    <a:gd name="T14" fmla="*/ 10 w 44"/>
                    <a:gd name="T15" fmla="*/ 48 h 134"/>
                    <a:gd name="T16" fmla="*/ 6 w 44"/>
                    <a:gd name="T17" fmla="*/ 38 h 134"/>
                    <a:gd name="T18" fmla="*/ 10 w 44"/>
                    <a:gd name="T19" fmla="*/ 30 h 134"/>
                    <a:gd name="T20" fmla="*/ 6 w 44"/>
                    <a:gd name="T21" fmla="*/ 26 h 134"/>
                    <a:gd name="T22" fmla="*/ 10 w 44"/>
                    <a:gd name="T23" fmla="*/ 22 h 134"/>
                    <a:gd name="T24" fmla="*/ 14 w 44"/>
                    <a:gd name="T25" fmla="*/ 20 h 134"/>
                    <a:gd name="T26" fmla="*/ 10 w 44"/>
                    <a:gd name="T27" fmla="*/ 16 h 134"/>
                    <a:gd name="T28" fmla="*/ 6 w 44"/>
                    <a:gd name="T29" fmla="*/ 12 h 134"/>
                    <a:gd name="T30" fmla="*/ 6 w 44"/>
                    <a:gd name="T31" fmla="*/ 4 h 134"/>
                    <a:gd name="T32" fmla="*/ 6 w 44"/>
                    <a:gd name="T33" fmla="*/ 4 h 134"/>
                    <a:gd name="T34" fmla="*/ 4 w 44"/>
                    <a:gd name="T35" fmla="*/ 0 h 134"/>
                    <a:gd name="T36" fmla="*/ 4 w 44"/>
                    <a:gd name="T37" fmla="*/ 0 h 134"/>
                    <a:gd name="T38" fmla="*/ 10 w 44"/>
                    <a:gd name="T39" fmla="*/ 0 h 134"/>
                    <a:gd name="T40" fmla="*/ 14 w 44"/>
                    <a:gd name="T41" fmla="*/ 4 h 134"/>
                    <a:gd name="T42" fmla="*/ 18 w 44"/>
                    <a:gd name="T43" fmla="*/ 4 h 134"/>
                    <a:gd name="T44" fmla="*/ 18 w 44"/>
                    <a:gd name="T45" fmla="*/ 0 h 134"/>
                    <a:gd name="T46" fmla="*/ 26 w 44"/>
                    <a:gd name="T47" fmla="*/ 8 h 134"/>
                    <a:gd name="T48" fmla="*/ 26 w 44"/>
                    <a:gd name="T49" fmla="*/ 16 h 134"/>
                    <a:gd name="T50" fmla="*/ 26 w 44"/>
                    <a:gd name="T51" fmla="*/ 20 h 134"/>
                    <a:gd name="T52" fmla="*/ 26 w 44"/>
                    <a:gd name="T53" fmla="*/ 26 h 134"/>
                    <a:gd name="T54" fmla="*/ 30 w 44"/>
                    <a:gd name="T55" fmla="*/ 30 h 134"/>
                    <a:gd name="T56" fmla="*/ 34 w 44"/>
                    <a:gd name="T57" fmla="*/ 38 h 134"/>
                    <a:gd name="T58" fmla="*/ 26 w 44"/>
                    <a:gd name="T59" fmla="*/ 38 h 134"/>
                    <a:gd name="T60" fmla="*/ 26 w 44"/>
                    <a:gd name="T61" fmla="*/ 42 h 134"/>
                    <a:gd name="T62" fmla="*/ 22 w 44"/>
                    <a:gd name="T63" fmla="*/ 48 h 134"/>
                    <a:gd name="T64" fmla="*/ 26 w 44"/>
                    <a:gd name="T65" fmla="*/ 52 h 134"/>
                    <a:gd name="T66" fmla="*/ 26 w 44"/>
                    <a:gd name="T67" fmla="*/ 56 h 134"/>
                    <a:gd name="T68" fmla="*/ 26 w 44"/>
                    <a:gd name="T69" fmla="*/ 68 h 134"/>
                    <a:gd name="T70" fmla="*/ 30 w 44"/>
                    <a:gd name="T71" fmla="*/ 72 h 134"/>
                    <a:gd name="T72" fmla="*/ 40 w 44"/>
                    <a:gd name="T73" fmla="*/ 82 h 134"/>
                    <a:gd name="T74" fmla="*/ 44 w 44"/>
                    <a:gd name="T75" fmla="*/ 94 h 134"/>
                    <a:gd name="T76" fmla="*/ 44 w 44"/>
                    <a:gd name="T77" fmla="*/ 102 h 134"/>
                    <a:gd name="T78" fmla="*/ 44 w 44"/>
                    <a:gd name="T79" fmla="*/ 112 h 134"/>
                    <a:gd name="T80" fmla="*/ 40 w 44"/>
                    <a:gd name="T81" fmla="*/ 116 h 134"/>
                    <a:gd name="T82" fmla="*/ 38 w 44"/>
                    <a:gd name="T83" fmla="*/ 124 h 134"/>
                    <a:gd name="T84" fmla="*/ 38 w 44"/>
                    <a:gd name="T85" fmla="*/ 124 h 134"/>
                    <a:gd name="T86" fmla="*/ 38 w 44"/>
                    <a:gd name="T87" fmla="*/ 132 h 134"/>
                    <a:gd name="T88" fmla="*/ 34 w 44"/>
                    <a:gd name="T89" fmla="*/ 132 h 134"/>
                    <a:gd name="T90" fmla="*/ 34 w 44"/>
                    <a:gd name="T91" fmla="*/ 128 h 134"/>
                    <a:gd name="T92" fmla="*/ 30 w 44"/>
                    <a:gd name="T93" fmla="*/ 124 h 134"/>
                    <a:gd name="T94" fmla="*/ 26 w 44"/>
                    <a:gd name="T95" fmla="*/ 120 h 134"/>
                    <a:gd name="T96" fmla="*/ 26 w 44"/>
                    <a:gd name="T97" fmla="*/ 116 h 134"/>
                    <a:gd name="T98" fmla="*/ 22 w 44"/>
                    <a:gd name="T99" fmla="*/ 112 h 134"/>
                    <a:gd name="T100" fmla="*/ 22 w 44"/>
                    <a:gd name="T101" fmla="*/ 108 h 134"/>
                    <a:gd name="T102" fmla="*/ 26 w 44"/>
                    <a:gd name="T103" fmla="*/ 104 h 134"/>
                    <a:gd name="T104" fmla="*/ 26 w 44"/>
                    <a:gd name="T105" fmla="*/ 102 h 134"/>
                    <a:gd name="T106" fmla="*/ 26 w 44"/>
                    <a:gd name="T107" fmla="*/ 98 h 134"/>
                    <a:gd name="T108" fmla="*/ 26 w 44"/>
                    <a:gd name="T109" fmla="*/ 90 h 134"/>
                    <a:gd name="T110" fmla="*/ 22 w 44"/>
                    <a:gd name="T111" fmla="*/ 86 h 134"/>
                    <a:gd name="T112" fmla="*/ 14 w 44"/>
                    <a:gd name="T113" fmla="*/ 86 h 134"/>
                    <a:gd name="T114" fmla="*/ 6 w 44"/>
                    <a:gd name="T115" fmla="*/ 78 h 134"/>
                    <a:gd name="T116" fmla="*/ 26 w 44"/>
                    <a:gd name="T117" fmla="*/ 46 h 134"/>
                    <a:gd name="T118" fmla="*/ 30 w 44"/>
                    <a:gd name="T119" fmla="*/ 46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4" h="134">
                      <a:moveTo>
                        <a:pt x="6" y="78"/>
                      </a:moveTo>
                      <a:lnTo>
                        <a:pt x="6" y="78"/>
                      </a:lnTo>
                      <a:lnTo>
                        <a:pt x="6" y="78"/>
                      </a:lnTo>
                      <a:lnTo>
                        <a:pt x="6" y="78"/>
                      </a:lnTo>
                      <a:lnTo>
                        <a:pt x="6" y="78"/>
                      </a:lnTo>
                      <a:lnTo>
                        <a:pt x="4" y="78"/>
                      </a:lnTo>
                      <a:lnTo>
                        <a:pt x="4" y="76"/>
                      </a:lnTo>
                      <a:lnTo>
                        <a:pt x="4" y="76"/>
                      </a:lnTo>
                      <a:lnTo>
                        <a:pt x="0" y="72"/>
                      </a:lnTo>
                      <a:lnTo>
                        <a:pt x="0" y="72"/>
                      </a:lnTo>
                      <a:lnTo>
                        <a:pt x="0" y="72"/>
                      </a:lnTo>
                      <a:lnTo>
                        <a:pt x="0" y="72"/>
                      </a:lnTo>
                      <a:lnTo>
                        <a:pt x="0" y="72"/>
                      </a:lnTo>
                      <a:lnTo>
                        <a:pt x="0" y="72"/>
                      </a:lnTo>
                      <a:lnTo>
                        <a:pt x="4" y="72"/>
                      </a:lnTo>
                      <a:lnTo>
                        <a:pt x="4" y="72"/>
                      </a:lnTo>
                      <a:lnTo>
                        <a:pt x="4" y="68"/>
                      </a:lnTo>
                      <a:lnTo>
                        <a:pt x="4" y="68"/>
                      </a:lnTo>
                      <a:lnTo>
                        <a:pt x="4" y="64"/>
                      </a:lnTo>
                      <a:lnTo>
                        <a:pt x="4" y="64"/>
                      </a:lnTo>
                      <a:lnTo>
                        <a:pt x="4" y="64"/>
                      </a:lnTo>
                      <a:lnTo>
                        <a:pt x="4" y="60"/>
                      </a:lnTo>
                      <a:lnTo>
                        <a:pt x="4" y="60"/>
                      </a:lnTo>
                      <a:lnTo>
                        <a:pt x="4" y="60"/>
                      </a:lnTo>
                      <a:lnTo>
                        <a:pt x="4" y="60"/>
                      </a:lnTo>
                      <a:lnTo>
                        <a:pt x="4" y="60"/>
                      </a:lnTo>
                      <a:lnTo>
                        <a:pt x="4" y="60"/>
                      </a:lnTo>
                      <a:lnTo>
                        <a:pt x="4" y="60"/>
                      </a:lnTo>
                      <a:lnTo>
                        <a:pt x="4" y="60"/>
                      </a:lnTo>
                      <a:lnTo>
                        <a:pt x="4" y="56"/>
                      </a:lnTo>
                      <a:lnTo>
                        <a:pt x="4" y="52"/>
                      </a:lnTo>
                      <a:lnTo>
                        <a:pt x="4" y="52"/>
                      </a:lnTo>
                      <a:lnTo>
                        <a:pt x="6" y="52"/>
                      </a:lnTo>
                      <a:lnTo>
                        <a:pt x="6" y="52"/>
                      </a:lnTo>
                      <a:lnTo>
                        <a:pt x="6" y="52"/>
                      </a:lnTo>
                      <a:lnTo>
                        <a:pt x="10" y="52"/>
                      </a:lnTo>
                      <a:lnTo>
                        <a:pt x="10" y="52"/>
                      </a:lnTo>
                      <a:lnTo>
                        <a:pt x="10" y="52"/>
                      </a:lnTo>
                      <a:lnTo>
                        <a:pt x="10" y="48"/>
                      </a:lnTo>
                      <a:lnTo>
                        <a:pt x="10" y="48"/>
                      </a:lnTo>
                      <a:lnTo>
                        <a:pt x="10" y="48"/>
                      </a:lnTo>
                      <a:lnTo>
                        <a:pt x="10" y="48"/>
                      </a:lnTo>
                      <a:lnTo>
                        <a:pt x="10" y="48"/>
                      </a:lnTo>
                      <a:lnTo>
                        <a:pt x="10" y="48"/>
                      </a:lnTo>
                      <a:lnTo>
                        <a:pt x="10" y="48"/>
                      </a:lnTo>
                      <a:lnTo>
                        <a:pt x="10" y="48"/>
                      </a:lnTo>
                      <a:lnTo>
                        <a:pt x="10" y="48"/>
                      </a:lnTo>
                      <a:lnTo>
                        <a:pt x="10" y="48"/>
                      </a:lnTo>
                      <a:lnTo>
                        <a:pt x="6" y="46"/>
                      </a:lnTo>
                      <a:lnTo>
                        <a:pt x="6" y="46"/>
                      </a:lnTo>
                      <a:lnTo>
                        <a:pt x="6" y="46"/>
                      </a:lnTo>
                      <a:lnTo>
                        <a:pt x="6" y="42"/>
                      </a:lnTo>
                      <a:lnTo>
                        <a:pt x="6" y="38"/>
                      </a:lnTo>
                      <a:lnTo>
                        <a:pt x="6" y="38"/>
                      </a:lnTo>
                      <a:lnTo>
                        <a:pt x="6" y="38"/>
                      </a:lnTo>
                      <a:lnTo>
                        <a:pt x="6" y="38"/>
                      </a:lnTo>
                      <a:lnTo>
                        <a:pt x="6" y="34"/>
                      </a:lnTo>
                      <a:lnTo>
                        <a:pt x="6" y="34"/>
                      </a:lnTo>
                      <a:lnTo>
                        <a:pt x="6" y="34"/>
                      </a:lnTo>
                      <a:lnTo>
                        <a:pt x="10" y="30"/>
                      </a:lnTo>
                      <a:lnTo>
                        <a:pt x="10" y="30"/>
                      </a:lnTo>
                      <a:lnTo>
                        <a:pt x="10" y="30"/>
                      </a:lnTo>
                      <a:lnTo>
                        <a:pt x="10" y="30"/>
                      </a:lnTo>
                      <a:lnTo>
                        <a:pt x="10" y="30"/>
                      </a:lnTo>
                      <a:lnTo>
                        <a:pt x="10" y="26"/>
                      </a:lnTo>
                      <a:lnTo>
                        <a:pt x="6" y="26"/>
                      </a:lnTo>
                      <a:lnTo>
                        <a:pt x="6" y="22"/>
                      </a:lnTo>
                      <a:lnTo>
                        <a:pt x="10" y="22"/>
                      </a:lnTo>
                      <a:lnTo>
                        <a:pt x="10" y="22"/>
                      </a:lnTo>
                      <a:lnTo>
                        <a:pt x="10" y="22"/>
                      </a:lnTo>
                      <a:lnTo>
                        <a:pt x="10" y="22"/>
                      </a:lnTo>
                      <a:lnTo>
                        <a:pt x="10" y="22"/>
                      </a:lnTo>
                      <a:lnTo>
                        <a:pt x="10" y="22"/>
                      </a:lnTo>
                      <a:lnTo>
                        <a:pt x="10" y="22"/>
                      </a:lnTo>
                      <a:lnTo>
                        <a:pt x="14" y="20"/>
                      </a:lnTo>
                      <a:lnTo>
                        <a:pt x="14" y="20"/>
                      </a:lnTo>
                      <a:lnTo>
                        <a:pt x="14" y="20"/>
                      </a:lnTo>
                      <a:lnTo>
                        <a:pt x="14" y="20"/>
                      </a:lnTo>
                      <a:lnTo>
                        <a:pt x="14" y="20"/>
                      </a:lnTo>
                      <a:lnTo>
                        <a:pt x="14" y="20"/>
                      </a:lnTo>
                      <a:lnTo>
                        <a:pt x="14" y="20"/>
                      </a:lnTo>
                      <a:lnTo>
                        <a:pt x="10" y="16"/>
                      </a:lnTo>
                      <a:lnTo>
                        <a:pt x="10" y="16"/>
                      </a:lnTo>
                      <a:lnTo>
                        <a:pt x="10" y="16"/>
                      </a:lnTo>
                      <a:lnTo>
                        <a:pt x="10" y="16"/>
                      </a:lnTo>
                      <a:lnTo>
                        <a:pt x="10" y="16"/>
                      </a:lnTo>
                      <a:lnTo>
                        <a:pt x="10" y="12"/>
                      </a:lnTo>
                      <a:lnTo>
                        <a:pt x="10" y="12"/>
                      </a:lnTo>
                      <a:lnTo>
                        <a:pt x="10" y="12"/>
                      </a:lnTo>
                      <a:lnTo>
                        <a:pt x="6" y="12"/>
                      </a:lnTo>
                      <a:lnTo>
                        <a:pt x="6" y="8"/>
                      </a:lnTo>
                      <a:lnTo>
                        <a:pt x="10" y="8"/>
                      </a:lnTo>
                      <a:lnTo>
                        <a:pt x="6" y="8"/>
                      </a:lnTo>
                      <a:lnTo>
                        <a:pt x="6" y="4"/>
                      </a:lnTo>
                      <a:lnTo>
                        <a:pt x="6" y="4"/>
                      </a:lnTo>
                      <a:lnTo>
                        <a:pt x="6" y="4"/>
                      </a:lnTo>
                      <a:lnTo>
                        <a:pt x="6" y="4"/>
                      </a:lnTo>
                      <a:lnTo>
                        <a:pt x="6" y="4"/>
                      </a:lnTo>
                      <a:lnTo>
                        <a:pt x="6" y="4"/>
                      </a:lnTo>
                      <a:lnTo>
                        <a:pt x="6" y="4"/>
                      </a:lnTo>
                      <a:lnTo>
                        <a:pt x="6" y="4"/>
                      </a:lnTo>
                      <a:lnTo>
                        <a:pt x="6" y="4"/>
                      </a:lnTo>
                      <a:lnTo>
                        <a:pt x="6" y="4"/>
                      </a:lnTo>
                      <a:lnTo>
                        <a:pt x="4" y="4"/>
                      </a:lnTo>
                      <a:lnTo>
                        <a:pt x="4" y="4"/>
                      </a:lnTo>
                      <a:lnTo>
                        <a:pt x="4" y="0"/>
                      </a:lnTo>
                      <a:lnTo>
                        <a:pt x="4" y="0"/>
                      </a:lnTo>
                      <a:lnTo>
                        <a:pt x="4" y="0"/>
                      </a:lnTo>
                      <a:lnTo>
                        <a:pt x="4" y="0"/>
                      </a:lnTo>
                      <a:lnTo>
                        <a:pt x="4" y="0"/>
                      </a:lnTo>
                      <a:lnTo>
                        <a:pt x="4" y="0"/>
                      </a:lnTo>
                      <a:lnTo>
                        <a:pt x="4" y="0"/>
                      </a:lnTo>
                      <a:lnTo>
                        <a:pt x="4" y="0"/>
                      </a:lnTo>
                      <a:lnTo>
                        <a:pt x="4" y="0"/>
                      </a:lnTo>
                      <a:lnTo>
                        <a:pt x="6" y="0"/>
                      </a:lnTo>
                      <a:lnTo>
                        <a:pt x="6" y="0"/>
                      </a:lnTo>
                      <a:lnTo>
                        <a:pt x="6" y="0"/>
                      </a:lnTo>
                      <a:lnTo>
                        <a:pt x="6" y="0"/>
                      </a:lnTo>
                      <a:lnTo>
                        <a:pt x="10" y="0"/>
                      </a:lnTo>
                      <a:lnTo>
                        <a:pt x="10" y="0"/>
                      </a:lnTo>
                      <a:lnTo>
                        <a:pt x="10" y="4"/>
                      </a:lnTo>
                      <a:lnTo>
                        <a:pt x="10" y="4"/>
                      </a:lnTo>
                      <a:lnTo>
                        <a:pt x="10" y="4"/>
                      </a:lnTo>
                      <a:lnTo>
                        <a:pt x="10" y="4"/>
                      </a:lnTo>
                      <a:lnTo>
                        <a:pt x="10" y="4"/>
                      </a:lnTo>
                      <a:lnTo>
                        <a:pt x="14" y="4"/>
                      </a:lnTo>
                      <a:lnTo>
                        <a:pt x="18" y="4"/>
                      </a:lnTo>
                      <a:lnTo>
                        <a:pt x="18" y="4"/>
                      </a:lnTo>
                      <a:lnTo>
                        <a:pt x="18" y="4"/>
                      </a:lnTo>
                      <a:lnTo>
                        <a:pt x="18" y="4"/>
                      </a:lnTo>
                      <a:lnTo>
                        <a:pt x="18" y="4"/>
                      </a:lnTo>
                      <a:lnTo>
                        <a:pt x="18" y="4"/>
                      </a:lnTo>
                      <a:lnTo>
                        <a:pt x="18" y="0"/>
                      </a:lnTo>
                      <a:lnTo>
                        <a:pt x="18" y="0"/>
                      </a:lnTo>
                      <a:lnTo>
                        <a:pt x="18" y="0"/>
                      </a:lnTo>
                      <a:lnTo>
                        <a:pt x="18" y="0"/>
                      </a:lnTo>
                      <a:lnTo>
                        <a:pt x="18" y="0"/>
                      </a:lnTo>
                      <a:lnTo>
                        <a:pt x="18" y="0"/>
                      </a:lnTo>
                      <a:lnTo>
                        <a:pt x="22" y="0"/>
                      </a:lnTo>
                      <a:lnTo>
                        <a:pt x="22" y="4"/>
                      </a:lnTo>
                      <a:lnTo>
                        <a:pt x="22" y="4"/>
                      </a:lnTo>
                      <a:lnTo>
                        <a:pt x="22" y="4"/>
                      </a:lnTo>
                      <a:lnTo>
                        <a:pt x="22" y="8"/>
                      </a:lnTo>
                      <a:lnTo>
                        <a:pt x="26" y="8"/>
                      </a:lnTo>
                      <a:lnTo>
                        <a:pt x="26" y="8"/>
                      </a:lnTo>
                      <a:lnTo>
                        <a:pt x="26" y="8"/>
                      </a:lnTo>
                      <a:lnTo>
                        <a:pt x="26" y="8"/>
                      </a:lnTo>
                      <a:lnTo>
                        <a:pt x="26" y="12"/>
                      </a:lnTo>
                      <a:lnTo>
                        <a:pt x="26" y="16"/>
                      </a:lnTo>
                      <a:lnTo>
                        <a:pt x="26" y="16"/>
                      </a:lnTo>
                      <a:lnTo>
                        <a:pt x="26" y="16"/>
                      </a:lnTo>
                      <a:lnTo>
                        <a:pt x="26" y="20"/>
                      </a:lnTo>
                      <a:lnTo>
                        <a:pt x="26" y="20"/>
                      </a:lnTo>
                      <a:lnTo>
                        <a:pt x="26" y="20"/>
                      </a:lnTo>
                      <a:lnTo>
                        <a:pt x="26" y="20"/>
                      </a:lnTo>
                      <a:lnTo>
                        <a:pt x="26" y="20"/>
                      </a:lnTo>
                      <a:lnTo>
                        <a:pt x="30" y="20"/>
                      </a:lnTo>
                      <a:lnTo>
                        <a:pt x="30" y="20"/>
                      </a:lnTo>
                      <a:lnTo>
                        <a:pt x="30" y="22"/>
                      </a:lnTo>
                      <a:lnTo>
                        <a:pt x="30" y="22"/>
                      </a:lnTo>
                      <a:lnTo>
                        <a:pt x="26" y="26"/>
                      </a:lnTo>
                      <a:lnTo>
                        <a:pt x="26" y="26"/>
                      </a:lnTo>
                      <a:lnTo>
                        <a:pt x="26" y="26"/>
                      </a:lnTo>
                      <a:lnTo>
                        <a:pt x="26" y="26"/>
                      </a:lnTo>
                      <a:lnTo>
                        <a:pt x="26" y="26"/>
                      </a:lnTo>
                      <a:lnTo>
                        <a:pt x="26" y="30"/>
                      </a:lnTo>
                      <a:lnTo>
                        <a:pt x="26" y="30"/>
                      </a:lnTo>
                      <a:lnTo>
                        <a:pt x="30" y="30"/>
                      </a:lnTo>
                      <a:lnTo>
                        <a:pt x="30" y="34"/>
                      </a:lnTo>
                      <a:lnTo>
                        <a:pt x="30" y="34"/>
                      </a:lnTo>
                      <a:lnTo>
                        <a:pt x="30" y="34"/>
                      </a:lnTo>
                      <a:lnTo>
                        <a:pt x="34" y="34"/>
                      </a:lnTo>
                      <a:lnTo>
                        <a:pt x="34" y="34"/>
                      </a:lnTo>
                      <a:lnTo>
                        <a:pt x="34" y="38"/>
                      </a:lnTo>
                      <a:lnTo>
                        <a:pt x="34" y="38"/>
                      </a:lnTo>
                      <a:lnTo>
                        <a:pt x="30" y="38"/>
                      </a:lnTo>
                      <a:lnTo>
                        <a:pt x="30" y="38"/>
                      </a:lnTo>
                      <a:lnTo>
                        <a:pt x="26" y="38"/>
                      </a:lnTo>
                      <a:lnTo>
                        <a:pt x="26" y="38"/>
                      </a:lnTo>
                      <a:lnTo>
                        <a:pt x="26" y="38"/>
                      </a:lnTo>
                      <a:lnTo>
                        <a:pt x="26" y="38"/>
                      </a:lnTo>
                      <a:lnTo>
                        <a:pt x="26" y="38"/>
                      </a:lnTo>
                      <a:lnTo>
                        <a:pt x="26" y="38"/>
                      </a:lnTo>
                      <a:lnTo>
                        <a:pt x="26" y="42"/>
                      </a:lnTo>
                      <a:lnTo>
                        <a:pt x="26" y="42"/>
                      </a:lnTo>
                      <a:lnTo>
                        <a:pt x="26" y="42"/>
                      </a:lnTo>
                      <a:lnTo>
                        <a:pt x="26" y="42"/>
                      </a:lnTo>
                      <a:lnTo>
                        <a:pt x="26" y="46"/>
                      </a:lnTo>
                      <a:lnTo>
                        <a:pt x="26" y="46"/>
                      </a:lnTo>
                      <a:lnTo>
                        <a:pt x="22" y="46"/>
                      </a:lnTo>
                      <a:lnTo>
                        <a:pt x="22" y="46"/>
                      </a:lnTo>
                      <a:lnTo>
                        <a:pt x="22" y="48"/>
                      </a:lnTo>
                      <a:lnTo>
                        <a:pt x="22" y="48"/>
                      </a:lnTo>
                      <a:lnTo>
                        <a:pt x="22" y="48"/>
                      </a:lnTo>
                      <a:lnTo>
                        <a:pt x="26" y="48"/>
                      </a:lnTo>
                      <a:lnTo>
                        <a:pt x="26" y="52"/>
                      </a:lnTo>
                      <a:lnTo>
                        <a:pt x="26" y="52"/>
                      </a:lnTo>
                      <a:lnTo>
                        <a:pt x="26" y="52"/>
                      </a:lnTo>
                      <a:lnTo>
                        <a:pt x="26" y="52"/>
                      </a:lnTo>
                      <a:lnTo>
                        <a:pt x="26" y="56"/>
                      </a:lnTo>
                      <a:lnTo>
                        <a:pt x="26" y="56"/>
                      </a:lnTo>
                      <a:lnTo>
                        <a:pt x="26" y="56"/>
                      </a:lnTo>
                      <a:lnTo>
                        <a:pt x="26" y="56"/>
                      </a:lnTo>
                      <a:lnTo>
                        <a:pt x="26" y="56"/>
                      </a:lnTo>
                      <a:lnTo>
                        <a:pt x="26" y="60"/>
                      </a:lnTo>
                      <a:lnTo>
                        <a:pt x="26" y="60"/>
                      </a:lnTo>
                      <a:lnTo>
                        <a:pt x="26" y="60"/>
                      </a:lnTo>
                      <a:lnTo>
                        <a:pt x="26" y="60"/>
                      </a:lnTo>
                      <a:lnTo>
                        <a:pt x="26" y="64"/>
                      </a:lnTo>
                      <a:lnTo>
                        <a:pt x="26" y="68"/>
                      </a:lnTo>
                      <a:lnTo>
                        <a:pt x="26" y="68"/>
                      </a:lnTo>
                      <a:lnTo>
                        <a:pt x="26" y="68"/>
                      </a:lnTo>
                      <a:lnTo>
                        <a:pt x="26" y="68"/>
                      </a:lnTo>
                      <a:lnTo>
                        <a:pt x="30" y="72"/>
                      </a:lnTo>
                      <a:lnTo>
                        <a:pt x="30" y="72"/>
                      </a:lnTo>
                      <a:lnTo>
                        <a:pt x="30" y="72"/>
                      </a:lnTo>
                      <a:lnTo>
                        <a:pt x="30" y="72"/>
                      </a:lnTo>
                      <a:lnTo>
                        <a:pt x="34" y="72"/>
                      </a:lnTo>
                      <a:lnTo>
                        <a:pt x="34" y="76"/>
                      </a:lnTo>
                      <a:lnTo>
                        <a:pt x="38" y="76"/>
                      </a:lnTo>
                      <a:lnTo>
                        <a:pt x="40" y="82"/>
                      </a:lnTo>
                      <a:lnTo>
                        <a:pt x="40" y="82"/>
                      </a:lnTo>
                      <a:lnTo>
                        <a:pt x="40" y="82"/>
                      </a:lnTo>
                      <a:lnTo>
                        <a:pt x="40" y="82"/>
                      </a:lnTo>
                      <a:lnTo>
                        <a:pt x="44" y="90"/>
                      </a:lnTo>
                      <a:lnTo>
                        <a:pt x="44" y="90"/>
                      </a:lnTo>
                      <a:lnTo>
                        <a:pt x="44" y="90"/>
                      </a:lnTo>
                      <a:lnTo>
                        <a:pt x="44" y="94"/>
                      </a:lnTo>
                      <a:lnTo>
                        <a:pt x="44" y="94"/>
                      </a:lnTo>
                      <a:lnTo>
                        <a:pt x="44" y="94"/>
                      </a:lnTo>
                      <a:lnTo>
                        <a:pt x="44" y="98"/>
                      </a:lnTo>
                      <a:lnTo>
                        <a:pt x="44" y="98"/>
                      </a:lnTo>
                      <a:lnTo>
                        <a:pt x="44" y="102"/>
                      </a:lnTo>
                      <a:lnTo>
                        <a:pt x="44" y="102"/>
                      </a:lnTo>
                      <a:lnTo>
                        <a:pt x="44" y="104"/>
                      </a:lnTo>
                      <a:lnTo>
                        <a:pt x="44" y="104"/>
                      </a:lnTo>
                      <a:lnTo>
                        <a:pt x="44" y="104"/>
                      </a:lnTo>
                      <a:lnTo>
                        <a:pt x="44" y="104"/>
                      </a:lnTo>
                      <a:lnTo>
                        <a:pt x="44" y="112"/>
                      </a:lnTo>
                      <a:lnTo>
                        <a:pt x="44" y="112"/>
                      </a:lnTo>
                      <a:lnTo>
                        <a:pt x="44" y="116"/>
                      </a:lnTo>
                      <a:lnTo>
                        <a:pt x="44" y="116"/>
                      </a:lnTo>
                      <a:lnTo>
                        <a:pt x="44" y="116"/>
                      </a:lnTo>
                      <a:lnTo>
                        <a:pt x="40" y="116"/>
                      </a:lnTo>
                      <a:lnTo>
                        <a:pt x="40" y="116"/>
                      </a:lnTo>
                      <a:lnTo>
                        <a:pt x="40" y="116"/>
                      </a:lnTo>
                      <a:lnTo>
                        <a:pt x="38" y="116"/>
                      </a:lnTo>
                      <a:lnTo>
                        <a:pt x="38" y="116"/>
                      </a:lnTo>
                      <a:lnTo>
                        <a:pt x="38" y="120"/>
                      </a:lnTo>
                      <a:lnTo>
                        <a:pt x="38" y="120"/>
                      </a:lnTo>
                      <a:lnTo>
                        <a:pt x="38" y="120"/>
                      </a:lnTo>
                      <a:lnTo>
                        <a:pt x="38" y="124"/>
                      </a:lnTo>
                      <a:lnTo>
                        <a:pt x="34" y="124"/>
                      </a:lnTo>
                      <a:lnTo>
                        <a:pt x="34" y="124"/>
                      </a:lnTo>
                      <a:lnTo>
                        <a:pt x="34" y="124"/>
                      </a:lnTo>
                      <a:lnTo>
                        <a:pt x="38" y="124"/>
                      </a:lnTo>
                      <a:lnTo>
                        <a:pt x="38" y="124"/>
                      </a:lnTo>
                      <a:lnTo>
                        <a:pt x="38" y="124"/>
                      </a:lnTo>
                      <a:lnTo>
                        <a:pt x="38" y="128"/>
                      </a:lnTo>
                      <a:lnTo>
                        <a:pt x="38" y="128"/>
                      </a:lnTo>
                      <a:lnTo>
                        <a:pt x="38" y="128"/>
                      </a:lnTo>
                      <a:lnTo>
                        <a:pt x="38" y="132"/>
                      </a:lnTo>
                      <a:lnTo>
                        <a:pt x="38" y="132"/>
                      </a:lnTo>
                      <a:lnTo>
                        <a:pt x="38" y="132"/>
                      </a:lnTo>
                      <a:lnTo>
                        <a:pt x="38" y="132"/>
                      </a:lnTo>
                      <a:lnTo>
                        <a:pt x="38" y="134"/>
                      </a:lnTo>
                      <a:lnTo>
                        <a:pt x="38" y="134"/>
                      </a:lnTo>
                      <a:lnTo>
                        <a:pt x="34" y="134"/>
                      </a:lnTo>
                      <a:lnTo>
                        <a:pt x="34" y="134"/>
                      </a:lnTo>
                      <a:lnTo>
                        <a:pt x="34" y="132"/>
                      </a:lnTo>
                      <a:lnTo>
                        <a:pt x="34" y="132"/>
                      </a:lnTo>
                      <a:lnTo>
                        <a:pt x="34" y="132"/>
                      </a:lnTo>
                      <a:lnTo>
                        <a:pt x="34" y="132"/>
                      </a:lnTo>
                      <a:lnTo>
                        <a:pt x="34" y="132"/>
                      </a:lnTo>
                      <a:lnTo>
                        <a:pt x="34" y="128"/>
                      </a:lnTo>
                      <a:lnTo>
                        <a:pt x="34" y="128"/>
                      </a:lnTo>
                      <a:lnTo>
                        <a:pt x="34" y="128"/>
                      </a:lnTo>
                      <a:lnTo>
                        <a:pt x="34" y="128"/>
                      </a:lnTo>
                      <a:lnTo>
                        <a:pt x="34" y="128"/>
                      </a:lnTo>
                      <a:lnTo>
                        <a:pt x="34" y="128"/>
                      </a:lnTo>
                      <a:lnTo>
                        <a:pt x="30" y="124"/>
                      </a:lnTo>
                      <a:lnTo>
                        <a:pt x="30" y="124"/>
                      </a:lnTo>
                      <a:lnTo>
                        <a:pt x="30" y="124"/>
                      </a:lnTo>
                      <a:lnTo>
                        <a:pt x="30" y="120"/>
                      </a:lnTo>
                      <a:lnTo>
                        <a:pt x="26" y="120"/>
                      </a:lnTo>
                      <a:lnTo>
                        <a:pt x="26" y="120"/>
                      </a:lnTo>
                      <a:lnTo>
                        <a:pt x="26" y="120"/>
                      </a:lnTo>
                      <a:lnTo>
                        <a:pt x="26" y="120"/>
                      </a:lnTo>
                      <a:lnTo>
                        <a:pt x="26" y="120"/>
                      </a:lnTo>
                      <a:lnTo>
                        <a:pt x="26" y="120"/>
                      </a:lnTo>
                      <a:lnTo>
                        <a:pt x="26" y="120"/>
                      </a:lnTo>
                      <a:lnTo>
                        <a:pt x="26" y="120"/>
                      </a:lnTo>
                      <a:lnTo>
                        <a:pt x="26" y="116"/>
                      </a:lnTo>
                      <a:lnTo>
                        <a:pt x="26" y="116"/>
                      </a:lnTo>
                      <a:lnTo>
                        <a:pt x="26" y="116"/>
                      </a:lnTo>
                      <a:lnTo>
                        <a:pt x="26" y="116"/>
                      </a:lnTo>
                      <a:lnTo>
                        <a:pt x="26" y="116"/>
                      </a:lnTo>
                      <a:lnTo>
                        <a:pt x="22" y="112"/>
                      </a:lnTo>
                      <a:lnTo>
                        <a:pt x="22" y="112"/>
                      </a:lnTo>
                      <a:lnTo>
                        <a:pt x="22" y="112"/>
                      </a:lnTo>
                      <a:lnTo>
                        <a:pt x="22" y="112"/>
                      </a:lnTo>
                      <a:lnTo>
                        <a:pt x="22" y="112"/>
                      </a:lnTo>
                      <a:lnTo>
                        <a:pt x="22" y="112"/>
                      </a:lnTo>
                      <a:lnTo>
                        <a:pt x="22" y="108"/>
                      </a:lnTo>
                      <a:lnTo>
                        <a:pt x="22" y="108"/>
                      </a:lnTo>
                      <a:lnTo>
                        <a:pt x="22" y="108"/>
                      </a:lnTo>
                      <a:lnTo>
                        <a:pt x="22" y="108"/>
                      </a:lnTo>
                      <a:lnTo>
                        <a:pt x="22" y="108"/>
                      </a:lnTo>
                      <a:lnTo>
                        <a:pt x="22" y="108"/>
                      </a:lnTo>
                      <a:lnTo>
                        <a:pt x="26" y="108"/>
                      </a:lnTo>
                      <a:lnTo>
                        <a:pt x="26" y="104"/>
                      </a:lnTo>
                      <a:lnTo>
                        <a:pt x="26" y="104"/>
                      </a:lnTo>
                      <a:lnTo>
                        <a:pt x="26" y="104"/>
                      </a:lnTo>
                      <a:lnTo>
                        <a:pt x="26" y="104"/>
                      </a:lnTo>
                      <a:lnTo>
                        <a:pt x="26" y="104"/>
                      </a:lnTo>
                      <a:lnTo>
                        <a:pt x="26" y="102"/>
                      </a:lnTo>
                      <a:lnTo>
                        <a:pt x="26" y="102"/>
                      </a:lnTo>
                      <a:lnTo>
                        <a:pt x="26" y="102"/>
                      </a:lnTo>
                      <a:lnTo>
                        <a:pt x="26" y="102"/>
                      </a:lnTo>
                      <a:lnTo>
                        <a:pt x="26" y="102"/>
                      </a:lnTo>
                      <a:lnTo>
                        <a:pt x="26" y="102"/>
                      </a:lnTo>
                      <a:lnTo>
                        <a:pt x="26" y="102"/>
                      </a:lnTo>
                      <a:lnTo>
                        <a:pt x="26" y="102"/>
                      </a:lnTo>
                      <a:lnTo>
                        <a:pt x="26" y="98"/>
                      </a:lnTo>
                      <a:lnTo>
                        <a:pt x="26" y="98"/>
                      </a:lnTo>
                      <a:lnTo>
                        <a:pt x="26" y="94"/>
                      </a:lnTo>
                      <a:lnTo>
                        <a:pt x="26" y="94"/>
                      </a:lnTo>
                      <a:lnTo>
                        <a:pt x="26" y="90"/>
                      </a:lnTo>
                      <a:lnTo>
                        <a:pt x="26" y="90"/>
                      </a:lnTo>
                      <a:lnTo>
                        <a:pt x="26" y="90"/>
                      </a:lnTo>
                      <a:lnTo>
                        <a:pt x="26" y="90"/>
                      </a:lnTo>
                      <a:lnTo>
                        <a:pt x="26" y="86"/>
                      </a:lnTo>
                      <a:lnTo>
                        <a:pt x="26" y="86"/>
                      </a:lnTo>
                      <a:lnTo>
                        <a:pt x="26" y="86"/>
                      </a:lnTo>
                      <a:lnTo>
                        <a:pt x="26" y="86"/>
                      </a:lnTo>
                      <a:lnTo>
                        <a:pt x="22" y="86"/>
                      </a:lnTo>
                      <a:lnTo>
                        <a:pt x="22" y="86"/>
                      </a:lnTo>
                      <a:lnTo>
                        <a:pt x="22" y="86"/>
                      </a:lnTo>
                      <a:lnTo>
                        <a:pt x="18" y="86"/>
                      </a:lnTo>
                      <a:lnTo>
                        <a:pt x="14" y="86"/>
                      </a:lnTo>
                      <a:lnTo>
                        <a:pt x="14" y="86"/>
                      </a:lnTo>
                      <a:lnTo>
                        <a:pt x="14" y="86"/>
                      </a:lnTo>
                      <a:lnTo>
                        <a:pt x="10" y="86"/>
                      </a:lnTo>
                      <a:lnTo>
                        <a:pt x="10" y="82"/>
                      </a:lnTo>
                      <a:lnTo>
                        <a:pt x="10" y="82"/>
                      </a:lnTo>
                      <a:lnTo>
                        <a:pt x="6" y="82"/>
                      </a:lnTo>
                      <a:lnTo>
                        <a:pt x="6" y="78"/>
                      </a:lnTo>
                      <a:lnTo>
                        <a:pt x="6" y="78"/>
                      </a:lnTo>
                      <a:lnTo>
                        <a:pt x="6" y="78"/>
                      </a:lnTo>
                      <a:lnTo>
                        <a:pt x="6" y="78"/>
                      </a:lnTo>
                      <a:close/>
                      <a:moveTo>
                        <a:pt x="26" y="46"/>
                      </a:moveTo>
                      <a:lnTo>
                        <a:pt x="26" y="46"/>
                      </a:lnTo>
                      <a:lnTo>
                        <a:pt x="26" y="46"/>
                      </a:lnTo>
                      <a:lnTo>
                        <a:pt x="26" y="46"/>
                      </a:lnTo>
                      <a:lnTo>
                        <a:pt x="26" y="46"/>
                      </a:lnTo>
                      <a:lnTo>
                        <a:pt x="26" y="46"/>
                      </a:lnTo>
                      <a:close/>
                      <a:moveTo>
                        <a:pt x="30" y="46"/>
                      </a:moveTo>
                      <a:lnTo>
                        <a:pt x="30" y="46"/>
                      </a:lnTo>
                      <a:lnTo>
                        <a:pt x="30" y="46"/>
                      </a:lnTo>
                      <a:lnTo>
                        <a:pt x="30" y="46"/>
                      </a:lnTo>
                      <a:lnTo>
                        <a:pt x="30" y="46"/>
                      </a:lnTo>
                      <a:lnTo>
                        <a:pt x="30" y="46"/>
                      </a:lnTo>
                      <a:lnTo>
                        <a:pt x="30" y="46"/>
                      </a:lnTo>
                      <a:lnTo>
                        <a:pt x="30" y="46"/>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167" name="Freeform 156">
                  <a:extLst>
                    <a:ext uri="{FF2B5EF4-FFF2-40B4-BE49-F238E27FC236}">
                      <a16:creationId xmlns:a16="http://schemas.microsoft.com/office/drawing/2014/main" id="{ED07F008-5D67-93B1-31B6-CAA98DA3E339}"/>
                    </a:ext>
                  </a:extLst>
                </p:cNvPr>
                <p:cNvSpPr>
                  <a:spLocks/>
                </p:cNvSpPr>
                <p:nvPr/>
              </p:nvSpPr>
              <p:spPr bwMode="gray">
                <a:xfrm>
                  <a:off x="4500800" y="3764853"/>
                  <a:ext cx="403510" cy="452207"/>
                </a:xfrm>
                <a:custGeom>
                  <a:avLst/>
                  <a:gdLst>
                    <a:gd name="T0" fmla="*/ 26 w 232"/>
                    <a:gd name="T1" fmla="*/ 226 h 260"/>
                    <a:gd name="T2" fmla="*/ 18 w 232"/>
                    <a:gd name="T3" fmla="*/ 224 h 260"/>
                    <a:gd name="T4" fmla="*/ 8 w 232"/>
                    <a:gd name="T5" fmla="*/ 224 h 260"/>
                    <a:gd name="T6" fmla="*/ 12 w 232"/>
                    <a:gd name="T7" fmla="*/ 208 h 260"/>
                    <a:gd name="T8" fmla="*/ 0 w 232"/>
                    <a:gd name="T9" fmla="*/ 200 h 260"/>
                    <a:gd name="T10" fmla="*/ 4 w 232"/>
                    <a:gd name="T11" fmla="*/ 190 h 260"/>
                    <a:gd name="T12" fmla="*/ 0 w 232"/>
                    <a:gd name="T13" fmla="*/ 182 h 260"/>
                    <a:gd name="T14" fmla="*/ 8 w 232"/>
                    <a:gd name="T15" fmla="*/ 168 h 260"/>
                    <a:gd name="T16" fmla="*/ 18 w 232"/>
                    <a:gd name="T17" fmla="*/ 174 h 260"/>
                    <a:gd name="T18" fmla="*/ 30 w 232"/>
                    <a:gd name="T19" fmla="*/ 170 h 260"/>
                    <a:gd name="T20" fmla="*/ 42 w 232"/>
                    <a:gd name="T21" fmla="*/ 168 h 260"/>
                    <a:gd name="T22" fmla="*/ 60 w 232"/>
                    <a:gd name="T23" fmla="*/ 168 h 260"/>
                    <a:gd name="T24" fmla="*/ 82 w 232"/>
                    <a:gd name="T25" fmla="*/ 168 h 260"/>
                    <a:gd name="T26" fmla="*/ 98 w 232"/>
                    <a:gd name="T27" fmla="*/ 152 h 260"/>
                    <a:gd name="T28" fmla="*/ 90 w 232"/>
                    <a:gd name="T29" fmla="*/ 122 h 260"/>
                    <a:gd name="T30" fmla="*/ 86 w 232"/>
                    <a:gd name="T31" fmla="*/ 92 h 260"/>
                    <a:gd name="T32" fmla="*/ 86 w 232"/>
                    <a:gd name="T33" fmla="*/ 68 h 260"/>
                    <a:gd name="T34" fmla="*/ 82 w 232"/>
                    <a:gd name="T35" fmla="*/ 42 h 260"/>
                    <a:gd name="T36" fmla="*/ 78 w 232"/>
                    <a:gd name="T37" fmla="*/ 12 h 260"/>
                    <a:gd name="T38" fmla="*/ 90 w 232"/>
                    <a:gd name="T39" fmla="*/ 0 h 260"/>
                    <a:gd name="T40" fmla="*/ 120 w 232"/>
                    <a:gd name="T41" fmla="*/ 12 h 260"/>
                    <a:gd name="T42" fmla="*/ 142 w 232"/>
                    <a:gd name="T43" fmla="*/ 34 h 260"/>
                    <a:gd name="T44" fmla="*/ 164 w 232"/>
                    <a:gd name="T45" fmla="*/ 52 h 260"/>
                    <a:gd name="T46" fmla="*/ 188 w 232"/>
                    <a:gd name="T47" fmla="*/ 72 h 260"/>
                    <a:gd name="T48" fmla="*/ 194 w 232"/>
                    <a:gd name="T49" fmla="*/ 78 h 260"/>
                    <a:gd name="T50" fmla="*/ 206 w 232"/>
                    <a:gd name="T51" fmla="*/ 86 h 260"/>
                    <a:gd name="T52" fmla="*/ 218 w 232"/>
                    <a:gd name="T53" fmla="*/ 96 h 260"/>
                    <a:gd name="T54" fmla="*/ 228 w 232"/>
                    <a:gd name="T55" fmla="*/ 104 h 260"/>
                    <a:gd name="T56" fmla="*/ 232 w 232"/>
                    <a:gd name="T57" fmla="*/ 130 h 260"/>
                    <a:gd name="T58" fmla="*/ 232 w 232"/>
                    <a:gd name="T59" fmla="*/ 152 h 260"/>
                    <a:gd name="T60" fmla="*/ 224 w 232"/>
                    <a:gd name="T61" fmla="*/ 164 h 260"/>
                    <a:gd name="T62" fmla="*/ 214 w 232"/>
                    <a:gd name="T63" fmla="*/ 168 h 260"/>
                    <a:gd name="T64" fmla="*/ 188 w 232"/>
                    <a:gd name="T65" fmla="*/ 174 h 260"/>
                    <a:gd name="T66" fmla="*/ 176 w 232"/>
                    <a:gd name="T67" fmla="*/ 178 h 260"/>
                    <a:gd name="T68" fmla="*/ 164 w 232"/>
                    <a:gd name="T69" fmla="*/ 174 h 260"/>
                    <a:gd name="T70" fmla="*/ 146 w 232"/>
                    <a:gd name="T71" fmla="*/ 186 h 260"/>
                    <a:gd name="T72" fmla="*/ 132 w 232"/>
                    <a:gd name="T73" fmla="*/ 194 h 260"/>
                    <a:gd name="T74" fmla="*/ 128 w 232"/>
                    <a:gd name="T75" fmla="*/ 200 h 260"/>
                    <a:gd name="T76" fmla="*/ 120 w 232"/>
                    <a:gd name="T77" fmla="*/ 204 h 260"/>
                    <a:gd name="T78" fmla="*/ 112 w 232"/>
                    <a:gd name="T79" fmla="*/ 212 h 260"/>
                    <a:gd name="T80" fmla="*/ 104 w 232"/>
                    <a:gd name="T81" fmla="*/ 226 h 260"/>
                    <a:gd name="T82" fmla="*/ 98 w 232"/>
                    <a:gd name="T83" fmla="*/ 242 h 260"/>
                    <a:gd name="T84" fmla="*/ 94 w 232"/>
                    <a:gd name="T85" fmla="*/ 256 h 260"/>
                    <a:gd name="T86" fmla="*/ 82 w 232"/>
                    <a:gd name="T87" fmla="*/ 256 h 260"/>
                    <a:gd name="T88" fmla="*/ 82 w 232"/>
                    <a:gd name="T89" fmla="*/ 250 h 260"/>
                    <a:gd name="T90" fmla="*/ 74 w 232"/>
                    <a:gd name="T91" fmla="*/ 260 h 260"/>
                    <a:gd name="T92" fmla="*/ 60 w 232"/>
                    <a:gd name="T93" fmla="*/ 256 h 260"/>
                    <a:gd name="T94" fmla="*/ 52 w 232"/>
                    <a:gd name="T95" fmla="*/ 250 h 260"/>
                    <a:gd name="T96" fmla="*/ 48 w 232"/>
                    <a:gd name="T97" fmla="*/ 242 h 260"/>
                    <a:gd name="T98" fmla="*/ 44 w 232"/>
                    <a:gd name="T99" fmla="*/ 234 h 260"/>
                    <a:gd name="T100" fmla="*/ 42 w 232"/>
                    <a:gd name="T101" fmla="*/ 220 h 260"/>
                    <a:gd name="T102" fmla="*/ 34 w 232"/>
                    <a:gd name="T103" fmla="*/ 226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32" h="260">
                      <a:moveTo>
                        <a:pt x="34" y="226"/>
                      </a:moveTo>
                      <a:lnTo>
                        <a:pt x="30" y="226"/>
                      </a:lnTo>
                      <a:lnTo>
                        <a:pt x="30" y="224"/>
                      </a:lnTo>
                      <a:lnTo>
                        <a:pt x="26" y="224"/>
                      </a:lnTo>
                      <a:lnTo>
                        <a:pt x="26" y="226"/>
                      </a:lnTo>
                      <a:lnTo>
                        <a:pt x="22" y="226"/>
                      </a:lnTo>
                      <a:lnTo>
                        <a:pt x="22" y="230"/>
                      </a:lnTo>
                      <a:lnTo>
                        <a:pt x="18" y="230"/>
                      </a:lnTo>
                      <a:lnTo>
                        <a:pt x="18" y="226"/>
                      </a:lnTo>
                      <a:lnTo>
                        <a:pt x="18" y="224"/>
                      </a:lnTo>
                      <a:lnTo>
                        <a:pt x="14" y="224"/>
                      </a:lnTo>
                      <a:lnTo>
                        <a:pt x="14" y="226"/>
                      </a:lnTo>
                      <a:lnTo>
                        <a:pt x="12" y="226"/>
                      </a:lnTo>
                      <a:lnTo>
                        <a:pt x="8" y="226"/>
                      </a:lnTo>
                      <a:lnTo>
                        <a:pt x="8" y="224"/>
                      </a:lnTo>
                      <a:lnTo>
                        <a:pt x="12" y="224"/>
                      </a:lnTo>
                      <a:lnTo>
                        <a:pt x="12" y="220"/>
                      </a:lnTo>
                      <a:lnTo>
                        <a:pt x="12" y="216"/>
                      </a:lnTo>
                      <a:lnTo>
                        <a:pt x="12" y="212"/>
                      </a:lnTo>
                      <a:lnTo>
                        <a:pt x="12" y="208"/>
                      </a:lnTo>
                      <a:lnTo>
                        <a:pt x="8" y="208"/>
                      </a:lnTo>
                      <a:lnTo>
                        <a:pt x="8" y="204"/>
                      </a:lnTo>
                      <a:lnTo>
                        <a:pt x="4" y="204"/>
                      </a:lnTo>
                      <a:lnTo>
                        <a:pt x="4" y="200"/>
                      </a:lnTo>
                      <a:lnTo>
                        <a:pt x="0" y="200"/>
                      </a:lnTo>
                      <a:lnTo>
                        <a:pt x="0" y="196"/>
                      </a:lnTo>
                      <a:lnTo>
                        <a:pt x="4" y="196"/>
                      </a:lnTo>
                      <a:lnTo>
                        <a:pt x="4" y="194"/>
                      </a:lnTo>
                      <a:lnTo>
                        <a:pt x="0" y="194"/>
                      </a:lnTo>
                      <a:lnTo>
                        <a:pt x="4" y="190"/>
                      </a:lnTo>
                      <a:lnTo>
                        <a:pt x="0" y="190"/>
                      </a:lnTo>
                      <a:lnTo>
                        <a:pt x="0" y="186"/>
                      </a:lnTo>
                      <a:lnTo>
                        <a:pt x="0" y="182"/>
                      </a:lnTo>
                      <a:lnTo>
                        <a:pt x="0" y="178"/>
                      </a:lnTo>
                      <a:lnTo>
                        <a:pt x="0" y="182"/>
                      </a:lnTo>
                      <a:lnTo>
                        <a:pt x="4" y="178"/>
                      </a:lnTo>
                      <a:lnTo>
                        <a:pt x="4" y="174"/>
                      </a:lnTo>
                      <a:lnTo>
                        <a:pt x="4" y="170"/>
                      </a:lnTo>
                      <a:lnTo>
                        <a:pt x="4" y="168"/>
                      </a:lnTo>
                      <a:lnTo>
                        <a:pt x="8" y="168"/>
                      </a:lnTo>
                      <a:lnTo>
                        <a:pt x="8" y="164"/>
                      </a:lnTo>
                      <a:lnTo>
                        <a:pt x="12" y="164"/>
                      </a:lnTo>
                      <a:lnTo>
                        <a:pt x="12" y="168"/>
                      </a:lnTo>
                      <a:lnTo>
                        <a:pt x="14" y="170"/>
                      </a:lnTo>
                      <a:lnTo>
                        <a:pt x="18" y="174"/>
                      </a:lnTo>
                      <a:lnTo>
                        <a:pt x="18" y="170"/>
                      </a:lnTo>
                      <a:lnTo>
                        <a:pt x="18" y="168"/>
                      </a:lnTo>
                      <a:lnTo>
                        <a:pt x="22" y="168"/>
                      </a:lnTo>
                      <a:lnTo>
                        <a:pt x="26" y="168"/>
                      </a:lnTo>
                      <a:lnTo>
                        <a:pt x="30" y="170"/>
                      </a:lnTo>
                      <a:lnTo>
                        <a:pt x="34" y="170"/>
                      </a:lnTo>
                      <a:lnTo>
                        <a:pt x="34" y="168"/>
                      </a:lnTo>
                      <a:lnTo>
                        <a:pt x="38" y="168"/>
                      </a:lnTo>
                      <a:lnTo>
                        <a:pt x="42" y="164"/>
                      </a:lnTo>
                      <a:lnTo>
                        <a:pt x="42" y="168"/>
                      </a:lnTo>
                      <a:lnTo>
                        <a:pt x="44" y="168"/>
                      </a:lnTo>
                      <a:lnTo>
                        <a:pt x="48" y="168"/>
                      </a:lnTo>
                      <a:lnTo>
                        <a:pt x="52" y="168"/>
                      </a:lnTo>
                      <a:lnTo>
                        <a:pt x="56" y="168"/>
                      </a:lnTo>
                      <a:lnTo>
                        <a:pt x="60" y="168"/>
                      </a:lnTo>
                      <a:lnTo>
                        <a:pt x="64" y="168"/>
                      </a:lnTo>
                      <a:lnTo>
                        <a:pt x="68" y="168"/>
                      </a:lnTo>
                      <a:lnTo>
                        <a:pt x="72" y="168"/>
                      </a:lnTo>
                      <a:lnTo>
                        <a:pt x="78" y="168"/>
                      </a:lnTo>
                      <a:lnTo>
                        <a:pt x="82" y="168"/>
                      </a:lnTo>
                      <a:lnTo>
                        <a:pt x="86" y="168"/>
                      </a:lnTo>
                      <a:lnTo>
                        <a:pt x="94" y="168"/>
                      </a:lnTo>
                      <a:lnTo>
                        <a:pt x="94" y="160"/>
                      </a:lnTo>
                      <a:lnTo>
                        <a:pt x="98" y="156"/>
                      </a:lnTo>
                      <a:lnTo>
                        <a:pt x="98" y="152"/>
                      </a:lnTo>
                      <a:lnTo>
                        <a:pt x="94" y="148"/>
                      </a:lnTo>
                      <a:lnTo>
                        <a:pt x="94" y="144"/>
                      </a:lnTo>
                      <a:lnTo>
                        <a:pt x="90" y="134"/>
                      </a:lnTo>
                      <a:lnTo>
                        <a:pt x="90" y="126"/>
                      </a:lnTo>
                      <a:lnTo>
                        <a:pt x="90" y="122"/>
                      </a:lnTo>
                      <a:lnTo>
                        <a:pt x="90" y="118"/>
                      </a:lnTo>
                      <a:lnTo>
                        <a:pt x="90" y="112"/>
                      </a:lnTo>
                      <a:lnTo>
                        <a:pt x="90" y="104"/>
                      </a:lnTo>
                      <a:lnTo>
                        <a:pt x="90" y="100"/>
                      </a:lnTo>
                      <a:lnTo>
                        <a:pt x="86" y="92"/>
                      </a:lnTo>
                      <a:lnTo>
                        <a:pt x="86" y="86"/>
                      </a:lnTo>
                      <a:lnTo>
                        <a:pt x="86" y="78"/>
                      </a:lnTo>
                      <a:lnTo>
                        <a:pt x="86" y="74"/>
                      </a:lnTo>
                      <a:lnTo>
                        <a:pt x="86" y="72"/>
                      </a:lnTo>
                      <a:lnTo>
                        <a:pt x="86" y="68"/>
                      </a:lnTo>
                      <a:lnTo>
                        <a:pt x="86" y="64"/>
                      </a:lnTo>
                      <a:lnTo>
                        <a:pt x="86" y="60"/>
                      </a:lnTo>
                      <a:lnTo>
                        <a:pt x="82" y="56"/>
                      </a:lnTo>
                      <a:lnTo>
                        <a:pt x="82" y="52"/>
                      </a:lnTo>
                      <a:lnTo>
                        <a:pt x="82" y="42"/>
                      </a:lnTo>
                      <a:lnTo>
                        <a:pt x="82" y="38"/>
                      </a:lnTo>
                      <a:lnTo>
                        <a:pt x="82" y="30"/>
                      </a:lnTo>
                      <a:lnTo>
                        <a:pt x="82" y="22"/>
                      </a:lnTo>
                      <a:lnTo>
                        <a:pt x="78" y="16"/>
                      </a:lnTo>
                      <a:lnTo>
                        <a:pt x="78" y="12"/>
                      </a:lnTo>
                      <a:lnTo>
                        <a:pt x="78" y="8"/>
                      </a:lnTo>
                      <a:lnTo>
                        <a:pt x="78" y="0"/>
                      </a:lnTo>
                      <a:lnTo>
                        <a:pt x="82" y="0"/>
                      </a:lnTo>
                      <a:lnTo>
                        <a:pt x="86" y="0"/>
                      </a:lnTo>
                      <a:lnTo>
                        <a:pt x="90" y="0"/>
                      </a:lnTo>
                      <a:lnTo>
                        <a:pt x="102" y="0"/>
                      </a:lnTo>
                      <a:lnTo>
                        <a:pt x="104" y="0"/>
                      </a:lnTo>
                      <a:lnTo>
                        <a:pt x="108" y="4"/>
                      </a:lnTo>
                      <a:lnTo>
                        <a:pt x="112" y="8"/>
                      </a:lnTo>
                      <a:lnTo>
                        <a:pt x="120" y="12"/>
                      </a:lnTo>
                      <a:lnTo>
                        <a:pt x="124" y="16"/>
                      </a:lnTo>
                      <a:lnTo>
                        <a:pt x="128" y="18"/>
                      </a:lnTo>
                      <a:lnTo>
                        <a:pt x="132" y="22"/>
                      </a:lnTo>
                      <a:lnTo>
                        <a:pt x="138" y="26"/>
                      </a:lnTo>
                      <a:lnTo>
                        <a:pt x="142" y="34"/>
                      </a:lnTo>
                      <a:lnTo>
                        <a:pt x="146" y="38"/>
                      </a:lnTo>
                      <a:lnTo>
                        <a:pt x="154" y="42"/>
                      </a:lnTo>
                      <a:lnTo>
                        <a:pt x="158" y="44"/>
                      </a:lnTo>
                      <a:lnTo>
                        <a:pt x="160" y="48"/>
                      </a:lnTo>
                      <a:lnTo>
                        <a:pt x="164" y="52"/>
                      </a:lnTo>
                      <a:lnTo>
                        <a:pt x="172" y="56"/>
                      </a:lnTo>
                      <a:lnTo>
                        <a:pt x="176" y="60"/>
                      </a:lnTo>
                      <a:lnTo>
                        <a:pt x="180" y="60"/>
                      </a:lnTo>
                      <a:lnTo>
                        <a:pt x="184" y="68"/>
                      </a:lnTo>
                      <a:lnTo>
                        <a:pt x="188" y="72"/>
                      </a:lnTo>
                      <a:lnTo>
                        <a:pt x="190" y="72"/>
                      </a:lnTo>
                      <a:lnTo>
                        <a:pt x="190" y="74"/>
                      </a:lnTo>
                      <a:lnTo>
                        <a:pt x="188" y="74"/>
                      </a:lnTo>
                      <a:lnTo>
                        <a:pt x="190" y="78"/>
                      </a:lnTo>
                      <a:lnTo>
                        <a:pt x="194" y="78"/>
                      </a:lnTo>
                      <a:lnTo>
                        <a:pt x="194" y="82"/>
                      </a:lnTo>
                      <a:lnTo>
                        <a:pt x="198" y="82"/>
                      </a:lnTo>
                      <a:lnTo>
                        <a:pt x="198" y="86"/>
                      </a:lnTo>
                      <a:lnTo>
                        <a:pt x="202" y="86"/>
                      </a:lnTo>
                      <a:lnTo>
                        <a:pt x="206" y="86"/>
                      </a:lnTo>
                      <a:lnTo>
                        <a:pt x="206" y="88"/>
                      </a:lnTo>
                      <a:lnTo>
                        <a:pt x="210" y="88"/>
                      </a:lnTo>
                      <a:lnTo>
                        <a:pt x="214" y="88"/>
                      </a:lnTo>
                      <a:lnTo>
                        <a:pt x="218" y="92"/>
                      </a:lnTo>
                      <a:lnTo>
                        <a:pt x="218" y="96"/>
                      </a:lnTo>
                      <a:lnTo>
                        <a:pt x="218" y="100"/>
                      </a:lnTo>
                      <a:lnTo>
                        <a:pt x="218" y="104"/>
                      </a:lnTo>
                      <a:lnTo>
                        <a:pt x="220" y="108"/>
                      </a:lnTo>
                      <a:lnTo>
                        <a:pt x="224" y="104"/>
                      </a:lnTo>
                      <a:lnTo>
                        <a:pt x="228" y="104"/>
                      </a:lnTo>
                      <a:lnTo>
                        <a:pt x="232" y="104"/>
                      </a:lnTo>
                      <a:lnTo>
                        <a:pt x="232" y="108"/>
                      </a:lnTo>
                      <a:lnTo>
                        <a:pt x="232" y="112"/>
                      </a:lnTo>
                      <a:lnTo>
                        <a:pt x="232" y="122"/>
                      </a:lnTo>
                      <a:lnTo>
                        <a:pt x="232" y="130"/>
                      </a:lnTo>
                      <a:lnTo>
                        <a:pt x="232" y="134"/>
                      </a:lnTo>
                      <a:lnTo>
                        <a:pt x="232" y="138"/>
                      </a:lnTo>
                      <a:lnTo>
                        <a:pt x="232" y="142"/>
                      </a:lnTo>
                      <a:lnTo>
                        <a:pt x="232" y="144"/>
                      </a:lnTo>
                      <a:lnTo>
                        <a:pt x="232" y="152"/>
                      </a:lnTo>
                      <a:lnTo>
                        <a:pt x="228" y="152"/>
                      </a:lnTo>
                      <a:lnTo>
                        <a:pt x="228" y="156"/>
                      </a:lnTo>
                      <a:lnTo>
                        <a:pt x="228" y="160"/>
                      </a:lnTo>
                      <a:lnTo>
                        <a:pt x="228" y="164"/>
                      </a:lnTo>
                      <a:lnTo>
                        <a:pt x="224" y="164"/>
                      </a:lnTo>
                      <a:lnTo>
                        <a:pt x="224" y="168"/>
                      </a:lnTo>
                      <a:lnTo>
                        <a:pt x="220" y="168"/>
                      </a:lnTo>
                      <a:lnTo>
                        <a:pt x="220" y="170"/>
                      </a:lnTo>
                      <a:lnTo>
                        <a:pt x="218" y="168"/>
                      </a:lnTo>
                      <a:lnTo>
                        <a:pt x="214" y="168"/>
                      </a:lnTo>
                      <a:lnTo>
                        <a:pt x="214" y="170"/>
                      </a:lnTo>
                      <a:lnTo>
                        <a:pt x="210" y="170"/>
                      </a:lnTo>
                      <a:lnTo>
                        <a:pt x="198" y="170"/>
                      </a:lnTo>
                      <a:lnTo>
                        <a:pt x="190" y="170"/>
                      </a:lnTo>
                      <a:lnTo>
                        <a:pt x="188" y="174"/>
                      </a:lnTo>
                      <a:lnTo>
                        <a:pt x="184" y="178"/>
                      </a:lnTo>
                      <a:lnTo>
                        <a:pt x="180" y="178"/>
                      </a:lnTo>
                      <a:lnTo>
                        <a:pt x="180" y="174"/>
                      </a:lnTo>
                      <a:lnTo>
                        <a:pt x="180" y="178"/>
                      </a:lnTo>
                      <a:lnTo>
                        <a:pt x="176" y="178"/>
                      </a:lnTo>
                      <a:lnTo>
                        <a:pt x="176" y="174"/>
                      </a:lnTo>
                      <a:lnTo>
                        <a:pt x="176" y="178"/>
                      </a:lnTo>
                      <a:lnTo>
                        <a:pt x="172" y="174"/>
                      </a:lnTo>
                      <a:lnTo>
                        <a:pt x="168" y="174"/>
                      </a:lnTo>
                      <a:lnTo>
                        <a:pt x="164" y="174"/>
                      </a:lnTo>
                      <a:lnTo>
                        <a:pt x="160" y="174"/>
                      </a:lnTo>
                      <a:lnTo>
                        <a:pt x="158" y="178"/>
                      </a:lnTo>
                      <a:lnTo>
                        <a:pt x="154" y="182"/>
                      </a:lnTo>
                      <a:lnTo>
                        <a:pt x="150" y="186"/>
                      </a:lnTo>
                      <a:lnTo>
                        <a:pt x="146" y="186"/>
                      </a:lnTo>
                      <a:lnTo>
                        <a:pt x="142" y="186"/>
                      </a:lnTo>
                      <a:lnTo>
                        <a:pt x="142" y="190"/>
                      </a:lnTo>
                      <a:lnTo>
                        <a:pt x="138" y="190"/>
                      </a:lnTo>
                      <a:lnTo>
                        <a:pt x="134" y="190"/>
                      </a:lnTo>
                      <a:lnTo>
                        <a:pt x="132" y="194"/>
                      </a:lnTo>
                      <a:lnTo>
                        <a:pt x="132" y="196"/>
                      </a:lnTo>
                      <a:lnTo>
                        <a:pt x="132" y="200"/>
                      </a:lnTo>
                      <a:lnTo>
                        <a:pt x="128" y="200"/>
                      </a:lnTo>
                      <a:lnTo>
                        <a:pt x="128" y="196"/>
                      </a:lnTo>
                      <a:lnTo>
                        <a:pt x="128" y="200"/>
                      </a:lnTo>
                      <a:lnTo>
                        <a:pt x="128" y="204"/>
                      </a:lnTo>
                      <a:lnTo>
                        <a:pt x="124" y="204"/>
                      </a:lnTo>
                      <a:lnTo>
                        <a:pt x="124" y="208"/>
                      </a:lnTo>
                      <a:lnTo>
                        <a:pt x="120" y="208"/>
                      </a:lnTo>
                      <a:lnTo>
                        <a:pt x="120" y="204"/>
                      </a:lnTo>
                      <a:lnTo>
                        <a:pt x="116" y="204"/>
                      </a:lnTo>
                      <a:lnTo>
                        <a:pt x="116" y="200"/>
                      </a:lnTo>
                      <a:lnTo>
                        <a:pt x="112" y="204"/>
                      </a:lnTo>
                      <a:lnTo>
                        <a:pt x="112" y="208"/>
                      </a:lnTo>
                      <a:lnTo>
                        <a:pt x="112" y="212"/>
                      </a:lnTo>
                      <a:lnTo>
                        <a:pt x="112" y="216"/>
                      </a:lnTo>
                      <a:lnTo>
                        <a:pt x="108" y="216"/>
                      </a:lnTo>
                      <a:lnTo>
                        <a:pt x="108" y="220"/>
                      </a:lnTo>
                      <a:lnTo>
                        <a:pt x="108" y="224"/>
                      </a:lnTo>
                      <a:lnTo>
                        <a:pt x="104" y="226"/>
                      </a:lnTo>
                      <a:lnTo>
                        <a:pt x="102" y="226"/>
                      </a:lnTo>
                      <a:lnTo>
                        <a:pt x="98" y="230"/>
                      </a:lnTo>
                      <a:lnTo>
                        <a:pt x="98" y="234"/>
                      </a:lnTo>
                      <a:lnTo>
                        <a:pt x="98" y="238"/>
                      </a:lnTo>
                      <a:lnTo>
                        <a:pt x="98" y="242"/>
                      </a:lnTo>
                      <a:lnTo>
                        <a:pt x="98" y="246"/>
                      </a:lnTo>
                      <a:lnTo>
                        <a:pt x="94" y="246"/>
                      </a:lnTo>
                      <a:lnTo>
                        <a:pt x="94" y="250"/>
                      </a:lnTo>
                      <a:lnTo>
                        <a:pt x="94" y="252"/>
                      </a:lnTo>
                      <a:lnTo>
                        <a:pt x="94" y="256"/>
                      </a:lnTo>
                      <a:lnTo>
                        <a:pt x="94" y="252"/>
                      </a:lnTo>
                      <a:lnTo>
                        <a:pt x="90" y="256"/>
                      </a:lnTo>
                      <a:lnTo>
                        <a:pt x="86" y="256"/>
                      </a:lnTo>
                      <a:lnTo>
                        <a:pt x="86" y="260"/>
                      </a:lnTo>
                      <a:lnTo>
                        <a:pt x="82" y="256"/>
                      </a:lnTo>
                      <a:lnTo>
                        <a:pt x="86" y="256"/>
                      </a:lnTo>
                      <a:lnTo>
                        <a:pt x="86" y="252"/>
                      </a:lnTo>
                      <a:lnTo>
                        <a:pt x="82" y="252"/>
                      </a:lnTo>
                      <a:lnTo>
                        <a:pt x="86" y="252"/>
                      </a:lnTo>
                      <a:lnTo>
                        <a:pt x="82" y="250"/>
                      </a:lnTo>
                      <a:lnTo>
                        <a:pt x="82" y="252"/>
                      </a:lnTo>
                      <a:lnTo>
                        <a:pt x="78" y="252"/>
                      </a:lnTo>
                      <a:lnTo>
                        <a:pt x="78" y="256"/>
                      </a:lnTo>
                      <a:lnTo>
                        <a:pt x="74" y="256"/>
                      </a:lnTo>
                      <a:lnTo>
                        <a:pt x="74" y="260"/>
                      </a:lnTo>
                      <a:lnTo>
                        <a:pt x="72" y="260"/>
                      </a:lnTo>
                      <a:lnTo>
                        <a:pt x="72" y="256"/>
                      </a:lnTo>
                      <a:lnTo>
                        <a:pt x="68" y="256"/>
                      </a:lnTo>
                      <a:lnTo>
                        <a:pt x="64" y="256"/>
                      </a:lnTo>
                      <a:lnTo>
                        <a:pt x="60" y="256"/>
                      </a:lnTo>
                      <a:lnTo>
                        <a:pt x="60" y="260"/>
                      </a:lnTo>
                      <a:lnTo>
                        <a:pt x="60" y="256"/>
                      </a:lnTo>
                      <a:lnTo>
                        <a:pt x="56" y="256"/>
                      </a:lnTo>
                      <a:lnTo>
                        <a:pt x="56" y="252"/>
                      </a:lnTo>
                      <a:lnTo>
                        <a:pt x="52" y="250"/>
                      </a:lnTo>
                      <a:lnTo>
                        <a:pt x="56" y="250"/>
                      </a:lnTo>
                      <a:lnTo>
                        <a:pt x="56" y="246"/>
                      </a:lnTo>
                      <a:lnTo>
                        <a:pt x="52" y="246"/>
                      </a:lnTo>
                      <a:lnTo>
                        <a:pt x="48" y="246"/>
                      </a:lnTo>
                      <a:lnTo>
                        <a:pt x="48" y="242"/>
                      </a:lnTo>
                      <a:lnTo>
                        <a:pt x="52" y="242"/>
                      </a:lnTo>
                      <a:lnTo>
                        <a:pt x="52" y="238"/>
                      </a:lnTo>
                      <a:lnTo>
                        <a:pt x="48" y="238"/>
                      </a:lnTo>
                      <a:lnTo>
                        <a:pt x="48" y="234"/>
                      </a:lnTo>
                      <a:lnTo>
                        <a:pt x="44" y="234"/>
                      </a:lnTo>
                      <a:lnTo>
                        <a:pt x="48" y="230"/>
                      </a:lnTo>
                      <a:lnTo>
                        <a:pt x="48" y="226"/>
                      </a:lnTo>
                      <a:lnTo>
                        <a:pt x="44" y="224"/>
                      </a:lnTo>
                      <a:lnTo>
                        <a:pt x="44" y="220"/>
                      </a:lnTo>
                      <a:lnTo>
                        <a:pt x="42" y="220"/>
                      </a:lnTo>
                      <a:lnTo>
                        <a:pt x="38" y="220"/>
                      </a:lnTo>
                      <a:lnTo>
                        <a:pt x="42" y="220"/>
                      </a:lnTo>
                      <a:lnTo>
                        <a:pt x="42" y="224"/>
                      </a:lnTo>
                      <a:lnTo>
                        <a:pt x="38" y="224"/>
                      </a:lnTo>
                      <a:lnTo>
                        <a:pt x="34" y="226"/>
                      </a:lnTo>
                      <a:lnTo>
                        <a:pt x="34" y="226"/>
                      </a:lnTo>
                      <a:lnTo>
                        <a:pt x="34" y="226"/>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168" name="Freeform 157">
                  <a:extLst>
                    <a:ext uri="{FF2B5EF4-FFF2-40B4-BE49-F238E27FC236}">
                      <a16:creationId xmlns:a16="http://schemas.microsoft.com/office/drawing/2014/main" id="{3515C6CE-7CFE-01EF-6621-7113A0E43E72}"/>
                    </a:ext>
                  </a:extLst>
                </p:cNvPr>
                <p:cNvSpPr>
                  <a:spLocks noEditPoints="1"/>
                </p:cNvSpPr>
                <p:nvPr/>
              </p:nvSpPr>
              <p:spPr bwMode="gray">
                <a:xfrm>
                  <a:off x="4375573" y="3691804"/>
                  <a:ext cx="306110" cy="389594"/>
                </a:xfrm>
                <a:custGeom>
                  <a:avLst/>
                  <a:gdLst>
                    <a:gd name="T0" fmla="*/ 90 w 176"/>
                    <a:gd name="T1" fmla="*/ 218 h 224"/>
                    <a:gd name="T2" fmla="*/ 84 w 176"/>
                    <a:gd name="T3" fmla="*/ 210 h 224"/>
                    <a:gd name="T4" fmla="*/ 80 w 176"/>
                    <a:gd name="T5" fmla="*/ 206 h 224"/>
                    <a:gd name="T6" fmla="*/ 76 w 176"/>
                    <a:gd name="T7" fmla="*/ 210 h 224"/>
                    <a:gd name="T8" fmla="*/ 76 w 176"/>
                    <a:gd name="T9" fmla="*/ 218 h 224"/>
                    <a:gd name="T10" fmla="*/ 72 w 176"/>
                    <a:gd name="T11" fmla="*/ 220 h 224"/>
                    <a:gd name="T12" fmla="*/ 64 w 176"/>
                    <a:gd name="T13" fmla="*/ 218 h 224"/>
                    <a:gd name="T14" fmla="*/ 60 w 176"/>
                    <a:gd name="T15" fmla="*/ 214 h 224"/>
                    <a:gd name="T16" fmla="*/ 60 w 176"/>
                    <a:gd name="T17" fmla="*/ 210 h 224"/>
                    <a:gd name="T18" fmla="*/ 54 w 176"/>
                    <a:gd name="T19" fmla="*/ 198 h 224"/>
                    <a:gd name="T20" fmla="*/ 50 w 176"/>
                    <a:gd name="T21" fmla="*/ 198 h 224"/>
                    <a:gd name="T22" fmla="*/ 38 w 176"/>
                    <a:gd name="T23" fmla="*/ 190 h 224"/>
                    <a:gd name="T24" fmla="*/ 30 w 176"/>
                    <a:gd name="T25" fmla="*/ 190 h 224"/>
                    <a:gd name="T26" fmla="*/ 26 w 176"/>
                    <a:gd name="T27" fmla="*/ 190 h 224"/>
                    <a:gd name="T28" fmla="*/ 20 w 176"/>
                    <a:gd name="T29" fmla="*/ 190 h 224"/>
                    <a:gd name="T30" fmla="*/ 16 w 176"/>
                    <a:gd name="T31" fmla="*/ 190 h 224"/>
                    <a:gd name="T32" fmla="*/ 12 w 176"/>
                    <a:gd name="T33" fmla="*/ 194 h 224"/>
                    <a:gd name="T34" fmla="*/ 8 w 176"/>
                    <a:gd name="T35" fmla="*/ 194 h 224"/>
                    <a:gd name="T36" fmla="*/ 12 w 176"/>
                    <a:gd name="T37" fmla="*/ 190 h 224"/>
                    <a:gd name="T38" fmla="*/ 16 w 176"/>
                    <a:gd name="T39" fmla="*/ 180 h 224"/>
                    <a:gd name="T40" fmla="*/ 16 w 176"/>
                    <a:gd name="T41" fmla="*/ 172 h 224"/>
                    <a:gd name="T42" fmla="*/ 16 w 176"/>
                    <a:gd name="T43" fmla="*/ 158 h 224"/>
                    <a:gd name="T44" fmla="*/ 16 w 176"/>
                    <a:gd name="T45" fmla="*/ 154 h 224"/>
                    <a:gd name="T46" fmla="*/ 12 w 176"/>
                    <a:gd name="T47" fmla="*/ 146 h 224"/>
                    <a:gd name="T48" fmla="*/ 12 w 176"/>
                    <a:gd name="T49" fmla="*/ 142 h 224"/>
                    <a:gd name="T50" fmla="*/ 12 w 176"/>
                    <a:gd name="T51" fmla="*/ 138 h 224"/>
                    <a:gd name="T52" fmla="*/ 12 w 176"/>
                    <a:gd name="T53" fmla="*/ 138 h 224"/>
                    <a:gd name="T54" fmla="*/ 12 w 176"/>
                    <a:gd name="T55" fmla="*/ 124 h 224"/>
                    <a:gd name="T56" fmla="*/ 8 w 176"/>
                    <a:gd name="T57" fmla="*/ 120 h 224"/>
                    <a:gd name="T58" fmla="*/ 4 w 176"/>
                    <a:gd name="T59" fmla="*/ 114 h 224"/>
                    <a:gd name="T60" fmla="*/ 0 w 176"/>
                    <a:gd name="T61" fmla="*/ 118 h 224"/>
                    <a:gd name="T62" fmla="*/ 4 w 176"/>
                    <a:gd name="T63" fmla="*/ 110 h 224"/>
                    <a:gd name="T64" fmla="*/ 30 w 176"/>
                    <a:gd name="T65" fmla="*/ 110 h 224"/>
                    <a:gd name="T66" fmla="*/ 60 w 176"/>
                    <a:gd name="T67" fmla="*/ 110 h 224"/>
                    <a:gd name="T68" fmla="*/ 56 w 176"/>
                    <a:gd name="T69" fmla="*/ 88 h 224"/>
                    <a:gd name="T70" fmla="*/ 60 w 176"/>
                    <a:gd name="T71" fmla="*/ 80 h 224"/>
                    <a:gd name="T72" fmla="*/ 72 w 176"/>
                    <a:gd name="T73" fmla="*/ 72 h 224"/>
                    <a:gd name="T74" fmla="*/ 72 w 176"/>
                    <a:gd name="T75" fmla="*/ 46 h 224"/>
                    <a:gd name="T76" fmla="*/ 72 w 176"/>
                    <a:gd name="T77" fmla="*/ 30 h 224"/>
                    <a:gd name="T78" fmla="*/ 102 w 176"/>
                    <a:gd name="T79" fmla="*/ 24 h 224"/>
                    <a:gd name="T80" fmla="*/ 120 w 176"/>
                    <a:gd name="T81" fmla="*/ 24 h 224"/>
                    <a:gd name="T82" fmla="*/ 120 w 176"/>
                    <a:gd name="T83" fmla="*/ 0 h 224"/>
                    <a:gd name="T84" fmla="*/ 142 w 176"/>
                    <a:gd name="T85" fmla="*/ 20 h 224"/>
                    <a:gd name="T86" fmla="*/ 166 w 176"/>
                    <a:gd name="T87" fmla="*/ 34 h 224"/>
                    <a:gd name="T88" fmla="*/ 172 w 176"/>
                    <a:gd name="T89" fmla="*/ 42 h 224"/>
                    <a:gd name="T90" fmla="*/ 150 w 176"/>
                    <a:gd name="T91" fmla="*/ 50 h 224"/>
                    <a:gd name="T92" fmla="*/ 154 w 176"/>
                    <a:gd name="T93" fmla="*/ 80 h 224"/>
                    <a:gd name="T94" fmla="*/ 158 w 176"/>
                    <a:gd name="T95" fmla="*/ 110 h 224"/>
                    <a:gd name="T96" fmla="*/ 162 w 176"/>
                    <a:gd name="T97" fmla="*/ 142 h 224"/>
                    <a:gd name="T98" fmla="*/ 162 w 176"/>
                    <a:gd name="T99" fmla="*/ 168 h 224"/>
                    <a:gd name="T100" fmla="*/ 166 w 176"/>
                    <a:gd name="T101" fmla="*/ 202 h 224"/>
                    <a:gd name="T102" fmla="*/ 154 w 176"/>
                    <a:gd name="T103" fmla="*/ 210 h 224"/>
                    <a:gd name="T104" fmla="*/ 132 w 176"/>
                    <a:gd name="T105" fmla="*/ 210 h 224"/>
                    <a:gd name="T106" fmla="*/ 116 w 176"/>
                    <a:gd name="T107" fmla="*/ 210 h 224"/>
                    <a:gd name="T108" fmla="*/ 110 w 176"/>
                    <a:gd name="T109" fmla="*/ 210 h 224"/>
                    <a:gd name="T110" fmla="*/ 106 w 176"/>
                    <a:gd name="T111" fmla="*/ 214 h 224"/>
                    <a:gd name="T112" fmla="*/ 98 w 176"/>
                    <a:gd name="T113" fmla="*/ 210 h 224"/>
                    <a:gd name="T114" fmla="*/ 90 w 176"/>
                    <a:gd name="T115" fmla="*/ 210 h 224"/>
                    <a:gd name="T116" fmla="*/ 12 w 176"/>
                    <a:gd name="T117" fmla="*/ 134 h 224"/>
                    <a:gd name="T118" fmla="*/ 12 w 176"/>
                    <a:gd name="T119" fmla="*/ 138 h 224"/>
                    <a:gd name="T120" fmla="*/ 12 w 176"/>
                    <a:gd name="T121" fmla="*/ 138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76" h="224">
                      <a:moveTo>
                        <a:pt x="90" y="210"/>
                      </a:moveTo>
                      <a:lnTo>
                        <a:pt x="90" y="214"/>
                      </a:lnTo>
                      <a:lnTo>
                        <a:pt x="90" y="214"/>
                      </a:lnTo>
                      <a:lnTo>
                        <a:pt x="90" y="214"/>
                      </a:lnTo>
                      <a:lnTo>
                        <a:pt x="90" y="214"/>
                      </a:lnTo>
                      <a:lnTo>
                        <a:pt x="90" y="218"/>
                      </a:lnTo>
                      <a:lnTo>
                        <a:pt x="90" y="218"/>
                      </a:lnTo>
                      <a:lnTo>
                        <a:pt x="86" y="214"/>
                      </a:lnTo>
                      <a:lnTo>
                        <a:pt x="86" y="214"/>
                      </a:lnTo>
                      <a:lnTo>
                        <a:pt x="86" y="214"/>
                      </a:lnTo>
                      <a:lnTo>
                        <a:pt x="86" y="214"/>
                      </a:lnTo>
                      <a:lnTo>
                        <a:pt x="86" y="214"/>
                      </a:lnTo>
                      <a:lnTo>
                        <a:pt x="84" y="210"/>
                      </a:lnTo>
                      <a:lnTo>
                        <a:pt x="84" y="210"/>
                      </a:lnTo>
                      <a:lnTo>
                        <a:pt x="84" y="210"/>
                      </a:lnTo>
                      <a:lnTo>
                        <a:pt x="84" y="210"/>
                      </a:lnTo>
                      <a:lnTo>
                        <a:pt x="84" y="210"/>
                      </a:lnTo>
                      <a:lnTo>
                        <a:pt x="84" y="210"/>
                      </a:lnTo>
                      <a:lnTo>
                        <a:pt x="84" y="206"/>
                      </a:lnTo>
                      <a:lnTo>
                        <a:pt x="84" y="206"/>
                      </a:lnTo>
                      <a:lnTo>
                        <a:pt x="80" y="206"/>
                      </a:lnTo>
                      <a:lnTo>
                        <a:pt x="80" y="210"/>
                      </a:lnTo>
                      <a:lnTo>
                        <a:pt x="80" y="210"/>
                      </a:lnTo>
                      <a:lnTo>
                        <a:pt x="80" y="210"/>
                      </a:lnTo>
                      <a:lnTo>
                        <a:pt x="80" y="210"/>
                      </a:lnTo>
                      <a:lnTo>
                        <a:pt x="80" y="210"/>
                      </a:lnTo>
                      <a:lnTo>
                        <a:pt x="80" y="210"/>
                      </a:lnTo>
                      <a:lnTo>
                        <a:pt x="76" y="210"/>
                      </a:lnTo>
                      <a:lnTo>
                        <a:pt x="76" y="210"/>
                      </a:lnTo>
                      <a:lnTo>
                        <a:pt x="76" y="214"/>
                      </a:lnTo>
                      <a:lnTo>
                        <a:pt x="76" y="214"/>
                      </a:lnTo>
                      <a:lnTo>
                        <a:pt x="76" y="218"/>
                      </a:lnTo>
                      <a:lnTo>
                        <a:pt x="76" y="218"/>
                      </a:lnTo>
                      <a:lnTo>
                        <a:pt x="76" y="218"/>
                      </a:lnTo>
                      <a:lnTo>
                        <a:pt x="76" y="218"/>
                      </a:lnTo>
                      <a:lnTo>
                        <a:pt x="76" y="220"/>
                      </a:lnTo>
                      <a:lnTo>
                        <a:pt x="76" y="220"/>
                      </a:lnTo>
                      <a:lnTo>
                        <a:pt x="76" y="220"/>
                      </a:lnTo>
                      <a:lnTo>
                        <a:pt x="76" y="220"/>
                      </a:lnTo>
                      <a:lnTo>
                        <a:pt x="72" y="224"/>
                      </a:lnTo>
                      <a:lnTo>
                        <a:pt x="72" y="224"/>
                      </a:lnTo>
                      <a:lnTo>
                        <a:pt x="72" y="220"/>
                      </a:lnTo>
                      <a:lnTo>
                        <a:pt x="72" y="220"/>
                      </a:lnTo>
                      <a:lnTo>
                        <a:pt x="68" y="220"/>
                      </a:lnTo>
                      <a:lnTo>
                        <a:pt x="68" y="220"/>
                      </a:lnTo>
                      <a:lnTo>
                        <a:pt x="68" y="220"/>
                      </a:lnTo>
                      <a:lnTo>
                        <a:pt x="68" y="220"/>
                      </a:lnTo>
                      <a:lnTo>
                        <a:pt x="68" y="218"/>
                      </a:lnTo>
                      <a:lnTo>
                        <a:pt x="64" y="218"/>
                      </a:lnTo>
                      <a:lnTo>
                        <a:pt x="64" y="218"/>
                      </a:lnTo>
                      <a:lnTo>
                        <a:pt x="64" y="218"/>
                      </a:lnTo>
                      <a:lnTo>
                        <a:pt x="64" y="218"/>
                      </a:lnTo>
                      <a:lnTo>
                        <a:pt x="60" y="218"/>
                      </a:lnTo>
                      <a:lnTo>
                        <a:pt x="60" y="214"/>
                      </a:lnTo>
                      <a:lnTo>
                        <a:pt x="60" y="214"/>
                      </a:lnTo>
                      <a:lnTo>
                        <a:pt x="60" y="214"/>
                      </a:lnTo>
                      <a:lnTo>
                        <a:pt x="60" y="214"/>
                      </a:lnTo>
                      <a:lnTo>
                        <a:pt x="60" y="214"/>
                      </a:lnTo>
                      <a:lnTo>
                        <a:pt x="60" y="214"/>
                      </a:lnTo>
                      <a:lnTo>
                        <a:pt x="60" y="214"/>
                      </a:lnTo>
                      <a:lnTo>
                        <a:pt x="60" y="214"/>
                      </a:lnTo>
                      <a:lnTo>
                        <a:pt x="60" y="214"/>
                      </a:lnTo>
                      <a:lnTo>
                        <a:pt x="60" y="210"/>
                      </a:lnTo>
                      <a:lnTo>
                        <a:pt x="56" y="210"/>
                      </a:lnTo>
                      <a:lnTo>
                        <a:pt x="56" y="210"/>
                      </a:lnTo>
                      <a:lnTo>
                        <a:pt x="56" y="210"/>
                      </a:lnTo>
                      <a:lnTo>
                        <a:pt x="56" y="206"/>
                      </a:lnTo>
                      <a:lnTo>
                        <a:pt x="56" y="206"/>
                      </a:lnTo>
                      <a:lnTo>
                        <a:pt x="54" y="202"/>
                      </a:lnTo>
                      <a:lnTo>
                        <a:pt x="54" y="198"/>
                      </a:lnTo>
                      <a:lnTo>
                        <a:pt x="54" y="198"/>
                      </a:lnTo>
                      <a:lnTo>
                        <a:pt x="50" y="198"/>
                      </a:lnTo>
                      <a:lnTo>
                        <a:pt x="50" y="198"/>
                      </a:lnTo>
                      <a:lnTo>
                        <a:pt x="50" y="198"/>
                      </a:lnTo>
                      <a:lnTo>
                        <a:pt x="50" y="198"/>
                      </a:lnTo>
                      <a:lnTo>
                        <a:pt x="50" y="198"/>
                      </a:lnTo>
                      <a:lnTo>
                        <a:pt x="50" y="198"/>
                      </a:lnTo>
                      <a:lnTo>
                        <a:pt x="50" y="198"/>
                      </a:lnTo>
                      <a:lnTo>
                        <a:pt x="46" y="198"/>
                      </a:lnTo>
                      <a:lnTo>
                        <a:pt x="46" y="194"/>
                      </a:lnTo>
                      <a:lnTo>
                        <a:pt x="46" y="194"/>
                      </a:lnTo>
                      <a:lnTo>
                        <a:pt x="42" y="190"/>
                      </a:lnTo>
                      <a:lnTo>
                        <a:pt x="42" y="190"/>
                      </a:lnTo>
                      <a:lnTo>
                        <a:pt x="38" y="190"/>
                      </a:lnTo>
                      <a:lnTo>
                        <a:pt x="38" y="190"/>
                      </a:lnTo>
                      <a:lnTo>
                        <a:pt x="38" y="190"/>
                      </a:lnTo>
                      <a:lnTo>
                        <a:pt x="34" y="190"/>
                      </a:lnTo>
                      <a:lnTo>
                        <a:pt x="34" y="190"/>
                      </a:lnTo>
                      <a:lnTo>
                        <a:pt x="34" y="190"/>
                      </a:lnTo>
                      <a:lnTo>
                        <a:pt x="30" y="190"/>
                      </a:lnTo>
                      <a:lnTo>
                        <a:pt x="30" y="190"/>
                      </a:lnTo>
                      <a:lnTo>
                        <a:pt x="30" y="190"/>
                      </a:lnTo>
                      <a:lnTo>
                        <a:pt x="30" y="190"/>
                      </a:lnTo>
                      <a:lnTo>
                        <a:pt x="30" y="188"/>
                      </a:lnTo>
                      <a:lnTo>
                        <a:pt x="30" y="190"/>
                      </a:lnTo>
                      <a:lnTo>
                        <a:pt x="30" y="190"/>
                      </a:lnTo>
                      <a:lnTo>
                        <a:pt x="30" y="190"/>
                      </a:lnTo>
                      <a:lnTo>
                        <a:pt x="26" y="190"/>
                      </a:lnTo>
                      <a:lnTo>
                        <a:pt x="26" y="190"/>
                      </a:lnTo>
                      <a:lnTo>
                        <a:pt x="24" y="190"/>
                      </a:lnTo>
                      <a:lnTo>
                        <a:pt x="24" y="190"/>
                      </a:lnTo>
                      <a:lnTo>
                        <a:pt x="24" y="190"/>
                      </a:lnTo>
                      <a:lnTo>
                        <a:pt x="24" y="190"/>
                      </a:lnTo>
                      <a:lnTo>
                        <a:pt x="20" y="190"/>
                      </a:lnTo>
                      <a:lnTo>
                        <a:pt x="20" y="190"/>
                      </a:lnTo>
                      <a:lnTo>
                        <a:pt x="20" y="190"/>
                      </a:lnTo>
                      <a:lnTo>
                        <a:pt x="20" y="190"/>
                      </a:lnTo>
                      <a:lnTo>
                        <a:pt x="20" y="190"/>
                      </a:lnTo>
                      <a:lnTo>
                        <a:pt x="16" y="190"/>
                      </a:lnTo>
                      <a:lnTo>
                        <a:pt x="16" y="190"/>
                      </a:lnTo>
                      <a:lnTo>
                        <a:pt x="16" y="190"/>
                      </a:lnTo>
                      <a:lnTo>
                        <a:pt x="16" y="190"/>
                      </a:lnTo>
                      <a:lnTo>
                        <a:pt x="16" y="190"/>
                      </a:lnTo>
                      <a:lnTo>
                        <a:pt x="12" y="190"/>
                      </a:lnTo>
                      <a:lnTo>
                        <a:pt x="12" y="190"/>
                      </a:lnTo>
                      <a:lnTo>
                        <a:pt x="12" y="194"/>
                      </a:lnTo>
                      <a:lnTo>
                        <a:pt x="12" y="194"/>
                      </a:lnTo>
                      <a:lnTo>
                        <a:pt x="12" y="194"/>
                      </a:lnTo>
                      <a:lnTo>
                        <a:pt x="12" y="194"/>
                      </a:lnTo>
                      <a:lnTo>
                        <a:pt x="12" y="198"/>
                      </a:lnTo>
                      <a:lnTo>
                        <a:pt x="8" y="198"/>
                      </a:lnTo>
                      <a:lnTo>
                        <a:pt x="8" y="198"/>
                      </a:lnTo>
                      <a:lnTo>
                        <a:pt x="8" y="198"/>
                      </a:lnTo>
                      <a:lnTo>
                        <a:pt x="8" y="194"/>
                      </a:lnTo>
                      <a:lnTo>
                        <a:pt x="8" y="194"/>
                      </a:lnTo>
                      <a:lnTo>
                        <a:pt x="8" y="194"/>
                      </a:lnTo>
                      <a:lnTo>
                        <a:pt x="8" y="194"/>
                      </a:lnTo>
                      <a:lnTo>
                        <a:pt x="8" y="194"/>
                      </a:lnTo>
                      <a:lnTo>
                        <a:pt x="12" y="190"/>
                      </a:lnTo>
                      <a:lnTo>
                        <a:pt x="12" y="190"/>
                      </a:lnTo>
                      <a:lnTo>
                        <a:pt x="12" y="190"/>
                      </a:lnTo>
                      <a:lnTo>
                        <a:pt x="12" y="190"/>
                      </a:lnTo>
                      <a:lnTo>
                        <a:pt x="12" y="190"/>
                      </a:lnTo>
                      <a:lnTo>
                        <a:pt x="12" y="188"/>
                      </a:lnTo>
                      <a:lnTo>
                        <a:pt x="12" y="188"/>
                      </a:lnTo>
                      <a:lnTo>
                        <a:pt x="12" y="184"/>
                      </a:lnTo>
                      <a:lnTo>
                        <a:pt x="12" y="184"/>
                      </a:lnTo>
                      <a:lnTo>
                        <a:pt x="12" y="184"/>
                      </a:lnTo>
                      <a:lnTo>
                        <a:pt x="12" y="184"/>
                      </a:lnTo>
                      <a:lnTo>
                        <a:pt x="16" y="180"/>
                      </a:lnTo>
                      <a:lnTo>
                        <a:pt x="16" y="180"/>
                      </a:lnTo>
                      <a:lnTo>
                        <a:pt x="16" y="176"/>
                      </a:lnTo>
                      <a:lnTo>
                        <a:pt x="16" y="176"/>
                      </a:lnTo>
                      <a:lnTo>
                        <a:pt x="16" y="176"/>
                      </a:lnTo>
                      <a:lnTo>
                        <a:pt x="16" y="172"/>
                      </a:lnTo>
                      <a:lnTo>
                        <a:pt x="16" y="172"/>
                      </a:lnTo>
                      <a:lnTo>
                        <a:pt x="16" y="172"/>
                      </a:lnTo>
                      <a:lnTo>
                        <a:pt x="16" y="168"/>
                      </a:lnTo>
                      <a:lnTo>
                        <a:pt x="16" y="164"/>
                      </a:lnTo>
                      <a:lnTo>
                        <a:pt x="16" y="164"/>
                      </a:lnTo>
                      <a:lnTo>
                        <a:pt x="16" y="160"/>
                      </a:lnTo>
                      <a:lnTo>
                        <a:pt x="16" y="160"/>
                      </a:lnTo>
                      <a:lnTo>
                        <a:pt x="16" y="160"/>
                      </a:lnTo>
                      <a:lnTo>
                        <a:pt x="16" y="158"/>
                      </a:lnTo>
                      <a:lnTo>
                        <a:pt x="16" y="158"/>
                      </a:lnTo>
                      <a:lnTo>
                        <a:pt x="16" y="158"/>
                      </a:lnTo>
                      <a:lnTo>
                        <a:pt x="16" y="158"/>
                      </a:lnTo>
                      <a:lnTo>
                        <a:pt x="16" y="158"/>
                      </a:lnTo>
                      <a:lnTo>
                        <a:pt x="16" y="158"/>
                      </a:lnTo>
                      <a:lnTo>
                        <a:pt x="16" y="154"/>
                      </a:lnTo>
                      <a:lnTo>
                        <a:pt x="16" y="154"/>
                      </a:lnTo>
                      <a:lnTo>
                        <a:pt x="16" y="150"/>
                      </a:lnTo>
                      <a:lnTo>
                        <a:pt x="16" y="150"/>
                      </a:lnTo>
                      <a:lnTo>
                        <a:pt x="16" y="150"/>
                      </a:lnTo>
                      <a:lnTo>
                        <a:pt x="12" y="150"/>
                      </a:lnTo>
                      <a:lnTo>
                        <a:pt x="12" y="146"/>
                      </a:lnTo>
                      <a:lnTo>
                        <a:pt x="12" y="146"/>
                      </a:lnTo>
                      <a:lnTo>
                        <a:pt x="12" y="146"/>
                      </a:lnTo>
                      <a:lnTo>
                        <a:pt x="12" y="146"/>
                      </a:lnTo>
                      <a:lnTo>
                        <a:pt x="12" y="146"/>
                      </a:lnTo>
                      <a:lnTo>
                        <a:pt x="12" y="146"/>
                      </a:lnTo>
                      <a:lnTo>
                        <a:pt x="12" y="142"/>
                      </a:lnTo>
                      <a:lnTo>
                        <a:pt x="8" y="142"/>
                      </a:lnTo>
                      <a:lnTo>
                        <a:pt x="8" y="142"/>
                      </a:lnTo>
                      <a:lnTo>
                        <a:pt x="12" y="142"/>
                      </a:lnTo>
                      <a:lnTo>
                        <a:pt x="12" y="142"/>
                      </a:lnTo>
                      <a:lnTo>
                        <a:pt x="12" y="142"/>
                      </a:lnTo>
                      <a:lnTo>
                        <a:pt x="12" y="142"/>
                      </a:lnTo>
                      <a:lnTo>
                        <a:pt x="12" y="138"/>
                      </a:lnTo>
                      <a:lnTo>
                        <a:pt x="12" y="138"/>
                      </a:lnTo>
                      <a:lnTo>
                        <a:pt x="12" y="138"/>
                      </a:lnTo>
                      <a:lnTo>
                        <a:pt x="12" y="138"/>
                      </a:lnTo>
                      <a:lnTo>
                        <a:pt x="12" y="142"/>
                      </a:lnTo>
                      <a:lnTo>
                        <a:pt x="12" y="142"/>
                      </a:lnTo>
                      <a:lnTo>
                        <a:pt x="12" y="142"/>
                      </a:lnTo>
                      <a:lnTo>
                        <a:pt x="12" y="142"/>
                      </a:lnTo>
                      <a:lnTo>
                        <a:pt x="12" y="138"/>
                      </a:lnTo>
                      <a:lnTo>
                        <a:pt x="12" y="138"/>
                      </a:lnTo>
                      <a:lnTo>
                        <a:pt x="12" y="138"/>
                      </a:lnTo>
                      <a:lnTo>
                        <a:pt x="12" y="138"/>
                      </a:lnTo>
                      <a:lnTo>
                        <a:pt x="12" y="134"/>
                      </a:lnTo>
                      <a:lnTo>
                        <a:pt x="12" y="132"/>
                      </a:lnTo>
                      <a:lnTo>
                        <a:pt x="12" y="132"/>
                      </a:lnTo>
                      <a:lnTo>
                        <a:pt x="16" y="128"/>
                      </a:lnTo>
                      <a:lnTo>
                        <a:pt x="12" y="128"/>
                      </a:lnTo>
                      <a:lnTo>
                        <a:pt x="12" y="124"/>
                      </a:lnTo>
                      <a:lnTo>
                        <a:pt x="12" y="124"/>
                      </a:lnTo>
                      <a:lnTo>
                        <a:pt x="12" y="120"/>
                      </a:lnTo>
                      <a:lnTo>
                        <a:pt x="12" y="120"/>
                      </a:lnTo>
                      <a:lnTo>
                        <a:pt x="12" y="120"/>
                      </a:lnTo>
                      <a:lnTo>
                        <a:pt x="8" y="120"/>
                      </a:lnTo>
                      <a:lnTo>
                        <a:pt x="8" y="118"/>
                      </a:lnTo>
                      <a:lnTo>
                        <a:pt x="8" y="120"/>
                      </a:lnTo>
                      <a:lnTo>
                        <a:pt x="8" y="120"/>
                      </a:lnTo>
                      <a:lnTo>
                        <a:pt x="8" y="120"/>
                      </a:lnTo>
                      <a:lnTo>
                        <a:pt x="8" y="120"/>
                      </a:lnTo>
                      <a:lnTo>
                        <a:pt x="8" y="120"/>
                      </a:lnTo>
                      <a:lnTo>
                        <a:pt x="8" y="120"/>
                      </a:lnTo>
                      <a:lnTo>
                        <a:pt x="4" y="114"/>
                      </a:lnTo>
                      <a:lnTo>
                        <a:pt x="4" y="114"/>
                      </a:lnTo>
                      <a:lnTo>
                        <a:pt x="4" y="110"/>
                      </a:lnTo>
                      <a:lnTo>
                        <a:pt x="4" y="114"/>
                      </a:lnTo>
                      <a:lnTo>
                        <a:pt x="0" y="114"/>
                      </a:lnTo>
                      <a:lnTo>
                        <a:pt x="4" y="114"/>
                      </a:lnTo>
                      <a:lnTo>
                        <a:pt x="0" y="118"/>
                      </a:lnTo>
                      <a:lnTo>
                        <a:pt x="0" y="118"/>
                      </a:lnTo>
                      <a:lnTo>
                        <a:pt x="0" y="118"/>
                      </a:lnTo>
                      <a:lnTo>
                        <a:pt x="0" y="118"/>
                      </a:lnTo>
                      <a:lnTo>
                        <a:pt x="0" y="118"/>
                      </a:lnTo>
                      <a:lnTo>
                        <a:pt x="0" y="114"/>
                      </a:lnTo>
                      <a:lnTo>
                        <a:pt x="0" y="114"/>
                      </a:lnTo>
                      <a:lnTo>
                        <a:pt x="4" y="114"/>
                      </a:lnTo>
                      <a:lnTo>
                        <a:pt x="4" y="110"/>
                      </a:lnTo>
                      <a:lnTo>
                        <a:pt x="4" y="110"/>
                      </a:lnTo>
                      <a:lnTo>
                        <a:pt x="8" y="110"/>
                      </a:lnTo>
                      <a:lnTo>
                        <a:pt x="16" y="110"/>
                      </a:lnTo>
                      <a:lnTo>
                        <a:pt x="16" y="110"/>
                      </a:lnTo>
                      <a:lnTo>
                        <a:pt x="20" y="110"/>
                      </a:lnTo>
                      <a:lnTo>
                        <a:pt x="20" y="110"/>
                      </a:lnTo>
                      <a:lnTo>
                        <a:pt x="26" y="110"/>
                      </a:lnTo>
                      <a:lnTo>
                        <a:pt x="30" y="110"/>
                      </a:lnTo>
                      <a:lnTo>
                        <a:pt x="34" y="110"/>
                      </a:lnTo>
                      <a:lnTo>
                        <a:pt x="38" y="110"/>
                      </a:lnTo>
                      <a:lnTo>
                        <a:pt x="42" y="110"/>
                      </a:lnTo>
                      <a:lnTo>
                        <a:pt x="42" y="110"/>
                      </a:lnTo>
                      <a:lnTo>
                        <a:pt x="46" y="110"/>
                      </a:lnTo>
                      <a:lnTo>
                        <a:pt x="54" y="110"/>
                      </a:lnTo>
                      <a:lnTo>
                        <a:pt x="60" y="110"/>
                      </a:lnTo>
                      <a:lnTo>
                        <a:pt x="60" y="106"/>
                      </a:lnTo>
                      <a:lnTo>
                        <a:pt x="60" y="98"/>
                      </a:lnTo>
                      <a:lnTo>
                        <a:pt x="56" y="94"/>
                      </a:lnTo>
                      <a:lnTo>
                        <a:pt x="56" y="94"/>
                      </a:lnTo>
                      <a:lnTo>
                        <a:pt x="56" y="90"/>
                      </a:lnTo>
                      <a:lnTo>
                        <a:pt x="56" y="90"/>
                      </a:lnTo>
                      <a:lnTo>
                        <a:pt x="56" y="88"/>
                      </a:lnTo>
                      <a:lnTo>
                        <a:pt x="56" y="88"/>
                      </a:lnTo>
                      <a:lnTo>
                        <a:pt x="56" y="88"/>
                      </a:lnTo>
                      <a:lnTo>
                        <a:pt x="56" y="84"/>
                      </a:lnTo>
                      <a:lnTo>
                        <a:pt x="56" y="84"/>
                      </a:lnTo>
                      <a:lnTo>
                        <a:pt x="56" y="80"/>
                      </a:lnTo>
                      <a:lnTo>
                        <a:pt x="56" y="80"/>
                      </a:lnTo>
                      <a:lnTo>
                        <a:pt x="60" y="80"/>
                      </a:lnTo>
                      <a:lnTo>
                        <a:pt x="64" y="76"/>
                      </a:lnTo>
                      <a:lnTo>
                        <a:pt x="64" y="76"/>
                      </a:lnTo>
                      <a:lnTo>
                        <a:pt x="64" y="72"/>
                      </a:lnTo>
                      <a:lnTo>
                        <a:pt x="64" y="72"/>
                      </a:lnTo>
                      <a:lnTo>
                        <a:pt x="68" y="72"/>
                      </a:lnTo>
                      <a:lnTo>
                        <a:pt x="72" y="72"/>
                      </a:lnTo>
                      <a:lnTo>
                        <a:pt x="72" y="72"/>
                      </a:lnTo>
                      <a:lnTo>
                        <a:pt x="72" y="72"/>
                      </a:lnTo>
                      <a:lnTo>
                        <a:pt x="72" y="64"/>
                      </a:lnTo>
                      <a:lnTo>
                        <a:pt x="72" y="60"/>
                      </a:lnTo>
                      <a:lnTo>
                        <a:pt x="72" y="54"/>
                      </a:lnTo>
                      <a:lnTo>
                        <a:pt x="72" y="54"/>
                      </a:lnTo>
                      <a:lnTo>
                        <a:pt x="72" y="46"/>
                      </a:lnTo>
                      <a:lnTo>
                        <a:pt x="72" y="46"/>
                      </a:lnTo>
                      <a:lnTo>
                        <a:pt x="72" y="46"/>
                      </a:lnTo>
                      <a:lnTo>
                        <a:pt x="72" y="38"/>
                      </a:lnTo>
                      <a:lnTo>
                        <a:pt x="72" y="38"/>
                      </a:lnTo>
                      <a:lnTo>
                        <a:pt x="72" y="38"/>
                      </a:lnTo>
                      <a:lnTo>
                        <a:pt x="72" y="30"/>
                      </a:lnTo>
                      <a:lnTo>
                        <a:pt x="72" y="30"/>
                      </a:lnTo>
                      <a:lnTo>
                        <a:pt x="72" y="30"/>
                      </a:lnTo>
                      <a:lnTo>
                        <a:pt x="72" y="24"/>
                      </a:lnTo>
                      <a:lnTo>
                        <a:pt x="80" y="24"/>
                      </a:lnTo>
                      <a:lnTo>
                        <a:pt x="84" y="24"/>
                      </a:lnTo>
                      <a:lnTo>
                        <a:pt x="90" y="24"/>
                      </a:lnTo>
                      <a:lnTo>
                        <a:pt x="94" y="24"/>
                      </a:lnTo>
                      <a:lnTo>
                        <a:pt x="102" y="24"/>
                      </a:lnTo>
                      <a:lnTo>
                        <a:pt x="102" y="24"/>
                      </a:lnTo>
                      <a:lnTo>
                        <a:pt x="102" y="24"/>
                      </a:lnTo>
                      <a:lnTo>
                        <a:pt x="102" y="24"/>
                      </a:lnTo>
                      <a:lnTo>
                        <a:pt x="106" y="24"/>
                      </a:lnTo>
                      <a:lnTo>
                        <a:pt x="106" y="24"/>
                      </a:lnTo>
                      <a:lnTo>
                        <a:pt x="110" y="24"/>
                      </a:lnTo>
                      <a:lnTo>
                        <a:pt x="110" y="24"/>
                      </a:lnTo>
                      <a:lnTo>
                        <a:pt x="120" y="24"/>
                      </a:lnTo>
                      <a:lnTo>
                        <a:pt x="120" y="24"/>
                      </a:lnTo>
                      <a:lnTo>
                        <a:pt x="120" y="24"/>
                      </a:lnTo>
                      <a:lnTo>
                        <a:pt x="120" y="16"/>
                      </a:lnTo>
                      <a:lnTo>
                        <a:pt x="120" y="8"/>
                      </a:lnTo>
                      <a:lnTo>
                        <a:pt x="120" y="8"/>
                      </a:lnTo>
                      <a:lnTo>
                        <a:pt x="120" y="0"/>
                      </a:lnTo>
                      <a:lnTo>
                        <a:pt x="120" y="0"/>
                      </a:lnTo>
                      <a:lnTo>
                        <a:pt x="128" y="4"/>
                      </a:lnTo>
                      <a:lnTo>
                        <a:pt x="128" y="8"/>
                      </a:lnTo>
                      <a:lnTo>
                        <a:pt x="136" y="12"/>
                      </a:lnTo>
                      <a:lnTo>
                        <a:pt x="136" y="12"/>
                      </a:lnTo>
                      <a:lnTo>
                        <a:pt x="140" y="16"/>
                      </a:lnTo>
                      <a:lnTo>
                        <a:pt x="142" y="16"/>
                      </a:lnTo>
                      <a:lnTo>
                        <a:pt x="142" y="20"/>
                      </a:lnTo>
                      <a:lnTo>
                        <a:pt x="146" y="20"/>
                      </a:lnTo>
                      <a:lnTo>
                        <a:pt x="150" y="24"/>
                      </a:lnTo>
                      <a:lnTo>
                        <a:pt x="154" y="28"/>
                      </a:lnTo>
                      <a:lnTo>
                        <a:pt x="154" y="28"/>
                      </a:lnTo>
                      <a:lnTo>
                        <a:pt x="162" y="30"/>
                      </a:lnTo>
                      <a:lnTo>
                        <a:pt x="162" y="30"/>
                      </a:lnTo>
                      <a:lnTo>
                        <a:pt x="166" y="34"/>
                      </a:lnTo>
                      <a:lnTo>
                        <a:pt x="170" y="38"/>
                      </a:lnTo>
                      <a:lnTo>
                        <a:pt x="172" y="42"/>
                      </a:lnTo>
                      <a:lnTo>
                        <a:pt x="172" y="42"/>
                      </a:lnTo>
                      <a:lnTo>
                        <a:pt x="176" y="42"/>
                      </a:lnTo>
                      <a:lnTo>
                        <a:pt x="176" y="42"/>
                      </a:lnTo>
                      <a:lnTo>
                        <a:pt x="176" y="42"/>
                      </a:lnTo>
                      <a:lnTo>
                        <a:pt x="172" y="42"/>
                      </a:lnTo>
                      <a:lnTo>
                        <a:pt x="162" y="42"/>
                      </a:lnTo>
                      <a:lnTo>
                        <a:pt x="158" y="42"/>
                      </a:lnTo>
                      <a:lnTo>
                        <a:pt x="154" y="42"/>
                      </a:lnTo>
                      <a:lnTo>
                        <a:pt x="154" y="42"/>
                      </a:lnTo>
                      <a:lnTo>
                        <a:pt x="150" y="42"/>
                      </a:lnTo>
                      <a:lnTo>
                        <a:pt x="150" y="42"/>
                      </a:lnTo>
                      <a:lnTo>
                        <a:pt x="150" y="50"/>
                      </a:lnTo>
                      <a:lnTo>
                        <a:pt x="150" y="50"/>
                      </a:lnTo>
                      <a:lnTo>
                        <a:pt x="150" y="54"/>
                      </a:lnTo>
                      <a:lnTo>
                        <a:pt x="150" y="58"/>
                      </a:lnTo>
                      <a:lnTo>
                        <a:pt x="154" y="64"/>
                      </a:lnTo>
                      <a:lnTo>
                        <a:pt x="154" y="72"/>
                      </a:lnTo>
                      <a:lnTo>
                        <a:pt x="154" y="80"/>
                      </a:lnTo>
                      <a:lnTo>
                        <a:pt x="154" y="80"/>
                      </a:lnTo>
                      <a:lnTo>
                        <a:pt x="154" y="80"/>
                      </a:lnTo>
                      <a:lnTo>
                        <a:pt x="154" y="84"/>
                      </a:lnTo>
                      <a:lnTo>
                        <a:pt x="154" y="94"/>
                      </a:lnTo>
                      <a:lnTo>
                        <a:pt x="154" y="98"/>
                      </a:lnTo>
                      <a:lnTo>
                        <a:pt x="158" y="102"/>
                      </a:lnTo>
                      <a:lnTo>
                        <a:pt x="158" y="106"/>
                      </a:lnTo>
                      <a:lnTo>
                        <a:pt x="158" y="110"/>
                      </a:lnTo>
                      <a:lnTo>
                        <a:pt x="158" y="114"/>
                      </a:lnTo>
                      <a:lnTo>
                        <a:pt x="158" y="118"/>
                      </a:lnTo>
                      <a:lnTo>
                        <a:pt x="158" y="120"/>
                      </a:lnTo>
                      <a:lnTo>
                        <a:pt x="158" y="128"/>
                      </a:lnTo>
                      <a:lnTo>
                        <a:pt x="158" y="134"/>
                      </a:lnTo>
                      <a:lnTo>
                        <a:pt x="158" y="134"/>
                      </a:lnTo>
                      <a:lnTo>
                        <a:pt x="162" y="142"/>
                      </a:lnTo>
                      <a:lnTo>
                        <a:pt x="162" y="146"/>
                      </a:lnTo>
                      <a:lnTo>
                        <a:pt x="162" y="146"/>
                      </a:lnTo>
                      <a:lnTo>
                        <a:pt x="162" y="154"/>
                      </a:lnTo>
                      <a:lnTo>
                        <a:pt x="162" y="154"/>
                      </a:lnTo>
                      <a:lnTo>
                        <a:pt x="162" y="160"/>
                      </a:lnTo>
                      <a:lnTo>
                        <a:pt x="162" y="164"/>
                      </a:lnTo>
                      <a:lnTo>
                        <a:pt x="162" y="168"/>
                      </a:lnTo>
                      <a:lnTo>
                        <a:pt x="162" y="176"/>
                      </a:lnTo>
                      <a:lnTo>
                        <a:pt x="166" y="188"/>
                      </a:lnTo>
                      <a:lnTo>
                        <a:pt x="166" y="190"/>
                      </a:lnTo>
                      <a:lnTo>
                        <a:pt x="170" y="194"/>
                      </a:lnTo>
                      <a:lnTo>
                        <a:pt x="170" y="198"/>
                      </a:lnTo>
                      <a:lnTo>
                        <a:pt x="170" y="198"/>
                      </a:lnTo>
                      <a:lnTo>
                        <a:pt x="166" y="202"/>
                      </a:lnTo>
                      <a:lnTo>
                        <a:pt x="166" y="210"/>
                      </a:lnTo>
                      <a:lnTo>
                        <a:pt x="166" y="210"/>
                      </a:lnTo>
                      <a:lnTo>
                        <a:pt x="166" y="210"/>
                      </a:lnTo>
                      <a:lnTo>
                        <a:pt x="166" y="210"/>
                      </a:lnTo>
                      <a:lnTo>
                        <a:pt x="158" y="210"/>
                      </a:lnTo>
                      <a:lnTo>
                        <a:pt x="154" y="210"/>
                      </a:lnTo>
                      <a:lnTo>
                        <a:pt x="154" y="210"/>
                      </a:lnTo>
                      <a:lnTo>
                        <a:pt x="154" y="210"/>
                      </a:lnTo>
                      <a:lnTo>
                        <a:pt x="150" y="210"/>
                      </a:lnTo>
                      <a:lnTo>
                        <a:pt x="142" y="210"/>
                      </a:lnTo>
                      <a:lnTo>
                        <a:pt x="140" y="210"/>
                      </a:lnTo>
                      <a:lnTo>
                        <a:pt x="140" y="210"/>
                      </a:lnTo>
                      <a:lnTo>
                        <a:pt x="136" y="210"/>
                      </a:lnTo>
                      <a:lnTo>
                        <a:pt x="132" y="210"/>
                      </a:lnTo>
                      <a:lnTo>
                        <a:pt x="128" y="210"/>
                      </a:lnTo>
                      <a:lnTo>
                        <a:pt x="124" y="210"/>
                      </a:lnTo>
                      <a:lnTo>
                        <a:pt x="124" y="210"/>
                      </a:lnTo>
                      <a:lnTo>
                        <a:pt x="120" y="210"/>
                      </a:lnTo>
                      <a:lnTo>
                        <a:pt x="116" y="210"/>
                      </a:lnTo>
                      <a:lnTo>
                        <a:pt x="116" y="210"/>
                      </a:lnTo>
                      <a:lnTo>
                        <a:pt x="116" y="210"/>
                      </a:lnTo>
                      <a:lnTo>
                        <a:pt x="112" y="210"/>
                      </a:lnTo>
                      <a:lnTo>
                        <a:pt x="112" y="210"/>
                      </a:lnTo>
                      <a:lnTo>
                        <a:pt x="112" y="210"/>
                      </a:lnTo>
                      <a:lnTo>
                        <a:pt x="112" y="210"/>
                      </a:lnTo>
                      <a:lnTo>
                        <a:pt x="112" y="206"/>
                      </a:lnTo>
                      <a:lnTo>
                        <a:pt x="112" y="206"/>
                      </a:lnTo>
                      <a:lnTo>
                        <a:pt x="110" y="210"/>
                      </a:lnTo>
                      <a:lnTo>
                        <a:pt x="110" y="210"/>
                      </a:lnTo>
                      <a:lnTo>
                        <a:pt x="110" y="210"/>
                      </a:lnTo>
                      <a:lnTo>
                        <a:pt x="106" y="210"/>
                      </a:lnTo>
                      <a:lnTo>
                        <a:pt x="106" y="210"/>
                      </a:lnTo>
                      <a:lnTo>
                        <a:pt x="106" y="214"/>
                      </a:lnTo>
                      <a:lnTo>
                        <a:pt x="106" y="214"/>
                      </a:lnTo>
                      <a:lnTo>
                        <a:pt x="106" y="214"/>
                      </a:lnTo>
                      <a:lnTo>
                        <a:pt x="102" y="214"/>
                      </a:lnTo>
                      <a:lnTo>
                        <a:pt x="102" y="214"/>
                      </a:lnTo>
                      <a:lnTo>
                        <a:pt x="102" y="214"/>
                      </a:lnTo>
                      <a:lnTo>
                        <a:pt x="102" y="214"/>
                      </a:lnTo>
                      <a:lnTo>
                        <a:pt x="98" y="210"/>
                      </a:lnTo>
                      <a:lnTo>
                        <a:pt x="98" y="210"/>
                      </a:lnTo>
                      <a:lnTo>
                        <a:pt x="98" y="210"/>
                      </a:lnTo>
                      <a:lnTo>
                        <a:pt x="94" y="210"/>
                      </a:lnTo>
                      <a:lnTo>
                        <a:pt x="94" y="210"/>
                      </a:lnTo>
                      <a:lnTo>
                        <a:pt x="94" y="210"/>
                      </a:lnTo>
                      <a:lnTo>
                        <a:pt x="94" y="210"/>
                      </a:lnTo>
                      <a:lnTo>
                        <a:pt x="90" y="210"/>
                      </a:lnTo>
                      <a:lnTo>
                        <a:pt x="90" y="210"/>
                      </a:lnTo>
                      <a:lnTo>
                        <a:pt x="90" y="210"/>
                      </a:lnTo>
                      <a:lnTo>
                        <a:pt x="90" y="210"/>
                      </a:lnTo>
                      <a:close/>
                      <a:moveTo>
                        <a:pt x="12" y="138"/>
                      </a:moveTo>
                      <a:lnTo>
                        <a:pt x="12" y="138"/>
                      </a:lnTo>
                      <a:lnTo>
                        <a:pt x="12" y="138"/>
                      </a:lnTo>
                      <a:lnTo>
                        <a:pt x="12" y="134"/>
                      </a:lnTo>
                      <a:lnTo>
                        <a:pt x="12" y="134"/>
                      </a:lnTo>
                      <a:lnTo>
                        <a:pt x="12" y="134"/>
                      </a:lnTo>
                      <a:lnTo>
                        <a:pt x="12" y="134"/>
                      </a:lnTo>
                      <a:lnTo>
                        <a:pt x="12" y="134"/>
                      </a:lnTo>
                      <a:lnTo>
                        <a:pt x="12" y="134"/>
                      </a:lnTo>
                      <a:lnTo>
                        <a:pt x="12" y="134"/>
                      </a:lnTo>
                      <a:lnTo>
                        <a:pt x="12" y="134"/>
                      </a:lnTo>
                      <a:lnTo>
                        <a:pt x="12" y="134"/>
                      </a:lnTo>
                      <a:lnTo>
                        <a:pt x="12" y="138"/>
                      </a:lnTo>
                      <a:lnTo>
                        <a:pt x="12" y="138"/>
                      </a:lnTo>
                      <a:lnTo>
                        <a:pt x="12" y="138"/>
                      </a:lnTo>
                      <a:lnTo>
                        <a:pt x="12" y="138"/>
                      </a:lnTo>
                      <a:lnTo>
                        <a:pt x="12" y="138"/>
                      </a:lnTo>
                      <a:lnTo>
                        <a:pt x="12" y="138"/>
                      </a:lnTo>
                      <a:lnTo>
                        <a:pt x="12" y="138"/>
                      </a:lnTo>
                      <a:lnTo>
                        <a:pt x="12" y="138"/>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169" name="Freeform 158">
                  <a:extLst>
                    <a:ext uri="{FF2B5EF4-FFF2-40B4-BE49-F238E27FC236}">
                      <a16:creationId xmlns:a16="http://schemas.microsoft.com/office/drawing/2014/main" id="{88D469EA-AF2A-F56B-E5BE-0A368F78409A}"/>
                    </a:ext>
                  </a:extLst>
                </p:cNvPr>
                <p:cNvSpPr>
                  <a:spLocks/>
                </p:cNvSpPr>
                <p:nvPr/>
              </p:nvSpPr>
              <p:spPr bwMode="gray">
                <a:xfrm>
                  <a:off x="4476451" y="3413524"/>
                  <a:ext cx="299153" cy="267846"/>
                </a:xfrm>
                <a:custGeom>
                  <a:avLst/>
                  <a:gdLst>
                    <a:gd name="T0" fmla="*/ 126 w 172"/>
                    <a:gd name="T1" fmla="*/ 16 h 154"/>
                    <a:gd name="T2" fmla="*/ 134 w 172"/>
                    <a:gd name="T3" fmla="*/ 16 h 154"/>
                    <a:gd name="T4" fmla="*/ 142 w 172"/>
                    <a:gd name="T5" fmla="*/ 16 h 154"/>
                    <a:gd name="T6" fmla="*/ 146 w 172"/>
                    <a:gd name="T7" fmla="*/ 16 h 154"/>
                    <a:gd name="T8" fmla="*/ 146 w 172"/>
                    <a:gd name="T9" fmla="*/ 16 h 154"/>
                    <a:gd name="T10" fmla="*/ 148 w 172"/>
                    <a:gd name="T11" fmla="*/ 16 h 154"/>
                    <a:gd name="T12" fmla="*/ 156 w 172"/>
                    <a:gd name="T13" fmla="*/ 20 h 154"/>
                    <a:gd name="T14" fmla="*/ 160 w 172"/>
                    <a:gd name="T15" fmla="*/ 26 h 154"/>
                    <a:gd name="T16" fmla="*/ 164 w 172"/>
                    <a:gd name="T17" fmla="*/ 38 h 154"/>
                    <a:gd name="T18" fmla="*/ 164 w 172"/>
                    <a:gd name="T19" fmla="*/ 46 h 154"/>
                    <a:gd name="T20" fmla="*/ 164 w 172"/>
                    <a:gd name="T21" fmla="*/ 56 h 154"/>
                    <a:gd name="T22" fmla="*/ 172 w 172"/>
                    <a:gd name="T23" fmla="*/ 64 h 154"/>
                    <a:gd name="T24" fmla="*/ 168 w 172"/>
                    <a:gd name="T25" fmla="*/ 72 h 154"/>
                    <a:gd name="T26" fmla="*/ 168 w 172"/>
                    <a:gd name="T27" fmla="*/ 76 h 154"/>
                    <a:gd name="T28" fmla="*/ 160 w 172"/>
                    <a:gd name="T29" fmla="*/ 72 h 154"/>
                    <a:gd name="T30" fmla="*/ 152 w 172"/>
                    <a:gd name="T31" fmla="*/ 72 h 154"/>
                    <a:gd name="T32" fmla="*/ 146 w 172"/>
                    <a:gd name="T33" fmla="*/ 76 h 154"/>
                    <a:gd name="T34" fmla="*/ 142 w 172"/>
                    <a:gd name="T35" fmla="*/ 78 h 154"/>
                    <a:gd name="T36" fmla="*/ 134 w 172"/>
                    <a:gd name="T37" fmla="*/ 78 h 154"/>
                    <a:gd name="T38" fmla="*/ 130 w 172"/>
                    <a:gd name="T39" fmla="*/ 86 h 154"/>
                    <a:gd name="T40" fmla="*/ 134 w 172"/>
                    <a:gd name="T41" fmla="*/ 94 h 154"/>
                    <a:gd name="T42" fmla="*/ 130 w 172"/>
                    <a:gd name="T43" fmla="*/ 94 h 154"/>
                    <a:gd name="T44" fmla="*/ 126 w 172"/>
                    <a:gd name="T45" fmla="*/ 98 h 154"/>
                    <a:gd name="T46" fmla="*/ 118 w 172"/>
                    <a:gd name="T47" fmla="*/ 102 h 154"/>
                    <a:gd name="T48" fmla="*/ 116 w 172"/>
                    <a:gd name="T49" fmla="*/ 108 h 154"/>
                    <a:gd name="T50" fmla="*/ 112 w 172"/>
                    <a:gd name="T51" fmla="*/ 112 h 154"/>
                    <a:gd name="T52" fmla="*/ 100 w 172"/>
                    <a:gd name="T53" fmla="*/ 116 h 154"/>
                    <a:gd name="T54" fmla="*/ 96 w 172"/>
                    <a:gd name="T55" fmla="*/ 116 h 154"/>
                    <a:gd name="T56" fmla="*/ 92 w 172"/>
                    <a:gd name="T57" fmla="*/ 120 h 154"/>
                    <a:gd name="T58" fmla="*/ 86 w 172"/>
                    <a:gd name="T59" fmla="*/ 120 h 154"/>
                    <a:gd name="T60" fmla="*/ 78 w 172"/>
                    <a:gd name="T61" fmla="*/ 124 h 154"/>
                    <a:gd name="T62" fmla="*/ 74 w 172"/>
                    <a:gd name="T63" fmla="*/ 124 h 154"/>
                    <a:gd name="T64" fmla="*/ 66 w 172"/>
                    <a:gd name="T65" fmla="*/ 130 h 154"/>
                    <a:gd name="T66" fmla="*/ 62 w 172"/>
                    <a:gd name="T67" fmla="*/ 154 h 154"/>
                    <a:gd name="T68" fmla="*/ 44 w 172"/>
                    <a:gd name="T69" fmla="*/ 154 h 154"/>
                    <a:gd name="T70" fmla="*/ 0 w 172"/>
                    <a:gd name="T71" fmla="*/ 154 h 154"/>
                    <a:gd name="T72" fmla="*/ 4 w 172"/>
                    <a:gd name="T73" fmla="*/ 150 h 154"/>
                    <a:gd name="T74" fmla="*/ 18 w 172"/>
                    <a:gd name="T75" fmla="*/ 146 h 154"/>
                    <a:gd name="T76" fmla="*/ 30 w 172"/>
                    <a:gd name="T77" fmla="*/ 134 h 154"/>
                    <a:gd name="T78" fmla="*/ 36 w 172"/>
                    <a:gd name="T79" fmla="*/ 130 h 154"/>
                    <a:gd name="T80" fmla="*/ 40 w 172"/>
                    <a:gd name="T81" fmla="*/ 124 h 154"/>
                    <a:gd name="T82" fmla="*/ 48 w 172"/>
                    <a:gd name="T83" fmla="*/ 116 h 154"/>
                    <a:gd name="T84" fmla="*/ 52 w 172"/>
                    <a:gd name="T85" fmla="*/ 104 h 154"/>
                    <a:gd name="T86" fmla="*/ 48 w 172"/>
                    <a:gd name="T87" fmla="*/ 98 h 154"/>
                    <a:gd name="T88" fmla="*/ 48 w 172"/>
                    <a:gd name="T89" fmla="*/ 86 h 154"/>
                    <a:gd name="T90" fmla="*/ 48 w 172"/>
                    <a:gd name="T91" fmla="*/ 78 h 154"/>
                    <a:gd name="T92" fmla="*/ 56 w 172"/>
                    <a:gd name="T93" fmla="*/ 64 h 154"/>
                    <a:gd name="T94" fmla="*/ 60 w 172"/>
                    <a:gd name="T95" fmla="*/ 60 h 154"/>
                    <a:gd name="T96" fmla="*/ 66 w 172"/>
                    <a:gd name="T97" fmla="*/ 52 h 154"/>
                    <a:gd name="T98" fmla="*/ 70 w 172"/>
                    <a:gd name="T99" fmla="*/ 50 h 154"/>
                    <a:gd name="T100" fmla="*/ 82 w 172"/>
                    <a:gd name="T101" fmla="*/ 42 h 154"/>
                    <a:gd name="T102" fmla="*/ 90 w 172"/>
                    <a:gd name="T103" fmla="*/ 38 h 154"/>
                    <a:gd name="T104" fmla="*/ 96 w 172"/>
                    <a:gd name="T105" fmla="*/ 22 h 154"/>
                    <a:gd name="T106" fmla="*/ 100 w 172"/>
                    <a:gd name="T107" fmla="*/ 12 h 154"/>
                    <a:gd name="T108" fmla="*/ 108 w 172"/>
                    <a:gd name="T109" fmla="*/ 4 h 154"/>
                    <a:gd name="T110" fmla="*/ 112 w 172"/>
                    <a:gd name="T111" fmla="*/ 4 h 154"/>
                    <a:gd name="T112" fmla="*/ 112 w 172"/>
                    <a:gd name="T113" fmla="*/ 8 h 154"/>
                    <a:gd name="T114" fmla="*/ 122 w 172"/>
                    <a:gd name="T115" fmla="*/ 16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72" h="154">
                      <a:moveTo>
                        <a:pt x="122" y="16"/>
                      </a:moveTo>
                      <a:lnTo>
                        <a:pt x="122" y="16"/>
                      </a:lnTo>
                      <a:lnTo>
                        <a:pt x="122" y="16"/>
                      </a:lnTo>
                      <a:lnTo>
                        <a:pt x="126" y="16"/>
                      </a:lnTo>
                      <a:lnTo>
                        <a:pt x="126" y="16"/>
                      </a:lnTo>
                      <a:lnTo>
                        <a:pt x="126" y="16"/>
                      </a:lnTo>
                      <a:lnTo>
                        <a:pt x="126" y="16"/>
                      </a:lnTo>
                      <a:lnTo>
                        <a:pt x="126" y="16"/>
                      </a:lnTo>
                      <a:lnTo>
                        <a:pt x="130" y="16"/>
                      </a:lnTo>
                      <a:lnTo>
                        <a:pt x="130" y="16"/>
                      </a:lnTo>
                      <a:lnTo>
                        <a:pt x="130" y="16"/>
                      </a:lnTo>
                      <a:lnTo>
                        <a:pt x="130" y="16"/>
                      </a:lnTo>
                      <a:lnTo>
                        <a:pt x="130" y="16"/>
                      </a:lnTo>
                      <a:lnTo>
                        <a:pt x="134" y="16"/>
                      </a:lnTo>
                      <a:lnTo>
                        <a:pt x="134" y="16"/>
                      </a:lnTo>
                      <a:lnTo>
                        <a:pt x="134" y="16"/>
                      </a:lnTo>
                      <a:lnTo>
                        <a:pt x="134" y="16"/>
                      </a:lnTo>
                      <a:lnTo>
                        <a:pt x="134" y="16"/>
                      </a:lnTo>
                      <a:lnTo>
                        <a:pt x="138" y="16"/>
                      </a:lnTo>
                      <a:lnTo>
                        <a:pt x="138" y="16"/>
                      </a:lnTo>
                      <a:lnTo>
                        <a:pt x="138" y="16"/>
                      </a:lnTo>
                      <a:lnTo>
                        <a:pt x="138" y="16"/>
                      </a:lnTo>
                      <a:lnTo>
                        <a:pt x="142" y="16"/>
                      </a:lnTo>
                      <a:lnTo>
                        <a:pt x="142" y="16"/>
                      </a:lnTo>
                      <a:lnTo>
                        <a:pt x="146" y="12"/>
                      </a:lnTo>
                      <a:lnTo>
                        <a:pt x="146" y="12"/>
                      </a:lnTo>
                      <a:lnTo>
                        <a:pt x="146" y="12"/>
                      </a:lnTo>
                      <a:lnTo>
                        <a:pt x="146" y="12"/>
                      </a:lnTo>
                      <a:lnTo>
                        <a:pt x="146" y="12"/>
                      </a:lnTo>
                      <a:lnTo>
                        <a:pt x="146" y="16"/>
                      </a:lnTo>
                      <a:lnTo>
                        <a:pt x="146" y="16"/>
                      </a:lnTo>
                      <a:lnTo>
                        <a:pt x="146" y="16"/>
                      </a:lnTo>
                      <a:lnTo>
                        <a:pt x="146" y="16"/>
                      </a:lnTo>
                      <a:lnTo>
                        <a:pt x="146" y="16"/>
                      </a:lnTo>
                      <a:lnTo>
                        <a:pt x="146" y="16"/>
                      </a:lnTo>
                      <a:lnTo>
                        <a:pt x="146" y="16"/>
                      </a:lnTo>
                      <a:lnTo>
                        <a:pt x="146" y="16"/>
                      </a:lnTo>
                      <a:lnTo>
                        <a:pt x="146" y="16"/>
                      </a:lnTo>
                      <a:lnTo>
                        <a:pt x="146" y="16"/>
                      </a:lnTo>
                      <a:lnTo>
                        <a:pt x="146" y="16"/>
                      </a:lnTo>
                      <a:lnTo>
                        <a:pt x="146" y="16"/>
                      </a:lnTo>
                      <a:lnTo>
                        <a:pt x="146" y="16"/>
                      </a:lnTo>
                      <a:lnTo>
                        <a:pt x="146" y="16"/>
                      </a:lnTo>
                      <a:lnTo>
                        <a:pt x="146" y="16"/>
                      </a:lnTo>
                      <a:lnTo>
                        <a:pt x="146" y="16"/>
                      </a:lnTo>
                      <a:lnTo>
                        <a:pt x="148" y="16"/>
                      </a:lnTo>
                      <a:lnTo>
                        <a:pt x="148" y="16"/>
                      </a:lnTo>
                      <a:lnTo>
                        <a:pt x="148" y="16"/>
                      </a:lnTo>
                      <a:lnTo>
                        <a:pt x="148" y="20"/>
                      </a:lnTo>
                      <a:lnTo>
                        <a:pt x="148" y="20"/>
                      </a:lnTo>
                      <a:lnTo>
                        <a:pt x="152" y="16"/>
                      </a:lnTo>
                      <a:lnTo>
                        <a:pt x="152" y="16"/>
                      </a:lnTo>
                      <a:lnTo>
                        <a:pt x="152" y="20"/>
                      </a:lnTo>
                      <a:lnTo>
                        <a:pt x="156" y="20"/>
                      </a:lnTo>
                      <a:lnTo>
                        <a:pt x="156" y="20"/>
                      </a:lnTo>
                      <a:lnTo>
                        <a:pt x="156" y="20"/>
                      </a:lnTo>
                      <a:lnTo>
                        <a:pt x="156" y="20"/>
                      </a:lnTo>
                      <a:lnTo>
                        <a:pt x="156" y="20"/>
                      </a:lnTo>
                      <a:lnTo>
                        <a:pt x="160" y="22"/>
                      </a:lnTo>
                      <a:lnTo>
                        <a:pt x="160" y="22"/>
                      </a:lnTo>
                      <a:lnTo>
                        <a:pt x="160" y="22"/>
                      </a:lnTo>
                      <a:lnTo>
                        <a:pt x="160" y="26"/>
                      </a:lnTo>
                      <a:lnTo>
                        <a:pt x="160" y="26"/>
                      </a:lnTo>
                      <a:lnTo>
                        <a:pt x="160" y="26"/>
                      </a:lnTo>
                      <a:lnTo>
                        <a:pt x="160" y="30"/>
                      </a:lnTo>
                      <a:lnTo>
                        <a:pt x="164" y="30"/>
                      </a:lnTo>
                      <a:lnTo>
                        <a:pt x="160" y="30"/>
                      </a:lnTo>
                      <a:lnTo>
                        <a:pt x="160" y="30"/>
                      </a:lnTo>
                      <a:lnTo>
                        <a:pt x="160" y="30"/>
                      </a:lnTo>
                      <a:lnTo>
                        <a:pt x="160" y="34"/>
                      </a:lnTo>
                      <a:lnTo>
                        <a:pt x="164" y="38"/>
                      </a:lnTo>
                      <a:lnTo>
                        <a:pt x="164" y="38"/>
                      </a:lnTo>
                      <a:lnTo>
                        <a:pt x="164" y="38"/>
                      </a:lnTo>
                      <a:lnTo>
                        <a:pt x="164" y="42"/>
                      </a:lnTo>
                      <a:lnTo>
                        <a:pt x="160" y="42"/>
                      </a:lnTo>
                      <a:lnTo>
                        <a:pt x="164" y="46"/>
                      </a:lnTo>
                      <a:lnTo>
                        <a:pt x="164" y="46"/>
                      </a:lnTo>
                      <a:lnTo>
                        <a:pt x="164" y="46"/>
                      </a:lnTo>
                      <a:lnTo>
                        <a:pt x="164" y="46"/>
                      </a:lnTo>
                      <a:lnTo>
                        <a:pt x="164" y="46"/>
                      </a:lnTo>
                      <a:lnTo>
                        <a:pt x="164" y="50"/>
                      </a:lnTo>
                      <a:lnTo>
                        <a:pt x="164" y="50"/>
                      </a:lnTo>
                      <a:lnTo>
                        <a:pt x="164" y="50"/>
                      </a:lnTo>
                      <a:lnTo>
                        <a:pt x="164" y="52"/>
                      </a:lnTo>
                      <a:lnTo>
                        <a:pt x="164" y="52"/>
                      </a:lnTo>
                      <a:lnTo>
                        <a:pt x="164" y="52"/>
                      </a:lnTo>
                      <a:lnTo>
                        <a:pt x="164" y="52"/>
                      </a:lnTo>
                      <a:lnTo>
                        <a:pt x="164" y="56"/>
                      </a:lnTo>
                      <a:lnTo>
                        <a:pt x="164" y="56"/>
                      </a:lnTo>
                      <a:lnTo>
                        <a:pt x="164" y="56"/>
                      </a:lnTo>
                      <a:lnTo>
                        <a:pt x="164" y="56"/>
                      </a:lnTo>
                      <a:lnTo>
                        <a:pt x="164" y="56"/>
                      </a:lnTo>
                      <a:lnTo>
                        <a:pt x="164" y="56"/>
                      </a:lnTo>
                      <a:lnTo>
                        <a:pt x="168" y="60"/>
                      </a:lnTo>
                      <a:lnTo>
                        <a:pt x="168" y="64"/>
                      </a:lnTo>
                      <a:lnTo>
                        <a:pt x="172" y="64"/>
                      </a:lnTo>
                      <a:lnTo>
                        <a:pt x="172" y="68"/>
                      </a:lnTo>
                      <a:lnTo>
                        <a:pt x="172" y="68"/>
                      </a:lnTo>
                      <a:lnTo>
                        <a:pt x="172" y="68"/>
                      </a:lnTo>
                      <a:lnTo>
                        <a:pt x="172" y="68"/>
                      </a:lnTo>
                      <a:lnTo>
                        <a:pt x="168" y="68"/>
                      </a:lnTo>
                      <a:lnTo>
                        <a:pt x="168" y="68"/>
                      </a:lnTo>
                      <a:lnTo>
                        <a:pt x="168" y="68"/>
                      </a:lnTo>
                      <a:lnTo>
                        <a:pt x="168" y="72"/>
                      </a:lnTo>
                      <a:lnTo>
                        <a:pt x="168" y="72"/>
                      </a:lnTo>
                      <a:lnTo>
                        <a:pt x="168" y="72"/>
                      </a:lnTo>
                      <a:lnTo>
                        <a:pt x="168" y="72"/>
                      </a:lnTo>
                      <a:lnTo>
                        <a:pt x="168" y="72"/>
                      </a:lnTo>
                      <a:lnTo>
                        <a:pt x="168" y="72"/>
                      </a:lnTo>
                      <a:lnTo>
                        <a:pt x="172" y="72"/>
                      </a:lnTo>
                      <a:lnTo>
                        <a:pt x="172" y="72"/>
                      </a:lnTo>
                      <a:lnTo>
                        <a:pt x="168" y="76"/>
                      </a:lnTo>
                      <a:lnTo>
                        <a:pt x="168" y="76"/>
                      </a:lnTo>
                      <a:lnTo>
                        <a:pt x="168" y="76"/>
                      </a:lnTo>
                      <a:lnTo>
                        <a:pt x="168" y="76"/>
                      </a:lnTo>
                      <a:lnTo>
                        <a:pt x="168" y="72"/>
                      </a:lnTo>
                      <a:lnTo>
                        <a:pt x="164" y="72"/>
                      </a:lnTo>
                      <a:lnTo>
                        <a:pt x="164" y="72"/>
                      </a:lnTo>
                      <a:lnTo>
                        <a:pt x="164" y="72"/>
                      </a:lnTo>
                      <a:lnTo>
                        <a:pt x="160" y="72"/>
                      </a:lnTo>
                      <a:lnTo>
                        <a:pt x="160" y="72"/>
                      </a:lnTo>
                      <a:lnTo>
                        <a:pt x="156" y="72"/>
                      </a:lnTo>
                      <a:lnTo>
                        <a:pt x="156" y="72"/>
                      </a:lnTo>
                      <a:lnTo>
                        <a:pt x="156" y="72"/>
                      </a:lnTo>
                      <a:lnTo>
                        <a:pt x="156" y="72"/>
                      </a:lnTo>
                      <a:lnTo>
                        <a:pt x="152" y="72"/>
                      </a:lnTo>
                      <a:lnTo>
                        <a:pt x="152" y="72"/>
                      </a:lnTo>
                      <a:lnTo>
                        <a:pt x="152" y="72"/>
                      </a:lnTo>
                      <a:lnTo>
                        <a:pt x="152" y="72"/>
                      </a:lnTo>
                      <a:lnTo>
                        <a:pt x="152" y="72"/>
                      </a:lnTo>
                      <a:lnTo>
                        <a:pt x="146" y="76"/>
                      </a:lnTo>
                      <a:lnTo>
                        <a:pt x="146" y="76"/>
                      </a:lnTo>
                      <a:lnTo>
                        <a:pt x="146" y="76"/>
                      </a:lnTo>
                      <a:lnTo>
                        <a:pt x="146" y="76"/>
                      </a:lnTo>
                      <a:lnTo>
                        <a:pt x="146" y="76"/>
                      </a:lnTo>
                      <a:lnTo>
                        <a:pt x="146" y="76"/>
                      </a:lnTo>
                      <a:lnTo>
                        <a:pt x="146" y="76"/>
                      </a:lnTo>
                      <a:lnTo>
                        <a:pt x="146" y="78"/>
                      </a:lnTo>
                      <a:lnTo>
                        <a:pt x="146" y="78"/>
                      </a:lnTo>
                      <a:lnTo>
                        <a:pt x="146" y="78"/>
                      </a:lnTo>
                      <a:lnTo>
                        <a:pt x="142" y="78"/>
                      </a:lnTo>
                      <a:lnTo>
                        <a:pt x="142" y="78"/>
                      </a:lnTo>
                      <a:lnTo>
                        <a:pt x="142" y="78"/>
                      </a:lnTo>
                      <a:lnTo>
                        <a:pt x="142" y="78"/>
                      </a:lnTo>
                      <a:lnTo>
                        <a:pt x="138" y="78"/>
                      </a:lnTo>
                      <a:lnTo>
                        <a:pt x="138" y="78"/>
                      </a:lnTo>
                      <a:lnTo>
                        <a:pt x="138" y="82"/>
                      </a:lnTo>
                      <a:lnTo>
                        <a:pt x="138" y="82"/>
                      </a:lnTo>
                      <a:lnTo>
                        <a:pt x="138" y="82"/>
                      </a:lnTo>
                      <a:lnTo>
                        <a:pt x="134" y="82"/>
                      </a:lnTo>
                      <a:lnTo>
                        <a:pt x="134" y="78"/>
                      </a:lnTo>
                      <a:lnTo>
                        <a:pt x="134" y="78"/>
                      </a:lnTo>
                      <a:lnTo>
                        <a:pt x="134" y="78"/>
                      </a:lnTo>
                      <a:lnTo>
                        <a:pt x="134" y="78"/>
                      </a:lnTo>
                      <a:lnTo>
                        <a:pt x="134" y="78"/>
                      </a:lnTo>
                      <a:lnTo>
                        <a:pt x="134" y="78"/>
                      </a:lnTo>
                      <a:lnTo>
                        <a:pt x="130" y="82"/>
                      </a:lnTo>
                      <a:lnTo>
                        <a:pt x="130" y="82"/>
                      </a:lnTo>
                      <a:lnTo>
                        <a:pt x="130" y="86"/>
                      </a:lnTo>
                      <a:lnTo>
                        <a:pt x="130" y="86"/>
                      </a:lnTo>
                      <a:lnTo>
                        <a:pt x="134" y="86"/>
                      </a:lnTo>
                      <a:lnTo>
                        <a:pt x="130" y="90"/>
                      </a:lnTo>
                      <a:lnTo>
                        <a:pt x="130" y="90"/>
                      </a:lnTo>
                      <a:lnTo>
                        <a:pt x="134" y="90"/>
                      </a:lnTo>
                      <a:lnTo>
                        <a:pt x="134" y="90"/>
                      </a:lnTo>
                      <a:lnTo>
                        <a:pt x="134" y="90"/>
                      </a:lnTo>
                      <a:lnTo>
                        <a:pt x="134" y="90"/>
                      </a:lnTo>
                      <a:lnTo>
                        <a:pt x="134" y="94"/>
                      </a:lnTo>
                      <a:lnTo>
                        <a:pt x="134" y="94"/>
                      </a:lnTo>
                      <a:lnTo>
                        <a:pt x="134" y="94"/>
                      </a:lnTo>
                      <a:lnTo>
                        <a:pt x="134" y="94"/>
                      </a:lnTo>
                      <a:lnTo>
                        <a:pt x="134" y="94"/>
                      </a:lnTo>
                      <a:lnTo>
                        <a:pt x="134" y="94"/>
                      </a:lnTo>
                      <a:lnTo>
                        <a:pt x="134" y="94"/>
                      </a:lnTo>
                      <a:lnTo>
                        <a:pt x="130" y="94"/>
                      </a:lnTo>
                      <a:lnTo>
                        <a:pt x="130" y="94"/>
                      </a:lnTo>
                      <a:lnTo>
                        <a:pt x="130" y="94"/>
                      </a:lnTo>
                      <a:lnTo>
                        <a:pt x="130" y="94"/>
                      </a:lnTo>
                      <a:lnTo>
                        <a:pt x="130" y="94"/>
                      </a:lnTo>
                      <a:lnTo>
                        <a:pt x="130" y="94"/>
                      </a:lnTo>
                      <a:lnTo>
                        <a:pt x="126" y="98"/>
                      </a:lnTo>
                      <a:lnTo>
                        <a:pt x="126" y="98"/>
                      </a:lnTo>
                      <a:lnTo>
                        <a:pt x="126" y="98"/>
                      </a:lnTo>
                      <a:lnTo>
                        <a:pt x="126" y="98"/>
                      </a:lnTo>
                      <a:lnTo>
                        <a:pt x="126" y="98"/>
                      </a:lnTo>
                      <a:lnTo>
                        <a:pt x="126" y="98"/>
                      </a:lnTo>
                      <a:lnTo>
                        <a:pt x="122" y="102"/>
                      </a:lnTo>
                      <a:lnTo>
                        <a:pt x="122" y="102"/>
                      </a:lnTo>
                      <a:lnTo>
                        <a:pt x="122" y="102"/>
                      </a:lnTo>
                      <a:lnTo>
                        <a:pt x="122" y="102"/>
                      </a:lnTo>
                      <a:lnTo>
                        <a:pt x="122" y="102"/>
                      </a:lnTo>
                      <a:lnTo>
                        <a:pt x="118" y="102"/>
                      </a:lnTo>
                      <a:lnTo>
                        <a:pt x="116" y="102"/>
                      </a:lnTo>
                      <a:lnTo>
                        <a:pt x="116" y="102"/>
                      </a:lnTo>
                      <a:lnTo>
                        <a:pt x="116" y="104"/>
                      </a:lnTo>
                      <a:lnTo>
                        <a:pt x="116" y="104"/>
                      </a:lnTo>
                      <a:lnTo>
                        <a:pt x="116" y="104"/>
                      </a:lnTo>
                      <a:lnTo>
                        <a:pt x="116" y="104"/>
                      </a:lnTo>
                      <a:lnTo>
                        <a:pt x="116" y="104"/>
                      </a:lnTo>
                      <a:lnTo>
                        <a:pt x="116" y="108"/>
                      </a:lnTo>
                      <a:lnTo>
                        <a:pt x="116" y="108"/>
                      </a:lnTo>
                      <a:lnTo>
                        <a:pt x="112" y="108"/>
                      </a:lnTo>
                      <a:lnTo>
                        <a:pt x="112" y="108"/>
                      </a:lnTo>
                      <a:lnTo>
                        <a:pt x="112" y="108"/>
                      </a:lnTo>
                      <a:lnTo>
                        <a:pt x="112" y="112"/>
                      </a:lnTo>
                      <a:lnTo>
                        <a:pt x="112" y="112"/>
                      </a:lnTo>
                      <a:lnTo>
                        <a:pt x="112" y="112"/>
                      </a:lnTo>
                      <a:lnTo>
                        <a:pt x="112" y="112"/>
                      </a:lnTo>
                      <a:lnTo>
                        <a:pt x="108" y="112"/>
                      </a:lnTo>
                      <a:lnTo>
                        <a:pt x="108" y="112"/>
                      </a:lnTo>
                      <a:lnTo>
                        <a:pt x="108" y="112"/>
                      </a:lnTo>
                      <a:lnTo>
                        <a:pt x="104" y="112"/>
                      </a:lnTo>
                      <a:lnTo>
                        <a:pt x="104" y="112"/>
                      </a:lnTo>
                      <a:lnTo>
                        <a:pt x="104" y="112"/>
                      </a:lnTo>
                      <a:lnTo>
                        <a:pt x="104" y="116"/>
                      </a:lnTo>
                      <a:lnTo>
                        <a:pt x="100" y="116"/>
                      </a:lnTo>
                      <a:lnTo>
                        <a:pt x="100" y="116"/>
                      </a:lnTo>
                      <a:lnTo>
                        <a:pt x="100" y="116"/>
                      </a:lnTo>
                      <a:lnTo>
                        <a:pt x="100" y="116"/>
                      </a:lnTo>
                      <a:lnTo>
                        <a:pt x="100" y="116"/>
                      </a:lnTo>
                      <a:lnTo>
                        <a:pt x="100" y="116"/>
                      </a:lnTo>
                      <a:lnTo>
                        <a:pt x="100" y="116"/>
                      </a:lnTo>
                      <a:lnTo>
                        <a:pt x="100" y="116"/>
                      </a:lnTo>
                      <a:lnTo>
                        <a:pt x="96" y="116"/>
                      </a:lnTo>
                      <a:lnTo>
                        <a:pt x="96" y="116"/>
                      </a:lnTo>
                      <a:lnTo>
                        <a:pt x="96" y="116"/>
                      </a:lnTo>
                      <a:lnTo>
                        <a:pt x="92" y="116"/>
                      </a:lnTo>
                      <a:lnTo>
                        <a:pt x="92" y="116"/>
                      </a:lnTo>
                      <a:lnTo>
                        <a:pt x="92" y="120"/>
                      </a:lnTo>
                      <a:lnTo>
                        <a:pt x="92" y="120"/>
                      </a:lnTo>
                      <a:lnTo>
                        <a:pt x="92" y="120"/>
                      </a:lnTo>
                      <a:lnTo>
                        <a:pt x="92" y="120"/>
                      </a:lnTo>
                      <a:lnTo>
                        <a:pt x="92" y="120"/>
                      </a:lnTo>
                      <a:lnTo>
                        <a:pt x="92" y="120"/>
                      </a:lnTo>
                      <a:lnTo>
                        <a:pt x="90" y="120"/>
                      </a:lnTo>
                      <a:lnTo>
                        <a:pt x="90" y="120"/>
                      </a:lnTo>
                      <a:lnTo>
                        <a:pt x="90" y="120"/>
                      </a:lnTo>
                      <a:lnTo>
                        <a:pt x="86" y="120"/>
                      </a:lnTo>
                      <a:lnTo>
                        <a:pt x="86" y="120"/>
                      </a:lnTo>
                      <a:lnTo>
                        <a:pt x="86" y="120"/>
                      </a:lnTo>
                      <a:lnTo>
                        <a:pt x="82" y="120"/>
                      </a:lnTo>
                      <a:lnTo>
                        <a:pt x="82" y="120"/>
                      </a:lnTo>
                      <a:lnTo>
                        <a:pt x="82" y="120"/>
                      </a:lnTo>
                      <a:lnTo>
                        <a:pt x="82" y="120"/>
                      </a:lnTo>
                      <a:lnTo>
                        <a:pt x="82" y="124"/>
                      </a:lnTo>
                      <a:lnTo>
                        <a:pt x="82" y="124"/>
                      </a:lnTo>
                      <a:lnTo>
                        <a:pt x="82" y="124"/>
                      </a:lnTo>
                      <a:lnTo>
                        <a:pt x="78" y="124"/>
                      </a:lnTo>
                      <a:lnTo>
                        <a:pt x="78" y="124"/>
                      </a:lnTo>
                      <a:lnTo>
                        <a:pt x="78" y="124"/>
                      </a:lnTo>
                      <a:lnTo>
                        <a:pt x="78" y="124"/>
                      </a:lnTo>
                      <a:lnTo>
                        <a:pt x="78" y="124"/>
                      </a:lnTo>
                      <a:lnTo>
                        <a:pt x="78" y="124"/>
                      </a:lnTo>
                      <a:lnTo>
                        <a:pt x="78" y="124"/>
                      </a:lnTo>
                      <a:lnTo>
                        <a:pt x="78" y="124"/>
                      </a:lnTo>
                      <a:lnTo>
                        <a:pt x="74" y="124"/>
                      </a:lnTo>
                      <a:lnTo>
                        <a:pt x="74" y="128"/>
                      </a:lnTo>
                      <a:lnTo>
                        <a:pt x="70" y="128"/>
                      </a:lnTo>
                      <a:lnTo>
                        <a:pt x="70" y="130"/>
                      </a:lnTo>
                      <a:lnTo>
                        <a:pt x="70" y="130"/>
                      </a:lnTo>
                      <a:lnTo>
                        <a:pt x="66" y="130"/>
                      </a:lnTo>
                      <a:lnTo>
                        <a:pt x="66" y="130"/>
                      </a:lnTo>
                      <a:lnTo>
                        <a:pt x="66" y="130"/>
                      </a:lnTo>
                      <a:lnTo>
                        <a:pt x="66" y="130"/>
                      </a:lnTo>
                      <a:lnTo>
                        <a:pt x="66" y="134"/>
                      </a:lnTo>
                      <a:lnTo>
                        <a:pt x="66" y="134"/>
                      </a:lnTo>
                      <a:lnTo>
                        <a:pt x="66" y="134"/>
                      </a:lnTo>
                      <a:lnTo>
                        <a:pt x="62" y="134"/>
                      </a:lnTo>
                      <a:lnTo>
                        <a:pt x="62" y="134"/>
                      </a:lnTo>
                      <a:lnTo>
                        <a:pt x="62" y="134"/>
                      </a:lnTo>
                      <a:lnTo>
                        <a:pt x="62" y="150"/>
                      </a:lnTo>
                      <a:lnTo>
                        <a:pt x="62" y="154"/>
                      </a:lnTo>
                      <a:lnTo>
                        <a:pt x="56" y="154"/>
                      </a:lnTo>
                      <a:lnTo>
                        <a:pt x="56" y="154"/>
                      </a:lnTo>
                      <a:lnTo>
                        <a:pt x="48" y="154"/>
                      </a:lnTo>
                      <a:lnTo>
                        <a:pt x="48" y="154"/>
                      </a:lnTo>
                      <a:lnTo>
                        <a:pt x="44" y="154"/>
                      </a:lnTo>
                      <a:lnTo>
                        <a:pt x="44" y="154"/>
                      </a:lnTo>
                      <a:lnTo>
                        <a:pt x="44" y="154"/>
                      </a:lnTo>
                      <a:lnTo>
                        <a:pt x="44" y="154"/>
                      </a:lnTo>
                      <a:lnTo>
                        <a:pt x="44" y="154"/>
                      </a:lnTo>
                      <a:lnTo>
                        <a:pt x="40" y="154"/>
                      </a:lnTo>
                      <a:lnTo>
                        <a:pt x="4" y="154"/>
                      </a:lnTo>
                      <a:lnTo>
                        <a:pt x="0" y="154"/>
                      </a:lnTo>
                      <a:lnTo>
                        <a:pt x="0" y="154"/>
                      </a:lnTo>
                      <a:lnTo>
                        <a:pt x="0" y="154"/>
                      </a:lnTo>
                      <a:lnTo>
                        <a:pt x="0" y="154"/>
                      </a:lnTo>
                      <a:lnTo>
                        <a:pt x="0" y="154"/>
                      </a:lnTo>
                      <a:lnTo>
                        <a:pt x="0" y="154"/>
                      </a:lnTo>
                      <a:lnTo>
                        <a:pt x="0" y="154"/>
                      </a:lnTo>
                      <a:lnTo>
                        <a:pt x="4" y="154"/>
                      </a:lnTo>
                      <a:lnTo>
                        <a:pt x="4" y="154"/>
                      </a:lnTo>
                      <a:lnTo>
                        <a:pt x="4" y="150"/>
                      </a:lnTo>
                      <a:lnTo>
                        <a:pt x="4" y="150"/>
                      </a:lnTo>
                      <a:lnTo>
                        <a:pt x="4" y="150"/>
                      </a:lnTo>
                      <a:lnTo>
                        <a:pt x="4" y="150"/>
                      </a:lnTo>
                      <a:lnTo>
                        <a:pt x="4" y="150"/>
                      </a:lnTo>
                      <a:lnTo>
                        <a:pt x="4" y="150"/>
                      </a:lnTo>
                      <a:lnTo>
                        <a:pt x="6" y="150"/>
                      </a:lnTo>
                      <a:lnTo>
                        <a:pt x="6" y="150"/>
                      </a:lnTo>
                      <a:lnTo>
                        <a:pt x="6" y="150"/>
                      </a:lnTo>
                      <a:lnTo>
                        <a:pt x="10" y="146"/>
                      </a:lnTo>
                      <a:lnTo>
                        <a:pt x="14" y="146"/>
                      </a:lnTo>
                      <a:lnTo>
                        <a:pt x="18" y="146"/>
                      </a:lnTo>
                      <a:lnTo>
                        <a:pt x="18" y="146"/>
                      </a:lnTo>
                      <a:lnTo>
                        <a:pt x="22" y="142"/>
                      </a:lnTo>
                      <a:lnTo>
                        <a:pt x="22" y="142"/>
                      </a:lnTo>
                      <a:lnTo>
                        <a:pt x="22" y="142"/>
                      </a:lnTo>
                      <a:lnTo>
                        <a:pt x="26" y="142"/>
                      </a:lnTo>
                      <a:lnTo>
                        <a:pt x="26" y="138"/>
                      </a:lnTo>
                      <a:lnTo>
                        <a:pt x="26" y="138"/>
                      </a:lnTo>
                      <a:lnTo>
                        <a:pt x="30" y="134"/>
                      </a:lnTo>
                      <a:lnTo>
                        <a:pt x="30" y="134"/>
                      </a:lnTo>
                      <a:lnTo>
                        <a:pt x="30" y="134"/>
                      </a:lnTo>
                      <a:lnTo>
                        <a:pt x="30" y="134"/>
                      </a:lnTo>
                      <a:lnTo>
                        <a:pt x="34" y="134"/>
                      </a:lnTo>
                      <a:lnTo>
                        <a:pt x="34" y="130"/>
                      </a:lnTo>
                      <a:lnTo>
                        <a:pt x="36" y="130"/>
                      </a:lnTo>
                      <a:lnTo>
                        <a:pt x="36" y="130"/>
                      </a:lnTo>
                      <a:lnTo>
                        <a:pt x="36" y="130"/>
                      </a:lnTo>
                      <a:lnTo>
                        <a:pt x="36" y="130"/>
                      </a:lnTo>
                      <a:lnTo>
                        <a:pt x="36" y="130"/>
                      </a:lnTo>
                      <a:lnTo>
                        <a:pt x="36" y="128"/>
                      </a:lnTo>
                      <a:lnTo>
                        <a:pt x="36" y="128"/>
                      </a:lnTo>
                      <a:lnTo>
                        <a:pt x="40" y="128"/>
                      </a:lnTo>
                      <a:lnTo>
                        <a:pt x="40" y="128"/>
                      </a:lnTo>
                      <a:lnTo>
                        <a:pt x="40" y="124"/>
                      </a:lnTo>
                      <a:lnTo>
                        <a:pt x="40" y="124"/>
                      </a:lnTo>
                      <a:lnTo>
                        <a:pt x="40" y="124"/>
                      </a:lnTo>
                      <a:lnTo>
                        <a:pt x="40" y="124"/>
                      </a:lnTo>
                      <a:lnTo>
                        <a:pt x="44" y="124"/>
                      </a:lnTo>
                      <a:lnTo>
                        <a:pt x="44" y="120"/>
                      </a:lnTo>
                      <a:lnTo>
                        <a:pt x="44" y="120"/>
                      </a:lnTo>
                      <a:lnTo>
                        <a:pt x="44" y="120"/>
                      </a:lnTo>
                      <a:lnTo>
                        <a:pt x="44" y="120"/>
                      </a:lnTo>
                      <a:lnTo>
                        <a:pt x="48" y="116"/>
                      </a:lnTo>
                      <a:lnTo>
                        <a:pt x="48" y="116"/>
                      </a:lnTo>
                      <a:lnTo>
                        <a:pt x="48" y="116"/>
                      </a:lnTo>
                      <a:lnTo>
                        <a:pt x="48" y="112"/>
                      </a:lnTo>
                      <a:lnTo>
                        <a:pt x="48" y="112"/>
                      </a:lnTo>
                      <a:lnTo>
                        <a:pt x="48" y="112"/>
                      </a:lnTo>
                      <a:lnTo>
                        <a:pt x="48" y="108"/>
                      </a:lnTo>
                      <a:lnTo>
                        <a:pt x="48" y="108"/>
                      </a:lnTo>
                      <a:lnTo>
                        <a:pt x="52" y="104"/>
                      </a:lnTo>
                      <a:lnTo>
                        <a:pt x="52" y="104"/>
                      </a:lnTo>
                      <a:lnTo>
                        <a:pt x="48" y="102"/>
                      </a:lnTo>
                      <a:lnTo>
                        <a:pt x="48" y="102"/>
                      </a:lnTo>
                      <a:lnTo>
                        <a:pt x="48" y="102"/>
                      </a:lnTo>
                      <a:lnTo>
                        <a:pt x="48" y="98"/>
                      </a:lnTo>
                      <a:lnTo>
                        <a:pt x="48" y="98"/>
                      </a:lnTo>
                      <a:lnTo>
                        <a:pt x="48" y="98"/>
                      </a:lnTo>
                      <a:lnTo>
                        <a:pt x="48" y="98"/>
                      </a:lnTo>
                      <a:lnTo>
                        <a:pt x="48" y="98"/>
                      </a:lnTo>
                      <a:lnTo>
                        <a:pt x="48" y="94"/>
                      </a:lnTo>
                      <a:lnTo>
                        <a:pt x="48" y="90"/>
                      </a:lnTo>
                      <a:lnTo>
                        <a:pt x="48" y="90"/>
                      </a:lnTo>
                      <a:lnTo>
                        <a:pt x="48" y="90"/>
                      </a:lnTo>
                      <a:lnTo>
                        <a:pt x="48" y="90"/>
                      </a:lnTo>
                      <a:lnTo>
                        <a:pt x="48" y="90"/>
                      </a:lnTo>
                      <a:lnTo>
                        <a:pt x="48" y="86"/>
                      </a:lnTo>
                      <a:lnTo>
                        <a:pt x="48" y="86"/>
                      </a:lnTo>
                      <a:lnTo>
                        <a:pt x="48" y="86"/>
                      </a:lnTo>
                      <a:lnTo>
                        <a:pt x="48" y="82"/>
                      </a:lnTo>
                      <a:lnTo>
                        <a:pt x="48" y="82"/>
                      </a:lnTo>
                      <a:lnTo>
                        <a:pt x="48" y="82"/>
                      </a:lnTo>
                      <a:lnTo>
                        <a:pt x="48" y="82"/>
                      </a:lnTo>
                      <a:lnTo>
                        <a:pt x="48" y="78"/>
                      </a:lnTo>
                      <a:lnTo>
                        <a:pt x="48" y="78"/>
                      </a:lnTo>
                      <a:lnTo>
                        <a:pt x="48" y="78"/>
                      </a:lnTo>
                      <a:lnTo>
                        <a:pt x="52" y="76"/>
                      </a:lnTo>
                      <a:lnTo>
                        <a:pt x="52" y="76"/>
                      </a:lnTo>
                      <a:lnTo>
                        <a:pt x="52" y="76"/>
                      </a:lnTo>
                      <a:lnTo>
                        <a:pt x="56" y="72"/>
                      </a:lnTo>
                      <a:lnTo>
                        <a:pt x="56" y="72"/>
                      </a:lnTo>
                      <a:lnTo>
                        <a:pt x="56" y="68"/>
                      </a:lnTo>
                      <a:lnTo>
                        <a:pt x="56" y="64"/>
                      </a:lnTo>
                      <a:lnTo>
                        <a:pt x="56" y="64"/>
                      </a:lnTo>
                      <a:lnTo>
                        <a:pt x="56" y="64"/>
                      </a:lnTo>
                      <a:lnTo>
                        <a:pt x="56" y="64"/>
                      </a:lnTo>
                      <a:lnTo>
                        <a:pt x="56" y="64"/>
                      </a:lnTo>
                      <a:lnTo>
                        <a:pt x="60" y="60"/>
                      </a:lnTo>
                      <a:lnTo>
                        <a:pt x="60" y="60"/>
                      </a:lnTo>
                      <a:lnTo>
                        <a:pt x="60" y="60"/>
                      </a:lnTo>
                      <a:lnTo>
                        <a:pt x="60" y="60"/>
                      </a:lnTo>
                      <a:lnTo>
                        <a:pt x="60" y="56"/>
                      </a:lnTo>
                      <a:lnTo>
                        <a:pt x="62" y="56"/>
                      </a:lnTo>
                      <a:lnTo>
                        <a:pt x="62" y="52"/>
                      </a:lnTo>
                      <a:lnTo>
                        <a:pt x="62" y="52"/>
                      </a:lnTo>
                      <a:lnTo>
                        <a:pt x="62" y="52"/>
                      </a:lnTo>
                      <a:lnTo>
                        <a:pt x="66" y="52"/>
                      </a:lnTo>
                      <a:lnTo>
                        <a:pt x="66" y="52"/>
                      </a:lnTo>
                      <a:lnTo>
                        <a:pt x="66" y="52"/>
                      </a:lnTo>
                      <a:lnTo>
                        <a:pt x="66" y="52"/>
                      </a:lnTo>
                      <a:lnTo>
                        <a:pt x="66" y="52"/>
                      </a:lnTo>
                      <a:lnTo>
                        <a:pt x="66" y="50"/>
                      </a:lnTo>
                      <a:lnTo>
                        <a:pt x="66" y="50"/>
                      </a:lnTo>
                      <a:lnTo>
                        <a:pt x="66" y="50"/>
                      </a:lnTo>
                      <a:lnTo>
                        <a:pt x="70" y="50"/>
                      </a:lnTo>
                      <a:lnTo>
                        <a:pt x="70" y="50"/>
                      </a:lnTo>
                      <a:lnTo>
                        <a:pt x="70" y="50"/>
                      </a:lnTo>
                      <a:lnTo>
                        <a:pt x="74" y="50"/>
                      </a:lnTo>
                      <a:lnTo>
                        <a:pt x="74" y="46"/>
                      </a:lnTo>
                      <a:lnTo>
                        <a:pt x="74" y="46"/>
                      </a:lnTo>
                      <a:lnTo>
                        <a:pt x="78" y="46"/>
                      </a:lnTo>
                      <a:lnTo>
                        <a:pt x="78" y="46"/>
                      </a:lnTo>
                      <a:lnTo>
                        <a:pt x="78" y="46"/>
                      </a:lnTo>
                      <a:lnTo>
                        <a:pt x="82" y="46"/>
                      </a:lnTo>
                      <a:lnTo>
                        <a:pt x="82" y="42"/>
                      </a:lnTo>
                      <a:lnTo>
                        <a:pt x="86" y="42"/>
                      </a:lnTo>
                      <a:lnTo>
                        <a:pt x="86" y="42"/>
                      </a:lnTo>
                      <a:lnTo>
                        <a:pt x="86" y="42"/>
                      </a:lnTo>
                      <a:lnTo>
                        <a:pt x="86" y="42"/>
                      </a:lnTo>
                      <a:lnTo>
                        <a:pt x="86" y="42"/>
                      </a:lnTo>
                      <a:lnTo>
                        <a:pt x="90" y="38"/>
                      </a:lnTo>
                      <a:lnTo>
                        <a:pt x="90" y="38"/>
                      </a:lnTo>
                      <a:lnTo>
                        <a:pt x="90" y="38"/>
                      </a:lnTo>
                      <a:lnTo>
                        <a:pt x="90" y="38"/>
                      </a:lnTo>
                      <a:lnTo>
                        <a:pt x="92" y="34"/>
                      </a:lnTo>
                      <a:lnTo>
                        <a:pt x="92" y="34"/>
                      </a:lnTo>
                      <a:lnTo>
                        <a:pt x="92" y="30"/>
                      </a:lnTo>
                      <a:lnTo>
                        <a:pt x="92" y="30"/>
                      </a:lnTo>
                      <a:lnTo>
                        <a:pt x="92" y="30"/>
                      </a:lnTo>
                      <a:lnTo>
                        <a:pt x="92" y="26"/>
                      </a:lnTo>
                      <a:lnTo>
                        <a:pt x="96" y="22"/>
                      </a:lnTo>
                      <a:lnTo>
                        <a:pt x="96" y="22"/>
                      </a:lnTo>
                      <a:lnTo>
                        <a:pt x="96" y="22"/>
                      </a:lnTo>
                      <a:lnTo>
                        <a:pt x="96" y="22"/>
                      </a:lnTo>
                      <a:lnTo>
                        <a:pt x="96" y="20"/>
                      </a:lnTo>
                      <a:lnTo>
                        <a:pt x="96" y="20"/>
                      </a:lnTo>
                      <a:lnTo>
                        <a:pt x="96" y="20"/>
                      </a:lnTo>
                      <a:lnTo>
                        <a:pt x="100" y="16"/>
                      </a:lnTo>
                      <a:lnTo>
                        <a:pt x="100" y="12"/>
                      </a:lnTo>
                      <a:lnTo>
                        <a:pt x="100" y="12"/>
                      </a:lnTo>
                      <a:lnTo>
                        <a:pt x="100" y="8"/>
                      </a:lnTo>
                      <a:lnTo>
                        <a:pt x="100" y="8"/>
                      </a:lnTo>
                      <a:lnTo>
                        <a:pt x="100" y="4"/>
                      </a:lnTo>
                      <a:lnTo>
                        <a:pt x="104" y="4"/>
                      </a:lnTo>
                      <a:lnTo>
                        <a:pt x="104" y="4"/>
                      </a:lnTo>
                      <a:lnTo>
                        <a:pt x="104" y="4"/>
                      </a:lnTo>
                      <a:lnTo>
                        <a:pt x="108" y="4"/>
                      </a:lnTo>
                      <a:lnTo>
                        <a:pt x="108" y="4"/>
                      </a:lnTo>
                      <a:lnTo>
                        <a:pt x="108" y="4"/>
                      </a:lnTo>
                      <a:lnTo>
                        <a:pt x="108" y="0"/>
                      </a:lnTo>
                      <a:lnTo>
                        <a:pt x="108" y="0"/>
                      </a:lnTo>
                      <a:lnTo>
                        <a:pt x="108" y="0"/>
                      </a:lnTo>
                      <a:lnTo>
                        <a:pt x="112" y="0"/>
                      </a:lnTo>
                      <a:lnTo>
                        <a:pt x="112" y="0"/>
                      </a:lnTo>
                      <a:lnTo>
                        <a:pt x="112" y="4"/>
                      </a:lnTo>
                      <a:lnTo>
                        <a:pt x="112" y="4"/>
                      </a:lnTo>
                      <a:lnTo>
                        <a:pt x="112" y="4"/>
                      </a:lnTo>
                      <a:lnTo>
                        <a:pt x="112" y="4"/>
                      </a:lnTo>
                      <a:lnTo>
                        <a:pt x="112" y="4"/>
                      </a:lnTo>
                      <a:lnTo>
                        <a:pt x="112" y="4"/>
                      </a:lnTo>
                      <a:lnTo>
                        <a:pt x="112" y="4"/>
                      </a:lnTo>
                      <a:lnTo>
                        <a:pt x="112" y="8"/>
                      </a:lnTo>
                      <a:lnTo>
                        <a:pt x="112" y="8"/>
                      </a:lnTo>
                      <a:lnTo>
                        <a:pt x="116" y="12"/>
                      </a:lnTo>
                      <a:lnTo>
                        <a:pt x="116" y="12"/>
                      </a:lnTo>
                      <a:lnTo>
                        <a:pt x="118" y="16"/>
                      </a:lnTo>
                      <a:lnTo>
                        <a:pt x="118" y="16"/>
                      </a:lnTo>
                      <a:lnTo>
                        <a:pt x="118" y="16"/>
                      </a:lnTo>
                      <a:lnTo>
                        <a:pt x="122" y="16"/>
                      </a:lnTo>
                      <a:lnTo>
                        <a:pt x="122" y="16"/>
                      </a:lnTo>
                      <a:lnTo>
                        <a:pt x="122" y="16"/>
                      </a:lnTo>
                      <a:lnTo>
                        <a:pt x="122" y="16"/>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170" name="Freeform 159">
                  <a:extLst>
                    <a:ext uri="{FF2B5EF4-FFF2-40B4-BE49-F238E27FC236}">
                      <a16:creationId xmlns:a16="http://schemas.microsoft.com/office/drawing/2014/main" id="{C8908222-37AB-FA1E-FD6E-06D39C7C8615}"/>
                    </a:ext>
                  </a:extLst>
                </p:cNvPr>
                <p:cNvSpPr>
                  <a:spLocks noEditPoints="1"/>
                </p:cNvSpPr>
                <p:nvPr/>
              </p:nvSpPr>
              <p:spPr bwMode="gray">
                <a:xfrm>
                  <a:off x="5544359" y="4832757"/>
                  <a:ext cx="260890" cy="500906"/>
                </a:xfrm>
                <a:custGeom>
                  <a:avLst/>
                  <a:gdLst>
                    <a:gd name="T0" fmla="*/ 22 w 150"/>
                    <a:gd name="T1" fmla="*/ 274 h 288"/>
                    <a:gd name="T2" fmla="*/ 22 w 150"/>
                    <a:gd name="T3" fmla="*/ 254 h 288"/>
                    <a:gd name="T4" fmla="*/ 22 w 150"/>
                    <a:gd name="T5" fmla="*/ 240 h 288"/>
                    <a:gd name="T6" fmla="*/ 18 w 150"/>
                    <a:gd name="T7" fmla="*/ 226 h 288"/>
                    <a:gd name="T8" fmla="*/ 22 w 150"/>
                    <a:gd name="T9" fmla="*/ 198 h 288"/>
                    <a:gd name="T10" fmla="*/ 34 w 150"/>
                    <a:gd name="T11" fmla="*/ 176 h 288"/>
                    <a:gd name="T12" fmla="*/ 38 w 150"/>
                    <a:gd name="T13" fmla="*/ 158 h 288"/>
                    <a:gd name="T14" fmla="*/ 38 w 150"/>
                    <a:gd name="T15" fmla="*/ 146 h 288"/>
                    <a:gd name="T16" fmla="*/ 42 w 150"/>
                    <a:gd name="T17" fmla="*/ 136 h 288"/>
                    <a:gd name="T18" fmla="*/ 38 w 150"/>
                    <a:gd name="T19" fmla="*/ 120 h 288"/>
                    <a:gd name="T20" fmla="*/ 34 w 150"/>
                    <a:gd name="T21" fmla="*/ 106 h 288"/>
                    <a:gd name="T22" fmla="*/ 22 w 150"/>
                    <a:gd name="T23" fmla="*/ 98 h 288"/>
                    <a:gd name="T24" fmla="*/ 8 w 150"/>
                    <a:gd name="T25" fmla="*/ 94 h 288"/>
                    <a:gd name="T26" fmla="*/ 0 w 150"/>
                    <a:gd name="T27" fmla="*/ 80 h 288"/>
                    <a:gd name="T28" fmla="*/ 12 w 150"/>
                    <a:gd name="T29" fmla="*/ 72 h 288"/>
                    <a:gd name="T30" fmla="*/ 26 w 150"/>
                    <a:gd name="T31" fmla="*/ 68 h 288"/>
                    <a:gd name="T32" fmla="*/ 44 w 150"/>
                    <a:gd name="T33" fmla="*/ 64 h 288"/>
                    <a:gd name="T34" fmla="*/ 60 w 150"/>
                    <a:gd name="T35" fmla="*/ 68 h 288"/>
                    <a:gd name="T36" fmla="*/ 60 w 150"/>
                    <a:gd name="T37" fmla="*/ 86 h 288"/>
                    <a:gd name="T38" fmla="*/ 60 w 150"/>
                    <a:gd name="T39" fmla="*/ 102 h 288"/>
                    <a:gd name="T40" fmla="*/ 68 w 150"/>
                    <a:gd name="T41" fmla="*/ 116 h 288"/>
                    <a:gd name="T42" fmla="*/ 68 w 150"/>
                    <a:gd name="T43" fmla="*/ 106 h 288"/>
                    <a:gd name="T44" fmla="*/ 78 w 150"/>
                    <a:gd name="T45" fmla="*/ 98 h 288"/>
                    <a:gd name="T46" fmla="*/ 78 w 150"/>
                    <a:gd name="T47" fmla="*/ 76 h 288"/>
                    <a:gd name="T48" fmla="*/ 68 w 150"/>
                    <a:gd name="T49" fmla="*/ 52 h 288"/>
                    <a:gd name="T50" fmla="*/ 60 w 150"/>
                    <a:gd name="T51" fmla="*/ 38 h 288"/>
                    <a:gd name="T52" fmla="*/ 60 w 150"/>
                    <a:gd name="T53" fmla="*/ 26 h 288"/>
                    <a:gd name="T54" fmla="*/ 70 w 150"/>
                    <a:gd name="T55" fmla="*/ 20 h 288"/>
                    <a:gd name="T56" fmla="*/ 90 w 150"/>
                    <a:gd name="T57" fmla="*/ 20 h 288"/>
                    <a:gd name="T58" fmla="*/ 108 w 150"/>
                    <a:gd name="T59" fmla="*/ 20 h 288"/>
                    <a:gd name="T60" fmla="*/ 112 w 150"/>
                    <a:gd name="T61" fmla="*/ 12 h 288"/>
                    <a:gd name="T62" fmla="*/ 128 w 150"/>
                    <a:gd name="T63" fmla="*/ 12 h 288"/>
                    <a:gd name="T64" fmla="*/ 138 w 150"/>
                    <a:gd name="T65" fmla="*/ 4 h 288"/>
                    <a:gd name="T66" fmla="*/ 146 w 150"/>
                    <a:gd name="T67" fmla="*/ 12 h 288"/>
                    <a:gd name="T68" fmla="*/ 146 w 150"/>
                    <a:gd name="T69" fmla="*/ 24 h 288"/>
                    <a:gd name="T70" fmla="*/ 142 w 150"/>
                    <a:gd name="T71" fmla="*/ 42 h 288"/>
                    <a:gd name="T72" fmla="*/ 146 w 150"/>
                    <a:gd name="T73" fmla="*/ 56 h 288"/>
                    <a:gd name="T74" fmla="*/ 146 w 150"/>
                    <a:gd name="T75" fmla="*/ 68 h 288"/>
                    <a:gd name="T76" fmla="*/ 146 w 150"/>
                    <a:gd name="T77" fmla="*/ 80 h 288"/>
                    <a:gd name="T78" fmla="*/ 142 w 150"/>
                    <a:gd name="T79" fmla="*/ 86 h 288"/>
                    <a:gd name="T80" fmla="*/ 134 w 150"/>
                    <a:gd name="T81" fmla="*/ 102 h 288"/>
                    <a:gd name="T82" fmla="*/ 124 w 150"/>
                    <a:gd name="T83" fmla="*/ 112 h 288"/>
                    <a:gd name="T84" fmla="*/ 108 w 150"/>
                    <a:gd name="T85" fmla="*/ 120 h 288"/>
                    <a:gd name="T86" fmla="*/ 94 w 150"/>
                    <a:gd name="T87" fmla="*/ 132 h 288"/>
                    <a:gd name="T88" fmla="*/ 86 w 150"/>
                    <a:gd name="T89" fmla="*/ 140 h 288"/>
                    <a:gd name="T90" fmla="*/ 82 w 150"/>
                    <a:gd name="T91" fmla="*/ 146 h 288"/>
                    <a:gd name="T92" fmla="*/ 70 w 150"/>
                    <a:gd name="T93" fmla="*/ 158 h 288"/>
                    <a:gd name="T94" fmla="*/ 64 w 150"/>
                    <a:gd name="T95" fmla="*/ 162 h 288"/>
                    <a:gd name="T96" fmla="*/ 68 w 150"/>
                    <a:gd name="T97" fmla="*/ 176 h 288"/>
                    <a:gd name="T98" fmla="*/ 70 w 150"/>
                    <a:gd name="T99" fmla="*/ 192 h 288"/>
                    <a:gd name="T100" fmla="*/ 70 w 150"/>
                    <a:gd name="T101" fmla="*/ 210 h 288"/>
                    <a:gd name="T102" fmla="*/ 74 w 150"/>
                    <a:gd name="T103" fmla="*/ 210 h 288"/>
                    <a:gd name="T104" fmla="*/ 70 w 150"/>
                    <a:gd name="T105" fmla="*/ 228 h 288"/>
                    <a:gd name="T106" fmla="*/ 74 w 150"/>
                    <a:gd name="T107" fmla="*/ 236 h 288"/>
                    <a:gd name="T108" fmla="*/ 68 w 150"/>
                    <a:gd name="T109" fmla="*/ 248 h 288"/>
                    <a:gd name="T110" fmla="*/ 52 w 150"/>
                    <a:gd name="T111" fmla="*/ 254 h 288"/>
                    <a:gd name="T112" fmla="*/ 38 w 150"/>
                    <a:gd name="T113" fmla="*/ 262 h 288"/>
                    <a:gd name="T114" fmla="*/ 34 w 150"/>
                    <a:gd name="T115" fmla="*/ 278 h 288"/>
                    <a:gd name="T116" fmla="*/ 38 w 150"/>
                    <a:gd name="T117" fmla="*/ 288 h 288"/>
                    <a:gd name="T118" fmla="*/ 26 w 150"/>
                    <a:gd name="T119" fmla="*/ 288 h 288"/>
                    <a:gd name="T120" fmla="*/ 74 w 150"/>
                    <a:gd name="T121" fmla="*/ 196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50" h="288">
                      <a:moveTo>
                        <a:pt x="26" y="288"/>
                      </a:moveTo>
                      <a:lnTo>
                        <a:pt x="26" y="280"/>
                      </a:lnTo>
                      <a:lnTo>
                        <a:pt x="26" y="278"/>
                      </a:lnTo>
                      <a:lnTo>
                        <a:pt x="26" y="274"/>
                      </a:lnTo>
                      <a:lnTo>
                        <a:pt x="22" y="274"/>
                      </a:lnTo>
                      <a:lnTo>
                        <a:pt x="22" y="270"/>
                      </a:lnTo>
                      <a:lnTo>
                        <a:pt x="22" y="266"/>
                      </a:lnTo>
                      <a:lnTo>
                        <a:pt x="22" y="262"/>
                      </a:lnTo>
                      <a:lnTo>
                        <a:pt x="26" y="254"/>
                      </a:lnTo>
                      <a:lnTo>
                        <a:pt x="22" y="254"/>
                      </a:lnTo>
                      <a:lnTo>
                        <a:pt x="22" y="252"/>
                      </a:lnTo>
                      <a:lnTo>
                        <a:pt x="22" y="248"/>
                      </a:lnTo>
                      <a:lnTo>
                        <a:pt x="26" y="244"/>
                      </a:lnTo>
                      <a:lnTo>
                        <a:pt x="22" y="244"/>
                      </a:lnTo>
                      <a:lnTo>
                        <a:pt x="22" y="240"/>
                      </a:lnTo>
                      <a:lnTo>
                        <a:pt x="22" y="236"/>
                      </a:lnTo>
                      <a:lnTo>
                        <a:pt x="22" y="232"/>
                      </a:lnTo>
                      <a:lnTo>
                        <a:pt x="18" y="232"/>
                      </a:lnTo>
                      <a:lnTo>
                        <a:pt x="18" y="228"/>
                      </a:lnTo>
                      <a:lnTo>
                        <a:pt x="18" y="226"/>
                      </a:lnTo>
                      <a:lnTo>
                        <a:pt x="18" y="222"/>
                      </a:lnTo>
                      <a:lnTo>
                        <a:pt x="14" y="210"/>
                      </a:lnTo>
                      <a:lnTo>
                        <a:pt x="14" y="206"/>
                      </a:lnTo>
                      <a:lnTo>
                        <a:pt x="18" y="202"/>
                      </a:lnTo>
                      <a:lnTo>
                        <a:pt x="22" y="198"/>
                      </a:lnTo>
                      <a:lnTo>
                        <a:pt x="30" y="188"/>
                      </a:lnTo>
                      <a:lnTo>
                        <a:pt x="30" y="184"/>
                      </a:lnTo>
                      <a:lnTo>
                        <a:pt x="30" y="180"/>
                      </a:lnTo>
                      <a:lnTo>
                        <a:pt x="30" y="176"/>
                      </a:lnTo>
                      <a:lnTo>
                        <a:pt x="34" y="176"/>
                      </a:lnTo>
                      <a:lnTo>
                        <a:pt x="34" y="172"/>
                      </a:lnTo>
                      <a:lnTo>
                        <a:pt x="38" y="168"/>
                      </a:lnTo>
                      <a:lnTo>
                        <a:pt x="38" y="166"/>
                      </a:lnTo>
                      <a:lnTo>
                        <a:pt x="38" y="162"/>
                      </a:lnTo>
                      <a:lnTo>
                        <a:pt x="38" y="158"/>
                      </a:lnTo>
                      <a:lnTo>
                        <a:pt x="34" y="158"/>
                      </a:lnTo>
                      <a:lnTo>
                        <a:pt x="34" y="154"/>
                      </a:lnTo>
                      <a:lnTo>
                        <a:pt x="38" y="154"/>
                      </a:lnTo>
                      <a:lnTo>
                        <a:pt x="38" y="150"/>
                      </a:lnTo>
                      <a:lnTo>
                        <a:pt x="38" y="146"/>
                      </a:lnTo>
                      <a:lnTo>
                        <a:pt x="34" y="146"/>
                      </a:lnTo>
                      <a:lnTo>
                        <a:pt x="34" y="142"/>
                      </a:lnTo>
                      <a:lnTo>
                        <a:pt x="38" y="142"/>
                      </a:lnTo>
                      <a:lnTo>
                        <a:pt x="38" y="140"/>
                      </a:lnTo>
                      <a:lnTo>
                        <a:pt x="42" y="136"/>
                      </a:lnTo>
                      <a:lnTo>
                        <a:pt x="38" y="136"/>
                      </a:lnTo>
                      <a:lnTo>
                        <a:pt x="38" y="132"/>
                      </a:lnTo>
                      <a:lnTo>
                        <a:pt x="38" y="128"/>
                      </a:lnTo>
                      <a:lnTo>
                        <a:pt x="38" y="124"/>
                      </a:lnTo>
                      <a:lnTo>
                        <a:pt x="38" y="120"/>
                      </a:lnTo>
                      <a:lnTo>
                        <a:pt x="38" y="116"/>
                      </a:lnTo>
                      <a:lnTo>
                        <a:pt x="38" y="112"/>
                      </a:lnTo>
                      <a:lnTo>
                        <a:pt x="38" y="110"/>
                      </a:lnTo>
                      <a:lnTo>
                        <a:pt x="34" y="110"/>
                      </a:lnTo>
                      <a:lnTo>
                        <a:pt x="34" y="106"/>
                      </a:lnTo>
                      <a:lnTo>
                        <a:pt x="30" y="106"/>
                      </a:lnTo>
                      <a:lnTo>
                        <a:pt x="30" y="102"/>
                      </a:lnTo>
                      <a:lnTo>
                        <a:pt x="26" y="102"/>
                      </a:lnTo>
                      <a:lnTo>
                        <a:pt x="22" y="102"/>
                      </a:lnTo>
                      <a:lnTo>
                        <a:pt x="22" y="98"/>
                      </a:lnTo>
                      <a:lnTo>
                        <a:pt x="18" y="98"/>
                      </a:lnTo>
                      <a:lnTo>
                        <a:pt x="14" y="98"/>
                      </a:lnTo>
                      <a:lnTo>
                        <a:pt x="14" y="94"/>
                      </a:lnTo>
                      <a:lnTo>
                        <a:pt x="12" y="94"/>
                      </a:lnTo>
                      <a:lnTo>
                        <a:pt x="8" y="94"/>
                      </a:lnTo>
                      <a:lnTo>
                        <a:pt x="0" y="94"/>
                      </a:lnTo>
                      <a:lnTo>
                        <a:pt x="0" y="90"/>
                      </a:lnTo>
                      <a:lnTo>
                        <a:pt x="0" y="86"/>
                      </a:lnTo>
                      <a:lnTo>
                        <a:pt x="0" y="82"/>
                      </a:lnTo>
                      <a:lnTo>
                        <a:pt x="0" y="80"/>
                      </a:lnTo>
                      <a:lnTo>
                        <a:pt x="0" y="76"/>
                      </a:lnTo>
                      <a:lnTo>
                        <a:pt x="4" y="76"/>
                      </a:lnTo>
                      <a:lnTo>
                        <a:pt x="8" y="76"/>
                      </a:lnTo>
                      <a:lnTo>
                        <a:pt x="8" y="72"/>
                      </a:lnTo>
                      <a:lnTo>
                        <a:pt x="12" y="72"/>
                      </a:lnTo>
                      <a:lnTo>
                        <a:pt x="14" y="72"/>
                      </a:lnTo>
                      <a:lnTo>
                        <a:pt x="18" y="72"/>
                      </a:lnTo>
                      <a:lnTo>
                        <a:pt x="18" y="68"/>
                      </a:lnTo>
                      <a:lnTo>
                        <a:pt x="22" y="68"/>
                      </a:lnTo>
                      <a:lnTo>
                        <a:pt x="26" y="68"/>
                      </a:lnTo>
                      <a:lnTo>
                        <a:pt x="30" y="64"/>
                      </a:lnTo>
                      <a:lnTo>
                        <a:pt x="38" y="60"/>
                      </a:lnTo>
                      <a:lnTo>
                        <a:pt x="42" y="60"/>
                      </a:lnTo>
                      <a:lnTo>
                        <a:pt x="42" y="64"/>
                      </a:lnTo>
                      <a:lnTo>
                        <a:pt x="44" y="64"/>
                      </a:lnTo>
                      <a:lnTo>
                        <a:pt x="44" y="68"/>
                      </a:lnTo>
                      <a:lnTo>
                        <a:pt x="48" y="68"/>
                      </a:lnTo>
                      <a:lnTo>
                        <a:pt x="52" y="68"/>
                      </a:lnTo>
                      <a:lnTo>
                        <a:pt x="56" y="68"/>
                      </a:lnTo>
                      <a:lnTo>
                        <a:pt x="60" y="68"/>
                      </a:lnTo>
                      <a:lnTo>
                        <a:pt x="60" y="72"/>
                      </a:lnTo>
                      <a:lnTo>
                        <a:pt x="60" y="76"/>
                      </a:lnTo>
                      <a:lnTo>
                        <a:pt x="60" y="80"/>
                      </a:lnTo>
                      <a:lnTo>
                        <a:pt x="60" y="82"/>
                      </a:lnTo>
                      <a:lnTo>
                        <a:pt x="60" y="86"/>
                      </a:lnTo>
                      <a:lnTo>
                        <a:pt x="60" y="90"/>
                      </a:lnTo>
                      <a:lnTo>
                        <a:pt x="56" y="90"/>
                      </a:lnTo>
                      <a:lnTo>
                        <a:pt x="56" y="94"/>
                      </a:lnTo>
                      <a:lnTo>
                        <a:pt x="60" y="98"/>
                      </a:lnTo>
                      <a:lnTo>
                        <a:pt x="60" y="102"/>
                      </a:lnTo>
                      <a:lnTo>
                        <a:pt x="64" y="102"/>
                      </a:lnTo>
                      <a:lnTo>
                        <a:pt x="64" y="106"/>
                      </a:lnTo>
                      <a:lnTo>
                        <a:pt x="68" y="110"/>
                      </a:lnTo>
                      <a:lnTo>
                        <a:pt x="68" y="112"/>
                      </a:lnTo>
                      <a:lnTo>
                        <a:pt x="68" y="116"/>
                      </a:lnTo>
                      <a:lnTo>
                        <a:pt x="70" y="116"/>
                      </a:lnTo>
                      <a:lnTo>
                        <a:pt x="70" y="112"/>
                      </a:lnTo>
                      <a:lnTo>
                        <a:pt x="70" y="110"/>
                      </a:lnTo>
                      <a:lnTo>
                        <a:pt x="70" y="106"/>
                      </a:lnTo>
                      <a:lnTo>
                        <a:pt x="68" y="106"/>
                      </a:lnTo>
                      <a:lnTo>
                        <a:pt x="70" y="106"/>
                      </a:lnTo>
                      <a:lnTo>
                        <a:pt x="70" y="102"/>
                      </a:lnTo>
                      <a:lnTo>
                        <a:pt x="70" y="98"/>
                      </a:lnTo>
                      <a:lnTo>
                        <a:pt x="74" y="98"/>
                      </a:lnTo>
                      <a:lnTo>
                        <a:pt x="78" y="98"/>
                      </a:lnTo>
                      <a:lnTo>
                        <a:pt x="78" y="94"/>
                      </a:lnTo>
                      <a:lnTo>
                        <a:pt x="78" y="86"/>
                      </a:lnTo>
                      <a:lnTo>
                        <a:pt x="78" y="82"/>
                      </a:lnTo>
                      <a:lnTo>
                        <a:pt x="78" y="80"/>
                      </a:lnTo>
                      <a:lnTo>
                        <a:pt x="78" y="76"/>
                      </a:lnTo>
                      <a:lnTo>
                        <a:pt x="78" y="72"/>
                      </a:lnTo>
                      <a:lnTo>
                        <a:pt x="74" y="64"/>
                      </a:lnTo>
                      <a:lnTo>
                        <a:pt x="70" y="56"/>
                      </a:lnTo>
                      <a:lnTo>
                        <a:pt x="68" y="56"/>
                      </a:lnTo>
                      <a:lnTo>
                        <a:pt x="68" y="52"/>
                      </a:lnTo>
                      <a:lnTo>
                        <a:pt x="64" y="52"/>
                      </a:lnTo>
                      <a:lnTo>
                        <a:pt x="60" y="50"/>
                      </a:lnTo>
                      <a:lnTo>
                        <a:pt x="60" y="46"/>
                      </a:lnTo>
                      <a:lnTo>
                        <a:pt x="60" y="42"/>
                      </a:lnTo>
                      <a:lnTo>
                        <a:pt x="60" y="38"/>
                      </a:lnTo>
                      <a:lnTo>
                        <a:pt x="60" y="34"/>
                      </a:lnTo>
                      <a:lnTo>
                        <a:pt x="60" y="30"/>
                      </a:lnTo>
                      <a:lnTo>
                        <a:pt x="56" y="30"/>
                      </a:lnTo>
                      <a:lnTo>
                        <a:pt x="56" y="26"/>
                      </a:lnTo>
                      <a:lnTo>
                        <a:pt x="60" y="26"/>
                      </a:lnTo>
                      <a:lnTo>
                        <a:pt x="60" y="24"/>
                      </a:lnTo>
                      <a:lnTo>
                        <a:pt x="60" y="20"/>
                      </a:lnTo>
                      <a:lnTo>
                        <a:pt x="64" y="20"/>
                      </a:lnTo>
                      <a:lnTo>
                        <a:pt x="68" y="20"/>
                      </a:lnTo>
                      <a:lnTo>
                        <a:pt x="70" y="20"/>
                      </a:lnTo>
                      <a:lnTo>
                        <a:pt x="74" y="20"/>
                      </a:lnTo>
                      <a:lnTo>
                        <a:pt x="78" y="16"/>
                      </a:lnTo>
                      <a:lnTo>
                        <a:pt x="82" y="20"/>
                      </a:lnTo>
                      <a:lnTo>
                        <a:pt x="86" y="20"/>
                      </a:lnTo>
                      <a:lnTo>
                        <a:pt x="90" y="20"/>
                      </a:lnTo>
                      <a:lnTo>
                        <a:pt x="94" y="20"/>
                      </a:lnTo>
                      <a:lnTo>
                        <a:pt x="98" y="20"/>
                      </a:lnTo>
                      <a:lnTo>
                        <a:pt x="100" y="20"/>
                      </a:lnTo>
                      <a:lnTo>
                        <a:pt x="104" y="20"/>
                      </a:lnTo>
                      <a:lnTo>
                        <a:pt x="108" y="20"/>
                      </a:lnTo>
                      <a:lnTo>
                        <a:pt x="108" y="16"/>
                      </a:lnTo>
                      <a:lnTo>
                        <a:pt x="104" y="16"/>
                      </a:lnTo>
                      <a:lnTo>
                        <a:pt x="108" y="16"/>
                      </a:lnTo>
                      <a:lnTo>
                        <a:pt x="108" y="12"/>
                      </a:lnTo>
                      <a:lnTo>
                        <a:pt x="112" y="12"/>
                      </a:lnTo>
                      <a:lnTo>
                        <a:pt x="112" y="16"/>
                      </a:lnTo>
                      <a:lnTo>
                        <a:pt x="116" y="16"/>
                      </a:lnTo>
                      <a:lnTo>
                        <a:pt x="120" y="12"/>
                      </a:lnTo>
                      <a:lnTo>
                        <a:pt x="124" y="12"/>
                      </a:lnTo>
                      <a:lnTo>
                        <a:pt x="128" y="12"/>
                      </a:lnTo>
                      <a:lnTo>
                        <a:pt x="128" y="8"/>
                      </a:lnTo>
                      <a:lnTo>
                        <a:pt x="130" y="8"/>
                      </a:lnTo>
                      <a:lnTo>
                        <a:pt x="134" y="8"/>
                      </a:lnTo>
                      <a:lnTo>
                        <a:pt x="134" y="4"/>
                      </a:lnTo>
                      <a:lnTo>
                        <a:pt x="138" y="4"/>
                      </a:lnTo>
                      <a:lnTo>
                        <a:pt x="142" y="0"/>
                      </a:lnTo>
                      <a:lnTo>
                        <a:pt x="146" y="0"/>
                      </a:lnTo>
                      <a:lnTo>
                        <a:pt x="146" y="4"/>
                      </a:lnTo>
                      <a:lnTo>
                        <a:pt x="146" y="8"/>
                      </a:lnTo>
                      <a:lnTo>
                        <a:pt x="146" y="12"/>
                      </a:lnTo>
                      <a:lnTo>
                        <a:pt x="142" y="12"/>
                      </a:lnTo>
                      <a:lnTo>
                        <a:pt x="142" y="16"/>
                      </a:lnTo>
                      <a:lnTo>
                        <a:pt x="146" y="16"/>
                      </a:lnTo>
                      <a:lnTo>
                        <a:pt x="142" y="20"/>
                      </a:lnTo>
                      <a:lnTo>
                        <a:pt x="146" y="24"/>
                      </a:lnTo>
                      <a:lnTo>
                        <a:pt x="146" y="30"/>
                      </a:lnTo>
                      <a:lnTo>
                        <a:pt x="146" y="34"/>
                      </a:lnTo>
                      <a:lnTo>
                        <a:pt x="146" y="38"/>
                      </a:lnTo>
                      <a:lnTo>
                        <a:pt x="146" y="42"/>
                      </a:lnTo>
                      <a:lnTo>
                        <a:pt x="142" y="42"/>
                      </a:lnTo>
                      <a:lnTo>
                        <a:pt x="146" y="42"/>
                      </a:lnTo>
                      <a:lnTo>
                        <a:pt x="146" y="46"/>
                      </a:lnTo>
                      <a:lnTo>
                        <a:pt x="146" y="50"/>
                      </a:lnTo>
                      <a:lnTo>
                        <a:pt x="146" y="52"/>
                      </a:lnTo>
                      <a:lnTo>
                        <a:pt x="146" y="56"/>
                      </a:lnTo>
                      <a:lnTo>
                        <a:pt x="146" y="60"/>
                      </a:lnTo>
                      <a:lnTo>
                        <a:pt x="146" y="64"/>
                      </a:lnTo>
                      <a:lnTo>
                        <a:pt x="150" y="64"/>
                      </a:lnTo>
                      <a:lnTo>
                        <a:pt x="150" y="68"/>
                      </a:lnTo>
                      <a:lnTo>
                        <a:pt x="146" y="68"/>
                      </a:lnTo>
                      <a:lnTo>
                        <a:pt x="150" y="68"/>
                      </a:lnTo>
                      <a:lnTo>
                        <a:pt x="150" y="72"/>
                      </a:lnTo>
                      <a:lnTo>
                        <a:pt x="150" y="76"/>
                      </a:lnTo>
                      <a:lnTo>
                        <a:pt x="150" y="80"/>
                      </a:lnTo>
                      <a:lnTo>
                        <a:pt x="146" y="80"/>
                      </a:lnTo>
                      <a:lnTo>
                        <a:pt x="146" y="82"/>
                      </a:lnTo>
                      <a:lnTo>
                        <a:pt x="146" y="80"/>
                      </a:lnTo>
                      <a:lnTo>
                        <a:pt x="146" y="82"/>
                      </a:lnTo>
                      <a:lnTo>
                        <a:pt x="146" y="86"/>
                      </a:lnTo>
                      <a:lnTo>
                        <a:pt x="142" y="86"/>
                      </a:lnTo>
                      <a:lnTo>
                        <a:pt x="142" y="90"/>
                      </a:lnTo>
                      <a:lnTo>
                        <a:pt x="138" y="94"/>
                      </a:lnTo>
                      <a:lnTo>
                        <a:pt x="138" y="98"/>
                      </a:lnTo>
                      <a:lnTo>
                        <a:pt x="134" y="98"/>
                      </a:lnTo>
                      <a:lnTo>
                        <a:pt x="134" y="102"/>
                      </a:lnTo>
                      <a:lnTo>
                        <a:pt x="134" y="106"/>
                      </a:lnTo>
                      <a:lnTo>
                        <a:pt x="130" y="106"/>
                      </a:lnTo>
                      <a:lnTo>
                        <a:pt x="128" y="110"/>
                      </a:lnTo>
                      <a:lnTo>
                        <a:pt x="124" y="110"/>
                      </a:lnTo>
                      <a:lnTo>
                        <a:pt x="124" y="112"/>
                      </a:lnTo>
                      <a:lnTo>
                        <a:pt x="120" y="112"/>
                      </a:lnTo>
                      <a:lnTo>
                        <a:pt x="116" y="116"/>
                      </a:lnTo>
                      <a:lnTo>
                        <a:pt x="112" y="116"/>
                      </a:lnTo>
                      <a:lnTo>
                        <a:pt x="108" y="116"/>
                      </a:lnTo>
                      <a:lnTo>
                        <a:pt x="108" y="120"/>
                      </a:lnTo>
                      <a:lnTo>
                        <a:pt x="104" y="120"/>
                      </a:lnTo>
                      <a:lnTo>
                        <a:pt x="100" y="124"/>
                      </a:lnTo>
                      <a:lnTo>
                        <a:pt x="98" y="124"/>
                      </a:lnTo>
                      <a:lnTo>
                        <a:pt x="98" y="128"/>
                      </a:lnTo>
                      <a:lnTo>
                        <a:pt x="94" y="132"/>
                      </a:lnTo>
                      <a:lnTo>
                        <a:pt x="94" y="128"/>
                      </a:lnTo>
                      <a:lnTo>
                        <a:pt x="94" y="132"/>
                      </a:lnTo>
                      <a:lnTo>
                        <a:pt x="94" y="136"/>
                      </a:lnTo>
                      <a:lnTo>
                        <a:pt x="90" y="140"/>
                      </a:lnTo>
                      <a:lnTo>
                        <a:pt x="86" y="140"/>
                      </a:lnTo>
                      <a:lnTo>
                        <a:pt x="86" y="142"/>
                      </a:lnTo>
                      <a:lnTo>
                        <a:pt x="86" y="146"/>
                      </a:lnTo>
                      <a:lnTo>
                        <a:pt x="82" y="146"/>
                      </a:lnTo>
                      <a:lnTo>
                        <a:pt x="82" y="142"/>
                      </a:lnTo>
                      <a:lnTo>
                        <a:pt x="82" y="146"/>
                      </a:lnTo>
                      <a:lnTo>
                        <a:pt x="78" y="146"/>
                      </a:lnTo>
                      <a:lnTo>
                        <a:pt x="78" y="150"/>
                      </a:lnTo>
                      <a:lnTo>
                        <a:pt x="74" y="150"/>
                      </a:lnTo>
                      <a:lnTo>
                        <a:pt x="74" y="154"/>
                      </a:lnTo>
                      <a:lnTo>
                        <a:pt x="70" y="158"/>
                      </a:lnTo>
                      <a:lnTo>
                        <a:pt x="68" y="162"/>
                      </a:lnTo>
                      <a:lnTo>
                        <a:pt x="64" y="162"/>
                      </a:lnTo>
                      <a:lnTo>
                        <a:pt x="60" y="158"/>
                      </a:lnTo>
                      <a:lnTo>
                        <a:pt x="60" y="162"/>
                      </a:lnTo>
                      <a:lnTo>
                        <a:pt x="64" y="162"/>
                      </a:lnTo>
                      <a:lnTo>
                        <a:pt x="64" y="166"/>
                      </a:lnTo>
                      <a:lnTo>
                        <a:pt x="64" y="168"/>
                      </a:lnTo>
                      <a:lnTo>
                        <a:pt x="64" y="172"/>
                      </a:lnTo>
                      <a:lnTo>
                        <a:pt x="64" y="176"/>
                      </a:lnTo>
                      <a:lnTo>
                        <a:pt x="68" y="176"/>
                      </a:lnTo>
                      <a:lnTo>
                        <a:pt x="68" y="180"/>
                      </a:lnTo>
                      <a:lnTo>
                        <a:pt x="68" y="184"/>
                      </a:lnTo>
                      <a:lnTo>
                        <a:pt x="68" y="188"/>
                      </a:lnTo>
                      <a:lnTo>
                        <a:pt x="68" y="192"/>
                      </a:lnTo>
                      <a:lnTo>
                        <a:pt x="70" y="192"/>
                      </a:lnTo>
                      <a:lnTo>
                        <a:pt x="70" y="196"/>
                      </a:lnTo>
                      <a:lnTo>
                        <a:pt x="70" y="198"/>
                      </a:lnTo>
                      <a:lnTo>
                        <a:pt x="70" y="202"/>
                      </a:lnTo>
                      <a:lnTo>
                        <a:pt x="70" y="206"/>
                      </a:lnTo>
                      <a:lnTo>
                        <a:pt x="70" y="210"/>
                      </a:lnTo>
                      <a:lnTo>
                        <a:pt x="70" y="206"/>
                      </a:lnTo>
                      <a:lnTo>
                        <a:pt x="70" y="202"/>
                      </a:lnTo>
                      <a:lnTo>
                        <a:pt x="74" y="202"/>
                      </a:lnTo>
                      <a:lnTo>
                        <a:pt x="74" y="206"/>
                      </a:lnTo>
                      <a:lnTo>
                        <a:pt x="74" y="210"/>
                      </a:lnTo>
                      <a:lnTo>
                        <a:pt x="74" y="214"/>
                      </a:lnTo>
                      <a:lnTo>
                        <a:pt x="74" y="218"/>
                      </a:lnTo>
                      <a:lnTo>
                        <a:pt x="74" y="222"/>
                      </a:lnTo>
                      <a:lnTo>
                        <a:pt x="74" y="226"/>
                      </a:lnTo>
                      <a:lnTo>
                        <a:pt x="70" y="228"/>
                      </a:lnTo>
                      <a:lnTo>
                        <a:pt x="70" y="232"/>
                      </a:lnTo>
                      <a:lnTo>
                        <a:pt x="70" y="236"/>
                      </a:lnTo>
                      <a:lnTo>
                        <a:pt x="70" y="232"/>
                      </a:lnTo>
                      <a:lnTo>
                        <a:pt x="74" y="232"/>
                      </a:lnTo>
                      <a:lnTo>
                        <a:pt x="74" y="236"/>
                      </a:lnTo>
                      <a:lnTo>
                        <a:pt x="74" y="240"/>
                      </a:lnTo>
                      <a:lnTo>
                        <a:pt x="70" y="240"/>
                      </a:lnTo>
                      <a:lnTo>
                        <a:pt x="70" y="244"/>
                      </a:lnTo>
                      <a:lnTo>
                        <a:pt x="70" y="248"/>
                      </a:lnTo>
                      <a:lnTo>
                        <a:pt x="68" y="248"/>
                      </a:lnTo>
                      <a:lnTo>
                        <a:pt x="64" y="252"/>
                      </a:lnTo>
                      <a:lnTo>
                        <a:pt x="60" y="252"/>
                      </a:lnTo>
                      <a:lnTo>
                        <a:pt x="56" y="252"/>
                      </a:lnTo>
                      <a:lnTo>
                        <a:pt x="56" y="254"/>
                      </a:lnTo>
                      <a:lnTo>
                        <a:pt x="52" y="254"/>
                      </a:lnTo>
                      <a:lnTo>
                        <a:pt x="48" y="254"/>
                      </a:lnTo>
                      <a:lnTo>
                        <a:pt x="44" y="258"/>
                      </a:lnTo>
                      <a:lnTo>
                        <a:pt x="42" y="258"/>
                      </a:lnTo>
                      <a:lnTo>
                        <a:pt x="42" y="262"/>
                      </a:lnTo>
                      <a:lnTo>
                        <a:pt x="38" y="262"/>
                      </a:lnTo>
                      <a:lnTo>
                        <a:pt x="38" y="266"/>
                      </a:lnTo>
                      <a:lnTo>
                        <a:pt x="34" y="266"/>
                      </a:lnTo>
                      <a:lnTo>
                        <a:pt x="34" y="270"/>
                      </a:lnTo>
                      <a:lnTo>
                        <a:pt x="34" y="274"/>
                      </a:lnTo>
                      <a:lnTo>
                        <a:pt x="34" y="278"/>
                      </a:lnTo>
                      <a:lnTo>
                        <a:pt x="38" y="278"/>
                      </a:lnTo>
                      <a:lnTo>
                        <a:pt x="38" y="274"/>
                      </a:lnTo>
                      <a:lnTo>
                        <a:pt x="38" y="278"/>
                      </a:lnTo>
                      <a:lnTo>
                        <a:pt x="38" y="284"/>
                      </a:lnTo>
                      <a:lnTo>
                        <a:pt x="38" y="288"/>
                      </a:lnTo>
                      <a:lnTo>
                        <a:pt x="34" y="288"/>
                      </a:lnTo>
                      <a:lnTo>
                        <a:pt x="30" y="288"/>
                      </a:lnTo>
                      <a:lnTo>
                        <a:pt x="26" y="288"/>
                      </a:lnTo>
                      <a:lnTo>
                        <a:pt x="26" y="288"/>
                      </a:lnTo>
                      <a:lnTo>
                        <a:pt x="26" y="288"/>
                      </a:lnTo>
                      <a:close/>
                      <a:moveTo>
                        <a:pt x="74" y="198"/>
                      </a:moveTo>
                      <a:lnTo>
                        <a:pt x="70" y="198"/>
                      </a:lnTo>
                      <a:lnTo>
                        <a:pt x="70" y="196"/>
                      </a:lnTo>
                      <a:lnTo>
                        <a:pt x="74" y="192"/>
                      </a:lnTo>
                      <a:lnTo>
                        <a:pt x="74" y="196"/>
                      </a:lnTo>
                      <a:lnTo>
                        <a:pt x="74" y="198"/>
                      </a:lnTo>
                      <a:lnTo>
                        <a:pt x="74" y="198"/>
                      </a:lnTo>
                      <a:lnTo>
                        <a:pt x="74" y="198"/>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171" name="Freeform 160">
                  <a:extLst>
                    <a:ext uri="{FF2B5EF4-FFF2-40B4-BE49-F238E27FC236}">
                      <a16:creationId xmlns:a16="http://schemas.microsoft.com/office/drawing/2014/main" id="{14E1F1E7-12CF-A328-ED95-5C236660581B}"/>
                    </a:ext>
                  </a:extLst>
                </p:cNvPr>
                <p:cNvSpPr>
                  <a:spLocks/>
                </p:cNvSpPr>
                <p:nvPr/>
              </p:nvSpPr>
              <p:spPr bwMode="gray">
                <a:xfrm>
                  <a:off x="5085193" y="5027554"/>
                  <a:ext cx="337418" cy="372201"/>
                </a:xfrm>
                <a:custGeom>
                  <a:avLst/>
                  <a:gdLst>
                    <a:gd name="T0" fmla="*/ 120 w 194"/>
                    <a:gd name="T1" fmla="*/ 124 h 214"/>
                    <a:gd name="T2" fmla="*/ 120 w 194"/>
                    <a:gd name="T3" fmla="*/ 140 h 214"/>
                    <a:gd name="T4" fmla="*/ 120 w 194"/>
                    <a:gd name="T5" fmla="*/ 154 h 214"/>
                    <a:gd name="T6" fmla="*/ 120 w 194"/>
                    <a:gd name="T7" fmla="*/ 184 h 214"/>
                    <a:gd name="T8" fmla="*/ 120 w 194"/>
                    <a:gd name="T9" fmla="*/ 202 h 214"/>
                    <a:gd name="T10" fmla="*/ 108 w 194"/>
                    <a:gd name="T11" fmla="*/ 210 h 214"/>
                    <a:gd name="T12" fmla="*/ 96 w 194"/>
                    <a:gd name="T13" fmla="*/ 214 h 214"/>
                    <a:gd name="T14" fmla="*/ 86 w 194"/>
                    <a:gd name="T15" fmla="*/ 210 h 214"/>
                    <a:gd name="T16" fmla="*/ 82 w 194"/>
                    <a:gd name="T17" fmla="*/ 198 h 214"/>
                    <a:gd name="T18" fmla="*/ 74 w 194"/>
                    <a:gd name="T19" fmla="*/ 198 h 214"/>
                    <a:gd name="T20" fmla="*/ 66 w 194"/>
                    <a:gd name="T21" fmla="*/ 206 h 214"/>
                    <a:gd name="T22" fmla="*/ 60 w 194"/>
                    <a:gd name="T23" fmla="*/ 194 h 214"/>
                    <a:gd name="T24" fmla="*/ 56 w 194"/>
                    <a:gd name="T25" fmla="*/ 190 h 214"/>
                    <a:gd name="T26" fmla="*/ 52 w 194"/>
                    <a:gd name="T27" fmla="*/ 176 h 214"/>
                    <a:gd name="T28" fmla="*/ 48 w 194"/>
                    <a:gd name="T29" fmla="*/ 166 h 214"/>
                    <a:gd name="T30" fmla="*/ 44 w 194"/>
                    <a:gd name="T31" fmla="*/ 154 h 214"/>
                    <a:gd name="T32" fmla="*/ 44 w 194"/>
                    <a:gd name="T33" fmla="*/ 140 h 214"/>
                    <a:gd name="T34" fmla="*/ 40 w 194"/>
                    <a:gd name="T35" fmla="*/ 128 h 214"/>
                    <a:gd name="T36" fmla="*/ 40 w 194"/>
                    <a:gd name="T37" fmla="*/ 114 h 214"/>
                    <a:gd name="T38" fmla="*/ 40 w 194"/>
                    <a:gd name="T39" fmla="*/ 98 h 214"/>
                    <a:gd name="T40" fmla="*/ 34 w 194"/>
                    <a:gd name="T41" fmla="*/ 86 h 214"/>
                    <a:gd name="T42" fmla="*/ 30 w 194"/>
                    <a:gd name="T43" fmla="*/ 76 h 214"/>
                    <a:gd name="T44" fmla="*/ 22 w 194"/>
                    <a:gd name="T45" fmla="*/ 64 h 214"/>
                    <a:gd name="T46" fmla="*/ 18 w 194"/>
                    <a:gd name="T47" fmla="*/ 54 h 214"/>
                    <a:gd name="T48" fmla="*/ 14 w 194"/>
                    <a:gd name="T49" fmla="*/ 42 h 214"/>
                    <a:gd name="T50" fmla="*/ 8 w 194"/>
                    <a:gd name="T51" fmla="*/ 30 h 214"/>
                    <a:gd name="T52" fmla="*/ 4 w 194"/>
                    <a:gd name="T53" fmla="*/ 20 h 214"/>
                    <a:gd name="T54" fmla="*/ 4 w 194"/>
                    <a:gd name="T55" fmla="*/ 8 h 214"/>
                    <a:gd name="T56" fmla="*/ 14 w 194"/>
                    <a:gd name="T57" fmla="*/ 4 h 214"/>
                    <a:gd name="T58" fmla="*/ 30 w 194"/>
                    <a:gd name="T59" fmla="*/ 4 h 214"/>
                    <a:gd name="T60" fmla="*/ 40 w 194"/>
                    <a:gd name="T61" fmla="*/ 8 h 214"/>
                    <a:gd name="T62" fmla="*/ 64 w 194"/>
                    <a:gd name="T63" fmla="*/ 8 h 214"/>
                    <a:gd name="T64" fmla="*/ 90 w 194"/>
                    <a:gd name="T65" fmla="*/ 8 h 214"/>
                    <a:gd name="T66" fmla="*/ 100 w 194"/>
                    <a:gd name="T67" fmla="*/ 16 h 214"/>
                    <a:gd name="T68" fmla="*/ 116 w 194"/>
                    <a:gd name="T69" fmla="*/ 16 h 214"/>
                    <a:gd name="T70" fmla="*/ 126 w 194"/>
                    <a:gd name="T71" fmla="*/ 20 h 214"/>
                    <a:gd name="T72" fmla="*/ 138 w 194"/>
                    <a:gd name="T73" fmla="*/ 20 h 214"/>
                    <a:gd name="T74" fmla="*/ 160 w 194"/>
                    <a:gd name="T75" fmla="*/ 12 h 214"/>
                    <a:gd name="T76" fmla="*/ 176 w 194"/>
                    <a:gd name="T77" fmla="*/ 8 h 214"/>
                    <a:gd name="T78" fmla="*/ 190 w 194"/>
                    <a:gd name="T79" fmla="*/ 8 h 214"/>
                    <a:gd name="T80" fmla="*/ 186 w 194"/>
                    <a:gd name="T81" fmla="*/ 16 h 214"/>
                    <a:gd name="T82" fmla="*/ 178 w 194"/>
                    <a:gd name="T83" fmla="*/ 20 h 214"/>
                    <a:gd name="T84" fmla="*/ 172 w 194"/>
                    <a:gd name="T85" fmla="*/ 28 h 214"/>
                    <a:gd name="T86" fmla="*/ 164 w 194"/>
                    <a:gd name="T87" fmla="*/ 20 h 214"/>
                    <a:gd name="T88" fmla="*/ 146 w 194"/>
                    <a:gd name="T89" fmla="*/ 24 h 214"/>
                    <a:gd name="T90" fmla="*/ 134 w 194"/>
                    <a:gd name="T91" fmla="*/ 30 h 214"/>
                    <a:gd name="T92" fmla="*/ 134 w 194"/>
                    <a:gd name="T93" fmla="*/ 68 h 214"/>
                    <a:gd name="T94" fmla="*/ 134 w 194"/>
                    <a:gd name="T95" fmla="*/ 86 h 214"/>
                    <a:gd name="T96" fmla="*/ 122 w 194"/>
                    <a:gd name="T97" fmla="*/ 90 h 214"/>
                    <a:gd name="T98" fmla="*/ 120 w 194"/>
                    <a:gd name="T99" fmla="*/ 102 h 214"/>
                    <a:gd name="T100" fmla="*/ 120 w 194"/>
                    <a:gd name="T101" fmla="*/ 114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94" h="214">
                      <a:moveTo>
                        <a:pt x="120" y="114"/>
                      </a:moveTo>
                      <a:lnTo>
                        <a:pt x="120" y="116"/>
                      </a:lnTo>
                      <a:lnTo>
                        <a:pt x="120" y="120"/>
                      </a:lnTo>
                      <a:lnTo>
                        <a:pt x="120" y="124"/>
                      </a:lnTo>
                      <a:lnTo>
                        <a:pt x="120" y="128"/>
                      </a:lnTo>
                      <a:lnTo>
                        <a:pt x="120" y="132"/>
                      </a:lnTo>
                      <a:lnTo>
                        <a:pt x="120" y="136"/>
                      </a:lnTo>
                      <a:lnTo>
                        <a:pt x="120" y="140"/>
                      </a:lnTo>
                      <a:lnTo>
                        <a:pt x="120" y="144"/>
                      </a:lnTo>
                      <a:lnTo>
                        <a:pt x="120" y="146"/>
                      </a:lnTo>
                      <a:lnTo>
                        <a:pt x="120" y="150"/>
                      </a:lnTo>
                      <a:lnTo>
                        <a:pt x="120" y="154"/>
                      </a:lnTo>
                      <a:lnTo>
                        <a:pt x="120" y="158"/>
                      </a:lnTo>
                      <a:lnTo>
                        <a:pt x="120" y="168"/>
                      </a:lnTo>
                      <a:lnTo>
                        <a:pt x="120" y="180"/>
                      </a:lnTo>
                      <a:lnTo>
                        <a:pt x="120" y="184"/>
                      </a:lnTo>
                      <a:lnTo>
                        <a:pt x="120" y="186"/>
                      </a:lnTo>
                      <a:lnTo>
                        <a:pt x="120" y="194"/>
                      </a:lnTo>
                      <a:lnTo>
                        <a:pt x="120" y="198"/>
                      </a:lnTo>
                      <a:lnTo>
                        <a:pt x="120" y="202"/>
                      </a:lnTo>
                      <a:lnTo>
                        <a:pt x="116" y="206"/>
                      </a:lnTo>
                      <a:lnTo>
                        <a:pt x="112" y="206"/>
                      </a:lnTo>
                      <a:lnTo>
                        <a:pt x="112" y="210"/>
                      </a:lnTo>
                      <a:lnTo>
                        <a:pt x="108" y="210"/>
                      </a:lnTo>
                      <a:lnTo>
                        <a:pt x="108" y="214"/>
                      </a:lnTo>
                      <a:lnTo>
                        <a:pt x="104" y="214"/>
                      </a:lnTo>
                      <a:lnTo>
                        <a:pt x="100" y="210"/>
                      </a:lnTo>
                      <a:lnTo>
                        <a:pt x="96" y="214"/>
                      </a:lnTo>
                      <a:lnTo>
                        <a:pt x="94" y="214"/>
                      </a:lnTo>
                      <a:lnTo>
                        <a:pt x="90" y="214"/>
                      </a:lnTo>
                      <a:lnTo>
                        <a:pt x="90" y="210"/>
                      </a:lnTo>
                      <a:lnTo>
                        <a:pt x="86" y="210"/>
                      </a:lnTo>
                      <a:lnTo>
                        <a:pt x="82" y="210"/>
                      </a:lnTo>
                      <a:lnTo>
                        <a:pt x="82" y="206"/>
                      </a:lnTo>
                      <a:lnTo>
                        <a:pt x="82" y="202"/>
                      </a:lnTo>
                      <a:lnTo>
                        <a:pt x="82" y="198"/>
                      </a:lnTo>
                      <a:lnTo>
                        <a:pt x="82" y="202"/>
                      </a:lnTo>
                      <a:lnTo>
                        <a:pt x="78" y="202"/>
                      </a:lnTo>
                      <a:lnTo>
                        <a:pt x="78" y="198"/>
                      </a:lnTo>
                      <a:lnTo>
                        <a:pt x="74" y="198"/>
                      </a:lnTo>
                      <a:lnTo>
                        <a:pt x="74" y="202"/>
                      </a:lnTo>
                      <a:lnTo>
                        <a:pt x="74" y="206"/>
                      </a:lnTo>
                      <a:lnTo>
                        <a:pt x="70" y="206"/>
                      </a:lnTo>
                      <a:lnTo>
                        <a:pt x="66" y="206"/>
                      </a:lnTo>
                      <a:lnTo>
                        <a:pt x="64" y="202"/>
                      </a:lnTo>
                      <a:lnTo>
                        <a:pt x="64" y="198"/>
                      </a:lnTo>
                      <a:lnTo>
                        <a:pt x="60" y="198"/>
                      </a:lnTo>
                      <a:lnTo>
                        <a:pt x="60" y="194"/>
                      </a:lnTo>
                      <a:lnTo>
                        <a:pt x="56" y="194"/>
                      </a:lnTo>
                      <a:lnTo>
                        <a:pt x="60" y="194"/>
                      </a:lnTo>
                      <a:lnTo>
                        <a:pt x="56" y="194"/>
                      </a:lnTo>
                      <a:lnTo>
                        <a:pt x="56" y="190"/>
                      </a:lnTo>
                      <a:lnTo>
                        <a:pt x="52" y="186"/>
                      </a:lnTo>
                      <a:lnTo>
                        <a:pt x="52" y="184"/>
                      </a:lnTo>
                      <a:lnTo>
                        <a:pt x="52" y="180"/>
                      </a:lnTo>
                      <a:lnTo>
                        <a:pt x="52" y="176"/>
                      </a:lnTo>
                      <a:lnTo>
                        <a:pt x="48" y="172"/>
                      </a:lnTo>
                      <a:lnTo>
                        <a:pt x="52" y="172"/>
                      </a:lnTo>
                      <a:lnTo>
                        <a:pt x="48" y="168"/>
                      </a:lnTo>
                      <a:lnTo>
                        <a:pt x="48" y="166"/>
                      </a:lnTo>
                      <a:lnTo>
                        <a:pt x="48" y="162"/>
                      </a:lnTo>
                      <a:lnTo>
                        <a:pt x="48" y="158"/>
                      </a:lnTo>
                      <a:lnTo>
                        <a:pt x="44" y="158"/>
                      </a:lnTo>
                      <a:lnTo>
                        <a:pt x="44" y="154"/>
                      </a:lnTo>
                      <a:lnTo>
                        <a:pt x="44" y="150"/>
                      </a:lnTo>
                      <a:lnTo>
                        <a:pt x="44" y="146"/>
                      </a:lnTo>
                      <a:lnTo>
                        <a:pt x="44" y="144"/>
                      </a:lnTo>
                      <a:lnTo>
                        <a:pt x="44" y="140"/>
                      </a:lnTo>
                      <a:lnTo>
                        <a:pt x="44" y="136"/>
                      </a:lnTo>
                      <a:lnTo>
                        <a:pt x="40" y="136"/>
                      </a:lnTo>
                      <a:lnTo>
                        <a:pt x="40" y="132"/>
                      </a:lnTo>
                      <a:lnTo>
                        <a:pt x="40" y="128"/>
                      </a:lnTo>
                      <a:lnTo>
                        <a:pt x="40" y="124"/>
                      </a:lnTo>
                      <a:lnTo>
                        <a:pt x="40" y="120"/>
                      </a:lnTo>
                      <a:lnTo>
                        <a:pt x="40" y="116"/>
                      </a:lnTo>
                      <a:lnTo>
                        <a:pt x="40" y="114"/>
                      </a:lnTo>
                      <a:lnTo>
                        <a:pt x="40" y="110"/>
                      </a:lnTo>
                      <a:lnTo>
                        <a:pt x="40" y="106"/>
                      </a:lnTo>
                      <a:lnTo>
                        <a:pt x="40" y="102"/>
                      </a:lnTo>
                      <a:lnTo>
                        <a:pt x="40" y="98"/>
                      </a:lnTo>
                      <a:lnTo>
                        <a:pt x="40" y="94"/>
                      </a:lnTo>
                      <a:lnTo>
                        <a:pt x="38" y="90"/>
                      </a:lnTo>
                      <a:lnTo>
                        <a:pt x="38" y="86"/>
                      </a:lnTo>
                      <a:lnTo>
                        <a:pt x="34" y="86"/>
                      </a:lnTo>
                      <a:lnTo>
                        <a:pt x="34" y="84"/>
                      </a:lnTo>
                      <a:lnTo>
                        <a:pt x="34" y="80"/>
                      </a:lnTo>
                      <a:lnTo>
                        <a:pt x="30" y="80"/>
                      </a:lnTo>
                      <a:lnTo>
                        <a:pt x="30" y="76"/>
                      </a:lnTo>
                      <a:lnTo>
                        <a:pt x="30" y="72"/>
                      </a:lnTo>
                      <a:lnTo>
                        <a:pt x="26" y="68"/>
                      </a:lnTo>
                      <a:lnTo>
                        <a:pt x="26" y="64"/>
                      </a:lnTo>
                      <a:lnTo>
                        <a:pt x="22" y="64"/>
                      </a:lnTo>
                      <a:lnTo>
                        <a:pt x="22" y="60"/>
                      </a:lnTo>
                      <a:lnTo>
                        <a:pt x="22" y="58"/>
                      </a:lnTo>
                      <a:lnTo>
                        <a:pt x="22" y="54"/>
                      </a:lnTo>
                      <a:lnTo>
                        <a:pt x="18" y="54"/>
                      </a:lnTo>
                      <a:lnTo>
                        <a:pt x="18" y="50"/>
                      </a:lnTo>
                      <a:lnTo>
                        <a:pt x="18" y="46"/>
                      </a:lnTo>
                      <a:lnTo>
                        <a:pt x="14" y="46"/>
                      </a:lnTo>
                      <a:lnTo>
                        <a:pt x="14" y="42"/>
                      </a:lnTo>
                      <a:lnTo>
                        <a:pt x="14" y="38"/>
                      </a:lnTo>
                      <a:lnTo>
                        <a:pt x="12" y="34"/>
                      </a:lnTo>
                      <a:lnTo>
                        <a:pt x="12" y="30"/>
                      </a:lnTo>
                      <a:lnTo>
                        <a:pt x="8" y="30"/>
                      </a:lnTo>
                      <a:lnTo>
                        <a:pt x="8" y="28"/>
                      </a:lnTo>
                      <a:lnTo>
                        <a:pt x="8" y="24"/>
                      </a:lnTo>
                      <a:lnTo>
                        <a:pt x="4" y="24"/>
                      </a:lnTo>
                      <a:lnTo>
                        <a:pt x="4" y="20"/>
                      </a:lnTo>
                      <a:lnTo>
                        <a:pt x="4" y="16"/>
                      </a:lnTo>
                      <a:lnTo>
                        <a:pt x="0" y="12"/>
                      </a:lnTo>
                      <a:lnTo>
                        <a:pt x="0" y="8"/>
                      </a:lnTo>
                      <a:lnTo>
                        <a:pt x="4" y="8"/>
                      </a:lnTo>
                      <a:lnTo>
                        <a:pt x="4" y="4"/>
                      </a:lnTo>
                      <a:lnTo>
                        <a:pt x="8" y="4"/>
                      </a:lnTo>
                      <a:lnTo>
                        <a:pt x="12" y="4"/>
                      </a:lnTo>
                      <a:lnTo>
                        <a:pt x="14" y="4"/>
                      </a:lnTo>
                      <a:lnTo>
                        <a:pt x="18" y="0"/>
                      </a:lnTo>
                      <a:lnTo>
                        <a:pt x="22" y="0"/>
                      </a:lnTo>
                      <a:lnTo>
                        <a:pt x="26" y="0"/>
                      </a:lnTo>
                      <a:lnTo>
                        <a:pt x="30" y="4"/>
                      </a:lnTo>
                      <a:lnTo>
                        <a:pt x="34" y="4"/>
                      </a:lnTo>
                      <a:lnTo>
                        <a:pt x="34" y="8"/>
                      </a:lnTo>
                      <a:lnTo>
                        <a:pt x="38" y="8"/>
                      </a:lnTo>
                      <a:lnTo>
                        <a:pt x="40" y="8"/>
                      </a:lnTo>
                      <a:lnTo>
                        <a:pt x="44" y="8"/>
                      </a:lnTo>
                      <a:lnTo>
                        <a:pt x="48" y="8"/>
                      </a:lnTo>
                      <a:lnTo>
                        <a:pt x="56" y="8"/>
                      </a:lnTo>
                      <a:lnTo>
                        <a:pt x="64" y="8"/>
                      </a:lnTo>
                      <a:lnTo>
                        <a:pt x="70" y="8"/>
                      </a:lnTo>
                      <a:lnTo>
                        <a:pt x="82" y="8"/>
                      </a:lnTo>
                      <a:lnTo>
                        <a:pt x="86" y="8"/>
                      </a:lnTo>
                      <a:lnTo>
                        <a:pt x="90" y="8"/>
                      </a:lnTo>
                      <a:lnTo>
                        <a:pt x="94" y="8"/>
                      </a:lnTo>
                      <a:lnTo>
                        <a:pt x="96" y="8"/>
                      </a:lnTo>
                      <a:lnTo>
                        <a:pt x="100" y="12"/>
                      </a:lnTo>
                      <a:lnTo>
                        <a:pt x="100" y="16"/>
                      </a:lnTo>
                      <a:lnTo>
                        <a:pt x="104" y="16"/>
                      </a:lnTo>
                      <a:lnTo>
                        <a:pt x="108" y="16"/>
                      </a:lnTo>
                      <a:lnTo>
                        <a:pt x="112" y="16"/>
                      </a:lnTo>
                      <a:lnTo>
                        <a:pt x="116" y="16"/>
                      </a:lnTo>
                      <a:lnTo>
                        <a:pt x="120" y="16"/>
                      </a:lnTo>
                      <a:lnTo>
                        <a:pt x="122" y="16"/>
                      </a:lnTo>
                      <a:lnTo>
                        <a:pt x="126" y="16"/>
                      </a:lnTo>
                      <a:lnTo>
                        <a:pt x="126" y="20"/>
                      </a:lnTo>
                      <a:lnTo>
                        <a:pt x="130" y="20"/>
                      </a:lnTo>
                      <a:lnTo>
                        <a:pt x="134" y="16"/>
                      </a:lnTo>
                      <a:lnTo>
                        <a:pt x="138" y="16"/>
                      </a:lnTo>
                      <a:lnTo>
                        <a:pt x="138" y="20"/>
                      </a:lnTo>
                      <a:lnTo>
                        <a:pt x="146" y="16"/>
                      </a:lnTo>
                      <a:lnTo>
                        <a:pt x="152" y="16"/>
                      </a:lnTo>
                      <a:lnTo>
                        <a:pt x="156" y="16"/>
                      </a:lnTo>
                      <a:lnTo>
                        <a:pt x="160" y="12"/>
                      </a:lnTo>
                      <a:lnTo>
                        <a:pt x="164" y="12"/>
                      </a:lnTo>
                      <a:lnTo>
                        <a:pt x="168" y="12"/>
                      </a:lnTo>
                      <a:lnTo>
                        <a:pt x="172" y="12"/>
                      </a:lnTo>
                      <a:lnTo>
                        <a:pt x="176" y="8"/>
                      </a:lnTo>
                      <a:lnTo>
                        <a:pt x="178" y="8"/>
                      </a:lnTo>
                      <a:lnTo>
                        <a:pt x="182" y="8"/>
                      </a:lnTo>
                      <a:lnTo>
                        <a:pt x="186" y="8"/>
                      </a:lnTo>
                      <a:lnTo>
                        <a:pt x="190" y="8"/>
                      </a:lnTo>
                      <a:lnTo>
                        <a:pt x="190" y="12"/>
                      </a:lnTo>
                      <a:lnTo>
                        <a:pt x="194" y="16"/>
                      </a:lnTo>
                      <a:lnTo>
                        <a:pt x="190" y="16"/>
                      </a:lnTo>
                      <a:lnTo>
                        <a:pt x="186" y="16"/>
                      </a:lnTo>
                      <a:lnTo>
                        <a:pt x="182" y="20"/>
                      </a:lnTo>
                      <a:lnTo>
                        <a:pt x="182" y="16"/>
                      </a:lnTo>
                      <a:lnTo>
                        <a:pt x="178" y="16"/>
                      </a:lnTo>
                      <a:lnTo>
                        <a:pt x="178" y="20"/>
                      </a:lnTo>
                      <a:lnTo>
                        <a:pt x="176" y="20"/>
                      </a:lnTo>
                      <a:lnTo>
                        <a:pt x="176" y="24"/>
                      </a:lnTo>
                      <a:lnTo>
                        <a:pt x="172" y="24"/>
                      </a:lnTo>
                      <a:lnTo>
                        <a:pt x="172" y="28"/>
                      </a:lnTo>
                      <a:lnTo>
                        <a:pt x="168" y="28"/>
                      </a:lnTo>
                      <a:lnTo>
                        <a:pt x="168" y="24"/>
                      </a:lnTo>
                      <a:lnTo>
                        <a:pt x="168" y="20"/>
                      </a:lnTo>
                      <a:lnTo>
                        <a:pt x="164" y="20"/>
                      </a:lnTo>
                      <a:lnTo>
                        <a:pt x="156" y="20"/>
                      </a:lnTo>
                      <a:lnTo>
                        <a:pt x="152" y="20"/>
                      </a:lnTo>
                      <a:lnTo>
                        <a:pt x="150" y="20"/>
                      </a:lnTo>
                      <a:lnTo>
                        <a:pt x="146" y="24"/>
                      </a:lnTo>
                      <a:lnTo>
                        <a:pt x="138" y="24"/>
                      </a:lnTo>
                      <a:lnTo>
                        <a:pt x="134" y="24"/>
                      </a:lnTo>
                      <a:lnTo>
                        <a:pt x="134" y="28"/>
                      </a:lnTo>
                      <a:lnTo>
                        <a:pt x="134" y="30"/>
                      </a:lnTo>
                      <a:lnTo>
                        <a:pt x="134" y="38"/>
                      </a:lnTo>
                      <a:lnTo>
                        <a:pt x="134" y="54"/>
                      </a:lnTo>
                      <a:lnTo>
                        <a:pt x="134" y="58"/>
                      </a:lnTo>
                      <a:lnTo>
                        <a:pt x="134" y="68"/>
                      </a:lnTo>
                      <a:lnTo>
                        <a:pt x="134" y="72"/>
                      </a:lnTo>
                      <a:lnTo>
                        <a:pt x="134" y="76"/>
                      </a:lnTo>
                      <a:lnTo>
                        <a:pt x="134" y="84"/>
                      </a:lnTo>
                      <a:lnTo>
                        <a:pt x="134" y="86"/>
                      </a:lnTo>
                      <a:lnTo>
                        <a:pt x="134" y="90"/>
                      </a:lnTo>
                      <a:lnTo>
                        <a:pt x="130" y="90"/>
                      </a:lnTo>
                      <a:lnTo>
                        <a:pt x="126" y="90"/>
                      </a:lnTo>
                      <a:lnTo>
                        <a:pt x="122" y="90"/>
                      </a:lnTo>
                      <a:lnTo>
                        <a:pt x="120" y="90"/>
                      </a:lnTo>
                      <a:lnTo>
                        <a:pt x="120" y="94"/>
                      </a:lnTo>
                      <a:lnTo>
                        <a:pt x="120" y="98"/>
                      </a:lnTo>
                      <a:lnTo>
                        <a:pt x="120" y="102"/>
                      </a:lnTo>
                      <a:lnTo>
                        <a:pt x="120" y="106"/>
                      </a:lnTo>
                      <a:lnTo>
                        <a:pt x="120" y="110"/>
                      </a:lnTo>
                      <a:lnTo>
                        <a:pt x="120" y="114"/>
                      </a:lnTo>
                      <a:lnTo>
                        <a:pt x="120" y="114"/>
                      </a:lnTo>
                      <a:lnTo>
                        <a:pt x="120" y="114"/>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172" name="Freeform 161">
                  <a:extLst>
                    <a:ext uri="{FF2B5EF4-FFF2-40B4-BE49-F238E27FC236}">
                      <a16:creationId xmlns:a16="http://schemas.microsoft.com/office/drawing/2014/main" id="{ECE03224-43E7-3AC8-2F2D-BFC111B1A276}"/>
                    </a:ext>
                  </a:extLst>
                </p:cNvPr>
                <p:cNvSpPr>
                  <a:spLocks/>
                </p:cNvSpPr>
                <p:nvPr/>
              </p:nvSpPr>
              <p:spPr bwMode="gray">
                <a:xfrm>
                  <a:off x="4806911" y="3810074"/>
                  <a:ext cx="389596" cy="361765"/>
                </a:xfrm>
                <a:custGeom>
                  <a:avLst/>
                  <a:gdLst>
                    <a:gd name="T0" fmla="*/ 84 w 224"/>
                    <a:gd name="T1" fmla="*/ 174 h 208"/>
                    <a:gd name="T2" fmla="*/ 80 w 224"/>
                    <a:gd name="T3" fmla="*/ 172 h 208"/>
                    <a:gd name="T4" fmla="*/ 70 w 224"/>
                    <a:gd name="T5" fmla="*/ 172 h 208"/>
                    <a:gd name="T6" fmla="*/ 60 w 224"/>
                    <a:gd name="T7" fmla="*/ 172 h 208"/>
                    <a:gd name="T8" fmla="*/ 52 w 224"/>
                    <a:gd name="T9" fmla="*/ 186 h 208"/>
                    <a:gd name="T10" fmla="*/ 48 w 224"/>
                    <a:gd name="T11" fmla="*/ 202 h 208"/>
                    <a:gd name="T12" fmla="*/ 48 w 224"/>
                    <a:gd name="T13" fmla="*/ 208 h 208"/>
                    <a:gd name="T14" fmla="*/ 44 w 224"/>
                    <a:gd name="T15" fmla="*/ 204 h 208"/>
                    <a:gd name="T16" fmla="*/ 36 w 224"/>
                    <a:gd name="T17" fmla="*/ 198 h 208"/>
                    <a:gd name="T18" fmla="*/ 30 w 224"/>
                    <a:gd name="T19" fmla="*/ 198 h 208"/>
                    <a:gd name="T20" fmla="*/ 30 w 224"/>
                    <a:gd name="T21" fmla="*/ 202 h 208"/>
                    <a:gd name="T22" fmla="*/ 26 w 224"/>
                    <a:gd name="T23" fmla="*/ 190 h 208"/>
                    <a:gd name="T24" fmla="*/ 14 w 224"/>
                    <a:gd name="T25" fmla="*/ 186 h 208"/>
                    <a:gd name="T26" fmla="*/ 10 w 224"/>
                    <a:gd name="T27" fmla="*/ 178 h 208"/>
                    <a:gd name="T28" fmla="*/ 14 w 224"/>
                    <a:gd name="T29" fmla="*/ 178 h 208"/>
                    <a:gd name="T30" fmla="*/ 8 w 224"/>
                    <a:gd name="T31" fmla="*/ 174 h 208"/>
                    <a:gd name="T32" fmla="*/ 4 w 224"/>
                    <a:gd name="T33" fmla="*/ 164 h 208"/>
                    <a:gd name="T34" fmla="*/ 0 w 224"/>
                    <a:gd name="T35" fmla="*/ 156 h 208"/>
                    <a:gd name="T36" fmla="*/ 0 w 224"/>
                    <a:gd name="T37" fmla="*/ 148 h 208"/>
                    <a:gd name="T38" fmla="*/ 4 w 224"/>
                    <a:gd name="T39" fmla="*/ 152 h 208"/>
                    <a:gd name="T40" fmla="*/ 10 w 224"/>
                    <a:gd name="T41" fmla="*/ 148 h 208"/>
                    <a:gd name="T42" fmla="*/ 36 w 224"/>
                    <a:gd name="T43" fmla="*/ 144 h 208"/>
                    <a:gd name="T44" fmla="*/ 48 w 224"/>
                    <a:gd name="T45" fmla="*/ 142 h 208"/>
                    <a:gd name="T46" fmla="*/ 52 w 224"/>
                    <a:gd name="T47" fmla="*/ 138 h 208"/>
                    <a:gd name="T48" fmla="*/ 56 w 224"/>
                    <a:gd name="T49" fmla="*/ 126 h 208"/>
                    <a:gd name="T50" fmla="*/ 56 w 224"/>
                    <a:gd name="T51" fmla="*/ 112 h 208"/>
                    <a:gd name="T52" fmla="*/ 56 w 224"/>
                    <a:gd name="T53" fmla="*/ 78 h 208"/>
                    <a:gd name="T54" fmla="*/ 74 w 224"/>
                    <a:gd name="T55" fmla="*/ 74 h 208"/>
                    <a:gd name="T56" fmla="*/ 88 w 224"/>
                    <a:gd name="T57" fmla="*/ 60 h 208"/>
                    <a:gd name="T58" fmla="*/ 118 w 224"/>
                    <a:gd name="T59" fmla="*/ 38 h 208"/>
                    <a:gd name="T60" fmla="*/ 144 w 224"/>
                    <a:gd name="T61" fmla="*/ 16 h 208"/>
                    <a:gd name="T62" fmla="*/ 168 w 224"/>
                    <a:gd name="T63" fmla="*/ 0 h 208"/>
                    <a:gd name="T64" fmla="*/ 182 w 224"/>
                    <a:gd name="T65" fmla="*/ 4 h 208"/>
                    <a:gd name="T66" fmla="*/ 190 w 224"/>
                    <a:gd name="T67" fmla="*/ 8 h 208"/>
                    <a:gd name="T68" fmla="*/ 204 w 224"/>
                    <a:gd name="T69" fmla="*/ 12 h 208"/>
                    <a:gd name="T70" fmla="*/ 212 w 224"/>
                    <a:gd name="T71" fmla="*/ 26 h 208"/>
                    <a:gd name="T72" fmla="*/ 216 w 224"/>
                    <a:gd name="T73" fmla="*/ 44 h 208"/>
                    <a:gd name="T74" fmla="*/ 216 w 224"/>
                    <a:gd name="T75" fmla="*/ 48 h 208"/>
                    <a:gd name="T76" fmla="*/ 220 w 224"/>
                    <a:gd name="T77" fmla="*/ 60 h 208"/>
                    <a:gd name="T78" fmla="*/ 216 w 224"/>
                    <a:gd name="T79" fmla="*/ 86 h 208"/>
                    <a:gd name="T80" fmla="*/ 216 w 224"/>
                    <a:gd name="T81" fmla="*/ 118 h 208"/>
                    <a:gd name="T82" fmla="*/ 200 w 224"/>
                    <a:gd name="T83" fmla="*/ 138 h 208"/>
                    <a:gd name="T84" fmla="*/ 190 w 224"/>
                    <a:gd name="T85" fmla="*/ 152 h 208"/>
                    <a:gd name="T86" fmla="*/ 190 w 224"/>
                    <a:gd name="T87" fmla="*/ 160 h 208"/>
                    <a:gd name="T88" fmla="*/ 186 w 224"/>
                    <a:gd name="T89" fmla="*/ 160 h 208"/>
                    <a:gd name="T90" fmla="*/ 182 w 224"/>
                    <a:gd name="T91" fmla="*/ 174 h 208"/>
                    <a:gd name="T92" fmla="*/ 174 w 224"/>
                    <a:gd name="T93" fmla="*/ 178 h 208"/>
                    <a:gd name="T94" fmla="*/ 174 w 224"/>
                    <a:gd name="T95" fmla="*/ 182 h 208"/>
                    <a:gd name="T96" fmla="*/ 164 w 224"/>
                    <a:gd name="T97" fmla="*/ 182 h 208"/>
                    <a:gd name="T98" fmla="*/ 156 w 224"/>
                    <a:gd name="T99" fmla="*/ 178 h 208"/>
                    <a:gd name="T100" fmla="*/ 152 w 224"/>
                    <a:gd name="T101" fmla="*/ 178 h 208"/>
                    <a:gd name="T102" fmla="*/ 148 w 224"/>
                    <a:gd name="T103" fmla="*/ 178 h 208"/>
                    <a:gd name="T104" fmla="*/ 144 w 224"/>
                    <a:gd name="T105" fmla="*/ 178 h 208"/>
                    <a:gd name="T106" fmla="*/ 138 w 224"/>
                    <a:gd name="T107" fmla="*/ 182 h 208"/>
                    <a:gd name="T108" fmla="*/ 134 w 224"/>
                    <a:gd name="T109" fmla="*/ 190 h 208"/>
                    <a:gd name="T110" fmla="*/ 122 w 224"/>
                    <a:gd name="T111" fmla="*/ 186 h 208"/>
                    <a:gd name="T112" fmla="*/ 114 w 224"/>
                    <a:gd name="T113" fmla="*/ 182 h 208"/>
                    <a:gd name="T114" fmla="*/ 110 w 224"/>
                    <a:gd name="T115" fmla="*/ 182 h 208"/>
                    <a:gd name="T116" fmla="*/ 100 w 224"/>
                    <a:gd name="T117" fmla="*/ 182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4" h="208">
                      <a:moveTo>
                        <a:pt x="96" y="186"/>
                      </a:moveTo>
                      <a:lnTo>
                        <a:pt x="92" y="186"/>
                      </a:lnTo>
                      <a:lnTo>
                        <a:pt x="92" y="182"/>
                      </a:lnTo>
                      <a:lnTo>
                        <a:pt x="92" y="182"/>
                      </a:lnTo>
                      <a:lnTo>
                        <a:pt x="88" y="178"/>
                      </a:lnTo>
                      <a:lnTo>
                        <a:pt x="88" y="178"/>
                      </a:lnTo>
                      <a:lnTo>
                        <a:pt x="84" y="174"/>
                      </a:lnTo>
                      <a:lnTo>
                        <a:pt x="84" y="174"/>
                      </a:lnTo>
                      <a:lnTo>
                        <a:pt x="84" y="174"/>
                      </a:lnTo>
                      <a:lnTo>
                        <a:pt x="84" y="174"/>
                      </a:lnTo>
                      <a:lnTo>
                        <a:pt x="84" y="174"/>
                      </a:lnTo>
                      <a:lnTo>
                        <a:pt x="80" y="174"/>
                      </a:lnTo>
                      <a:lnTo>
                        <a:pt x="80" y="172"/>
                      </a:lnTo>
                      <a:lnTo>
                        <a:pt x="80" y="172"/>
                      </a:lnTo>
                      <a:lnTo>
                        <a:pt x="78" y="172"/>
                      </a:lnTo>
                      <a:lnTo>
                        <a:pt x="78" y="172"/>
                      </a:lnTo>
                      <a:lnTo>
                        <a:pt x="74" y="172"/>
                      </a:lnTo>
                      <a:lnTo>
                        <a:pt x="74" y="172"/>
                      </a:lnTo>
                      <a:lnTo>
                        <a:pt x="74" y="172"/>
                      </a:lnTo>
                      <a:lnTo>
                        <a:pt x="70" y="172"/>
                      </a:lnTo>
                      <a:lnTo>
                        <a:pt x="70" y="172"/>
                      </a:lnTo>
                      <a:lnTo>
                        <a:pt x="70" y="172"/>
                      </a:lnTo>
                      <a:lnTo>
                        <a:pt x="70" y="172"/>
                      </a:lnTo>
                      <a:lnTo>
                        <a:pt x="66" y="172"/>
                      </a:lnTo>
                      <a:lnTo>
                        <a:pt x="66" y="172"/>
                      </a:lnTo>
                      <a:lnTo>
                        <a:pt x="66" y="172"/>
                      </a:lnTo>
                      <a:lnTo>
                        <a:pt x="64" y="172"/>
                      </a:lnTo>
                      <a:lnTo>
                        <a:pt x="60" y="172"/>
                      </a:lnTo>
                      <a:lnTo>
                        <a:pt x="56" y="174"/>
                      </a:lnTo>
                      <a:lnTo>
                        <a:pt x="56" y="174"/>
                      </a:lnTo>
                      <a:lnTo>
                        <a:pt x="56" y="178"/>
                      </a:lnTo>
                      <a:lnTo>
                        <a:pt x="56" y="178"/>
                      </a:lnTo>
                      <a:lnTo>
                        <a:pt x="56" y="182"/>
                      </a:lnTo>
                      <a:lnTo>
                        <a:pt x="56" y="186"/>
                      </a:lnTo>
                      <a:lnTo>
                        <a:pt x="52" y="186"/>
                      </a:lnTo>
                      <a:lnTo>
                        <a:pt x="52" y="190"/>
                      </a:lnTo>
                      <a:lnTo>
                        <a:pt x="52" y="190"/>
                      </a:lnTo>
                      <a:lnTo>
                        <a:pt x="48" y="194"/>
                      </a:lnTo>
                      <a:lnTo>
                        <a:pt x="48" y="194"/>
                      </a:lnTo>
                      <a:lnTo>
                        <a:pt x="48" y="198"/>
                      </a:lnTo>
                      <a:lnTo>
                        <a:pt x="48" y="198"/>
                      </a:lnTo>
                      <a:lnTo>
                        <a:pt x="48" y="202"/>
                      </a:lnTo>
                      <a:lnTo>
                        <a:pt x="48" y="202"/>
                      </a:lnTo>
                      <a:lnTo>
                        <a:pt x="48" y="202"/>
                      </a:lnTo>
                      <a:lnTo>
                        <a:pt x="48" y="204"/>
                      </a:lnTo>
                      <a:lnTo>
                        <a:pt x="48" y="204"/>
                      </a:lnTo>
                      <a:lnTo>
                        <a:pt x="48" y="204"/>
                      </a:lnTo>
                      <a:lnTo>
                        <a:pt x="48" y="204"/>
                      </a:lnTo>
                      <a:lnTo>
                        <a:pt x="48" y="208"/>
                      </a:lnTo>
                      <a:lnTo>
                        <a:pt x="48" y="208"/>
                      </a:lnTo>
                      <a:lnTo>
                        <a:pt x="44" y="204"/>
                      </a:lnTo>
                      <a:lnTo>
                        <a:pt x="44" y="204"/>
                      </a:lnTo>
                      <a:lnTo>
                        <a:pt x="44" y="204"/>
                      </a:lnTo>
                      <a:lnTo>
                        <a:pt x="44" y="204"/>
                      </a:lnTo>
                      <a:lnTo>
                        <a:pt x="44" y="204"/>
                      </a:lnTo>
                      <a:lnTo>
                        <a:pt x="44" y="204"/>
                      </a:lnTo>
                      <a:lnTo>
                        <a:pt x="44" y="204"/>
                      </a:lnTo>
                      <a:lnTo>
                        <a:pt x="40" y="204"/>
                      </a:lnTo>
                      <a:lnTo>
                        <a:pt x="40" y="202"/>
                      </a:lnTo>
                      <a:lnTo>
                        <a:pt x="40" y="202"/>
                      </a:lnTo>
                      <a:lnTo>
                        <a:pt x="40" y="202"/>
                      </a:lnTo>
                      <a:lnTo>
                        <a:pt x="36" y="198"/>
                      </a:lnTo>
                      <a:lnTo>
                        <a:pt x="36" y="198"/>
                      </a:lnTo>
                      <a:lnTo>
                        <a:pt x="36" y="194"/>
                      </a:lnTo>
                      <a:lnTo>
                        <a:pt x="36" y="198"/>
                      </a:lnTo>
                      <a:lnTo>
                        <a:pt x="34" y="198"/>
                      </a:lnTo>
                      <a:lnTo>
                        <a:pt x="34" y="198"/>
                      </a:lnTo>
                      <a:lnTo>
                        <a:pt x="34" y="198"/>
                      </a:lnTo>
                      <a:lnTo>
                        <a:pt x="34" y="198"/>
                      </a:lnTo>
                      <a:lnTo>
                        <a:pt x="30" y="198"/>
                      </a:lnTo>
                      <a:lnTo>
                        <a:pt x="30" y="198"/>
                      </a:lnTo>
                      <a:lnTo>
                        <a:pt x="30" y="202"/>
                      </a:lnTo>
                      <a:lnTo>
                        <a:pt x="30" y="202"/>
                      </a:lnTo>
                      <a:lnTo>
                        <a:pt x="30" y="204"/>
                      </a:lnTo>
                      <a:lnTo>
                        <a:pt x="30" y="204"/>
                      </a:lnTo>
                      <a:lnTo>
                        <a:pt x="30" y="204"/>
                      </a:lnTo>
                      <a:lnTo>
                        <a:pt x="30" y="202"/>
                      </a:lnTo>
                      <a:lnTo>
                        <a:pt x="26" y="198"/>
                      </a:lnTo>
                      <a:lnTo>
                        <a:pt x="26" y="198"/>
                      </a:lnTo>
                      <a:lnTo>
                        <a:pt x="26" y="194"/>
                      </a:lnTo>
                      <a:lnTo>
                        <a:pt x="26" y="194"/>
                      </a:lnTo>
                      <a:lnTo>
                        <a:pt x="30" y="194"/>
                      </a:lnTo>
                      <a:lnTo>
                        <a:pt x="26" y="194"/>
                      </a:lnTo>
                      <a:lnTo>
                        <a:pt x="26" y="190"/>
                      </a:lnTo>
                      <a:lnTo>
                        <a:pt x="26" y="190"/>
                      </a:lnTo>
                      <a:lnTo>
                        <a:pt x="26" y="190"/>
                      </a:lnTo>
                      <a:lnTo>
                        <a:pt x="26" y="190"/>
                      </a:lnTo>
                      <a:lnTo>
                        <a:pt x="22" y="190"/>
                      </a:lnTo>
                      <a:lnTo>
                        <a:pt x="22" y="194"/>
                      </a:lnTo>
                      <a:lnTo>
                        <a:pt x="18" y="190"/>
                      </a:lnTo>
                      <a:lnTo>
                        <a:pt x="14" y="186"/>
                      </a:lnTo>
                      <a:lnTo>
                        <a:pt x="10" y="186"/>
                      </a:lnTo>
                      <a:lnTo>
                        <a:pt x="10" y="186"/>
                      </a:lnTo>
                      <a:lnTo>
                        <a:pt x="10" y="182"/>
                      </a:lnTo>
                      <a:lnTo>
                        <a:pt x="10" y="182"/>
                      </a:lnTo>
                      <a:lnTo>
                        <a:pt x="10" y="178"/>
                      </a:lnTo>
                      <a:lnTo>
                        <a:pt x="10" y="178"/>
                      </a:lnTo>
                      <a:lnTo>
                        <a:pt x="10" y="178"/>
                      </a:lnTo>
                      <a:lnTo>
                        <a:pt x="10" y="178"/>
                      </a:lnTo>
                      <a:lnTo>
                        <a:pt x="10" y="178"/>
                      </a:lnTo>
                      <a:lnTo>
                        <a:pt x="10" y="178"/>
                      </a:lnTo>
                      <a:lnTo>
                        <a:pt x="10" y="178"/>
                      </a:lnTo>
                      <a:lnTo>
                        <a:pt x="14" y="178"/>
                      </a:lnTo>
                      <a:lnTo>
                        <a:pt x="14" y="178"/>
                      </a:lnTo>
                      <a:lnTo>
                        <a:pt x="14" y="178"/>
                      </a:lnTo>
                      <a:lnTo>
                        <a:pt x="10" y="178"/>
                      </a:lnTo>
                      <a:lnTo>
                        <a:pt x="10" y="178"/>
                      </a:lnTo>
                      <a:lnTo>
                        <a:pt x="10" y="178"/>
                      </a:lnTo>
                      <a:lnTo>
                        <a:pt x="10" y="174"/>
                      </a:lnTo>
                      <a:lnTo>
                        <a:pt x="10" y="174"/>
                      </a:lnTo>
                      <a:lnTo>
                        <a:pt x="10" y="174"/>
                      </a:lnTo>
                      <a:lnTo>
                        <a:pt x="8" y="174"/>
                      </a:lnTo>
                      <a:lnTo>
                        <a:pt x="4" y="174"/>
                      </a:lnTo>
                      <a:lnTo>
                        <a:pt x="4" y="172"/>
                      </a:lnTo>
                      <a:lnTo>
                        <a:pt x="4" y="172"/>
                      </a:lnTo>
                      <a:lnTo>
                        <a:pt x="4" y="168"/>
                      </a:lnTo>
                      <a:lnTo>
                        <a:pt x="0" y="164"/>
                      </a:lnTo>
                      <a:lnTo>
                        <a:pt x="0" y="164"/>
                      </a:lnTo>
                      <a:lnTo>
                        <a:pt x="4" y="164"/>
                      </a:lnTo>
                      <a:lnTo>
                        <a:pt x="0" y="164"/>
                      </a:lnTo>
                      <a:lnTo>
                        <a:pt x="0" y="160"/>
                      </a:lnTo>
                      <a:lnTo>
                        <a:pt x="0" y="160"/>
                      </a:lnTo>
                      <a:lnTo>
                        <a:pt x="0" y="160"/>
                      </a:lnTo>
                      <a:lnTo>
                        <a:pt x="0" y="160"/>
                      </a:lnTo>
                      <a:lnTo>
                        <a:pt x="0" y="160"/>
                      </a:lnTo>
                      <a:lnTo>
                        <a:pt x="0" y="156"/>
                      </a:lnTo>
                      <a:lnTo>
                        <a:pt x="0" y="156"/>
                      </a:lnTo>
                      <a:lnTo>
                        <a:pt x="0" y="152"/>
                      </a:lnTo>
                      <a:lnTo>
                        <a:pt x="0" y="152"/>
                      </a:lnTo>
                      <a:lnTo>
                        <a:pt x="0" y="152"/>
                      </a:lnTo>
                      <a:lnTo>
                        <a:pt x="0" y="152"/>
                      </a:lnTo>
                      <a:lnTo>
                        <a:pt x="0" y="152"/>
                      </a:lnTo>
                      <a:lnTo>
                        <a:pt x="0" y="148"/>
                      </a:lnTo>
                      <a:lnTo>
                        <a:pt x="0" y="148"/>
                      </a:lnTo>
                      <a:lnTo>
                        <a:pt x="0" y="152"/>
                      </a:lnTo>
                      <a:lnTo>
                        <a:pt x="4" y="152"/>
                      </a:lnTo>
                      <a:lnTo>
                        <a:pt x="4" y="148"/>
                      </a:lnTo>
                      <a:lnTo>
                        <a:pt x="4" y="148"/>
                      </a:lnTo>
                      <a:lnTo>
                        <a:pt x="4" y="152"/>
                      </a:lnTo>
                      <a:lnTo>
                        <a:pt x="4" y="152"/>
                      </a:lnTo>
                      <a:lnTo>
                        <a:pt x="8" y="152"/>
                      </a:lnTo>
                      <a:lnTo>
                        <a:pt x="8" y="152"/>
                      </a:lnTo>
                      <a:lnTo>
                        <a:pt x="8" y="152"/>
                      </a:lnTo>
                      <a:lnTo>
                        <a:pt x="10" y="148"/>
                      </a:lnTo>
                      <a:lnTo>
                        <a:pt x="10" y="148"/>
                      </a:lnTo>
                      <a:lnTo>
                        <a:pt x="10" y="148"/>
                      </a:lnTo>
                      <a:lnTo>
                        <a:pt x="10" y="148"/>
                      </a:lnTo>
                      <a:lnTo>
                        <a:pt x="14" y="144"/>
                      </a:lnTo>
                      <a:lnTo>
                        <a:pt x="22" y="144"/>
                      </a:lnTo>
                      <a:lnTo>
                        <a:pt x="22" y="144"/>
                      </a:lnTo>
                      <a:lnTo>
                        <a:pt x="34" y="144"/>
                      </a:lnTo>
                      <a:lnTo>
                        <a:pt x="34" y="144"/>
                      </a:lnTo>
                      <a:lnTo>
                        <a:pt x="36" y="144"/>
                      </a:lnTo>
                      <a:lnTo>
                        <a:pt x="36" y="144"/>
                      </a:lnTo>
                      <a:lnTo>
                        <a:pt x="36" y="142"/>
                      </a:lnTo>
                      <a:lnTo>
                        <a:pt x="40" y="142"/>
                      </a:lnTo>
                      <a:lnTo>
                        <a:pt x="44" y="144"/>
                      </a:lnTo>
                      <a:lnTo>
                        <a:pt x="44" y="144"/>
                      </a:lnTo>
                      <a:lnTo>
                        <a:pt x="44" y="144"/>
                      </a:lnTo>
                      <a:lnTo>
                        <a:pt x="44" y="142"/>
                      </a:lnTo>
                      <a:lnTo>
                        <a:pt x="48" y="142"/>
                      </a:lnTo>
                      <a:lnTo>
                        <a:pt x="48" y="138"/>
                      </a:lnTo>
                      <a:lnTo>
                        <a:pt x="48" y="138"/>
                      </a:lnTo>
                      <a:lnTo>
                        <a:pt x="48" y="138"/>
                      </a:lnTo>
                      <a:lnTo>
                        <a:pt x="52" y="138"/>
                      </a:lnTo>
                      <a:lnTo>
                        <a:pt x="52" y="138"/>
                      </a:lnTo>
                      <a:lnTo>
                        <a:pt x="52" y="138"/>
                      </a:lnTo>
                      <a:lnTo>
                        <a:pt x="52" y="138"/>
                      </a:lnTo>
                      <a:lnTo>
                        <a:pt x="52" y="138"/>
                      </a:lnTo>
                      <a:lnTo>
                        <a:pt x="52" y="134"/>
                      </a:lnTo>
                      <a:lnTo>
                        <a:pt x="52" y="130"/>
                      </a:lnTo>
                      <a:lnTo>
                        <a:pt x="52" y="126"/>
                      </a:lnTo>
                      <a:lnTo>
                        <a:pt x="56" y="126"/>
                      </a:lnTo>
                      <a:lnTo>
                        <a:pt x="56" y="126"/>
                      </a:lnTo>
                      <a:lnTo>
                        <a:pt x="56" y="126"/>
                      </a:lnTo>
                      <a:lnTo>
                        <a:pt x="56" y="126"/>
                      </a:lnTo>
                      <a:lnTo>
                        <a:pt x="56" y="126"/>
                      </a:lnTo>
                      <a:lnTo>
                        <a:pt x="56" y="118"/>
                      </a:lnTo>
                      <a:lnTo>
                        <a:pt x="56" y="118"/>
                      </a:lnTo>
                      <a:lnTo>
                        <a:pt x="56" y="116"/>
                      </a:lnTo>
                      <a:lnTo>
                        <a:pt x="56" y="116"/>
                      </a:lnTo>
                      <a:lnTo>
                        <a:pt x="56" y="112"/>
                      </a:lnTo>
                      <a:lnTo>
                        <a:pt x="56" y="108"/>
                      </a:lnTo>
                      <a:lnTo>
                        <a:pt x="56" y="104"/>
                      </a:lnTo>
                      <a:lnTo>
                        <a:pt x="56" y="96"/>
                      </a:lnTo>
                      <a:lnTo>
                        <a:pt x="56" y="86"/>
                      </a:lnTo>
                      <a:lnTo>
                        <a:pt x="56" y="86"/>
                      </a:lnTo>
                      <a:lnTo>
                        <a:pt x="56" y="82"/>
                      </a:lnTo>
                      <a:lnTo>
                        <a:pt x="56" y="78"/>
                      </a:lnTo>
                      <a:lnTo>
                        <a:pt x="56" y="78"/>
                      </a:lnTo>
                      <a:lnTo>
                        <a:pt x="60" y="78"/>
                      </a:lnTo>
                      <a:lnTo>
                        <a:pt x="60" y="78"/>
                      </a:lnTo>
                      <a:lnTo>
                        <a:pt x="66" y="74"/>
                      </a:lnTo>
                      <a:lnTo>
                        <a:pt x="70" y="74"/>
                      </a:lnTo>
                      <a:lnTo>
                        <a:pt x="74" y="74"/>
                      </a:lnTo>
                      <a:lnTo>
                        <a:pt x="74" y="74"/>
                      </a:lnTo>
                      <a:lnTo>
                        <a:pt x="78" y="74"/>
                      </a:lnTo>
                      <a:lnTo>
                        <a:pt x="78" y="74"/>
                      </a:lnTo>
                      <a:lnTo>
                        <a:pt x="80" y="70"/>
                      </a:lnTo>
                      <a:lnTo>
                        <a:pt x="80" y="70"/>
                      </a:lnTo>
                      <a:lnTo>
                        <a:pt x="84" y="66"/>
                      </a:lnTo>
                      <a:lnTo>
                        <a:pt x="88" y="62"/>
                      </a:lnTo>
                      <a:lnTo>
                        <a:pt x="88" y="60"/>
                      </a:lnTo>
                      <a:lnTo>
                        <a:pt x="92" y="56"/>
                      </a:lnTo>
                      <a:lnTo>
                        <a:pt x="100" y="48"/>
                      </a:lnTo>
                      <a:lnTo>
                        <a:pt x="104" y="44"/>
                      </a:lnTo>
                      <a:lnTo>
                        <a:pt x="104" y="44"/>
                      </a:lnTo>
                      <a:lnTo>
                        <a:pt x="108" y="44"/>
                      </a:lnTo>
                      <a:lnTo>
                        <a:pt x="110" y="42"/>
                      </a:lnTo>
                      <a:lnTo>
                        <a:pt x="118" y="38"/>
                      </a:lnTo>
                      <a:lnTo>
                        <a:pt x="118" y="34"/>
                      </a:lnTo>
                      <a:lnTo>
                        <a:pt x="122" y="30"/>
                      </a:lnTo>
                      <a:lnTo>
                        <a:pt x="130" y="26"/>
                      </a:lnTo>
                      <a:lnTo>
                        <a:pt x="134" y="22"/>
                      </a:lnTo>
                      <a:lnTo>
                        <a:pt x="138" y="18"/>
                      </a:lnTo>
                      <a:lnTo>
                        <a:pt x="140" y="18"/>
                      </a:lnTo>
                      <a:lnTo>
                        <a:pt x="144" y="16"/>
                      </a:lnTo>
                      <a:lnTo>
                        <a:pt x="148" y="16"/>
                      </a:lnTo>
                      <a:lnTo>
                        <a:pt x="148" y="12"/>
                      </a:lnTo>
                      <a:lnTo>
                        <a:pt x="152" y="12"/>
                      </a:lnTo>
                      <a:lnTo>
                        <a:pt x="160" y="4"/>
                      </a:lnTo>
                      <a:lnTo>
                        <a:pt x="164" y="4"/>
                      </a:lnTo>
                      <a:lnTo>
                        <a:pt x="164" y="0"/>
                      </a:lnTo>
                      <a:lnTo>
                        <a:pt x="168" y="0"/>
                      </a:lnTo>
                      <a:lnTo>
                        <a:pt x="170" y="4"/>
                      </a:lnTo>
                      <a:lnTo>
                        <a:pt x="170" y="4"/>
                      </a:lnTo>
                      <a:lnTo>
                        <a:pt x="170" y="4"/>
                      </a:lnTo>
                      <a:lnTo>
                        <a:pt x="170" y="4"/>
                      </a:lnTo>
                      <a:lnTo>
                        <a:pt x="174" y="4"/>
                      </a:lnTo>
                      <a:lnTo>
                        <a:pt x="178" y="4"/>
                      </a:lnTo>
                      <a:lnTo>
                        <a:pt x="182" y="4"/>
                      </a:lnTo>
                      <a:lnTo>
                        <a:pt x="186" y="8"/>
                      </a:lnTo>
                      <a:lnTo>
                        <a:pt x="186" y="8"/>
                      </a:lnTo>
                      <a:lnTo>
                        <a:pt x="186" y="8"/>
                      </a:lnTo>
                      <a:lnTo>
                        <a:pt x="186" y="8"/>
                      </a:lnTo>
                      <a:lnTo>
                        <a:pt x="186" y="8"/>
                      </a:lnTo>
                      <a:lnTo>
                        <a:pt x="186" y="8"/>
                      </a:lnTo>
                      <a:lnTo>
                        <a:pt x="190" y="8"/>
                      </a:lnTo>
                      <a:lnTo>
                        <a:pt x="190" y="8"/>
                      </a:lnTo>
                      <a:lnTo>
                        <a:pt x="194" y="12"/>
                      </a:lnTo>
                      <a:lnTo>
                        <a:pt x="198" y="18"/>
                      </a:lnTo>
                      <a:lnTo>
                        <a:pt x="198" y="16"/>
                      </a:lnTo>
                      <a:lnTo>
                        <a:pt x="200" y="16"/>
                      </a:lnTo>
                      <a:lnTo>
                        <a:pt x="200" y="16"/>
                      </a:lnTo>
                      <a:lnTo>
                        <a:pt x="204" y="12"/>
                      </a:lnTo>
                      <a:lnTo>
                        <a:pt x="204" y="12"/>
                      </a:lnTo>
                      <a:lnTo>
                        <a:pt x="208" y="12"/>
                      </a:lnTo>
                      <a:lnTo>
                        <a:pt x="208" y="12"/>
                      </a:lnTo>
                      <a:lnTo>
                        <a:pt x="208" y="12"/>
                      </a:lnTo>
                      <a:lnTo>
                        <a:pt x="208" y="16"/>
                      </a:lnTo>
                      <a:lnTo>
                        <a:pt x="212" y="26"/>
                      </a:lnTo>
                      <a:lnTo>
                        <a:pt x="212" y="26"/>
                      </a:lnTo>
                      <a:lnTo>
                        <a:pt x="212" y="30"/>
                      </a:lnTo>
                      <a:lnTo>
                        <a:pt x="212" y="34"/>
                      </a:lnTo>
                      <a:lnTo>
                        <a:pt x="212" y="34"/>
                      </a:lnTo>
                      <a:lnTo>
                        <a:pt x="212" y="38"/>
                      </a:lnTo>
                      <a:lnTo>
                        <a:pt x="212" y="38"/>
                      </a:lnTo>
                      <a:lnTo>
                        <a:pt x="212" y="38"/>
                      </a:lnTo>
                      <a:lnTo>
                        <a:pt x="216" y="44"/>
                      </a:lnTo>
                      <a:lnTo>
                        <a:pt x="216" y="44"/>
                      </a:lnTo>
                      <a:lnTo>
                        <a:pt x="216" y="44"/>
                      </a:lnTo>
                      <a:lnTo>
                        <a:pt x="216" y="48"/>
                      </a:lnTo>
                      <a:lnTo>
                        <a:pt x="216" y="48"/>
                      </a:lnTo>
                      <a:lnTo>
                        <a:pt x="216" y="48"/>
                      </a:lnTo>
                      <a:lnTo>
                        <a:pt x="216" y="48"/>
                      </a:lnTo>
                      <a:lnTo>
                        <a:pt x="216" y="48"/>
                      </a:lnTo>
                      <a:lnTo>
                        <a:pt x="216" y="48"/>
                      </a:lnTo>
                      <a:lnTo>
                        <a:pt x="216" y="48"/>
                      </a:lnTo>
                      <a:lnTo>
                        <a:pt x="216" y="52"/>
                      </a:lnTo>
                      <a:lnTo>
                        <a:pt x="216" y="52"/>
                      </a:lnTo>
                      <a:lnTo>
                        <a:pt x="224" y="56"/>
                      </a:lnTo>
                      <a:lnTo>
                        <a:pt x="224" y="56"/>
                      </a:lnTo>
                      <a:lnTo>
                        <a:pt x="220" y="60"/>
                      </a:lnTo>
                      <a:lnTo>
                        <a:pt x="220" y="62"/>
                      </a:lnTo>
                      <a:lnTo>
                        <a:pt x="220" y="62"/>
                      </a:lnTo>
                      <a:lnTo>
                        <a:pt x="220" y="66"/>
                      </a:lnTo>
                      <a:lnTo>
                        <a:pt x="220" y="70"/>
                      </a:lnTo>
                      <a:lnTo>
                        <a:pt x="216" y="82"/>
                      </a:lnTo>
                      <a:lnTo>
                        <a:pt x="216" y="82"/>
                      </a:lnTo>
                      <a:lnTo>
                        <a:pt x="216" y="86"/>
                      </a:lnTo>
                      <a:lnTo>
                        <a:pt x="216" y="92"/>
                      </a:lnTo>
                      <a:lnTo>
                        <a:pt x="216" y="92"/>
                      </a:lnTo>
                      <a:lnTo>
                        <a:pt x="216" y="96"/>
                      </a:lnTo>
                      <a:lnTo>
                        <a:pt x="216" y="108"/>
                      </a:lnTo>
                      <a:lnTo>
                        <a:pt x="216" y="116"/>
                      </a:lnTo>
                      <a:lnTo>
                        <a:pt x="216" y="118"/>
                      </a:lnTo>
                      <a:lnTo>
                        <a:pt x="216" y="118"/>
                      </a:lnTo>
                      <a:lnTo>
                        <a:pt x="216" y="118"/>
                      </a:lnTo>
                      <a:lnTo>
                        <a:pt x="212" y="118"/>
                      </a:lnTo>
                      <a:lnTo>
                        <a:pt x="212" y="122"/>
                      </a:lnTo>
                      <a:lnTo>
                        <a:pt x="208" y="122"/>
                      </a:lnTo>
                      <a:lnTo>
                        <a:pt x="208" y="126"/>
                      </a:lnTo>
                      <a:lnTo>
                        <a:pt x="200" y="134"/>
                      </a:lnTo>
                      <a:lnTo>
                        <a:pt x="200" y="138"/>
                      </a:lnTo>
                      <a:lnTo>
                        <a:pt x="198" y="142"/>
                      </a:lnTo>
                      <a:lnTo>
                        <a:pt x="198" y="142"/>
                      </a:lnTo>
                      <a:lnTo>
                        <a:pt x="194" y="144"/>
                      </a:lnTo>
                      <a:lnTo>
                        <a:pt x="194" y="144"/>
                      </a:lnTo>
                      <a:lnTo>
                        <a:pt x="194" y="148"/>
                      </a:lnTo>
                      <a:lnTo>
                        <a:pt x="190" y="152"/>
                      </a:lnTo>
                      <a:lnTo>
                        <a:pt x="190" y="152"/>
                      </a:lnTo>
                      <a:lnTo>
                        <a:pt x="190" y="152"/>
                      </a:lnTo>
                      <a:lnTo>
                        <a:pt x="190" y="156"/>
                      </a:lnTo>
                      <a:lnTo>
                        <a:pt x="190" y="156"/>
                      </a:lnTo>
                      <a:lnTo>
                        <a:pt x="190" y="156"/>
                      </a:lnTo>
                      <a:lnTo>
                        <a:pt x="190" y="156"/>
                      </a:lnTo>
                      <a:lnTo>
                        <a:pt x="190" y="156"/>
                      </a:lnTo>
                      <a:lnTo>
                        <a:pt x="190" y="160"/>
                      </a:lnTo>
                      <a:lnTo>
                        <a:pt x="190" y="160"/>
                      </a:lnTo>
                      <a:lnTo>
                        <a:pt x="190" y="160"/>
                      </a:lnTo>
                      <a:lnTo>
                        <a:pt x="186" y="160"/>
                      </a:lnTo>
                      <a:lnTo>
                        <a:pt x="186" y="160"/>
                      </a:lnTo>
                      <a:lnTo>
                        <a:pt x="186" y="160"/>
                      </a:lnTo>
                      <a:lnTo>
                        <a:pt x="186" y="160"/>
                      </a:lnTo>
                      <a:lnTo>
                        <a:pt x="186" y="160"/>
                      </a:lnTo>
                      <a:lnTo>
                        <a:pt x="186" y="160"/>
                      </a:lnTo>
                      <a:lnTo>
                        <a:pt x="186" y="168"/>
                      </a:lnTo>
                      <a:lnTo>
                        <a:pt x="190" y="172"/>
                      </a:lnTo>
                      <a:lnTo>
                        <a:pt x="190" y="172"/>
                      </a:lnTo>
                      <a:lnTo>
                        <a:pt x="186" y="172"/>
                      </a:lnTo>
                      <a:lnTo>
                        <a:pt x="182" y="174"/>
                      </a:lnTo>
                      <a:lnTo>
                        <a:pt x="182" y="174"/>
                      </a:lnTo>
                      <a:lnTo>
                        <a:pt x="182" y="174"/>
                      </a:lnTo>
                      <a:lnTo>
                        <a:pt x="182" y="174"/>
                      </a:lnTo>
                      <a:lnTo>
                        <a:pt x="182" y="174"/>
                      </a:lnTo>
                      <a:lnTo>
                        <a:pt x="178" y="174"/>
                      </a:lnTo>
                      <a:lnTo>
                        <a:pt x="178" y="174"/>
                      </a:lnTo>
                      <a:lnTo>
                        <a:pt x="178" y="174"/>
                      </a:lnTo>
                      <a:lnTo>
                        <a:pt x="174" y="178"/>
                      </a:lnTo>
                      <a:lnTo>
                        <a:pt x="174" y="178"/>
                      </a:lnTo>
                      <a:lnTo>
                        <a:pt x="174" y="178"/>
                      </a:lnTo>
                      <a:lnTo>
                        <a:pt x="174" y="178"/>
                      </a:lnTo>
                      <a:lnTo>
                        <a:pt x="174" y="178"/>
                      </a:lnTo>
                      <a:lnTo>
                        <a:pt x="174" y="182"/>
                      </a:lnTo>
                      <a:lnTo>
                        <a:pt x="174" y="182"/>
                      </a:lnTo>
                      <a:lnTo>
                        <a:pt x="174" y="182"/>
                      </a:lnTo>
                      <a:lnTo>
                        <a:pt x="170" y="182"/>
                      </a:lnTo>
                      <a:lnTo>
                        <a:pt x="170" y="182"/>
                      </a:lnTo>
                      <a:lnTo>
                        <a:pt x="170" y="182"/>
                      </a:lnTo>
                      <a:lnTo>
                        <a:pt x="170" y="182"/>
                      </a:lnTo>
                      <a:lnTo>
                        <a:pt x="168" y="182"/>
                      </a:lnTo>
                      <a:lnTo>
                        <a:pt x="168" y="182"/>
                      </a:lnTo>
                      <a:lnTo>
                        <a:pt x="164" y="182"/>
                      </a:lnTo>
                      <a:lnTo>
                        <a:pt x="164" y="178"/>
                      </a:lnTo>
                      <a:lnTo>
                        <a:pt x="160" y="178"/>
                      </a:lnTo>
                      <a:lnTo>
                        <a:pt x="160" y="178"/>
                      </a:lnTo>
                      <a:lnTo>
                        <a:pt x="160" y="178"/>
                      </a:lnTo>
                      <a:lnTo>
                        <a:pt x="156" y="178"/>
                      </a:lnTo>
                      <a:lnTo>
                        <a:pt x="156" y="178"/>
                      </a:lnTo>
                      <a:lnTo>
                        <a:pt x="156" y="178"/>
                      </a:lnTo>
                      <a:lnTo>
                        <a:pt x="156" y="178"/>
                      </a:lnTo>
                      <a:lnTo>
                        <a:pt x="156" y="178"/>
                      </a:lnTo>
                      <a:lnTo>
                        <a:pt x="156" y="178"/>
                      </a:lnTo>
                      <a:lnTo>
                        <a:pt x="152" y="178"/>
                      </a:lnTo>
                      <a:lnTo>
                        <a:pt x="152" y="178"/>
                      </a:lnTo>
                      <a:lnTo>
                        <a:pt x="152" y="178"/>
                      </a:lnTo>
                      <a:lnTo>
                        <a:pt x="152" y="178"/>
                      </a:lnTo>
                      <a:lnTo>
                        <a:pt x="152" y="178"/>
                      </a:lnTo>
                      <a:lnTo>
                        <a:pt x="152" y="178"/>
                      </a:lnTo>
                      <a:lnTo>
                        <a:pt x="152" y="178"/>
                      </a:lnTo>
                      <a:lnTo>
                        <a:pt x="152" y="178"/>
                      </a:lnTo>
                      <a:lnTo>
                        <a:pt x="148" y="178"/>
                      </a:lnTo>
                      <a:lnTo>
                        <a:pt x="148" y="178"/>
                      </a:lnTo>
                      <a:lnTo>
                        <a:pt x="148" y="178"/>
                      </a:lnTo>
                      <a:lnTo>
                        <a:pt x="148" y="178"/>
                      </a:lnTo>
                      <a:lnTo>
                        <a:pt x="148" y="178"/>
                      </a:lnTo>
                      <a:lnTo>
                        <a:pt x="148" y="178"/>
                      </a:lnTo>
                      <a:lnTo>
                        <a:pt x="144" y="178"/>
                      </a:lnTo>
                      <a:lnTo>
                        <a:pt x="144" y="178"/>
                      </a:lnTo>
                      <a:lnTo>
                        <a:pt x="144" y="178"/>
                      </a:lnTo>
                      <a:lnTo>
                        <a:pt x="144" y="178"/>
                      </a:lnTo>
                      <a:lnTo>
                        <a:pt x="144" y="178"/>
                      </a:lnTo>
                      <a:lnTo>
                        <a:pt x="144" y="178"/>
                      </a:lnTo>
                      <a:lnTo>
                        <a:pt x="140" y="178"/>
                      </a:lnTo>
                      <a:lnTo>
                        <a:pt x="140" y="178"/>
                      </a:lnTo>
                      <a:lnTo>
                        <a:pt x="140" y="178"/>
                      </a:lnTo>
                      <a:lnTo>
                        <a:pt x="140" y="178"/>
                      </a:lnTo>
                      <a:lnTo>
                        <a:pt x="138" y="182"/>
                      </a:lnTo>
                      <a:lnTo>
                        <a:pt x="138" y="182"/>
                      </a:lnTo>
                      <a:lnTo>
                        <a:pt x="138" y="182"/>
                      </a:lnTo>
                      <a:lnTo>
                        <a:pt x="138" y="182"/>
                      </a:lnTo>
                      <a:lnTo>
                        <a:pt x="134" y="182"/>
                      </a:lnTo>
                      <a:lnTo>
                        <a:pt x="134" y="186"/>
                      </a:lnTo>
                      <a:lnTo>
                        <a:pt x="134" y="190"/>
                      </a:lnTo>
                      <a:lnTo>
                        <a:pt x="134" y="190"/>
                      </a:lnTo>
                      <a:lnTo>
                        <a:pt x="130" y="190"/>
                      </a:lnTo>
                      <a:lnTo>
                        <a:pt x="126" y="186"/>
                      </a:lnTo>
                      <a:lnTo>
                        <a:pt x="126" y="186"/>
                      </a:lnTo>
                      <a:lnTo>
                        <a:pt x="122" y="186"/>
                      </a:lnTo>
                      <a:lnTo>
                        <a:pt x="122" y="186"/>
                      </a:lnTo>
                      <a:lnTo>
                        <a:pt x="122" y="186"/>
                      </a:lnTo>
                      <a:lnTo>
                        <a:pt x="122" y="186"/>
                      </a:lnTo>
                      <a:lnTo>
                        <a:pt x="118" y="186"/>
                      </a:lnTo>
                      <a:lnTo>
                        <a:pt x="118" y="186"/>
                      </a:lnTo>
                      <a:lnTo>
                        <a:pt x="118" y="186"/>
                      </a:lnTo>
                      <a:lnTo>
                        <a:pt x="118" y="186"/>
                      </a:lnTo>
                      <a:lnTo>
                        <a:pt x="118" y="186"/>
                      </a:lnTo>
                      <a:lnTo>
                        <a:pt x="114" y="182"/>
                      </a:lnTo>
                      <a:lnTo>
                        <a:pt x="114" y="182"/>
                      </a:lnTo>
                      <a:lnTo>
                        <a:pt x="114" y="182"/>
                      </a:lnTo>
                      <a:lnTo>
                        <a:pt x="114" y="182"/>
                      </a:lnTo>
                      <a:lnTo>
                        <a:pt x="114" y="182"/>
                      </a:lnTo>
                      <a:lnTo>
                        <a:pt x="114" y="182"/>
                      </a:lnTo>
                      <a:lnTo>
                        <a:pt x="114" y="182"/>
                      </a:lnTo>
                      <a:lnTo>
                        <a:pt x="110" y="182"/>
                      </a:lnTo>
                      <a:lnTo>
                        <a:pt x="110" y="182"/>
                      </a:lnTo>
                      <a:lnTo>
                        <a:pt x="110" y="182"/>
                      </a:lnTo>
                      <a:lnTo>
                        <a:pt x="110" y="178"/>
                      </a:lnTo>
                      <a:lnTo>
                        <a:pt x="110" y="178"/>
                      </a:lnTo>
                      <a:lnTo>
                        <a:pt x="110" y="178"/>
                      </a:lnTo>
                      <a:lnTo>
                        <a:pt x="108" y="178"/>
                      </a:lnTo>
                      <a:lnTo>
                        <a:pt x="100" y="182"/>
                      </a:lnTo>
                      <a:lnTo>
                        <a:pt x="100" y="182"/>
                      </a:lnTo>
                      <a:lnTo>
                        <a:pt x="96" y="182"/>
                      </a:lnTo>
                      <a:lnTo>
                        <a:pt x="96" y="182"/>
                      </a:lnTo>
                      <a:lnTo>
                        <a:pt x="96" y="186"/>
                      </a:lnTo>
                      <a:lnTo>
                        <a:pt x="96" y="186"/>
                      </a:lnTo>
                      <a:lnTo>
                        <a:pt x="96" y="186"/>
                      </a:lnTo>
                      <a:lnTo>
                        <a:pt x="96" y="186"/>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173" name="Freeform 162">
                  <a:extLst>
                    <a:ext uri="{FF2B5EF4-FFF2-40B4-BE49-F238E27FC236}">
                      <a16:creationId xmlns:a16="http://schemas.microsoft.com/office/drawing/2014/main" id="{68B9C2B0-2C31-3919-E0B9-10C43DBC1F1C}"/>
                    </a:ext>
                  </a:extLst>
                </p:cNvPr>
                <p:cNvSpPr>
                  <a:spLocks noEditPoints="1"/>
                </p:cNvSpPr>
                <p:nvPr/>
              </p:nvSpPr>
              <p:spPr bwMode="gray">
                <a:xfrm>
                  <a:off x="4866046" y="4109226"/>
                  <a:ext cx="295676" cy="285239"/>
                </a:xfrm>
                <a:custGeom>
                  <a:avLst/>
                  <a:gdLst>
                    <a:gd name="T0" fmla="*/ 126 w 170"/>
                    <a:gd name="T1" fmla="*/ 122 h 164"/>
                    <a:gd name="T2" fmla="*/ 118 w 170"/>
                    <a:gd name="T3" fmla="*/ 122 h 164"/>
                    <a:gd name="T4" fmla="*/ 110 w 170"/>
                    <a:gd name="T5" fmla="*/ 114 h 164"/>
                    <a:gd name="T6" fmla="*/ 102 w 170"/>
                    <a:gd name="T7" fmla="*/ 118 h 164"/>
                    <a:gd name="T8" fmla="*/ 96 w 170"/>
                    <a:gd name="T9" fmla="*/ 126 h 164"/>
                    <a:gd name="T10" fmla="*/ 88 w 170"/>
                    <a:gd name="T11" fmla="*/ 140 h 164"/>
                    <a:gd name="T12" fmla="*/ 80 w 170"/>
                    <a:gd name="T13" fmla="*/ 152 h 164"/>
                    <a:gd name="T14" fmla="*/ 76 w 170"/>
                    <a:gd name="T15" fmla="*/ 156 h 164"/>
                    <a:gd name="T16" fmla="*/ 70 w 170"/>
                    <a:gd name="T17" fmla="*/ 160 h 164"/>
                    <a:gd name="T18" fmla="*/ 62 w 170"/>
                    <a:gd name="T19" fmla="*/ 156 h 164"/>
                    <a:gd name="T20" fmla="*/ 58 w 170"/>
                    <a:gd name="T21" fmla="*/ 160 h 164"/>
                    <a:gd name="T22" fmla="*/ 58 w 170"/>
                    <a:gd name="T23" fmla="*/ 160 h 164"/>
                    <a:gd name="T24" fmla="*/ 58 w 170"/>
                    <a:gd name="T25" fmla="*/ 156 h 164"/>
                    <a:gd name="T26" fmla="*/ 50 w 170"/>
                    <a:gd name="T27" fmla="*/ 160 h 164"/>
                    <a:gd name="T28" fmla="*/ 40 w 170"/>
                    <a:gd name="T29" fmla="*/ 156 h 164"/>
                    <a:gd name="T30" fmla="*/ 36 w 170"/>
                    <a:gd name="T31" fmla="*/ 148 h 164"/>
                    <a:gd name="T32" fmla="*/ 40 w 170"/>
                    <a:gd name="T33" fmla="*/ 144 h 164"/>
                    <a:gd name="T34" fmla="*/ 36 w 170"/>
                    <a:gd name="T35" fmla="*/ 140 h 164"/>
                    <a:gd name="T36" fmla="*/ 30 w 170"/>
                    <a:gd name="T37" fmla="*/ 130 h 164"/>
                    <a:gd name="T38" fmla="*/ 18 w 170"/>
                    <a:gd name="T39" fmla="*/ 126 h 164"/>
                    <a:gd name="T40" fmla="*/ 18 w 170"/>
                    <a:gd name="T41" fmla="*/ 122 h 164"/>
                    <a:gd name="T42" fmla="*/ 10 w 170"/>
                    <a:gd name="T43" fmla="*/ 126 h 164"/>
                    <a:gd name="T44" fmla="*/ 0 w 170"/>
                    <a:gd name="T45" fmla="*/ 122 h 164"/>
                    <a:gd name="T46" fmla="*/ 2 w 170"/>
                    <a:gd name="T47" fmla="*/ 110 h 164"/>
                    <a:gd name="T48" fmla="*/ 0 w 170"/>
                    <a:gd name="T49" fmla="*/ 96 h 164"/>
                    <a:gd name="T50" fmla="*/ 2 w 170"/>
                    <a:gd name="T51" fmla="*/ 82 h 164"/>
                    <a:gd name="T52" fmla="*/ 10 w 170"/>
                    <a:gd name="T53" fmla="*/ 70 h 164"/>
                    <a:gd name="T54" fmla="*/ 14 w 170"/>
                    <a:gd name="T55" fmla="*/ 58 h 164"/>
                    <a:gd name="T56" fmla="*/ 14 w 170"/>
                    <a:gd name="T57" fmla="*/ 52 h 164"/>
                    <a:gd name="T58" fmla="*/ 10 w 170"/>
                    <a:gd name="T59" fmla="*/ 36 h 164"/>
                    <a:gd name="T60" fmla="*/ 14 w 170"/>
                    <a:gd name="T61" fmla="*/ 26 h 164"/>
                    <a:gd name="T62" fmla="*/ 22 w 170"/>
                    <a:gd name="T63" fmla="*/ 14 h 164"/>
                    <a:gd name="T64" fmla="*/ 26 w 170"/>
                    <a:gd name="T65" fmla="*/ 0 h 164"/>
                    <a:gd name="T66" fmla="*/ 40 w 170"/>
                    <a:gd name="T67" fmla="*/ 0 h 164"/>
                    <a:gd name="T68" fmla="*/ 50 w 170"/>
                    <a:gd name="T69" fmla="*/ 2 h 164"/>
                    <a:gd name="T70" fmla="*/ 62 w 170"/>
                    <a:gd name="T71" fmla="*/ 14 h 164"/>
                    <a:gd name="T72" fmla="*/ 76 w 170"/>
                    <a:gd name="T73" fmla="*/ 6 h 164"/>
                    <a:gd name="T74" fmla="*/ 88 w 170"/>
                    <a:gd name="T75" fmla="*/ 14 h 164"/>
                    <a:gd name="T76" fmla="*/ 100 w 170"/>
                    <a:gd name="T77" fmla="*/ 14 h 164"/>
                    <a:gd name="T78" fmla="*/ 110 w 170"/>
                    <a:gd name="T79" fmla="*/ 6 h 164"/>
                    <a:gd name="T80" fmla="*/ 126 w 170"/>
                    <a:gd name="T81" fmla="*/ 6 h 164"/>
                    <a:gd name="T82" fmla="*/ 136 w 170"/>
                    <a:gd name="T83" fmla="*/ 10 h 164"/>
                    <a:gd name="T84" fmla="*/ 148 w 170"/>
                    <a:gd name="T85" fmla="*/ 2 h 164"/>
                    <a:gd name="T86" fmla="*/ 158 w 170"/>
                    <a:gd name="T87" fmla="*/ 6 h 164"/>
                    <a:gd name="T88" fmla="*/ 162 w 170"/>
                    <a:gd name="T89" fmla="*/ 22 h 164"/>
                    <a:gd name="T90" fmla="*/ 170 w 170"/>
                    <a:gd name="T91" fmla="*/ 28 h 164"/>
                    <a:gd name="T92" fmla="*/ 166 w 170"/>
                    <a:gd name="T93" fmla="*/ 32 h 164"/>
                    <a:gd name="T94" fmla="*/ 162 w 170"/>
                    <a:gd name="T95" fmla="*/ 40 h 164"/>
                    <a:gd name="T96" fmla="*/ 156 w 170"/>
                    <a:gd name="T97" fmla="*/ 52 h 164"/>
                    <a:gd name="T98" fmla="*/ 148 w 170"/>
                    <a:gd name="T99" fmla="*/ 62 h 164"/>
                    <a:gd name="T100" fmla="*/ 144 w 170"/>
                    <a:gd name="T101" fmla="*/ 74 h 164"/>
                    <a:gd name="T102" fmla="*/ 140 w 170"/>
                    <a:gd name="T103" fmla="*/ 88 h 164"/>
                    <a:gd name="T104" fmla="*/ 132 w 170"/>
                    <a:gd name="T105" fmla="*/ 96 h 164"/>
                    <a:gd name="T106" fmla="*/ 132 w 170"/>
                    <a:gd name="T107" fmla="*/ 104 h 164"/>
                    <a:gd name="T108" fmla="*/ 128 w 170"/>
                    <a:gd name="T109" fmla="*/ 110 h 164"/>
                    <a:gd name="T110" fmla="*/ 62 w 170"/>
                    <a:gd name="T111" fmla="*/ 160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70" h="164">
                      <a:moveTo>
                        <a:pt x="128" y="110"/>
                      </a:moveTo>
                      <a:lnTo>
                        <a:pt x="128" y="114"/>
                      </a:lnTo>
                      <a:lnTo>
                        <a:pt x="126" y="118"/>
                      </a:lnTo>
                      <a:lnTo>
                        <a:pt x="126" y="122"/>
                      </a:lnTo>
                      <a:lnTo>
                        <a:pt x="122" y="122"/>
                      </a:lnTo>
                      <a:lnTo>
                        <a:pt x="122" y="126"/>
                      </a:lnTo>
                      <a:lnTo>
                        <a:pt x="118" y="126"/>
                      </a:lnTo>
                      <a:lnTo>
                        <a:pt x="118" y="122"/>
                      </a:lnTo>
                      <a:lnTo>
                        <a:pt x="118" y="118"/>
                      </a:lnTo>
                      <a:lnTo>
                        <a:pt x="114" y="118"/>
                      </a:lnTo>
                      <a:lnTo>
                        <a:pt x="114" y="114"/>
                      </a:lnTo>
                      <a:lnTo>
                        <a:pt x="110" y="114"/>
                      </a:lnTo>
                      <a:lnTo>
                        <a:pt x="110" y="118"/>
                      </a:lnTo>
                      <a:lnTo>
                        <a:pt x="106" y="118"/>
                      </a:lnTo>
                      <a:lnTo>
                        <a:pt x="106" y="114"/>
                      </a:lnTo>
                      <a:lnTo>
                        <a:pt x="102" y="118"/>
                      </a:lnTo>
                      <a:lnTo>
                        <a:pt x="100" y="118"/>
                      </a:lnTo>
                      <a:lnTo>
                        <a:pt x="100" y="122"/>
                      </a:lnTo>
                      <a:lnTo>
                        <a:pt x="100" y="126"/>
                      </a:lnTo>
                      <a:lnTo>
                        <a:pt x="96" y="126"/>
                      </a:lnTo>
                      <a:lnTo>
                        <a:pt x="92" y="130"/>
                      </a:lnTo>
                      <a:lnTo>
                        <a:pt x="88" y="134"/>
                      </a:lnTo>
                      <a:lnTo>
                        <a:pt x="88" y="138"/>
                      </a:lnTo>
                      <a:lnTo>
                        <a:pt x="88" y="140"/>
                      </a:lnTo>
                      <a:lnTo>
                        <a:pt x="88" y="144"/>
                      </a:lnTo>
                      <a:lnTo>
                        <a:pt x="84" y="148"/>
                      </a:lnTo>
                      <a:lnTo>
                        <a:pt x="84" y="152"/>
                      </a:lnTo>
                      <a:lnTo>
                        <a:pt x="80" y="152"/>
                      </a:lnTo>
                      <a:lnTo>
                        <a:pt x="80" y="156"/>
                      </a:lnTo>
                      <a:lnTo>
                        <a:pt x="80" y="152"/>
                      </a:lnTo>
                      <a:lnTo>
                        <a:pt x="76" y="152"/>
                      </a:lnTo>
                      <a:lnTo>
                        <a:pt x="76" y="156"/>
                      </a:lnTo>
                      <a:lnTo>
                        <a:pt x="80" y="156"/>
                      </a:lnTo>
                      <a:lnTo>
                        <a:pt x="76" y="160"/>
                      </a:lnTo>
                      <a:lnTo>
                        <a:pt x="72" y="160"/>
                      </a:lnTo>
                      <a:lnTo>
                        <a:pt x="70" y="160"/>
                      </a:lnTo>
                      <a:lnTo>
                        <a:pt x="70" y="156"/>
                      </a:lnTo>
                      <a:lnTo>
                        <a:pt x="66" y="160"/>
                      </a:lnTo>
                      <a:lnTo>
                        <a:pt x="62" y="160"/>
                      </a:lnTo>
                      <a:lnTo>
                        <a:pt x="62" y="156"/>
                      </a:lnTo>
                      <a:lnTo>
                        <a:pt x="62" y="160"/>
                      </a:lnTo>
                      <a:lnTo>
                        <a:pt x="62" y="156"/>
                      </a:lnTo>
                      <a:lnTo>
                        <a:pt x="58" y="156"/>
                      </a:lnTo>
                      <a:lnTo>
                        <a:pt x="58" y="160"/>
                      </a:lnTo>
                      <a:lnTo>
                        <a:pt x="62" y="160"/>
                      </a:lnTo>
                      <a:lnTo>
                        <a:pt x="58" y="160"/>
                      </a:lnTo>
                      <a:lnTo>
                        <a:pt x="58" y="156"/>
                      </a:lnTo>
                      <a:lnTo>
                        <a:pt x="58" y="160"/>
                      </a:lnTo>
                      <a:lnTo>
                        <a:pt x="58" y="164"/>
                      </a:lnTo>
                      <a:lnTo>
                        <a:pt x="54" y="160"/>
                      </a:lnTo>
                      <a:lnTo>
                        <a:pt x="58" y="160"/>
                      </a:lnTo>
                      <a:lnTo>
                        <a:pt x="58" y="156"/>
                      </a:lnTo>
                      <a:lnTo>
                        <a:pt x="54" y="160"/>
                      </a:lnTo>
                      <a:lnTo>
                        <a:pt x="54" y="164"/>
                      </a:lnTo>
                      <a:lnTo>
                        <a:pt x="50" y="164"/>
                      </a:lnTo>
                      <a:lnTo>
                        <a:pt x="50" y="160"/>
                      </a:lnTo>
                      <a:lnTo>
                        <a:pt x="50" y="164"/>
                      </a:lnTo>
                      <a:lnTo>
                        <a:pt x="46" y="164"/>
                      </a:lnTo>
                      <a:lnTo>
                        <a:pt x="44" y="160"/>
                      </a:lnTo>
                      <a:lnTo>
                        <a:pt x="40" y="156"/>
                      </a:lnTo>
                      <a:lnTo>
                        <a:pt x="40" y="152"/>
                      </a:lnTo>
                      <a:lnTo>
                        <a:pt x="36" y="148"/>
                      </a:lnTo>
                      <a:lnTo>
                        <a:pt x="40" y="148"/>
                      </a:lnTo>
                      <a:lnTo>
                        <a:pt x="36" y="148"/>
                      </a:lnTo>
                      <a:lnTo>
                        <a:pt x="36" y="144"/>
                      </a:lnTo>
                      <a:lnTo>
                        <a:pt x="40" y="144"/>
                      </a:lnTo>
                      <a:lnTo>
                        <a:pt x="40" y="140"/>
                      </a:lnTo>
                      <a:lnTo>
                        <a:pt x="40" y="144"/>
                      </a:lnTo>
                      <a:lnTo>
                        <a:pt x="36" y="144"/>
                      </a:lnTo>
                      <a:lnTo>
                        <a:pt x="36" y="140"/>
                      </a:lnTo>
                      <a:lnTo>
                        <a:pt x="40" y="140"/>
                      </a:lnTo>
                      <a:lnTo>
                        <a:pt x="36" y="140"/>
                      </a:lnTo>
                      <a:lnTo>
                        <a:pt x="32" y="138"/>
                      </a:lnTo>
                      <a:lnTo>
                        <a:pt x="32" y="134"/>
                      </a:lnTo>
                      <a:lnTo>
                        <a:pt x="30" y="134"/>
                      </a:lnTo>
                      <a:lnTo>
                        <a:pt x="30" y="130"/>
                      </a:lnTo>
                      <a:lnTo>
                        <a:pt x="26" y="130"/>
                      </a:lnTo>
                      <a:lnTo>
                        <a:pt x="26" y="126"/>
                      </a:lnTo>
                      <a:lnTo>
                        <a:pt x="22" y="126"/>
                      </a:lnTo>
                      <a:lnTo>
                        <a:pt x="18" y="126"/>
                      </a:lnTo>
                      <a:lnTo>
                        <a:pt x="14" y="126"/>
                      </a:lnTo>
                      <a:lnTo>
                        <a:pt x="10" y="126"/>
                      </a:lnTo>
                      <a:lnTo>
                        <a:pt x="14" y="126"/>
                      </a:lnTo>
                      <a:lnTo>
                        <a:pt x="18" y="122"/>
                      </a:lnTo>
                      <a:lnTo>
                        <a:pt x="14" y="122"/>
                      </a:lnTo>
                      <a:lnTo>
                        <a:pt x="10" y="126"/>
                      </a:lnTo>
                      <a:lnTo>
                        <a:pt x="10" y="122"/>
                      </a:lnTo>
                      <a:lnTo>
                        <a:pt x="10" y="126"/>
                      </a:lnTo>
                      <a:lnTo>
                        <a:pt x="6" y="126"/>
                      </a:lnTo>
                      <a:lnTo>
                        <a:pt x="2" y="126"/>
                      </a:lnTo>
                      <a:lnTo>
                        <a:pt x="0" y="126"/>
                      </a:lnTo>
                      <a:lnTo>
                        <a:pt x="0" y="122"/>
                      </a:lnTo>
                      <a:lnTo>
                        <a:pt x="0" y="118"/>
                      </a:lnTo>
                      <a:lnTo>
                        <a:pt x="0" y="114"/>
                      </a:lnTo>
                      <a:lnTo>
                        <a:pt x="2" y="114"/>
                      </a:lnTo>
                      <a:lnTo>
                        <a:pt x="2" y="110"/>
                      </a:lnTo>
                      <a:lnTo>
                        <a:pt x="0" y="108"/>
                      </a:lnTo>
                      <a:lnTo>
                        <a:pt x="0" y="104"/>
                      </a:lnTo>
                      <a:lnTo>
                        <a:pt x="0" y="100"/>
                      </a:lnTo>
                      <a:lnTo>
                        <a:pt x="0" y="96"/>
                      </a:lnTo>
                      <a:lnTo>
                        <a:pt x="0" y="92"/>
                      </a:lnTo>
                      <a:lnTo>
                        <a:pt x="0" y="88"/>
                      </a:lnTo>
                      <a:lnTo>
                        <a:pt x="0" y="84"/>
                      </a:lnTo>
                      <a:lnTo>
                        <a:pt x="2" y="82"/>
                      </a:lnTo>
                      <a:lnTo>
                        <a:pt x="6" y="82"/>
                      </a:lnTo>
                      <a:lnTo>
                        <a:pt x="6" y="78"/>
                      </a:lnTo>
                      <a:lnTo>
                        <a:pt x="6" y="74"/>
                      </a:lnTo>
                      <a:lnTo>
                        <a:pt x="10" y="70"/>
                      </a:lnTo>
                      <a:lnTo>
                        <a:pt x="10" y="66"/>
                      </a:lnTo>
                      <a:lnTo>
                        <a:pt x="14" y="66"/>
                      </a:lnTo>
                      <a:lnTo>
                        <a:pt x="14" y="62"/>
                      </a:lnTo>
                      <a:lnTo>
                        <a:pt x="14" y="58"/>
                      </a:lnTo>
                      <a:lnTo>
                        <a:pt x="14" y="56"/>
                      </a:lnTo>
                      <a:lnTo>
                        <a:pt x="18" y="56"/>
                      </a:lnTo>
                      <a:lnTo>
                        <a:pt x="18" y="52"/>
                      </a:lnTo>
                      <a:lnTo>
                        <a:pt x="14" y="52"/>
                      </a:lnTo>
                      <a:lnTo>
                        <a:pt x="14" y="48"/>
                      </a:lnTo>
                      <a:lnTo>
                        <a:pt x="14" y="44"/>
                      </a:lnTo>
                      <a:lnTo>
                        <a:pt x="10" y="40"/>
                      </a:lnTo>
                      <a:lnTo>
                        <a:pt x="10" y="36"/>
                      </a:lnTo>
                      <a:lnTo>
                        <a:pt x="14" y="36"/>
                      </a:lnTo>
                      <a:lnTo>
                        <a:pt x="14" y="32"/>
                      </a:lnTo>
                      <a:lnTo>
                        <a:pt x="14" y="28"/>
                      </a:lnTo>
                      <a:lnTo>
                        <a:pt x="14" y="26"/>
                      </a:lnTo>
                      <a:lnTo>
                        <a:pt x="14" y="22"/>
                      </a:lnTo>
                      <a:lnTo>
                        <a:pt x="18" y="18"/>
                      </a:lnTo>
                      <a:lnTo>
                        <a:pt x="18" y="14"/>
                      </a:lnTo>
                      <a:lnTo>
                        <a:pt x="22" y="14"/>
                      </a:lnTo>
                      <a:lnTo>
                        <a:pt x="22" y="10"/>
                      </a:lnTo>
                      <a:lnTo>
                        <a:pt x="22" y="6"/>
                      </a:lnTo>
                      <a:lnTo>
                        <a:pt x="22" y="2"/>
                      </a:lnTo>
                      <a:lnTo>
                        <a:pt x="26" y="0"/>
                      </a:lnTo>
                      <a:lnTo>
                        <a:pt x="30" y="0"/>
                      </a:lnTo>
                      <a:lnTo>
                        <a:pt x="32" y="0"/>
                      </a:lnTo>
                      <a:lnTo>
                        <a:pt x="36" y="0"/>
                      </a:lnTo>
                      <a:lnTo>
                        <a:pt x="40" y="0"/>
                      </a:lnTo>
                      <a:lnTo>
                        <a:pt x="44" y="0"/>
                      </a:lnTo>
                      <a:lnTo>
                        <a:pt x="46" y="0"/>
                      </a:lnTo>
                      <a:lnTo>
                        <a:pt x="46" y="2"/>
                      </a:lnTo>
                      <a:lnTo>
                        <a:pt x="50" y="2"/>
                      </a:lnTo>
                      <a:lnTo>
                        <a:pt x="54" y="6"/>
                      </a:lnTo>
                      <a:lnTo>
                        <a:pt x="58" y="10"/>
                      </a:lnTo>
                      <a:lnTo>
                        <a:pt x="58" y="14"/>
                      </a:lnTo>
                      <a:lnTo>
                        <a:pt x="62" y="14"/>
                      </a:lnTo>
                      <a:lnTo>
                        <a:pt x="62" y="10"/>
                      </a:lnTo>
                      <a:lnTo>
                        <a:pt x="66" y="10"/>
                      </a:lnTo>
                      <a:lnTo>
                        <a:pt x="72" y="6"/>
                      </a:lnTo>
                      <a:lnTo>
                        <a:pt x="76" y="6"/>
                      </a:lnTo>
                      <a:lnTo>
                        <a:pt x="76" y="10"/>
                      </a:lnTo>
                      <a:lnTo>
                        <a:pt x="80" y="10"/>
                      </a:lnTo>
                      <a:lnTo>
                        <a:pt x="84" y="14"/>
                      </a:lnTo>
                      <a:lnTo>
                        <a:pt x="88" y="14"/>
                      </a:lnTo>
                      <a:lnTo>
                        <a:pt x="92" y="14"/>
                      </a:lnTo>
                      <a:lnTo>
                        <a:pt x="96" y="18"/>
                      </a:lnTo>
                      <a:lnTo>
                        <a:pt x="100" y="18"/>
                      </a:lnTo>
                      <a:lnTo>
                        <a:pt x="100" y="14"/>
                      </a:lnTo>
                      <a:lnTo>
                        <a:pt x="100" y="10"/>
                      </a:lnTo>
                      <a:lnTo>
                        <a:pt x="102" y="10"/>
                      </a:lnTo>
                      <a:lnTo>
                        <a:pt x="106" y="6"/>
                      </a:lnTo>
                      <a:lnTo>
                        <a:pt x="110" y="6"/>
                      </a:lnTo>
                      <a:lnTo>
                        <a:pt x="114" y="6"/>
                      </a:lnTo>
                      <a:lnTo>
                        <a:pt x="118" y="6"/>
                      </a:lnTo>
                      <a:lnTo>
                        <a:pt x="122" y="6"/>
                      </a:lnTo>
                      <a:lnTo>
                        <a:pt x="126" y="6"/>
                      </a:lnTo>
                      <a:lnTo>
                        <a:pt x="128" y="6"/>
                      </a:lnTo>
                      <a:lnTo>
                        <a:pt x="128" y="10"/>
                      </a:lnTo>
                      <a:lnTo>
                        <a:pt x="132" y="10"/>
                      </a:lnTo>
                      <a:lnTo>
                        <a:pt x="136" y="10"/>
                      </a:lnTo>
                      <a:lnTo>
                        <a:pt x="140" y="10"/>
                      </a:lnTo>
                      <a:lnTo>
                        <a:pt x="140" y="6"/>
                      </a:lnTo>
                      <a:lnTo>
                        <a:pt x="144" y="2"/>
                      </a:lnTo>
                      <a:lnTo>
                        <a:pt x="148" y="2"/>
                      </a:lnTo>
                      <a:lnTo>
                        <a:pt x="152" y="0"/>
                      </a:lnTo>
                      <a:lnTo>
                        <a:pt x="156" y="0"/>
                      </a:lnTo>
                      <a:lnTo>
                        <a:pt x="156" y="2"/>
                      </a:lnTo>
                      <a:lnTo>
                        <a:pt x="158" y="6"/>
                      </a:lnTo>
                      <a:lnTo>
                        <a:pt x="158" y="10"/>
                      </a:lnTo>
                      <a:lnTo>
                        <a:pt x="162" y="14"/>
                      </a:lnTo>
                      <a:lnTo>
                        <a:pt x="162" y="18"/>
                      </a:lnTo>
                      <a:lnTo>
                        <a:pt x="162" y="22"/>
                      </a:lnTo>
                      <a:lnTo>
                        <a:pt x="162" y="26"/>
                      </a:lnTo>
                      <a:lnTo>
                        <a:pt x="166" y="26"/>
                      </a:lnTo>
                      <a:lnTo>
                        <a:pt x="170" y="26"/>
                      </a:lnTo>
                      <a:lnTo>
                        <a:pt x="170" y="28"/>
                      </a:lnTo>
                      <a:lnTo>
                        <a:pt x="166" y="28"/>
                      </a:lnTo>
                      <a:lnTo>
                        <a:pt x="170" y="28"/>
                      </a:lnTo>
                      <a:lnTo>
                        <a:pt x="170" y="32"/>
                      </a:lnTo>
                      <a:lnTo>
                        <a:pt x="166" y="32"/>
                      </a:lnTo>
                      <a:lnTo>
                        <a:pt x="166" y="36"/>
                      </a:lnTo>
                      <a:lnTo>
                        <a:pt x="170" y="36"/>
                      </a:lnTo>
                      <a:lnTo>
                        <a:pt x="166" y="40"/>
                      </a:lnTo>
                      <a:lnTo>
                        <a:pt x="162" y="40"/>
                      </a:lnTo>
                      <a:lnTo>
                        <a:pt x="162" y="44"/>
                      </a:lnTo>
                      <a:lnTo>
                        <a:pt x="158" y="44"/>
                      </a:lnTo>
                      <a:lnTo>
                        <a:pt x="156" y="48"/>
                      </a:lnTo>
                      <a:lnTo>
                        <a:pt x="156" y="52"/>
                      </a:lnTo>
                      <a:lnTo>
                        <a:pt x="152" y="56"/>
                      </a:lnTo>
                      <a:lnTo>
                        <a:pt x="152" y="58"/>
                      </a:lnTo>
                      <a:lnTo>
                        <a:pt x="152" y="62"/>
                      </a:lnTo>
                      <a:lnTo>
                        <a:pt x="148" y="62"/>
                      </a:lnTo>
                      <a:lnTo>
                        <a:pt x="148" y="66"/>
                      </a:lnTo>
                      <a:lnTo>
                        <a:pt x="148" y="70"/>
                      </a:lnTo>
                      <a:lnTo>
                        <a:pt x="148" y="74"/>
                      </a:lnTo>
                      <a:lnTo>
                        <a:pt x="144" y="74"/>
                      </a:lnTo>
                      <a:lnTo>
                        <a:pt x="144" y="78"/>
                      </a:lnTo>
                      <a:lnTo>
                        <a:pt x="144" y="82"/>
                      </a:lnTo>
                      <a:lnTo>
                        <a:pt x="144" y="84"/>
                      </a:lnTo>
                      <a:lnTo>
                        <a:pt x="140" y="88"/>
                      </a:lnTo>
                      <a:lnTo>
                        <a:pt x="136" y="88"/>
                      </a:lnTo>
                      <a:lnTo>
                        <a:pt x="136" y="92"/>
                      </a:lnTo>
                      <a:lnTo>
                        <a:pt x="132" y="92"/>
                      </a:lnTo>
                      <a:lnTo>
                        <a:pt x="132" y="96"/>
                      </a:lnTo>
                      <a:lnTo>
                        <a:pt x="136" y="96"/>
                      </a:lnTo>
                      <a:lnTo>
                        <a:pt x="132" y="96"/>
                      </a:lnTo>
                      <a:lnTo>
                        <a:pt x="132" y="100"/>
                      </a:lnTo>
                      <a:lnTo>
                        <a:pt x="132" y="104"/>
                      </a:lnTo>
                      <a:lnTo>
                        <a:pt x="132" y="108"/>
                      </a:lnTo>
                      <a:lnTo>
                        <a:pt x="128" y="108"/>
                      </a:lnTo>
                      <a:lnTo>
                        <a:pt x="128" y="110"/>
                      </a:lnTo>
                      <a:lnTo>
                        <a:pt x="128" y="110"/>
                      </a:lnTo>
                      <a:lnTo>
                        <a:pt x="128" y="110"/>
                      </a:lnTo>
                      <a:close/>
                      <a:moveTo>
                        <a:pt x="62" y="160"/>
                      </a:moveTo>
                      <a:lnTo>
                        <a:pt x="66" y="160"/>
                      </a:lnTo>
                      <a:lnTo>
                        <a:pt x="62" y="160"/>
                      </a:lnTo>
                      <a:lnTo>
                        <a:pt x="62" y="160"/>
                      </a:lnTo>
                      <a:lnTo>
                        <a:pt x="62" y="160"/>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174" name="Freeform 163">
                  <a:extLst>
                    <a:ext uri="{FF2B5EF4-FFF2-40B4-BE49-F238E27FC236}">
                      <a16:creationId xmlns:a16="http://schemas.microsoft.com/office/drawing/2014/main" id="{9D4A2E2D-FC7B-3C6A-87E9-DE05F9BC22D9}"/>
                    </a:ext>
                  </a:extLst>
                </p:cNvPr>
                <p:cNvSpPr>
                  <a:spLocks/>
                </p:cNvSpPr>
                <p:nvPr/>
              </p:nvSpPr>
              <p:spPr bwMode="gray">
                <a:xfrm>
                  <a:off x="5513053" y="4550996"/>
                  <a:ext cx="45221" cy="52178"/>
                </a:xfrm>
                <a:custGeom>
                  <a:avLst/>
                  <a:gdLst>
                    <a:gd name="T0" fmla="*/ 0 w 26"/>
                    <a:gd name="T1" fmla="*/ 30 h 30"/>
                    <a:gd name="T2" fmla="*/ 0 w 26"/>
                    <a:gd name="T3" fmla="*/ 30 h 30"/>
                    <a:gd name="T4" fmla="*/ 0 w 26"/>
                    <a:gd name="T5" fmla="*/ 22 h 30"/>
                    <a:gd name="T6" fmla="*/ 4 w 26"/>
                    <a:gd name="T7" fmla="*/ 22 h 30"/>
                    <a:gd name="T8" fmla="*/ 4 w 26"/>
                    <a:gd name="T9" fmla="*/ 18 h 30"/>
                    <a:gd name="T10" fmla="*/ 4 w 26"/>
                    <a:gd name="T11" fmla="*/ 18 h 30"/>
                    <a:gd name="T12" fmla="*/ 4 w 26"/>
                    <a:gd name="T13" fmla="*/ 14 h 30"/>
                    <a:gd name="T14" fmla="*/ 4 w 26"/>
                    <a:gd name="T15" fmla="*/ 14 h 30"/>
                    <a:gd name="T16" fmla="*/ 4 w 26"/>
                    <a:gd name="T17" fmla="*/ 6 h 30"/>
                    <a:gd name="T18" fmla="*/ 8 w 26"/>
                    <a:gd name="T19" fmla="*/ 6 h 30"/>
                    <a:gd name="T20" fmla="*/ 8 w 26"/>
                    <a:gd name="T21" fmla="*/ 6 h 30"/>
                    <a:gd name="T22" fmla="*/ 8 w 26"/>
                    <a:gd name="T23" fmla="*/ 6 h 30"/>
                    <a:gd name="T24" fmla="*/ 10 w 26"/>
                    <a:gd name="T25" fmla="*/ 6 h 30"/>
                    <a:gd name="T26" fmla="*/ 10 w 26"/>
                    <a:gd name="T27" fmla="*/ 6 h 30"/>
                    <a:gd name="T28" fmla="*/ 14 w 26"/>
                    <a:gd name="T29" fmla="*/ 6 h 30"/>
                    <a:gd name="T30" fmla="*/ 14 w 26"/>
                    <a:gd name="T31" fmla="*/ 6 h 30"/>
                    <a:gd name="T32" fmla="*/ 18 w 26"/>
                    <a:gd name="T33" fmla="*/ 4 h 30"/>
                    <a:gd name="T34" fmla="*/ 18 w 26"/>
                    <a:gd name="T35" fmla="*/ 4 h 30"/>
                    <a:gd name="T36" fmla="*/ 22 w 26"/>
                    <a:gd name="T37" fmla="*/ 0 h 30"/>
                    <a:gd name="T38" fmla="*/ 22 w 26"/>
                    <a:gd name="T39" fmla="*/ 4 h 30"/>
                    <a:gd name="T40" fmla="*/ 22 w 26"/>
                    <a:gd name="T41" fmla="*/ 6 h 30"/>
                    <a:gd name="T42" fmla="*/ 26 w 26"/>
                    <a:gd name="T43" fmla="*/ 6 h 30"/>
                    <a:gd name="T44" fmla="*/ 26 w 26"/>
                    <a:gd name="T45" fmla="*/ 10 h 30"/>
                    <a:gd name="T46" fmla="*/ 26 w 26"/>
                    <a:gd name="T47" fmla="*/ 14 h 30"/>
                    <a:gd name="T48" fmla="*/ 26 w 26"/>
                    <a:gd name="T49" fmla="*/ 18 h 30"/>
                    <a:gd name="T50" fmla="*/ 26 w 26"/>
                    <a:gd name="T51" fmla="*/ 22 h 30"/>
                    <a:gd name="T52" fmla="*/ 26 w 26"/>
                    <a:gd name="T53" fmla="*/ 22 h 30"/>
                    <a:gd name="T54" fmla="*/ 26 w 26"/>
                    <a:gd name="T55" fmla="*/ 22 h 30"/>
                    <a:gd name="T56" fmla="*/ 22 w 26"/>
                    <a:gd name="T57" fmla="*/ 22 h 30"/>
                    <a:gd name="T58" fmla="*/ 22 w 26"/>
                    <a:gd name="T59" fmla="*/ 22 h 30"/>
                    <a:gd name="T60" fmla="*/ 18 w 26"/>
                    <a:gd name="T61" fmla="*/ 22 h 30"/>
                    <a:gd name="T62" fmla="*/ 14 w 26"/>
                    <a:gd name="T63" fmla="*/ 26 h 30"/>
                    <a:gd name="T64" fmla="*/ 14 w 26"/>
                    <a:gd name="T65" fmla="*/ 22 h 30"/>
                    <a:gd name="T66" fmla="*/ 14 w 26"/>
                    <a:gd name="T67" fmla="*/ 30 h 30"/>
                    <a:gd name="T68" fmla="*/ 10 w 26"/>
                    <a:gd name="T69" fmla="*/ 30 h 30"/>
                    <a:gd name="T70" fmla="*/ 10 w 26"/>
                    <a:gd name="T71" fmla="*/ 30 h 30"/>
                    <a:gd name="T72" fmla="*/ 8 w 26"/>
                    <a:gd name="T73" fmla="*/ 30 h 30"/>
                    <a:gd name="T74" fmla="*/ 8 w 26"/>
                    <a:gd name="T75" fmla="*/ 30 h 30"/>
                    <a:gd name="T76" fmla="*/ 4 w 26"/>
                    <a:gd name="T77" fmla="*/ 30 h 30"/>
                    <a:gd name="T78" fmla="*/ 4 w 26"/>
                    <a:gd name="T79" fmla="*/ 30 h 30"/>
                    <a:gd name="T80" fmla="*/ 4 w 26"/>
                    <a:gd name="T81" fmla="*/ 30 h 30"/>
                    <a:gd name="T82" fmla="*/ 0 w 26"/>
                    <a:gd name="T83" fmla="*/ 26 h 30"/>
                    <a:gd name="T84" fmla="*/ 0 w 26"/>
                    <a:gd name="T85" fmla="*/ 30 h 30"/>
                    <a:gd name="T86" fmla="*/ 0 w 26"/>
                    <a:gd name="T87"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6" h="30">
                      <a:moveTo>
                        <a:pt x="0" y="30"/>
                      </a:moveTo>
                      <a:lnTo>
                        <a:pt x="0" y="30"/>
                      </a:lnTo>
                      <a:lnTo>
                        <a:pt x="0" y="30"/>
                      </a:lnTo>
                      <a:lnTo>
                        <a:pt x="0" y="30"/>
                      </a:lnTo>
                      <a:lnTo>
                        <a:pt x="0" y="30"/>
                      </a:lnTo>
                      <a:lnTo>
                        <a:pt x="0" y="30"/>
                      </a:lnTo>
                      <a:lnTo>
                        <a:pt x="0" y="26"/>
                      </a:lnTo>
                      <a:lnTo>
                        <a:pt x="0" y="22"/>
                      </a:lnTo>
                      <a:lnTo>
                        <a:pt x="0" y="22"/>
                      </a:lnTo>
                      <a:lnTo>
                        <a:pt x="0" y="22"/>
                      </a:lnTo>
                      <a:lnTo>
                        <a:pt x="0" y="22"/>
                      </a:lnTo>
                      <a:lnTo>
                        <a:pt x="4" y="22"/>
                      </a:lnTo>
                      <a:lnTo>
                        <a:pt x="4" y="22"/>
                      </a:lnTo>
                      <a:lnTo>
                        <a:pt x="4" y="22"/>
                      </a:lnTo>
                      <a:lnTo>
                        <a:pt x="4" y="18"/>
                      </a:lnTo>
                      <a:lnTo>
                        <a:pt x="4" y="18"/>
                      </a:lnTo>
                      <a:lnTo>
                        <a:pt x="4" y="18"/>
                      </a:lnTo>
                      <a:lnTo>
                        <a:pt x="4" y="18"/>
                      </a:lnTo>
                      <a:lnTo>
                        <a:pt x="4" y="18"/>
                      </a:lnTo>
                      <a:lnTo>
                        <a:pt x="4" y="18"/>
                      </a:lnTo>
                      <a:lnTo>
                        <a:pt x="4" y="14"/>
                      </a:lnTo>
                      <a:lnTo>
                        <a:pt x="4" y="14"/>
                      </a:lnTo>
                      <a:lnTo>
                        <a:pt x="4" y="14"/>
                      </a:lnTo>
                      <a:lnTo>
                        <a:pt x="4" y="14"/>
                      </a:lnTo>
                      <a:lnTo>
                        <a:pt x="4" y="10"/>
                      </a:lnTo>
                      <a:lnTo>
                        <a:pt x="4" y="10"/>
                      </a:lnTo>
                      <a:lnTo>
                        <a:pt x="4" y="6"/>
                      </a:lnTo>
                      <a:lnTo>
                        <a:pt x="8" y="6"/>
                      </a:lnTo>
                      <a:lnTo>
                        <a:pt x="8" y="6"/>
                      </a:lnTo>
                      <a:lnTo>
                        <a:pt x="8" y="6"/>
                      </a:lnTo>
                      <a:lnTo>
                        <a:pt x="8" y="6"/>
                      </a:lnTo>
                      <a:lnTo>
                        <a:pt x="8" y="6"/>
                      </a:lnTo>
                      <a:lnTo>
                        <a:pt x="8" y="6"/>
                      </a:lnTo>
                      <a:lnTo>
                        <a:pt x="8" y="6"/>
                      </a:lnTo>
                      <a:lnTo>
                        <a:pt x="8" y="6"/>
                      </a:lnTo>
                      <a:lnTo>
                        <a:pt x="8" y="6"/>
                      </a:lnTo>
                      <a:lnTo>
                        <a:pt x="10" y="6"/>
                      </a:lnTo>
                      <a:lnTo>
                        <a:pt x="10" y="6"/>
                      </a:lnTo>
                      <a:lnTo>
                        <a:pt x="10" y="6"/>
                      </a:lnTo>
                      <a:lnTo>
                        <a:pt x="10" y="6"/>
                      </a:lnTo>
                      <a:lnTo>
                        <a:pt x="10" y="6"/>
                      </a:lnTo>
                      <a:lnTo>
                        <a:pt x="10" y="6"/>
                      </a:lnTo>
                      <a:lnTo>
                        <a:pt x="10" y="6"/>
                      </a:lnTo>
                      <a:lnTo>
                        <a:pt x="10" y="6"/>
                      </a:lnTo>
                      <a:lnTo>
                        <a:pt x="14" y="6"/>
                      </a:lnTo>
                      <a:lnTo>
                        <a:pt x="14" y="6"/>
                      </a:lnTo>
                      <a:lnTo>
                        <a:pt x="14" y="6"/>
                      </a:lnTo>
                      <a:lnTo>
                        <a:pt x="14" y="6"/>
                      </a:lnTo>
                      <a:lnTo>
                        <a:pt x="14" y="6"/>
                      </a:lnTo>
                      <a:lnTo>
                        <a:pt x="18" y="6"/>
                      </a:lnTo>
                      <a:lnTo>
                        <a:pt x="18" y="4"/>
                      </a:lnTo>
                      <a:lnTo>
                        <a:pt x="18" y="4"/>
                      </a:lnTo>
                      <a:lnTo>
                        <a:pt x="18" y="4"/>
                      </a:lnTo>
                      <a:lnTo>
                        <a:pt x="18" y="4"/>
                      </a:lnTo>
                      <a:lnTo>
                        <a:pt x="18" y="0"/>
                      </a:lnTo>
                      <a:lnTo>
                        <a:pt x="22" y="0"/>
                      </a:lnTo>
                      <a:lnTo>
                        <a:pt x="22" y="0"/>
                      </a:lnTo>
                      <a:lnTo>
                        <a:pt x="22" y="0"/>
                      </a:lnTo>
                      <a:lnTo>
                        <a:pt x="22" y="0"/>
                      </a:lnTo>
                      <a:lnTo>
                        <a:pt x="22" y="4"/>
                      </a:lnTo>
                      <a:lnTo>
                        <a:pt x="22" y="4"/>
                      </a:lnTo>
                      <a:lnTo>
                        <a:pt x="22" y="6"/>
                      </a:lnTo>
                      <a:lnTo>
                        <a:pt x="22" y="6"/>
                      </a:lnTo>
                      <a:lnTo>
                        <a:pt x="22" y="6"/>
                      </a:lnTo>
                      <a:lnTo>
                        <a:pt x="26" y="6"/>
                      </a:lnTo>
                      <a:lnTo>
                        <a:pt x="26" y="6"/>
                      </a:lnTo>
                      <a:lnTo>
                        <a:pt x="26" y="10"/>
                      </a:lnTo>
                      <a:lnTo>
                        <a:pt x="26" y="10"/>
                      </a:lnTo>
                      <a:lnTo>
                        <a:pt x="26" y="10"/>
                      </a:lnTo>
                      <a:lnTo>
                        <a:pt x="26" y="14"/>
                      </a:lnTo>
                      <a:lnTo>
                        <a:pt x="26" y="14"/>
                      </a:lnTo>
                      <a:lnTo>
                        <a:pt x="26" y="14"/>
                      </a:lnTo>
                      <a:lnTo>
                        <a:pt x="26" y="18"/>
                      </a:lnTo>
                      <a:lnTo>
                        <a:pt x="26" y="18"/>
                      </a:lnTo>
                      <a:lnTo>
                        <a:pt x="26" y="18"/>
                      </a:lnTo>
                      <a:lnTo>
                        <a:pt x="26" y="22"/>
                      </a:lnTo>
                      <a:lnTo>
                        <a:pt x="26" y="22"/>
                      </a:lnTo>
                      <a:lnTo>
                        <a:pt x="26" y="22"/>
                      </a:lnTo>
                      <a:lnTo>
                        <a:pt x="26" y="22"/>
                      </a:lnTo>
                      <a:lnTo>
                        <a:pt x="26" y="22"/>
                      </a:lnTo>
                      <a:lnTo>
                        <a:pt x="26" y="22"/>
                      </a:lnTo>
                      <a:lnTo>
                        <a:pt x="26" y="22"/>
                      </a:lnTo>
                      <a:lnTo>
                        <a:pt x="26" y="22"/>
                      </a:lnTo>
                      <a:lnTo>
                        <a:pt x="26" y="22"/>
                      </a:lnTo>
                      <a:lnTo>
                        <a:pt x="22" y="22"/>
                      </a:lnTo>
                      <a:lnTo>
                        <a:pt x="22" y="22"/>
                      </a:lnTo>
                      <a:lnTo>
                        <a:pt x="22" y="22"/>
                      </a:lnTo>
                      <a:lnTo>
                        <a:pt x="22" y="22"/>
                      </a:lnTo>
                      <a:lnTo>
                        <a:pt x="22" y="22"/>
                      </a:lnTo>
                      <a:lnTo>
                        <a:pt x="22" y="22"/>
                      </a:lnTo>
                      <a:lnTo>
                        <a:pt x="18" y="22"/>
                      </a:lnTo>
                      <a:lnTo>
                        <a:pt x="18" y="22"/>
                      </a:lnTo>
                      <a:lnTo>
                        <a:pt x="18" y="22"/>
                      </a:lnTo>
                      <a:lnTo>
                        <a:pt x="14" y="26"/>
                      </a:lnTo>
                      <a:lnTo>
                        <a:pt x="14" y="26"/>
                      </a:lnTo>
                      <a:lnTo>
                        <a:pt x="14" y="26"/>
                      </a:lnTo>
                      <a:lnTo>
                        <a:pt x="14" y="22"/>
                      </a:lnTo>
                      <a:lnTo>
                        <a:pt x="14" y="22"/>
                      </a:lnTo>
                      <a:lnTo>
                        <a:pt x="14" y="22"/>
                      </a:lnTo>
                      <a:lnTo>
                        <a:pt x="14" y="22"/>
                      </a:lnTo>
                      <a:lnTo>
                        <a:pt x="14" y="26"/>
                      </a:lnTo>
                      <a:lnTo>
                        <a:pt x="14" y="30"/>
                      </a:lnTo>
                      <a:lnTo>
                        <a:pt x="14" y="30"/>
                      </a:lnTo>
                      <a:lnTo>
                        <a:pt x="10" y="30"/>
                      </a:lnTo>
                      <a:lnTo>
                        <a:pt x="10" y="30"/>
                      </a:lnTo>
                      <a:lnTo>
                        <a:pt x="10" y="30"/>
                      </a:lnTo>
                      <a:lnTo>
                        <a:pt x="10" y="30"/>
                      </a:lnTo>
                      <a:lnTo>
                        <a:pt x="10" y="30"/>
                      </a:lnTo>
                      <a:lnTo>
                        <a:pt x="10" y="30"/>
                      </a:lnTo>
                      <a:lnTo>
                        <a:pt x="8" y="30"/>
                      </a:lnTo>
                      <a:lnTo>
                        <a:pt x="8" y="30"/>
                      </a:lnTo>
                      <a:lnTo>
                        <a:pt x="8" y="30"/>
                      </a:lnTo>
                      <a:lnTo>
                        <a:pt x="8" y="30"/>
                      </a:lnTo>
                      <a:lnTo>
                        <a:pt x="8" y="30"/>
                      </a:lnTo>
                      <a:lnTo>
                        <a:pt x="8" y="30"/>
                      </a:lnTo>
                      <a:lnTo>
                        <a:pt x="8" y="30"/>
                      </a:lnTo>
                      <a:lnTo>
                        <a:pt x="4" y="30"/>
                      </a:lnTo>
                      <a:lnTo>
                        <a:pt x="4" y="30"/>
                      </a:lnTo>
                      <a:lnTo>
                        <a:pt x="4" y="30"/>
                      </a:lnTo>
                      <a:lnTo>
                        <a:pt x="4" y="30"/>
                      </a:lnTo>
                      <a:lnTo>
                        <a:pt x="4" y="30"/>
                      </a:lnTo>
                      <a:lnTo>
                        <a:pt x="4" y="30"/>
                      </a:lnTo>
                      <a:lnTo>
                        <a:pt x="4" y="30"/>
                      </a:lnTo>
                      <a:lnTo>
                        <a:pt x="4" y="30"/>
                      </a:lnTo>
                      <a:lnTo>
                        <a:pt x="4" y="26"/>
                      </a:lnTo>
                      <a:lnTo>
                        <a:pt x="0" y="26"/>
                      </a:lnTo>
                      <a:lnTo>
                        <a:pt x="0" y="26"/>
                      </a:lnTo>
                      <a:lnTo>
                        <a:pt x="0" y="30"/>
                      </a:lnTo>
                      <a:lnTo>
                        <a:pt x="0" y="30"/>
                      </a:lnTo>
                      <a:lnTo>
                        <a:pt x="0" y="30"/>
                      </a:lnTo>
                      <a:lnTo>
                        <a:pt x="0" y="30"/>
                      </a:lnTo>
                      <a:lnTo>
                        <a:pt x="0" y="30"/>
                      </a:lnTo>
                      <a:lnTo>
                        <a:pt x="0" y="30"/>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175" name="Freeform 164">
                  <a:extLst>
                    <a:ext uri="{FF2B5EF4-FFF2-40B4-BE49-F238E27FC236}">
                      <a16:creationId xmlns:a16="http://schemas.microsoft.com/office/drawing/2014/main" id="{49DBA06E-D3F2-FA22-28A9-F6530553C17A}"/>
                    </a:ext>
                  </a:extLst>
                </p:cNvPr>
                <p:cNvSpPr>
                  <a:spLocks noEditPoints="1"/>
                </p:cNvSpPr>
                <p:nvPr/>
              </p:nvSpPr>
              <p:spPr bwMode="gray">
                <a:xfrm>
                  <a:off x="4959966" y="4470991"/>
                  <a:ext cx="20871" cy="45221"/>
                </a:xfrm>
                <a:custGeom>
                  <a:avLst/>
                  <a:gdLst>
                    <a:gd name="T0" fmla="*/ 12 w 12"/>
                    <a:gd name="T1" fmla="*/ 0 h 26"/>
                    <a:gd name="T2" fmla="*/ 12 w 12"/>
                    <a:gd name="T3" fmla="*/ 0 h 26"/>
                    <a:gd name="T4" fmla="*/ 12 w 12"/>
                    <a:gd name="T5" fmla="*/ 0 h 26"/>
                    <a:gd name="T6" fmla="*/ 12 w 12"/>
                    <a:gd name="T7" fmla="*/ 0 h 26"/>
                    <a:gd name="T8" fmla="*/ 12 w 12"/>
                    <a:gd name="T9" fmla="*/ 0 h 26"/>
                    <a:gd name="T10" fmla="*/ 12 w 12"/>
                    <a:gd name="T11" fmla="*/ 0 h 26"/>
                    <a:gd name="T12" fmla="*/ 12 w 12"/>
                    <a:gd name="T13" fmla="*/ 0 h 26"/>
                    <a:gd name="T14" fmla="*/ 12 w 12"/>
                    <a:gd name="T15" fmla="*/ 0 h 26"/>
                    <a:gd name="T16" fmla="*/ 12 w 12"/>
                    <a:gd name="T17" fmla="*/ 0 h 26"/>
                    <a:gd name="T18" fmla="*/ 12 w 12"/>
                    <a:gd name="T19" fmla="*/ 0 h 26"/>
                    <a:gd name="T20" fmla="*/ 12 w 12"/>
                    <a:gd name="T21" fmla="*/ 0 h 26"/>
                    <a:gd name="T22" fmla="*/ 12 w 12"/>
                    <a:gd name="T23" fmla="*/ 0 h 26"/>
                    <a:gd name="T24" fmla="*/ 12 w 12"/>
                    <a:gd name="T25" fmla="*/ 0 h 26"/>
                    <a:gd name="T26" fmla="*/ 0 w 12"/>
                    <a:gd name="T27" fmla="*/ 26 h 26"/>
                    <a:gd name="T28" fmla="*/ 0 w 12"/>
                    <a:gd name="T29" fmla="*/ 26 h 26"/>
                    <a:gd name="T30" fmla="*/ 0 w 12"/>
                    <a:gd name="T31" fmla="*/ 26 h 26"/>
                    <a:gd name="T32" fmla="*/ 0 w 12"/>
                    <a:gd name="T33" fmla="*/ 26 h 26"/>
                    <a:gd name="T34" fmla="*/ 0 w 12"/>
                    <a:gd name="T35" fmla="*/ 22 h 26"/>
                    <a:gd name="T36" fmla="*/ 0 w 12"/>
                    <a:gd name="T37" fmla="*/ 22 h 26"/>
                    <a:gd name="T38" fmla="*/ 0 w 12"/>
                    <a:gd name="T39" fmla="*/ 22 h 26"/>
                    <a:gd name="T40" fmla="*/ 0 w 12"/>
                    <a:gd name="T41" fmla="*/ 22 h 26"/>
                    <a:gd name="T42" fmla="*/ 0 w 12"/>
                    <a:gd name="T43" fmla="*/ 22 h 26"/>
                    <a:gd name="T44" fmla="*/ 0 w 12"/>
                    <a:gd name="T45" fmla="*/ 22 h 26"/>
                    <a:gd name="T46" fmla="*/ 0 w 12"/>
                    <a:gd name="T47" fmla="*/ 22 h 26"/>
                    <a:gd name="T48" fmla="*/ 4 w 12"/>
                    <a:gd name="T49" fmla="*/ 22 h 26"/>
                    <a:gd name="T50" fmla="*/ 4 w 12"/>
                    <a:gd name="T51" fmla="*/ 22 h 26"/>
                    <a:gd name="T52" fmla="*/ 4 w 12"/>
                    <a:gd name="T53" fmla="*/ 22 h 26"/>
                    <a:gd name="T54" fmla="*/ 4 w 12"/>
                    <a:gd name="T55" fmla="*/ 22 h 26"/>
                    <a:gd name="T56" fmla="*/ 4 w 12"/>
                    <a:gd name="T57" fmla="*/ 26 h 26"/>
                    <a:gd name="T58" fmla="*/ 0 w 12"/>
                    <a:gd name="T59" fmla="*/ 26 h 26"/>
                    <a:gd name="T60" fmla="*/ 0 w 12"/>
                    <a:gd name="T61" fmla="*/ 26 h 26"/>
                    <a:gd name="T62" fmla="*/ 0 w 12"/>
                    <a:gd name="T63" fmla="*/ 26 h 26"/>
                    <a:gd name="T64" fmla="*/ 0 w 12"/>
                    <a:gd name="T65" fmla="*/ 26 h 26"/>
                    <a:gd name="T66" fmla="*/ 0 w 12"/>
                    <a:gd name="T67" fmla="*/ 26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2" h="26">
                      <a:moveTo>
                        <a:pt x="12" y="0"/>
                      </a:moveTo>
                      <a:lnTo>
                        <a:pt x="12" y="0"/>
                      </a:lnTo>
                      <a:lnTo>
                        <a:pt x="12" y="0"/>
                      </a:lnTo>
                      <a:lnTo>
                        <a:pt x="12" y="0"/>
                      </a:lnTo>
                      <a:lnTo>
                        <a:pt x="12" y="0"/>
                      </a:lnTo>
                      <a:lnTo>
                        <a:pt x="12" y="0"/>
                      </a:lnTo>
                      <a:lnTo>
                        <a:pt x="12" y="0"/>
                      </a:lnTo>
                      <a:lnTo>
                        <a:pt x="12" y="0"/>
                      </a:lnTo>
                      <a:lnTo>
                        <a:pt x="12" y="0"/>
                      </a:lnTo>
                      <a:lnTo>
                        <a:pt x="12" y="0"/>
                      </a:lnTo>
                      <a:lnTo>
                        <a:pt x="12" y="0"/>
                      </a:lnTo>
                      <a:lnTo>
                        <a:pt x="12" y="0"/>
                      </a:lnTo>
                      <a:lnTo>
                        <a:pt x="12" y="0"/>
                      </a:lnTo>
                      <a:close/>
                      <a:moveTo>
                        <a:pt x="0" y="26"/>
                      </a:moveTo>
                      <a:lnTo>
                        <a:pt x="0" y="26"/>
                      </a:lnTo>
                      <a:lnTo>
                        <a:pt x="0" y="26"/>
                      </a:lnTo>
                      <a:lnTo>
                        <a:pt x="0" y="26"/>
                      </a:lnTo>
                      <a:lnTo>
                        <a:pt x="0" y="22"/>
                      </a:lnTo>
                      <a:lnTo>
                        <a:pt x="0" y="22"/>
                      </a:lnTo>
                      <a:lnTo>
                        <a:pt x="0" y="22"/>
                      </a:lnTo>
                      <a:lnTo>
                        <a:pt x="0" y="22"/>
                      </a:lnTo>
                      <a:lnTo>
                        <a:pt x="0" y="22"/>
                      </a:lnTo>
                      <a:lnTo>
                        <a:pt x="0" y="22"/>
                      </a:lnTo>
                      <a:lnTo>
                        <a:pt x="0" y="22"/>
                      </a:lnTo>
                      <a:lnTo>
                        <a:pt x="4" y="22"/>
                      </a:lnTo>
                      <a:lnTo>
                        <a:pt x="4" y="22"/>
                      </a:lnTo>
                      <a:lnTo>
                        <a:pt x="4" y="22"/>
                      </a:lnTo>
                      <a:lnTo>
                        <a:pt x="4" y="22"/>
                      </a:lnTo>
                      <a:lnTo>
                        <a:pt x="4" y="26"/>
                      </a:lnTo>
                      <a:lnTo>
                        <a:pt x="0" y="26"/>
                      </a:lnTo>
                      <a:lnTo>
                        <a:pt x="0" y="26"/>
                      </a:lnTo>
                      <a:lnTo>
                        <a:pt x="0" y="26"/>
                      </a:lnTo>
                      <a:lnTo>
                        <a:pt x="0" y="26"/>
                      </a:lnTo>
                      <a:lnTo>
                        <a:pt x="0" y="26"/>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176" name="Freeform 165">
                  <a:extLst>
                    <a:ext uri="{FF2B5EF4-FFF2-40B4-BE49-F238E27FC236}">
                      <a16:creationId xmlns:a16="http://schemas.microsoft.com/office/drawing/2014/main" id="{C7CE8BDB-23DE-98CE-B9E1-443E56A5B9E3}"/>
                    </a:ext>
                  </a:extLst>
                </p:cNvPr>
                <p:cNvSpPr>
                  <a:spLocks/>
                </p:cNvSpPr>
                <p:nvPr/>
              </p:nvSpPr>
              <p:spPr bwMode="gray">
                <a:xfrm>
                  <a:off x="4365138" y="4018784"/>
                  <a:ext cx="156534" cy="132184"/>
                </a:xfrm>
                <a:custGeom>
                  <a:avLst/>
                  <a:gdLst>
                    <a:gd name="T0" fmla="*/ 82 w 90"/>
                    <a:gd name="T1" fmla="*/ 76 h 76"/>
                    <a:gd name="T2" fmla="*/ 78 w 90"/>
                    <a:gd name="T3" fmla="*/ 76 h 76"/>
                    <a:gd name="T4" fmla="*/ 70 w 90"/>
                    <a:gd name="T5" fmla="*/ 76 h 76"/>
                    <a:gd name="T6" fmla="*/ 64 w 90"/>
                    <a:gd name="T7" fmla="*/ 74 h 76"/>
                    <a:gd name="T8" fmla="*/ 60 w 90"/>
                    <a:gd name="T9" fmla="*/ 70 h 76"/>
                    <a:gd name="T10" fmla="*/ 44 w 90"/>
                    <a:gd name="T11" fmla="*/ 70 h 76"/>
                    <a:gd name="T12" fmla="*/ 30 w 90"/>
                    <a:gd name="T13" fmla="*/ 74 h 76"/>
                    <a:gd name="T14" fmla="*/ 22 w 90"/>
                    <a:gd name="T15" fmla="*/ 74 h 76"/>
                    <a:gd name="T16" fmla="*/ 14 w 90"/>
                    <a:gd name="T17" fmla="*/ 76 h 76"/>
                    <a:gd name="T18" fmla="*/ 14 w 90"/>
                    <a:gd name="T19" fmla="*/ 70 h 76"/>
                    <a:gd name="T20" fmla="*/ 22 w 90"/>
                    <a:gd name="T21" fmla="*/ 74 h 76"/>
                    <a:gd name="T22" fmla="*/ 26 w 90"/>
                    <a:gd name="T23" fmla="*/ 74 h 76"/>
                    <a:gd name="T24" fmla="*/ 30 w 90"/>
                    <a:gd name="T25" fmla="*/ 70 h 76"/>
                    <a:gd name="T26" fmla="*/ 30 w 90"/>
                    <a:gd name="T27" fmla="*/ 70 h 76"/>
                    <a:gd name="T28" fmla="*/ 26 w 90"/>
                    <a:gd name="T29" fmla="*/ 70 h 76"/>
                    <a:gd name="T30" fmla="*/ 22 w 90"/>
                    <a:gd name="T31" fmla="*/ 70 h 76"/>
                    <a:gd name="T32" fmla="*/ 14 w 90"/>
                    <a:gd name="T33" fmla="*/ 70 h 76"/>
                    <a:gd name="T34" fmla="*/ 12 w 90"/>
                    <a:gd name="T35" fmla="*/ 74 h 76"/>
                    <a:gd name="T36" fmla="*/ 12 w 90"/>
                    <a:gd name="T37" fmla="*/ 66 h 76"/>
                    <a:gd name="T38" fmla="*/ 26 w 90"/>
                    <a:gd name="T39" fmla="*/ 62 h 76"/>
                    <a:gd name="T40" fmla="*/ 34 w 90"/>
                    <a:gd name="T41" fmla="*/ 58 h 76"/>
                    <a:gd name="T42" fmla="*/ 38 w 90"/>
                    <a:gd name="T43" fmla="*/ 54 h 76"/>
                    <a:gd name="T44" fmla="*/ 42 w 90"/>
                    <a:gd name="T45" fmla="*/ 58 h 76"/>
                    <a:gd name="T46" fmla="*/ 44 w 90"/>
                    <a:gd name="T47" fmla="*/ 62 h 76"/>
                    <a:gd name="T48" fmla="*/ 52 w 90"/>
                    <a:gd name="T49" fmla="*/ 58 h 76"/>
                    <a:gd name="T50" fmla="*/ 56 w 90"/>
                    <a:gd name="T51" fmla="*/ 54 h 76"/>
                    <a:gd name="T52" fmla="*/ 48 w 90"/>
                    <a:gd name="T53" fmla="*/ 54 h 76"/>
                    <a:gd name="T54" fmla="*/ 44 w 90"/>
                    <a:gd name="T55" fmla="*/ 54 h 76"/>
                    <a:gd name="T56" fmla="*/ 42 w 90"/>
                    <a:gd name="T57" fmla="*/ 54 h 76"/>
                    <a:gd name="T58" fmla="*/ 42 w 90"/>
                    <a:gd name="T59" fmla="*/ 52 h 76"/>
                    <a:gd name="T60" fmla="*/ 34 w 90"/>
                    <a:gd name="T61" fmla="*/ 52 h 76"/>
                    <a:gd name="T62" fmla="*/ 30 w 90"/>
                    <a:gd name="T63" fmla="*/ 54 h 76"/>
                    <a:gd name="T64" fmla="*/ 14 w 90"/>
                    <a:gd name="T65" fmla="*/ 54 h 76"/>
                    <a:gd name="T66" fmla="*/ 14 w 90"/>
                    <a:gd name="T67" fmla="*/ 52 h 76"/>
                    <a:gd name="T68" fmla="*/ 14 w 90"/>
                    <a:gd name="T69" fmla="*/ 48 h 76"/>
                    <a:gd name="T70" fmla="*/ 18 w 90"/>
                    <a:gd name="T71" fmla="*/ 44 h 76"/>
                    <a:gd name="T72" fmla="*/ 14 w 90"/>
                    <a:gd name="T73" fmla="*/ 48 h 76"/>
                    <a:gd name="T74" fmla="*/ 12 w 90"/>
                    <a:gd name="T75" fmla="*/ 40 h 76"/>
                    <a:gd name="T76" fmla="*/ 8 w 90"/>
                    <a:gd name="T77" fmla="*/ 36 h 76"/>
                    <a:gd name="T78" fmla="*/ 4 w 90"/>
                    <a:gd name="T79" fmla="*/ 36 h 76"/>
                    <a:gd name="T80" fmla="*/ 8 w 90"/>
                    <a:gd name="T81" fmla="*/ 32 h 76"/>
                    <a:gd name="T82" fmla="*/ 12 w 90"/>
                    <a:gd name="T83" fmla="*/ 22 h 76"/>
                    <a:gd name="T84" fmla="*/ 14 w 90"/>
                    <a:gd name="T85" fmla="*/ 18 h 76"/>
                    <a:gd name="T86" fmla="*/ 18 w 90"/>
                    <a:gd name="T87" fmla="*/ 6 h 76"/>
                    <a:gd name="T88" fmla="*/ 22 w 90"/>
                    <a:gd name="T89" fmla="*/ 2 h 76"/>
                    <a:gd name="T90" fmla="*/ 30 w 90"/>
                    <a:gd name="T91" fmla="*/ 2 h 76"/>
                    <a:gd name="T92" fmla="*/ 38 w 90"/>
                    <a:gd name="T93" fmla="*/ 2 h 76"/>
                    <a:gd name="T94" fmla="*/ 44 w 90"/>
                    <a:gd name="T95" fmla="*/ 2 h 76"/>
                    <a:gd name="T96" fmla="*/ 56 w 90"/>
                    <a:gd name="T97" fmla="*/ 10 h 76"/>
                    <a:gd name="T98" fmla="*/ 60 w 90"/>
                    <a:gd name="T99" fmla="*/ 14 h 76"/>
                    <a:gd name="T100" fmla="*/ 68 w 90"/>
                    <a:gd name="T101" fmla="*/ 26 h 76"/>
                    <a:gd name="T102" fmla="*/ 68 w 90"/>
                    <a:gd name="T103" fmla="*/ 28 h 76"/>
                    <a:gd name="T104" fmla="*/ 74 w 90"/>
                    <a:gd name="T105" fmla="*/ 32 h 76"/>
                    <a:gd name="T106" fmla="*/ 78 w 90"/>
                    <a:gd name="T107" fmla="*/ 40 h 76"/>
                    <a:gd name="T108" fmla="*/ 82 w 90"/>
                    <a:gd name="T109" fmla="*/ 48 h 76"/>
                    <a:gd name="T110" fmla="*/ 78 w 90"/>
                    <a:gd name="T111" fmla="*/ 52 h 76"/>
                    <a:gd name="T112" fmla="*/ 82 w 90"/>
                    <a:gd name="T113" fmla="*/ 58 h 76"/>
                    <a:gd name="T114" fmla="*/ 86 w 90"/>
                    <a:gd name="T115" fmla="*/ 62 h 76"/>
                    <a:gd name="T116" fmla="*/ 90 w 90"/>
                    <a:gd name="T117" fmla="*/ 70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90" h="76">
                      <a:moveTo>
                        <a:pt x="90" y="74"/>
                      </a:moveTo>
                      <a:lnTo>
                        <a:pt x="90" y="74"/>
                      </a:lnTo>
                      <a:lnTo>
                        <a:pt x="86" y="74"/>
                      </a:lnTo>
                      <a:lnTo>
                        <a:pt x="86" y="74"/>
                      </a:lnTo>
                      <a:lnTo>
                        <a:pt x="86" y="74"/>
                      </a:lnTo>
                      <a:lnTo>
                        <a:pt x="86" y="74"/>
                      </a:lnTo>
                      <a:lnTo>
                        <a:pt x="86" y="76"/>
                      </a:lnTo>
                      <a:lnTo>
                        <a:pt x="82" y="76"/>
                      </a:lnTo>
                      <a:lnTo>
                        <a:pt x="82" y="76"/>
                      </a:lnTo>
                      <a:lnTo>
                        <a:pt x="82" y="76"/>
                      </a:lnTo>
                      <a:lnTo>
                        <a:pt x="82" y="74"/>
                      </a:lnTo>
                      <a:lnTo>
                        <a:pt x="78" y="74"/>
                      </a:lnTo>
                      <a:lnTo>
                        <a:pt x="78" y="76"/>
                      </a:lnTo>
                      <a:lnTo>
                        <a:pt x="78" y="76"/>
                      </a:lnTo>
                      <a:lnTo>
                        <a:pt x="78" y="76"/>
                      </a:lnTo>
                      <a:lnTo>
                        <a:pt x="78" y="76"/>
                      </a:lnTo>
                      <a:lnTo>
                        <a:pt x="74" y="76"/>
                      </a:lnTo>
                      <a:lnTo>
                        <a:pt x="74" y="76"/>
                      </a:lnTo>
                      <a:lnTo>
                        <a:pt x="74" y="76"/>
                      </a:lnTo>
                      <a:lnTo>
                        <a:pt x="74" y="76"/>
                      </a:lnTo>
                      <a:lnTo>
                        <a:pt x="74" y="74"/>
                      </a:lnTo>
                      <a:lnTo>
                        <a:pt x="74" y="74"/>
                      </a:lnTo>
                      <a:lnTo>
                        <a:pt x="70" y="76"/>
                      </a:lnTo>
                      <a:lnTo>
                        <a:pt x="70" y="76"/>
                      </a:lnTo>
                      <a:lnTo>
                        <a:pt x="70" y="74"/>
                      </a:lnTo>
                      <a:lnTo>
                        <a:pt x="68" y="74"/>
                      </a:lnTo>
                      <a:lnTo>
                        <a:pt x="68" y="74"/>
                      </a:lnTo>
                      <a:lnTo>
                        <a:pt x="68" y="74"/>
                      </a:lnTo>
                      <a:lnTo>
                        <a:pt x="68" y="74"/>
                      </a:lnTo>
                      <a:lnTo>
                        <a:pt x="68" y="74"/>
                      </a:lnTo>
                      <a:lnTo>
                        <a:pt x="68" y="74"/>
                      </a:lnTo>
                      <a:lnTo>
                        <a:pt x="64" y="74"/>
                      </a:lnTo>
                      <a:lnTo>
                        <a:pt x="64" y="74"/>
                      </a:lnTo>
                      <a:lnTo>
                        <a:pt x="64" y="74"/>
                      </a:lnTo>
                      <a:lnTo>
                        <a:pt x="64" y="74"/>
                      </a:lnTo>
                      <a:lnTo>
                        <a:pt x="68" y="74"/>
                      </a:lnTo>
                      <a:lnTo>
                        <a:pt x="64" y="70"/>
                      </a:lnTo>
                      <a:lnTo>
                        <a:pt x="64" y="70"/>
                      </a:lnTo>
                      <a:lnTo>
                        <a:pt x="60" y="70"/>
                      </a:lnTo>
                      <a:lnTo>
                        <a:pt x="60" y="70"/>
                      </a:lnTo>
                      <a:lnTo>
                        <a:pt x="56" y="70"/>
                      </a:lnTo>
                      <a:lnTo>
                        <a:pt x="56" y="70"/>
                      </a:lnTo>
                      <a:lnTo>
                        <a:pt x="52" y="70"/>
                      </a:lnTo>
                      <a:lnTo>
                        <a:pt x="52" y="70"/>
                      </a:lnTo>
                      <a:lnTo>
                        <a:pt x="48" y="70"/>
                      </a:lnTo>
                      <a:lnTo>
                        <a:pt x="48" y="70"/>
                      </a:lnTo>
                      <a:lnTo>
                        <a:pt x="44" y="70"/>
                      </a:lnTo>
                      <a:lnTo>
                        <a:pt x="44" y="70"/>
                      </a:lnTo>
                      <a:lnTo>
                        <a:pt x="42" y="70"/>
                      </a:lnTo>
                      <a:lnTo>
                        <a:pt x="42" y="70"/>
                      </a:lnTo>
                      <a:lnTo>
                        <a:pt x="38" y="70"/>
                      </a:lnTo>
                      <a:lnTo>
                        <a:pt x="34" y="70"/>
                      </a:lnTo>
                      <a:lnTo>
                        <a:pt x="34" y="70"/>
                      </a:lnTo>
                      <a:lnTo>
                        <a:pt x="34" y="74"/>
                      </a:lnTo>
                      <a:lnTo>
                        <a:pt x="30" y="74"/>
                      </a:lnTo>
                      <a:lnTo>
                        <a:pt x="30" y="74"/>
                      </a:lnTo>
                      <a:lnTo>
                        <a:pt x="26" y="74"/>
                      </a:lnTo>
                      <a:lnTo>
                        <a:pt x="26" y="74"/>
                      </a:lnTo>
                      <a:lnTo>
                        <a:pt x="26" y="74"/>
                      </a:lnTo>
                      <a:lnTo>
                        <a:pt x="22" y="74"/>
                      </a:lnTo>
                      <a:lnTo>
                        <a:pt x="22" y="74"/>
                      </a:lnTo>
                      <a:lnTo>
                        <a:pt x="22" y="74"/>
                      </a:lnTo>
                      <a:lnTo>
                        <a:pt x="22" y="74"/>
                      </a:lnTo>
                      <a:lnTo>
                        <a:pt x="22" y="74"/>
                      </a:lnTo>
                      <a:lnTo>
                        <a:pt x="22" y="74"/>
                      </a:lnTo>
                      <a:lnTo>
                        <a:pt x="18" y="74"/>
                      </a:lnTo>
                      <a:lnTo>
                        <a:pt x="18" y="76"/>
                      </a:lnTo>
                      <a:lnTo>
                        <a:pt x="14" y="76"/>
                      </a:lnTo>
                      <a:lnTo>
                        <a:pt x="14" y="76"/>
                      </a:lnTo>
                      <a:lnTo>
                        <a:pt x="14" y="76"/>
                      </a:lnTo>
                      <a:lnTo>
                        <a:pt x="14" y="76"/>
                      </a:lnTo>
                      <a:lnTo>
                        <a:pt x="14" y="76"/>
                      </a:lnTo>
                      <a:lnTo>
                        <a:pt x="14" y="76"/>
                      </a:lnTo>
                      <a:lnTo>
                        <a:pt x="14" y="76"/>
                      </a:lnTo>
                      <a:lnTo>
                        <a:pt x="12" y="74"/>
                      </a:lnTo>
                      <a:lnTo>
                        <a:pt x="12" y="74"/>
                      </a:lnTo>
                      <a:lnTo>
                        <a:pt x="12" y="74"/>
                      </a:lnTo>
                      <a:lnTo>
                        <a:pt x="12" y="74"/>
                      </a:lnTo>
                      <a:lnTo>
                        <a:pt x="12" y="74"/>
                      </a:lnTo>
                      <a:lnTo>
                        <a:pt x="14" y="70"/>
                      </a:lnTo>
                      <a:lnTo>
                        <a:pt x="14" y="74"/>
                      </a:lnTo>
                      <a:lnTo>
                        <a:pt x="18" y="74"/>
                      </a:lnTo>
                      <a:lnTo>
                        <a:pt x="18" y="74"/>
                      </a:lnTo>
                      <a:lnTo>
                        <a:pt x="18" y="74"/>
                      </a:lnTo>
                      <a:lnTo>
                        <a:pt x="18" y="74"/>
                      </a:lnTo>
                      <a:lnTo>
                        <a:pt x="18" y="74"/>
                      </a:lnTo>
                      <a:lnTo>
                        <a:pt x="22" y="74"/>
                      </a:lnTo>
                      <a:lnTo>
                        <a:pt x="22" y="74"/>
                      </a:lnTo>
                      <a:lnTo>
                        <a:pt x="22" y="70"/>
                      </a:lnTo>
                      <a:lnTo>
                        <a:pt x="22" y="70"/>
                      </a:lnTo>
                      <a:lnTo>
                        <a:pt x="22" y="74"/>
                      </a:lnTo>
                      <a:lnTo>
                        <a:pt x="26" y="74"/>
                      </a:lnTo>
                      <a:lnTo>
                        <a:pt x="26" y="74"/>
                      </a:lnTo>
                      <a:lnTo>
                        <a:pt x="26" y="74"/>
                      </a:lnTo>
                      <a:lnTo>
                        <a:pt x="26" y="74"/>
                      </a:lnTo>
                      <a:lnTo>
                        <a:pt x="26" y="74"/>
                      </a:lnTo>
                      <a:lnTo>
                        <a:pt x="26" y="74"/>
                      </a:lnTo>
                      <a:lnTo>
                        <a:pt x="30" y="74"/>
                      </a:lnTo>
                      <a:lnTo>
                        <a:pt x="30" y="74"/>
                      </a:lnTo>
                      <a:lnTo>
                        <a:pt x="30" y="74"/>
                      </a:lnTo>
                      <a:lnTo>
                        <a:pt x="30" y="70"/>
                      </a:lnTo>
                      <a:lnTo>
                        <a:pt x="30" y="70"/>
                      </a:lnTo>
                      <a:lnTo>
                        <a:pt x="30" y="70"/>
                      </a:lnTo>
                      <a:lnTo>
                        <a:pt x="30" y="70"/>
                      </a:lnTo>
                      <a:lnTo>
                        <a:pt x="30" y="70"/>
                      </a:lnTo>
                      <a:lnTo>
                        <a:pt x="34" y="70"/>
                      </a:lnTo>
                      <a:lnTo>
                        <a:pt x="34" y="66"/>
                      </a:lnTo>
                      <a:lnTo>
                        <a:pt x="30" y="66"/>
                      </a:lnTo>
                      <a:lnTo>
                        <a:pt x="30" y="70"/>
                      </a:lnTo>
                      <a:lnTo>
                        <a:pt x="30" y="70"/>
                      </a:lnTo>
                      <a:lnTo>
                        <a:pt x="30" y="70"/>
                      </a:lnTo>
                      <a:lnTo>
                        <a:pt x="30" y="70"/>
                      </a:lnTo>
                      <a:lnTo>
                        <a:pt x="30" y="70"/>
                      </a:lnTo>
                      <a:lnTo>
                        <a:pt x="30" y="70"/>
                      </a:lnTo>
                      <a:lnTo>
                        <a:pt x="30" y="74"/>
                      </a:lnTo>
                      <a:lnTo>
                        <a:pt x="30" y="74"/>
                      </a:lnTo>
                      <a:lnTo>
                        <a:pt x="30" y="74"/>
                      </a:lnTo>
                      <a:lnTo>
                        <a:pt x="30" y="74"/>
                      </a:lnTo>
                      <a:lnTo>
                        <a:pt x="26" y="70"/>
                      </a:lnTo>
                      <a:lnTo>
                        <a:pt x="26" y="70"/>
                      </a:lnTo>
                      <a:lnTo>
                        <a:pt x="26" y="74"/>
                      </a:lnTo>
                      <a:lnTo>
                        <a:pt x="26" y="74"/>
                      </a:lnTo>
                      <a:lnTo>
                        <a:pt x="22" y="70"/>
                      </a:lnTo>
                      <a:lnTo>
                        <a:pt x="22" y="70"/>
                      </a:lnTo>
                      <a:lnTo>
                        <a:pt x="22" y="70"/>
                      </a:lnTo>
                      <a:lnTo>
                        <a:pt x="22" y="70"/>
                      </a:lnTo>
                      <a:lnTo>
                        <a:pt x="22" y="70"/>
                      </a:lnTo>
                      <a:lnTo>
                        <a:pt x="22" y="70"/>
                      </a:lnTo>
                      <a:lnTo>
                        <a:pt x="22" y="74"/>
                      </a:lnTo>
                      <a:lnTo>
                        <a:pt x="22" y="70"/>
                      </a:lnTo>
                      <a:lnTo>
                        <a:pt x="18" y="74"/>
                      </a:lnTo>
                      <a:lnTo>
                        <a:pt x="18" y="74"/>
                      </a:lnTo>
                      <a:lnTo>
                        <a:pt x="18" y="74"/>
                      </a:lnTo>
                      <a:lnTo>
                        <a:pt x="18" y="74"/>
                      </a:lnTo>
                      <a:lnTo>
                        <a:pt x="18" y="74"/>
                      </a:lnTo>
                      <a:lnTo>
                        <a:pt x="14" y="70"/>
                      </a:lnTo>
                      <a:lnTo>
                        <a:pt x="14" y="70"/>
                      </a:lnTo>
                      <a:lnTo>
                        <a:pt x="14" y="70"/>
                      </a:lnTo>
                      <a:lnTo>
                        <a:pt x="14" y="70"/>
                      </a:lnTo>
                      <a:lnTo>
                        <a:pt x="14" y="70"/>
                      </a:lnTo>
                      <a:lnTo>
                        <a:pt x="14" y="70"/>
                      </a:lnTo>
                      <a:lnTo>
                        <a:pt x="14" y="70"/>
                      </a:lnTo>
                      <a:lnTo>
                        <a:pt x="14" y="74"/>
                      </a:lnTo>
                      <a:lnTo>
                        <a:pt x="12" y="74"/>
                      </a:lnTo>
                      <a:lnTo>
                        <a:pt x="12" y="74"/>
                      </a:lnTo>
                      <a:lnTo>
                        <a:pt x="12" y="70"/>
                      </a:lnTo>
                      <a:lnTo>
                        <a:pt x="12" y="70"/>
                      </a:lnTo>
                      <a:lnTo>
                        <a:pt x="12" y="66"/>
                      </a:lnTo>
                      <a:lnTo>
                        <a:pt x="12" y="66"/>
                      </a:lnTo>
                      <a:lnTo>
                        <a:pt x="12" y="66"/>
                      </a:lnTo>
                      <a:lnTo>
                        <a:pt x="12" y="66"/>
                      </a:lnTo>
                      <a:lnTo>
                        <a:pt x="12" y="66"/>
                      </a:lnTo>
                      <a:lnTo>
                        <a:pt x="12" y="62"/>
                      </a:lnTo>
                      <a:lnTo>
                        <a:pt x="12" y="62"/>
                      </a:lnTo>
                      <a:lnTo>
                        <a:pt x="14" y="62"/>
                      </a:lnTo>
                      <a:lnTo>
                        <a:pt x="14" y="62"/>
                      </a:lnTo>
                      <a:lnTo>
                        <a:pt x="22" y="62"/>
                      </a:lnTo>
                      <a:lnTo>
                        <a:pt x="26" y="62"/>
                      </a:lnTo>
                      <a:lnTo>
                        <a:pt x="26" y="62"/>
                      </a:lnTo>
                      <a:lnTo>
                        <a:pt x="26" y="62"/>
                      </a:lnTo>
                      <a:lnTo>
                        <a:pt x="26" y="62"/>
                      </a:lnTo>
                      <a:lnTo>
                        <a:pt x="26" y="58"/>
                      </a:lnTo>
                      <a:lnTo>
                        <a:pt x="30" y="58"/>
                      </a:lnTo>
                      <a:lnTo>
                        <a:pt x="34" y="58"/>
                      </a:lnTo>
                      <a:lnTo>
                        <a:pt x="34" y="58"/>
                      </a:lnTo>
                      <a:lnTo>
                        <a:pt x="34" y="58"/>
                      </a:lnTo>
                      <a:lnTo>
                        <a:pt x="34" y="58"/>
                      </a:lnTo>
                      <a:lnTo>
                        <a:pt x="34" y="58"/>
                      </a:lnTo>
                      <a:lnTo>
                        <a:pt x="34" y="58"/>
                      </a:lnTo>
                      <a:lnTo>
                        <a:pt x="34" y="58"/>
                      </a:lnTo>
                      <a:lnTo>
                        <a:pt x="34" y="58"/>
                      </a:lnTo>
                      <a:lnTo>
                        <a:pt x="34" y="54"/>
                      </a:lnTo>
                      <a:lnTo>
                        <a:pt x="34" y="54"/>
                      </a:lnTo>
                      <a:lnTo>
                        <a:pt x="34" y="54"/>
                      </a:lnTo>
                      <a:lnTo>
                        <a:pt x="38" y="54"/>
                      </a:lnTo>
                      <a:lnTo>
                        <a:pt x="38" y="54"/>
                      </a:lnTo>
                      <a:lnTo>
                        <a:pt x="38" y="54"/>
                      </a:lnTo>
                      <a:lnTo>
                        <a:pt x="38" y="54"/>
                      </a:lnTo>
                      <a:lnTo>
                        <a:pt x="38" y="54"/>
                      </a:lnTo>
                      <a:lnTo>
                        <a:pt x="38" y="54"/>
                      </a:lnTo>
                      <a:lnTo>
                        <a:pt x="38" y="58"/>
                      </a:lnTo>
                      <a:lnTo>
                        <a:pt x="38" y="58"/>
                      </a:lnTo>
                      <a:lnTo>
                        <a:pt x="42" y="58"/>
                      </a:lnTo>
                      <a:lnTo>
                        <a:pt x="42" y="58"/>
                      </a:lnTo>
                      <a:lnTo>
                        <a:pt x="42" y="58"/>
                      </a:lnTo>
                      <a:lnTo>
                        <a:pt x="42" y="58"/>
                      </a:lnTo>
                      <a:lnTo>
                        <a:pt x="42" y="58"/>
                      </a:lnTo>
                      <a:lnTo>
                        <a:pt x="42" y="58"/>
                      </a:lnTo>
                      <a:lnTo>
                        <a:pt x="42" y="58"/>
                      </a:lnTo>
                      <a:lnTo>
                        <a:pt x="44" y="58"/>
                      </a:lnTo>
                      <a:lnTo>
                        <a:pt x="44" y="58"/>
                      </a:lnTo>
                      <a:lnTo>
                        <a:pt x="44" y="62"/>
                      </a:lnTo>
                      <a:lnTo>
                        <a:pt x="48" y="62"/>
                      </a:lnTo>
                      <a:lnTo>
                        <a:pt x="48" y="62"/>
                      </a:lnTo>
                      <a:lnTo>
                        <a:pt x="48" y="62"/>
                      </a:lnTo>
                      <a:lnTo>
                        <a:pt x="48" y="62"/>
                      </a:lnTo>
                      <a:lnTo>
                        <a:pt x="48" y="58"/>
                      </a:lnTo>
                      <a:lnTo>
                        <a:pt x="52" y="58"/>
                      </a:lnTo>
                      <a:lnTo>
                        <a:pt x="52" y="58"/>
                      </a:lnTo>
                      <a:lnTo>
                        <a:pt x="52" y="58"/>
                      </a:lnTo>
                      <a:lnTo>
                        <a:pt x="52" y="58"/>
                      </a:lnTo>
                      <a:lnTo>
                        <a:pt x="52" y="58"/>
                      </a:lnTo>
                      <a:lnTo>
                        <a:pt x="52" y="58"/>
                      </a:lnTo>
                      <a:lnTo>
                        <a:pt x="56" y="58"/>
                      </a:lnTo>
                      <a:lnTo>
                        <a:pt x="56" y="58"/>
                      </a:lnTo>
                      <a:lnTo>
                        <a:pt x="56" y="58"/>
                      </a:lnTo>
                      <a:lnTo>
                        <a:pt x="56" y="58"/>
                      </a:lnTo>
                      <a:lnTo>
                        <a:pt x="56" y="54"/>
                      </a:lnTo>
                      <a:lnTo>
                        <a:pt x="52" y="54"/>
                      </a:lnTo>
                      <a:lnTo>
                        <a:pt x="52" y="54"/>
                      </a:lnTo>
                      <a:lnTo>
                        <a:pt x="52" y="54"/>
                      </a:lnTo>
                      <a:lnTo>
                        <a:pt x="52" y="54"/>
                      </a:lnTo>
                      <a:lnTo>
                        <a:pt x="52" y="54"/>
                      </a:lnTo>
                      <a:lnTo>
                        <a:pt x="52" y="54"/>
                      </a:lnTo>
                      <a:lnTo>
                        <a:pt x="48" y="54"/>
                      </a:lnTo>
                      <a:lnTo>
                        <a:pt x="48" y="54"/>
                      </a:lnTo>
                      <a:lnTo>
                        <a:pt x="48" y="54"/>
                      </a:lnTo>
                      <a:lnTo>
                        <a:pt x="48" y="54"/>
                      </a:lnTo>
                      <a:lnTo>
                        <a:pt x="48" y="58"/>
                      </a:lnTo>
                      <a:lnTo>
                        <a:pt x="44" y="58"/>
                      </a:lnTo>
                      <a:lnTo>
                        <a:pt x="44" y="54"/>
                      </a:lnTo>
                      <a:lnTo>
                        <a:pt x="44" y="54"/>
                      </a:lnTo>
                      <a:lnTo>
                        <a:pt x="44" y="54"/>
                      </a:lnTo>
                      <a:lnTo>
                        <a:pt x="44" y="54"/>
                      </a:lnTo>
                      <a:lnTo>
                        <a:pt x="44" y="54"/>
                      </a:lnTo>
                      <a:lnTo>
                        <a:pt x="44" y="54"/>
                      </a:lnTo>
                      <a:lnTo>
                        <a:pt x="44" y="54"/>
                      </a:lnTo>
                      <a:lnTo>
                        <a:pt x="44" y="54"/>
                      </a:lnTo>
                      <a:lnTo>
                        <a:pt x="44" y="54"/>
                      </a:lnTo>
                      <a:lnTo>
                        <a:pt x="44" y="54"/>
                      </a:lnTo>
                      <a:lnTo>
                        <a:pt x="44" y="54"/>
                      </a:lnTo>
                      <a:lnTo>
                        <a:pt x="42" y="54"/>
                      </a:lnTo>
                      <a:lnTo>
                        <a:pt x="42" y="54"/>
                      </a:lnTo>
                      <a:lnTo>
                        <a:pt x="42" y="54"/>
                      </a:lnTo>
                      <a:lnTo>
                        <a:pt x="42" y="54"/>
                      </a:lnTo>
                      <a:lnTo>
                        <a:pt x="42" y="54"/>
                      </a:lnTo>
                      <a:lnTo>
                        <a:pt x="42" y="54"/>
                      </a:lnTo>
                      <a:lnTo>
                        <a:pt x="42" y="52"/>
                      </a:lnTo>
                      <a:lnTo>
                        <a:pt x="42" y="52"/>
                      </a:lnTo>
                      <a:lnTo>
                        <a:pt x="42" y="52"/>
                      </a:lnTo>
                      <a:lnTo>
                        <a:pt x="42" y="52"/>
                      </a:lnTo>
                      <a:lnTo>
                        <a:pt x="42" y="52"/>
                      </a:lnTo>
                      <a:lnTo>
                        <a:pt x="42" y="52"/>
                      </a:lnTo>
                      <a:lnTo>
                        <a:pt x="38" y="52"/>
                      </a:lnTo>
                      <a:lnTo>
                        <a:pt x="38" y="52"/>
                      </a:lnTo>
                      <a:lnTo>
                        <a:pt x="34" y="52"/>
                      </a:lnTo>
                      <a:lnTo>
                        <a:pt x="34" y="52"/>
                      </a:lnTo>
                      <a:lnTo>
                        <a:pt x="34" y="52"/>
                      </a:lnTo>
                      <a:lnTo>
                        <a:pt x="34" y="52"/>
                      </a:lnTo>
                      <a:lnTo>
                        <a:pt x="34" y="52"/>
                      </a:lnTo>
                      <a:lnTo>
                        <a:pt x="34" y="52"/>
                      </a:lnTo>
                      <a:lnTo>
                        <a:pt x="34" y="52"/>
                      </a:lnTo>
                      <a:lnTo>
                        <a:pt x="30" y="52"/>
                      </a:lnTo>
                      <a:lnTo>
                        <a:pt x="30" y="52"/>
                      </a:lnTo>
                      <a:lnTo>
                        <a:pt x="30" y="52"/>
                      </a:lnTo>
                      <a:lnTo>
                        <a:pt x="30" y="54"/>
                      </a:lnTo>
                      <a:lnTo>
                        <a:pt x="30" y="54"/>
                      </a:lnTo>
                      <a:lnTo>
                        <a:pt x="30" y="54"/>
                      </a:lnTo>
                      <a:lnTo>
                        <a:pt x="30" y="54"/>
                      </a:lnTo>
                      <a:lnTo>
                        <a:pt x="30" y="54"/>
                      </a:lnTo>
                      <a:lnTo>
                        <a:pt x="26" y="54"/>
                      </a:lnTo>
                      <a:lnTo>
                        <a:pt x="22" y="54"/>
                      </a:lnTo>
                      <a:lnTo>
                        <a:pt x="22" y="54"/>
                      </a:lnTo>
                      <a:lnTo>
                        <a:pt x="14" y="54"/>
                      </a:lnTo>
                      <a:lnTo>
                        <a:pt x="14" y="54"/>
                      </a:lnTo>
                      <a:lnTo>
                        <a:pt x="14" y="52"/>
                      </a:lnTo>
                      <a:lnTo>
                        <a:pt x="14" y="52"/>
                      </a:lnTo>
                      <a:lnTo>
                        <a:pt x="14" y="52"/>
                      </a:lnTo>
                      <a:lnTo>
                        <a:pt x="14" y="52"/>
                      </a:lnTo>
                      <a:lnTo>
                        <a:pt x="14" y="52"/>
                      </a:lnTo>
                      <a:lnTo>
                        <a:pt x="14" y="52"/>
                      </a:lnTo>
                      <a:lnTo>
                        <a:pt x="14" y="52"/>
                      </a:lnTo>
                      <a:lnTo>
                        <a:pt x="14" y="52"/>
                      </a:lnTo>
                      <a:lnTo>
                        <a:pt x="14" y="48"/>
                      </a:lnTo>
                      <a:lnTo>
                        <a:pt x="14" y="52"/>
                      </a:lnTo>
                      <a:lnTo>
                        <a:pt x="14" y="52"/>
                      </a:lnTo>
                      <a:lnTo>
                        <a:pt x="12" y="52"/>
                      </a:lnTo>
                      <a:lnTo>
                        <a:pt x="12" y="52"/>
                      </a:lnTo>
                      <a:lnTo>
                        <a:pt x="12" y="48"/>
                      </a:lnTo>
                      <a:lnTo>
                        <a:pt x="14" y="48"/>
                      </a:lnTo>
                      <a:lnTo>
                        <a:pt x="14" y="48"/>
                      </a:lnTo>
                      <a:lnTo>
                        <a:pt x="14" y="48"/>
                      </a:lnTo>
                      <a:lnTo>
                        <a:pt x="14" y="48"/>
                      </a:lnTo>
                      <a:lnTo>
                        <a:pt x="14" y="48"/>
                      </a:lnTo>
                      <a:lnTo>
                        <a:pt x="14" y="48"/>
                      </a:lnTo>
                      <a:lnTo>
                        <a:pt x="14" y="48"/>
                      </a:lnTo>
                      <a:lnTo>
                        <a:pt x="14" y="48"/>
                      </a:lnTo>
                      <a:lnTo>
                        <a:pt x="18" y="44"/>
                      </a:lnTo>
                      <a:lnTo>
                        <a:pt x="18" y="44"/>
                      </a:lnTo>
                      <a:lnTo>
                        <a:pt x="18" y="44"/>
                      </a:lnTo>
                      <a:lnTo>
                        <a:pt x="18" y="44"/>
                      </a:lnTo>
                      <a:lnTo>
                        <a:pt x="18" y="44"/>
                      </a:lnTo>
                      <a:lnTo>
                        <a:pt x="14" y="44"/>
                      </a:lnTo>
                      <a:lnTo>
                        <a:pt x="14" y="48"/>
                      </a:lnTo>
                      <a:lnTo>
                        <a:pt x="14" y="48"/>
                      </a:lnTo>
                      <a:lnTo>
                        <a:pt x="14" y="48"/>
                      </a:lnTo>
                      <a:lnTo>
                        <a:pt x="14" y="48"/>
                      </a:lnTo>
                      <a:lnTo>
                        <a:pt x="12" y="48"/>
                      </a:lnTo>
                      <a:lnTo>
                        <a:pt x="12" y="48"/>
                      </a:lnTo>
                      <a:lnTo>
                        <a:pt x="12" y="44"/>
                      </a:lnTo>
                      <a:lnTo>
                        <a:pt x="12" y="44"/>
                      </a:lnTo>
                      <a:lnTo>
                        <a:pt x="12" y="44"/>
                      </a:lnTo>
                      <a:lnTo>
                        <a:pt x="12" y="44"/>
                      </a:lnTo>
                      <a:lnTo>
                        <a:pt x="12" y="40"/>
                      </a:lnTo>
                      <a:lnTo>
                        <a:pt x="12" y="40"/>
                      </a:lnTo>
                      <a:lnTo>
                        <a:pt x="8" y="40"/>
                      </a:lnTo>
                      <a:lnTo>
                        <a:pt x="8" y="40"/>
                      </a:lnTo>
                      <a:lnTo>
                        <a:pt x="8" y="40"/>
                      </a:lnTo>
                      <a:lnTo>
                        <a:pt x="8" y="40"/>
                      </a:lnTo>
                      <a:lnTo>
                        <a:pt x="8" y="40"/>
                      </a:lnTo>
                      <a:lnTo>
                        <a:pt x="8" y="36"/>
                      </a:lnTo>
                      <a:lnTo>
                        <a:pt x="8" y="36"/>
                      </a:lnTo>
                      <a:lnTo>
                        <a:pt x="8" y="36"/>
                      </a:lnTo>
                      <a:lnTo>
                        <a:pt x="8" y="36"/>
                      </a:lnTo>
                      <a:lnTo>
                        <a:pt x="8" y="36"/>
                      </a:lnTo>
                      <a:lnTo>
                        <a:pt x="4" y="36"/>
                      </a:lnTo>
                      <a:lnTo>
                        <a:pt x="4" y="36"/>
                      </a:lnTo>
                      <a:lnTo>
                        <a:pt x="4" y="36"/>
                      </a:lnTo>
                      <a:lnTo>
                        <a:pt x="4" y="36"/>
                      </a:lnTo>
                      <a:lnTo>
                        <a:pt x="4" y="36"/>
                      </a:lnTo>
                      <a:lnTo>
                        <a:pt x="4" y="36"/>
                      </a:lnTo>
                      <a:lnTo>
                        <a:pt x="0" y="36"/>
                      </a:lnTo>
                      <a:lnTo>
                        <a:pt x="4" y="32"/>
                      </a:lnTo>
                      <a:lnTo>
                        <a:pt x="4" y="32"/>
                      </a:lnTo>
                      <a:lnTo>
                        <a:pt x="4" y="32"/>
                      </a:lnTo>
                      <a:lnTo>
                        <a:pt x="4" y="32"/>
                      </a:lnTo>
                      <a:lnTo>
                        <a:pt x="8" y="32"/>
                      </a:lnTo>
                      <a:lnTo>
                        <a:pt x="8" y="32"/>
                      </a:lnTo>
                      <a:lnTo>
                        <a:pt x="8" y="32"/>
                      </a:lnTo>
                      <a:lnTo>
                        <a:pt x="8" y="32"/>
                      </a:lnTo>
                      <a:lnTo>
                        <a:pt x="8" y="32"/>
                      </a:lnTo>
                      <a:lnTo>
                        <a:pt x="12" y="28"/>
                      </a:lnTo>
                      <a:lnTo>
                        <a:pt x="12" y="26"/>
                      </a:lnTo>
                      <a:lnTo>
                        <a:pt x="12" y="26"/>
                      </a:lnTo>
                      <a:lnTo>
                        <a:pt x="12" y="26"/>
                      </a:lnTo>
                      <a:lnTo>
                        <a:pt x="12" y="22"/>
                      </a:lnTo>
                      <a:lnTo>
                        <a:pt x="12" y="22"/>
                      </a:lnTo>
                      <a:lnTo>
                        <a:pt x="14" y="22"/>
                      </a:lnTo>
                      <a:lnTo>
                        <a:pt x="14" y="22"/>
                      </a:lnTo>
                      <a:lnTo>
                        <a:pt x="14" y="22"/>
                      </a:lnTo>
                      <a:lnTo>
                        <a:pt x="14" y="22"/>
                      </a:lnTo>
                      <a:lnTo>
                        <a:pt x="14" y="18"/>
                      </a:lnTo>
                      <a:lnTo>
                        <a:pt x="14" y="18"/>
                      </a:lnTo>
                      <a:lnTo>
                        <a:pt x="14" y="18"/>
                      </a:lnTo>
                      <a:lnTo>
                        <a:pt x="14" y="18"/>
                      </a:lnTo>
                      <a:lnTo>
                        <a:pt x="14" y="14"/>
                      </a:lnTo>
                      <a:lnTo>
                        <a:pt x="14" y="10"/>
                      </a:lnTo>
                      <a:lnTo>
                        <a:pt x="14" y="10"/>
                      </a:lnTo>
                      <a:lnTo>
                        <a:pt x="18" y="10"/>
                      </a:lnTo>
                      <a:lnTo>
                        <a:pt x="18" y="6"/>
                      </a:lnTo>
                      <a:lnTo>
                        <a:pt x="18" y="6"/>
                      </a:lnTo>
                      <a:lnTo>
                        <a:pt x="18" y="6"/>
                      </a:lnTo>
                      <a:lnTo>
                        <a:pt x="18" y="6"/>
                      </a:lnTo>
                      <a:lnTo>
                        <a:pt x="18" y="2"/>
                      </a:lnTo>
                      <a:lnTo>
                        <a:pt x="18" y="2"/>
                      </a:lnTo>
                      <a:lnTo>
                        <a:pt x="22" y="2"/>
                      </a:lnTo>
                      <a:lnTo>
                        <a:pt x="22" y="2"/>
                      </a:lnTo>
                      <a:lnTo>
                        <a:pt x="22" y="2"/>
                      </a:lnTo>
                      <a:lnTo>
                        <a:pt x="22" y="2"/>
                      </a:lnTo>
                      <a:lnTo>
                        <a:pt x="22" y="2"/>
                      </a:lnTo>
                      <a:lnTo>
                        <a:pt x="26" y="2"/>
                      </a:lnTo>
                      <a:lnTo>
                        <a:pt x="26" y="2"/>
                      </a:lnTo>
                      <a:lnTo>
                        <a:pt x="26" y="2"/>
                      </a:lnTo>
                      <a:lnTo>
                        <a:pt x="26" y="2"/>
                      </a:lnTo>
                      <a:lnTo>
                        <a:pt x="26" y="2"/>
                      </a:lnTo>
                      <a:lnTo>
                        <a:pt x="30" y="2"/>
                      </a:lnTo>
                      <a:lnTo>
                        <a:pt x="30" y="2"/>
                      </a:lnTo>
                      <a:lnTo>
                        <a:pt x="30" y="2"/>
                      </a:lnTo>
                      <a:lnTo>
                        <a:pt x="30" y="2"/>
                      </a:lnTo>
                      <a:lnTo>
                        <a:pt x="34" y="2"/>
                      </a:lnTo>
                      <a:lnTo>
                        <a:pt x="34" y="2"/>
                      </a:lnTo>
                      <a:lnTo>
                        <a:pt x="38" y="2"/>
                      </a:lnTo>
                      <a:lnTo>
                        <a:pt x="38" y="2"/>
                      </a:lnTo>
                      <a:lnTo>
                        <a:pt x="38" y="2"/>
                      </a:lnTo>
                      <a:lnTo>
                        <a:pt x="38" y="0"/>
                      </a:lnTo>
                      <a:lnTo>
                        <a:pt x="38" y="2"/>
                      </a:lnTo>
                      <a:lnTo>
                        <a:pt x="38" y="2"/>
                      </a:lnTo>
                      <a:lnTo>
                        <a:pt x="38" y="2"/>
                      </a:lnTo>
                      <a:lnTo>
                        <a:pt x="38" y="2"/>
                      </a:lnTo>
                      <a:lnTo>
                        <a:pt x="42" y="2"/>
                      </a:lnTo>
                      <a:lnTo>
                        <a:pt x="42" y="2"/>
                      </a:lnTo>
                      <a:lnTo>
                        <a:pt x="42" y="2"/>
                      </a:lnTo>
                      <a:lnTo>
                        <a:pt x="44" y="2"/>
                      </a:lnTo>
                      <a:lnTo>
                        <a:pt x="44" y="2"/>
                      </a:lnTo>
                      <a:lnTo>
                        <a:pt x="44" y="2"/>
                      </a:lnTo>
                      <a:lnTo>
                        <a:pt x="48" y="2"/>
                      </a:lnTo>
                      <a:lnTo>
                        <a:pt x="48" y="2"/>
                      </a:lnTo>
                      <a:lnTo>
                        <a:pt x="52" y="6"/>
                      </a:lnTo>
                      <a:lnTo>
                        <a:pt x="52" y="6"/>
                      </a:lnTo>
                      <a:lnTo>
                        <a:pt x="52" y="10"/>
                      </a:lnTo>
                      <a:lnTo>
                        <a:pt x="56" y="10"/>
                      </a:lnTo>
                      <a:lnTo>
                        <a:pt x="56" y="10"/>
                      </a:lnTo>
                      <a:lnTo>
                        <a:pt x="56" y="10"/>
                      </a:lnTo>
                      <a:lnTo>
                        <a:pt x="56" y="10"/>
                      </a:lnTo>
                      <a:lnTo>
                        <a:pt x="56" y="10"/>
                      </a:lnTo>
                      <a:lnTo>
                        <a:pt x="56" y="10"/>
                      </a:lnTo>
                      <a:lnTo>
                        <a:pt x="56" y="10"/>
                      </a:lnTo>
                      <a:lnTo>
                        <a:pt x="60" y="10"/>
                      </a:lnTo>
                      <a:lnTo>
                        <a:pt x="60" y="10"/>
                      </a:lnTo>
                      <a:lnTo>
                        <a:pt x="60" y="14"/>
                      </a:lnTo>
                      <a:lnTo>
                        <a:pt x="64" y="18"/>
                      </a:lnTo>
                      <a:lnTo>
                        <a:pt x="64" y="18"/>
                      </a:lnTo>
                      <a:lnTo>
                        <a:pt x="64" y="22"/>
                      </a:lnTo>
                      <a:lnTo>
                        <a:pt x="64" y="22"/>
                      </a:lnTo>
                      <a:lnTo>
                        <a:pt x="64" y="22"/>
                      </a:lnTo>
                      <a:lnTo>
                        <a:pt x="68" y="22"/>
                      </a:lnTo>
                      <a:lnTo>
                        <a:pt x="68" y="26"/>
                      </a:lnTo>
                      <a:lnTo>
                        <a:pt x="68" y="26"/>
                      </a:lnTo>
                      <a:lnTo>
                        <a:pt x="68" y="26"/>
                      </a:lnTo>
                      <a:lnTo>
                        <a:pt x="68" y="26"/>
                      </a:lnTo>
                      <a:lnTo>
                        <a:pt x="68" y="26"/>
                      </a:lnTo>
                      <a:lnTo>
                        <a:pt x="68" y="26"/>
                      </a:lnTo>
                      <a:lnTo>
                        <a:pt x="68" y="26"/>
                      </a:lnTo>
                      <a:lnTo>
                        <a:pt x="68" y="26"/>
                      </a:lnTo>
                      <a:lnTo>
                        <a:pt x="68" y="26"/>
                      </a:lnTo>
                      <a:lnTo>
                        <a:pt x="68" y="28"/>
                      </a:lnTo>
                      <a:lnTo>
                        <a:pt x="70" y="28"/>
                      </a:lnTo>
                      <a:lnTo>
                        <a:pt x="70" y="28"/>
                      </a:lnTo>
                      <a:lnTo>
                        <a:pt x="70" y="28"/>
                      </a:lnTo>
                      <a:lnTo>
                        <a:pt x="70" y="28"/>
                      </a:lnTo>
                      <a:lnTo>
                        <a:pt x="74" y="28"/>
                      </a:lnTo>
                      <a:lnTo>
                        <a:pt x="74" y="32"/>
                      </a:lnTo>
                      <a:lnTo>
                        <a:pt x="74" y="32"/>
                      </a:lnTo>
                      <a:lnTo>
                        <a:pt x="74" y="32"/>
                      </a:lnTo>
                      <a:lnTo>
                        <a:pt x="74" y="32"/>
                      </a:lnTo>
                      <a:lnTo>
                        <a:pt x="78" y="32"/>
                      </a:lnTo>
                      <a:lnTo>
                        <a:pt x="78" y="36"/>
                      </a:lnTo>
                      <a:lnTo>
                        <a:pt x="78" y="36"/>
                      </a:lnTo>
                      <a:lnTo>
                        <a:pt x="78" y="40"/>
                      </a:lnTo>
                      <a:lnTo>
                        <a:pt x="78" y="40"/>
                      </a:lnTo>
                      <a:lnTo>
                        <a:pt x="78" y="40"/>
                      </a:lnTo>
                      <a:lnTo>
                        <a:pt x="78" y="40"/>
                      </a:lnTo>
                      <a:lnTo>
                        <a:pt x="78" y="44"/>
                      </a:lnTo>
                      <a:lnTo>
                        <a:pt x="82" y="44"/>
                      </a:lnTo>
                      <a:lnTo>
                        <a:pt x="82" y="44"/>
                      </a:lnTo>
                      <a:lnTo>
                        <a:pt x="78" y="48"/>
                      </a:lnTo>
                      <a:lnTo>
                        <a:pt x="78" y="48"/>
                      </a:lnTo>
                      <a:lnTo>
                        <a:pt x="78" y="48"/>
                      </a:lnTo>
                      <a:lnTo>
                        <a:pt x="82" y="48"/>
                      </a:lnTo>
                      <a:lnTo>
                        <a:pt x="82" y="48"/>
                      </a:lnTo>
                      <a:lnTo>
                        <a:pt x="82" y="48"/>
                      </a:lnTo>
                      <a:lnTo>
                        <a:pt x="82" y="52"/>
                      </a:lnTo>
                      <a:lnTo>
                        <a:pt x="82" y="52"/>
                      </a:lnTo>
                      <a:lnTo>
                        <a:pt x="82" y="52"/>
                      </a:lnTo>
                      <a:lnTo>
                        <a:pt x="82" y="52"/>
                      </a:lnTo>
                      <a:lnTo>
                        <a:pt x="82" y="52"/>
                      </a:lnTo>
                      <a:lnTo>
                        <a:pt x="82" y="52"/>
                      </a:lnTo>
                      <a:lnTo>
                        <a:pt x="78" y="52"/>
                      </a:lnTo>
                      <a:lnTo>
                        <a:pt x="78" y="52"/>
                      </a:lnTo>
                      <a:lnTo>
                        <a:pt x="78" y="52"/>
                      </a:lnTo>
                      <a:lnTo>
                        <a:pt x="78" y="54"/>
                      </a:lnTo>
                      <a:lnTo>
                        <a:pt x="78" y="54"/>
                      </a:lnTo>
                      <a:lnTo>
                        <a:pt x="78" y="54"/>
                      </a:lnTo>
                      <a:lnTo>
                        <a:pt x="82" y="54"/>
                      </a:lnTo>
                      <a:lnTo>
                        <a:pt x="82" y="58"/>
                      </a:lnTo>
                      <a:lnTo>
                        <a:pt x="82" y="58"/>
                      </a:lnTo>
                      <a:lnTo>
                        <a:pt x="82" y="58"/>
                      </a:lnTo>
                      <a:lnTo>
                        <a:pt x="82" y="58"/>
                      </a:lnTo>
                      <a:lnTo>
                        <a:pt x="82" y="58"/>
                      </a:lnTo>
                      <a:lnTo>
                        <a:pt x="86" y="58"/>
                      </a:lnTo>
                      <a:lnTo>
                        <a:pt x="86" y="58"/>
                      </a:lnTo>
                      <a:lnTo>
                        <a:pt x="86" y="58"/>
                      </a:lnTo>
                      <a:lnTo>
                        <a:pt x="86" y="58"/>
                      </a:lnTo>
                      <a:lnTo>
                        <a:pt x="86" y="62"/>
                      </a:lnTo>
                      <a:lnTo>
                        <a:pt x="86" y="62"/>
                      </a:lnTo>
                      <a:lnTo>
                        <a:pt x="86" y="62"/>
                      </a:lnTo>
                      <a:lnTo>
                        <a:pt x="86" y="62"/>
                      </a:lnTo>
                      <a:lnTo>
                        <a:pt x="90" y="62"/>
                      </a:lnTo>
                      <a:lnTo>
                        <a:pt x="90" y="66"/>
                      </a:lnTo>
                      <a:lnTo>
                        <a:pt x="90" y="66"/>
                      </a:lnTo>
                      <a:lnTo>
                        <a:pt x="90" y="66"/>
                      </a:lnTo>
                      <a:lnTo>
                        <a:pt x="90" y="70"/>
                      </a:lnTo>
                      <a:lnTo>
                        <a:pt x="90" y="74"/>
                      </a:lnTo>
                      <a:lnTo>
                        <a:pt x="90" y="74"/>
                      </a:lnTo>
                      <a:lnTo>
                        <a:pt x="90" y="74"/>
                      </a:lnTo>
                      <a:lnTo>
                        <a:pt x="90" y="74"/>
                      </a:lnTo>
                      <a:lnTo>
                        <a:pt x="90" y="74"/>
                      </a:lnTo>
                      <a:lnTo>
                        <a:pt x="90" y="74"/>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177" name="Freeform 166">
                  <a:extLst>
                    <a:ext uri="{FF2B5EF4-FFF2-40B4-BE49-F238E27FC236}">
                      <a16:creationId xmlns:a16="http://schemas.microsoft.com/office/drawing/2014/main" id="{6B88ED88-C903-382D-206D-3C5E000381FA}"/>
                    </a:ext>
                  </a:extLst>
                </p:cNvPr>
                <p:cNvSpPr>
                  <a:spLocks noEditPoints="1"/>
                </p:cNvSpPr>
                <p:nvPr/>
              </p:nvSpPr>
              <p:spPr bwMode="gray">
                <a:xfrm>
                  <a:off x="5933955" y="4651874"/>
                  <a:ext cx="233061" cy="149576"/>
                </a:xfrm>
                <a:custGeom>
                  <a:avLst/>
                  <a:gdLst>
                    <a:gd name="T0" fmla="*/ 4 w 134"/>
                    <a:gd name="T1" fmla="*/ 86 h 86"/>
                    <a:gd name="T2" fmla="*/ 4 w 134"/>
                    <a:gd name="T3" fmla="*/ 86 h 86"/>
                    <a:gd name="T4" fmla="*/ 0 w 134"/>
                    <a:gd name="T5" fmla="*/ 86 h 86"/>
                    <a:gd name="T6" fmla="*/ 0 w 134"/>
                    <a:gd name="T7" fmla="*/ 86 h 86"/>
                    <a:gd name="T8" fmla="*/ 0 w 134"/>
                    <a:gd name="T9" fmla="*/ 86 h 86"/>
                    <a:gd name="T10" fmla="*/ 0 w 134"/>
                    <a:gd name="T11" fmla="*/ 86 h 86"/>
                    <a:gd name="T12" fmla="*/ 0 w 134"/>
                    <a:gd name="T13" fmla="*/ 86 h 86"/>
                    <a:gd name="T14" fmla="*/ 0 w 134"/>
                    <a:gd name="T15" fmla="*/ 86 h 86"/>
                    <a:gd name="T16" fmla="*/ 0 w 134"/>
                    <a:gd name="T17" fmla="*/ 86 h 86"/>
                    <a:gd name="T18" fmla="*/ 4 w 134"/>
                    <a:gd name="T19" fmla="*/ 86 h 86"/>
                    <a:gd name="T20" fmla="*/ 4 w 134"/>
                    <a:gd name="T21" fmla="*/ 86 h 86"/>
                    <a:gd name="T22" fmla="*/ 4 w 134"/>
                    <a:gd name="T23" fmla="*/ 86 h 86"/>
                    <a:gd name="T24" fmla="*/ 4 w 134"/>
                    <a:gd name="T25" fmla="*/ 86 h 86"/>
                    <a:gd name="T26" fmla="*/ 4 w 134"/>
                    <a:gd name="T27" fmla="*/ 82 h 86"/>
                    <a:gd name="T28" fmla="*/ 4 w 134"/>
                    <a:gd name="T29" fmla="*/ 82 h 86"/>
                    <a:gd name="T30" fmla="*/ 4 w 134"/>
                    <a:gd name="T31" fmla="*/ 82 h 86"/>
                    <a:gd name="T32" fmla="*/ 8 w 134"/>
                    <a:gd name="T33" fmla="*/ 82 h 86"/>
                    <a:gd name="T34" fmla="*/ 8 w 134"/>
                    <a:gd name="T35" fmla="*/ 86 h 86"/>
                    <a:gd name="T36" fmla="*/ 8 w 134"/>
                    <a:gd name="T37" fmla="*/ 86 h 86"/>
                    <a:gd name="T38" fmla="*/ 4 w 134"/>
                    <a:gd name="T39" fmla="*/ 86 h 86"/>
                    <a:gd name="T40" fmla="*/ 4 w 134"/>
                    <a:gd name="T41" fmla="*/ 86 h 86"/>
                    <a:gd name="T42" fmla="*/ 4 w 134"/>
                    <a:gd name="T43" fmla="*/ 86 h 86"/>
                    <a:gd name="T44" fmla="*/ 4 w 134"/>
                    <a:gd name="T45" fmla="*/ 86 h 86"/>
                    <a:gd name="T46" fmla="*/ 4 w 134"/>
                    <a:gd name="T47" fmla="*/ 86 h 86"/>
                    <a:gd name="T48" fmla="*/ 4 w 134"/>
                    <a:gd name="T49" fmla="*/ 86 h 86"/>
                    <a:gd name="T50" fmla="*/ 4 w 134"/>
                    <a:gd name="T51" fmla="*/ 86 h 86"/>
                    <a:gd name="T52" fmla="*/ 4 w 134"/>
                    <a:gd name="T53" fmla="*/ 86 h 86"/>
                    <a:gd name="T54" fmla="*/ 4 w 134"/>
                    <a:gd name="T55" fmla="*/ 86 h 86"/>
                    <a:gd name="T56" fmla="*/ 4 w 134"/>
                    <a:gd name="T57" fmla="*/ 86 h 86"/>
                    <a:gd name="T58" fmla="*/ 4 w 134"/>
                    <a:gd name="T59" fmla="*/ 86 h 86"/>
                    <a:gd name="T60" fmla="*/ 134 w 134"/>
                    <a:gd name="T61" fmla="*/ 4 h 86"/>
                    <a:gd name="T62" fmla="*/ 134 w 134"/>
                    <a:gd name="T63" fmla="*/ 4 h 86"/>
                    <a:gd name="T64" fmla="*/ 134 w 134"/>
                    <a:gd name="T65" fmla="*/ 4 h 86"/>
                    <a:gd name="T66" fmla="*/ 134 w 134"/>
                    <a:gd name="T67" fmla="*/ 4 h 86"/>
                    <a:gd name="T68" fmla="*/ 130 w 134"/>
                    <a:gd name="T69" fmla="*/ 4 h 86"/>
                    <a:gd name="T70" fmla="*/ 130 w 134"/>
                    <a:gd name="T71" fmla="*/ 0 h 86"/>
                    <a:gd name="T72" fmla="*/ 130 w 134"/>
                    <a:gd name="T73" fmla="*/ 0 h 86"/>
                    <a:gd name="T74" fmla="*/ 134 w 134"/>
                    <a:gd name="T75" fmla="*/ 0 h 86"/>
                    <a:gd name="T76" fmla="*/ 134 w 134"/>
                    <a:gd name="T77" fmla="*/ 4 h 86"/>
                    <a:gd name="T78" fmla="*/ 134 w 134"/>
                    <a:gd name="T79" fmla="*/ 4 h 86"/>
                    <a:gd name="T80" fmla="*/ 134 w 134"/>
                    <a:gd name="T81" fmla="*/ 4 h 86"/>
                    <a:gd name="T82" fmla="*/ 134 w 134"/>
                    <a:gd name="T83" fmla="*/ 4 h 86"/>
                    <a:gd name="T84" fmla="*/ 134 w 134"/>
                    <a:gd name="T85" fmla="*/ 4 h 86"/>
                    <a:gd name="T86" fmla="*/ 134 w 134"/>
                    <a:gd name="T87" fmla="*/ 4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34" h="86">
                      <a:moveTo>
                        <a:pt x="4" y="86"/>
                      </a:moveTo>
                      <a:lnTo>
                        <a:pt x="4" y="86"/>
                      </a:lnTo>
                      <a:lnTo>
                        <a:pt x="0" y="86"/>
                      </a:lnTo>
                      <a:lnTo>
                        <a:pt x="0" y="86"/>
                      </a:lnTo>
                      <a:lnTo>
                        <a:pt x="0" y="86"/>
                      </a:lnTo>
                      <a:lnTo>
                        <a:pt x="0" y="86"/>
                      </a:lnTo>
                      <a:lnTo>
                        <a:pt x="0" y="86"/>
                      </a:lnTo>
                      <a:lnTo>
                        <a:pt x="0" y="86"/>
                      </a:lnTo>
                      <a:lnTo>
                        <a:pt x="0" y="86"/>
                      </a:lnTo>
                      <a:lnTo>
                        <a:pt x="4" y="86"/>
                      </a:lnTo>
                      <a:lnTo>
                        <a:pt x="4" y="86"/>
                      </a:lnTo>
                      <a:lnTo>
                        <a:pt x="4" y="86"/>
                      </a:lnTo>
                      <a:lnTo>
                        <a:pt x="4" y="86"/>
                      </a:lnTo>
                      <a:lnTo>
                        <a:pt x="4" y="82"/>
                      </a:lnTo>
                      <a:lnTo>
                        <a:pt x="4" y="82"/>
                      </a:lnTo>
                      <a:lnTo>
                        <a:pt x="4" y="82"/>
                      </a:lnTo>
                      <a:lnTo>
                        <a:pt x="8" y="82"/>
                      </a:lnTo>
                      <a:lnTo>
                        <a:pt x="8" y="86"/>
                      </a:lnTo>
                      <a:lnTo>
                        <a:pt x="8" y="86"/>
                      </a:lnTo>
                      <a:lnTo>
                        <a:pt x="4" y="86"/>
                      </a:lnTo>
                      <a:lnTo>
                        <a:pt x="4" y="86"/>
                      </a:lnTo>
                      <a:lnTo>
                        <a:pt x="4" y="86"/>
                      </a:lnTo>
                      <a:lnTo>
                        <a:pt x="4" y="86"/>
                      </a:lnTo>
                      <a:lnTo>
                        <a:pt x="4" y="86"/>
                      </a:lnTo>
                      <a:lnTo>
                        <a:pt x="4" y="86"/>
                      </a:lnTo>
                      <a:lnTo>
                        <a:pt x="4" y="86"/>
                      </a:lnTo>
                      <a:lnTo>
                        <a:pt x="4" y="86"/>
                      </a:lnTo>
                      <a:lnTo>
                        <a:pt x="4" y="86"/>
                      </a:lnTo>
                      <a:lnTo>
                        <a:pt x="4" y="86"/>
                      </a:lnTo>
                      <a:lnTo>
                        <a:pt x="4" y="86"/>
                      </a:lnTo>
                      <a:close/>
                      <a:moveTo>
                        <a:pt x="134" y="4"/>
                      </a:moveTo>
                      <a:lnTo>
                        <a:pt x="134" y="4"/>
                      </a:lnTo>
                      <a:lnTo>
                        <a:pt x="134" y="4"/>
                      </a:lnTo>
                      <a:lnTo>
                        <a:pt x="134" y="4"/>
                      </a:lnTo>
                      <a:lnTo>
                        <a:pt x="130" y="4"/>
                      </a:lnTo>
                      <a:lnTo>
                        <a:pt x="130" y="0"/>
                      </a:lnTo>
                      <a:lnTo>
                        <a:pt x="130" y="0"/>
                      </a:lnTo>
                      <a:lnTo>
                        <a:pt x="134" y="0"/>
                      </a:lnTo>
                      <a:lnTo>
                        <a:pt x="134" y="4"/>
                      </a:lnTo>
                      <a:lnTo>
                        <a:pt x="134" y="4"/>
                      </a:lnTo>
                      <a:lnTo>
                        <a:pt x="134" y="4"/>
                      </a:lnTo>
                      <a:lnTo>
                        <a:pt x="134" y="4"/>
                      </a:lnTo>
                      <a:lnTo>
                        <a:pt x="134" y="4"/>
                      </a:lnTo>
                      <a:lnTo>
                        <a:pt x="134" y="4"/>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178" name="Freeform 167">
                  <a:extLst>
                    <a:ext uri="{FF2B5EF4-FFF2-40B4-BE49-F238E27FC236}">
                      <a16:creationId xmlns:a16="http://schemas.microsoft.com/office/drawing/2014/main" id="{DFEECF80-47C2-6EE5-7C95-E9BF650817E0}"/>
                    </a:ext>
                  </a:extLst>
                </p:cNvPr>
                <p:cNvSpPr>
                  <a:spLocks noEditPoints="1"/>
                </p:cNvSpPr>
                <p:nvPr/>
              </p:nvSpPr>
              <p:spPr bwMode="gray">
                <a:xfrm>
                  <a:off x="4476451" y="4224016"/>
                  <a:ext cx="69571" cy="93920"/>
                </a:xfrm>
                <a:custGeom>
                  <a:avLst/>
                  <a:gdLst>
                    <a:gd name="T0" fmla="*/ 22 w 40"/>
                    <a:gd name="T1" fmla="*/ 50 h 54"/>
                    <a:gd name="T2" fmla="*/ 18 w 40"/>
                    <a:gd name="T3" fmla="*/ 50 h 54"/>
                    <a:gd name="T4" fmla="*/ 10 w 40"/>
                    <a:gd name="T5" fmla="*/ 46 h 54"/>
                    <a:gd name="T6" fmla="*/ 10 w 40"/>
                    <a:gd name="T7" fmla="*/ 42 h 54"/>
                    <a:gd name="T8" fmla="*/ 10 w 40"/>
                    <a:gd name="T9" fmla="*/ 42 h 54"/>
                    <a:gd name="T10" fmla="*/ 14 w 40"/>
                    <a:gd name="T11" fmla="*/ 42 h 54"/>
                    <a:gd name="T12" fmla="*/ 10 w 40"/>
                    <a:gd name="T13" fmla="*/ 42 h 54"/>
                    <a:gd name="T14" fmla="*/ 6 w 40"/>
                    <a:gd name="T15" fmla="*/ 38 h 54"/>
                    <a:gd name="T16" fmla="*/ 4 w 40"/>
                    <a:gd name="T17" fmla="*/ 34 h 54"/>
                    <a:gd name="T18" fmla="*/ 4 w 40"/>
                    <a:gd name="T19" fmla="*/ 30 h 54"/>
                    <a:gd name="T20" fmla="*/ 4 w 40"/>
                    <a:gd name="T21" fmla="*/ 30 h 54"/>
                    <a:gd name="T22" fmla="*/ 0 w 40"/>
                    <a:gd name="T23" fmla="*/ 26 h 54"/>
                    <a:gd name="T24" fmla="*/ 0 w 40"/>
                    <a:gd name="T25" fmla="*/ 26 h 54"/>
                    <a:gd name="T26" fmla="*/ 0 w 40"/>
                    <a:gd name="T27" fmla="*/ 26 h 54"/>
                    <a:gd name="T28" fmla="*/ 4 w 40"/>
                    <a:gd name="T29" fmla="*/ 22 h 54"/>
                    <a:gd name="T30" fmla="*/ 4 w 40"/>
                    <a:gd name="T31" fmla="*/ 22 h 54"/>
                    <a:gd name="T32" fmla="*/ 0 w 40"/>
                    <a:gd name="T33" fmla="*/ 22 h 54"/>
                    <a:gd name="T34" fmla="*/ 0 w 40"/>
                    <a:gd name="T35" fmla="*/ 20 h 54"/>
                    <a:gd name="T36" fmla="*/ 0 w 40"/>
                    <a:gd name="T37" fmla="*/ 16 h 54"/>
                    <a:gd name="T38" fmla="*/ 0 w 40"/>
                    <a:gd name="T39" fmla="*/ 16 h 54"/>
                    <a:gd name="T40" fmla="*/ 0 w 40"/>
                    <a:gd name="T41" fmla="*/ 16 h 54"/>
                    <a:gd name="T42" fmla="*/ 4 w 40"/>
                    <a:gd name="T43" fmla="*/ 12 h 54"/>
                    <a:gd name="T44" fmla="*/ 4 w 40"/>
                    <a:gd name="T45" fmla="*/ 12 h 54"/>
                    <a:gd name="T46" fmla="*/ 6 w 40"/>
                    <a:gd name="T47" fmla="*/ 8 h 54"/>
                    <a:gd name="T48" fmla="*/ 6 w 40"/>
                    <a:gd name="T49" fmla="*/ 4 h 54"/>
                    <a:gd name="T50" fmla="*/ 14 w 40"/>
                    <a:gd name="T51" fmla="*/ 0 h 54"/>
                    <a:gd name="T52" fmla="*/ 14 w 40"/>
                    <a:gd name="T53" fmla="*/ 0 h 54"/>
                    <a:gd name="T54" fmla="*/ 22 w 40"/>
                    <a:gd name="T55" fmla="*/ 0 h 54"/>
                    <a:gd name="T56" fmla="*/ 26 w 40"/>
                    <a:gd name="T57" fmla="*/ 0 h 54"/>
                    <a:gd name="T58" fmla="*/ 30 w 40"/>
                    <a:gd name="T59" fmla="*/ 4 h 54"/>
                    <a:gd name="T60" fmla="*/ 34 w 40"/>
                    <a:gd name="T61" fmla="*/ 8 h 54"/>
                    <a:gd name="T62" fmla="*/ 36 w 40"/>
                    <a:gd name="T63" fmla="*/ 12 h 54"/>
                    <a:gd name="T64" fmla="*/ 34 w 40"/>
                    <a:gd name="T65" fmla="*/ 16 h 54"/>
                    <a:gd name="T66" fmla="*/ 36 w 40"/>
                    <a:gd name="T67" fmla="*/ 16 h 54"/>
                    <a:gd name="T68" fmla="*/ 36 w 40"/>
                    <a:gd name="T69" fmla="*/ 20 h 54"/>
                    <a:gd name="T70" fmla="*/ 36 w 40"/>
                    <a:gd name="T71" fmla="*/ 22 h 54"/>
                    <a:gd name="T72" fmla="*/ 36 w 40"/>
                    <a:gd name="T73" fmla="*/ 26 h 54"/>
                    <a:gd name="T74" fmla="*/ 40 w 40"/>
                    <a:gd name="T75" fmla="*/ 26 h 54"/>
                    <a:gd name="T76" fmla="*/ 40 w 40"/>
                    <a:gd name="T77" fmla="*/ 30 h 54"/>
                    <a:gd name="T78" fmla="*/ 36 w 40"/>
                    <a:gd name="T79" fmla="*/ 30 h 54"/>
                    <a:gd name="T80" fmla="*/ 36 w 40"/>
                    <a:gd name="T81" fmla="*/ 34 h 54"/>
                    <a:gd name="T82" fmla="*/ 34 w 40"/>
                    <a:gd name="T83" fmla="*/ 38 h 54"/>
                    <a:gd name="T84" fmla="*/ 34 w 40"/>
                    <a:gd name="T85" fmla="*/ 42 h 54"/>
                    <a:gd name="T86" fmla="*/ 30 w 40"/>
                    <a:gd name="T87" fmla="*/ 46 h 54"/>
                    <a:gd name="T88" fmla="*/ 30 w 40"/>
                    <a:gd name="T89" fmla="*/ 46 h 54"/>
                    <a:gd name="T90" fmla="*/ 26 w 40"/>
                    <a:gd name="T91" fmla="*/ 50 h 54"/>
                    <a:gd name="T92" fmla="*/ 26 w 40"/>
                    <a:gd name="T93" fmla="*/ 54 h 54"/>
                    <a:gd name="T94" fmla="*/ 22 w 40"/>
                    <a:gd name="T95" fmla="*/ 54 h 54"/>
                    <a:gd name="T96" fmla="*/ 6 w 40"/>
                    <a:gd name="T97" fmla="*/ 38 h 54"/>
                    <a:gd name="T98" fmla="*/ 10 w 40"/>
                    <a:gd name="T99" fmla="*/ 42 h 54"/>
                    <a:gd name="T100" fmla="*/ 6 w 40"/>
                    <a:gd name="T101" fmla="*/ 42 h 54"/>
                    <a:gd name="T102" fmla="*/ 6 w 40"/>
                    <a:gd name="T103" fmla="*/ 42 h 54"/>
                    <a:gd name="T104" fmla="*/ 6 w 40"/>
                    <a:gd name="T105" fmla="*/ 42 h 54"/>
                    <a:gd name="T106" fmla="*/ 4 w 40"/>
                    <a:gd name="T107" fmla="*/ 4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0" h="54">
                      <a:moveTo>
                        <a:pt x="22" y="54"/>
                      </a:moveTo>
                      <a:lnTo>
                        <a:pt x="22" y="54"/>
                      </a:lnTo>
                      <a:lnTo>
                        <a:pt x="22" y="54"/>
                      </a:lnTo>
                      <a:lnTo>
                        <a:pt x="22" y="50"/>
                      </a:lnTo>
                      <a:lnTo>
                        <a:pt x="22" y="50"/>
                      </a:lnTo>
                      <a:lnTo>
                        <a:pt x="18" y="50"/>
                      </a:lnTo>
                      <a:lnTo>
                        <a:pt x="18" y="50"/>
                      </a:lnTo>
                      <a:lnTo>
                        <a:pt x="18" y="50"/>
                      </a:lnTo>
                      <a:lnTo>
                        <a:pt x="18" y="50"/>
                      </a:lnTo>
                      <a:lnTo>
                        <a:pt x="10" y="46"/>
                      </a:lnTo>
                      <a:lnTo>
                        <a:pt x="10" y="46"/>
                      </a:lnTo>
                      <a:lnTo>
                        <a:pt x="10" y="46"/>
                      </a:lnTo>
                      <a:lnTo>
                        <a:pt x="10" y="46"/>
                      </a:lnTo>
                      <a:lnTo>
                        <a:pt x="10" y="46"/>
                      </a:lnTo>
                      <a:lnTo>
                        <a:pt x="10" y="42"/>
                      </a:lnTo>
                      <a:lnTo>
                        <a:pt x="10" y="42"/>
                      </a:lnTo>
                      <a:lnTo>
                        <a:pt x="10" y="42"/>
                      </a:lnTo>
                      <a:lnTo>
                        <a:pt x="10" y="42"/>
                      </a:lnTo>
                      <a:lnTo>
                        <a:pt x="10" y="42"/>
                      </a:lnTo>
                      <a:lnTo>
                        <a:pt x="10" y="42"/>
                      </a:lnTo>
                      <a:lnTo>
                        <a:pt x="14" y="42"/>
                      </a:lnTo>
                      <a:lnTo>
                        <a:pt x="14" y="42"/>
                      </a:lnTo>
                      <a:lnTo>
                        <a:pt x="14" y="42"/>
                      </a:lnTo>
                      <a:lnTo>
                        <a:pt x="14" y="42"/>
                      </a:lnTo>
                      <a:lnTo>
                        <a:pt x="10" y="42"/>
                      </a:lnTo>
                      <a:lnTo>
                        <a:pt x="10" y="42"/>
                      </a:lnTo>
                      <a:lnTo>
                        <a:pt x="10" y="42"/>
                      </a:lnTo>
                      <a:lnTo>
                        <a:pt x="10" y="42"/>
                      </a:lnTo>
                      <a:lnTo>
                        <a:pt x="10" y="42"/>
                      </a:lnTo>
                      <a:lnTo>
                        <a:pt x="6" y="38"/>
                      </a:lnTo>
                      <a:lnTo>
                        <a:pt x="6" y="38"/>
                      </a:lnTo>
                      <a:lnTo>
                        <a:pt x="6" y="38"/>
                      </a:lnTo>
                      <a:lnTo>
                        <a:pt x="6" y="38"/>
                      </a:lnTo>
                      <a:lnTo>
                        <a:pt x="4" y="38"/>
                      </a:lnTo>
                      <a:lnTo>
                        <a:pt x="4" y="34"/>
                      </a:lnTo>
                      <a:lnTo>
                        <a:pt x="4" y="34"/>
                      </a:lnTo>
                      <a:lnTo>
                        <a:pt x="4" y="34"/>
                      </a:lnTo>
                      <a:lnTo>
                        <a:pt x="4" y="30"/>
                      </a:lnTo>
                      <a:lnTo>
                        <a:pt x="4" y="30"/>
                      </a:lnTo>
                      <a:lnTo>
                        <a:pt x="4" y="30"/>
                      </a:lnTo>
                      <a:lnTo>
                        <a:pt x="4" y="30"/>
                      </a:lnTo>
                      <a:lnTo>
                        <a:pt x="4" y="30"/>
                      </a:lnTo>
                      <a:lnTo>
                        <a:pt x="4" y="30"/>
                      </a:lnTo>
                      <a:lnTo>
                        <a:pt x="4" y="30"/>
                      </a:lnTo>
                      <a:lnTo>
                        <a:pt x="0" y="30"/>
                      </a:lnTo>
                      <a:lnTo>
                        <a:pt x="0" y="30"/>
                      </a:lnTo>
                      <a:lnTo>
                        <a:pt x="0" y="26"/>
                      </a:lnTo>
                      <a:lnTo>
                        <a:pt x="0" y="26"/>
                      </a:lnTo>
                      <a:lnTo>
                        <a:pt x="0" y="26"/>
                      </a:lnTo>
                      <a:lnTo>
                        <a:pt x="0" y="26"/>
                      </a:lnTo>
                      <a:lnTo>
                        <a:pt x="0" y="26"/>
                      </a:lnTo>
                      <a:lnTo>
                        <a:pt x="0" y="26"/>
                      </a:lnTo>
                      <a:lnTo>
                        <a:pt x="0" y="26"/>
                      </a:lnTo>
                      <a:lnTo>
                        <a:pt x="4" y="26"/>
                      </a:lnTo>
                      <a:lnTo>
                        <a:pt x="4" y="26"/>
                      </a:lnTo>
                      <a:lnTo>
                        <a:pt x="0" y="26"/>
                      </a:lnTo>
                      <a:lnTo>
                        <a:pt x="0" y="26"/>
                      </a:lnTo>
                      <a:lnTo>
                        <a:pt x="0" y="26"/>
                      </a:lnTo>
                      <a:lnTo>
                        <a:pt x="0" y="26"/>
                      </a:lnTo>
                      <a:lnTo>
                        <a:pt x="4" y="22"/>
                      </a:lnTo>
                      <a:lnTo>
                        <a:pt x="4" y="22"/>
                      </a:lnTo>
                      <a:lnTo>
                        <a:pt x="4" y="22"/>
                      </a:lnTo>
                      <a:lnTo>
                        <a:pt x="4" y="22"/>
                      </a:lnTo>
                      <a:lnTo>
                        <a:pt x="4" y="22"/>
                      </a:lnTo>
                      <a:lnTo>
                        <a:pt x="4" y="22"/>
                      </a:lnTo>
                      <a:lnTo>
                        <a:pt x="0" y="22"/>
                      </a:lnTo>
                      <a:lnTo>
                        <a:pt x="0" y="22"/>
                      </a:lnTo>
                      <a:lnTo>
                        <a:pt x="0" y="22"/>
                      </a:lnTo>
                      <a:lnTo>
                        <a:pt x="0" y="22"/>
                      </a:lnTo>
                      <a:lnTo>
                        <a:pt x="0" y="22"/>
                      </a:lnTo>
                      <a:lnTo>
                        <a:pt x="0" y="20"/>
                      </a:lnTo>
                      <a:lnTo>
                        <a:pt x="0" y="20"/>
                      </a:lnTo>
                      <a:lnTo>
                        <a:pt x="0" y="20"/>
                      </a:lnTo>
                      <a:lnTo>
                        <a:pt x="0" y="20"/>
                      </a:lnTo>
                      <a:lnTo>
                        <a:pt x="0" y="20"/>
                      </a:lnTo>
                      <a:lnTo>
                        <a:pt x="0" y="16"/>
                      </a:lnTo>
                      <a:lnTo>
                        <a:pt x="0" y="16"/>
                      </a:lnTo>
                      <a:lnTo>
                        <a:pt x="0" y="16"/>
                      </a:lnTo>
                      <a:lnTo>
                        <a:pt x="0" y="16"/>
                      </a:lnTo>
                      <a:lnTo>
                        <a:pt x="0" y="16"/>
                      </a:lnTo>
                      <a:lnTo>
                        <a:pt x="0" y="16"/>
                      </a:lnTo>
                      <a:lnTo>
                        <a:pt x="0" y="16"/>
                      </a:lnTo>
                      <a:lnTo>
                        <a:pt x="0" y="16"/>
                      </a:lnTo>
                      <a:lnTo>
                        <a:pt x="0" y="16"/>
                      </a:lnTo>
                      <a:lnTo>
                        <a:pt x="0" y="16"/>
                      </a:lnTo>
                      <a:lnTo>
                        <a:pt x="4" y="16"/>
                      </a:lnTo>
                      <a:lnTo>
                        <a:pt x="4" y="16"/>
                      </a:lnTo>
                      <a:lnTo>
                        <a:pt x="4" y="12"/>
                      </a:lnTo>
                      <a:lnTo>
                        <a:pt x="4" y="12"/>
                      </a:lnTo>
                      <a:lnTo>
                        <a:pt x="4" y="12"/>
                      </a:lnTo>
                      <a:lnTo>
                        <a:pt x="4" y="12"/>
                      </a:lnTo>
                      <a:lnTo>
                        <a:pt x="4" y="12"/>
                      </a:lnTo>
                      <a:lnTo>
                        <a:pt x="4" y="12"/>
                      </a:lnTo>
                      <a:lnTo>
                        <a:pt x="4" y="12"/>
                      </a:lnTo>
                      <a:lnTo>
                        <a:pt x="6" y="8"/>
                      </a:lnTo>
                      <a:lnTo>
                        <a:pt x="6" y="8"/>
                      </a:lnTo>
                      <a:lnTo>
                        <a:pt x="6" y="8"/>
                      </a:lnTo>
                      <a:lnTo>
                        <a:pt x="6" y="4"/>
                      </a:lnTo>
                      <a:lnTo>
                        <a:pt x="6" y="4"/>
                      </a:lnTo>
                      <a:lnTo>
                        <a:pt x="6" y="4"/>
                      </a:lnTo>
                      <a:lnTo>
                        <a:pt x="10" y="0"/>
                      </a:lnTo>
                      <a:lnTo>
                        <a:pt x="10" y="0"/>
                      </a:lnTo>
                      <a:lnTo>
                        <a:pt x="14" y="0"/>
                      </a:lnTo>
                      <a:lnTo>
                        <a:pt x="14" y="0"/>
                      </a:lnTo>
                      <a:lnTo>
                        <a:pt x="14" y="0"/>
                      </a:lnTo>
                      <a:lnTo>
                        <a:pt x="14" y="0"/>
                      </a:lnTo>
                      <a:lnTo>
                        <a:pt x="14" y="0"/>
                      </a:lnTo>
                      <a:lnTo>
                        <a:pt x="14" y="0"/>
                      </a:lnTo>
                      <a:lnTo>
                        <a:pt x="18" y="0"/>
                      </a:lnTo>
                      <a:lnTo>
                        <a:pt x="18" y="0"/>
                      </a:lnTo>
                      <a:lnTo>
                        <a:pt x="18" y="0"/>
                      </a:lnTo>
                      <a:lnTo>
                        <a:pt x="22" y="0"/>
                      </a:lnTo>
                      <a:lnTo>
                        <a:pt x="22" y="0"/>
                      </a:lnTo>
                      <a:lnTo>
                        <a:pt x="22" y="0"/>
                      </a:lnTo>
                      <a:lnTo>
                        <a:pt x="26" y="0"/>
                      </a:lnTo>
                      <a:lnTo>
                        <a:pt x="26" y="0"/>
                      </a:lnTo>
                      <a:lnTo>
                        <a:pt x="30" y="0"/>
                      </a:lnTo>
                      <a:lnTo>
                        <a:pt x="30" y="0"/>
                      </a:lnTo>
                      <a:lnTo>
                        <a:pt x="30" y="0"/>
                      </a:lnTo>
                      <a:lnTo>
                        <a:pt x="30" y="4"/>
                      </a:lnTo>
                      <a:lnTo>
                        <a:pt x="30" y="4"/>
                      </a:lnTo>
                      <a:lnTo>
                        <a:pt x="30" y="4"/>
                      </a:lnTo>
                      <a:lnTo>
                        <a:pt x="34" y="4"/>
                      </a:lnTo>
                      <a:lnTo>
                        <a:pt x="34" y="8"/>
                      </a:lnTo>
                      <a:lnTo>
                        <a:pt x="34" y="8"/>
                      </a:lnTo>
                      <a:lnTo>
                        <a:pt x="34" y="12"/>
                      </a:lnTo>
                      <a:lnTo>
                        <a:pt x="36" y="12"/>
                      </a:lnTo>
                      <a:lnTo>
                        <a:pt x="36" y="12"/>
                      </a:lnTo>
                      <a:lnTo>
                        <a:pt x="34" y="12"/>
                      </a:lnTo>
                      <a:lnTo>
                        <a:pt x="34" y="12"/>
                      </a:lnTo>
                      <a:lnTo>
                        <a:pt x="34" y="16"/>
                      </a:lnTo>
                      <a:lnTo>
                        <a:pt x="34" y="16"/>
                      </a:lnTo>
                      <a:lnTo>
                        <a:pt x="34" y="16"/>
                      </a:lnTo>
                      <a:lnTo>
                        <a:pt x="36" y="16"/>
                      </a:lnTo>
                      <a:lnTo>
                        <a:pt x="36" y="16"/>
                      </a:lnTo>
                      <a:lnTo>
                        <a:pt x="36" y="16"/>
                      </a:lnTo>
                      <a:lnTo>
                        <a:pt x="36" y="16"/>
                      </a:lnTo>
                      <a:lnTo>
                        <a:pt x="36" y="16"/>
                      </a:lnTo>
                      <a:lnTo>
                        <a:pt x="36" y="20"/>
                      </a:lnTo>
                      <a:lnTo>
                        <a:pt x="36" y="20"/>
                      </a:lnTo>
                      <a:lnTo>
                        <a:pt x="36" y="20"/>
                      </a:lnTo>
                      <a:lnTo>
                        <a:pt x="36" y="22"/>
                      </a:lnTo>
                      <a:lnTo>
                        <a:pt x="36" y="22"/>
                      </a:lnTo>
                      <a:lnTo>
                        <a:pt x="36" y="22"/>
                      </a:lnTo>
                      <a:lnTo>
                        <a:pt x="34" y="26"/>
                      </a:lnTo>
                      <a:lnTo>
                        <a:pt x="34" y="26"/>
                      </a:lnTo>
                      <a:lnTo>
                        <a:pt x="36" y="26"/>
                      </a:lnTo>
                      <a:lnTo>
                        <a:pt x="36" y="26"/>
                      </a:lnTo>
                      <a:lnTo>
                        <a:pt x="36" y="26"/>
                      </a:lnTo>
                      <a:lnTo>
                        <a:pt x="36" y="26"/>
                      </a:lnTo>
                      <a:lnTo>
                        <a:pt x="36" y="26"/>
                      </a:lnTo>
                      <a:lnTo>
                        <a:pt x="40" y="26"/>
                      </a:lnTo>
                      <a:lnTo>
                        <a:pt x="40" y="22"/>
                      </a:lnTo>
                      <a:lnTo>
                        <a:pt x="40" y="26"/>
                      </a:lnTo>
                      <a:lnTo>
                        <a:pt x="40" y="26"/>
                      </a:lnTo>
                      <a:lnTo>
                        <a:pt x="40" y="30"/>
                      </a:lnTo>
                      <a:lnTo>
                        <a:pt x="40" y="30"/>
                      </a:lnTo>
                      <a:lnTo>
                        <a:pt x="40" y="30"/>
                      </a:lnTo>
                      <a:lnTo>
                        <a:pt x="36" y="30"/>
                      </a:lnTo>
                      <a:lnTo>
                        <a:pt x="36" y="30"/>
                      </a:lnTo>
                      <a:lnTo>
                        <a:pt x="36" y="30"/>
                      </a:lnTo>
                      <a:lnTo>
                        <a:pt x="36" y="30"/>
                      </a:lnTo>
                      <a:lnTo>
                        <a:pt x="36" y="34"/>
                      </a:lnTo>
                      <a:lnTo>
                        <a:pt x="36" y="34"/>
                      </a:lnTo>
                      <a:lnTo>
                        <a:pt x="36" y="38"/>
                      </a:lnTo>
                      <a:lnTo>
                        <a:pt x="36" y="38"/>
                      </a:lnTo>
                      <a:lnTo>
                        <a:pt x="34" y="38"/>
                      </a:lnTo>
                      <a:lnTo>
                        <a:pt x="34" y="38"/>
                      </a:lnTo>
                      <a:lnTo>
                        <a:pt x="34" y="38"/>
                      </a:lnTo>
                      <a:lnTo>
                        <a:pt x="34" y="38"/>
                      </a:lnTo>
                      <a:lnTo>
                        <a:pt x="34" y="42"/>
                      </a:lnTo>
                      <a:lnTo>
                        <a:pt x="34" y="42"/>
                      </a:lnTo>
                      <a:lnTo>
                        <a:pt x="34" y="42"/>
                      </a:lnTo>
                      <a:lnTo>
                        <a:pt x="34" y="42"/>
                      </a:lnTo>
                      <a:lnTo>
                        <a:pt x="34" y="42"/>
                      </a:lnTo>
                      <a:lnTo>
                        <a:pt x="30" y="46"/>
                      </a:lnTo>
                      <a:lnTo>
                        <a:pt x="30" y="46"/>
                      </a:lnTo>
                      <a:lnTo>
                        <a:pt x="30" y="46"/>
                      </a:lnTo>
                      <a:lnTo>
                        <a:pt x="30" y="46"/>
                      </a:lnTo>
                      <a:lnTo>
                        <a:pt x="30" y="46"/>
                      </a:lnTo>
                      <a:lnTo>
                        <a:pt x="26" y="46"/>
                      </a:lnTo>
                      <a:lnTo>
                        <a:pt x="26" y="46"/>
                      </a:lnTo>
                      <a:lnTo>
                        <a:pt x="26" y="46"/>
                      </a:lnTo>
                      <a:lnTo>
                        <a:pt x="26" y="50"/>
                      </a:lnTo>
                      <a:lnTo>
                        <a:pt x="26" y="50"/>
                      </a:lnTo>
                      <a:lnTo>
                        <a:pt x="26" y="50"/>
                      </a:lnTo>
                      <a:lnTo>
                        <a:pt x="26" y="50"/>
                      </a:lnTo>
                      <a:lnTo>
                        <a:pt x="26" y="54"/>
                      </a:lnTo>
                      <a:lnTo>
                        <a:pt x="22" y="54"/>
                      </a:lnTo>
                      <a:lnTo>
                        <a:pt x="22" y="54"/>
                      </a:lnTo>
                      <a:lnTo>
                        <a:pt x="22" y="54"/>
                      </a:lnTo>
                      <a:lnTo>
                        <a:pt x="22" y="54"/>
                      </a:lnTo>
                      <a:close/>
                      <a:moveTo>
                        <a:pt x="4" y="42"/>
                      </a:moveTo>
                      <a:lnTo>
                        <a:pt x="6" y="38"/>
                      </a:lnTo>
                      <a:lnTo>
                        <a:pt x="6" y="38"/>
                      </a:lnTo>
                      <a:lnTo>
                        <a:pt x="6" y="38"/>
                      </a:lnTo>
                      <a:lnTo>
                        <a:pt x="6" y="38"/>
                      </a:lnTo>
                      <a:lnTo>
                        <a:pt x="6" y="38"/>
                      </a:lnTo>
                      <a:lnTo>
                        <a:pt x="6" y="42"/>
                      </a:lnTo>
                      <a:lnTo>
                        <a:pt x="10" y="42"/>
                      </a:lnTo>
                      <a:lnTo>
                        <a:pt x="10" y="42"/>
                      </a:lnTo>
                      <a:lnTo>
                        <a:pt x="6" y="42"/>
                      </a:lnTo>
                      <a:lnTo>
                        <a:pt x="6" y="42"/>
                      </a:lnTo>
                      <a:lnTo>
                        <a:pt x="6" y="42"/>
                      </a:lnTo>
                      <a:lnTo>
                        <a:pt x="6" y="42"/>
                      </a:lnTo>
                      <a:lnTo>
                        <a:pt x="6" y="42"/>
                      </a:lnTo>
                      <a:lnTo>
                        <a:pt x="6" y="42"/>
                      </a:lnTo>
                      <a:lnTo>
                        <a:pt x="6" y="42"/>
                      </a:lnTo>
                      <a:lnTo>
                        <a:pt x="6" y="42"/>
                      </a:lnTo>
                      <a:lnTo>
                        <a:pt x="6" y="42"/>
                      </a:lnTo>
                      <a:lnTo>
                        <a:pt x="6" y="42"/>
                      </a:lnTo>
                      <a:lnTo>
                        <a:pt x="6" y="42"/>
                      </a:lnTo>
                      <a:lnTo>
                        <a:pt x="4" y="42"/>
                      </a:lnTo>
                      <a:lnTo>
                        <a:pt x="4" y="42"/>
                      </a:lnTo>
                      <a:lnTo>
                        <a:pt x="4" y="42"/>
                      </a:lnTo>
                      <a:lnTo>
                        <a:pt x="4" y="42"/>
                      </a:lnTo>
                      <a:lnTo>
                        <a:pt x="4" y="42"/>
                      </a:lnTo>
                      <a:lnTo>
                        <a:pt x="4" y="42"/>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179" name="Freeform 168">
                  <a:extLst>
                    <a:ext uri="{FF2B5EF4-FFF2-40B4-BE49-F238E27FC236}">
                      <a16:creationId xmlns:a16="http://schemas.microsoft.com/office/drawing/2014/main" id="{70EF516E-FF12-4579-D659-93186820BFD4}"/>
                    </a:ext>
                  </a:extLst>
                </p:cNvPr>
                <p:cNvSpPr>
                  <a:spLocks/>
                </p:cNvSpPr>
                <p:nvPr/>
              </p:nvSpPr>
              <p:spPr bwMode="gray">
                <a:xfrm>
                  <a:off x="5812206" y="4157926"/>
                  <a:ext cx="250454" cy="410463"/>
                </a:xfrm>
                <a:custGeom>
                  <a:avLst/>
                  <a:gdLst>
                    <a:gd name="T0" fmla="*/ 78 w 144"/>
                    <a:gd name="T1" fmla="*/ 24 h 236"/>
                    <a:gd name="T2" fmla="*/ 92 w 144"/>
                    <a:gd name="T3" fmla="*/ 16 h 236"/>
                    <a:gd name="T4" fmla="*/ 108 w 144"/>
                    <a:gd name="T5" fmla="*/ 12 h 236"/>
                    <a:gd name="T6" fmla="*/ 118 w 144"/>
                    <a:gd name="T7" fmla="*/ 12 h 236"/>
                    <a:gd name="T8" fmla="*/ 134 w 144"/>
                    <a:gd name="T9" fmla="*/ 8 h 236"/>
                    <a:gd name="T10" fmla="*/ 140 w 144"/>
                    <a:gd name="T11" fmla="*/ 4 h 236"/>
                    <a:gd name="T12" fmla="*/ 140 w 144"/>
                    <a:gd name="T13" fmla="*/ 16 h 236"/>
                    <a:gd name="T14" fmla="*/ 140 w 144"/>
                    <a:gd name="T15" fmla="*/ 30 h 236"/>
                    <a:gd name="T16" fmla="*/ 140 w 144"/>
                    <a:gd name="T17" fmla="*/ 30 h 236"/>
                    <a:gd name="T18" fmla="*/ 136 w 144"/>
                    <a:gd name="T19" fmla="*/ 46 h 236"/>
                    <a:gd name="T20" fmla="*/ 130 w 144"/>
                    <a:gd name="T21" fmla="*/ 58 h 236"/>
                    <a:gd name="T22" fmla="*/ 126 w 144"/>
                    <a:gd name="T23" fmla="*/ 68 h 236"/>
                    <a:gd name="T24" fmla="*/ 122 w 144"/>
                    <a:gd name="T25" fmla="*/ 80 h 236"/>
                    <a:gd name="T26" fmla="*/ 114 w 144"/>
                    <a:gd name="T27" fmla="*/ 88 h 236"/>
                    <a:gd name="T28" fmla="*/ 110 w 144"/>
                    <a:gd name="T29" fmla="*/ 102 h 236"/>
                    <a:gd name="T30" fmla="*/ 104 w 144"/>
                    <a:gd name="T31" fmla="*/ 120 h 236"/>
                    <a:gd name="T32" fmla="*/ 96 w 144"/>
                    <a:gd name="T33" fmla="*/ 128 h 236"/>
                    <a:gd name="T34" fmla="*/ 88 w 144"/>
                    <a:gd name="T35" fmla="*/ 140 h 236"/>
                    <a:gd name="T36" fmla="*/ 82 w 144"/>
                    <a:gd name="T37" fmla="*/ 150 h 236"/>
                    <a:gd name="T38" fmla="*/ 74 w 144"/>
                    <a:gd name="T39" fmla="*/ 162 h 236"/>
                    <a:gd name="T40" fmla="*/ 62 w 144"/>
                    <a:gd name="T41" fmla="*/ 170 h 236"/>
                    <a:gd name="T42" fmla="*/ 56 w 144"/>
                    <a:gd name="T43" fmla="*/ 176 h 236"/>
                    <a:gd name="T44" fmla="*/ 44 w 144"/>
                    <a:gd name="T45" fmla="*/ 188 h 236"/>
                    <a:gd name="T46" fmla="*/ 36 w 144"/>
                    <a:gd name="T47" fmla="*/ 196 h 236"/>
                    <a:gd name="T48" fmla="*/ 26 w 144"/>
                    <a:gd name="T49" fmla="*/ 206 h 236"/>
                    <a:gd name="T50" fmla="*/ 18 w 144"/>
                    <a:gd name="T51" fmla="*/ 214 h 236"/>
                    <a:gd name="T52" fmla="*/ 10 w 144"/>
                    <a:gd name="T53" fmla="*/ 226 h 236"/>
                    <a:gd name="T54" fmla="*/ 6 w 144"/>
                    <a:gd name="T55" fmla="*/ 236 h 236"/>
                    <a:gd name="T56" fmla="*/ 0 w 144"/>
                    <a:gd name="T57" fmla="*/ 206 h 236"/>
                    <a:gd name="T58" fmla="*/ 4 w 144"/>
                    <a:gd name="T59" fmla="*/ 154 h 236"/>
                    <a:gd name="T60" fmla="*/ 14 w 144"/>
                    <a:gd name="T61" fmla="*/ 136 h 236"/>
                    <a:gd name="T62" fmla="*/ 26 w 144"/>
                    <a:gd name="T63" fmla="*/ 132 h 236"/>
                    <a:gd name="T64" fmla="*/ 32 w 144"/>
                    <a:gd name="T65" fmla="*/ 124 h 236"/>
                    <a:gd name="T66" fmla="*/ 48 w 144"/>
                    <a:gd name="T67" fmla="*/ 124 h 236"/>
                    <a:gd name="T68" fmla="*/ 62 w 144"/>
                    <a:gd name="T69" fmla="*/ 114 h 236"/>
                    <a:gd name="T70" fmla="*/ 70 w 144"/>
                    <a:gd name="T71" fmla="*/ 102 h 236"/>
                    <a:gd name="T72" fmla="*/ 92 w 144"/>
                    <a:gd name="T73" fmla="*/ 76 h 236"/>
                    <a:gd name="T74" fmla="*/ 82 w 144"/>
                    <a:gd name="T75" fmla="*/ 72 h 236"/>
                    <a:gd name="T76" fmla="*/ 70 w 144"/>
                    <a:gd name="T77" fmla="*/ 64 h 236"/>
                    <a:gd name="T78" fmla="*/ 48 w 144"/>
                    <a:gd name="T79" fmla="*/ 58 h 236"/>
                    <a:gd name="T80" fmla="*/ 32 w 144"/>
                    <a:gd name="T81" fmla="*/ 46 h 236"/>
                    <a:gd name="T82" fmla="*/ 26 w 144"/>
                    <a:gd name="T83" fmla="*/ 34 h 236"/>
                    <a:gd name="T84" fmla="*/ 26 w 144"/>
                    <a:gd name="T85" fmla="*/ 24 h 236"/>
                    <a:gd name="T86" fmla="*/ 30 w 144"/>
                    <a:gd name="T87" fmla="*/ 12 h 236"/>
                    <a:gd name="T88" fmla="*/ 36 w 144"/>
                    <a:gd name="T89" fmla="*/ 24 h 236"/>
                    <a:gd name="T90" fmla="*/ 48 w 144"/>
                    <a:gd name="T91" fmla="*/ 30 h 236"/>
                    <a:gd name="T92" fmla="*/ 56 w 144"/>
                    <a:gd name="T93" fmla="*/ 28 h 236"/>
                    <a:gd name="T94" fmla="*/ 62 w 144"/>
                    <a:gd name="T95" fmla="*/ 24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44" h="236">
                      <a:moveTo>
                        <a:pt x="66" y="24"/>
                      </a:moveTo>
                      <a:lnTo>
                        <a:pt x="70" y="24"/>
                      </a:lnTo>
                      <a:lnTo>
                        <a:pt x="74" y="24"/>
                      </a:lnTo>
                      <a:lnTo>
                        <a:pt x="78" y="24"/>
                      </a:lnTo>
                      <a:lnTo>
                        <a:pt x="82" y="20"/>
                      </a:lnTo>
                      <a:lnTo>
                        <a:pt x="84" y="20"/>
                      </a:lnTo>
                      <a:lnTo>
                        <a:pt x="88" y="16"/>
                      </a:lnTo>
                      <a:lnTo>
                        <a:pt x="92" y="16"/>
                      </a:lnTo>
                      <a:lnTo>
                        <a:pt x="96" y="16"/>
                      </a:lnTo>
                      <a:lnTo>
                        <a:pt x="100" y="16"/>
                      </a:lnTo>
                      <a:lnTo>
                        <a:pt x="104" y="12"/>
                      </a:lnTo>
                      <a:lnTo>
                        <a:pt x="108" y="12"/>
                      </a:lnTo>
                      <a:lnTo>
                        <a:pt x="108" y="16"/>
                      </a:lnTo>
                      <a:lnTo>
                        <a:pt x="110" y="16"/>
                      </a:lnTo>
                      <a:lnTo>
                        <a:pt x="114" y="16"/>
                      </a:lnTo>
                      <a:lnTo>
                        <a:pt x="118" y="12"/>
                      </a:lnTo>
                      <a:lnTo>
                        <a:pt x="122" y="12"/>
                      </a:lnTo>
                      <a:lnTo>
                        <a:pt x="126" y="12"/>
                      </a:lnTo>
                      <a:lnTo>
                        <a:pt x="130" y="8"/>
                      </a:lnTo>
                      <a:lnTo>
                        <a:pt x="134" y="8"/>
                      </a:lnTo>
                      <a:lnTo>
                        <a:pt x="134" y="4"/>
                      </a:lnTo>
                      <a:lnTo>
                        <a:pt x="136" y="0"/>
                      </a:lnTo>
                      <a:lnTo>
                        <a:pt x="136" y="4"/>
                      </a:lnTo>
                      <a:lnTo>
                        <a:pt x="140" y="4"/>
                      </a:lnTo>
                      <a:lnTo>
                        <a:pt x="144" y="4"/>
                      </a:lnTo>
                      <a:lnTo>
                        <a:pt x="140" y="8"/>
                      </a:lnTo>
                      <a:lnTo>
                        <a:pt x="140" y="12"/>
                      </a:lnTo>
                      <a:lnTo>
                        <a:pt x="140" y="16"/>
                      </a:lnTo>
                      <a:lnTo>
                        <a:pt x="140" y="20"/>
                      </a:lnTo>
                      <a:lnTo>
                        <a:pt x="140" y="24"/>
                      </a:lnTo>
                      <a:lnTo>
                        <a:pt x="140" y="28"/>
                      </a:lnTo>
                      <a:lnTo>
                        <a:pt x="140" y="30"/>
                      </a:lnTo>
                      <a:lnTo>
                        <a:pt x="140" y="28"/>
                      </a:lnTo>
                      <a:lnTo>
                        <a:pt x="144" y="28"/>
                      </a:lnTo>
                      <a:lnTo>
                        <a:pt x="144" y="30"/>
                      </a:lnTo>
                      <a:lnTo>
                        <a:pt x="140" y="30"/>
                      </a:lnTo>
                      <a:lnTo>
                        <a:pt x="136" y="30"/>
                      </a:lnTo>
                      <a:lnTo>
                        <a:pt x="136" y="34"/>
                      </a:lnTo>
                      <a:lnTo>
                        <a:pt x="136" y="42"/>
                      </a:lnTo>
                      <a:lnTo>
                        <a:pt x="136" y="46"/>
                      </a:lnTo>
                      <a:lnTo>
                        <a:pt x="136" y="50"/>
                      </a:lnTo>
                      <a:lnTo>
                        <a:pt x="134" y="50"/>
                      </a:lnTo>
                      <a:lnTo>
                        <a:pt x="134" y="54"/>
                      </a:lnTo>
                      <a:lnTo>
                        <a:pt x="130" y="58"/>
                      </a:lnTo>
                      <a:lnTo>
                        <a:pt x="130" y="60"/>
                      </a:lnTo>
                      <a:lnTo>
                        <a:pt x="130" y="64"/>
                      </a:lnTo>
                      <a:lnTo>
                        <a:pt x="126" y="64"/>
                      </a:lnTo>
                      <a:lnTo>
                        <a:pt x="126" y="68"/>
                      </a:lnTo>
                      <a:lnTo>
                        <a:pt x="126" y="72"/>
                      </a:lnTo>
                      <a:lnTo>
                        <a:pt x="122" y="72"/>
                      </a:lnTo>
                      <a:lnTo>
                        <a:pt x="122" y="76"/>
                      </a:lnTo>
                      <a:lnTo>
                        <a:pt x="122" y="80"/>
                      </a:lnTo>
                      <a:lnTo>
                        <a:pt x="118" y="80"/>
                      </a:lnTo>
                      <a:lnTo>
                        <a:pt x="118" y="84"/>
                      </a:lnTo>
                      <a:lnTo>
                        <a:pt x="118" y="88"/>
                      </a:lnTo>
                      <a:lnTo>
                        <a:pt x="114" y="88"/>
                      </a:lnTo>
                      <a:lnTo>
                        <a:pt x="114" y="90"/>
                      </a:lnTo>
                      <a:lnTo>
                        <a:pt x="114" y="94"/>
                      </a:lnTo>
                      <a:lnTo>
                        <a:pt x="110" y="98"/>
                      </a:lnTo>
                      <a:lnTo>
                        <a:pt x="110" y="102"/>
                      </a:lnTo>
                      <a:lnTo>
                        <a:pt x="108" y="110"/>
                      </a:lnTo>
                      <a:lnTo>
                        <a:pt x="108" y="114"/>
                      </a:lnTo>
                      <a:lnTo>
                        <a:pt x="104" y="118"/>
                      </a:lnTo>
                      <a:lnTo>
                        <a:pt x="104" y="120"/>
                      </a:lnTo>
                      <a:lnTo>
                        <a:pt x="100" y="120"/>
                      </a:lnTo>
                      <a:lnTo>
                        <a:pt x="100" y="124"/>
                      </a:lnTo>
                      <a:lnTo>
                        <a:pt x="100" y="128"/>
                      </a:lnTo>
                      <a:lnTo>
                        <a:pt x="96" y="128"/>
                      </a:lnTo>
                      <a:lnTo>
                        <a:pt x="96" y="132"/>
                      </a:lnTo>
                      <a:lnTo>
                        <a:pt x="92" y="136"/>
                      </a:lnTo>
                      <a:lnTo>
                        <a:pt x="92" y="140"/>
                      </a:lnTo>
                      <a:lnTo>
                        <a:pt x="88" y="140"/>
                      </a:lnTo>
                      <a:lnTo>
                        <a:pt x="88" y="144"/>
                      </a:lnTo>
                      <a:lnTo>
                        <a:pt x="84" y="146"/>
                      </a:lnTo>
                      <a:lnTo>
                        <a:pt x="84" y="150"/>
                      </a:lnTo>
                      <a:lnTo>
                        <a:pt x="82" y="150"/>
                      </a:lnTo>
                      <a:lnTo>
                        <a:pt x="78" y="154"/>
                      </a:lnTo>
                      <a:lnTo>
                        <a:pt x="78" y="158"/>
                      </a:lnTo>
                      <a:lnTo>
                        <a:pt x="74" y="158"/>
                      </a:lnTo>
                      <a:lnTo>
                        <a:pt x="74" y="162"/>
                      </a:lnTo>
                      <a:lnTo>
                        <a:pt x="70" y="162"/>
                      </a:lnTo>
                      <a:lnTo>
                        <a:pt x="70" y="166"/>
                      </a:lnTo>
                      <a:lnTo>
                        <a:pt x="66" y="170"/>
                      </a:lnTo>
                      <a:lnTo>
                        <a:pt x="62" y="170"/>
                      </a:lnTo>
                      <a:lnTo>
                        <a:pt x="62" y="174"/>
                      </a:lnTo>
                      <a:lnTo>
                        <a:pt x="58" y="174"/>
                      </a:lnTo>
                      <a:lnTo>
                        <a:pt x="58" y="176"/>
                      </a:lnTo>
                      <a:lnTo>
                        <a:pt x="56" y="176"/>
                      </a:lnTo>
                      <a:lnTo>
                        <a:pt x="52" y="176"/>
                      </a:lnTo>
                      <a:lnTo>
                        <a:pt x="48" y="180"/>
                      </a:lnTo>
                      <a:lnTo>
                        <a:pt x="44" y="184"/>
                      </a:lnTo>
                      <a:lnTo>
                        <a:pt x="44" y="188"/>
                      </a:lnTo>
                      <a:lnTo>
                        <a:pt x="40" y="188"/>
                      </a:lnTo>
                      <a:lnTo>
                        <a:pt x="40" y="192"/>
                      </a:lnTo>
                      <a:lnTo>
                        <a:pt x="36" y="192"/>
                      </a:lnTo>
                      <a:lnTo>
                        <a:pt x="36" y="196"/>
                      </a:lnTo>
                      <a:lnTo>
                        <a:pt x="32" y="200"/>
                      </a:lnTo>
                      <a:lnTo>
                        <a:pt x="30" y="200"/>
                      </a:lnTo>
                      <a:lnTo>
                        <a:pt x="30" y="204"/>
                      </a:lnTo>
                      <a:lnTo>
                        <a:pt x="26" y="206"/>
                      </a:lnTo>
                      <a:lnTo>
                        <a:pt x="26" y="210"/>
                      </a:lnTo>
                      <a:lnTo>
                        <a:pt x="22" y="210"/>
                      </a:lnTo>
                      <a:lnTo>
                        <a:pt x="22" y="214"/>
                      </a:lnTo>
                      <a:lnTo>
                        <a:pt x="18" y="214"/>
                      </a:lnTo>
                      <a:lnTo>
                        <a:pt x="18" y="218"/>
                      </a:lnTo>
                      <a:lnTo>
                        <a:pt x="14" y="222"/>
                      </a:lnTo>
                      <a:lnTo>
                        <a:pt x="14" y="226"/>
                      </a:lnTo>
                      <a:lnTo>
                        <a:pt x="10" y="226"/>
                      </a:lnTo>
                      <a:lnTo>
                        <a:pt x="10" y="230"/>
                      </a:lnTo>
                      <a:lnTo>
                        <a:pt x="10" y="234"/>
                      </a:lnTo>
                      <a:lnTo>
                        <a:pt x="6" y="234"/>
                      </a:lnTo>
                      <a:lnTo>
                        <a:pt x="6" y="236"/>
                      </a:lnTo>
                      <a:lnTo>
                        <a:pt x="4" y="234"/>
                      </a:lnTo>
                      <a:lnTo>
                        <a:pt x="0" y="226"/>
                      </a:lnTo>
                      <a:lnTo>
                        <a:pt x="0" y="222"/>
                      </a:lnTo>
                      <a:lnTo>
                        <a:pt x="0" y="206"/>
                      </a:lnTo>
                      <a:lnTo>
                        <a:pt x="0" y="184"/>
                      </a:lnTo>
                      <a:lnTo>
                        <a:pt x="0" y="170"/>
                      </a:lnTo>
                      <a:lnTo>
                        <a:pt x="0" y="162"/>
                      </a:lnTo>
                      <a:lnTo>
                        <a:pt x="4" y="154"/>
                      </a:lnTo>
                      <a:lnTo>
                        <a:pt x="10" y="144"/>
                      </a:lnTo>
                      <a:lnTo>
                        <a:pt x="10" y="140"/>
                      </a:lnTo>
                      <a:lnTo>
                        <a:pt x="14" y="140"/>
                      </a:lnTo>
                      <a:lnTo>
                        <a:pt x="14" y="136"/>
                      </a:lnTo>
                      <a:lnTo>
                        <a:pt x="18" y="136"/>
                      </a:lnTo>
                      <a:lnTo>
                        <a:pt x="22" y="136"/>
                      </a:lnTo>
                      <a:lnTo>
                        <a:pt x="26" y="136"/>
                      </a:lnTo>
                      <a:lnTo>
                        <a:pt x="26" y="132"/>
                      </a:lnTo>
                      <a:lnTo>
                        <a:pt x="26" y="128"/>
                      </a:lnTo>
                      <a:lnTo>
                        <a:pt x="30" y="128"/>
                      </a:lnTo>
                      <a:lnTo>
                        <a:pt x="32" y="128"/>
                      </a:lnTo>
                      <a:lnTo>
                        <a:pt x="32" y="124"/>
                      </a:lnTo>
                      <a:lnTo>
                        <a:pt x="36" y="124"/>
                      </a:lnTo>
                      <a:lnTo>
                        <a:pt x="40" y="124"/>
                      </a:lnTo>
                      <a:lnTo>
                        <a:pt x="44" y="124"/>
                      </a:lnTo>
                      <a:lnTo>
                        <a:pt x="48" y="124"/>
                      </a:lnTo>
                      <a:lnTo>
                        <a:pt x="56" y="124"/>
                      </a:lnTo>
                      <a:lnTo>
                        <a:pt x="56" y="120"/>
                      </a:lnTo>
                      <a:lnTo>
                        <a:pt x="58" y="118"/>
                      </a:lnTo>
                      <a:lnTo>
                        <a:pt x="62" y="114"/>
                      </a:lnTo>
                      <a:lnTo>
                        <a:pt x="62" y="110"/>
                      </a:lnTo>
                      <a:lnTo>
                        <a:pt x="66" y="106"/>
                      </a:lnTo>
                      <a:lnTo>
                        <a:pt x="70" y="106"/>
                      </a:lnTo>
                      <a:lnTo>
                        <a:pt x="70" y="102"/>
                      </a:lnTo>
                      <a:lnTo>
                        <a:pt x="78" y="94"/>
                      </a:lnTo>
                      <a:lnTo>
                        <a:pt x="82" y="88"/>
                      </a:lnTo>
                      <a:lnTo>
                        <a:pt x="88" y="80"/>
                      </a:lnTo>
                      <a:lnTo>
                        <a:pt x="92" y="76"/>
                      </a:lnTo>
                      <a:lnTo>
                        <a:pt x="96" y="72"/>
                      </a:lnTo>
                      <a:lnTo>
                        <a:pt x="92" y="72"/>
                      </a:lnTo>
                      <a:lnTo>
                        <a:pt x="84" y="72"/>
                      </a:lnTo>
                      <a:lnTo>
                        <a:pt x="82" y="72"/>
                      </a:lnTo>
                      <a:lnTo>
                        <a:pt x="82" y="68"/>
                      </a:lnTo>
                      <a:lnTo>
                        <a:pt x="78" y="68"/>
                      </a:lnTo>
                      <a:lnTo>
                        <a:pt x="74" y="68"/>
                      </a:lnTo>
                      <a:lnTo>
                        <a:pt x="70" y="64"/>
                      </a:lnTo>
                      <a:lnTo>
                        <a:pt x="62" y="64"/>
                      </a:lnTo>
                      <a:lnTo>
                        <a:pt x="58" y="60"/>
                      </a:lnTo>
                      <a:lnTo>
                        <a:pt x="56" y="60"/>
                      </a:lnTo>
                      <a:lnTo>
                        <a:pt x="48" y="58"/>
                      </a:lnTo>
                      <a:lnTo>
                        <a:pt x="40" y="54"/>
                      </a:lnTo>
                      <a:lnTo>
                        <a:pt x="36" y="50"/>
                      </a:lnTo>
                      <a:lnTo>
                        <a:pt x="32" y="50"/>
                      </a:lnTo>
                      <a:lnTo>
                        <a:pt x="32" y="46"/>
                      </a:lnTo>
                      <a:lnTo>
                        <a:pt x="30" y="42"/>
                      </a:lnTo>
                      <a:lnTo>
                        <a:pt x="30" y="38"/>
                      </a:lnTo>
                      <a:lnTo>
                        <a:pt x="26" y="38"/>
                      </a:lnTo>
                      <a:lnTo>
                        <a:pt x="26" y="34"/>
                      </a:lnTo>
                      <a:lnTo>
                        <a:pt x="22" y="30"/>
                      </a:lnTo>
                      <a:lnTo>
                        <a:pt x="22" y="28"/>
                      </a:lnTo>
                      <a:lnTo>
                        <a:pt x="22" y="24"/>
                      </a:lnTo>
                      <a:lnTo>
                        <a:pt x="26" y="24"/>
                      </a:lnTo>
                      <a:lnTo>
                        <a:pt x="26" y="20"/>
                      </a:lnTo>
                      <a:lnTo>
                        <a:pt x="26" y="16"/>
                      </a:lnTo>
                      <a:lnTo>
                        <a:pt x="30" y="16"/>
                      </a:lnTo>
                      <a:lnTo>
                        <a:pt x="30" y="12"/>
                      </a:lnTo>
                      <a:lnTo>
                        <a:pt x="32" y="12"/>
                      </a:lnTo>
                      <a:lnTo>
                        <a:pt x="32" y="16"/>
                      </a:lnTo>
                      <a:lnTo>
                        <a:pt x="36" y="20"/>
                      </a:lnTo>
                      <a:lnTo>
                        <a:pt x="36" y="24"/>
                      </a:lnTo>
                      <a:lnTo>
                        <a:pt x="40" y="24"/>
                      </a:lnTo>
                      <a:lnTo>
                        <a:pt x="44" y="28"/>
                      </a:lnTo>
                      <a:lnTo>
                        <a:pt x="44" y="30"/>
                      </a:lnTo>
                      <a:lnTo>
                        <a:pt x="48" y="30"/>
                      </a:lnTo>
                      <a:lnTo>
                        <a:pt x="52" y="28"/>
                      </a:lnTo>
                      <a:lnTo>
                        <a:pt x="52" y="30"/>
                      </a:lnTo>
                      <a:lnTo>
                        <a:pt x="56" y="30"/>
                      </a:lnTo>
                      <a:lnTo>
                        <a:pt x="56" y="28"/>
                      </a:lnTo>
                      <a:lnTo>
                        <a:pt x="58" y="28"/>
                      </a:lnTo>
                      <a:lnTo>
                        <a:pt x="58" y="24"/>
                      </a:lnTo>
                      <a:lnTo>
                        <a:pt x="58" y="28"/>
                      </a:lnTo>
                      <a:lnTo>
                        <a:pt x="62" y="24"/>
                      </a:lnTo>
                      <a:lnTo>
                        <a:pt x="66" y="24"/>
                      </a:lnTo>
                      <a:lnTo>
                        <a:pt x="66" y="24"/>
                      </a:lnTo>
                      <a:lnTo>
                        <a:pt x="66" y="24"/>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180" name="Freeform 169">
                  <a:extLst>
                    <a:ext uri="{FF2B5EF4-FFF2-40B4-BE49-F238E27FC236}">
                      <a16:creationId xmlns:a16="http://schemas.microsoft.com/office/drawing/2014/main" id="{76BB8A0B-51D7-CB95-3C7F-EDF4B9467AD1}"/>
                    </a:ext>
                  </a:extLst>
                </p:cNvPr>
                <p:cNvSpPr>
                  <a:spLocks/>
                </p:cNvSpPr>
                <p:nvPr/>
              </p:nvSpPr>
              <p:spPr bwMode="gray">
                <a:xfrm>
                  <a:off x="5558273" y="5295399"/>
                  <a:ext cx="31307" cy="52178"/>
                </a:xfrm>
                <a:custGeom>
                  <a:avLst/>
                  <a:gdLst>
                    <a:gd name="T0" fmla="*/ 0 w 18"/>
                    <a:gd name="T1" fmla="*/ 18 h 30"/>
                    <a:gd name="T2" fmla="*/ 0 w 18"/>
                    <a:gd name="T3" fmla="*/ 22 h 30"/>
                    <a:gd name="T4" fmla="*/ 0 w 18"/>
                    <a:gd name="T5" fmla="*/ 22 h 30"/>
                    <a:gd name="T6" fmla="*/ 0 w 18"/>
                    <a:gd name="T7" fmla="*/ 18 h 30"/>
                    <a:gd name="T8" fmla="*/ 0 w 18"/>
                    <a:gd name="T9" fmla="*/ 18 h 30"/>
                    <a:gd name="T10" fmla="*/ 0 w 18"/>
                    <a:gd name="T11" fmla="*/ 18 h 30"/>
                    <a:gd name="T12" fmla="*/ 0 w 18"/>
                    <a:gd name="T13" fmla="*/ 18 h 30"/>
                    <a:gd name="T14" fmla="*/ 0 w 18"/>
                    <a:gd name="T15" fmla="*/ 14 h 30"/>
                    <a:gd name="T16" fmla="*/ 0 w 18"/>
                    <a:gd name="T17" fmla="*/ 14 h 30"/>
                    <a:gd name="T18" fmla="*/ 0 w 18"/>
                    <a:gd name="T19" fmla="*/ 14 h 30"/>
                    <a:gd name="T20" fmla="*/ 0 w 18"/>
                    <a:gd name="T21" fmla="*/ 14 h 30"/>
                    <a:gd name="T22" fmla="*/ 0 w 18"/>
                    <a:gd name="T23" fmla="*/ 12 h 30"/>
                    <a:gd name="T24" fmla="*/ 4 w 18"/>
                    <a:gd name="T25" fmla="*/ 12 h 30"/>
                    <a:gd name="T26" fmla="*/ 4 w 18"/>
                    <a:gd name="T27" fmla="*/ 12 h 30"/>
                    <a:gd name="T28" fmla="*/ 4 w 18"/>
                    <a:gd name="T29" fmla="*/ 8 h 30"/>
                    <a:gd name="T30" fmla="*/ 4 w 18"/>
                    <a:gd name="T31" fmla="*/ 8 h 30"/>
                    <a:gd name="T32" fmla="*/ 4 w 18"/>
                    <a:gd name="T33" fmla="*/ 8 h 30"/>
                    <a:gd name="T34" fmla="*/ 4 w 18"/>
                    <a:gd name="T35" fmla="*/ 8 h 30"/>
                    <a:gd name="T36" fmla="*/ 4 w 18"/>
                    <a:gd name="T37" fmla="*/ 8 h 30"/>
                    <a:gd name="T38" fmla="*/ 4 w 18"/>
                    <a:gd name="T39" fmla="*/ 4 h 30"/>
                    <a:gd name="T40" fmla="*/ 6 w 18"/>
                    <a:gd name="T41" fmla="*/ 0 h 30"/>
                    <a:gd name="T42" fmla="*/ 6 w 18"/>
                    <a:gd name="T43" fmla="*/ 0 h 30"/>
                    <a:gd name="T44" fmla="*/ 10 w 18"/>
                    <a:gd name="T45" fmla="*/ 4 h 30"/>
                    <a:gd name="T46" fmla="*/ 10 w 18"/>
                    <a:gd name="T47" fmla="*/ 4 h 30"/>
                    <a:gd name="T48" fmla="*/ 14 w 18"/>
                    <a:gd name="T49" fmla="*/ 4 h 30"/>
                    <a:gd name="T50" fmla="*/ 14 w 18"/>
                    <a:gd name="T51" fmla="*/ 4 h 30"/>
                    <a:gd name="T52" fmla="*/ 14 w 18"/>
                    <a:gd name="T53" fmla="*/ 8 h 30"/>
                    <a:gd name="T54" fmla="*/ 14 w 18"/>
                    <a:gd name="T55" fmla="*/ 4 h 30"/>
                    <a:gd name="T56" fmla="*/ 14 w 18"/>
                    <a:gd name="T57" fmla="*/ 8 h 30"/>
                    <a:gd name="T58" fmla="*/ 18 w 18"/>
                    <a:gd name="T59" fmla="*/ 8 h 30"/>
                    <a:gd name="T60" fmla="*/ 18 w 18"/>
                    <a:gd name="T61" fmla="*/ 8 h 30"/>
                    <a:gd name="T62" fmla="*/ 18 w 18"/>
                    <a:gd name="T63" fmla="*/ 12 h 30"/>
                    <a:gd name="T64" fmla="*/ 18 w 18"/>
                    <a:gd name="T65" fmla="*/ 14 h 30"/>
                    <a:gd name="T66" fmla="*/ 18 w 18"/>
                    <a:gd name="T67" fmla="*/ 14 h 30"/>
                    <a:gd name="T68" fmla="*/ 18 w 18"/>
                    <a:gd name="T69" fmla="*/ 14 h 30"/>
                    <a:gd name="T70" fmla="*/ 18 w 18"/>
                    <a:gd name="T71" fmla="*/ 22 h 30"/>
                    <a:gd name="T72" fmla="*/ 18 w 18"/>
                    <a:gd name="T73" fmla="*/ 22 h 30"/>
                    <a:gd name="T74" fmla="*/ 18 w 18"/>
                    <a:gd name="T75" fmla="*/ 22 h 30"/>
                    <a:gd name="T76" fmla="*/ 14 w 18"/>
                    <a:gd name="T77" fmla="*/ 22 h 30"/>
                    <a:gd name="T78" fmla="*/ 14 w 18"/>
                    <a:gd name="T79" fmla="*/ 26 h 30"/>
                    <a:gd name="T80" fmla="*/ 14 w 18"/>
                    <a:gd name="T81" fmla="*/ 26 h 30"/>
                    <a:gd name="T82" fmla="*/ 14 w 18"/>
                    <a:gd name="T83" fmla="*/ 26 h 30"/>
                    <a:gd name="T84" fmla="*/ 14 w 18"/>
                    <a:gd name="T85" fmla="*/ 30 h 30"/>
                    <a:gd name="T86" fmla="*/ 14 w 18"/>
                    <a:gd name="T87" fmla="*/ 30 h 30"/>
                    <a:gd name="T88" fmla="*/ 14 w 18"/>
                    <a:gd name="T89" fmla="*/ 30 h 30"/>
                    <a:gd name="T90" fmla="*/ 14 w 18"/>
                    <a:gd name="T91" fmla="*/ 30 h 30"/>
                    <a:gd name="T92" fmla="*/ 14 w 18"/>
                    <a:gd name="T93" fmla="*/ 30 h 30"/>
                    <a:gd name="T94" fmla="*/ 14 w 18"/>
                    <a:gd name="T95" fmla="*/ 30 h 30"/>
                    <a:gd name="T96" fmla="*/ 10 w 18"/>
                    <a:gd name="T97" fmla="*/ 30 h 30"/>
                    <a:gd name="T98" fmla="*/ 10 w 18"/>
                    <a:gd name="T99" fmla="*/ 30 h 30"/>
                    <a:gd name="T100" fmla="*/ 6 w 18"/>
                    <a:gd name="T101" fmla="*/ 30 h 30"/>
                    <a:gd name="T102" fmla="*/ 6 w 18"/>
                    <a:gd name="T103" fmla="*/ 30 h 30"/>
                    <a:gd name="T104" fmla="*/ 4 w 18"/>
                    <a:gd name="T105" fmla="*/ 30 h 30"/>
                    <a:gd name="T106" fmla="*/ 4 w 18"/>
                    <a:gd name="T107" fmla="*/ 30 h 30"/>
                    <a:gd name="T108" fmla="*/ 4 w 18"/>
                    <a:gd name="T109" fmla="*/ 26 h 30"/>
                    <a:gd name="T110" fmla="*/ 4 w 18"/>
                    <a:gd name="T111" fmla="*/ 22 h 30"/>
                    <a:gd name="T112" fmla="*/ 0 w 18"/>
                    <a:gd name="T113" fmla="*/ 22 h 30"/>
                    <a:gd name="T114" fmla="*/ 0 w 18"/>
                    <a:gd name="T115" fmla="*/ 18 h 30"/>
                    <a:gd name="T116" fmla="*/ 0 w 18"/>
                    <a:gd name="T117" fmla="*/ 18 h 30"/>
                    <a:gd name="T118" fmla="*/ 0 w 18"/>
                    <a:gd name="T119" fmla="*/ 18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8" h="30">
                      <a:moveTo>
                        <a:pt x="0" y="18"/>
                      </a:moveTo>
                      <a:lnTo>
                        <a:pt x="0" y="22"/>
                      </a:lnTo>
                      <a:lnTo>
                        <a:pt x="0" y="22"/>
                      </a:lnTo>
                      <a:lnTo>
                        <a:pt x="0" y="18"/>
                      </a:lnTo>
                      <a:lnTo>
                        <a:pt x="0" y="18"/>
                      </a:lnTo>
                      <a:lnTo>
                        <a:pt x="0" y="18"/>
                      </a:lnTo>
                      <a:lnTo>
                        <a:pt x="0" y="18"/>
                      </a:lnTo>
                      <a:lnTo>
                        <a:pt x="0" y="14"/>
                      </a:lnTo>
                      <a:lnTo>
                        <a:pt x="0" y="14"/>
                      </a:lnTo>
                      <a:lnTo>
                        <a:pt x="0" y="14"/>
                      </a:lnTo>
                      <a:lnTo>
                        <a:pt x="0" y="14"/>
                      </a:lnTo>
                      <a:lnTo>
                        <a:pt x="0" y="12"/>
                      </a:lnTo>
                      <a:lnTo>
                        <a:pt x="4" y="12"/>
                      </a:lnTo>
                      <a:lnTo>
                        <a:pt x="4" y="12"/>
                      </a:lnTo>
                      <a:lnTo>
                        <a:pt x="4" y="8"/>
                      </a:lnTo>
                      <a:lnTo>
                        <a:pt x="4" y="8"/>
                      </a:lnTo>
                      <a:lnTo>
                        <a:pt x="4" y="8"/>
                      </a:lnTo>
                      <a:lnTo>
                        <a:pt x="4" y="8"/>
                      </a:lnTo>
                      <a:lnTo>
                        <a:pt x="4" y="8"/>
                      </a:lnTo>
                      <a:lnTo>
                        <a:pt x="4" y="4"/>
                      </a:lnTo>
                      <a:lnTo>
                        <a:pt x="6" y="0"/>
                      </a:lnTo>
                      <a:lnTo>
                        <a:pt x="6" y="0"/>
                      </a:lnTo>
                      <a:lnTo>
                        <a:pt x="10" y="4"/>
                      </a:lnTo>
                      <a:lnTo>
                        <a:pt x="10" y="4"/>
                      </a:lnTo>
                      <a:lnTo>
                        <a:pt x="14" y="4"/>
                      </a:lnTo>
                      <a:lnTo>
                        <a:pt x="14" y="4"/>
                      </a:lnTo>
                      <a:lnTo>
                        <a:pt x="14" y="8"/>
                      </a:lnTo>
                      <a:lnTo>
                        <a:pt x="14" y="4"/>
                      </a:lnTo>
                      <a:lnTo>
                        <a:pt x="14" y="8"/>
                      </a:lnTo>
                      <a:lnTo>
                        <a:pt x="18" y="8"/>
                      </a:lnTo>
                      <a:lnTo>
                        <a:pt x="18" y="8"/>
                      </a:lnTo>
                      <a:lnTo>
                        <a:pt x="18" y="12"/>
                      </a:lnTo>
                      <a:lnTo>
                        <a:pt x="18" y="14"/>
                      </a:lnTo>
                      <a:lnTo>
                        <a:pt x="18" y="14"/>
                      </a:lnTo>
                      <a:lnTo>
                        <a:pt x="18" y="14"/>
                      </a:lnTo>
                      <a:lnTo>
                        <a:pt x="18" y="22"/>
                      </a:lnTo>
                      <a:lnTo>
                        <a:pt x="18" y="22"/>
                      </a:lnTo>
                      <a:lnTo>
                        <a:pt x="18" y="22"/>
                      </a:lnTo>
                      <a:lnTo>
                        <a:pt x="14" y="22"/>
                      </a:lnTo>
                      <a:lnTo>
                        <a:pt x="14" y="26"/>
                      </a:lnTo>
                      <a:lnTo>
                        <a:pt x="14" y="26"/>
                      </a:lnTo>
                      <a:lnTo>
                        <a:pt x="14" y="26"/>
                      </a:lnTo>
                      <a:lnTo>
                        <a:pt x="14" y="30"/>
                      </a:lnTo>
                      <a:lnTo>
                        <a:pt x="14" y="30"/>
                      </a:lnTo>
                      <a:lnTo>
                        <a:pt x="14" y="30"/>
                      </a:lnTo>
                      <a:lnTo>
                        <a:pt x="14" y="30"/>
                      </a:lnTo>
                      <a:lnTo>
                        <a:pt x="14" y="30"/>
                      </a:lnTo>
                      <a:lnTo>
                        <a:pt x="14" y="30"/>
                      </a:lnTo>
                      <a:lnTo>
                        <a:pt x="10" y="30"/>
                      </a:lnTo>
                      <a:lnTo>
                        <a:pt x="10" y="30"/>
                      </a:lnTo>
                      <a:lnTo>
                        <a:pt x="6" y="30"/>
                      </a:lnTo>
                      <a:lnTo>
                        <a:pt x="6" y="30"/>
                      </a:lnTo>
                      <a:lnTo>
                        <a:pt x="4" y="30"/>
                      </a:lnTo>
                      <a:lnTo>
                        <a:pt x="4" y="30"/>
                      </a:lnTo>
                      <a:lnTo>
                        <a:pt x="4" y="26"/>
                      </a:lnTo>
                      <a:lnTo>
                        <a:pt x="4" y="22"/>
                      </a:lnTo>
                      <a:lnTo>
                        <a:pt x="0" y="22"/>
                      </a:lnTo>
                      <a:lnTo>
                        <a:pt x="0" y="18"/>
                      </a:lnTo>
                      <a:lnTo>
                        <a:pt x="0" y="18"/>
                      </a:lnTo>
                      <a:lnTo>
                        <a:pt x="0" y="18"/>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181" name="Freeform 170">
                  <a:extLst>
                    <a:ext uri="{FF2B5EF4-FFF2-40B4-BE49-F238E27FC236}">
                      <a16:creationId xmlns:a16="http://schemas.microsoft.com/office/drawing/2014/main" id="{C0466CEB-51B9-E69E-3777-56826A15788E}"/>
                    </a:ext>
                  </a:extLst>
                </p:cNvPr>
                <p:cNvSpPr>
                  <a:spLocks noEditPoints="1"/>
                </p:cNvSpPr>
                <p:nvPr/>
              </p:nvSpPr>
              <p:spPr bwMode="gray">
                <a:xfrm>
                  <a:off x="5516530" y="4550996"/>
                  <a:ext cx="274804" cy="316544"/>
                </a:xfrm>
                <a:custGeom>
                  <a:avLst/>
                  <a:gdLst>
                    <a:gd name="T0" fmla="*/ 64 w 158"/>
                    <a:gd name="T1" fmla="*/ 148 h 182"/>
                    <a:gd name="T2" fmla="*/ 52 w 158"/>
                    <a:gd name="T3" fmla="*/ 144 h 182"/>
                    <a:gd name="T4" fmla="*/ 42 w 158"/>
                    <a:gd name="T5" fmla="*/ 136 h 182"/>
                    <a:gd name="T6" fmla="*/ 30 w 158"/>
                    <a:gd name="T7" fmla="*/ 130 h 182"/>
                    <a:gd name="T8" fmla="*/ 22 w 158"/>
                    <a:gd name="T9" fmla="*/ 122 h 182"/>
                    <a:gd name="T10" fmla="*/ 20 w 158"/>
                    <a:gd name="T11" fmla="*/ 110 h 182"/>
                    <a:gd name="T12" fmla="*/ 16 w 158"/>
                    <a:gd name="T13" fmla="*/ 100 h 182"/>
                    <a:gd name="T14" fmla="*/ 4 w 158"/>
                    <a:gd name="T15" fmla="*/ 88 h 182"/>
                    <a:gd name="T16" fmla="*/ 4 w 158"/>
                    <a:gd name="T17" fmla="*/ 74 h 182"/>
                    <a:gd name="T18" fmla="*/ 0 w 158"/>
                    <a:gd name="T19" fmla="*/ 62 h 182"/>
                    <a:gd name="T20" fmla="*/ 12 w 158"/>
                    <a:gd name="T21" fmla="*/ 54 h 182"/>
                    <a:gd name="T22" fmla="*/ 20 w 158"/>
                    <a:gd name="T23" fmla="*/ 44 h 182"/>
                    <a:gd name="T24" fmla="*/ 22 w 158"/>
                    <a:gd name="T25" fmla="*/ 34 h 182"/>
                    <a:gd name="T26" fmla="*/ 20 w 158"/>
                    <a:gd name="T27" fmla="*/ 22 h 182"/>
                    <a:gd name="T28" fmla="*/ 22 w 158"/>
                    <a:gd name="T29" fmla="*/ 10 h 182"/>
                    <a:gd name="T30" fmla="*/ 20 w 158"/>
                    <a:gd name="T31" fmla="*/ 0 h 182"/>
                    <a:gd name="T32" fmla="*/ 34 w 158"/>
                    <a:gd name="T33" fmla="*/ 0 h 182"/>
                    <a:gd name="T34" fmla="*/ 56 w 158"/>
                    <a:gd name="T35" fmla="*/ 0 h 182"/>
                    <a:gd name="T36" fmla="*/ 80 w 158"/>
                    <a:gd name="T37" fmla="*/ 6 h 182"/>
                    <a:gd name="T38" fmla="*/ 98 w 158"/>
                    <a:gd name="T39" fmla="*/ 18 h 182"/>
                    <a:gd name="T40" fmla="*/ 112 w 158"/>
                    <a:gd name="T41" fmla="*/ 30 h 182"/>
                    <a:gd name="T42" fmla="*/ 120 w 158"/>
                    <a:gd name="T43" fmla="*/ 40 h 182"/>
                    <a:gd name="T44" fmla="*/ 132 w 158"/>
                    <a:gd name="T45" fmla="*/ 54 h 182"/>
                    <a:gd name="T46" fmla="*/ 142 w 158"/>
                    <a:gd name="T47" fmla="*/ 66 h 182"/>
                    <a:gd name="T48" fmla="*/ 136 w 158"/>
                    <a:gd name="T49" fmla="*/ 80 h 182"/>
                    <a:gd name="T50" fmla="*/ 140 w 158"/>
                    <a:gd name="T51" fmla="*/ 92 h 182"/>
                    <a:gd name="T52" fmla="*/ 146 w 158"/>
                    <a:gd name="T53" fmla="*/ 104 h 182"/>
                    <a:gd name="T54" fmla="*/ 142 w 158"/>
                    <a:gd name="T55" fmla="*/ 114 h 182"/>
                    <a:gd name="T56" fmla="*/ 142 w 158"/>
                    <a:gd name="T57" fmla="*/ 126 h 182"/>
                    <a:gd name="T58" fmla="*/ 142 w 158"/>
                    <a:gd name="T59" fmla="*/ 134 h 182"/>
                    <a:gd name="T60" fmla="*/ 146 w 158"/>
                    <a:gd name="T61" fmla="*/ 140 h 182"/>
                    <a:gd name="T62" fmla="*/ 150 w 158"/>
                    <a:gd name="T63" fmla="*/ 156 h 182"/>
                    <a:gd name="T64" fmla="*/ 158 w 158"/>
                    <a:gd name="T65" fmla="*/ 156 h 182"/>
                    <a:gd name="T66" fmla="*/ 150 w 158"/>
                    <a:gd name="T67" fmla="*/ 166 h 182"/>
                    <a:gd name="T68" fmla="*/ 142 w 158"/>
                    <a:gd name="T69" fmla="*/ 174 h 182"/>
                    <a:gd name="T70" fmla="*/ 128 w 158"/>
                    <a:gd name="T71" fmla="*/ 178 h 182"/>
                    <a:gd name="T72" fmla="*/ 120 w 158"/>
                    <a:gd name="T73" fmla="*/ 178 h 182"/>
                    <a:gd name="T74" fmla="*/ 116 w 158"/>
                    <a:gd name="T75" fmla="*/ 182 h 182"/>
                    <a:gd name="T76" fmla="*/ 102 w 158"/>
                    <a:gd name="T77" fmla="*/ 182 h 182"/>
                    <a:gd name="T78" fmla="*/ 86 w 158"/>
                    <a:gd name="T79" fmla="*/ 182 h 182"/>
                    <a:gd name="T80" fmla="*/ 80 w 158"/>
                    <a:gd name="T81" fmla="*/ 174 h 182"/>
                    <a:gd name="T82" fmla="*/ 80 w 158"/>
                    <a:gd name="T83" fmla="*/ 164 h 182"/>
                    <a:gd name="T84" fmla="*/ 76 w 158"/>
                    <a:gd name="T85" fmla="*/ 152 h 182"/>
                    <a:gd name="T86" fmla="*/ 72 w 158"/>
                    <a:gd name="T87" fmla="*/ 144 h 182"/>
                    <a:gd name="T88" fmla="*/ 150 w 158"/>
                    <a:gd name="T89" fmla="*/ 70 h 182"/>
                    <a:gd name="T90" fmla="*/ 150 w 158"/>
                    <a:gd name="T91" fmla="*/ 74 h 182"/>
                    <a:gd name="T92" fmla="*/ 142 w 158"/>
                    <a:gd name="T93" fmla="*/ 84 h 182"/>
                    <a:gd name="T94" fmla="*/ 146 w 158"/>
                    <a:gd name="T95" fmla="*/ 88 h 182"/>
                    <a:gd name="T96" fmla="*/ 142 w 158"/>
                    <a:gd name="T97" fmla="*/ 84 h 182"/>
                    <a:gd name="T98" fmla="*/ 150 w 158"/>
                    <a:gd name="T99" fmla="*/ 114 h 182"/>
                    <a:gd name="T100" fmla="*/ 146 w 158"/>
                    <a:gd name="T101" fmla="*/ 118 h 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58" h="182">
                      <a:moveTo>
                        <a:pt x="72" y="144"/>
                      </a:moveTo>
                      <a:lnTo>
                        <a:pt x="68" y="144"/>
                      </a:lnTo>
                      <a:lnTo>
                        <a:pt x="68" y="148"/>
                      </a:lnTo>
                      <a:lnTo>
                        <a:pt x="64" y="148"/>
                      </a:lnTo>
                      <a:lnTo>
                        <a:pt x="60" y="148"/>
                      </a:lnTo>
                      <a:lnTo>
                        <a:pt x="60" y="144"/>
                      </a:lnTo>
                      <a:lnTo>
                        <a:pt x="56" y="144"/>
                      </a:lnTo>
                      <a:lnTo>
                        <a:pt x="52" y="144"/>
                      </a:lnTo>
                      <a:lnTo>
                        <a:pt x="50" y="140"/>
                      </a:lnTo>
                      <a:lnTo>
                        <a:pt x="46" y="140"/>
                      </a:lnTo>
                      <a:lnTo>
                        <a:pt x="46" y="136"/>
                      </a:lnTo>
                      <a:lnTo>
                        <a:pt x="42" y="136"/>
                      </a:lnTo>
                      <a:lnTo>
                        <a:pt x="38" y="136"/>
                      </a:lnTo>
                      <a:lnTo>
                        <a:pt x="38" y="134"/>
                      </a:lnTo>
                      <a:lnTo>
                        <a:pt x="34" y="134"/>
                      </a:lnTo>
                      <a:lnTo>
                        <a:pt x="30" y="130"/>
                      </a:lnTo>
                      <a:lnTo>
                        <a:pt x="26" y="130"/>
                      </a:lnTo>
                      <a:lnTo>
                        <a:pt x="22" y="130"/>
                      </a:lnTo>
                      <a:lnTo>
                        <a:pt x="22" y="126"/>
                      </a:lnTo>
                      <a:lnTo>
                        <a:pt x="22" y="122"/>
                      </a:lnTo>
                      <a:lnTo>
                        <a:pt x="22" y="118"/>
                      </a:lnTo>
                      <a:lnTo>
                        <a:pt x="20" y="118"/>
                      </a:lnTo>
                      <a:lnTo>
                        <a:pt x="20" y="114"/>
                      </a:lnTo>
                      <a:lnTo>
                        <a:pt x="20" y="110"/>
                      </a:lnTo>
                      <a:lnTo>
                        <a:pt x="16" y="110"/>
                      </a:lnTo>
                      <a:lnTo>
                        <a:pt x="16" y="108"/>
                      </a:lnTo>
                      <a:lnTo>
                        <a:pt x="16" y="104"/>
                      </a:lnTo>
                      <a:lnTo>
                        <a:pt x="16" y="100"/>
                      </a:lnTo>
                      <a:lnTo>
                        <a:pt x="12" y="100"/>
                      </a:lnTo>
                      <a:lnTo>
                        <a:pt x="8" y="96"/>
                      </a:lnTo>
                      <a:lnTo>
                        <a:pt x="4" y="92"/>
                      </a:lnTo>
                      <a:lnTo>
                        <a:pt x="4" y="88"/>
                      </a:lnTo>
                      <a:lnTo>
                        <a:pt x="4" y="84"/>
                      </a:lnTo>
                      <a:lnTo>
                        <a:pt x="4" y="80"/>
                      </a:lnTo>
                      <a:lnTo>
                        <a:pt x="4" y="78"/>
                      </a:lnTo>
                      <a:lnTo>
                        <a:pt x="4" y="74"/>
                      </a:lnTo>
                      <a:lnTo>
                        <a:pt x="4" y="70"/>
                      </a:lnTo>
                      <a:lnTo>
                        <a:pt x="0" y="70"/>
                      </a:lnTo>
                      <a:lnTo>
                        <a:pt x="0" y="66"/>
                      </a:lnTo>
                      <a:lnTo>
                        <a:pt x="0" y="62"/>
                      </a:lnTo>
                      <a:lnTo>
                        <a:pt x="4" y="62"/>
                      </a:lnTo>
                      <a:lnTo>
                        <a:pt x="4" y="58"/>
                      </a:lnTo>
                      <a:lnTo>
                        <a:pt x="8" y="58"/>
                      </a:lnTo>
                      <a:lnTo>
                        <a:pt x="12" y="54"/>
                      </a:lnTo>
                      <a:lnTo>
                        <a:pt x="16" y="50"/>
                      </a:lnTo>
                      <a:lnTo>
                        <a:pt x="16" y="48"/>
                      </a:lnTo>
                      <a:lnTo>
                        <a:pt x="16" y="44"/>
                      </a:lnTo>
                      <a:lnTo>
                        <a:pt x="20" y="44"/>
                      </a:lnTo>
                      <a:lnTo>
                        <a:pt x="20" y="40"/>
                      </a:lnTo>
                      <a:lnTo>
                        <a:pt x="22" y="40"/>
                      </a:lnTo>
                      <a:lnTo>
                        <a:pt x="22" y="36"/>
                      </a:lnTo>
                      <a:lnTo>
                        <a:pt x="22" y="34"/>
                      </a:lnTo>
                      <a:lnTo>
                        <a:pt x="20" y="34"/>
                      </a:lnTo>
                      <a:lnTo>
                        <a:pt x="16" y="34"/>
                      </a:lnTo>
                      <a:lnTo>
                        <a:pt x="20" y="26"/>
                      </a:lnTo>
                      <a:lnTo>
                        <a:pt x="20" y="22"/>
                      </a:lnTo>
                      <a:lnTo>
                        <a:pt x="22" y="22"/>
                      </a:lnTo>
                      <a:lnTo>
                        <a:pt x="22" y="18"/>
                      </a:lnTo>
                      <a:lnTo>
                        <a:pt x="22" y="14"/>
                      </a:lnTo>
                      <a:lnTo>
                        <a:pt x="22" y="10"/>
                      </a:lnTo>
                      <a:lnTo>
                        <a:pt x="22" y="6"/>
                      </a:lnTo>
                      <a:lnTo>
                        <a:pt x="20" y="6"/>
                      </a:lnTo>
                      <a:lnTo>
                        <a:pt x="20" y="4"/>
                      </a:lnTo>
                      <a:lnTo>
                        <a:pt x="20" y="0"/>
                      </a:lnTo>
                      <a:lnTo>
                        <a:pt x="22" y="0"/>
                      </a:lnTo>
                      <a:lnTo>
                        <a:pt x="26" y="0"/>
                      </a:lnTo>
                      <a:lnTo>
                        <a:pt x="30" y="0"/>
                      </a:lnTo>
                      <a:lnTo>
                        <a:pt x="34" y="0"/>
                      </a:lnTo>
                      <a:lnTo>
                        <a:pt x="46" y="0"/>
                      </a:lnTo>
                      <a:lnTo>
                        <a:pt x="50" y="0"/>
                      </a:lnTo>
                      <a:lnTo>
                        <a:pt x="52" y="0"/>
                      </a:lnTo>
                      <a:lnTo>
                        <a:pt x="56" y="0"/>
                      </a:lnTo>
                      <a:lnTo>
                        <a:pt x="60" y="0"/>
                      </a:lnTo>
                      <a:lnTo>
                        <a:pt x="68" y="0"/>
                      </a:lnTo>
                      <a:lnTo>
                        <a:pt x="76" y="4"/>
                      </a:lnTo>
                      <a:lnTo>
                        <a:pt x="80" y="6"/>
                      </a:lnTo>
                      <a:lnTo>
                        <a:pt x="86" y="10"/>
                      </a:lnTo>
                      <a:lnTo>
                        <a:pt x="90" y="14"/>
                      </a:lnTo>
                      <a:lnTo>
                        <a:pt x="94" y="18"/>
                      </a:lnTo>
                      <a:lnTo>
                        <a:pt x="98" y="18"/>
                      </a:lnTo>
                      <a:lnTo>
                        <a:pt x="98" y="22"/>
                      </a:lnTo>
                      <a:lnTo>
                        <a:pt x="102" y="22"/>
                      </a:lnTo>
                      <a:lnTo>
                        <a:pt x="106" y="26"/>
                      </a:lnTo>
                      <a:lnTo>
                        <a:pt x="112" y="30"/>
                      </a:lnTo>
                      <a:lnTo>
                        <a:pt x="116" y="34"/>
                      </a:lnTo>
                      <a:lnTo>
                        <a:pt x="120" y="34"/>
                      </a:lnTo>
                      <a:lnTo>
                        <a:pt x="120" y="36"/>
                      </a:lnTo>
                      <a:lnTo>
                        <a:pt x="120" y="40"/>
                      </a:lnTo>
                      <a:lnTo>
                        <a:pt x="120" y="44"/>
                      </a:lnTo>
                      <a:lnTo>
                        <a:pt x="124" y="44"/>
                      </a:lnTo>
                      <a:lnTo>
                        <a:pt x="132" y="50"/>
                      </a:lnTo>
                      <a:lnTo>
                        <a:pt x="132" y="54"/>
                      </a:lnTo>
                      <a:lnTo>
                        <a:pt x="136" y="54"/>
                      </a:lnTo>
                      <a:lnTo>
                        <a:pt x="140" y="58"/>
                      </a:lnTo>
                      <a:lnTo>
                        <a:pt x="142" y="62"/>
                      </a:lnTo>
                      <a:lnTo>
                        <a:pt x="142" y="66"/>
                      </a:lnTo>
                      <a:lnTo>
                        <a:pt x="140" y="70"/>
                      </a:lnTo>
                      <a:lnTo>
                        <a:pt x="140" y="74"/>
                      </a:lnTo>
                      <a:lnTo>
                        <a:pt x="140" y="78"/>
                      </a:lnTo>
                      <a:lnTo>
                        <a:pt x="136" y="80"/>
                      </a:lnTo>
                      <a:lnTo>
                        <a:pt x="136" y="84"/>
                      </a:lnTo>
                      <a:lnTo>
                        <a:pt x="136" y="88"/>
                      </a:lnTo>
                      <a:lnTo>
                        <a:pt x="136" y="92"/>
                      </a:lnTo>
                      <a:lnTo>
                        <a:pt x="140" y="92"/>
                      </a:lnTo>
                      <a:lnTo>
                        <a:pt x="142" y="96"/>
                      </a:lnTo>
                      <a:lnTo>
                        <a:pt x="142" y="100"/>
                      </a:lnTo>
                      <a:lnTo>
                        <a:pt x="146" y="100"/>
                      </a:lnTo>
                      <a:lnTo>
                        <a:pt x="146" y="104"/>
                      </a:lnTo>
                      <a:lnTo>
                        <a:pt x="146" y="108"/>
                      </a:lnTo>
                      <a:lnTo>
                        <a:pt x="142" y="108"/>
                      </a:lnTo>
                      <a:lnTo>
                        <a:pt x="142" y="110"/>
                      </a:lnTo>
                      <a:lnTo>
                        <a:pt x="142" y="114"/>
                      </a:lnTo>
                      <a:lnTo>
                        <a:pt x="146" y="114"/>
                      </a:lnTo>
                      <a:lnTo>
                        <a:pt x="146" y="118"/>
                      </a:lnTo>
                      <a:lnTo>
                        <a:pt x="142" y="122"/>
                      </a:lnTo>
                      <a:lnTo>
                        <a:pt x="142" y="126"/>
                      </a:lnTo>
                      <a:lnTo>
                        <a:pt x="142" y="122"/>
                      </a:lnTo>
                      <a:lnTo>
                        <a:pt x="142" y="126"/>
                      </a:lnTo>
                      <a:lnTo>
                        <a:pt x="142" y="130"/>
                      </a:lnTo>
                      <a:lnTo>
                        <a:pt x="142" y="134"/>
                      </a:lnTo>
                      <a:lnTo>
                        <a:pt x="146" y="134"/>
                      </a:lnTo>
                      <a:lnTo>
                        <a:pt x="142" y="134"/>
                      </a:lnTo>
                      <a:lnTo>
                        <a:pt x="146" y="136"/>
                      </a:lnTo>
                      <a:lnTo>
                        <a:pt x="146" y="140"/>
                      </a:lnTo>
                      <a:lnTo>
                        <a:pt x="150" y="144"/>
                      </a:lnTo>
                      <a:lnTo>
                        <a:pt x="150" y="148"/>
                      </a:lnTo>
                      <a:lnTo>
                        <a:pt x="150" y="152"/>
                      </a:lnTo>
                      <a:lnTo>
                        <a:pt x="150" y="156"/>
                      </a:lnTo>
                      <a:lnTo>
                        <a:pt x="154" y="156"/>
                      </a:lnTo>
                      <a:lnTo>
                        <a:pt x="154" y="160"/>
                      </a:lnTo>
                      <a:lnTo>
                        <a:pt x="158" y="160"/>
                      </a:lnTo>
                      <a:lnTo>
                        <a:pt x="158" y="156"/>
                      </a:lnTo>
                      <a:lnTo>
                        <a:pt x="158" y="160"/>
                      </a:lnTo>
                      <a:lnTo>
                        <a:pt x="158" y="164"/>
                      </a:lnTo>
                      <a:lnTo>
                        <a:pt x="154" y="166"/>
                      </a:lnTo>
                      <a:lnTo>
                        <a:pt x="150" y="166"/>
                      </a:lnTo>
                      <a:lnTo>
                        <a:pt x="150" y="170"/>
                      </a:lnTo>
                      <a:lnTo>
                        <a:pt x="146" y="170"/>
                      </a:lnTo>
                      <a:lnTo>
                        <a:pt x="142" y="170"/>
                      </a:lnTo>
                      <a:lnTo>
                        <a:pt x="142" y="174"/>
                      </a:lnTo>
                      <a:lnTo>
                        <a:pt x="140" y="174"/>
                      </a:lnTo>
                      <a:lnTo>
                        <a:pt x="136" y="174"/>
                      </a:lnTo>
                      <a:lnTo>
                        <a:pt x="132" y="178"/>
                      </a:lnTo>
                      <a:lnTo>
                        <a:pt x="128" y="178"/>
                      </a:lnTo>
                      <a:lnTo>
                        <a:pt x="128" y="174"/>
                      </a:lnTo>
                      <a:lnTo>
                        <a:pt x="124" y="174"/>
                      </a:lnTo>
                      <a:lnTo>
                        <a:pt x="124" y="178"/>
                      </a:lnTo>
                      <a:lnTo>
                        <a:pt x="120" y="178"/>
                      </a:lnTo>
                      <a:lnTo>
                        <a:pt x="124" y="178"/>
                      </a:lnTo>
                      <a:lnTo>
                        <a:pt x="124" y="182"/>
                      </a:lnTo>
                      <a:lnTo>
                        <a:pt x="120" y="182"/>
                      </a:lnTo>
                      <a:lnTo>
                        <a:pt x="116" y="182"/>
                      </a:lnTo>
                      <a:lnTo>
                        <a:pt x="112" y="182"/>
                      </a:lnTo>
                      <a:lnTo>
                        <a:pt x="110" y="182"/>
                      </a:lnTo>
                      <a:lnTo>
                        <a:pt x="106" y="182"/>
                      </a:lnTo>
                      <a:lnTo>
                        <a:pt x="102" y="182"/>
                      </a:lnTo>
                      <a:lnTo>
                        <a:pt x="98" y="182"/>
                      </a:lnTo>
                      <a:lnTo>
                        <a:pt x="94" y="178"/>
                      </a:lnTo>
                      <a:lnTo>
                        <a:pt x="90" y="182"/>
                      </a:lnTo>
                      <a:lnTo>
                        <a:pt x="86" y="182"/>
                      </a:lnTo>
                      <a:lnTo>
                        <a:pt x="82" y="182"/>
                      </a:lnTo>
                      <a:lnTo>
                        <a:pt x="82" y="178"/>
                      </a:lnTo>
                      <a:lnTo>
                        <a:pt x="80" y="178"/>
                      </a:lnTo>
                      <a:lnTo>
                        <a:pt x="80" y="174"/>
                      </a:lnTo>
                      <a:lnTo>
                        <a:pt x="76" y="174"/>
                      </a:lnTo>
                      <a:lnTo>
                        <a:pt x="76" y="170"/>
                      </a:lnTo>
                      <a:lnTo>
                        <a:pt x="80" y="166"/>
                      </a:lnTo>
                      <a:lnTo>
                        <a:pt x="80" y="164"/>
                      </a:lnTo>
                      <a:lnTo>
                        <a:pt x="76" y="164"/>
                      </a:lnTo>
                      <a:lnTo>
                        <a:pt x="76" y="160"/>
                      </a:lnTo>
                      <a:lnTo>
                        <a:pt x="76" y="156"/>
                      </a:lnTo>
                      <a:lnTo>
                        <a:pt x="76" y="152"/>
                      </a:lnTo>
                      <a:lnTo>
                        <a:pt x="72" y="152"/>
                      </a:lnTo>
                      <a:lnTo>
                        <a:pt x="72" y="148"/>
                      </a:lnTo>
                      <a:lnTo>
                        <a:pt x="72" y="144"/>
                      </a:lnTo>
                      <a:lnTo>
                        <a:pt x="72" y="144"/>
                      </a:lnTo>
                      <a:lnTo>
                        <a:pt x="72" y="144"/>
                      </a:lnTo>
                      <a:close/>
                      <a:moveTo>
                        <a:pt x="150" y="70"/>
                      </a:moveTo>
                      <a:lnTo>
                        <a:pt x="150" y="66"/>
                      </a:lnTo>
                      <a:lnTo>
                        <a:pt x="150" y="70"/>
                      </a:lnTo>
                      <a:lnTo>
                        <a:pt x="150" y="74"/>
                      </a:lnTo>
                      <a:lnTo>
                        <a:pt x="150" y="78"/>
                      </a:lnTo>
                      <a:lnTo>
                        <a:pt x="146" y="74"/>
                      </a:lnTo>
                      <a:lnTo>
                        <a:pt x="150" y="74"/>
                      </a:lnTo>
                      <a:lnTo>
                        <a:pt x="150" y="70"/>
                      </a:lnTo>
                      <a:lnTo>
                        <a:pt x="150" y="70"/>
                      </a:lnTo>
                      <a:lnTo>
                        <a:pt x="150" y="70"/>
                      </a:lnTo>
                      <a:close/>
                      <a:moveTo>
                        <a:pt x="142" y="84"/>
                      </a:moveTo>
                      <a:lnTo>
                        <a:pt x="142" y="80"/>
                      </a:lnTo>
                      <a:lnTo>
                        <a:pt x="142" y="84"/>
                      </a:lnTo>
                      <a:lnTo>
                        <a:pt x="146" y="84"/>
                      </a:lnTo>
                      <a:lnTo>
                        <a:pt x="146" y="88"/>
                      </a:lnTo>
                      <a:lnTo>
                        <a:pt x="146" y="92"/>
                      </a:lnTo>
                      <a:lnTo>
                        <a:pt x="146" y="88"/>
                      </a:lnTo>
                      <a:lnTo>
                        <a:pt x="142" y="88"/>
                      </a:lnTo>
                      <a:lnTo>
                        <a:pt x="142" y="84"/>
                      </a:lnTo>
                      <a:lnTo>
                        <a:pt x="142" y="84"/>
                      </a:lnTo>
                      <a:lnTo>
                        <a:pt x="142" y="84"/>
                      </a:lnTo>
                      <a:close/>
                      <a:moveTo>
                        <a:pt x="146" y="118"/>
                      </a:moveTo>
                      <a:lnTo>
                        <a:pt x="150" y="114"/>
                      </a:lnTo>
                      <a:lnTo>
                        <a:pt x="150" y="118"/>
                      </a:lnTo>
                      <a:lnTo>
                        <a:pt x="146" y="118"/>
                      </a:lnTo>
                      <a:lnTo>
                        <a:pt x="146" y="118"/>
                      </a:lnTo>
                      <a:lnTo>
                        <a:pt x="146" y="118"/>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182" name="Freeform 171">
                  <a:extLst>
                    <a:ext uri="{FF2B5EF4-FFF2-40B4-BE49-F238E27FC236}">
                      <a16:creationId xmlns:a16="http://schemas.microsoft.com/office/drawing/2014/main" id="{B9714710-C61B-8613-D3E7-D2DD1326DFBF}"/>
                    </a:ext>
                  </a:extLst>
                </p:cNvPr>
                <p:cNvSpPr>
                  <a:spLocks/>
                </p:cNvSpPr>
                <p:nvPr/>
              </p:nvSpPr>
              <p:spPr bwMode="gray">
                <a:xfrm>
                  <a:off x="4382529" y="4109226"/>
                  <a:ext cx="80006" cy="17393"/>
                </a:xfrm>
                <a:custGeom>
                  <a:avLst/>
                  <a:gdLst>
                    <a:gd name="T0" fmla="*/ 4 w 46"/>
                    <a:gd name="T1" fmla="*/ 6 h 10"/>
                    <a:gd name="T2" fmla="*/ 4 w 46"/>
                    <a:gd name="T3" fmla="*/ 6 h 10"/>
                    <a:gd name="T4" fmla="*/ 4 w 46"/>
                    <a:gd name="T5" fmla="*/ 6 h 10"/>
                    <a:gd name="T6" fmla="*/ 8 w 46"/>
                    <a:gd name="T7" fmla="*/ 10 h 10"/>
                    <a:gd name="T8" fmla="*/ 8 w 46"/>
                    <a:gd name="T9" fmla="*/ 6 h 10"/>
                    <a:gd name="T10" fmla="*/ 12 w 46"/>
                    <a:gd name="T11" fmla="*/ 6 h 10"/>
                    <a:gd name="T12" fmla="*/ 12 w 46"/>
                    <a:gd name="T13" fmla="*/ 6 h 10"/>
                    <a:gd name="T14" fmla="*/ 8 w 46"/>
                    <a:gd name="T15" fmla="*/ 6 h 10"/>
                    <a:gd name="T16" fmla="*/ 12 w 46"/>
                    <a:gd name="T17" fmla="*/ 6 h 10"/>
                    <a:gd name="T18" fmla="*/ 20 w 46"/>
                    <a:gd name="T19" fmla="*/ 6 h 10"/>
                    <a:gd name="T20" fmla="*/ 24 w 46"/>
                    <a:gd name="T21" fmla="*/ 6 h 10"/>
                    <a:gd name="T22" fmla="*/ 24 w 46"/>
                    <a:gd name="T23" fmla="*/ 6 h 10"/>
                    <a:gd name="T24" fmla="*/ 24 w 46"/>
                    <a:gd name="T25" fmla="*/ 2 h 10"/>
                    <a:gd name="T26" fmla="*/ 24 w 46"/>
                    <a:gd name="T27" fmla="*/ 6 h 10"/>
                    <a:gd name="T28" fmla="*/ 20 w 46"/>
                    <a:gd name="T29" fmla="*/ 2 h 10"/>
                    <a:gd name="T30" fmla="*/ 12 w 46"/>
                    <a:gd name="T31" fmla="*/ 6 h 10"/>
                    <a:gd name="T32" fmla="*/ 12 w 46"/>
                    <a:gd name="T33" fmla="*/ 6 h 10"/>
                    <a:gd name="T34" fmla="*/ 8 w 46"/>
                    <a:gd name="T35" fmla="*/ 6 h 10"/>
                    <a:gd name="T36" fmla="*/ 4 w 46"/>
                    <a:gd name="T37" fmla="*/ 6 h 10"/>
                    <a:gd name="T38" fmla="*/ 4 w 46"/>
                    <a:gd name="T39" fmla="*/ 2 h 10"/>
                    <a:gd name="T40" fmla="*/ 12 w 46"/>
                    <a:gd name="T41" fmla="*/ 2 h 10"/>
                    <a:gd name="T42" fmla="*/ 20 w 46"/>
                    <a:gd name="T43" fmla="*/ 2 h 10"/>
                    <a:gd name="T44" fmla="*/ 20 w 46"/>
                    <a:gd name="T45" fmla="*/ 2 h 10"/>
                    <a:gd name="T46" fmla="*/ 20 w 46"/>
                    <a:gd name="T47" fmla="*/ 0 h 10"/>
                    <a:gd name="T48" fmla="*/ 24 w 46"/>
                    <a:gd name="T49" fmla="*/ 0 h 10"/>
                    <a:gd name="T50" fmla="*/ 24 w 46"/>
                    <a:gd name="T51" fmla="*/ 0 h 10"/>
                    <a:gd name="T52" fmla="*/ 26 w 46"/>
                    <a:gd name="T53" fmla="*/ 0 h 10"/>
                    <a:gd name="T54" fmla="*/ 30 w 46"/>
                    <a:gd name="T55" fmla="*/ 0 h 10"/>
                    <a:gd name="T56" fmla="*/ 30 w 46"/>
                    <a:gd name="T57" fmla="*/ 0 h 10"/>
                    <a:gd name="T58" fmla="*/ 30 w 46"/>
                    <a:gd name="T59" fmla="*/ 2 h 10"/>
                    <a:gd name="T60" fmla="*/ 30 w 46"/>
                    <a:gd name="T61" fmla="*/ 2 h 10"/>
                    <a:gd name="T62" fmla="*/ 34 w 46"/>
                    <a:gd name="T63" fmla="*/ 2 h 10"/>
                    <a:gd name="T64" fmla="*/ 34 w 46"/>
                    <a:gd name="T65" fmla="*/ 2 h 10"/>
                    <a:gd name="T66" fmla="*/ 34 w 46"/>
                    <a:gd name="T67" fmla="*/ 2 h 10"/>
                    <a:gd name="T68" fmla="*/ 34 w 46"/>
                    <a:gd name="T69" fmla="*/ 6 h 10"/>
                    <a:gd name="T70" fmla="*/ 38 w 46"/>
                    <a:gd name="T71" fmla="*/ 2 h 10"/>
                    <a:gd name="T72" fmla="*/ 42 w 46"/>
                    <a:gd name="T73" fmla="*/ 2 h 10"/>
                    <a:gd name="T74" fmla="*/ 42 w 46"/>
                    <a:gd name="T75" fmla="*/ 2 h 10"/>
                    <a:gd name="T76" fmla="*/ 46 w 46"/>
                    <a:gd name="T77" fmla="*/ 2 h 10"/>
                    <a:gd name="T78" fmla="*/ 46 w 46"/>
                    <a:gd name="T79" fmla="*/ 6 h 10"/>
                    <a:gd name="T80" fmla="*/ 42 w 46"/>
                    <a:gd name="T81" fmla="*/ 6 h 10"/>
                    <a:gd name="T82" fmla="*/ 42 w 46"/>
                    <a:gd name="T83" fmla="*/ 6 h 10"/>
                    <a:gd name="T84" fmla="*/ 38 w 46"/>
                    <a:gd name="T85" fmla="*/ 10 h 10"/>
                    <a:gd name="T86" fmla="*/ 38 w 46"/>
                    <a:gd name="T87" fmla="*/ 10 h 10"/>
                    <a:gd name="T88" fmla="*/ 34 w 46"/>
                    <a:gd name="T89" fmla="*/ 6 h 10"/>
                    <a:gd name="T90" fmla="*/ 30 w 46"/>
                    <a:gd name="T91" fmla="*/ 6 h 10"/>
                    <a:gd name="T92" fmla="*/ 30 w 46"/>
                    <a:gd name="T93" fmla="*/ 6 h 10"/>
                    <a:gd name="T94" fmla="*/ 26 w 46"/>
                    <a:gd name="T95" fmla="*/ 6 h 10"/>
                    <a:gd name="T96" fmla="*/ 26 w 46"/>
                    <a:gd name="T97" fmla="*/ 2 h 10"/>
                    <a:gd name="T98" fmla="*/ 26 w 46"/>
                    <a:gd name="T99" fmla="*/ 2 h 10"/>
                    <a:gd name="T100" fmla="*/ 24 w 46"/>
                    <a:gd name="T101" fmla="*/ 2 h 10"/>
                    <a:gd name="T102" fmla="*/ 24 w 46"/>
                    <a:gd name="T103" fmla="*/ 6 h 10"/>
                    <a:gd name="T104" fmla="*/ 24 w 46"/>
                    <a:gd name="T105" fmla="*/ 6 h 10"/>
                    <a:gd name="T106" fmla="*/ 20 w 46"/>
                    <a:gd name="T107" fmla="*/ 6 h 10"/>
                    <a:gd name="T108" fmla="*/ 16 w 46"/>
                    <a:gd name="T109" fmla="*/ 10 h 10"/>
                    <a:gd name="T110" fmla="*/ 12 w 46"/>
                    <a:gd name="T111" fmla="*/ 10 h 10"/>
                    <a:gd name="T112" fmla="*/ 0 w 46"/>
                    <a:gd name="T113" fmla="*/ 10 h 10"/>
                    <a:gd name="T114" fmla="*/ 0 w 46"/>
                    <a:gd name="T115" fmla="*/ 6 h 10"/>
                    <a:gd name="T116" fmla="*/ 0 w 46"/>
                    <a:gd name="T117" fmla="*/ 6 h 10"/>
                    <a:gd name="T118" fmla="*/ 4 w 46"/>
                    <a:gd name="T119" fmla="*/ 2 h 10"/>
                    <a:gd name="T120" fmla="*/ 4 w 46"/>
                    <a:gd name="T121" fmla="*/ 6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6" h="10">
                      <a:moveTo>
                        <a:pt x="4" y="6"/>
                      </a:moveTo>
                      <a:lnTo>
                        <a:pt x="4" y="6"/>
                      </a:lnTo>
                      <a:lnTo>
                        <a:pt x="4" y="6"/>
                      </a:lnTo>
                      <a:lnTo>
                        <a:pt x="4" y="6"/>
                      </a:lnTo>
                      <a:lnTo>
                        <a:pt x="4" y="6"/>
                      </a:lnTo>
                      <a:lnTo>
                        <a:pt x="4" y="6"/>
                      </a:lnTo>
                      <a:lnTo>
                        <a:pt x="4" y="6"/>
                      </a:lnTo>
                      <a:lnTo>
                        <a:pt x="4" y="6"/>
                      </a:lnTo>
                      <a:lnTo>
                        <a:pt x="4" y="6"/>
                      </a:lnTo>
                      <a:lnTo>
                        <a:pt x="4" y="6"/>
                      </a:lnTo>
                      <a:lnTo>
                        <a:pt x="4" y="6"/>
                      </a:lnTo>
                      <a:lnTo>
                        <a:pt x="8" y="10"/>
                      </a:lnTo>
                      <a:lnTo>
                        <a:pt x="8" y="6"/>
                      </a:lnTo>
                      <a:lnTo>
                        <a:pt x="8" y="6"/>
                      </a:lnTo>
                      <a:lnTo>
                        <a:pt x="8" y="6"/>
                      </a:lnTo>
                      <a:lnTo>
                        <a:pt x="8" y="6"/>
                      </a:lnTo>
                      <a:lnTo>
                        <a:pt x="12" y="10"/>
                      </a:lnTo>
                      <a:lnTo>
                        <a:pt x="12" y="6"/>
                      </a:lnTo>
                      <a:lnTo>
                        <a:pt x="12" y="6"/>
                      </a:lnTo>
                      <a:lnTo>
                        <a:pt x="12" y="6"/>
                      </a:lnTo>
                      <a:lnTo>
                        <a:pt x="12" y="6"/>
                      </a:lnTo>
                      <a:lnTo>
                        <a:pt x="8" y="6"/>
                      </a:lnTo>
                      <a:lnTo>
                        <a:pt x="8" y="6"/>
                      </a:lnTo>
                      <a:lnTo>
                        <a:pt x="8" y="6"/>
                      </a:lnTo>
                      <a:lnTo>
                        <a:pt x="12" y="6"/>
                      </a:lnTo>
                      <a:lnTo>
                        <a:pt x="12" y="6"/>
                      </a:lnTo>
                      <a:lnTo>
                        <a:pt x="12" y="6"/>
                      </a:lnTo>
                      <a:lnTo>
                        <a:pt x="12" y="6"/>
                      </a:lnTo>
                      <a:lnTo>
                        <a:pt x="16" y="6"/>
                      </a:lnTo>
                      <a:lnTo>
                        <a:pt x="20" y="6"/>
                      </a:lnTo>
                      <a:lnTo>
                        <a:pt x="20" y="2"/>
                      </a:lnTo>
                      <a:lnTo>
                        <a:pt x="20" y="2"/>
                      </a:lnTo>
                      <a:lnTo>
                        <a:pt x="24" y="6"/>
                      </a:lnTo>
                      <a:lnTo>
                        <a:pt x="24" y="6"/>
                      </a:lnTo>
                      <a:lnTo>
                        <a:pt x="24" y="6"/>
                      </a:lnTo>
                      <a:lnTo>
                        <a:pt x="24" y="6"/>
                      </a:lnTo>
                      <a:lnTo>
                        <a:pt x="24" y="2"/>
                      </a:lnTo>
                      <a:lnTo>
                        <a:pt x="24" y="2"/>
                      </a:lnTo>
                      <a:lnTo>
                        <a:pt x="24" y="2"/>
                      </a:lnTo>
                      <a:lnTo>
                        <a:pt x="24" y="6"/>
                      </a:lnTo>
                      <a:lnTo>
                        <a:pt x="24" y="6"/>
                      </a:lnTo>
                      <a:lnTo>
                        <a:pt x="24" y="6"/>
                      </a:lnTo>
                      <a:lnTo>
                        <a:pt x="20" y="2"/>
                      </a:lnTo>
                      <a:lnTo>
                        <a:pt x="20" y="2"/>
                      </a:lnTo>
                      <a:lnTo>
                        <a:pt x="20" y="2"/>
                      </a:lnTo>
                      <a:lnTo>
                        <a:pt x="16" y="2"/>
                      </a:lnTo>
                      <a:lnTo>
                        <a:pt x="16" y="6"/>
                      </a:lnTo>
                      <a:lnTo>
                        <a:pt x="12" y="6"/>
                      </a:lnTo>
                      <a:lnTo>
                        <a:pt x="12" y="6"/>
                      </a:lnTo>
                      <a:lnTo>
                        <a:pt x="12" y="6"/>
                      </a:lnTo>
                      <a:lnTo>
                        <a:pt x="12" y="6"/>
                      </a:lnTo>
                      <a:lnTo>
                        <a:pt x="8" y="6"/>
                      </a:lnTo>
                      <a:lnTo>
                        <a:pt x="8" y="6"/>
                      </a:lnTo>
                      <a:lnTo>
                        <a:pt x="8" y="6"/>
                      </a:lnTo>
                      <a:lnTo>
                        <a:pt x="8" y="6"/>
                      </a:lnTo>
                      <a:lnTo>
                        <a:pt x="4" y="6"/>
                      </a:lnTo>
                      <a:lnTo>
                        <a:pt x="4" y="6"/>
                      </a:lnTo>
                      <a:lnTo>
                        <a:pt x="4" y="6"/>
                      </a:lnTo>
                      <a:lnTo>
                        <a:pt x="4" y="6"/>
                      </a:lnTo>
                      <a:lnTo>
                        <a:pt x="4" y="2"/>
                      </a:lnTo>
                      <a:lnTo>
                        <a:pt x="4" y="2"/>
                      </a:lnTo>
                      <a:lnTo>
                        <a:pt x="12" y="2"/>
                      </a:lnTo>
                      <a:lnTo>
                        <a:pt x="12" y="2"/>
                      </a:lnTo>
                      <a:lnTo>
                        <a:pt x="16" y="2"/>
                      </a:lnTo>
                      <a:lnTo>
                        <a:pt x="20" y="2"/>
                      </a:lnTo>
                      <a:lnTo>
                        <a:pt x="20" y="2"/>
                      </a:lnTo>
                      <a:lnTo>
                        <a:pt x="20" y="2"/>
                      </a:lnTo>
                      <a:lnTo>
                        <a:pt x="20" y="2"/>
                      </a:lnTo>
                      <a:lnTo>
                        <a:pt x="20" y="2"/>
                      </a:lnTo>
                      <a:lnTo>
                        <a:pt x="20" y="0"/>
                      </a:lnTo>
                      <a:lnTo>
                        <a:pt x="20" y="0"/>
                      </a:lnTo>
                      <a:lnTo>
                        <a:pt x="20" y="0"/>
                      </a:lnTo>
                      <a:lnTo>
                        <a:pt x="24" y="0"/>
                      </a:lnTo>
                      <a:lnTo>
                        <a:pt x="24" y="0"/>
                      </a:lnTo>
                      <a:lnTo>
                        <a:pt x="24" y="0"/>
                      </a:lnTo>
                      <a:lnTo>
                        <a:pt x="24" y="0"/>
                      </a:lnTo>
                      <a:lnTo>
                        <a:pt x="24" y="0"/>
                      </a:lnTo>
                      <a:lnTo>
                        <a:pt x="24" y="0"/>
                      </a:lnTo>
                      <a:lnTo>
                        <a:pt x="24" y="0"/>
                      </a:lnTo>
                      <a:lnTo>
                        <a:pt x="26" y="0"/>
                      </a:lnTo>
                      <a:lnTo>
                        <a:pt x="26" y="0"/>
                      </a:lnTo>
                      <a:lnTo>
                        <a:pt x="30" y="0"/>
                      </a:lnTo>
                      <a:lnTo>
                        <a:pt x="30" y="0"/>
                      </a:lnTo>
                      <a:lnTo>
                        <a:pt x="30" y="0"/>
                      </a:lnTo>
                      <a:lnTo>
                        <a:pt x="30" y="0"/>
                      </a:lnTo>
                      <a:lnTo>
                        <a:pt x="30" y="0"/>
                      </a:lnTo>
                      <a:lnTo>
                        <a:pt x="30" y="0"/>
                      </a:lnTo>
                      <a:lnTo>
                        <a:pt x="30" y="2"/>
                      </a:lnTo>
                      <a:lnTo>
                        <a:pt x="30" y="2"/>
                      </a:lnTo>
                      <a:lnTo>
                        <a:pt x="30" y="2"/>
                      </a:lnTo>
                      <a:lnTo>
                        <a:pt x="30" y="2"/>
                      </a:lnTo>
                      <a:lnTo>
                        <a:pt x="30" y="2"/>
                      </a:lnTo>
                      <a:lnTo>
                        <a:pt x="30" y="2"/>
                      </a:lnTo>
                      <a:lnTo>
                        <a:pt x="34" y="2"/>
                      </a:lnTo>
                      <a:lnTo>
                        <a:pt x="34" y="2"/>
                      </a:lnTo>
                      <a:lnTo>
                        <a:pt x="34" y="2"/>
                      </a:lnTo>
                      <a:lnTo>
                        <a:pt x="34" y="2"/>
                      </a:lnTo>
                      <a:lnTo>
                        <a:pt x="34" y="2"/>
                      </a:lnTo>
                      <a:lnTo>
                        <a:pt x="34" y="2"/>
                      </a:lnTo>
                      <a:lnTo>
                        <a:pt x="34" y="2"/>
                      </a:lnTo>
                      <a:lnTo>
                        <a:pt x="34" y="2"/>
                      </a:lnTo>
                      <a:lnTo>
                        <a:pt x="34" y="2"/>
                      </a:lnTo>
                      <a:lnTo>
                        <a:pt x="34" y="2"/>
                      </a:lnTo>
                      <a:lnTo>
                        <a:pt x="34" y="2"/>
                      </a:lnTo>
                      <a:lnTo>
                        <a:pt x="34" y="6"/>
                      </a:lnTo>
                      <a:lnTo>
                        <a:pt x="38" y="6"/>
                      </a:lnTo>
                      <a:lnTo>
                        <a:pt x="38" y="2"/>
                      </a:lnTo>
                      <a:lnTo>
                        <a:pt x="38" y="2"/>
                      </a:lnTo>
                      <a:lnTo>
                        <a:pt x="38" y="2"/>
                      </a:lnTo>
                      <a:lnTo>
                        <a:pt x="38" y="2"/>
                      </a:lnTo>
                      <a:lnTo>
                        <a:pt x="42" y="2"/>
                      </a:lnTo>
                      <a:lnTo>
                        <a:pt x="42" y="2"/>
                      </a:lnTo>
                      <a:lnTo>
                        <a:pt x="42" y="2"/>
                      </a:lnTo>
                      <a:lnTo>
                        <a:pt x="42" y="2"/>
                      </a:lnTo>
                      <a:lnTo>
                        <a:pt x="42" y="2"/>
                      </a:lnTo>
                      <a:lnTo>
                        <a:pt x="42" y="2"/>
                      </a:lnTo>
                      <a:lnTo>
                        <a:pt x="46" y="2"/>
                      </a:lnTo>
                      <a:lnTo>
                        <a:pt x="46" y="6"/>
                      </a:lnTo>
                      <a:lnTo>
                        <a:pt x="46" y="6"/>
                      </a:lnTo>
                      <a:lnTo>
                        <a:pt x="46" y="6"/>
                      </a:lnTo>
                      <a:lnTo>
                        <a:pt x="46" y="6"/>
                      </a:lnTo>
                      <a:lnTo>
                        <a:pt x="42" y="6"/>
                      </a:lnTo>
                      <a:lnTo>
                        <a:pt x="42" y="6"/>
                      </a:lnTo>
                      <a:lnTo>
                        <a:pt x="42" y="6"/>
                      </a:lnTo>
                      <a:lnTo>
                        <a:pt x="42" y="6"/>
                      </a:lnTo>
                      <a:lnTo>
                        <a:pt x="42" y="6"/>
                      </a:lnTo>
                      <a:lnTo>
                        <a:pt x="42" y="6"/>
                      </a:lnTo>
                      <a:lnTo>
                        <a:pt x="38" y="6"/>
                      </a:lnTo>
                      <a:lnTo>
                        <a:pt x="38" y="10"/>
                      </a:lnTo>
                      <a:lnTo>
                        <a:pt x="38" y="10"/>
                      </a:lnTo>
                      <a:lnTo>
                        <a:pt x="38" y="10"/>
                      </a:lnTo>
                      <a:lnTo>
                        <a:pt x="38" y="10"/>
                      </a:lnTo>
                      <a:lnTo>
                        <a:pt x="34" y="10"/>
                      </a:lnTo>
                      <a:lnTo>
                        <a:pt x="34" y="6"/>
                      </a:lnTo>
                      <a:lnTo>
                        <a:pt x="34" y="6"/>
                      </a:lnTo>
                      <a:lnTo>
                        <a:pt x="30" y="6"/>
                      </a:lnTo>
                      <a:lnTo>
                        <a:pt x="30" y="6"/>
                      </a:lnTo>
                      <a:lnTo>
                        <a:pt x="30" y="6"/>
                      </a:lnTo>
                      <a:lnTo>
                        <a:pt x="30" y="6"/>
                      </a:lnTo>
                      <a:lnTo>
                        <a:pt x="30" y="6"/>
                      </a:lnTo>
                      <a:lnTo>
                        <a:pt x="30" y="6"/>
                      </a:lnTo>
                      <a:lnTo>
                        <a:pt x="30" y="6"/>
                      </a:lnTo>
                      <a:lnTo>
                        <a:pt x="26" y="6"/>
                      </a:lnTo>
                      <a:lnTo>
                        <a:pt x="26" y="6"/>
                      </a:lnTo>
                      <a:lnTo>
                        <a:pt x="26" y="2"/>
                      </a:lnTo>
                      <a:lnTo>
                        <a:pt x="26" y="2"/>
                      </a:lnTo>
                      <a:lnTo>
                        <a:pt x="26" y="2"/>
                      </a:lnTo>
                      <a:lnTo>
                        <a:pt x="26" y="2"/>
                      </a:lnTo>
                      <a:lnTo>
                        <a:pt x="26" y="2"/>
                      </a:lnTo>
                      <a:lnTo>
                        <a:pt x="26" y="2"/>
                      </a:lnTo>
                      <a:lnTo>
                        <a:pt x="24" y="2"/>
                      </a:lnTo>
                      <a:lnTo>
                        <a:pt x="24" y="2"/>
                      </a:lnTo>
                      <a:lnTo>
                        <a:pt x="24" y="2"/>
                      </a:lnTo>
                      <a:lnTo>
                        <a:pt x="24" y="6"/>
                      </a:lnTo>
                      <a:lnTo>
                        <a:pt x="24" y="6"/>
                      </a:lnTo>
                      <a:lnTo>
                        <a:pt x="24" y="6"/>
                      </a:lnTo>
                      <a:lnTo>
                        <a:pt x="24" y="6"/>
                      </a:lnTo>
                      <a:lnTo>
                        <a:pt x="24" y="6"/>
                      </a:lnTo>
                      <a:lnTo>
                        <a:pt x="24" y="6"/>
                      </a:lnTo>
                      <a:lnTo>
                        <a:pt x="24" y="6"/>
                      </a:lnTo>
                      <a:lnTo>
                        <a:pt x="24" y="6"/>
                      </a:lnTo>
                      <a:lnTo>
                        <a:pt x="20" y="6"/>
                      </a:lnTo>
                      <a:lnTo>
                        <a:pt x="16" y="6"/>
                      </a:lnTo>
                      <a:lnTo>
                        <a:pt x="16" y="10"/>
                      </a:lnTo>
                      <a:lnTo>
                        <a:pt x="16" y="10"/>
                      </a:lnTo>
                      <a:lnTo>
                        <a:pt x="16" y="10"/>
                      </a:lnTo>
                      <a:lnTo>
                        <a:pt x="16" y="10"/>
                      </a:lnTo>
                      <a:lnTo>
                        <a:pt x="12" y="10"/>
                      </a:lnTo>
                      <a:lnTo>
                        <a:pt x="4" y="10"/>
                      </a:lnTo>
                      <a:lnTo>
                        <a:pt x="4" y="10"/>
                      </a:lnTo>
                      <a:lnTo>
                        <a:pt x="0" y="10"/>
                      </a:lnTo>
                      <a:lnTo>
                        <a:pt x="0" y="10"/>
                      </a:lnTo>
                      <a:lnTo>
                        <a:pt x="0" y="6"/>
                      </a:lnTo>
                      <a:lnTo>
                        <a:pt x="0" y="6"/>
                      </a:lnTo>
                      <a:lnTo>
                        <a:pt x="0" y="6"/>
                      </a:lnTo>
                      <a:lnTo>
                        <a:pt x="0" y="6"/>
                      </a:lnTo>
                      <a:lnTo>
                        <a:pt x="0" y="6"/>
                      </a:lnTo>
                      <a:lnTo>
                        <a:pt x="4" y="6"/>
                      </a:lnTo>
                      <a:lnTo>
                        <a:pt x="4" y="6"/>
                      </a:lnTo>
                      <a:lnTo>
                        <a:pt x="4" y="2"/>
                      </a:lnTo>
                      <a:lnTo>
                        <a:pt x="4" y="2"/>
                      </a:lnTo>
                      <a:lnTo>
                        <a:pt x="4" y="6"/>
                      </a:lnTo>
                      <a:lnTo>
                        <a:pt x="4" y="6"/>
                      </a:lnTo>
                      <a:lnTo>
                        <a:pt x="4" y="6"/>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183" name="Freeform 172">
                  <a:extLst>
                    <a:ext uri="{FF2B5EF4-FFF2-40B4-BE49-F238E27FC236}">
                      <a16:creationId xmlns:a16="http://schemas.microsoft.com/office/drawing/2014/main" id="{8CAA6968-0347-A766-62FA-B25DC430D8F3}"/>
                    </a:ext>
                  </a:extLst>
                </p:cNvPr>
                <p:cNvSpPr>
                  <a:spLocks/>
                </p:cNvSpPr>
                <p:nvPr/>
              </p:nvSpPr>
              <p:spPr bwMode="gray">
                <a:xfrm>
                  <a:off x="4792997" y="4185754"/>
                  <a:ext cx="52178" cy="156532"/>
                </a:xfrm>
                <a:custGeom>
                  <a:avLst/>
                  <a:gdLst>
                    <a:gd name="T0" fmla="*/ 26 w 30"/>
                    <a:gd name="T1" fmla="*/ 68 h 90"/>
                    <a:gd name="T2" fmla="*/ 26 w 30"/>
                    <a:gd name="T3" fmla="*/ 74 h 90"/>
                    <a:gd name="T4" fmla="*/ 26 w 30"/>
                    <a:gd name="T5" fmla="*/ 78 h 90"/>
                    <a:gd name="T6" fmla="*/ 26 w 30"/>
                    <a:gd name="T7" fmla="*/ 78 h 90"/>
                    <a:gd name="T8" fmla="*/ 30 w 30"/>
                    <a:gd name="T9" fmla="*/ 82 h 90"/>
                    <a:gd name="T10" fmla="*/ 26 w 30"/>
                    <a:gd name="T11" fmla="*/ 86 h 90"/>
                    <a:gd name="T12" fmla="*/ 26 w 30"/>
                    <a:gd name="T13" fmla="*/ 86 h 90"/>
                    <a:gd name="T14" fmla="*/ 24 w 30"/>
                    <a:gd name="T15" fmla="*/ 86 h 90"/>
                    <a:gd name="T16" fmla="*/ 20 w 30"/>
                    <a:gd name="T17" fmla="*/ 86 h 90"/>
                    <a:gd name="T18" fmla="*/ 16 w 30"/>
                    <a:gd name="T19" fmla="*/ 82 h 90"/>
                    <a:gd name="T20" fmla="*/ 16 w 30"/>
                    <a:gd name="T21" fmla="*/ 82 h 90"/>
                    <a:gd name="T22" fmla="*/ 16 w 30"/>
                    <a:gd name="T23" fmla="*/ 78 h 90"/>
                    <a:gd name="T24" fmla="*/ 12 w 30"/>
                    <a:gd name="T25" fmla="*/ 78 h 90"/>
                    <a:gd name="T26" fmla="*/ 12 w 30"/>
                    <a:gd name="T27" fmla="*/ 70 h 90"/>
                    <a:gd name="T28" fmla="*/ 12 w 30"/>
                    <a:gd name="T29" fmla="*/ 68 h 90"/>
                    <a:gd name="T30" fmla="*/ 12 w 30"/>
                    <a:gd name="T31" fmla="*/ 64 h 90"/>
                    <a:gd name="T32" fmla="*/ 12 w 30"/>
                    <a:gd name="T33" fmla="*/ 64 h 90"/>
                    <a:gd name="T34" fmla="*/ 12 w 30"/>
                    <a:gd name="T35" fmla="*/ 52 h 90"/>
                    <a:gd name="T36" fmla="*/ 16 w 30"/>
                    <a:gd name="T37" fmla="*/ 48 h 90"/>
                    <a:gd name="T38" fmla="*/ 12 w 30"/>
                    <a:gd name="T39" fmla="*/ 48 h 90"/>
                    <a:gd name="T40" fmla="*/ 8 w 30"/>
                    <a:gd name="T41" fmla="*/ 42 h 90"/>
                    <a:gd name="T42" fmla="*/ 12 w 30"/>
                    <a:gd name="T43" fmla="*/ 42 h 90"/>
                    <a:gd name="T44" fmla="*/ 12 w 30"/>
                    <a:gd name="T45" fmla="*/ 38 h 90"/>
                    <a:gd name="T46" fmla="*/ 12 w 30"/>
                    <a:gd name="T47" fmla="*/ 30 h 90"/>
                    <a:gd name="T48" fmla="*/ 12 w 30"/>
                    <a:gd name="T49" fmla="*/ 30 h 90"/>
                    <a:gd name="T50" fmla="*/ 8 w 30"/>
                    <a:gd name="T51" fmla="*/ 30 h 90"/>
                    <a:gd name="T52" fmla="*/ 8 w 30"/>
                    <a:gd name="T53" fmla="*/ 26 h 90"/>
                    <a:gd name="T54" fmla="*/ 12 w 30"/>
                    <a:gd name="T55" fmla="*/ 18 h 90"/>
                    <a:gd name="T56" fmla="*/ 8 w 30"/>
                    <a:gd name="T57" fmla="*/ 18 h 90"/>
                    <a:gd name="T58" fmla="*/ 8 w 30"/>
                    <a:gd name="T59" fmla="*/ 16 h 90"/>
                    <a:gd name="T60" fmla="*/ 4 w 30"/>
                    <a:gd name="T61" fmla="*/ 12 h 90"/>
                    <a:gd name="T62" fmla="*/ 4 w 30"/>
                    <a:gd name="T63" fmla="*/ 8 h 90"/>
                    <a:gd name="T64" fmla="*/ 4 w 30"/>
                    <a:gd name="T65" fmla="*/ 4 h 90"/>
                    <a:gd name="T66" fmla="*/ 4 w 30"/>
                    <a:gd name="T67" fmla="*/ 4 h 90"/>
                    <a:gd name="T68" fmla="*/ 4 w 30"/>
                    <a:gd name="T69" fmla="*/ 0 h 90"/>
                    <a:gd name="T70" fmla="*/ 12 w 30"/>
                    <a:gd name="T71" fmla="*/ 4 h 90"/>
                    <a:gd name="T72" fmla="*/ 12 w 30"/>
                    <a:gd name="T73" fmla="*/ 4 h 90"/>
                    <a:gd name="T74" fmla="*/ 16 w 30"/>
                    <a:gd name="T75" fmla="*/ 4 h 90"/>
                    <a:gd name="T76" fmla="*/ 16 w 30"/>
                    <a:gd name="T77" fmla="*/ 8 h 90"/>
                    <a:gd name="T78" fmla="*/ 16 w 30"/>
                    <a:gd name="T79" fmla="*/ 12 h 90"/>
                    <a:gd name="T80" fmla="*/ 16 w 30"/>
                    <a:gd name="T81" fmla="*/ 12 h 90"/>
                    <a:gd name="T82" fmla="*/ 20 w 30"/>
                    <a:gd name="T83" fmla="*/ 18 h 90"/>
                    <a:gd name="T84" fmla="*/ 24 w 30"/>
                    <a:gd name="T85" fmla="*/ 22 h 90"/>
                    <a:gd name="T86" fmla="*/ 24 w 30"/>
                    <a:gd name="T87" fmla="*/ 30 h 90"/>
                    <a:gd name="T88" fmla="*/ 24 w 30"/>
                    <a:gd name="T89" fmla="*/ 30 h 90"/>
                    <a:gd name="T90" fmla="*/ 26 w 30"/>
                    <a:gd name="T91" fmla="*/ 34 h 90"/>
                    <a:gd name="T92" fmla="*/ 26 w 30"/>
                    <a:gd name="T93" fmla="*/ 34 h 90"/>
                    <a:gd name="T94" fmla="*/ 26 w 30"/>
                    <a:gd name="T95" fmla="*/ 42 h 90"/>
                    <a:gd name="T96" fmla="*/ 26 w 30"/>
                    <a:gd name="T97" fmla="*/ 48 h 90"/>
                    <a:gd name="T98" fmla="*/ 26 w 30"/>
                    <a:gd name="T99" fmla="*/ 64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0" h="90">
                      <a:moveTo>
                        <a:pt x="26" y="64"/>
                      </a:moveTo>
                      <a:lnTo>
                        <a:pt x="26" y="64"/>
                      </a:lnTo>
                      <a:lnTo>
                        <a:pt x="26" y="64"/>
                      </a:lnTo>
                      <a:lnTo>
                        <a:pt x="26" y="68"/>
                      </a:lnTo>
                      <a:lnTo>
                        <a:pt x="26" y="68"/>
                      </a:lnTo>
                      <a:lnTo>
                        <a:pt x="26" y="70"/>
                      </a:lnTo>
                      <a:lnTo>
                        <a:pt x="26" y="70"/>
                      </a:lnTo>
                      <a:lnTo>
                        <a:pt x="26" y="74"/>
                      </a:lnTo>
                      <a:lnTo>
                        <a:pt x="26" y="74"/>
                      </a:lnTo>
                      <a:lnTo>
                        <a:pt x="26" y="74"/>
                      </a:lnTo>
                      <a:lnTo>
                        <a:pt x="26" y="74"/>
                      </a:lnTo>
                      <a:lnTo>
                        <a:pt x="26" y="78"/>
                      </a:lnTo>
                      <a:lnTo>
                        <a:pt x="26" y="78"/>
                      </a:lnTo>
                      <a:lnTo>
                        <a:pt x="26" y="78"/>
                      </a:lnTo>
                      <a:lnTo>
                        <a:pt x="26" y="78"/>
                      </a:lnTo>
                      <a:lnTo>
                        <a:pt x="26" y="78"/>
                      </a:lnTo>
                      <a:lnTo>
                        <a:pt x="26" y="78"/>
                      </a:lnTo>
                      <a:lnTo>
                        <a:pt x="26" y="78"/>
                      </a:lnTo>
                      <a:lnTo>
                        <a:pt x="30" y="82"/>
                      </a:lnTo>
                      <a:lnTo>
                        <a:pt x="30" y="82"/>
                      </a:lnTo>
                      <a:lnTo>
                        <a:pt x="30" y="86"/>
                      </a:lnTo>
                      <a:lnTo>
                        <a:pt x="30" y="86"/>
                      </a:lnTo>
                      <a:lnTo>
                        <a:pt x="30" y="86"/>
                      </a:lnTo>
                      <a:lnTo>
                        <a:pt x="26" y="86"/>
                      </a:lnTo>
                      <a:lnTo>
                        <a:pt x="26" y="86"/>
                      </a:lnTo>
                      <a:lnTo>
                        <a:pt x="26" y="86"/>
                      </a:lnTo>
                      <a:lnTo>
                        <a:pt x="26" y="86"/>
                      </a:lnTo>
                      <a:lnTo>
                        <a:pt x="26" y="86"/>
                      </a:lnTo>
                      <a:lnTo>
                        <a:pt x="26" y="86"/>
                      </a:lnTo>
                      <a:lnTo>
                        <a:pt x="24" y="86"/>
                      </a:lnTo>
                      <a:lnTo>
                        <a:pt x="24" y="86"/>
                      </a:lnTo>
                      <a:lnTo>
                        <a:pt x="24" y="86"/>
                      </a:lnTo>
                      <a:lnTo>
                        <a:pt x="24" y="90"/>
                      </a:lnTo>
                      <a:lnTo>
                        <a:pt x="24" y="86"/>
                      </a:lnTo>
                      <a:lnTo>
                        <a:pt x="24" y="86"/>
                      </a:lnTo>
                      <a:lnTo>
                        <a:pt x="20" y="86"/>
                      </a:lnTo>
                      <a:lnTo>
                        <a:pt x="20" y="86"/>
                      </a:lnTo>
                      <a:lnTo>
                        <a:pt x="20" y="86"/>
                      </a:lnTo>
                      <a:lnTo>
                        <a:pt x="20" y="82"/>
                      </a:lnTo>
                      <a:lnTo>
                        <a:pt x="16" y="82"/>
                      </a:lnTo>
                      <a:lnTo>
                        <a:pt x="16" y="82"/>
                      </a:lnTo>
                      <a:lnTo>
                        <a:pt x="16" y="82"/>
                      </a:lnTo>
                      <a:lnTo>
                        <a:pt x="16" y="82"/>
                      </a:lnTo>
                      <a:lnTo>
                        <a:pt x="16" y="82"/>
                      </a:lnTo>
                      <a:lnTo>
                        <a:pt x="16" y="82"/>
                      </a:lnTo>
                      <a:lnTo>
                        <a:pt x="16" y="78"/>
                      </a:lnTo>
                      <a:lnTo>
                        <a:pt x="16" y="78"/>
                      </a:lnTo>
                      <a:lnTo>
                        <a:pt x="16" y="78"/>
                      </a:lnTo>
                      <a:lnTo>
                        <a:pt x="16" y="78"/>
                      </a:lnTo>
                      <a:lnTo>
                        <a:pt x="12" y="78"/>
                      </a:lnTo>
                      <a:lnTo>
                        <a:pt x="12" y="78"/>
                      </a:lnTo>
                      <a:lnTo>
                        <a:pt x="12" y="78"/>
                      </a:lnTo>
                      <a:lnTo>
                        <a:pt x="12" y="78"/>
                      </a:lnTo>
                      <a:lnTo>
                        <a:pt x="12" y="74"/>
                      </a:lnTo>
                      <a:lnTo>
                        <a:pt x="12" y="74"/>
                      </a:lnTo>
                      <a:lnTo>
                        <a:pt x="12" y="70"/>
                      </a:lnTo>
                      <a:lnTo>
                        <a:pt x="12" y="70"/>
                      </a:lnTo>
                      <a:lnTo>
                        <a:pt x="12" y="68"/>
                      </a:lnTo>
                      <a:lnTo>
                        <a:pt x="12" y="68"/>
                      </a:lnTo>
                      <a:lnTo>
                        <a:pt x="12" y="68"/>
                      </a:lnTo>
                      <a:lnTo>
                        <a:pt x="12" y="68"/>
                      </a:lnTo>
                      <a:lnTo>
                        <a:pt x="12" y="68"/>
                      </a:lnTo>
                      <a:lnTo>
                        <a:pt x="12" y="68"/>
                      </a:lnTo>
                      <a:lnTo>
                        <a:pt x="12" y="64"/>
                      </a:lnTo>
                      <a:lnTo>
                        <a:pt x="12" y="64"/>
                      </a:lnTo>
                      <a:lnTo>
                        <a:pt x="12" y="64"/>
                      </a:lnTo>
                      <a:lnTo>
                        <a:pt x="12" y="64"/>
                      </a:lnTo>
                      <a:lnTo>
                        <a:pt x="12" y="64"/>
                      </a:lnTo>
                      <a:lnTo>
                        <a:pt x="12" y="60"/>
                      </a:lnTo>
                      <a:lnTo>
                        <a:pt x="12" y="56"/>
                      </a:lnTo>
                      <a:lnTo>
                        <a:pt x="12" y="52"/>
                      </a:lnTo>
                      <a:lnTo>
                        <a:pt x="12" y="52"/>
                      </a:lnTo>
                      <a:lnTo>
                        <a:pt x="12" y="52"/>
                      </a:lnTo>
                      <a:lnTo>
                        <a:pt x="16" y="52"/>
                      </a:lnTo>
                      <a:lnTo>
                        <a:pt x="16" y="52"/>
                      </a:lnTo>
                      <a:lnTo>
                        <a:pt x="16" y="48"/>
                      </a:lnTo>
                      <a:lnTo>
                        <a:pt x="16" y="48"/>
                      </a:lnTo>
                      <a:lnTo>
                        <a:pt x="16" y="48"/>
                      </a:lnTo>
                      <a:lnTo>
                        <a:pt x="12" y="48"/>
                      </a:lnTo>
                      <a:lnTo>
                        <a:pt x="12" y="48"/>
                      </a:lnTo>
                      <a:lnTo>
                        <a:pt x="12" y="44"/>
                      </a:lnTo>
                      <a:lnTo>
                        <a:pt x="12" y="44"/>
                      </a:lnTo>
                      <a:lnTo>
                        <a:pt x="12" y="44"/>
                      </a:lnTo>
                      <a:lnTo>
                        <a:pt x="8" y="42"/>
                      </a:lnTo>
                      <a:lnTo>
                        <a:pt x="8" y="42"/>
                      </a:lnTo>
                      <a:lnTo>
                        <a:pt x="12" y="42"/>
                      </a:lnTo>
                      <a:lnTo>
                        <a:pt x="12" y="42"/>
                      </a:lnTo>
                      <a:lnTo>
                        <a:pt x="12" y="42"/>
                      </a:lnTo>
                      <a:lnTo>
                        <a:pt x="12" y="42"/>
                      </a:lnTo>
                      <a:lnTo>
                        <a:pt x="12" y="42"/>
                      </a:lnTo>
                      <a:lnTo>
                        <a:pt x="12" y="38"/>
                      </a:lnTo>
                      <a:lnTo>
                        <a:pt x="12" y="38"/>
                      </a:lnTo>
                      <a:lnTo>
                        <a:pt x="12" y="34"/>
                      </a:lnTo>
                      <a:lnTo>
                        <a:pt x="12" y="34"/>
                      </a:lnTo>
                      <a:lnTo>
                        <a:pt x="12" y="34"/>
                      </a:lnTo>
                      <a:lnTo>
                        <a:pt x="12" y="30"/>
                      </a:lnTo>
                      <a:lnTo>
                        <a:pt x="12" y="30"/>
                      </a:lnTo>
                      <a:lnTo>
                        <a:pt x="12" y="30"/>
                      </a:lnTo>
                      <a:lnTo>
                        <a:pt x="12" y="30"/>
                      </a:lnTo>
                      <a:lnTo>
                        <a:pt x="12" y="30"/>
                      </a:lnTo>
                      <a:lnTo>
                        <a:pt x="8" y="30"/>
                      </a:lnTo>
                      <a:lnTo>
                        <a:pt x="8" y="30"/>
                      </a:lnTo>
                      <a:lnTo>
                        <a:pt x="8" y="30"/>
                      </a:lnTo>
                      <a:lnTo>
                        <a:pt x="8" y="30"/>
                      </a:lnTo>
                      <a:lnTo>
                        <a:pt x="8" y="30"/>
                      </a:lnTo>
                      <a:lnTo>
                        <a:pt x="8" y="30"/>
                      </a:lnTo>
                      <a:lnTo>
                        <a:pt x="8" y="30"/>
                      </a:lnTo>
                      <a:lnTo>
                        <a:pt x="8" y="26"/>
                      </a:lnTo>
                      <a:lnTo>
                        <a:pt x="8" y="26"/>
                      </a:lnTo>
                      <a:lnTo>
                        <a:pt x="8" y="18"/>
                      </a:lnTo>
                      <a:lnTo>
                        <a:pt x="12" y="18"/>
                      </a:lnTo>
                      <a:lnTo>
                        <a:pt x="12" y="18"/>
                      </a:lnTo>
                      <a:lnTo>
                        <a:pt x="8" y="18"/>
                      </a:lnTo>
                      <a:lnTo>
                        <a:pt x="8" y="18"/>
                      </a:lnTo>
                      <a:lnTo>
                        <a:pt x="8" y="18"/>
                      </a:lnTo>
                      <a:lnTo>
                        <a:pt x="8" y="18"/>
                      </a:lnTo>
                      <a:lnTo>
                        <a:pt x="8" y="16"/>
                      </a:lnTo>
                      <a:lnTo>
                        <a:pt x="8" y="16"/>
                      </a:lnTo>
                      <a:lnTo>
                        <a:pt x="8" y="16"/>
                      </a:lnTo>
                      <a:lnTo>
                        <a:pt x="8" y="16"/>
                      </a:lnTo>
                      <a:lnTo>
                        <a:pt x="4" y="12"/>
                      </a:lnTo>
                      <a:lnTo>
                        <a:pt x="4" y="12"/>
                      </a:lnTo>
                      <a:lnTo>
                        <a:pt x="4" y="12"/>
                      </a:lnTo>
                      <a:lnTo>
                        <a:pt x="4" y="12"/>
                      </a:lnTo>
                      <a:lnTo>
                        <a:pt x="4" y="12"/>
                      </a:lnTo>
                      <a:lnTo>
                        <a:pt x="4" y="8"/>
                      </a:lnTo>
                      <a:lnTo>
                        <a:pt x="4" y="8"/>
                      </a:lnTo>
                      <a:lnTo>
                        <a:pt x="4" y="8"/>
                      </a:lnTo>
                      <a:lnTo>
                        <a:pt x="4" y="8"/>
                      </a:lnTo>
                      <a:lnTo>
                        <a:pt x="4" y="4"/>
                      </a:lnTo>
                      <a:lnTo>
                        <a:pt x="4" y="4"/>
                      </a:lnTo>
                      <a:lnTo>
                        <a:pt x="4" y="4"/>
                      </a:lnTo>
                      <a:lnTo>
                        <a:pt x="4" y="0"/>
                      </a:lnTo>
                      <a:lnTo>
                        <a:pt x="4" y="0"/>
                      </a:lnTo>
                      <a:lnTo>
                        <a:pt x="4" y="4"/>
                      </a:lnTo>
                      <a:lnTo>
                        <a:pt x="4" y="4"/>
                      </a:lnTo>
                      <a:lnTo>
                        <a:pt x="0" y="0"/>
                      </a:lnTo>
                      <a:lnTo>
                        <a:pt x="0" y="0"/>
                      </a:lnTo>
                      <a:lnTo>
                        <a:pt x="0" y="0"/>
                      </a:lnTo>
                      <a:lnTo>
                        <a:pt x="4" y="0"/>
                      </a:lnTo>
                      <a:lnTo>
                        <a:pt x="4" y="0"/>
                      </a:lnTo>
                      <a:lnTo>
                        <a:pt x="8" y="4"/>
                      </a:lnTo>
                      <a:lnTo>
                        <a:pt x="8" y="4"/>
                      </a:lnTo>
                      <a:lnTo>
                        <a:pt x="12" y="4"/>
                      </a:lnTo>
                      <a:lnTo>
                        <a:pt x="12" y="4"/>
                      </a:lnTo>
                      <a:lnTo>
                        <a:pt x="12" y="4"/>
                      </a:lnTo>
                      <a:lnTo>
                        <a:pt x="12" y="4"/>
                      </a:lnTo>
                      <a:lnTo>
                        <a:pt x="12" y="4"/>
                      </a:lnTo>
                      <a:lnTo>
                        <a:pt x="16" y="4"/>
                      </a:lnTo>
                      <a:lnTo>
                        <a:pt x="16" y="4"/>
                      </a:lnTo>
                      <a:lnTo>
                        <a:pt x="16" y="4"/>
                      </a:lnTo>
                      <a:lnTo>
                        <a:pt x="16" y="4"/>
                      </a:lnTo>
                      <a:lnTo>
                        <a:pt x="16" y="4"/>
                      </a:lnTo>
                      <a:lnTo>
                        <a:pt x="16" y="8"/>
                      </a:lnTo>
                      <a:lnTo>
                        <a:pt x="16" y="8"/>
                      </a:lnTo>
                      <a:lnTo>
                        <a:pt x="16" y="8"/>
                      </a:lnTo>
                      <a:lnTo>
                        <a:pt x="16" y="8"/>
                      </a:lnTo>
                      <a:lnTo>
                        <a:pt x="16" y="8"/>
                      </a:lnTo>
                      <a:lnTo>
                        <a:pt x="16" y="8"/>
                      </a:lnTo>
                      <a:lnTo>
                        <a:pt x="16" y="12"/>
                      </a:lnTo>
                      <a:lnTo>
                        <a:pt x="16" y="12"/>
                      </a:lnTo>
                      <a:lnTo>
                        <a:pt x="16" y="12"/>
                      </a:lnTo>
                      <a:lnTo>
                        <a:pt x="16" y="12"/>
                      </a:lnTo>
                      <a:lnTo>
                        <a:pt x="16" y="12"/>
                      </a:lnTo>
                      <a:lnTo>
                        <a:pt x="16" y="16"/>
                      </a:lnTo>
                      <a:lnTo>
                        <a:pt x="20" y="18"/>
                      </a:lnTo>
                      <a:lnTo>
                        <a:pt x="20" y="18"/>
                      </a:lnTo>
                      <a:lnTo>
                        <a:pt x="20" y="18"/>
                      </a:lnTo>
                      <a:lnTo>
                        <a:pt x="24" y="18"/>
                      </a:lnTo>
                      <a:lnTo>
                        <a:pt x="24" y="18"/>
                      </a:lnTo>
                      <a:lnTo>
                        <a:pt x="24" y="22"/>
                      </a:lnTo>
                      <a:lnTo>
                        <a:pt x="24" y="22"/>
                      </a:lnTo>
                      <a:lnTo>
                        <a:pt x="24" y="26"/>
                      </a:lnTo>
                      <a:lnTo>
                        <a:pt x="24" y="26"/>
                      </a:lnTo>
                      <a:lnTo>
                        <a:pt x="24" y="30"/>
                      </a:lnTo>
                      <a:lnTo>
                        <a:pt x="24" y="30"/>
                      </a:lnTo>
                      <a:lnTo>
                        <a:pt x="24" y="30"/>
                      </a:lnTo>
                      <a:lnTo>
                        <a:pt x="24" y="30"/>
                      </a:lnTo>
                      <a:lnTo>
                        <a:pt x="24" y="30"/>
                      </a:lnTo>
                      <a:lnTo>
                        <a:pt x="24" y="30"/>
                      </a:lnTo>
                      <a:lnTo>
                        <a:pt x="24" y="34"/>
                      </a:lnTo>
                      <a:lnTo>
                        <a:pt x="24" y="34"/>
                      </a:lnTo>
                      <a:lnTo>
                        <a:pt x="24" y="34"/>
                      </a:lnTo>
                      <a:lnTo>
                        <a:pt x="26" y="34"/>
                      </a:lnTo>
                      <a:lnTo>
                        <a:pt x="26" y="34"/>
                      </a:lnTo>
                      <a:lnTo>
                        <a:pt x="26" y="34"/>
                      </a:lnTo>
                      <a:lnTo>
                        <a:pt x="26" y="34"/>
                      </a:lnTo>
                      <a:lnTo>
                        <a:pt x="26" y="34"/>
                      </a:lnTo>
                      <a:lnTo>
                        <a:pt x="26" y="38"/>
                      </a:lnTo>
                      <a:lnTo>
                        <a:pt x="26" y="38"/>
                      </a:lnTo>
                      <a:lnTo>
                        <a:pt x="26" y="42"/>
                      </a:lnTo>
                      <a:lnTo>
                        <a:pt x="26" y="42"/>
                      </a:lnTo>
                      <a:lnTo>
                        <a:pt x="26" y="44"/>
                      </a:lnTo>
                      <a:lnTo>
                        <a:pt x="26" y="48"/>
                      </a:lnTo>
                      <a:lnTo>
                        <a:pt x="26" y="48"/>
                      </a:lnTo>
                      <a:lnTo>
                        <a:pt x="26" y="48"/>
                      </a:lnTo>
                      <a:lnTo>
                        <a:pt x="26" y="56"/>
                      </a:lnTo>
                      <a:lnTo>
                        <a:pt x="26" y="60"/>
                      </a:lnTo>
                      <a:lnTo>
                        <a:pt x="26" y="64"/>
                      </a:lnTo>
                      <a:lnTo>
                        <a:pt x="26" y="64"/>
                      </a:lnTo>
                      <a:lnTo>
                        <a:pt x="26" y="64"/>
                      </a:lnTo>
                      <a:lnTo>
                        <a:pt x="26" y="64"/>
                      </a:lnTo>
                      <a:lnTo>
                        <a:pt x="26" y="64"/>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184" name="Freeform 173">
                  <a:extLst>
                    <a:ext uri="{FF2B5EF4-FFF2-40B4-BE49-F238E27FC236}">
                      <a16:creationId xmlns:a16="http://schemas.microsoft.com/office/drawing/2014/main" id="{33DBC3D6-EFFB-0D4C-7880-1569F7875ECC}"/>
                    </a:ext>
                  </a:extLst>
                </p:cNvPr>
                <p:cNvSpPr>
                  <a:spLocks noEditPoints="1"/>
                </p:cNvSpPr>
                <p:nvPr/>
              </p:nvSpPr>
              <p:spPr bwMode="gray">
                <a:xfrm>
                  <a:off x="4980837" y="3368302"/>
                  <a:ext cx="104356" cy="236538"/>
                </a:xfrm>
                <a:custGeom>
                  <a:avLst/>
                  <a:gdLst>
                    <a:gd name="T0" fmla="*/ 40 w 60"/>
                    <a:gd name="T1" fmla="*/ 12 h 136"/>
                    <a:gd name="T2" fmla="*/ 44 w 60"/>
                    <a:gd name="T3" fmla="*/ 12 h 136"/>
                    <a:gd name="T4" fmla="*/ 44 w 60"/>
                    <a:gd name="T5" fmla="*/ 8 h 136"/>
                    <a:gd name="T6" fmla="*/ 48 w 60"/>
                    <a:gd name="T7" fmla="*/ 8 h 136"/>
                    <a:gd name="T8" fmla="*/ 48 w 60"/>
                    <a:gd name="T9" fmla="*/ 14 h 136"/>
                    <a:gd name="T10" fmla="*/ 48 w 60"/>
                    <a:gd name="T11" fmla="*/ 18 h 136"/>
                    <a:gd name="T12" fmla="*/ 44 w 60"/>
                    <a:gd name="T13" fmla="*/ 18 h 136"/>
                    <a:gd name="T14" fmla="*/ 44 w 60"/>
                    <a:gd name="T15" fmla="*/ 30 h 136"/>
                    <a:gd name="T16" fmla="*/ 48 w 60"/>
                    <a:gd name="T17" fmla="*/ 34 h 136"/>
                    <a:gd name="T18" fmla="*/ 52 w 60"/>
                    <a:gd name="T19" fmla="*/ 34 h 136"/>
                    <a:gd name="T20" fmla="*/ 52 w 60"/>
                    <a:gd name="T21" fmla="*/ 42 h 136"/>
                    <a:gd name="T22" fmla="*/ 48 w 60"/>
                    <a:gd name="T23" fmla="*/ 52 h 136"/>
                    <a:gd name="T24" fmla="*/ 44 w 60"/>
                    <a:gd name="T25" fmla="*/ 56 h 136"/>
                    <a:gd name="T26" fmla="*/ 38 w 60"/>
                    <a:gd name="T27" fmla="*/ 60 h 136"/>
                    <a:gd name="T28" fmla="*/ 38 w 60"/>
                    <a:gd name="T29" fmla="*/ 64 h 136"/>
                    <a:gd name="T30" fmla="*/ 40 w 60"/>
                    <a:gd name="T31" fmla="*/ 72 h 136"/>
                    <a:gd name="T32" fmla="*/ 44 w 60"/>
                    <a:gd name="T33" fmla="*/ 72 h 136"/>
                    <a:gd name="T34" fmla="*/ 48 w 60"/>
                    <a:gd name="T35" fmla="*/ 74 h 136"/>
                    <a:gd name="T36" fmla="*/ 52 w 60"/>
                    <a:gd name="T37" fmla="*/ 72 h 136"/>
                    <a:gd name="T38" fmla="*/ 52 w 60"/>
                    <a:gd name="T39" fmla="*/ 74 h 136"/>
                    <a:gd name="T40" fmla="*/ 56 w 60"/>
                    <a:gd name="T41" fmla="*/ 78 h 136"/>
                    <a:gd name="T42" fmla="*/ 60 w 60"/>
                    <a:gd name="T43" fmla="*/ 82 h 136"/>
                    <a:gd name="T44" fmla="*/ 60 w 60"/>
                    <a:gd name="T45" fmla="*/ 90 h 136"/>
                    <a:gd name="T46" fmla="*/ 60 w 60"/>
                    <a:gd name="T47" fmla="*/ 94 h 136"/>
                    <a:gd name="T48" fmla="*/ 48 w 60"/>
                    <a:gd name="T49" fmla="*/ 102 h 136"/>
                    <a:gd name="T50" fmla="*/ 44 w 60"/>
                    <a:gd name="T51" fmla="*/ 106 h 136"/>
                    <a:gd name="T52" fmla="*/ 38 w 60"/>
                    <a:gd name="T53" fmla="*/ 108 h 136"/>
                    <a:gd name="T54" fmla="*/ 40 w 60"/>
                    <a:gd name="T55" fmla="*/ 124 h 136"/>
                    <a:gd name="T56" fmla="*/ 34 w 60"/>
                    <a:gd name="T57" fmla="*/ 132 h 136"/>
                    <a:gd name="T58" fmla="*/ 30 w 60"/>
                    <a:gd name="T59" fmla="*/ 124 h 136"/>
                    <a:gd name="T60" fmla="*/ 22 w 60"/>
                    <a:gd name="T61" fmla="*/ 102 h 136"/>
                    <a:gd name="T62" fmla="*/ 14 w 60"/>
                    <a:gd name="T63" fmla="*/ 90 h 136"/>
                    <a:gd name="T64" fmla="*/ 10 w 60"/>
                    <a:gd name="T65" fmla="*/ 82 h 136"/>
                    <a:gd name="T66" fmla="*/ 4 w 60"/>
                    <a:gd name="T67" fmla="*/ 78 h 136"/>
                    <a:gd name="T68" fmla="*/ 4 w 60"/>
                    <a:gd name="T69" fmla="*/ 68 h 136"/>
                    <a:gd name="T70" fmla="*/ 4 w 60"/>
                    <a:gd name="T71" fmla="*/ 64 h 136"/>
                    <a:gd name="T72" fmla="*/ 4 w 60"/>
                    <a:gd name="T73" fmla="*/ 60 h 136"/>
                    <a:gd name="T74" fmla="*/ 10 w 60"/>
                    <a:gd name="T75" fmla="*/ 52 h 136"/>
                    <a:gd name="T76" fmla="*/ 10 w 60"/>
                    <a:gd name="T77" fmla="*/ 48 h 136"/>
                    <a:gd name="T78" fmla="*/ 14 w 60"/>
                    <a:gd name="T79" fmla="*/ 42 h 136"/>
                    <a:gd name="T80" fmla="*/ 14 w 60"/>
                    <a:gd name="T81" fmla="*/ 34 h 136"/>
                    <a:gd name="T82" fmla="*/ 10 w 60"/>
                    <a:gd name="T83" fmla="*/ 30 h 136"/>
                    <a:gd name="T84" fmla="*/ 14 w 60"/>
                    <a:gd name="T85" fmla="*/ 22 h 136"/>
                    <a:gd name="T86" fmla="*/ 10 w 60"/>
                    <a:gd name="T87" fmla="*/ 14 h 136"/>
                    <a:gd name="T88" fmla="*/ 10 w 60"/>
                    <a:gd name="T89" fmla="*/ 14 h 136"/>
                    <a:gd name="T90" fmla="*/ 18 w 60"/>
                    <a:gd name="T91" fmla="*/ 8 h 136"/>
                    <a:gd name="T92" fmla="*/ 22 w 60"/>
                    <a:gd name="T93" fmla="*/ 8 h 136"/>
                    <a:gd name="T94" fmla="*/ 22 w 60"/>
                    <a:gd name="T95" fmla="*/ 4 h 136"/>
                    <a:gd name="T96" fmla="*/ 34 w 60"/>
                    <a:gd name="T97" fmla="*/ 0 h 136"/>
                    <a:gd name="T98" fmla="*/ 34 w 60"/>
                    <a:gd name="T99" fmla="*/ 4 h 136"/>
                    <a:gd name="T100" fmla="*/ 40 w 60"/>
                    <a:gd name="T101" fmla="*/ 4 h 136"/>
                    <a:gd name="T102" fmla="*/ 40 w 60"/>
                    <a:gd name="T103" fmla="*/ 8 h 136"/>
                    <a:gd name="T104" fmla="*/ 52 w 60"/>
                    <a:gd name="T105" fmla="*/ 52 h 136"/>
                    <a:gd name="T106" fmla="*/ 56 w 60"/>
                    <a:gd name="T107" fmla="*/ 48 h 136"/>
                    <a:gd name="T108" fmla="*/ 52 w 60"/>
                    <a:gd name="T109" fmla="*/ 52 h 136"/>
                    <a:gd name="T110" fmla="*/ 48 w 60"/>
                    <a:gd name="T111" fmla="*/ 68 h 136"/>
                    <a:gd name="T112" fmla="*/ 48 w 60"/>
                    <a:gd name="T113" fmla="*/ 68 h 136"/>
                    <a:gd name="T114" fmla="*/ 48 w 60"/>
                    <a:gd name="T115" fmla="*/ 68 h 136"/>
                    <a:gd name="T116" fmla="*/ 52 w 60"/>
                    <a:gd name="T117" fmla="*/ 68 h 136"/>
                    <a:gd name="T118" fmla="*/ 48 w 60"/>
                    <a:gd name="T119" fmla="*/ 72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60" h="136">
                      <a:moveTo>
                        <a:pt x="40" y="8"/>
                      </a:moveTo>
                      <a:lnTo>
                        <a:pt x="40" y="8"/>
                      </a:lnTo>
                      <a:lnTo>
                        <a:pt x="40" y="12"/>
                      </a:lnTo>
                      <a:lnTo>
                        <a:pt x="40" y="12"/>
                      </a:lnTo>
                      <a:lnTo>
                        <a:pt x="40" y="12"/>
                      </a:lnTo>
                      <a:lnTo>
                        <a:pt x="40" y="12"/>
                      </a:lnTo>
                      <a:lnTo>
                        <a:pt x="40" y="12"/>
                      </a:lnTo>
                      <a:lnTo>
                        <a:pt x="40" y="12"/>
                      </a:lnTo>
                      <a:lnTo>
                        <a:pt x="40" y="12"/>
                      </a:lnTo>
                      <a:lnTo>
                        <a:pt x="40" y="12"/>
                      </a:lnTo>
                      <a:lnTo>
                        <a:pt x="40" y="12"/>
                      </a:lnTo>
                      <a:lnTo>
                        <a:pt x="40" y="12"/>
                      </a:lnTo>
                      <a:lnTo>
                        <a:pt x="40" y="12"/>
                      </a:lnTo>
                      <a:lnTo>
                        <a:pt x="44" y="12"/>
                      </a:lnTo>
                      <a:lnTo>
                        <a:pt x="44" y="12"/>
                      </a:lnTo>
                      <a:lnTo>
                        <a:pt x="44" y="12"/>
                      </a:lnTo>
                      <a:lnTo>
                        <a:pt x="44" y="12"/>
                      </a:lnTo>
                      <a:lnTo>
                        <a:pt x="44" y="12"/>
                      </a:lnTo>
                      <a:lnTo>
                        <a:pt x="44" y="12"/>
                      </a:lnTo>
                      <a:lnTo>
                        <a:pt x="44" y="12"/>
                      </a:lnTo>
                      <a:lnTo>
                        <a:pt x="44" y="8"/>
                      </a:lnTo>
                      <a:lnTo>
                        <a:pt x="44" y="8"/>
                      </a:lnTo>
                      <a:lnTo>
                        <a:pt x="44" y="8"/>
                      </a:lnTo>
                      <a:lnTo>
                        <a:pt x="48" y="8"/>
                      </a:lnTo>
                      <a:lnTo>
                        <a:pt x="48" y="8"/>
                      </a:lnTo>
                      <a:lnTo>
                        <a:pt x="48" y="8"/>
                      </a:lnTo>
                      <a:lnTo>
                        <a:pt x="48" y="8"/>
                      </a:lnTo>
                      <a:lnTo>
                        <a:pt x="48" y="8"/>
                      </a:lnTo>
                      <a:lnTo>
                        <a:pt x="52" y="4"/>
                      </a:lnTo>
                      <a:lnTo>
                        <a:pt x="52" y="8"/>
                      </a:lnTo>
                      <a:lnTo>
                        <a:pt x="52" y="8"/>
                      </a:lnTo>
                      <a:lnTo>
                        <a:pt x="52" y="12"/>
                      </a:lnTo>
                      <a:lnTo>
                        <a:pt x="52" y="12"/>
                      </a:lnTo>
                      <a:lnTo>
                        <a:pt x="52" y="12"/>
                      </a:lnTo>
                      <a:lnTo>
                        <a:pt x="48" y="14"/>
                      </a:lnTo>
                      <a:lnTo>
                        <a:pt x="48" y="14"/>
                      </a:lnTo>
                      <a:lnTo>
                        <a:pt x="48" y="14"/>
                      </a:lnTo>
                      <a:lnTo>
                        <a:pt x="48" y="14"/>
                      </a:lnTo>
                      <a:lnTo>
                        <a:pt x="48" y="14"/>
                      </a:lnTo>
                      <a:lnTo>
                        <a:pt x="48" y="18"/>
                      </a:lnTo>
                      <a:lnTo>
                        <a:pt x="48" y="18"/>
                      </a:lnTo>
                      <a:lnTo>
                        <a:pt x="48" y="18"/>
                      </a:lnTo>
                      <a:lnTo>
                        <a:pt x="44" y="18"/>
                      </a:lnTo>
                      <a:lnTo>
                        <a:pt x="44" y="18"/>
                      </a:lnTo>
                      <a:lnTo>
                        <a:pt x="44" y="18"/>
                      </a:lnTo>
                      <a:lnTo>
                        <a:pt x="44" y="18"/>
                      </a:lnTo>
                      <a:lnTo>
                        <a:pt x="44" y="18"/>
                      </a:lnTo>
                      <a:lnTo>
                        <a:pt x="44" y="18"/>
                      </a:lnTo>
                      <a:lnTo>
                        <a:pt x="44" y="18"/>
                      </a:lnTo>
                      <a:lnTo>
                        <a:pt x="44" y="22"/>
                      </a:lnTo>
                      <a:lnTo>
                        <a:pt x="44" y="22"/>
                      </a:lnTo>
                      <a:lnTo>
                        <a:pt x="44" y="22"/>
                      </a:lnTo>
                      <a:lnTo>
                        <a:pt x="44" y="26"/>
                      </a:lnTo>
                      <a:lnTo>
                        <a:pt x="44" y="26"/>
                      </a:lnTo>
                      <a:lnTo>
                        <a:pt x="44" y="30"/>
                      </a:lnTo>
                      <a:lnTo>
                        <a:pt x="44" y="30"/>
                      </a:lnTo>
                      <a:lnTo>
                        <a:pt x="48" y="30"/>
                      </a:lnTo>
                      <a:lnTo>
                        <a:pt x="48" y="30"/>
                      </a:lnTo>
                      <a:lnTo>
                        <a:pt x="48" y="30"/>
                      </a:lnTo>
                      <a:lnTo>
                        <a:pt x="48" y="30"/>
                      </a:lnTo>
                      <a:lnTo>
                        <a:pt x="48" y="30"/>
                      </a:lnTo>
                      <a:lnTo>
                        <a:pt x="48" y="34"/>
                      </a:lnTo>
                      <a:lnTo>
                        <a:pt x="48" y="34"/>
                      </a:lnTo>
                      <a:lnTo>
                        <a:pt x="48" y="34"/>
                      </a:lnTo>
                      <a:lnTo>
                        <a:pt x="52" y="34"/>
                      </a:lnTo>
                      <a:lnTo>
                        <a:pt x="52" y="34"/>
                      </a:lnTo>
                      <a:lnTo>
                        <a:pt x="52" y="34"/>
                      </a:lnTo>
                      <a:lnTo>
                        <a:pt x="52" y="34"/>
                      </a:lnTo>
                      <a:lnTo>
                        <a:pt x="52" y="34"/>
                      </a:lnTo>
                      <a:lnTo>
                        <a:pt x="52" y="34"/>
                      </a:lnTo>
                      <a:lnTo>
                        <a:pt x="52" y="38"/>
                      </a:lnTo>
                      <a:lnTo>
                        <a:pt x="52" y="38"/>
                      </a:lnTo>
                      <a:lnTo>
                        <a:pt x="52" y="38"/>
                      </a:lnTo>
                      <a:lnTo>
                        <a:pt x="52" y="42"/>
                      </a:lnTo>
                      <a:lnTo>
                        <a:pt x="52" y="42"/>
                      </a:lnTo>
                      <a:lnTo>
                        <a:pt x="52" y="42"/>
                      </a:lnTo>
                      <a:lnTo>
                        <a:pt x="52" y="42"/>
                      </a:lnTo>
                      <a:lnTo>
                        <a:pt x="52" y="42"/>
                      </a:lnTo>
                      <a:lnTo>
                        <a:pt x="52" y="42"/>
                      </a:lnTo>
                      <a:lnTo>
                        <a:pt x="52" y="44"/>
                      </a:lnTo>
                      <a:lnTo>
                        <a:pt x="52" y="44"/>
                      </a:lnTo>
                      <a:lnTo>
                        <a:pt x="48" y="48"/>
                      </a:lnTo>
                      <a:lnTo>
                        <a:pt x="48" y="48"/>
                      </a:lnTo>
                      <a:lnTo>
                        <a:pt x="48" y="52"/>
                      </a:lnTo>
                      <a:lnTo>
                        <a:pt x="48" y="52"/>
                      </a:lnTo>
                      <a:lnTo>
                        <a:pt x="48" y="52"/>
                      </a:lnTo>
                      <a:lnTo>
                        <a:pt x="44" y="52"/>
                      </a:lnTo>
                      <a:lnTo>
                        <a:pt x="44" y="52"/>
                      </a:lnTo>
                      <a:lnTo>
                        <a:pt x="44" y="52"/>
                      </a:lnTo>
                      <a:lnTo>
                        <a:pt x="44" y="52"/>
                      </a:lnTo>
                      <a:lnTo>
                        <a:pt x="44" y="56"/>
                      </a:lnTo>
                      <a:lnTo>
                        <a:pt x="40" y="56"/>
                      </a:lnTo>
                      <a:lnTo>
                        <a:pt x="40" y="56"/>
                      </a:lnTo>
                      <a:lnTo>
                        <a:pt x="40" y="56"/>
                      </a:lnTo>
                      <a:lnTo>
                        <a:pt x="40" y="56"/>
                      </a:lnTo>
                      <a:lnTo>
                        <a:pt x="38" y="56"/>
                      </a:lnTo>
                      <a:lnTo>
                        <a:pt x="38" y="60"/>
                      </a:lnTo>
                      <a:lnTo>
                        <a:pt x="38" y="60"/>
                      </a:lnTo>
                      <a:lnTo>
                        <a:pt x="38" y="60"/>
                      </a:lnTo>
                      <a:lnTo>
                        <a:pt x="38" y="60"/>
                      </a:lnTo>
                      <a:lnTo>
                        <a:pt x="38" y="60"/>
                      </a:lnTo>
                      <a:lnTo>
                        <a:pt x="38" y="64"/>
                      </a:lnTo>
                      <a:lnTo>
                        <a:pt x="38" y="64"/>
                      </a:lnTo>
                      <a:lnTo>
                        <a:pt x="38" y="64"/>
                      </a:lnTo>
                      <a:lnTo>
                        <a:pt x="38" y="64"/>
                      </a:lnTo>
                      <a:lnTo>
                        <a:pt x="38" y="64"/>
                      </a:lnTo>
                      <a:lnTo>
                        <a:pt x="38" y="64"/>
                      </a:lnTo>
                      <a:lnTo>
                        <a:pt x="40" y="68"/>
                      </a:lnTo>
                      <a:lnTo>
                        <a:pt x="40" y="68"/>
                      </a:lnTo>
                      <a:lnTo>
                        <a:pt x="40" y="68"/>
                      </a:lnTo>
                      <a:lnTo>
                        <a:pt x="40" y="72"/>
                      </a:lnTo>
                      <a:lnTo>
                        <a:pt x="40" y="72"/>
                      </a:lnTo>
                      <a:lnTo>
                        <a:pt x="40" y="72"/>
                      </a:lnTo>
                      <a:lnTo>
                        <a:pt x="44" y="72"/>
                      </a:lnTo>
                      <a:lnTo>
                        <a:pt x="44" y="72"/>
                      </a:lnTo>
                      <a:lnTo>
                        <a:pt x="44" y="72"/>
                      </a:lnTo>
                      <a:lnTo>
                        <a:pt x="44" y="72"/>
                      </a:lnTo>
                      <a:lnTo>
                        <a:pt x="44" y="72"/>
                      </a:lnTo>
                      <a:lnTo>
                        <a:pt x="44" y="72"/>
                      </a:lnTo>
                      <a:lnTo>
                        <a:pt x="48" y="68"/>
                      </a:lnTo>
                      <a:lnTo>
                        <a:pt x="48" y="68"/>
                      </a:lnTo>
                      <a:lnTo>
                        <a:pt x="48" y="72"/>
                      </a:lnTo>
                      <a:lnTo>
                        <a:pt x="48" y="72"/>
                      </a:lnTo>
                      <a:lnTo>
                        <a:pt x="48" y="72"/>
                      </a:lnTo>
                      <a:lnTo>
                        <a:pt x="48" y="72"/>
                      </a:lnTo>
                      <a:lnTo>
                        <a:pt x="48" y="74"/>
                      </a:lnTo>
                      <a:lnTo>
                        <a:pt x="48" y="74"/>
                      </a:lnTo>
                      <a:lnTo>
                        <a:pt x="48" y="72"/>
                      </a:lnTo>
                      <a:lnTo>
                        <a:pt x="48" y="72"/>
                      </a:lnTo>
                      <a:lnTo>
                        <a:pt x="48" y="72"/>
                      </a:lnTo>
                      <a:lnTo>
                        <a:pt x="48" y="72"/>
                      </a:lnTo>
                      <a:lnTo>
                        <a:pt x="48" y="72"/>
                      </a:lnTo>
                      <a:lnTo>
                        <a:pt x="52" y="72"/>
                      </a:lnTo>
                      <a:lnTo>
                        <a:pt x="52" y="72"/>
                      </a:lnTo>
                      <a:lnTo>
                        <a:pt x="52" y="72"/>
                      </a:lnTo>
                      <a:lnTo>
                        <a:pt x="52" y="72"/>
                      </a:lnTo>
                      <a:lnTo>
                        <a:pt x="52" y="72"/>
                      </a:lnTo>
                      <a:lnTo>
                        <a:pt x="52" y="72"/>
                      </a:lnTo>
                      <a:lnTo>
                        <a:pt x="52" y="72"/>
                      </a:lnTo>
                      <a:lnTo>
                        <a:pt x="52" y="74"/>
                      </a:lnTo>
                      <a:lnTo>
                        <a:pt x="52" y="74"/>
                      </a:lnTo>
                      <a:lnTo>
                        <a:pt x="52" y="74"/>
                      </a:lnTo>
                      <a:lnTo>
                        <a:pt x="52" y="78"/>
                      </a:lnTo>
                      <a:lnTo>
                        <a:pt x="52" y="78"/>
                      </a:lnTo>
                      <a:lnTo>
                        <a:pt x="56" y="78"/>
                      </a:lnTo>
                      <a:lnTo>
                        <a:pt x="56" y="78"/>
                      </a:lnTo>
                      <a:lnTo>
                        <a:pt x="56" y="78"/>
                      </a:lnTo>
                      <a:lnTo>
                        <a:pt x="60" y="78"/>
                      </a:lnTo>
                      <a:lnTo>
                        <a:pt x="60" y="78"/>
                      </a:lnTo>
                      <a:lnTo>
                        <a:pt x="60" y="78"/>
                      </a:lnTo>
                      <a:lnTo>
                        <a:pt x="60" y="78"/>
                      </a:lnTo>
                      <a:lnTo>
                        <a:pt x="60" y="82"/>
                      </a:lnTo>
                      <a:lnTo>
                        <a:pt x="60" y="82"/>
                      </a:lnTo>
                      <a:lnTo>
                        <a:pt x="60" y="82"/>
                      </a:lnTo>
                      <a:lnTo>
                        <a:pt x="60" y="82"/>
                      </a:lnTo>
                      <a:lnTo>
                        <a:pt x="60" y="86"/>
                      </a:lnTo>
                      <a:lnTo>
                        <a:pt x="60" y="90"/>
                      </a:lnTo>
                      <a:lnTo>
                        <a:pt x="60" y="90"/>
                      </a:lnTo>
                      <a:lnTo>
                        <a:pt x="60" y="90"/>
                      </a:lnTo>
                      <a:lnTo>
                        <a:pt x="60" y="90"/>
                      </a:lnTo>
                      <a:lnTo>
                        <a:pt x="60" y="90"/>
                      </a:lnTo>
                      <a:lnTo>
                        <a:pt x="60" y="90"/>
                      </a:lnTo>
                      <a:lnTo>
                        <a:pt x="60" y="90"/>
                      </a:lnTo>
                      <a:lnTo>
                        <a:pt x="60" y="94"/>
                      </a:lnTo>
                      <a:lnTo>
                        <a:pt x="60" y="94"/>
                      </a:lnTo>
                      <a:lnTo>
                        <a:pt x="60" y="94"/>
                      </a:lnTo>
                      <a:lnTo>
                        <a:pt x="60" y="94"/>
                      </a:lnTo>
                      <a:lnTo>
                        <a:pt x="60" y="94"/>
                      </a:lnTo>
                      <a:lnTo>
                        <a:pt x="56" y="94"/>
                      </a:lnTo>
                      <a:lnTo>
                        <a:pt x="56" y="94"/>
                      </a:lnTo>
                      <a:lnTo>
                        <a:pt x="52" y="98"/>
                      </a:lnTo>
                      <a:lnTo>
                        <a:pt x="52" y="98"/>
                      </a:lnTo>
                      <a:lnTo>
                        <a:pt x="52" y="98"/>
                      </a:lnTo>
                      <a:lnTo>
                        <a:pt x="48" y="98"/>
                      </a:lnTo>
                      <a:lnTo>
                        <a:pt x="48" y="102"/>
                      </a:lnTo>
                      <a:lnTo>
                        <a:pt x="48" y="102"/>
                      </a:lnTo>
                      <a:lnTo>
                        <a:pt x="48" y="102"/>
                      </a:lnTo>
                      <a:lnTo>
                        <a:pt x="48" y="102"/>
                      </a:lnTo>
                      <a:lnTo>
                        <a:pt x="44" y="106"/>
                      </a:lnTo>
                      <a:lnTo>
                        <a:pt x="44" y="106"/>
                      </a:lnTo>
                      <a:lnTo>
                        <a:pt x="44" y="106"/>
                      </a:lnTo>
                      <a:lnTo>
                        <a:pt x="44" y="106"/>
                      </a:lnTo>
                      <a:lnTo>
                        <a:pt x="44" y="106"/>
                      </a:lnTo>
                      <a:lnTo>
                        <a:pt x="44" y="106"/>
                      </a:lnTo>
                      <a:lnTo>
                        <a:pt x="40" y="106"/>
                      </a:lnTo>
                      <a:lnTo>
                        <a:pt x="40" y="106"/>
                      </a:lnTo>
                      <a:lnTo>
                        <a:pt x="40" y="106"/>
                      </a:lnTo>
                      <a:lnTo>
                        <a:pt x="40" y="106"/>
                      </a:lnTo>
                      <a:lnTo>
                        <a:pt x="38" y="108"/>
                      </a:lnTo>
                      <a:lnTo>
                        <a:pt x="38" y="112"/>
                      </a:lnTo>
                      <a:lnTo>
                        <a:pt x="40" y="112"/>
                      </a:lnTo>
                      <a:lnTo>
                        <a:pt x="40" y="116"/>
                      </a:lnTo>
                      <a:lnTo>
                        <a:pt x="40" y="120"/>
                      </a:lnTo>
                      <a:lnTo>
                        <a:pt x="40" y="120"/>
                      </a:lnTo>
                      <a:lnTo>
                        <a:pt x="40" y="124"/>
                      </a:lnTo>
                      <a:lnTo>
                        <a:pt x="40" y="124"/>
                      </a:lnTo>
                      <a:lnTo>
                        <a:pt x="40" y="124"/>
                      </a:lnTo>
                      <a:lnTo>
                        <a:pt x="38" y="128"/>
                      </a:lnTo>
                      <a:lnTo>
                        <a:pt x="38" y="132"/>
                      </a:lnTo>
                      <a:lnTo>
                        <a:pt x="38" y="132"/>
                      </a:lnTo>
                      <a:lnTo>
                        <a:pt x="34" y="132"/>
                      </a:lnTo>
                      <a:lnTo>
                        <a:pt x="34" y="132"/>
                      </a:lnTo>
                      <a:lnTo>
                        <a:pt x="34" y="132"/>
                      </a:lnTo>
                      <a:lnTo>
                        <a:pt x="34" y="132"/>
                      </a:lnTo>
                      <a:lnTo>
                        <a:pt x="30" y="136"/>
                      </a:lnTo>
                      <a:lnTo>
                        <a:pt x="30" y="136"/>
                      </a:lnTo>
                      <a:lnTo>
                        <a:pt x="30" y="132"/>
                      </a:lnTo>
                      <a:lnTo>
                        <a:pt x="30" y="128"/>
                      </a:lnTo>
                      <a:lnTo>
                        <a:pt x="30" y="128"/>
                      </a:lnTo>
                      <a:lnTo>
                        <a:pt x="30" y="124"/>
                      </a:lnTo>
                      <a:lnTo>
                        <a:pt x="26" y="120"/>
                      </a:lnTo>
                      <a:lnTo>
                        <a:pt x="26" y="116"/>
                      </a:lnTo>
                      <a:lnTo>
                        <a:pt x="26" y="108"/>
                      </a:lnTo>
                      <a:lnTo>
                        <a:pt x="26" y="108"/>
                      </a:lnTo>
                      <a:lnTo>
                        <a:pt x="26" y="102"/>
                      </a:lnTo>
                      <a:lnTo>
                        <a:pt x="22" y="102"/>
                      </a:lnTo>
                      <a:lnTo>
                        <a:pt x="22" y="102"/>
                      </a:lnTo>
                      <a:lnTo>
                        <a:pt x="22" y="98"/>
                      </a:lnTo>
                      <a:lnTo>
                        <a:pt x="22" y="98"/>
                      </a:lnTo>
                      <a:lnTo>
                        <a:pt x="18" y="94"/>
                      </a:lnTo>
                      <a:lnTo>
                        <a:pt x="14" y="94"/>
                      </a:lnTo>
                      <a:lnTo>
                        <a:pt x="14" y="94"/>
                      </a:lnTo>
                      <a:lnTo>
                        <a:pt x="14" y="90"/>
                      </a:lnTo>
                      <a:lnTo>
                        <a:pt x="14" y="90"/>
                      </a:lnTo>
                      <a:lnTo>
                        <a:pt x="14" y="90"/>
                      </a:lnTo>
                      <a:lnTo>
                        <a:pt x="14" y="86"/>
                      </a:lnTo>
                      <a:lnTo>
                        <a:pt x="14" y="86"/>
                      </a:lnTo>
                      <a:lnTo>
                        <a:pt x="14" y="86"/>
                      </a:lnTo>
                      <a:lnTo>
                        <a:pt x="14" y="86"/>
                      </a:lnTo>
                      <a:lnTo>
                        <a:pt x="10" y="86"/>
                      </a:lnTo>
                      <a:lnTo>
                        <a:pt x="10" y="82"/>
                      </a:lnTo>
                      <a:lnTo>
                        <a:pt x="10" y="78"/>
                      </a:lnTo>
                      <a:lnTo>
                        <a:pt x="10" y="78"/>
                      </a:lnTo>
                      <a:lnTo>
                        <a:pt x="6" y="78"/>
                      </a:lnTo>
                      <a:lnTo>
                        <a:pt x="4" y="78"/>
                      </a:lnTo>
                      <a:lnTo>
                        <a:pt x="4" y="78"/>
                      </a:lnTo>
                      <a:lnTo>
                        <a:pt x="4" y="78"/>
                      </a:lnTo>
                      <a:lnTo>
                        <a:pt x="4" y="78"/>
                      </a:lnTo>
                      <a:lnTo>
                        <a:pt x="4" y="74"/>
                      </a:lnTo>
                      <a:lnTo>
                        <a:pt x="4" y="74"/>
                      </a:lnTo>
                      <a:lnTo>
                        <a:pt x="4" y="74"/>
                      </a:lnTo>
                      <a:lnTo>
                        <a:pt x="4" y="74"/>
                      </a:lnTo>
                      <a:lnTo>
                        <a:pt x="4" y="72"/>
                      </a:lnTo>
                      <a:lnTo>
                        <a:pt x="4" y="72"/>
                      </a:lnTo>
                      <a:lnTo>
                        <a:pt x="4" y="68"/>
                      </a:lnTo>
                      <a:lnTo>
                        <a:pt x="0" y="68"/>
                      </a:lnTo>
                      <a:lnTo>
                        <a:pt x="0" y="64"/>
                      </a:lnTo>
                      <a:lnTo>
                        <a:pt x="0" y="64"/>
                      </a:lnTo>
                      <a:lnTo>
                        <a:pt x="0" y="64"/>
                      </a:lnTo>
                      <a:lnTo>
                        <a:pt x="4" y="64"/>
                      </a:lnTo>
                      <a:lnTo>
                        <a:pt x="4" y="64"/>
                      </a:lnTo>
                      <a:lnTo>
                        <a:pt x="4" y="64"/>
                      </a:lnTo>
                      <a:lnTo>
                        <a:pt x="4" y="60"/>
                      </a:lnTo>
                      <a:lnTo>
                        <a:pt x="4" y="60"/>
                      </a:lnTo>
                      <a:lnTo>
                        <a:pt x="4" y="60"/>
                      </a:lnTo>
                      <a:lnTo>
                        <a:pt x="4" y="60"/>
                      </a:lnTo>
                      <a:lnTo>
                        <a:pt x="4" y="60"/>
                      </a:lnTo>
                      <a:lnTo>
                        <a:pt x="4" y="60"/>
                      </a:lnTo>
                      <a:lnTo>
                        <a:pt x="4" y="60"/>
                      </a:lnTo>
                      <a:lnTo>
                        <a:pt x="6" y="60"/>
                      </a:lnTo>
                      <a:lnTo>
                        <a:pt x="6" y="56"/>
                      </a:lnTo>
                      <a:lnTo>
                        <a:pt x="6" y="56"/>
                      </a:lnTo>
                      <a:lnTo>
                        <a:pt x="6" y="56"/>
                      </a:lnTo>
                      <a:lnTo>
                        <a:pt x="6" y="56"/>
                      </a:lnTo>
                      <a:lnTo>
                        <a:pt x="6" y="52"/>
                      </a:lnTo>
                      <a:lnTo>
                        <a:pt x="10" y="52"/>
                      </a:lnTo>
                      <a:lnTo>
                        <a:pt x="10" y="52"/>
                      </a:lnTo>
                      <a:lnTo>
                        <a:pt x="10" y="52"/>
                      </a:lnTo>
                      <a:lnTo>
                        <a:pt x="10" y="52"/>
                      </a:lnTo>
                      <a:lnTo>
                        <a:pt x="10" y="52"/>
                      </a:lnTo>
                      <a:lnTo>
                        <a:pt x="10" y="52"/>
                      </a:lnTo>
                      <a:lnTo>
                        <a:pt x="10" y="48"/>
                      </a:lnTo>
                      <a:lnTo>
                        <a:pt x="10" y="48"/>
                      </a:lnTo>
                      <a:lnTo>
                        <a:pt x="10" y="48"/>
                      </a:lnTo>
                      <a:lnTo>
                        <a:pt x="10" y="48"/>
                      </a:lnTo>
                      <a:lnTo>
                        <a:pt x="10" y="48"/>
                      </a:lnTo>
                      <a:lnTo>
                        <a:pt x="10" y="44"/>
                      </a:lnTo>
                      <a:lnTo>
                        <a:pt x="14" y="42"/>
                      </a:lnTo>
                      <a:lnTo>
                        <a:pt x="14" y="42"/>
                      </a:lnTo>
                      <a:lnTo>
                        <a:pt x="14" y="42"/>
                      </a:lnTo>
                      <a:lnTo>
                        <a:pt x="14" y="38"/>
                      </a:lnTo>
                      <a:lnTo>
                        <a:pt x="14" y="38"/>
                      </a:lnTo>
                      <a:lnTo>
                        <a:pt x="14" y="38"/>
                      </a:lnTo>
                      <a:lnTo>
                        <a:pt x="14" y="38"/>
                      </a:lnTo>
                      <a:lnTo>
                        <a:pt x="14" y="38"/>
                      </a:lnTo>
                      <a:lnTo>
                        <a:pt x="14" y="38"/>
                      </a:lnTo>
                      <a:lnTo>
                        <a:pt x="14" y="34"/>
                      </a:lnTo>
                      <a:lnTo>
                        <a:pt x="14" y="34"/>
                      </a:lnTo>
                      <a:lnTo>
                        <a:pt x="14" y="34"/>
                      </a:lnTo>
                      <a:lnTo>
                        <a:pt x="14" y="34"/>
                      </a:lnTo>
                      <a:lnTo>
                        <a:pt x="14" y="30"/>
                      </a:lnTo>
                      <a:lnTo>
                        <a:pt x="10" y="30"/>
                      </a:lnTo>
                      <a:lnTo>
                        <a:pt x="10" y="30"/>
                      </a:lnTo>
                      <a:lnTo>
                        <a:pt x="10" y="30"/>
                      </a:lnTo>
                      <a:lnTo>
                        <a:pt x="10" y="30"/>
                      </a:lnTo>
                      <a:lnTo>
                        <a:pt x="10" y="30"/>
                      </a:lnTo>
                      <a:lnTo>
                        <a:pt x="10" y="26"/>
                      </a:lnTo>
                      <a:lnTo>
                        <a:pt x="10" y="26"/>
                      </a:lnTo>
                      <a:lnTo>
                        <a:pt x="10" y="26"/>
                      </a:lnTo>
                      <a:lnTo>
                        <a:pt x="10" y="26"/>
                      </a:lnTo>
                      <a:lnTo>
                        <a:pt x="14" y="22"/>
                      </a:lnTo>
                      <a:lnTo>
                        <a:pt x="14" y="22"/>
                      </a:lnTo>
                      <a:lnTo>
                        <a:pt x="14" y="18"/>
                      </a:lnTo>
                      <a:lnTo>
                        <a:pt x="14" y="18"/>
                      </a:lnTo>
                      <a:lnTo>
                        <a:pt x="14" y="18"/>
                      </a:lnTo>
                      <a:lnTo>
                        <a:pt x="14" y="18"/>
                      </a:lnTo>
                      <a:lnTo>
                        <a:pt x="14" y="18"/>
                      </a:lnTo>
                      <a:lnTo>
                        <a:pt x="10" y="14"/>
                      </a:lnTo>
                      <a:lnTo>
                        <a:pt x="10" y="18"/>
                      </a:lnTo>
                      <a:lnTo>
                        <a:pt x="10" y="14"/>
                      </a:lnTo>
                      <a:lnTo>
                        <a:pt x="10" y="14"/>
                      </a:lnTo>
                      <a:lnTo>
                        <a:pt x="10" y="14"/>
                      </a:lnTo>
                      <a:lnTo>
                        <a:pt x="10" y="14"/>
                      </a:lnTo>
                      <a:lnTo>
                        <a:pt x="10" y="14"/>
                      </a:lnTo>
                      <a:lnTo>
                        <a:pt x="10" y="14"/>
                      </a:lnTo>
                      <a:lnTo>
                        <a:pt x="14" y="14"/>
                      </a:lnTo>
                      <a:lnTo>
                        <a:pt x="14" y="14"/>
                      </a:lnTo>
                      <a:lnTo>
                        <a:pt x="14" y="12"/>
                      </a:lnTo>
                      <a:lnTo>
                        <a:pt x="14" y="12"/>
                      </a:lnTo>
                      <a:lnTo>
                        <a:pt x="18" y="12"/>
                      </a:lnTo>
                      <a:lnTo>
                        <a:pt x="18" y="8"/>
                      </a:lnTo>
                      <a:lnTo>
                        <a:pt x="18" y="8"/>
                      </a:lnTo>
                      <a:lnTo>
                        <a:pt x="18" y="8"/>
                      </a:lnTo>
                      <a:lnTo>
                        <a:pt x="18" y="8"/>
                      </a:lnTo>
                      <a:lnTo>
                        <a:pt x="22" y="8"/>
                      </a:lnTo>
                      <a:lnTo>
                        <a:pt x="22" y="8"/>
                      </a:lnTo>
                      <a:lnTo>
                        <a:pt x="22" y="8"/>
                      </a:lnTo>
                      <a:lnTo>
                        <a:pt x="22" y="8"/>
                      </a:lnTo>
                      <a:lnTo>
                        <a:pt x="22" y="8"/>
                      </a:lnTo>
                      <a:lnTo>
                        <a:pt x="22" y="8"/>
                      </a:lnTo>
                      <a:lnTo>
                        <a:pt x="22" y="8"/>
                      </a:lnTo>
                      <a:lnTo>
                        <a:pt x="22" y="4"/>
                      </a:lnTo>
                      <a:lnTo>
                        <a:pt x="22" y="4"/>
                      </a:lnTo>
                      <a:lnTo>
                        <a:pt x="22" y="4"/>
                      </a:lnTo>
                      <a:lnTo>
                        <a:pt x="22" y="4"/>
                      </a:lnTo>
                      <a:lnTo>
                        <a:pt x="22" y="4"/>
                      </a:lnTo>
                      <a:lnTo>
                        <a:pt x="26" y="4"/>
                      </a:lnTo>
                      <a:lnTo>
                        <a:pt x="26" y="4"/>
                      </a:lnTo>
                      <a:lnTo>
                        <a:pt x="30" y="0"/>
                      </a:lnTo>
                      <a:lnTo>
                        <a:pt x="34" y="0"/>
                      </a:lnTo>
                      <a:lnTo>
                        <a:pt x="34" y="0"/>
                      </a:lnTo>
                      <a:lnTo>
                        <a:pt x="34" y="0"/>
                      </a:lnTo>
                      <a:lnTo>
                        <a:pt x="34" y="0"/>
                      </a:lnTo>
                      <a:lnTo>
                        <a:pt x="34" y="4"/>
                      </a:lnTo>
                      <a:lnTo>
                        <a:pt x="34" y="4"/>
                      </a:lnTo>
                      <a:lnTo>
                        <a:pt x="34" y="4"/>
                      </a:lnTo>
                      <a:lnTo>
                        <a:pt x="34" y="4"/>
                      </a:lnTo>
                      <a:lnTo>
                        <a:pt x="34" y="4"/>
                      </a:lnTo>
                      <a:lnTo>
                        <a:pt x="34" y="4"/>
                      </a:lnTo>
                      <a:lnTo>
                        <a:pt x="34" y="4"/>
                      </a:lnTo>
                      <a:lnTo>
                        <a:pt x="38" y="4"/>
                      </a:lnTo>
                      <a:lnTo>
                        <a:pt x="38" y="4"/>
                      </a:lnTo>
                      <a:lnTo>
                        <a:pt x="38" y="4"/>
                      </a:lnTo>
                      <a:lnTo>
                        <a:pt x="34" y="4"/>
                      </a:lnTo>
                      <a:lnTo>
                        <a:pt x="38" y="4"/>
                      </a:lnTo>
                      <a:lnTo>
                        <a:pt x="38" y="4"/>
                      </a:lnTo>
                      <a:lnTo>
                        <a:pt x="40" y="4"/>
                      </a:lnTo>
                      <a:lnTo>
                        <a:pt x="40" y="4"/>
                      </a:lnTo>
                      <a:lnTo>
                        <a:pt x="40" y="4"/>
                      </a:lnTo>
                      <a:lnTo>
                        <a:pt x="40" y="4"/>
                      </a:lnTo>
                      <a:lnTo>
                        <a:pt x="38" y="4"/>
                      </a:lnTo>
                      <a:lnTo>
                        <a:pt x="40" y="4"/>
                      </a:lnTo>
                      <a:lnTo>
                        <a:pt x="40" y="4"/>
                      </a:lnTo>
                      <a:lnTo>
                        <a:pt x="40" y="8"/>
                      </a:lnTo>
                      <a:lnTo>
                        <a:pt x="40" y="8"/>
                      </a:lnTo>
                      <a:lnTo>
                        <a:pt x="40" y="8"/>
                      </a:lnTo>
                      <a:lnTo>
                        <a:pt x="40" y="8"/>
                      </a:lnTo>
                      <a:lnTo>
                        <a:pt x="40" y="8"/>
                      </a:lnTo>
                      <a:lnTo>
                        <a:pt x="40" y="8"/>
                      </a:lnTo>
                      <a:close/>
                      <a:moveTo>
                        <a:pt x="52" y="52"/>
                      </a:moveTo>
                      <a:lnTo>
                        <a:pt x="52" y="52"/>
                      </a:lnTo>
                      <a:lnTo>
                        <a:pt x="52" y="52"/>
                      </a:lnTo>
                      <a:lnTo>
                        <a:pt x="52" y="48"/>
                      </a:lnTo>
                      <a:lnTo>
                        <a:pt x="56" y="48"/>
                      </a:lnTo>
                      <a:lnTo>
                        <a:pt x="56" y="48"/>
                      </a:lnTo>
                      <a:lnTo>
                        <a:pt x="56" y="48"/>
                      </a:lnTo>
                      <a:lnTo>
                        <a:pt x="56" y="48"/>
                      </a:lnTo>
                      <a:lnTo>
                        <a:pt x="56" y="48"/>
                      </a:lnTo>
                      <a:lnTo>
                        <a:pt x="56" y="48"/>
                      </a:lnTo>
                      <a:lnTo>
                        <a:pt x="56" y="48"/>
                      </a:lnTo>
                      <a:lnTo>
                        <a:pt x="52" y="48"/>
                      </a:lnTo>
                      <a:lnTo>
                        <a:pt x="52" y="48"/>
                      </a:lnTo>
                      <a:lnTo>
                        <a:pt x="52" y="52"/>
                      </a:lnTo>
                      <a:lnTo>
                        <a:pt x="52" y="52"/>
                      </a:lnTo>
                      <a:lnTo>
                        <a:pt x="52" y="52"/>
                      </a:lnTo>
                      <a:lnTo>
                        <a:pt x="52" y="52"/>
                      </a:lnTo>
                      <a:close/>
                      <a:moveTo>
                        <a:pt x="48" y="72"/>
                      </a:moveTo>
                      <a:lnTo>
                        <a:pt x="48" y="72"/>
                      </a:lnTo>
                      <a:lnTo>
                        <a:pt x="48" y="72"/>
                      </a:lnTo>
                      <a:lnTo>
                        <a:pt x="48" y="68"/>
                      </a:lnTo>
                      <a:lnTo>
                        <a:pt x="48" y="68"/>
                      </a:lnTo>
                      <a:lnTo>
                        <a:pt x="48" y="68"/>
                      </a:lnTo>
                      <a:lnTo>
                        <a:pt x="48" y="68"/>
                      </a:lnTo>
                      <a:lnTo>
                        <a:pt x="48" y="68"/>
                      </a:lnTo>
                      <a:lnTo>
                        <a:pt x="48" y="68"/>
                      </a:lnTo>
                      <a:lnTo>
                        <a:pt x="48" y="68"/>
                      </a:lnTo>
                      <a:lnTo>
                        <a:pt x="48" y="68"/>
                      </a:lnTo>
                      <a:lnTo>
                        <a:pt x="48" y="68"/>
                      </a:lnTo>
                      <a:lnTo>
                        <a:pt x="48" y="68"/>
                      </a:lnTo>
                      <a:lnTo>
                        <a:pt x="48" y="68"/>
                      </a:lnTo>
                      <a:lnTo>
                        <a:pt x="48" y="68"/>
                      </a:lnTo>
                      <a:lnTo>
                        <a:pt x="48" y="68"/>
                      </a:lnTo>
                      <a:lnTo>
                        <a:pt x="48" y="68"/>
                      </a:lnTo>
                      <a:lnTo>
                        <a:pt x="48" y="68"/>
                      </a:lnTo>
                      <a:lnTo>
                        <a:pt x="48" y="68"/>
                      </a:lnTo>
                      <a:lnTo>
                        <a:pt x="48" y="68"/>
                      </a:lnTo>
                      <a:lnTo>
                        <a:pt x="48" y="68"/>
                      </a:lnTo>
                      <a:lnTo>
                        <a:pt x="52" y="68"/>
                      </a:lnTo>
                      <a:lnTo>
                        <a:pt x="52" y="68"/>
                      </a:lnTo>
                      <a:lnTo>
                        <a:pt x="52" y="68"/>
                      </a:lnTo>
                      <a:lnTo>
                        <a:pt x="52" y="68"/>
                      </a:lnTo>
                      <a:lnTo>
                        <a:pt x="52" y="68"/>
                      </a:lnTo>
                      <a:lnTo>
                        <a:pt x="52" y="68"/>
                      </a:lnTo>
                      <a:lnTo>
                        <a:pt x="52" y="68"/>
                      </a:lnTo>
                      <a:lnTo>
                        <a:pt x="52" y="68"/>
                      </a:lnTo>
                      <a:lnTo>
                        <a:pt x="48" y="72"/>
                      </a:lnTo>
                      <a:lnTo>
                        <a:pt x="48" y="72"/>
                      </a:lnTo>
                      <a:lnTo>
                        <a:pt x="48" y="72"/>
                      </a:lnTo>
                      <a:lnTo>
                        <a:pt x="48" y="72"/>
                      </a:lnTo>
                      <a:lnTo>
                        <a:pt x="48" y="72"/>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185" name="Freeform 174">
                  <a:extLst>
                    <a:ext uri="{FF2B5EF4-FFF2-40B4-BE49-F238E27FC236}">
                      <a16:creationId xmlns:a16="http://schemas.microsoft.com/office/drawing/2014/main" id="{FF2D879D-14AE-34AE-69C2-6A269A0AECB4}"/>
                    </a:ext>
                  </a:extLst>
                </p:cNvPr>
                <p:cNvSpPr>
                  <a:spLocks/>
                </p:cNvSpPr>
                <p:nvPr/>
              </p:nvSpPr>
              <p:spPr bwMode="gray">
                <a:xfrm>
                  <a:off x="5523489" y="4394464"/>
                  <a:ext cx="139141" cy="170447"/>
                </a:xfrm>
                <a:custGeom>
                  <a:avLst/>
                  <a:gdLst>
                    <a:gd name="T0" fmla="*/ 42 w 80"/>
                    <a:gd name="T1" fmla="*/ 90 h 98"/>
                    <a:gd name="T2" fmla="*/ 22 w 80"/>
                    <a:gd name="T3" fmla="*/ 90 h 98"/>
                    <a:gd name="T4" fmla="*/ 16 w 80"/>
                    <a:gd name="T5" fmla="*/ 90 h 98"/>
                    <a:gd name="T6" fmla="*/ 12 w 80"/>
                    <a:gd name="T7" fmla="*/ 94 h 98"/>
                    <a:gd name="T8" fmla="*/ 8 w 80"/>
                    <a:gd name="T9" fmla="*/ 98 h 98"/>
                    <a:gd name="T10" fmla="*/ 4 w 80"/>
                    <a:gd name="T11" fmla="*/ 98 h 98"/>
                    <a:gd name="T12" fmla="*/ 4 w 80"/>
                    <a:gd name="T13" fmla="*/ 98 h 98"/>
                    <a:gd name="T14" fmla="*/ 0 w 80"/>
                    <a:gd name="T15" fmla="*/ 98 h 98"/>
                    <a:gd name="T16" fmla="*/ 0 w 80"/>
                    <a:gd name="T17" fmla="*/ 90 h 98"/>
                    <a:gd name="T18" fmla="*/ 4 w 80"/>
                    <a:gd name="T19" fmla="*/ 82 h 98"/>
                    <a:gd name="T20" fmla="*/ 4 w 80"/>
                    <a:gd name="T21" fmla="*/ 74 h 98"/>
                    <a:gd name="T22" fmla="*/ 4 w 80"/>
                    <a:gd name="T23" fmla="*/ 70 h 98"/>
                    <a:gd name="T24" fmla="*/ 8 w 80"/>
                    <a:gd name="T25" fmla="*/ 64 h 98"/>
                    <a:gd name="T26" fmla="*/ 8 w 80"/>
                    <a:gd name="T27" fmla="*/ 60 h 98"/>
                    <a:gd name="T28" fmla="*/ 8 w 80"/>
                    <a:gd name="T29" fmla="*/ 56 h 98"/>
                    <a:gd name="T30" fmla="*/ 12 w 80"/>
                    <a:gd name="T31" fmla="*/ 52 h 98"/>
                    <a:gd name="T32" fmla="*/ 16 w 80"/>
                    <a:gd name="T33" fmla="*/ 52 h 98"/>
                    <a:gd name="T34" fmla="*/ 22 w 80"/>
                    <a:gd name="T35" fmla="*/ 40 h 98"/>
                    <a:gd name="T36" fmla="*/ 22 w 80"/>
                    <a:gd name="T37" fmla="*/ 34 h 98"/>
                    <a:gd name="T38" fmla="*/ 20 w 80"/>
                    <a:gd name="T39" fmla="*/ 34 h 98"/>
                    <a:gd name="T40" fmla="*/ 20 w 80"/>
                    <a:gd name="T41" fmla="*/ 30 h 98"/>
                    <a:gd name="T42" fmla="*/ 20 w 80"/>
                    <a:gd name="T43" fmla="*/ 22 h 98"/>
                    <a:gd name="T44" fmla="*/ 20 w 80"/>
                    <a:gd name="T45" fmla="*/ 18 h 98"/>
                    <a:gd name="T46" fmla="*/ 20 w 80"/>
                    <a:gd name="T47" fmla="*/ 10 h 98"/>
                    <a:gd name="T48" fmla="*/ 20 w 80"/>
                    <a:gd name="T49" fmla="*/ 10 h 98"/>
                    <a:gd name="T50" fmla="*/ 26 w 80"/>
                    <a:gd name="T51" fmla="*/ 6 h 98"/>
                    <a:gd name="T52" fmla="*/ 34 w 80"/>
                    <a:gd name="T53" fmla="*/ 6 h 98"/>
                    <a:gd name="T54" fmla="*/ 34 w 80"/>
                    <a:gd name="T55" fmla="*/ 10 h 98"/>
                    <a:gd name="T56" fmla="*/ 38 w 80"/>
                    <a:gd name="T57" fmla="*/ 10 h 98"/>
                    <a:gd name="T58" fmla="*/ 42 w 80"/>
                    <a:gd name="T59" fmla="*/ 6 h 98"/>
                    <a:gd name="T60" fmla="*/ 46 w 80"/>
                    <a:gd name="T61" fmla="*/ 6 h 98"/>
                    <a:gd name="T62" fmla="*/ 50 w 80"/>
                    <a:gd name="T63" fmla="*/ 6 h 98"/>
                    <a:gd name="T64" fmla="*/ 56 w 80"/>
                    <a:gd name="T65" fmla="*/ 6 h 98"/>
                    <a:gd name="T66" fmla="*/ 64 w 80"/>
                    <a:gd name="T67" fmla="*/ 0 h 98"/>
                    <a:gd name="T68" fmla="*/ 68 w 80"/>
                    <a:gd name="T69" fmla="*/ 6 h 98"/>
                    <a:gd name="T70" fmla="*/ 72 w 80"/>
                    <a:gd name="T71" fmla="*/ 10 h 98"/>
                    <a:gd name="T72" fmla="*/ 72 w 80"/>
                    <a:gd name="T73" fmla="*/ 18 h 98"/>
                    <a:gd name="T74" fmla="*/ 76 w 80"/>
                    <a:gd name="T75" fmla="*/ 22 h 98"/>
                    <a:gd name="T76" fmla="*/ 76 w 80"/>
                    <a:gd name="T77" fmla="*/ 26 h 98"/>
                    <a:gd name="T78" fmla="*/ 76 w 80"/>
                    <a:gd name="T79" fmla="*/ 34 h 98"/>
                    <a:gd name="T80" fmla="*/ 80 w 80"/>
                    <a:gd name="T81" fmla="*/ 40 h 98"/>
                    <a:gd name="T82" fmla="*/ 76 w 80"/>
                    <a:gd name="T83" fmla="*/ 44 h 98"/>
                    <a:gd name="T84" fmla="*/ 76 w 80"/>
                    <a:gd name="T85" fmla="*/ 48 h 98"/>
                    <a:gd name="T86" fmla="*/ 76 w 80"/>
                    <a:gd name="T87" fmla="*/ 52 h 98"/>
                    <a:gd name="T88" fmla="*/ 76 w 80"/>
                    <a:gd name="T89" fmla="*/ 52 h 98"/>
                    <a:gd name="T90" fmla="*/ 72 w 80"/>
                    <a:gd name="T91" fmla="*/ 56 h 98"/>
                    <a:gd name="T92" fmla="*/ 72 w 80"/>
                    <a:gd name="T93" fmla="*/ 60 h 98"/>
                    <a:gd name="T94" fmla="*/ 64 w 80"/>
                    <a:gd name="T95" fmla="*/ 66 h 98"/>
                    <a:gd name="T96" fmla="*/ 64 w 80"/>
                    <a:gd name="T97" fmla="*/ 70 h 98"/>
                    <a:gd name="T98" fmla="*/ 64 w 80"/>
                    <a:gd name="T99" fmla="*/ 78 h 98"/>
                    <a:gd name="T100" fmla="*/ 56 w 80"/>
                    <a:gd name="T101" fmla="*/ 90 h 98"/>
                    <a:gd name="T102" fmla="*/ 52 w 80"/>
                    <a:gd name="T103" fmla="*/ 90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80" h="98">
                      <a:moveTo>
                        <a:pt x="50" y="90"/>
                      </a:moveTo>
                      <a:lnTo>
                        <a:pt x="46" y="90"/>
                      </a:lnTo>
                      <a:lnTo>
                        <a:pt x="46" y="90"/>
                      </a:lnTo>
                      <a:lnTo>
                        <a:pt x="46" y="90"/>
                      </a:lnTo>
                      <a:lnTo>
                        <a:pt x="42" y="90"/>
                      </a:lnTo>
                      <a:lnTo>
                        <a:pt x="30" y="90"/>
                      </a:lnTo>
                      <a:lnTo>
                        <a:pt x="30" y="90"/>
                      </a:lnTo>
                      <a:lnTo>
                        <a:pt x="26" y="90"/>
                      </a:lnTo>
                      <a:lnTo>
                        <a:pt x="26" y="90"/>
                      </a:lnTo>
                      <a:lnTo>
                        <a:pt x="22" y="90"/>
                      </a:lnTo>
                      <a:lnTo>
                        <a:pt x="20" y="90"/>
                      </a:lnTo>
                      <a:lnTo>
                        <a:pt x="20" y="90"/>
                      </a:lnTo>
                      <a:lnTo>
                        <a:pt x="16" y="90"/>
                      </a:lnTo>
                      <a:lnTo>
                        <a:pt x="16" y="90"/>
                      </a:lnTo>
                      <a:lnTo>
                        <a:pt x="16" y="90"/>
                      </a:lnTo>
                      <a:lnTo>
                        <a:pt x="16" y="90"/>
                      </a:lnTo>
                      <a:lnTo>
                        <a:pt x="16" y="90"/>
                      </a:lnTo>
                      <a:lnTo>
                        <a:pt x="12" y="90"/>
                      </a:lnTo>
                      <a:lnTo>
                        <a:pt x="12" y="94"/>
                      </a:lnTo>
                      <a:lnTo>
                        <a:pt x="12" y="94"/>
                      </a:lnTo>
                      <a:lnTo>
                        <a:pt x="12" y="94"/>
                      </a:lnTo>
                      <a:lnTo>
                        <a:pt x="12" y="94"/>
                      </a:lnTo>
                      <a:lnTo>
                        <a:pt x="12" y="98"/>
                      </a:lnTo>
                      <a:lnTo>
                        <a:pt x="8" y="98"/>
                      </a:lnTo>
                      <a:lnTo>
                        <a:pt x="8" y="98"/>
                      </a:lnTo>
                      <a:lnTo>
                        <a:pt x="8" y="98"/>
                      </a:lnTo>
                      <a:lnTo>
                        <a:pt x="8" y="98"/>
                      </a:lnTo>
                      <a:lnTo>
                        <a:pt x="8" y="98"/>
                      </a:lnTo>
                      <a:lnTo>
                        <a:pt x="4" y="98"/>
                      </a:lnTo>
                      <a:lnTo>
                        <a:pt x="4" y="98"/>
                      </a:lnTo>
                      <a:lnTo>
                        <a:pt x="4" y="98"/>
                      </a:lnTo>
                      <a:lnTo>
                        <a:pt x="4" y="98"/>
                      </a:lnTo>
                      <a:lnTo>
                        <a:pt x="4" y="98"/>
                      </a:lnTo>
                      <a:lnTo>
                        <a:pt x="4" y="98"/>
                      </a:lnTo>
                      <a:lnTo>
                        <a:pt x="4" y="98"/>
                      </a:lnTo>
                      <a:lnTo>
                        <a:pt x="4" y="98"/>
                      </a:lnTo>
                      <a:lnTo>
                        <a:pt x="0" y="98"/>
                      </a:lnTo>
                      <a:lnTo>
                        <a:pt x="0" y="98"/>
                      </a:lnTo>
                      <a:lnTo>
                        <a:pt x="0" y="98"/>
                      </a:lnTo>
                      <a:lnTo>
                        <a:pt x="0" y="98"/>
                      </a:lnTo>
                      <a:lnTo>
                        <a:pt x="0" y="94"/>
                      </a:lnTo>
                      <a:lnTo>
                        <a:pt x="0" y="94"/>
                      </a:lnTo>
                      <a:lnTo>
                        <a:pt x="0" y="90"/>
                      </a:lnTo>
                      <a:lnTo>
                        <a:pt x="0" y="90"/>
                      </a:lnTo>
                      <a:lnTo>
                        <a:pt x="0" y="90"/>
                      </a:lnTo>
                      <a:lnTo>
                        <a:pt x="0" y="86"/>
                      </a:lnTo>
                      <a:lnTo>
                        <a:pt x="0" y="86"/>
                      </a:lnTo>
                      <a:lnTo>
                        <a:pt x="0" y="82"/>
                      </a:lnTo>
                      <a:lnTo>
                        <a:pt x="4" y="82"/>
                      </a:lnTo>
                      <a:lnTo>
                        <a:pt x="4" y="82"/>
                      </a:lnTo>
                      <a:lnTo>
                        <a:pt x="4" y="82"/>
                      </a:lnTo>
                      <a:lnTo>
                        <a:pt x="4" y="78"/>
                      </a:lnTo>
                      <a:lnTo>
                        <a:pt x="4" y="74"/>
                      </a:lnTo>
                      <a:lnTo>
                        <a:pt x="4" y="74"/>
                      </a:lnTo>
                      <a:lnTo>
                        <a:pt x="4" y="74"/>
                      </a:lnTo>
                      <a:lnTo>
                        <a:pt x="4" y="70"/>
                      </a:lnTo>
                      <a:lnTo>
                        <a:pt x="4" y="70"/>
                      </a:lnTo>
                      <a:lnTo>
                        <a:pt x="4" y="70"/>
                      </a:lnTo>
                      <a:lnTo>
                        <a:pt x="4" y="70"/>
                      </a:lnTo>
                      <a:lnTo>
                        <a:pt x="4" y="70"/>
                      </a:lnTo>
                      <a:lnTo>
                        <a:pt x="4" y="66"/>
                      </a:lnTo>
                      <a:lnTo>
                        <a:pt x="4" y="66"/>
                      </a:lnTo>
                      <a:lnTo>
                        <a:pt x="8" y="66"/>
                      </a:lnTo>
                      <a:lnTo>
                        <a:pt x="8" y="64"/>
                      </a:lnTo>
                      <a:lnTo>
                        <a:pt x="8" y="64"/>
                      </a:lnTo>
                      <a:lnTo>
                        <a:pt x="8" y="64"/>
                      </a:lnTo>
                      <a:lnTo>
                        <a:pt x="8" y="60"/>
                      </a:lnTo>
                      <a:lnTo>
                        <a:pt x="8" y="60"/>
                      </a:lnTo>
                      <a:lnTo>
                        <a:pt x="8" y="60"/>
                      </a:lnTo>
                      <a:lnTo>
                        <a:pt x="8" y="60"/>
                      </a:lnTo>
                      <a:lnTo>
                        <a:pt x="8" y="60"/>
                      </a:lnTo>
                      <a:lnTo>
                        <a:pt x="8" y="60"/>
                      </a:lnTo>
                      <a:lnTo>
                        <a:pt x="8" y="56"/>
                      </a:lnTo>
                      <a:lnTo>
                        <a:pt x="8" y="56"/>
                      </a:lnTo>
                      <a:lnTo>
                        <a:pt x="8" y="56"/>
                      </a:lnTo>
                      <a:lnTo>
                        <a:pt x="8" y="56"/>
                      </a:lnTo>
                      <a:lnTo>
                        <a:pt x="12" y="56"/>
                      </a:lnTo>
                      <a:lnTo>
                        <a:pt x="12" y="56"/>
                      </a:lnTo>
                      <a:lnTo>
                        <a:pt x="12" y="56"/>
                      </a:lnTo>
                      <a:lnTo>
                        <a:pt x="12" y="52"/>
                      </a:lnTo>
                      <a:lnTo>
                        <a:pt x="12" y="52"/>
                      </a:lnTo>
                      <a:lnTo>
                        <a:pt x="12" y="52"/>
                      </a:lnTo>
                      <a:lnTo>
                        <a:pt x="16" y="52"/>
                      </a:lnTo>
                      <a:lnTo>
                        <a:pt x="16" y="52"/>
                      </a:lnTo>
                      <a:lnTo>
                        <a:pt x="16" y="52"/>
                      </a:lnTo>
                      <a:lnTo>
                        <a:pt x="16" y="48"/>
                      </a:lnTo>
                      <a:lnTo>
                        <a:pt x="16" y="48"/>
                      </a:lnTo>
                      <a:lnTo>
                        <a:pt x="16" y="48"/>
                      </a:lnTo>
                      <a:lnTo>
                        <a:pt x="20" y="44"/>
                      </a:lnTo>
                      <a:lnTo>
                        <a:pt x="22" y="40"/>
                      </a:lnTo>
                      <a:lnTo>
                        <a:pt x="22" y="36"/>
                      </a:lnTo>
                      <a:lnTo>
                        <a:pt x="26" y="36"/>
                      </a:lnTo>
                      <a:lnTo>
                        <a:pt x="26" y="36"/>
                      </a:lnTo>
                      <a:lnTo>
                        <a:pt x="22" y="34"/>
                      </a:lnTo>
                      <a:lnTo>
                        <a:pt x="22" y="34"/>
                      </a:lnTo>
                      <a:lnTo>
                        <a:pt x="22" y="34"/>
                      </a:lnTo>
                      <a:lnTo>
                        <a:pt x="22" y="30"/>
                      </a:lnTo>
                      <a:lnTo>
                        <a:pt x="22" y="30"/>
                      </a:lnTo>
                      <a:lnTo>
                        <a:pt x="20" y="34"/>
                      </a:lnTo>
                      <a:lnTo>
                        <a:pt x="20" y="34"/>
                      </a:lnTo>
                      <a:lnTo>
                        <a:pt x="20" y="34"/>
                      </a:lnTo>
                      <a:lnTo>
                        <a:pt x="20" y="34"/>
                      </a:lnTo>
                      <a:lnTo>
                        <a:pt x="20" y="30"/>
                      </a:lnTo>
                      <a:lnTo>
                        <a:pt x="20" y="30"/>
                      </a:lnTo>
                      <a:lnTo>
                        <a:pt x="20" y="30"/>
                      </a:lnTo>
                      <a:lnTo>
                        <a:pt x="20" y="26"/>
                      </a:lnTo>
                      <a:lnTo>
                        <a:pt x="20" y="26"/>
                      </a:lnTo>
                      <a:lnTo>
                        <a:pt x="20" y="26"/>
                      </a:lnTo>
                      <a:lnTo>
                        <a:pt x="20" y="22"/>
                      </a:lnTo>
                      <a:lnTo>
                        <a:pt x="20" y="22"/>
                      </a:lnTo>
                      <a:lnTo>
                        <a:pt x="20" y="22"/>
                      </a:lnTo>
                      <a:lnTo>
                        <a:pt x="20" y="22"/>
                      </a:lnTo>
                      <a:lnTo>
                        <a:pt x="20" y="22"/>
                      </a:lnTo>
                      <a:lnTo>
                        <a:pt x="20" y="22"/>
                      </a:lnTo>
                      <a:lnTo>
                        <a:pt x="20" y="18"/>
                      </a:lnTo>
                      <a:lnTo>
                        <a:pt x="20" y="18"/>
                      </a:lnTo>
                      <a:lnTo>
                        <a:pt x="20" y="14"/>
                      </a:lnTo>
                      <a:lnTo>
                        <a:pt x="20" y="14"/>
                      </a:lnTo>
                      <a:lnTo>
                        <a:pt x="20" y="14"/>
                      </a:lnTo>
                      <a:lnTo>
                        <a:pt x="20" y="10"/>
                      </a:lnTo>
                      <a:lnTo>
                        <a:pt x="20" y="10"/>
                      </a:lnTo>
                      <a:lnTo>
                        <a:pt x="20" y="10"/>
                      </a:lnTo>
                      <a:lnTo>
                        <a:pt x="20" y="10"/>
                      </a:lnTo>
                      <a:lnTo>
                        <a:pt x="20" y="10"/>
                      </a:lnTo>
                      <a:lnTo>
                        <a:pt x="20" y="10"/>
                      </a:lnTo>
                      <a:lnTo>
                        <a:pt x="22" y="10"/>
                      </a:lnTo>
                      <a:lnTo>
                        <a:pt x="22" y="6"/>
                      </a:lnTo>
                      <a:lnTo>
                        <a:pt x="22" y="6"/>
                      </a:lnTo>
                      <a:lnTo>
                        <a:pt x="26" y="6"/>
                      </a:lnTo>
                      <a:lnTo>
                        <a:pt x="26" y="6"/>
                      </a:lnTo>
                      <a:lnTo>
                        <a:pt x="26" y="10"/>
                      </a:lnTo>
                      <a:lnTo>
                        <a:pt x="30" y="10"/>
                      </a:lnTo>
                      <a:lnTo>
                        <a:pt x="30" y="6"/>
                      </a:lnTo>
                      <a:lnTo>
                        <a:pt x="30" y="6"/>
                      </a:lnTo>
                      <a:lnTo>
                        <a:pt x="34" y="6"/>
                      </a:lnTo>
                      <a:lnTo>
                        <a:pt x="34" y="6"/>
                      </a:lnTo>
                      <a:lnTo>
                        <a:pt x="34" y="6"/>
                      </a:lnTo>
                      <a:lnTo>
                        <a:pt x="34" y="10"/>
                      </a:lnTo>
                      <a:lnTo>
                        <a:pt x="34" y="10"/>
                      </a:lnTo>
                      <a:lnTo>
                        <a:pt x="34" y="10"/>
                      </a:lnTo>
                      <a:lnTo>
                        <a:pt x="38" y="10"/>
                      </a:lnTo>
                      <a:lnTo>
                        <a:pt x="38" y="10"/>
                      </a:lnTo>
                      <a:lnTo>
                        <a:pt x="38" y="10"/>
                      </a:lnTo>
                      <a:lnTo>
                        <a:pt x="38" y="10"/>
                      </a:lnTo>
                      <a:lnTo>
                        <a:pt x="38" y="10"/>
                      </a:lnTo>
                      <a:lnTo>
                        <a:pt x="38" y="10"/>
                      </a:lnTo>
                      <a:lnTo>
                        <a:pt x="38" y="10"/>
                      </a:lnTo>
                      <a:lnTo>
                        <a:pt x="38" y="10"/>
                      </a:lnTo>
                      <a:lnTo>
                        <a:pt x="38" y="10"/>
                      </a:lnTo>
                      <a:lnTo>
                        <a:pt x="42" y="6"/>
                      </a:lnTo>
                      <a:lnTo>
                        <a:pt x="42" y="6"/>
                      </a:lnTo>
                      <a:lnTo>
                        <a:pt x="46" y="6"/>
                      </a:lnTo>
                      <a:lnTo>
                        <a:pt x="46" y="6"/>
                      </a:lnTo>
                      <a:lnTo>
                        <a:pt x="46" y="6"/>
                      </a:lnTo>
                      <a:lnTo>
                        <a:pt x="46" y="6"/>
                      </a:lnTo>
                      <a:lnTo>
                        <a:pt x="50" y="6"/>
                      </a:lnTo>
                      <a:lnTo>
                        <a:pt x="50" y="6"/>
                      </a:lnTo>
                      <a:lnTo>
                        <a:pt x="50" y="6"/>
                      </a:lnTo>
                      <a:lnTo>
                        <a:pt x="50" y="6"/>
                      </a:lnTo>
                      <a:lnTo>
                        <a:pt x="50" y="6"/>
                      </a:lnTo>
                      <a:lnTo>
                        <a:pt x="52" y="6"/>
                      </a:lnTo>
                      <a:lnTo>
                        <a:pt x="52" y="6"/>
                      </a:lnTo>
                      <a:lnTo>
                        <a:pt x="52" y="6"/>
                      </a:lnTo>
                      <a:lnTo>
                        <a:pt x="56" y="6"/>
                      </a:lnTo>
                      <a:lnTo>
                        <a:pt x="56" y="6"/>
                      </a:lnTo>
                      <a:lnTo>
                        <a:pt x="56" y="6"/>
                      </a:lnTo>
                      <a:lnTo>
                        <a:pt x="64" y="0"/>
                      </a:lnTo>
                      <a:lnTo>
                        <a:pt x="64" y="0"/>
                      </a:lnTo>
                      <a:lnTo>
                        <a:pt x="64" y="0"/>
                      </a:lnTo>
                      <a:lnTo>
                        <a:pt x="64" y="0"/>
                      </a:lnTo>
                      <a:lnTo>
                        <a:pt x="64" y="2"/>
                      </a:lnTo>
                      <a:lnTo>
                        <a:pt x="68" y="2"/>
                      </a:lnTo>
                      <a:lnTo>
                        <a:pt x="68" y="6"/>
                      </a:lnTo>
                      <a:lnTo>
                        <a:pt x="68" y="6"/>
                      </a:lnTo>
                      <a:lnTo>
                        <a:pt x="68" y="6"/>
                      </a:lnTo>
                      <a:lnTo>
                        <a:pt x="68" y="6"/>
                      </a:lnTo>
                      <a:lnTo>
                        <a:pt x="72" y="10"/>
                      </a:lnTo>
                      <a:lnTo>
                        <a:pt x="72" y="10"/>
                      </a:lnTo>
                      <a:lnTo>
                        <a:pt x="72" y="10"/>
                      </a:lnTo>
                      <a:lnTo>
                        <a:pt x="72" y="10"/>
                      </a:lnTo>
                      <a:lnTo>
                        <a:pt x="72" y="14"/>
                      </a:lnTo>
                      <a:lnTo>
                        <a:pt x="72" y="14"/>
                      </a:lnTo>
                      <a:lnTo>
                        <a:pt x="72" y="18"/>
                      </a:lnTo>
                      <a:lnTo>
                        <a:pt x="72" y="18"/>
                      </a:lnTo>
                      <a:lnTo>
                        <a:pt x="72" y="18"/>
                      </a:lnTo>
                      <a:lnTo>
                        <a:pt x="72" y="18"/>
                      </a:lnTo>
                      <a:lnTo>
                        <a:pt x="72" y="18"/>
                      </a:lnTo>
                      <a:lnTo>
                        <a:pt x="72" y="22"/>
                      </a:lnTo>
                      <a:lnTo>
                        <a:pt x="72" y="22"/>
                      </a:lnTo>
                      <a:lnTo>
                        <a:pt x="76" y="22"/>
                      </a:lnTo>
                      <a:lnTo>
                        <a:pt x="76" y="22"/>
                      </a:lnTo>
                      <a:lnTo>
                        <a:pt x="76" y="22"/>
                      </a:lnTo>
                      <a:lnTo>
                        <a:pt x="76" y="22"/>
                      </a:lnTo>
                      <a:lnTo>
                        <a:pt x="76" y="26"/>
                      </a:lnTo>
                      <a:lnTo>
                        <a:pt x="76" y="26"/>
                      </a:lnTo>
                      <a:lnTo>
                        <a:pt x="76" y="26"/>
                      </a:lnTo>
                      <a:lnTo>
                        <a:pt x="76" y="30"/>
                      </a:lnTo>
                      <a:lnTo>
                        <a:pt x="76" y="30"/>
                      </a:lnTo>
                      <a:lnTo>
                        <a:pt x="76" y="30"/>
                      </a:lnTo>
                      <a:lnTo>
                        <a:pt x="76" y="34"/>
                      </a:lnTo>
                      <a:lnTo>
                        <a:pt x="76" y="34"/>
                      </a:lnTo>
                      <a:lnTo>
                        <a:pt x="80" y="34"/>
                      </a:lnTo>
                      <a:lnTo>
                        <a:pt x="80" y="34"/>
                      </a:lnTo>
                      <a:lnTo>
                        <a:pt x="80" y="36"/>
                      </a:lnTo>
                      <a:lnTo>
                        <a:pt x="80" y="40"/>
                      </a:lnTo>
                      <a:lnTo>
                        <a:pt x="80" y="44"/>
                      </a:lnTo>
                      <a:lnTo>
                        <a:pt x="80" y="44"/>
                      </a:lnTo>
                      <a:lnTo>
                        <a:pt x="80" y="44"/>
                      </a:lnTo>
                      <a:lnTo>
                        <a:pt x="80" y="44"/>
                      </a:lnTo>
                      <a:lnTo>
                        <a:pt x="76" y="44"/>
                      </a:lnTo>
                      <a:lnTo>
                        <a:pt x="76" y="44"/>
                      </a:lnTo>
                      <a:lnTo>
                        <a:pt x="76" y="48"/>
                      </a:lnTo>
                      <a:lnTo>
                        <a:pt x="76" y="48"/>
                      </a:lnTo>
                      <a:lnTo>
                        <a:pt x="76" y="48"/>
                      </a:lnTo>
                      <a:lnTo>
                        <a:pt x="76" y="48"/>
                      </a:lnTo>
                      <a:lnTo>
                        <a:pt x="76" y="48"/>
                      </a:lnTo>
                      <a:lnTo>
                        <a:pt x="76" y="48"/>
                      </a:lnTo>
                      <a:lnTo>
                        <a:pt x="76" y="48"/>
                      </a:lnTo>
                      <a:lnTo>
                        <a:pt x="76" y="52"/>
                      </a:lnTo>
                      <a:lnTo>
                        <a:pt x="76" y="52"/>
                      </a:lnTo>
                      <a:lnTo>
                        <a:pt x="76" y="52"/>
                      </a:lnTo>
                      <a:lnTo>
                        <a:pt x="76" y="52"/>
                      </a:lnTo>
                      <a:lnTo>
                        <a:pt x="76" y="52"/>
                      </a:lnTo>
                      <a:lnTo>
                        <a:pt x="76" y="52"/>
                      </a:lnTo>
                      <a:lnTo>
                        <a:pt x="76" y="52"/>
                      </a:lnTo>
                      <a:lnTo>
                        <a:pt x="72" y="52"/>
                      </a:lnTo>
                      <a:lnTo>
                        <a:pt x="72" y="52"/>
                      </a:lnTo>
                      <a:lnTo>
                        <a:pt x="72" y="52"/>
                      </a:lnTo>
                      <a:lnTo>
                        <a:pt x="72" y="56"/>
                      </a:lnTo>
                      <a:lnTo>
                        <a:pt x="72" y="56"/>
                      </a:lnTo>
                      <a:lnTo>
                        <a:pt x="72" y="56"/>
                      </a:lnTo>
                      <a:lnTo>
                        <a:pt x="72" y="56"/>
                      </a:lnTo>
                      <a:lnTo>
                        <a:pt x="72" y="56"/>
                      </a:lnTo>
                      <a:lnTo>
                        <a:pt x="72" y="60"/>
                      </a:lnTo>
                      <a:lnTo>
                        <a:pt x="72" y="60"/>
                      </a:lnTo>
                      <a:lnTo>
                        <a:pt x="68" y="64"/>
                      </a:lnTo>
                      <a:lnTo>
                        <a:pt x="68" y="64"/>
                      </a:lnTo>
                      <a:lnTo>
                        <a:pt x="68" y="64"/>
                      </a:lnTo>
                      <a:lnTo>
                        <a:pt x="68" y="64"/>
                      </a:lnTo>
                      <a:lnTo>
                        <a:pt x="64" y="66"/>
                      </a:lnTo>
                      <a:lnTo>
                        <a:pt x="64" y="66"/>
                      </a:lnTo>
                      <a:lnTo>
                        <a:pt x="64" y="70"/>
                      </a:lnTo>
                      <a:lnTo>
                        <a:pt x="64" y="70"/>
                      </a:lnTo>
                      <a:lnTo>
                        <a:pt x="64" y="70"/>
                      </a:lnTo>
                      <a:lnTo>
                        <a:pt x="64" y="70"/>
                      </a:lnTo>
                      <a:lnTo>
                        <a:pt x="64" y="70"/>
                      </a:lnTo>
                      <a:lnTo>
                        <a:pt x="64" y="74"/>
                      </a:lnTo>
                      <a:lnTo>
                        <a:pt x="64" y="74"/>
                      </a:lnTo>
                      <a:lnTo>
                        <a:pt x="64" y="74"/>
                      </a:lnTo>
                      <a:lnTo>
                        <a:pt x="64" y="78"/>
                      </a:lnTo>
                      <a:lnTo>
                        <a:pt x="64" y="82"/>
                      </a:lnTo>
                      <a:lnTo>
                        <a:pt x="64" y="90"/>
                      </a:lnTo>
                      <a:lnTo>
                        <a:pt x="64" y="90"/>
                      </a:lnTo>
                      <a:lnTo>
                        <a:pt x="64" y="90"/>
                      </a:lnTo>
                      <a:lnTo>
                        <a:pt x="56" y="90"/>
                      </a:lnTo>
                      <a:lnTo>
                        <a:pt x="56" y="90"/>
                      </a:lnTo>
                      <a:lnTo>
                        <a:pt x="56" y="90"/>
                      </a:lnTo>
                      <a:lnTo>
                        <a:pt x="52" y="90"/>
                      </a:lnTo>
                      <a:lnTo>
                        <a:pt x="52" y="90"/>
                      </a:lnTo>
                      <a:lnTo>
                        <a:pt x="52" y="90"/>
                      </a:lnTo>
                      <a:lnTo>
                        <a:pt x="50" y="90"/>
                      </a:lnTo>
                      <a:lnTo>
                        <a:pt x="50" y="90"/>
                      </a:lnTo>
                      <a:lnTo>
                        <a:pt x="50" y="90"/>
                      </a:lnTo>
                      <a:lnTo>
                        <a:pt x="50" y="90"/>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186" name="Freeform 175">
                  <a:extLst>
                    <a:ext uri="{FF2B5EF4-FFF2-40B4-BE49-F238E27FC236}">
                      <a16:creationId xmlns:a16="http://schemas.microsoft.com/office/drawing/2014/main" id="{FC00A372-5E9E-EEFB-DB39-5127B15C40B6}"/>
                    </a:ext>
                  </a:extLst>
                </p:cNvPr>
                <p:cNvSpPr>
                  <a:spLocks/>
                </p:cNvSpPr>
                <p:nvPr/>
              </p:nvSpPr>
              <p:spPr bwMode="gray">
                <a:xfrm>
                  <a:off x="4375573" y="3681369"/>
                  <a:ext cx="208712" cy="215668"/>
                </a:xfrm>
                <a:custGeom>
                  <a:avLst/>
                  <a:gdLst>
                    <a:gd name="T0" fmla="*/ 0 w 120"/>
                    <a:gd name="T1" fmla="*/ 120 h 124"/>
                    <a:gd name="T2" fmla="*/ 0 w 120"/>
                    <a:gd name="T3" fmla="*/ 112 h 124"/>
                    <a:gd name="T4" fmla="*/ 4 w 120"/>
                    <a:gd name="T5" fmla="*/ 108 h 124"/>
                    <a:gd name="T6" fmla="*/ 4 w 120"/>
                    <a:gd name="T7" fmla="*/ 104 h 124"/>
                    <a:gd name="T8" fmla="*/ 8 w 120"/>
                    <a:gd name="T9" fmla="*/ 96 h 124"/>
                    <a:gd name="T10" fmla="*/ 12 w 120"/>
                    <a:gd name="T11" fmla="*/ 96 h 124"/>
                    <a:gd name="T12" fmla="*/ 12 w 120"/>
                    <a:gd name="T13" fmla="*/ 94 h 124"/>
                    <a:gd name="T14" fmla="*/ 12 w 120"/>
                    <a:gd name="T15" fmla="*/ 90 h 124"/>
                    <a:gd name="T16" fmla="*/ 16 w 120"/>
                    <a:gd name="T17" fmla="*/ 86 h 124"/>
                    <a:gd name="T18" fmla="*/ 16 w 120"/>
                    <a:gd name="T19" fmla="*/ 82 h 124"/>
                    <a:gd name="T20" fmla="*/ 16 w 120"/>
                    <a:gd name="T21" fmla="*/ 78 h 124"/>
                    <a:gd name="T22" fmla="*/ 16 w 120"/>
                    <a:gd name="T23" fmla="*/ 78 h 124"/>
                    <a:gd name="T24" fmla="*/ 20 w 120"/>
                    <a:gd name="T25" fmla="*/ 74 h 124"/>
                    <a:gd name="T26" fmla="*/ 20 w 120"/>
                    <a:gd name="T27" fmla="*/ 70 h 124"/>
                    <a:gd name="T28" fmla="*/ 20 w 120"/>
                    <a:gd name="T29" fmla="*/ 70 h 124"/>
                    <a:gd name="T30" fmla="*/ 20 w 120"/>
                    <a:gd name="T31" fmla="*/ 70 h 124"/>
                    <a:gd name="T32" fmla="*/ 20 w 120"/>
                    <a:gd name="T33" fmla="*/ 66 h 124"/>
                    <a:gd name="T34" fmla="*/ 28 w 120"/>
                    <a:gd name="T35" fmla="*/ 64 h 124"/>
                    <a:gd name="T36" fmla="*/ 28 w 120"/>
                    <a:gd name="T37" fmla="*/ 60 h 124"/>
                    <a:gd name="T38" fmla="*/ 30 w 120"/>
                    <a:gd name="T39" fmla="*/ 56 h 124"/>
                    <a:gd name="T40" fmla="*/ 34 w 120"/>
                    <a:gd name="T41" fmla="*/ 52 h 124"/>
                    <a:gd name="T42" fmla="*/ 34 w 120"/>
                    <a:gd name="T43" fmla="*/ 48 h 124"/>
                    <a:gd name="T44" fmla="*/ 34 w 120"/>
                    <a:gd name="T45" fmla="*/ 40 h 124"/>
                    <a:gd name="T46" fmla="*/ 34 w 120"/>
                    <a:gd name="T47" fmla="*/ 34 h 124"/>
                    <a:gd name="T48" fmla="*/ 38 w 120"/>
                    <a:gd name="T49" fmla="*/ 34 h 124"/>
                    <a:gd name="T50" fmla="*/ 38 w 120"/>
                    <a:gd name="T51" fmla="*/ 30 h 124"/>
                    <a:gd name="T52" fmla="*/ 38 w 120"/>
                    <a:gd name="T53" fmla="*/ 30 h 124"/>
                    <a:gd name="T54" fmla="*/ 42 w 120"/>
                    <a:gd name="T55" fmla="*/ 26 h 124"/>
                    <a:gd name="T56" fmla="*/ 42 w 120"/>
                    <a:gd name="T57" fmla="*/ 26 h 124"/>
                    <a:gd name="T58" fmla="*/ 46 w 120"/>
                    <a:gd name="T59" fmla="*/ 22 h 124"/>
                    <a:gd name="T60" fmla="*/ 50 w 120"/>
                    <a:gd name="T61" fmla="*/ 18 h 124"/>
                    <a:gd name="T62" fmla="*/ 54 w 120"/>
                    <a:gd name="T63" fmla="*/ 14 h 124"/>
                    <a:gd name="T64" fmla="*/ 54 w 120"/>
                    <a:gd name="T65" fmla="*/ 10 h 124"/>
                    <a:gd name="T66" fmla="*/ 54 w 120"/>
                    <a:gd name="T67" fmla="*/ 6 h 124"/>
                    <a:gd name="T68" fmla="*/ 58 w 120"/>
                    <a:gd name="T69" fmla="*/ 4 h 124"/>
                    <a:gd name="T70" fmla="*/ 58 w 120"/>
                    <a:gd name="T71" fmla="*/ 0 h 124"/>
                    <a:gd name="T72" fmla="*/ 102 w 120"/>
                    <a:gd name="T73" fmla="*/ 0 h 124"/>
                    <a:gd name="T74" fmla="*/ 106 w 120"/>
                    <a:gd name="T75" fmla="*/ 0 h 124"/>
                    <a:gd name="T76" fmla="*/ 120 w 120"/>
                    <a:gd name="T77" fmla="*/ 0 h 124"/>
                    <a:gd name="T78" fmla="*/ 120 w 120"/>
                    <a:gd name="T79" fmla="*/ 14 h 124"/>
                    <a:gd name="T80" fmla="*/ 120 w 120"/>
                    <a:gd name="T81" fmla="*/ 30 h 124"/>
                    <a:gd name="T82" fmla="*/ 106 w 120"/>
                    <a:gd name="T83" fmla="*/ 30 h 124"/>
                    <a:gd name="T84" fmla="*/ 102 w 120"/>
                    <a:gd name="T85" fmla="*/ 30 h 124"/>
                    <a:gd name="T86" fmla="*/ 84 w 120"/>
                    <a:gd name="T87" fmla="*/ 30 h 124"/>
                    <a:gd name="T88" fmla="*/ 72 w 120"/>
                    <a:gd name="T89" fmla="*/ 36 h 124"/>
                    <a:gd name="T90" fmla="*/ 72 w 120"/>
                    <a:gd name="T91" fmla="*/ 44 h 124"/>
                    <a:gd name="T92" fmla="*/ 72 w 120"/>
                    <a:gd name="T93" fmla="*/ 60 h 124"/>
                    <a:gd name="T94" fmla="*/ 72 w 120"/>
                    <a:gd name="T95" fmla="*/ 78 h 124"/>
                    <a:gd name="T96" fmla="*/ 64 w 120"/>
                    <a:gd name="T97" fmla="*/ 78 h 124"/>
                    <a:gd name="T98" fmla="*/ 60 w 120"/>
                    <a:gd name="T99" fmla="*/ 86 h 124"/>
                    <a:gd name="T100" fmla="*/ 58 w 120"/>
                    <a:gd name="T101" fmla="*/ 90 h 124"/>
                    <a:gd name="T102" fmla="*/ 58 w 120"/>
                    <a:gd name="T103" fmla="*/ 96 h 124"/>
                    <a:gd name="T104" fmla="*/ 60 w 120"/>
                    <a:gd name="T105" fmla="*/ 104 h 124"/>
                    <a:gd name="T106" fmla="*/ 46 w 120"/>
                    <a:gd name="T107" fmla="*/ 116 h 124"/>
                    <a:gd name="T108" fmla="*/ 34 w 120"/>
                    <a:gd name="T109" fmla="*/ 116 h 124"/>
                    <a:gd name="T110" fmla="*/ 20 w 120"/>
                    <a:gd name="T111" fmla="*/ 116 h 124"/>
                    <a:gd name="T112" fmla="*/ 4 w 120"/>
                    <a:gd name="T113" fmla="*/ 116 h 124"/>
                    <a:gd name="T114" fmla="*/ 0 w 120"/>
                    <a:gd name="T115" fmla="*/ 120 h 124"/>
                    <a:gd name="T116" fmla="*/ 0 w 120"/>
                    <a:gd name="T117" fmla="*/ 124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20" h="124">
                      <a:moveTo>
                        <a:pt x="0" y="124"/>
                      </a:moveTo>
                      <a:lnTo>
                        <a:pt x="0" y="124"/>
                      </a:lnTo>
                      <a:lnTo>
                        <a:pt x="0" y="124"/>
                      </a:lnTo>
                      <a:lnTo>
                        <a:pt x="0" y="120"/>
                      </a:lnTo>
                      <a:lnTo>
                        <a:pt x="0" y="120"/>
                      </a:lnTo>
                      <a:lnTo>
                        <a:pt x="0" y="116"/>
                      </a:lnTo>
                      <a:lnTo>
                        <a:pt x="0" y="112"/>
                      </a:lnTo>
                      <a:lnTo>
                        <a:pt x="0" y="112"/>
                      </a:lnTo>
                      <a:lnTo>
                        <a:pt x="0" y="112"/>
                      </a:lnTo>
                      <a:lnTo>
                        <a:pt x="4" y="112"/>
                      </a:lnTo>
                      <a:lnTo>
                        <a:pt x="4" y="108"/>
                      </a:lnTo>
                      <a:lnTo>
                        <a:pt x="4" y="108"/>
                      </a:lnTo>
                      <a:lnTo>
                        <a:pt x="4" y="108"/>
                      </a:lnTo>
                      <a:lnTo>
                        <a:pt x="4" y="104"/>
                      </a:lnTo>
                      <a:lnTo>
                        <a:pt x="4" y="104"/>
                      </a:lnTo>
                      <a:lnTo>
                        <a:pt x="4" y="104"/>
                      </a:lnTo>
                      <a:lnTo>
                        <a:pt x="4" y="100"/>
                      </a:lnTo>
                      <a:lnTo>
                        <a:pt x="8" y="96"/>
                      </a:lnTo>
                      <a:lnTo>
                        <a:pt x="8" y="96"/>
                      </a:lnTo>
                      <a:lnTo>
                        <a:pt x="8" y="96"/>
                      </a:lnTo>
                      <a:lnTo>
                        <a:pt x="8" y="96"/>
                      </a:lnTo>
                      <a:lnTo>
                        <a:pt x="8" y="96"/>
                      </a:lnTo>
                      <a:lnTo>
                        <a:pt x="8" y="96"/>
                      </a:lnTo>
                      <a:lnTo>
                        <a:pt x="12" y="96"/>
                      </a:lnTo>
                      <a:lnTo>
                        <a:pt x="12" y="96"/>
                      </a:lnTo>
                      <a:lnTo>
                        <a:pt x="12" y="94"/>
                      </a:lnTo>
                      <a:lnTo>
                        <a:pt x="12" y="94"/>
                      </a:lnTo>
                      <a:lnTo>
                        <a:pt x="12" y="94"/>
                      </a:lnTo>
                      <a:lnTo>
                        <a:pt x="12" y="90"/>
                      </a:lnTo>
                      <a:lnTo>
                        <a:pt x="12" y="90"/>
                      </a:lnTo>
                      <a:lnTo>
                        <a:pt x="12" y="90"/>
                      </a:lnTo>
                      <a:lnTo>
                        <a:pt x="12" y="90"/>
                      </a:lnTo>
                      <a:lnTo>
                        <a:pt x="12" y="90"/>
                      </a:lnTo>
                      <a:lnTo>
                        <a:pt x="12" y="86"/>
                      </a:lnTo>
                      <a:lnTo>
                        <a:pt x="12" y="86"/>
                      </a:lnTo>
                      <a:lnTo>
                        <a:pt x="16" y="86"/>
                      </a:lnTo>
                      <a:lnTo>
                        <a:pt x="16" y="86"/>
                      </a:lnTo>
                      <a:lnTo>
                        <a:pt x="16" y="86"/>
                      </a:lnTo>
                      <a:lnTo>
                        <a:pt x="16" y="86"/>
                      </a:lnTo>
                      <a:lnTo>
                        <a:pt x="16" y="82"/>
                      </a:lnTo>
                      <a:lnTo>
                        <a:pt x="16" y="82"/>
                      </a:lnTo>
                      <a:lnTo>
                        <a:pt x="16" y="82"/>
                      </a:lnTo>
                      <a:lnTo>
                        <a:pt x="16" y="78"/>
                      </a:lnTo>
                      <a:lnTo>
                        <a:pt x="16" y="78"/>
                      </a:lnTo>
                      <a:lnTo>
                        <a:pt x="16" y="78"/>
                      </a:lnTo>
                      <a:lnTo>
                        <a:pt x="16" y="78"/>
                      </a:lnTo>
                      <a:lnTo>
                        <a:pt x="16" y="78"/>
                      </a:lnTo>
                      <a:lnTo>
                        <a:pt x="16" y="78"/>
                      </a:lnTo>
                      <a:lnTo>
                        <a:pt x="16" y="74"/>
                      </a:lnTo>
                      <a:lnTo>
                        <a:pt x="16" y="74"/>
                      </a:lnTo>
                      <a:lnTo>
                        <a:pt x="20" y="74"/>
                      </a:lnTo>
                      <a:lnTo>
                        <a:pt x="20" y="74"/>
                      </a:lnTo>
                      <a:lnTo>
                        <a:pt x="20" y="74"/>
                      </a:lnTo>
                      <a:lnTo>
                        <a:pt x="20" y="70"/>
                      </a:lnTo>
                      <a:lnTo>
                        <a:pt x="20" y="70"/>
                      </a:lnTo>
                      <a:lnTo>
                        <a:pt x="20" y="70"/>
                      </a:lnTo>
                      <a:lnTo>
                        <a:pt x="20" y="66"/>
                      </a:lnTo>
                      <a:lnTo>
                        <a:pt x="20" y="70"/>
                      </a:lnTo>
                      <a:lnTo>
                        <a:pt x="20" y="70"/>
                      </a:lnTo>
                      <a:lnTo>
                        <a:pt x="20" y="70"/>
                      </a:lnTo>
                      <a:lnTo>
                        <a:pt x="20" y="70"/>
                      </a:lnTo>
                      <a:lnTo>
                        <a:pt x="20" y="70"/>
                      </a:lnTo>
                      <a:lnTo>
                        <a:pt x="16" y="74"/>
                      </a:lnTo>
                      <a:lnTo>
                        <a:pt x="20" y="70"/>
                      </a:lnTo>
                      <a:lnTo>
                        <a:pt x="20" y="70"/>
                      </a:lnTo>
                      <a:lnTo>
                        <a:pt x="20" y="70"/>
                      </a:lnTo>
                      <a:lnTo>
                        <a:pt x="20" y="66"/>
                      </a:lnTo>
                      <a:lnTo>
                        <a:pt x="20" y="66"/>
                      </a:lnTo>
                      <a:lnTo>
                        <a:pt x="24" y="66"/>
                      </a:lnTo>
                      <a:lnTo>
                        <a:pt x="24" y="64"/>
                      </a:lnTo>
                      <a:lnTo>
                        <a:pt x="24" y="64"/>
                      </a:lnTo>
                      <a:lnTo>
                        <a:pt x="28" y="64"/>
                      </a:lnTo>
                      <a:lnTo>
                        <a:pt x="28" y="60"/>
                      </a:lnTo>
                      <a:lnTo>
                        <a:pt x="28" y="60"/>
                      </a:lnTo>
                      <a:lnTo>
                        <a:pt x="28" y="60"/>
                      </a:lnTo>
                      <a:lnTo>
                        <a:pt x="28" y="60"/>
                      </a:lnTo>
                      <a:lnTo>
                        <a:pt x="28" y="60"/>
                      </a:lnTo>
                      <a:lnTo>
                        <a:pt x="28" y="60"/>
                      </a:lnTo>
                      <a:lnTo>
                        <a:pt x="30" y="56"/>
                      </a:lnTo>
                      <a:lnTo>
                        <a:pt x="30" y="56"/>
                      </a:lnTo>
                      <a:lnTo>
                        <a:pt x="30" y="56"/>
                      </a:lnTo>
                      <a:lnTo>
                        <a:pt x="30" y="56"/>
                      </a:lnTo>
                      <a:lnTo>
                        <a:pt x="30" y="56"/>
                      </a:lnTo>
                      <a:lnTo>
                        <a:pt x="34" y="52"/>
                      </a:lnTo>
                      <a:lnTo>
                        <a:pt x="34" y="48"/>
                      </a:lnTo>
                      <a:lnTo>
                        <a:pt x="34" y="48"/>
                      </a:lnTo>
                      <a:lnTo>
                        <a:pt x="34" y="48"/>
                      </a:lnTo>
                      <a:lnTo>
                        <a:pt x="34" y="48"/>
                      </a:lnTo>
                      <a:lnTo>
                        <a:pt x="34" y="44"/>
                      </a:lnTo>
                      <a:lnTo>
                        <a:pt x="34" y="44"/>
                      </a:lnTo>
                      <a:lnTo>
                        <a:pt x="34" y="40"/>
                      </a:lnTo>
                      <a:lnTo>
                        <a:pt x="34" y="40"/>
                      </a:lnTo>
                      <a:lnTo>
                        <a:pt x="34" y="40"/>
                      </a:lnTo>
                      <a:lnTo>
                        <a:pt x="34" y="36"/>
                      </a:lnTo>
                      <a:lnTo>
                        <a:pt x="34" y="36"/>
                      </a:lnTo>
                      <a:lnTo>
                        <a:pt x="34" y="34"/>
                      </a:lnTo>
                      <a:lnTo>
                        <a:pt x="38" y="34"/>
                      </a:lnTo>
                      <a:lnTo>
                        <a:pt x="38" y="34"/>
                      </a:lnTo>
                      <a:lnTo>
                        <a:pt x="38" y="34"/>
                      </a:lnTo>
                      <a:lnTo>
                        <a:pt x="38" y="34"/>
                      </a:lnTo>
                      <a:lnTo>
                        <a:pt x="38" y="34"/>
                      </a:lnTo>
                      <a:lnTo>
                        <a:pt x="38" y="30"/>
                      </a:lnTo>
                      <a:lnTo>
                        <a:pt x="38" y="30"/>
                      </a:lnTo>
                      <a:lnTo>
                        <a:pt x="38" y="30"/>
                      </a:lnTo>
                      <a:lnTo>
                        <a:pt x="38" y="30"/>
                      </a:lnTo>
                      <a:lnTo>
                        <a:pt x="38" y="30"/>
                      </a:lnTo>
                      <a:lnTo>
                        <a:pt x="38" y="30"/>
                      </a:lnTo>
                      <a:lnTo>
                        <a:pt x="38" y="30"/>
                      </a:lnTo>
                      <a:lnTo>
                        <a:pt x="38" y="26"/>
                      </a:lnTo>
                      <a:lnTo>
                        <a:pt x="38" y="26"/>
                      </a:lnTo>
                      <a:lnTo>
                        <a:pt x="38" y="26"/>
                      </a:lnTo>
                      <a:lnTo>
                        <a:pt x="42" y="26"/>
                      </a:lnTo>
                      <a:lnTo>
                        <a:pt x="42" y="26"/>
                      </a:lnTo>
                      <a:lnTo>
                        <a:pt x="42" y="26"/>
                      </a:lnTo>
                      <a:lnTo>
                        <a:pt x="42" y="26"/>
                      </a:lnTo>
                      <a:lnTo>
                        <a:pt x="42" y="26"/>
                      </a:lnTo>
                      <a:lnTo>
                        <a:pt x="42" y="22"/>
                      </a:lnTo>
                      <a:lnTo>
                        <a:pt x="42" y="22"/>
                      </a:lnTo>
                      <a:lnTo>
                        <a:pt x="46" y="22"/>
                      </a:lnTo>
                      <a:lnTo>
                        <a:pt x="46" y="22"/>
                      </a:lnTo>
                      <a:lnTo>
                        <a:pt x="46" y="22"/>
                      </a:lnTo>
                      <a:lnTo>
                        <a:pt x="50" y="18"/>
                      </a:lnTo>
                      <a:lnTo>
                        <a:pt x="50" y="18"/>
                      </a:lnTo>
                      <a:lnTo>
                        <a:pt x="50" y="18"/>
                      </a:lnTo>
                      <a:lnTo>
                        <a:pt x="50" y="18"/>
                      </a:lnTo>
                      <a:lnTo>
                        <a:pt x="54" y="18"/>
                      </a:lnTo>
                      <a:lnTo>
                        <a:pt x="54" y="14"/>
                      </a:lnTo>
                      <a:lnTo>
                        <a:pt x="54" y="14"/>
                      </a:lnTo>
                      <a:lnTo>
                        <a:pt x="54" y="14"/>
                      </a:lnTo>
                      <a:lnTo>
                        <a:pt x="54" y="10"/>
                      </a:lnTo>
                      <a:lnTo>
                        <a:pt x="54" y="10"/>
                      </a:lnTo>
                      <a:lnTo>
                        <a:pt x="54" y="10"/>
                      </a:lnTo>
                      <a:lnTo>
                        <a:pt x="54" y="10"/>
                      </a:lnTo>
                      <a:lnTo>
                        <a:pt x="54" y="10"/>
                      </a:lnTo>
                      <a:lnTo>
                        <a:pt x="54" y="10"/>
                      </a:lnTo>
                      <a:lnTo>
                        <a:pt x="54" y="6"/>
                      </a:lnTo>
                      <a:lnTo>
                        <a:pt x="54" y="6"/>
                      </a:lnTo>
                      <a:lnTo>
                        <a:pt x="54" y="6"/>
                      </a:lnTo>
                      <a:lnTo>
                        <a:pt x="58" y="6"/>
                      </a:lnTo>
                      <a:lnTo>
                        <a:pt x="58" y="4"/>
                      </a:lnTo>
                      <a:lnTo>
                        <a:pt x="58" y="4"/>
                      </a:lnTo>
                      <a:lnTo>
                        <a:pt x="58" y="0"/>
                      </a:lnTo>
                      <a:lnTo>
                        <a:pt x="58" y="0"/>
                      </a:lnTo>
                      <a:lnTo>
                        <a:pt x="58" y="0"/>
                      </a:lnTo>
                      <a:lnTo>
                        <a:pt x="60" y="0"/>
                      </a:lnTo>
                      <a:lnTo>
                        <a:pt x="98" y="0"/>
                      </a:lnTo>
                      <a:lnTo>
                        <a:pt x="102" y="0"/>
                      </a:lnTo>
                      <a:lnTo>
                        <a:pt x="102" y="0"/>
                      </a:lnTo>
                      <a:lnTo>
                        <a:pt x="102" y="0"/>
                      </a:lnTo>
                      <a:lnTo>
                        <a:pt x="102" y="0"/>
                      </a:lnTo>
                      <a:lnTo>
                        <a:pt x="102" y="0"/>
                      </a:lnTo>
                      <a:lnTo>
                        <a:pt x="106" y="0"/>
                      </a:lnTo>
                      <a:lnTo>
                        <a:pt x="106" y="0"/>
                      </a:lnTo>
                      <a:lnTo>
                        <a:pt x="114" y="0"/>
                      </a:lnTo>
                      <a:lnTo>
                        <a:pt x="114" y="0"/>
                      </a:lnTo>
                      <a:lnTo>
                        <a:pt x="120" y="0"/>
                      </a:lnTo>
                      <a:lnTo>
                        <a:pt x="120" y="4"/>
                      </a:lnTo>
                      <a:lnTo>
                        <a:pt x="120" y="4"/>
                      </a:lnTo>
                      <a:lnTo>
                        <a:pt x="120" y="6"/>
                      </a:lnTo>
                      <a:lnTo>
                        <a:pt x="120" y="14"/>
                      </a:lnTo>
                      <a:lnTo>
                        <a:pt x="120" y="14"/>
                      </a:lnTo>
                      <a:lnTo>
                        <a:pt x="120" y="22"/>
                      </a:lnTo>
                      <a:lnTo>
                        <a:pt x="120" y="30"/>
                      </a:lnTo>
                      <a:lnTo>
                        <a:pt x="120" y="30"/>
                      </a:lnTo>
                      <a:lnTo>
                        <a:pt x="120" y="30"/>
                      </a:lnTo>
                      <a:lnTo>
                        <a:pt x="110" y="30"/>
                      </a:lnTo>
                      <a:lnTo>
                        <a:pt x="110" y="30"/>
                      </a:lnTo>
                      <a:lnTo>
                        <a:pt x="106" y="30"/>
                      </a:lnTo>
                      <a:lnTo>
                        <a:pt x="106" y="30"/>
                      </a:lnTo>
                      <a:lnTo>
                        <a:pt x="102" y="30"/>
                      </a:lnTo>
                      <a:lnTo>
                        <a:pt x="102" y="30"/>
                      </a:lnTo>
                      <a:lnTo>
                        <a:pt x="102" y="30"/>
                      </a:lnTo>
                      <a:lnTo>
                        <a:pt x="102" y="30"/>
                      </a:lnTo>
                      <a:lnTo>
                        <a:pt x="94" y="30"/>
                      </a:lnTo>
                      <a:lnTo>
                        <a:pt x="90" y="30"/>
                      </a:lnTo>
                      <a:lnTo>
                        <a:pt x="84" y="30"/>
                      </a:lnTo>
                      <a:lnTo>
                        <a:pt x="80" y="30"/>
                      </a:lnTo>
                      <a:lnTo>
                        <a:pt x="72" y="30"/>
                      </a:lnTo>
                      <a:lnTo>
                        <a:pt x="72" y="36"/>
                      </a:lnTo>
                      <a:lnTo>
                        <a:pt x="72" y="36"/>
                      </a:lnTo>
                      <a:lnTo>
                        <a:pt x="72" y="36"/>
                      </a:lnTo>
                      <a:lnTo>
                        <a:pt x="72" y="44"/>
                      </a:lnTo>
                      <a:lnTo>
                        <a:pt x="72" y="44"/>
                      </a:lnTo>
                      <a:lnTo>
                        <a:pt x="72" y="44"/>
                      </a:lnTo>
                      <a:lnTo>
                        <a:pt x="72" y="52"/>
                      </a:lnTo>
                      <a:lnTo>
                        <a:pt x="72" y="52"/>
                      </a:lnTo>
                      <a:lnTo>
                        <a:pt x="72" y="52"/>
                      </a:lnTo>
                      <a:lnTo>
                        <a:pt x="72" y="60"/>
                      </a:lnTo>
                      <a:lnTo>
                        <a:pt x="72" y="60"/>
                      </a:lnTo>
                      <a:lnTo>
                        <a:pt x="72" y="66"/>
                      </a:lnTo>
                      <a:lnTo>
                        <a:pt x="72" y="70"/>
                      </a:lnTo>
                      <a:lnTo>
                        <a:pt x="72" y="78"/>
                      </a:lnTo>
                      <a:lnTo>
                        <a:pt x="72" y="78"/>
                      </a:lnTo>
                      <a:lnTo>
                        <a:pt x="72" y="78"/>
                      </a:lnTo>
                      <a:lnTo>
                        <a:pt x="68" y="78"/>
                      </a:lnTo>
                      <a:lnTo>
                        <a:pt x="64" y="78"/>
                      </a:lnTo>
                      <a:lnTo>
                        <a:pt x="64" y="78"/>
                      </a:lnTo>
                      <a:lnTo>
                        <a:pt x="64" y="82"/>
                      </a:lnTo>
                      <a:lnTo>
                        <a:pt x="64" y="82"/>
                      </a:lnTo>
                      <a:lnTo>
                        <a:pt x="60" y="86"/>
                      </a:lnTo>
                      <a:lnTo>
                        <a:pt x="58" y="86"/>
                      </a:lnTo>
                      <a:lnTo>
                        <a:pt x="58" y="86"/>
                      </a:lnTo>
                      <a:lnTo>
                        <a:pt x="58" y="90"/>
                      </a:lnTo>
                      <a:lnTo>
                        <a:pt x="58" y="90"/>
                      </a:lnTo>
                      <a:lnTo>
                        <a:pt x="58" y="94"/>
                      </a:lnTo>
                      <a:lnTo>
                        <a:pt x="58" y="94"/>
                      </a:lnTo>
                      <a:lnTo>
                        <a:pt x="58" y="94"/>
                      </a:lnTo>
                      <a:lnTo>
                        <a:pt x="58" y="96"/>
                      </a:lnTo>
                      <a:lnTo>
                        <a:pt x="58" y="96"/>
                      </a:lnTo>
                      <a:lnTo>
                        <a:pt x="58" y="100"/>
                      </a:lnTo>
                      <a:lnTo>
                        <a:pt x="58" y="100"/>
                      </a:lnTo>
                      <a:lnTo>
                        <a:pt x="60" y="104"/>
                      </a:lnTo>
                      <a:lnTo>
                        <a:pt x="60" y="112"/>
                      </a:lnTo>
                      <a:lnTo>
                        <a:pt x="60" y="116"/>
                      </a:lnTo>
                      <a:lnTo>
                        <a:pt x="54" y="116"/>
                      </a:lnTo>
                      <a:lnTo>
                        <a:pt x="46" y="116"/>
                      </a:lnTo>
                      <a:lnTo>
                        <a:pt x="42" y="116"/>
                      </a:lnTo>
                      <a:lnTo>
                        <a:pt x="42" y="116"/>
                      </a:lnTo>
                      <a:lnTo>
                        <a:pt x="38" y="116"/>
                      </a:lnTo>
                      <a:lnTo>
                        <a:pt x="34" y="116"/>
                      </a:lnTo>
                      <a:lnTo>
                        <a:pt x="30" y="116"/>
                      </a:lnTo>
                      <a:lnTo>
                        <a:pt x="28" y="116"/>
                      </a:lnTo>
                      <a:lnTo>
                        <a:pt x="20" y="116"/>
                      </a:lnTo>
                      <a:lnTo>
                        <a:pt x="20" y="116"/>
                      </a:lnTo>
                      <a:lnTo>
                        <a:pt x="16" y="116"/>
                      </a:lnTo>
                      <a:lnTo>
                        <a:pt x="16" y="116"/>
                      </a:lnTo>
                      <a:lnTo>
                        <a:pt x="8" y="116"/>
                      </a:lnTo>
                      <a:lnTo>
                        <a:pt x="4" y="116"/>
                      </a:lnTo>
                      <a:lnTo>
                        <a:pt x="4" y="116"/>
                      </a:lnTo>
                      <a:lnTo>
                        <a:pt x="4" y="120"/>
                      </a:lnTo>
                      <a:lnTo>
                        <a:pt x="0" y="120"/>
                      </a:lnTo>
                      <a:lnTo>
                        <a:pt x="0" y="120"/>
                      </a:lnTo>
                      <a:lnTo>
                        <a:pt x="0" y="124"/>
                      </a:lnTo>
                      <a:lnTo>
                        <a:pt x="0" y="124"/>
                      </a:lnTo>
                      <a:lnTo>
                        <a:pt x="0" y="124"/>
                      </a:lnTo>
                      <a:lnTo>
                        <a:pt x="0" y="124"/>
                      </a:lnTo>
                      <a:lnTo>
                        <a:pt x="0" y="124"/>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187" name="Freeform 176">
                  <a:extLst>
                    <a:ext uri="{FF2B5EF4-FFF2-40B4-BE49-F238E27FC236}">
                      <a16:creationId xmlns:a16="http://schemas.microsoft.com/office/drawing/2014/main" id="{8A333D77-8FDC-D968-863E-E04D8EE636AC}"/>
                    </a:ext>
                  </a:extLst>
                </p:cNvPr>
                <p:cNvSpPr>
                  <a:spLocks/>
                </p:cNvSpPr>
                <p:nvPr/>
              </p:nvSpPr>
              <p:spPr bwMode="gray">
                <a:xfrm>
                  <a:off x="5335648" y="4763187"/>
                  <a:ext cx="292196" cy="299152"/>
                </a:xfrm>
                <a:custGeom>
                  <a:avLst/>
                  <a:gdLst>
                    <a:gd name="T0" fmla="*/ 120 w 168"/>
                    <a:gd name="T1" fmla="*/ 130 h 172"/>
                    <a:gd name="T2" fmla="*/ 108 w 168"/>
                    <a:gd name="T3" fmla="*/ 130 h 172"/>
                    <a:gd name="T4" fmla="*/ 98 w 168"/>
                    <a:gd name="T5" fmla="*/ 138 h 172"/>
                    <a:gd name="T6" fmla="*/ 90 w 168"/>
                    <a:gd name="T7" fmla="*/ 148 h 172"/>
                    <a:gd name="T8" fmla="*/ 84 w 168"/>
                    <a:gd name="T9" fmla="*/ 160 h 172"/>
                    <a:gd name="T10" fmla="*/ 72 w 168"/>
                    <a:gd name="T11" fmla="*/ 168 h 172"/>
                    <a:gd name="T12" fmla="*/ 60 w 168"/>
                    <a:gd name="T13" fmla="*/ 168 h 172"/>
                    <a:gd name="T14" fmla="*/ 54 w 168"/>
                    <a:gd name="T15" fmla="*/ 168 h 172"/>
                    <a:gd name="T16" fmla="*/ 42 w 168"/>
                    <a:gd name="T17" fmla="*/ 160 h 172"/>
                    <a:gd name="T18" fmla="*/ 28 w 168"/>
                    <a:gd name="T19" fmla="*/ 164 h 172"/>
                    <a:gd name="T20" fmla="*/ 8 w 168"/>
                    <a:gd name="T21" fmla="*/ 148 h 172"/>
                    <a:gd name="T22" fmla="*/ 4 w 168"/>
                    <a:gd name="T23" fmla="*/ 138 h 172"/>
                    <a:gd name="T24" fmla="*/ 0 w 168"/>
                    <a:gd name="T25" fmla="*/ 116 h 172"/>
                    <a:gd name="T26" fmla="*/ 0 w 168"/>
                    <a:gd name="T27" fmla="*/ 96 h 172"/>
                    <a:gd name="T28" fmla="*/ 16 w 168"/>
                    <a:gd name="T29" fmla="*/ 82 h 172"/>
                    <a:gd name="T30" fmla="*/ 30 w 168"/>
                    <a:gd name="T31" fmla="*/ 82 h 172"/>
                    <a:gd name="T32" fmla="*/ 30 w 168"/>
                    <a:gd name="T33" fmla="*/ 62 h 172"/>
                    <a:gd name="T34" fmla="*/ 30 w 168"/>
                    <a:gd name="T35" fmla="*/ 48 h 172"/>
                    <a:gd name="T36" fmla="*/ 38 w 168"/>
                    <a:gd name="T37" fmla="*/ 48 h 172"/>
                    <a:gd name="T38" fmla="*/ 42 w 168"/>
                    <a:gd name="T39" fmla="*/ 56 h 172"/>
                    <a:gd name="T40" fmla="*/ 50 w 168"/>
                    <a:gd name="T41" fmla="*/ 60 h 172"/>
                    <a:gd name="T42" fmla="*/ 64 w 168"/>
                    <a:gd name="T43" fmla="*/ 62 h 172"/>
                    <a:gd name="T44" fmla="*/ 76 w 168"/>
                    <a:gd name="T45" fmla="*/ 60 h 172"/>
                    <a:gd name="T46" fmla="*/ 84 w 168"/>
                    <a:gd name="T47" fmla="*/ 70 h 172"/>
                    <a:gd name="T48" fmla="*/ 94 w 168"/>
                    <a:gd name="T49" fmla="*/ 78 h 172"/>
                    <a:gd name="T50" fmla="*/ 102 w 168"/>
                    <a:gd name="T51" fmla="*/ 90 h 172"/>
                    <a:gd name="T52" fmla="*/ 112 w 168"/>
                    <a:gd name="T53" fmla="*/ 90 h 172"/>
                    <a:gd name="T54" fmla="*/ 112 w 168"/>
                    <a:gd name="T55" fmla="*/ 78 h 172"/>
                    <a:gd name="T56" fmla="*/ 108 w 168"/>
                    <a:gd name="T57" fmla="*/ 70 h 172"/>
                    <a:gd name="T58" fmla="*/ 98 w 168"/>
                    <a:gd name="T59" fmla="*/ 66 h 172"/>
                    <a:gd name="T60" fmla="*/ 94 w 168"/>
                    <a:gd name="T61" fmla="*/ 56 h 172"/>
                    <a:gd name="T62" fmla="*/ 98 w 168"/>
                    <a:gd name="T63" fmla="*/ 44 h 172"/>
                    <a:gd name="T64" fmla="*/ 98 w 168"/>
                    <a:gd name="T65" fmla="*/ 30 h 172"/>
                    <a:gd name="T66" fmla="*/ 98 w 168"/>
                    <a:gd name="T67" fmla="*/ 14 h 172"/>
                    <a:gd name="T68" fmla="*/ 102 w 168"/>
                    <a:gd name="T69" fmla="*/ 4 h 172"/>
                    <a:gd name="T70" fmla="*/ 120 w 168"/>
                    <a:gd name="T71" fmla="*/ 0 h 172"/>
                    <a:gd name="T72" fmla="*/ 128 w 168"/>
                    <a:gd name="T73" fmla="*/ 6 h 172"/>
                    <a:gd name="T74" fmla="*/ 142 w 168"/>
                    <a:gd name="T75" fmla="*/ 10 h 172"/>
                    <a:gd name="T76" fmla="*/ 150 w 168"/>
                    <a:gd name="T77" fmla="*/ 18 h 172"/>
                    <a:gd name="T78" fmla="*/ 162 w 168"/>
                    <a:gd name="T79" fmla="*/ 26 h 172"/>
                    <a:gd name="T80" fmla="*/ 162 w 168"/>
                    <a:gd name="T81" fmla="*/ 32 h 172"/>
                    <a:gd name="T82" fmla="*/ 166 w 168"/>
                    <a:gd name="T83" fmla="*/ 44 h 172"/>
                    <a:gd name="T84" fmla="*/ 166 w 168"/>
                    <a:gd name="T85" fmla="*/ 52 h 172"/>
                    <a:gd name="T86" fmla="*/ 162 w 168"/>
                    <a:gd name="T87" fmla="*/ 66 h 172"/>
                    <a:gd name="T88" fmla="*/ 158 w 168"/>
                    <a:gd name="T89" fmla="*/ 74 h 172"/>
                    <a:gd name="T90" fmla="*/ 158 w 168"/>
                    <a:gd name="T91" fmla="*/ 90 h 172"/>
                    <a:gd name="T92" fmla="*/ 158 w 168"/>
                    <a:gd name="T93" fmla="*/ 100 h 172"/>
                    <a:gd name="T94" fmla="*/ 146 w 168"/>
                    <a:gd name="T95" fmla="*/ 108 h 172"/>
                    <a:gd name="T96" fmla="*/ 136 w 168"/>
                    <a:gd name="T97" fmla="*/ 112 h 172"/>
                    <a:gd name="T98" fmla="*/ 124 w 168"/>
                    <a:gd name="T99" fmla="*/ 116 h 172"/>
                    <a:gd name="T100" fmla="*/ 120 w 168"/>
                    <a:gd name="T101" fmla="*/ 118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68" h="172">
                      <a:moveTo>
                        <a:pt x="120" y="118"/>
                      </a:moveTo>
                      <a:lnTo>
                        <a:pt x="120" y="122"/>
                      </a:lnTo>
                      <a:lnTo>
                        <a:pt x="120" y="126"/>
                      </a:lnTo>
                      <a:lnTo>
                        <a:pt x="120" y="130"/>
                      </a:lnTo>
                      <a:lnTo>
                        <a:pt x="116" y="130"/>
                      </a:lnTo>
                      <a:lnTo>
                        <a:pt x="112" y="126"/>
                      </a:lnTo>
                      <a:lnTo>
                        <a:pt x="112" y="130"/>
                      </a:lnTo>
                      <a:lnTo>
                        <a:pt x="108" y="130"/>
                      </a:lnTo>
                      <a:lnTo>
                        <a:pt x="104" y="130"/>
                      </a:lnTo>
                      <a:lnTo>
                        <a:pt x="102" y="134"/>
                      </a:lnTo>
                      <a:lnTo>
                        <a:pt x="102" y="138"/>
                      </a:lnTo>
                      <a:lnTo>
                        <a:pt x="98" y="138"/>
                      </a:lnTo>
                      <a:lnTo>
                        <a:pt x="98" y="142"/>
                      </a:lnTo>
                      <a:lnTo>
                        <a:pt x="98" y="146"/>
                      </a:lnTo>
                      <a:lnTo>
                        <a:pt x="94" y="146"/>
                      </a:lnTo>
                      <a:lnTo>
                        <a:pt x="90" y="148"/>
                      </a:lnTo>
                      <a:lnTo>
                        <a:pt x="88" y="148"/>
                      </a:lnTo>
                      <a:lnTo>
                        <a:pt x="88" y="152"/>
                      </a:lnTo>
                      <a:lnTo>
                        <a:pt x="84" y="156"/>
                      </a:lnTo>
                      <a:lnTo>
                        <a:pt x="84" y="160"/>
                      </a:lnTo>
                      <a:lnTo>
                        <a:pt x="80" y="160"/>
                      </a:lnTo>
                      <a:lnTo>
                        <a:pt x="80" y="164"/>
                      </a:lnTo>
                      <a:lnTo>
                        <a:pt x="76" y="168"/>
                      </a:lnTo>
                      <a:lnTo>
                        <a:pt x="72" y="168"/>
                      </a:lnTo>
                      <a:lnTo>
                        <a:pt x="72" y="172"/>
                      </a:lnTo>
                      <a:lnTo>
                        <a:pt x="68" y="172"/>
                      </a:lnTo>
                      <a:lnTo>
                        <a:pt x="64" y="168"/>
                      </a:lnTo>
                      <a:lnTo>
                        <a:pt x="60" y="168"/>
                      </a:lnTo>
                      <a:lnTo>
                        <a:pt x="60" y="172"/>
                      </a:lnTo>
                      <a:lnTo>
                        <a:pt x="58" y="172"/>
                      </a:lnTo>
                      <a:lnTo>
                        <a:pt x="58" y="168"/>
                      </a:lnTo>
                      <a:lnTo>
                        <a:pt x="54" y="168"/>
                      </a:lnTo>
                      <a:lnTo>
                        <a:pt x="50" y="168"/>
                      </a:lnTo>
                      <a:lnTo>
                        <a:pt x="46" y="164"/>
                      </a:lnTo>
                      <a:lnTo>
                        <a:pt x="46" y="160"/>
                      </a:lnTo>
                      <a:lnTo>
                        <a:pt x="42" y="160"/>
                      </a:lnTo>
                      <a:lnTo>
                        <a:pt x="38" y="160"/>
                      </a:lnTo>
                      <a:lnTo>
                        <a:pt x="34" y="160"/>
                      </a:lnTo>
                      <a:lnTo>
                        <a:pt x="30" y="160"/>
                      </a:lnTo>
                      <a:lnTo>
                        <a:pt x="28" y="164"/>
                      </a:lnTo>
                      <a:lnTo>
                        <a:pt x="24" y="164"/>
                      </a:lnTo>
                      <a:lnTo>
                        <a:pt x="20" y="160"/>
                      </a:lnTo>
                      <a:lnTo>
                        <a:pt x="12" y="152"/>
                      </a:lnTo>
                      <a:lnTo>
                        <a:pt x="8" y="148"/>
                      </a:lnTo>
                      <a:lnTo>
                        <a:pt x="8" y="146"/>
                      </a:lnTo>
                      <a:lnTo>
                        <a:pt x="4" y="146"/>
                      </a:lnTo>
                      <a:lnTo>
                        <a:pt x="4" y="142"/>
                      </a:lnTo>
                      <a:lnTo>
                        <a:pt x="4" y="138"/>
                      </a:lnTo>
                      <a:lnTo>
                        <a:pt x="0" y="138"/>
                      </a:lnTo>
                      <a:lnTo>
                        <a:pt x="0" y="134"/>
                      </a:lnTo>
                      <a:lnTo>
                        <a:pt x="0" y="126"/>
                      </a:lnTo>
                      <a:lnTo>
                        <a:pt x="0" y="116"/>
                      </a:lnTo>
                      <a:lnTo>
                        <a:pt x="0" y="112"/>
                      </a:lnTo>
                      <a:lnTo>
                        <a:pt x="0" y="108"/>
                      </a:lnTo>
                      <a:lnTo>
                        <a:pt x="0" y="100"/>
                      </a:lnTo>
                      <a:lnTo>
                        <a:pt x="0" y="96"/>
                      </a:lnTo>
                      <a:lnTo>
                        <a:pt x="0" y="90"/>
                      </a:lnTo>
                      <a:lnTo>
                        <a:pt x="0" y="82"/>
                      </a:lnTo>
                      <a:lnTo>
                        <a:pt x="8" y="82"/>
                      </a:lnTo>
                      <a:lnTo>
                        <a:pt x="16" y="82"/>
                      </a:lnTo>
                      <a:lnTo>
                        <a:pt x="20" y="82"/>
                      </a:lnTo>
                      <a:lnTo>
                        <a:pt x="24" y="82"/>
                      </a:lnTo>
                      <a:lnTo>
                        <a:pt x="28" y="82"/>
                      </a:lnTo>
                      <a:lnTo>
                        <a:pt x="30" y="82"/>
                      </a:lnTo>
                      <a:lnTo>
                        <a:pt x="30" y="78"/>
                      </a:lnTo>
                      <a:lnTo>
                        <a:pt x="30" y="74"/>
                      </a:lnTo>
                      <a:lnTo>
                        <a:pt x="30" y="70"/>
                      </a:lnTo>
                      <a:lnTo>
                        <a:pt x="30" y="62"/>
                      </a:lnTo>
                      <a:lnTo>
                        <a:pt x="30" y="60"/>
                      </a:lnTo>
                      <a:lnTo>
                        <a:pt x="30" y="56"/>
                      </a:lnTo>
                      <a:lnTo>
                        <a:pt x="30" y="52"/>
                      </a:lnTo>
                      <a:lnTo>
                        <a:pt x="30" y="48"/>
                      </a:lnTo>
                      <a:lnTo>
                        <a:pt x="30" y="44"/>
                      </a:lnTo>
                      <a:lnTo>
                        <a:pt x="30" y="48"/>
                      </a:lnTo>
                      <a:lnTo>
                        <a:pt x="34" y="48"/>
                      </a:lnTo>
                      <a:lnTo>
                        <a:pt x="38" y="48"/>
                      </a:lnTo>
                      <a:lnTo>
                        <a:pt x="38" y="52"/>
                      </a:lnTo>
                      <a:lnTo>
                        <a:pt x="34" y="56"/>
                      </a:lnTo>
                      <a:lnTo>
                        <a:pt x="38" y="56"/>
                      </a:lnTo>
                      <a:lnTo>
                        <a:pt x="42" y="56"/>
                      </a:lnTo>
                      <a:lnTo>
                        <a:pt x="46" y="52"/>
                      </a:lnTo>
                      <a:lnTo>
                        <a:pt x="50" y="52"/>
                      </a:lnTo>
                      <a:lnTo>
                        <a:pt x="50" y="56"/>
                      </a:lnTo>
                      <a:lnTo>
                        <a:pt x="50" y="60"/>
                      </a:lnTo>
                      <a:lnTo>
                        <a:pt x="54" y="60"/>
                      </a:lnTo>
                      <a:lnTo>
                        <a:pt x="58" y="62"/>
                      </a:lnTo>
                      <a:lnTo>
                        <a:pt x="60" y="62"/>
                      </a:lnTo>
                      <a:lnTo>
                        <a:pt x="64" y="62"/>
                      </a:lnTo>
                      <a:lnTo>
                        <a:pt x="68" y="66"/>
                      </a:lnTo>
                      <a:lnTo>
                        <a:pt x="72" y="66"/>
                      </a:lnTo>
                      <a:lnTo>
                        <a:pt x="72" y="62"/>
                      </a:lnTo>
                      <a:lnTo>
                        <a:pt x="76" y="60"/>
                      </a:lnTo>
                      <a:lnTo>
                        <a:pt x="76" y="62"/>
                      </a:lnTo>
                      <a:lnTo>
                        <a:pt x="80" y="62"/>
                      </a:lnTo>
                      <a:lnTo>
                        <a:pt x="80" y="66"/>
                      </a:lnTo>
                      <a:lnTo>
                        <a:pt x="84" y="70"/>
                      </a:lnTo>
                      <a:lnTo>
                        <a:pt x="88" y="70"/>
                      </a:lnTo>
                      <a:lnTo>
                        <a:pt x="90" y="74"/>
                      </a:lnTo>
                      <a:lnTo>
                        <a:pt x="94" y="74"/>
                      </a:lnTo>
                      <a:lnTo>
                        <a:pt x="94" y="78"/>
                      </a:lnTo>
                      <a:lnTo>
                        <a:pt x="94" y="82"/>
                      </a:lnTo>
                      <a:lnTo>
                        <a:pt x="98" y="82"/>
                      </a:lnTo>
                      <a:lnTo>
                        <a:pt x="102" y="86"/>
                      </a:lnTo>
                      <a:lnTo>
                        <a:pt x="102" y="90"/>
                      </a:lnTo>
                      <a:lnTo>
                        <a:pt x="104" y="90"/>
                      </a:lnTo>
                      <a:lnTo>
                        <a:pt x="108" y="90"/>
                      </a:lnTo>
                      <a:lnTo>
                        <a:pt x="108" y="86"/>
                      </a:lnTo>
                      <a:lnTo>
                        <a:pt x="112" y="90"/>
                      </a:lnTo>
                      <a:lnTo>
                        <a:pt x="108" y="90"/>
                      </a:lnTo>
                      <a:lnTo>
                        <a:pt x="112" y="90"/>
                      </a:lnTo>
                      <a:lnTo>
                        <a:pt x="112" y="86"/>
                      </a:lnTo>
                      <a:lnTo>
                        <a:pt x="112" y="78"/>
                      </a:lnTo>
                      <a:lnTo>
                        <a:pt x="112" y="74"/>
                      </a:lnTo>
                      <a:lnTo>
                        <a:pt x="112" y="70"/>
                      </a:lnTo>
                      <a:lnTo>
                        <a:pt x="112" y="66"/>
                      </a:lnTo>
                      <a:lnTo>
                        <a:pt x="108" y="70"/>
                      </a:lnTo>
                      <a:lnTo>
                        <a:pt x="108" y="74"/>
                      </a:lnTo>
                      <a:lnTo>
                        <a:pt x="104" y="70"/>
                      </a:lnTo>
                      <a:lnTo>
                        <a:pt x="102" y="70"/>
                      </a:lnTo>
                      <a:lnTo>
                        <a:pt x="98" y="66"/>
                      </a:lnTo>
                      <a:lnTo>
                        <a:pt x="98" y="62"/>
                      </a:lnTo>
                      <a:lnTo>
                        <a:pt x="94" y="62"/>
                      </a:lnTo>
                      <a:lnTo>
                        <a:pt x="94" y="60"/>
                      </a:lnTo>
                      <a:lnTo>
                        <a:pt x="94" y="56"/>
                      </a:lnTo>
                      <a:lnTo>
                        <a:pt x="94" y="52"/>
                      </a:lnTo>
                      <a:lnTo>
                        <a:pt x="94" y="48"/>
                      </a:lnTo>
                      <a:lnTo>
                        <a:pt x="94" y="44"/>
                      </a:lnTo>
                      <a:lnTo>
                        <a:pt x="98" y="44"/>
                      </a:lnTo>
                      <a:lnTo>
                        <a:pt x="98" y="40"/>
                      </a:lnTo>
                      <a:lnTo>
                        <a:pt x="98" y="36"/>
                      </a:lnTo>
                      <a:lnTo>
                        <a:pt x="98" y="32"/>
                      </a:lnTo>
                      <a:lnTo>
                        <a:pt x="98" y="30"/>
                      </a:lnTo>
                      <a:lnTo>
                        <a:pt x="98" y="26"/>
                      </a:lnTo>
                      <a:lnTo>
                        <a:pt x="94" y="22"/>
                      </a:lnTo>
                      <a:lnTo>
                        <a:pt x="94" y="18"/>
                      </a:lnTo>
                      <a:lnTo>
                        <a:pt x="98" y="14"/>
                      </a:lnTo>
                      <a:lnTo>
                        <a:pt x="98" y="10"/>
                      </a:lnTo>
                      <a:lnTo>
                        <a:pt x="102" y="10"/>
                      </a:lnTo>
                      <a:lnTo>
                        <a:pt x="102" y="6"/>
                      </a:lnTo>
                      <a:lnTo>
                        <a:pt x="102" y="4"/>
                      </a:lnTo>
                      <a:lnTo>
                        <a:pt x="104" y="4"/>
                      </a:lnTo>
                      <a:lnTo>
                        <a:pt x="108" y="4"/>
                      </a:lnTo>
                      <a:lnTo>
                        <a:pt x="116" y="4"/>
                      </a:lnTo>
                      <a:lnTo>
                        <a:pt x="120" y="0"/>
                      </a:lnTo>
                      <a:lnTo>
                        <a:pt x="124" y="0"/>
                      </a:lnTo>
                      <a:lnTo>
                        <a:pt x="128" y="0"/>
                      </a:lnTo>
                      <a:lnTo>
                        <a:pt x="128" y="4"/>
                      </a:lnTo>
                      <a:lnTo>
                        <a:pt x="128" y="6"/>
                      </a:lnTo>
                      <a:lnTo>
                        <a:pt x="132" y="6"/>
                      </a:lnTo>
                      <a:lnTo>
                        <a:pt x="136" y="6"/>
                      </a:lnTo>
                      <a:lnTo>
                        <a:pt x="138" y="10"/>
                      </a:lnTo>
                      <a:lnTo>
                        <a:pt x="142" y="10"/>
                      </a:lnTo>
                      <a:lnTo>
                        <a:pt x="142" y="14"/>
                      </a:lnTo>
                      <a:lnTo>
                        <a:pt x="146" y="14"/>
                      </a:lnTo>
                      <a:lnTo>
                        <a:pt x="150" y="14"/>
                      </a:lnTo>
                      <a:lnTo>
                        <a:pt x="150" y="18"/>
                      </a:lnTo>
                      <a:lnTo>
                        <a:pt x="154" y="18"/>
                      </a:lnTo>
                      <a:lnTo>
                        <a:pt x="158" y="22"/>
                      </a:lnTo>
                      <a:lnTo>
                        <a:pt x="158" y="26"/>
                      </a:lnTo>
                      <a:lnTo>
                        <a:pt x="162" y="26"/>
                      </a:lnTo>
                      <a:lnTo>
                        <a:pt x="162" y="30"/>
                      </a:lnTo>
                      <a:lnTo>
                        <a:pt x="166" y="30"/>
                      </a:lnTo>
                      <a:lnTo>
                        <a:pt x="162" y="30"/>
                      </a:lnTo>
                      <a:lnTo>
                        <a:pt x="162" y="32"/>
                      </a:lnTo>
                      <a:lnTo>
                        <a:pt x="166" y="32"/>
                      </a:lnTo>
                      <a:lnTo>
                        <a:pt x="166" y="36"/>
                      </a:lnTo>
                      <a:lnTo>
                        <a:pt x="168" y="40"/>
                      </a:lnTo>
                      <a:lnTo>
                        <a:pt x="166" y="44"/>
                      </a:lnTo>
                      <a:lnTo>
                        <a:pt x="162" y="44"/>
                      </a:lnTo>
                      <a:lnTo>
                        <a:pt x="162" y="48"/>
                      </a:lnTo>
                      <a:lnTo>
                        <a:pt x="166" y="48"/>
                      </a:lnTo>
                      <a:lnTo>
                        <a:pt x="166" y="52"/>
                      </a:lnTo>
                      <a:lnTo>
                        <a:pt x="162" y="56"/>
                      </a:lnTo>
                      <a:lnTo>
                        <a:pt x="162" y="60"/>
                      </a:lnTo>
                      <a:lnTo>
                        <a:pt x="162" y="62"/>
                      </a:lnTo>
                      <a:lnTo>
                        <a:pt x="162" y="66"/>
                      </a:lnTo>
                      <a:lnTo>
                        <a:pt x="166" y="70"/>
                      </a:lnTo>
                      <a:lnTo>
                        <a:pt x="166" y="74"/>
                      </a:lnTo>
                      <a:lnTo>
                        <a:pt x="162" y="74"/>
                      </a:lnTo>
                      <a:lnTo>
                        <a:pt x="158" y="74"/>
                      </a:lnTo>
                      <a:lnTo>
                        <a:pt x="158" y="78"/>
                      </a:lnTo>
                      <a:lnTo>
                        <a:pt x="158" y="82"/>
                      </a:lnTo>
                      <a:lnTo>
                        <a:pt x="158" y="86"/>
                      </a:lnTo>
                      <a:lnTo>
                        <a:pt x="158" y="90"/>
                      </a:lnTo>
                      <a:lnTo>
                        <a:pt x="158" y="92"/>
                      </a:lnTo>
                      <a:lnTo>
                        <a:pt x="154" y="92"/>
                      </a:lnTo>
                      <a:lnTo>
                        <a:pt x="158" y="96"/>
                      </a:lnTo>
                      <a:lnTo>
                        <a:pt x="158" y="100"/>
                      </a:lnTo>
                      <a:lnTo>
                        <a:pt x="162" y="100"/>
                      </a:lnTo>
                      <a:lnTo>
                        <a:pt x="158" y="100"/>
                      </a:lnTo>
                      <a:lnTo>
                        <a:pt x="150" y="104"/>
                      </a:lnTo>
                      <a:lnTo>
                        <a:pt x="146" y="108"/>
                      </a:lnTo>
                      <a:lnTo>
                        <a:pt x="142" y="108"/>
                      </a:lnTo>
                      <a:lnTo>
                        <a:pt x="138" y="108"/>
                      </a:lnTo>
                      <a:lnTo>
                        <a:pt x="138" y="112"/>
                      </a:lnTo>
                      <a:lnTo>
                        <a:pt x="136" y="112"/>
                      </a:lnTo>
                      <a:lnTo>
                        <a:pt x="132" y="112"/>
                      </a:lnTo>
                      <a:lnTo>
                        <a:pt x="128" y="112"/>
                      </a:lnTo>
                      <a:lnTo>
                        <a:pt x="128" y="116"/>
                      </a:lnTo>
                      <a:lnTo>
                        <a:pt x="124" y="116"/>
                      </a:lnTo>
                      <a:lnTo>
                        <a:pt x="120" y="116"/>
                      </a:lnTo>
                      <a:lnTo>
                        <a:pt x="120" y="118"/>
                      </a:lnTo>
                      <a:lnTo>
                        <a:pt x="120" y="118"/>
                      </a:lnTo>
                      <a:lnTo>
                        <a:pt x="120" y="118"/>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188" name="Freeform 177">
                  <a:extLst>
                    <a:ext uri="{FF2B5EF4-FFF2-40B4-BE49-F238E27FC236}">
                      <a16:creationId xmlns:a16="http://schemas.microsoft.com/office/drawing/2014/main" id="{C2A75E94-325F-1363-2EDB-0B0660126241}"/>
                    </a:ext>
                  </a:extLst>
                </p:cNvPr>
                <p:cNvSpPr>
                  <a:spLocks/>
                </p:cNvSpPr>
                <p:nvPr/>
              </p:nvSpPr>
              <p:spPr bwMode="gray">
                <a:xfrm>
                  <a:off x="5422610" y="4985810"/>
                  <a:ext cx="194798" cy="212190"/>
                </a:xfrm>
                <a:custGeom>
                  <a:avLst/>
                  <a:gdLst>
                    <a:gd name="T0" fmla="*/ 88 w 112"/>
                    <a:gd name="T1" fmla="*/ 114 h 122"/>
                    <a:gd name="T2" fmla="*/ 84 w 112"/>
                    <a:gd name="T3" fmla="*/ 118 h 122"/>
                    <a:gd name="T4" fmla="*/ 82 w 112"/>
                    <a:gd name="T5" fmla="*/ 118 h 122"/>
                    <a:gd name="T6" fmla="*/ 74 w 112"/>
                    <a:gd name="T7" fmla="*/ 118 h 122"/>
                    <a:gd name="T8" fmla="*/ 70 w 112"/>
                    <a:gd name="T9" fmla="*/ 118 h 122"/>
                    <a:gd name="T10" fmla="*/ 62 w 112"/>
                    <a:gd name="T11" fmla="*/ 114 h 122"/>
                    <a:gd name="T12" fmla="*/ 54 w 112"/>
                    <a:gd name="T13" fmla="*/ 114 h 122"/>
                    <a:gd name="T14" fmla="*/ 52 w 112"/>
                    <a:gd name="T15" fmla="*/ 114 h 122"/>
                    <a:gd name="T16" fmla="*/ 52 w 112"/>
                    <a:gd name="T17" fmla="*/ 110 h 122"/>
                    <a:gd name="T18" fmla="*/ 52 w 112"/>
                    <a:gd name="T19" fmla="*/ 108 h 122"/>
                    <a:gd name="T20" fmla="*/ 44 w 112"/>
                    <a:gd name="T21" fmla="*/ 108 h 122"/>
                    <a:gd name="T22" fmla="*/ 40 w 112"/>
                    <a:gd name="T23" fmla="*/ 108 h 122"/>
                    <a:gd name="T24" fmla="*/ 38 w 112"/>
                    <a:gd name="T25" fmla="*/ 104 h 122"/>
                    <a:gd name="T26" fmla="*/ 34 w 112"/>
                    <a:gd name="T27" fmla="*/ 96 h 122"/>
                    <a:gd name="T28" fmla="*/ 34 w 112"/>
                    <a:gd name="T29" fmla="*/ 92 h 122"/>
                    <a:gd name="T30" fmla="*/ 30 w 112"/>
                    <a:gd name="T31" fmla="*/ 84 h 122"/>
                    <a:gd name="T32" fmla="*/ 30 w 112"/>
                    <a:gd name="T33" fmla="*/ 84 h 122"/>
                    <a:gd name="T34" fmla="*/ 26 w 112"/>
                    <a:gd name="T35" fmla="*/ 78 h 122"/>
                    <a:gd name="T36" fmla="*/ 18 w 112"/>
                    <a:gd name="T37" fmla="*/ 74 h 122"/>
                    <a:gd name="T38" fmla="*/ 14 w 112"/>
                    <a:gd name="T39" fmla="*/ 70 h 122"/>
                    <a:gd name="T40" fmla="*/ 12 w 112"/>
                    <a:gd name="T41" fmla="*/ 66 h 122"/>
                    <a:gd name="T42" fmla="*/ 12 w 112"/>
                    <a:gd name="T43" fmla="*/ 58 h 122"/>
                    <a:gd name="T44" fmla="*/ 8 w 112"/>
                    <a:gd name="T45" fmla="*/ 52 h 122"/>
                    <a:gd name="T46" fmla="*/ 4 w 112"/>
                    <a:gd name="T47" fmla="*/ 48 h 122"/>
                    <a:gd name="T48" fmla="*/ 0 w 112"/>
                    <a:gd name="T49" fmla="*/ 44 h 122"/>
                    <a:gd name="T50" fmla="*/ 0 w 112"/>
                    <a:gd name="T51" fmla="*/ 40 h 122"/>
                    <a:gd name="T52" fmla="*/ 4 w 112"/>
                    <a:gd name="T53" fmla="*/ 40 h 122"/>
                    <a:gd name="T54" fmla="*/ 12 w 112"/>
                    <a:gd name="T55" fmla="*/ 44 h 122"/>
                    <a:gd name="T56" fmla="*/ 14 w 112"/>
                    <a:gd name="T57" fmla="*/ 40 h 122"/>
                    <a:gd name="T58" fmla="*/ 22 w 112"/>
                    <a:gd name="T59" fmla="*/ 44 h 122"/>
                    <a:gd name="T60" fmla="*/ 26 w 112"/>
                    <a:gd name="T61" fmla="*/ 40 h 122"/>
                    <a:gd name="T62" fmla="*/ 38 w 112"/>
                    <a:gd name="T63" fmla="*/ 26 h 122"/>
                    <a:gd name="T64" fmla="*/ 48 w 112"/>
                    <a:gd name="T65" fmla="*/ 18 h 122"/>
                    <a:gd name="T66" fmla="*/ 48 w 112"/>
                    <a:gd name="T67" fmla="*/ 10 h 122"/>
                    <a:gd name="T68" fmla="*/ 52 w 112"/>
                    <a:gd name="T69" fmla="*/ 6 h 122"/>
                    <a:gd name="T70" fmla="*/ 62 w 112"/>
                    <a:gd name="T71" fmla="*/ 2 h 122"/>
                    <a:gd name="T72" fmla="*/ 70 w 112"/>
                    <a:gd name="T73" fmla="*/ 2 h 122"/>
                    <a:gd name="T74" fmla="*/ 78 w 112"/>
                    <a:gd name="T75" fmla="*/ 6 h 122"/>
                    <a:gd name="T76" fmla="*/ 84 w 112"/>
                    <a:gd name="T77" fmla="*/ 10 h 122"/>
                    <a:gd name="T78" fmla="*/ 88 w 112"/>
                    <a:gd name="T79" fmla="*/ 10 h 122"/>
                    <a:gd name="T80" fmla="*/ 96 w 112"/>
                    <a:gd name="T81" fmla="*/ 14 h 122"/>
                    <a:gd name="T82" fmla="*/ 100 w 112"/>
                    <a:gd name="T83" fmla="*/ 14 h 122"/>
                    <a:gd name="T84" fmla="*/ 104 w 112"/>
                    <a:gd name="T85" fmla="*/ 22 h 122"/>
                    <a:gd name="T86" fmla="*/ 108 w 112"/>
                    <a:gd name="T87" fmla="*/ 22 h 122"/>
                    <a:gd name="T88" fmla="*/ 108 w 112"/>
                    <a:gd name="T89" fmla="*/ 26 h 122"/>
                    <a:gd name="T90" fmla="*/ 108 w 112"/>
                    <a:gd name="T91" fmla="*/ 28 h 122"/>
                    <a:gd name="T92" fmla="*/ 108 w 112"/>
                    <a:gd name="T93" fmla="*/ 32 h 122"/>
                    <a:gd name="T94" fmla="*/ 108 w 112"/>
                    <a:gd name="T95" fmla="*/ 40 h 122"/>
                    <a:gd name="T96" fmla="*/ 108 w 112"/>
                    <a:gd name="T97" fmla="*/ 44 h 122"/>
                    <a:gd name="T98" fmla="*/ 108 w 112"/>
                    <a:gd name="T99" fmla="*/ 52 h 122"/>
                    <a:gd name="T100" fmla="*/ 108 w 112"/>
                    <a:gd name="T101" fmla="*/ 54 h 122"/>
                    <a:gd name="T102" fmla="*/ 104 w 112"/>
                    <a:gd name="T103" fmla="*/ 54 h 122"/>
                    <a:gd name="T104" fmla="*/ 108 w 112"/>
                    <a:gd name="T105" fmla="*/ 58 h 122"/>
                    <a:gd name="T106" fmla="*/ 108 w 112"/>
                    <a:gd name="T107" fmla="*/ 70 h 122"/>
                    <a:gd name="T108" fmla="*/ 108 w 112"/>
                    <a:gd name="T109" fmla="*/ 78 h 122"/>
                    <a:gd name="T110" fmla="*/ 104 w 112"/>
                    <a:gd name="T111" fmla="*/ 84 h 122"/>
                    <a:gd name="T112" fmla="*/ 100 w 112"/>
                    <a:gd name="T113" fmla="*/ 92 h 122"/>
                    <a:gd name="T114" fmla="*/ 100 w 112"/>
                    <a:gd name="T115" fmla="*/ 100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12" h="122">
                      <a:moveTo>
                        <a:pt x="100" y="100"/>
                      </a:moveTo>
                      <a:lnTo>
                        <a:pt x="100" y="100"/>
                      </a:lnTo>
                      <a:lnTo>
                        <a:pt x="100" y="100"/>
                      </a:lnTo>
                      <a:lnTo>
                        <a:pt x="100" y="100"/>
                      </a:lnTo>
                      <a:lnTo>
                        <a:pt x="92" y="110"/>
                      </a:lnTo>
                      <a:lnTo>
                        <a:pt x="88" y="114"/>
                      </a:lnTo>
                      <a:lnTo>
                        <a:pt x="84" y="118"/>
                      </a:lnTo>
                      <a:lnTo>
                        <a:pt x="84" y="118"/>
                      </a:lnTo>
                      <a:lnTo>
                        <a:pt x="84" y="118"/>
                      </a:lnTo>
                      <a:lnTo>
                        <a:pt x="84" y="122"/>
                      </a:lnTo>
                      <a:lnTo>
                        <a:pt x="84" y="118"/>
                      </a:lnTo>
                      <a:lnTo>
                        <a:pt x="84" y="118"/>
                      </a:lnTo>
                      <a:lnTo>
                        <a:pt x="82" y="118"/>
                      </a:lnTo>
                      <a:lnTo>
                        <a:pt x="82" y="118"/>
                      </a:lnTo>
                      <a:lnTo>
                        <a:pt x="82" y="118"/>
                      </a:lnTo>
                      <a:lnTo>
                        <a:pt x="82" y="118"/>
                      </a:lnTo>
                      <a:lnTo>
                        <a:pt x="82" y="118"/>
                      </a:lnTo>
                      <a:lnTo>
                        <a:pt x="82" y="118"/>
                      </a:lnTo>
                      <a:lnTo>
                        <a:pt x="78" y="118"/>
                      </a:lnTo>
                      <a:lnTo>
                        <a:pt x="78" y="118"/>
                      </a:lnTo>
                      <a:lnTo>
                        <a:pt x="78" y="118"/>
                      </a:lnTo>
                      <a:lnTo>
                        <a:pt x="78" y="118"/>
                      </a:lnTo>
                      <a:lnTo>
                        <a:pt x="78" y="118"/>
                      </a:lnTo>
                      <a:lnTo>
                        <a:pt x="74" y="118"/>
                      </a:lnTo>
                      <a:lnTo>
                        <a:pt x="74" y="118"/>
                      </a:lnTo>
                      <a:lnTo>
                        <a:pt x="74" y="118"/>
                      </a:lnTo>
                      <a:lnTo>
                        <a:pt x="74" y="118"/>
                      </a:lnTo>
                      <a:lnTo>
                        <a:pt x="74" y="118"/>
                      </a:lnTo>
                      <a:lnTo>
                        <a:pt x="70" y="118"/>
                      </a:lnTo>
                      <a:lnTo>
                        <a:pt x="70" y="118"/>
                      </a:lnTo>
                      <a:lnTo>
                        <a:pt x="70" y="118"/>
                      </a:lnTo>
                      <a:lnTo>
                        <a:pt x="66" y="118"/>
                      </a:lnTo>
                      <a:lnTo>
                        <a:pt x="66" y="114"/>
                      </a:lnTo>
                      <a:lnTo>
                        <a:pt x="62" y="114"/>
                      </a:lnTo>
                      <a:lnTo>
                        <a:pt x="62" y="114"/>
                      </a:lnTo>
                      <a:lnTo>
                        <a:pt x="62" y="114"/>
                      </a:lnTo>
                      <a:lnTo>
                        <a:pt x="62" y="114"/>
                      </a:lnTo>
                      <a:lnTo>
                        <a:pt x="62" y="114"/>
                      </a:lnTo>
                      <a:lnTo>
                        <a:pt x="58" y="114"/>
                      </a:lnTo>
                      <a:lnTo>
                        <a:pt x="54" y="114"/>
                      </a:lnTo>
                      <a:lnTo>
                        <a:pt x="54" y="114"/>
                      </a:lnTo>
                      <a:lnTo>
                        <a:pt x="54" y="114"/>
                      </a:lnTo>
                      <a:lnTo>
                        <a:pt x="54" y="114"/>
                      </a:lnTo>
                      <a:lnTo>
                        <a:pt x="54" y="114"/>
                      </a:lnTo>
                      <a:lnTo>
                        <a:pt x="54" y="114"/>
                      </a:lnTo>
                      <a:lnTo>
                        <a:pt x="54" y="114"/>
                      </a:lnTo>
                      <a:lnTo>
                        <a:pt x="52" y="114"/>
                      </a:lnTo>
                      <a:lnTo>
                        <a:pt x="52" y="114"/>
                      </a:lnTo>
                      <a:lnTo>
                        <a:pt x="52" y="114"/>
                      </a:lnTo>
                      <a:lnTo>
                        <a:pt x="52" y="114"/>
                      </a:lnTo>
                      <a:lnTo>
                        <a:pt x="52" y="114"/>
                      </a:lnTo>
                      <a:lnTo>
                        <a:pt x="52" y="110"/>
                      </a:lnTo>
                      <a:lnTo>
                        <a:pt x="52" y="110"/>
                      </a:lnTo>
                      <a:lnTo>
                        <a:pt x="52" y="110"/>
                      </a:lnTo>
                      <a:lnTo>
                        <a:pt x="52" y="110"/>
                      </a:lnTo>
                      <a:lnTo>
                        <a:pt x="52" y="110"/>
                      </a:lnTo>
                      <a:lnTo>
                        <a:pt x="52" y="110"/>
                      </a:lnTo>
                      <a:lnTo>
                        <a:pt x="52" y="108"/>
                      </a:lnTo>
                      <a:lnTo>
                        <a:pt x="52" y="108"/>
                      </a:lnTo>
                      <a:lnTo>
                        <a:pt x="52" y="108"/>
                      </a:lnTo>
                      <a:lnTo>
                        <a:pt x="52" y="108"/>
                      </a:lnTo>
                      <a:lnTo>
                        <a:pt x="48" y="108"/>
                      </a:lnTo>
                      <a:lnTo>
                        <a:pt x="44" y="108"/>
                      </a:lnTo>
                      <a:lnTo>
                        <a:pt x="44" y="108"/>
                      </a:lnTo>
                      <a:lnTo>
                        <a:pt x="44" y="108"/>
                      </a:lnTo>
                      <a:lnTo>
                        <a:pt x="44" y="108"/>
                      </a:lnTo>
                      <a:lnTo>
                        <a:pt x="44" y="108"/>
                      </a:lnTo>
                      <a:lnTo>
                        <a:pt x="44" y="108"/>
                      </a:lnTo>
                      <a:lnTo>
                        <a:pt x="44" y="108"/>
                      </a:lnTo>
                      <a:lnTo>
                        <a:pt x="40" y="108"/>
                      </a:lnTo>
                      <a:lnTo>
                        <a:pt x="40" y="108"/>
                      </a:lnTo>
                      <a:lnTo>
                        <a:pt x="40" y="108"/>
                      </a:lnTo>
                      <a:lnTo>
                        <a:pt x="40" y="108"/>
                      </a:lnTo>
                      <a:lnTo>
                        <a:pt x="38" y="108"/>
                      </a:lnTo>
                      <a:lnTo>
                        <a:pt x="38" y="104"/>
                      </a:lnTo>
                      <a:lnTo>
                        <a:pt x="38" y="104"/>
                      </a:lnTo>
                      <a:lnTo>
                        <a:pt x="38" y="104"/>
                      </a:lnTo>
                      <a:lnTo>
                        <a:pt x="38" y="104"/>
                      </a:lnTo>
                      <a:lnTo>
                        <a:pt x="38" y="104"/>
                      </a:lnTo>
                      <a:lnTo>
                        <a:pt x="38" y="100"/>
                      </a:lnTo>
                      <a:lnTo>
                        <a:pt x="38" y="100"/>
                      </a:lnTo>
                      <a:lnTo>
                        <a:pt x="34" y="100"/>
                      </a:lnTo>
                      <a:lnTo>
                        <a:pt x="34" y="100"/>
                      </a:lnTo>
                      <a:lnTo>
                        <a:pt x="34" y="96"/>
                      </a:lnTo>
                      <a:lnTo>
                        <a:pt x="34" y="96"/>
                      </a:lnTo>
                      <a:lnTo>
                        <a:pt x="34" y="92"/>
                      </a:lnTo>
                      <a:lnTo>
                        <a:pt x="34" y="92"/>
                      </a:lnTo>
                      <a:lnTo>
                        <a:pt x="34" y="92"/>
                      </a:lnTo>
                      <a:lnTo>
                        <a:pt x="34" y="92"/>
                      </a:lnTo>
                      <a:lnTo>
                        <a:pt x="34" y="92"/>
                      </a:lnTo>
                      <a:lnTo>
                        <a:pt x="34" y="88"/>
                      </a:lnTo>
                      <a:lnTo>
                        <a:pt x="34" y="84"/>
                      </a:lnTo>
                      <a:lnTo>
                        <a:pt x="34" y="84"/>
                      </a:lnTo>
                      <a:lnTo>
                        <a:pt x="34" y="84"/>
                      </a:lnTo>
                      <a:lnTo>
                        <a:pt x="30" y="84"/>
                      </a:lnTo>
                      <a:lnTo>
                        <a:pt x="30" y="84"/>
                      </a:lnTo>
                      <a:lnTo>
                        <a:pt x="30" y="84"/>
                      </a:lnTo>
                      <a:lnTo>
                        <a:pt x="30" y="84"/>
                      </a:lnTo>
                      <a:lnTo>
                        <a:pt x="30" y="84"/>
                      </a:lnTo>
                      <a:lnTo>
                        <a:pt x="30" y="84"/>
                      </a:lnTo>
                      <a:lnTo>
                        <a:pt x="30" y="84"/>
                      </a:lnTo>
                      <a:lnTo>
                        <a:pt x="30" y="84"/>
                      </a:lnTo>
                      <a:lnTo>
                        <a:pt x="30" y="84"/>
                      </a:lnTo>
                      <a:lnTo>
                        <a:pt x="30" y="80"/>
                      </a:lnTo>
                      <a:lnTo>
                        <a:pt x="30" y="80"/>
                      </a:lnTo>
                      <a:lnTo>
                        <a:pt x="26" y="80"/>
                      </a:lnTo>
                      <a:lnTo>
                        <a:pt x="26" y="78"/>
                      </a:lnTo>
                      <a:lnTo>
                        <a:pt x="26" y="78"/>
                      </a:lnTo>
                      <a:lnTo>
                        <a:pt x="22" y="78"/>
                      </a:lnTo>
                      <a:lnTo>
                        <a:pt x="18" y="78"/>
                      </a:lnTo>
                      <a:lnTo>
                        <a:pt x="18" y="74"/>
                      </a:lnTo>
                      <a:lnTo>
                        <a:pt x="18" y="74"/>
                      </a:lnTo>
                      <a:lnTo>
                        <a:pt x="18" y="74"/>
                      </a:lnTo>
                      <a:lnTo>
                        <a:pt x="18" y="74"/>
                      </a:lnTo>
                      <a:lnTo>
                        <a:pt x="18" y="74"/>
                      </a:lnTo>
                      <a:lnTo>
                        <a:pt x="18" y="74"/>
                      </a:lnTo>
                      <a:lnTo>
                        <a:pt x="18" y="74"/>
                      </a:lnTo>
                      <a:lnTo>
                        <a:pt x="14" y="74"/>
                      </a:lnTo>
                      <a:lnTo>
                        <a:pt x="14" y="70"/>
                      </a:lnTo>
                      <a:lnTo>
                        <a:pt x="14" y="70"/>
                      </a:lnTo>
                      <a:lnTo>
                        <a:pt x="14" y="70"/>
                      </a:lnTo>
                      <a:lnTo>
                        <a:pt x="12" y="70"/>
                      </a:lnTo>
                      <a:lnTo>
                        <a:pt x="12" y="70"/>
                      </a:lnTo>
                      <a:lnTo>
                        <a:pt x="12" y="70"/>
                      </a:lnTo>
                      <a:lnTo>
                        <a:pt x="12" y="66"/>
                      </a:lnTo>
                      <a:lnTo>
                        <a:pt x="12" y="66"/>
                      </a:lnTo>
                      <a:lnTo>
                        <a:pt x="12" y="62"/>
                      </a:lnTo>
                      <a:lnTo>
                        <a:pt x="12" y="62"/>
                      </a:lnTo>
                      <a:lnTo>
                        <a:pt x="12" y="62"/>
                      </a:lnTo>
                      <a:lnTo>
                        <a:pt x="12" y="62"/>
                      </a:lnTo>
                      <a:lnTo>
                        <a:pt x="12" y="58"/>
                      </a:lnTo>
                      <a:lnTo>
                        <a:pt x="12" y="58"/>
                      </a:lnTo>
                      <a:lnTo>
                        <a:pt x="12" y="58"/>
                      </a:lnTo>
                      <a:lnTo>
                        <a:pt x="12" y="58"/>
                      </a:lnTo>
                      <a:lnTo>
                        <a:pt x="8" y="58"/>
                      </a:lnTo>
                      <a:lnTo>
                        <a:pt x="8" y="58"/>
                      </a:lnTo>
                      <a:lnTo>
                        <a:pt x="8" y="54"/>
                      </a:lnTo>
                      <a:lnTo>
                        <a:pt x="8" y="52"/>
                      </a:lnTo>
                      <a:lnTo>
                        <a:pt x="4" y="52"/>
                      </a:lnTo>
                      <a:lnTo>
                        <a:pt x="4" y="52"/>
                      </a:lnTo>
                      <a:lnTo>
                        <a:pt x="4" y="52"/>
                      </a:lnTo>
                      <a:lnTo>
                        <a:pt x="4" y="48"/>
                      </a:lnTo>
                      <a:lnTo>
                        <a:pt x="4" y="48"/>
                      </a:lnTo>
                      <a:lnTo>
                        <a:pt x="4" y="48"/>
                      </a:lnTo>
                      <a:lnTo>
                        <a:pt x="4" y="48"/>
                      </a:lnTo>
                      <a:lnTo>
                        <a:pt x="4" y="48"/>
                      </a:lnTo>
                      <a:lnTo>
                        <a:pt x="0" y="44"/>
                      </a:lnTo>
                      <a:lnTo>
                        <a:pt x="0" y="44"/>
                      </a:lnTo>
                      <a:lnTo>
                        <a:pt x="0" y="44"/>
                      </a:lnTo>
                      <a:lnTo>
                        <a:pt x="0" y="44"/>
                      </a:lnTo>
                      <a:lnTo>
                        <a:pt x="0" y="40"/>
                      </a:lnTo>
                      <a:lnTo>
                        <a:pt x="0" y="40"/>
                      </a:lnTo>
                      <a:lnTo>
                        <a:pt x="0" y="40"/>
                      </a:lnTo>
                      <a:lnTo>
                        <a:pt x="0" y="40"/>
                      </a:lnTo>
                      <a:lnTo>
                        <a:pt x="0" y="40"/>
                      </a:lnTo>
                      <a:lnTo>
                        <a:pt x="0" y="40"/>
                      </a:lnTo>
                      <a:lnTo>
                        <a:pt x="0" y="40"/>
                      </a:lnTo>
                      <a:lnTo>
                        <a:pt x="4" y="40"/>
                      </a:lnTo>
                      <a:lnTo>
                        <a:pt x="4" y="40"/>
                      </a:lnTo>
                      <a:lnTo>
                        <a:pt x="4" y="40"/>
                      </a:lnTo>
                      <a:lnTo>
                        <a:pt x="4" y="40"/>
                      </a:lnTo>
                      <a:lnTo>
                        <a:pt x="4" y="40"/>
                      </a:lnTo>
                      <a:lnTo>
                        <a:pt x="8" y="40"/>
                      </a:lnTo>
                      <a:lnTo>
                        <a:pt x="8" y="40"/>
                      </a:lnTo>
                      <a:lnTo>
                        <a:pt x="8" y="40"/>
                      </a:lnTo>
                      <a:lnTo>
                        <a:pt x="8" y="44"/>
                      </a:lnTo>
                      <a:lnTo>
                        <a:pt x="8" y="44"/>
                      </a:lnTo>
                      <a:lnTo>
                        <a:pt x="12" y="44"/>
                      </a:lnTo>
                      <a:lnTo>
                        <a:pt x="12" y="40"/>
                      </a:lnTo>
                      <a:lnTo>
                        <a:pt x="12" y="40"/>
                      </a:lnTo>
                      <a:lnTo>
                        <a:pt x="12" y="40"/>
                      </a:lnTo>
                      <a:lnTo>
                        <a:pt x="14" y="40"/>
                      </a:lnTo>
                      <a:lnTo>
                        <a:pt x="14" y="40"/>
                      </a:lnTo>
                      <a:lnTo>
                        <a:pt x="14" y="40"/>
                      </a:lnTo>
                      <a:lnTo>
                        <a:pt x="18" y="44"/>
                      </a:lnTo>
                      <a:lnTo>
                        <a:pt x="18" y="44"/>
                      </a:lnTo>
                      <a:lnTo>
                        <a:pt x="18" y="44"/>
                      </a:lnTo>
                      <a:lnTo>
                        <a:pt x="18" y="44"/>
                      </a:lnTo>
                      <a:lnTo>
                        <a:pt x="18" y="44"/>
                      </a:lnTo>
                      <a:lnTo>
                        <a:pt x="22" y="44"/>
                      </a:lnTo>
                      <a:lnTo>
                        <a:pt x="22" y="44"/>
                      </a:lnTo>
                      <a:lnTo>
                        <a:pt x="22" y="44"/>
                      </a:lnTo>
                      <a:lnTo>
                        <a:pt x="22" y="40"/>
                      </a:lnTo>
                      <a:lnTo>
                        <a:pt x="26" y="40"/>
                      </a:lnTo>
                      <a:lnTo>
                        <a:pt x="26" y="40"/>
                      </a:lnTo>
                      <a:lnTo>
                        <a:pt x="26" y="40"/>
                      </a:lnTo>
                      <a:lnTo>
                        <a:pt x="30" y="36"/>
                      </a:lnTo>
                      <a:lnTo>
                        <a:pt x="30" y="32"/>
                      </a:lnTo>
                      <a:lnTo>
                        <a:pt x="34" y="32"/>
                      </a:lnTo>
                      <a:lnTo>
                        <a:pt x="34" y="28"/>
                      </a:lnTo>
                      <a:lnTo>
                        <a:pt x="34" y="28"/>
                      </a:lnTo>
                      <a:lnTo>
                        <a:pt x="38" y="26"/>
                      </a:lnTo>
                      <a:lnTo>
                        <a:pt x="38" y="26"/>
                      </a:lnTo>
                      <a:lnTo>
                        <a:pt x="38" y="22"/>
                      </a:lnTo>
                      <a:lnTo>
                        <a:pt x="40" y="22"/>
                      </a:lnTo>
                      <a:lnTo>
                        <a:pt x="40" y="22"/>
                      </a:lnTo>
                      <a:lnTo>
                        <a:pt x="44" y="18"/>
                      </a:lnTo>
                      <a:lnTo>
                        <a:pt x="48" y="18"/>
                      </a:lnTo>
                      <a:lnTo>
                        <a:pt x="48" y="14"/>
                      </a:lnTo>
                      <a:lnTo>
                        <a:pt x="48" y="14"/>
                      </a:lnTo>
                      <a:lnTo>
                        <a:pt x="48" y="14"/>
                      </a:lnTo>
                      <a:lnTo>
                        <a:pt x="48" y="14"/>
                      </a:lnTo>
                      <a:lnTo>
                        <a:pt x="48" y="14"/>
                      </a:lnTo>
                      <a:lnTo>
                        <a:pt x="48" y="10"/>
                      </a:lnTo>
                      <a:lnTo>
                        <a:pt x="52" y="10"/>
                      </a:lnTo>
                      <a:lnTo>
                        <a:pt x="52" y="6"/>
                      </a:lnTo>
                      <a:lnTo>
                        <a:pt x="52" y="6"/>
                      </a:lnTo>
                      <a:lnTo>
                        <a:pt x="52" y="6"/>
                      </a:lnTo>
                      <a:lnTo>
                        <a:pt x="52" y="6"/>
                      </a:lnTo>
                      <a:lnTo>
                        <a:pt x="52" y="6"/>
                      </a:lnTo>
                      <a:lnTo>
                        <a:pt x="54" y="2"/>
                      </a:lnTo>
                      <a:lnTo>
                        <a:pt x="54" y="2"/>
                      </a:lnTo>
                      <a:lnTo>
                        <a:pt x="58" y="2"/>
                      </a:lnTo>
                      <a:lnTo>
                        <a:pt x="58" y="2"/>
                      </a:lnTo>
                      <a:lnTo>
                        <a:pt x="58" y="2"/>
                      </a:lnTo>
                      <a:lnTo>
                        <a:pt x="62" y="2"/>
                      </a:lnTo>
                      <a:lnTo>
                        <a:pt x="62" y="2"/>
                      </a:lnTo>
                      <a:lnTo>
                        <a:pt x="62" y="2"/>
                      </a:lnTo>
                      <a:lnTo>
                        <a:pt x="62" y="0"/>
                      </a:lnTo>
                      <a:lnTo>
                        <a:pt x="66" y="2"/>
                      </a:lnTo>
                      <a:lnTo>
                        <a:pt x="70" y="2"/>
                      </a:lnTo>
                      <a:lnTo>
                        <a:pt x="70" y="2"/>
                      </a:lnTo>
                      <a:lnTo>
                        <a:pt x="70" y="2"/>
                      </a:lnTo>
                      <a:lnTo>
                        <a:pt x="70" y="2"/>
                      </a:lnTo>
                      <a:lnTo>
                        <a:pt x="70" y="2"/>
                      </a:lnTo>
                      <a:lnTo>
                        <a:pt x="70" y="2"/>
                      </a:lnTo>
                      <a:lnTo>
                        <a:pt x="70" y="6"/>
                      </a:lnTo>
                      <a:lnTo>
                        <a:pt x="78" y="6"/>
                      </a:lnTo>
                      <a:lnTo>
                        <a:pt x="82" y="6"/>
                      </a:lnTo>
                      <a:lnTo>
                        <a:pt x="82" y="6"/>
                      </a:lnTo>
                      <a:lnTo>
                        <a:pt x="84" y="6"/>
                      </a:lnTo>
                      <a:lnTo>
                        <a:pt x="84" y="6"/>
                      </a:lnTo>
                      <a:lnTo>
                        <a:pt x="84" y="10"/>
                      </a:lnTo>
                      <a:lnTo>
                        <a:pt x="84" y="10"/>
                      </a:lnTo>
                      <a:lnTo>
                        <a:pt x="84" y="10"/>
                      </a:lnTo>
                      <a:lnTo>
                        <a:pt x="84" y="10"/>
                      </a:lnTo>
                      <a:lnTo>
                        <a:pt x="88" y="10"/>
                      </a:lnTo>
                      <a:lnTo>
                        <a:pt x="88" y="10"/>
                      </a:lnTo>
                      <a:lnTo>
                        <a:pt x="88" y="10"/>
                      </a:lnTo>
                      <a:lnTo>
                        <a:pt x="88" y="10"/>
                      </a:lnTo>
                      <a:lnTo>
                        <a:pt x="88" y="10"/>
                      </a:lnTo>
                      <a:lnTo>
                        <a:pt x="92" y="10"/>
                      </a:lnTo>
                      <a:lnTo>
                        <a:pt x="92" y="14"/>
                      </a:lnTo>
                      <a:lnTo>
                        <a:pt x="92" y="14"/>
                      </a:lnTo>
                      <a:lnTo>
                        <a:pt x="92" y="14"/>
                      </a:lnTo>
                      <a:lnTo>
                        <a:pt x="96" y="14"/>
                      </a:lnTo>
                      <a:lnTo>
                        <a:pt x="96" y="14"/>
                      </a:lnTo>
                      <a:lnTo>
                        <a:pt x="96" y="14"/>
                      </a:lnTo>
                      <a:lnTo>
                        <a:pt x="96" y="14"/>
                      </a:lnTo>
                      <a:lnTo>
                        <a:pt x="96" y="14"/>
                      </a:lnTo>
                      <a:lnTo>
                        <a:pt x="100" y="14"/>
                      </a:lnTo>
                      <a:lnTo>
                        <a:pt x="100" y="14"/>
                      </a:lnTo>
                      <a:lnTo>
                        <a:pt x="100" y="14"/>
                      </a:lnTo>
                      <a:lnTo>
                        <a:pt x="100" y="18"/>
                      </a:lnTo>
                      <a:lnTo>
                        <a:pt x="104" y="18"/>
                      </a:lnTo>
                      <a:lnTo>
                        <a:pt x="104" y="18"/>
                      </a:lnTo>
                      <a:lnTo>
                        <a:pt x="104" y="22"/>
                      </a:lnTo>
                      <a:lnTo>
                        <a:pt x="104" y="22"/>
                      </a:lnTo>
                      <a:lnTo>
                        <a:pt x="104" y="22"/>
                      </a:lnTo>
                      <a:lnTo>
                        <a:pt x="108" y="22"/>
                      </a:lnTo>
                      <a:lnTo>
                        <a:pt x="108" y="22"/>
                      </a:lnTo>
                      <a:lnTo>
                        <a:pt x="108" y="22"/>
                      </a:lnTo>
                      <a:lnTo>
                        <a:pt x="108" y="22"/>
                      </a:lnTo>
                      <a:lnTo>
                        <a:pt x="108" y="22"/>
                      </a:lnTo>
                      <a:lnTo>
                        <a:pt x="108" y="22"/>
                      </a:lnTo>
                      <a:lnTo>
                        <a:pt x="108" y="22"/>
                      </a:lnTo>
                      <a:lnTo>
                        <a:pt x="108" y="22"/>
                      </a:lnTo>
                      <a:lnTo>
                        <a:pt x="108" y="22"/>
                      </a:lnTo>
                      <a:lnTo>
                        <a:pt x="108" y="22"/>
                      </a:lnTo>
                      <a:lnTo>
                        <a:pt x="108" y="26"/>
                      </a:lnTo>
                      <a:lnTo>
                        <a:pt x="108" y="26"/>
                      </a:lnTo>
                      <a:lnTo>
                        <a:pt x="108" y="26"/>
                      </a:lnTo>
                      <a:lnTo>
                        <a:pt x="108" y="28"/>
                      </a:lnTo>
                      <a:lnTo>
                        <a:pt x="108" y="28"/>
                      </a:lnTo>
                      <a:lnTo>
                        <a:pt x="108" y="28"/>
                      </a:lnTo>
                      <a:lnTo>
                        <a:pt x="108" y="28"/>
                      </a:lnTo>
                      <a:lnTo>
                        <a:pt x="108" y="28"/>
                      </a:lnTo>
                      <a:lnTo>
                        <a:pt x="108" y="28"/>
                      </a:lnTo>
                      <a:lnTo>
                        <a:pt x="108" y="28"/>
                      </a:lnTo>
                      <a:lnTo>
                        <a:pt x="108" y="32"/>
                      </a:lnTo>
                      <a:lnTo>
                        <a:pt x="108" y="32"/>
                      </a:lnTo>
                      <a:lnTo>
                        <a:pt x="108" y="32"/>
                      </a:lnTo>
                      <a:lnTo>
                        <a:pt x="108" y="36"/>
                      </a:lnTo>
                      <a:lnTo>
                        <a:pt x="108" y="36"/>
                      </a:lnTo>
                      <a:lnTo>
                        <a:pt x="108" y="36"/>
                      </a:lnTo>
                      <a:lnTo>
                        <a:pt x="108" y="36"/>
                      </a:lnTo>
                      <a:lnTo>
                        <a:pt x="108" y="36"/>
                      </a:lnTo>
                      <a:lnTo>
                        <a:pt x="108" y="40"/>
                      </a:lnTo>
                      <a:lnTo>
                        <a:pt x="108" y="40"/>
                      </a:lnTo>
                      <a:lnTo>
                        <a:pt x="108" y="44"/>
                      </a:lnTo>
                      <a:lnTo>
                        <a:pt x="108" y="44"/>
                      </a:lnTo>
                      <a:lnTo>
                        <a:pt x="108" y="44"/>
                      </a:lnTo>
                      <a:lnTo>
                        <a:pt x="108" y="44"/>
                      </a:lnTo>
                      <a:lnTo>
                        <a:pt x="108" y="44"/>
                      </a:lnTo>
                      <a:lnTo>
                        <a:pt x="108" y="48"/>
                      </a:lnTo>
                      <a:lnTo>
                        <a:pt x="108" y="48"/>
                      </a:lnTo>
                      <a:lnTo>
                        <a:pt x="108" y="48"/>
                      </a:lnTo>
                      <a:lnTo>
                        <a:pt x="108" y="48"/>
                      </a:lnTo>
                      <a:lnTo>
                        <a:pt x="112" y="48"/>
                      </a:lnTo>
                      <a:lnTo>
                        <a:pt x="108" y="52"/>
                      </a:lnTo>
                      <a:lnTo>
                        <a:pt x="108" y="52"/>
                      </a:lnTo>
                      <a:lnTo>
                        <a:pt x="108" y="52"/>
                      </a:lnTo>
                      <a:lnTo>
                        <a:pt x="108" y="52"/>
                      </a:lnTo>
                      <a:lnTo>
                        <a:pt x="108" y="52"/>
                      </a:lnTo>
                      <a:lnTo>
                        <a:pt x="108" y="52"/>
                      </a:lnTo>
                      <a:lnTo>
                        <a:pt x="108" y="54"/>
                      </a:lnTo>
                      <a:lnTo>
                        <a:pt x="108" y="54"/>
                      </a:lnTo>
                      <a:lnTo>
                        <a:pt x="108" y="54"/>
                      </a:lnTo>
                      <a:lnTo>
                        <a:pt x="108" y="54"/>
                      </a:lnTo>
                      <a:lnTo>
                        <a:pt x="108" y="54"/>
                      </a:lnTo>
                      <a:lnTo>
                        <a:pt x="108" y="54"/>
                      </a:lnTo>
                      <a:lnTo>
                        <a:pt x="104" y="54"/>
                      </a:lnTo>
                      <a:lnTo>
                        <a:pt x="104" y="58"/>
                      </a:lnTo>
                      <a:lnTo>
                        <a:pt x="104" y="58"/>
                      </a:lnTo>
                      <a:lnTo>
                        <a:pt x="104" y="58"/>
                      </a:lnTo>
                      <a:lnTo>
                        <a:pt x="104" y="58"/>
                      </a:lnTo>
                      <a:lnTo>
                        <a:pt x="104" y="58"/>
                      </a:lnTo>
                      <a:lnTo>
                        <a:pt x="108" y="58"/>
                      </a:lnTo>
                      <a:lnTo>
                        <a:pt x="108" y="62"/>
                      </a:lnTo>
                      <a:lnTo>
                        <a:pt x="108" y="66"/>
                      </a:lnTo>
                      <a:lnTo>
                        <a:pt x="108" y="66"/>
                      </a:lnTo>
                      <a:lnTo>
                        <a:pt x="104" y="66"/>
                      </a:lnTo>
                      <a:lnTo>
                        <a:pt x="104" y="70"/>
                      </a:lnTo>
                      <a:lnTo>
                        <a:pt x="108" y="70"/>
                      </a:lnTo>
                      <a:lnTo>
                        <a:pt x="108" y="70"/>
                      </a:lnTo>
                      <a:lnTo>
                        <a:pt x="108" y="70"/>
                      </a:lnTo>
                      <a:lnTo>
                        <a:pt x="108" y="70"/>
                      </a:lnTo>
                      <a:lnTo>
                        <a:pt x="108" y="74"/>
                      </a:lnTo>
                      <a:lnTo>
                        <a:pt x="108" y="74"/>
                      </a:lnTo>
                      <a:lnTo>
                        <a:pt x="108" y="78"/>
                      </a:lnTo>
                      <a:lnTo>
                        <a:pt x="108" y="78"/>
                      </a:lnTo>
                      <a:lnTo>
                        <a:pt x="108" y="80"/>
                      </a:lnTo>
                      <a:lnTo>
                        <a:pt x="108" y="80"/>
                      </a:lnTo>
                      <a:lnTo>
                        <a:pt x="108" y="80"/>
                      </a:lnTo>
                      <a:lnTo>
                        <a:pt x="108" y="80"/>
                      </a:lnTo>
                      <a:lnTo>
                        <a:pt x="104" y="84"/>
                      </a:lnTo>
                      <a:lnTo>
                        <a:pt x="104" y="88"/>
                      </a:lnTo>
                      <a:lnTo>
                        <a:pt x="104" y="88"/>
                      </a:lnTo>
                      <a:lnTo>
                        <a:pt x="100" y="88"/>
                      </a:lnTo>
                      <a:lnTo>
                        <a:pt x="100" y="88"/>
                      </a:lnTo>
                      <a:lnTo>
                        <a:pt x="100" y="92"/>
                      </a:lnTo>
                      <a:lnTo>
                        <a:pt x="100" y="92"/>
                      </a:lnTo>
                      <a:lnTo>
                        <a:pt x="100" y="92"/>
                      </a:lnTo>
                      <a:lnTo>
                        <a:pt x="100" y="96"/>
                      </a:lnTo>
                      <a:lnTo>
                        <a:pt x="100" y="96"/>
                      </a:lnTo>
                      <a:lnTo>
                        <a:pt x="100" y="96"/>
                      </a:lnTo>
                      <a:lnTo>
                        <a:pt x="100" y="100"/>
                      </a:lnTo>
                      <a:lnTo>
                        <a:pt x="100" y="100"/>
                      </a:lnTo>
                      <a:lnTo>
                        <a:pt x="100" y="100"/>
                      </a:lnTo>
                      <a:lnTo>
                        <a:pt x="100" y="100"/>
                      </a:lnTo>
                      <a:lnTo>
                        <a:pt x="100" y="100"/>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189" name="Freeform 190">
                  <a:extLst>
                    <a:ext uri="{FF2B5EF4-FFF2-40B4-BE49-F238E27FC236}">
                      <a16:creationId xmlns:a16="http://schemas.microsoft.com/office/drawing/2014/main" id="{83F940AF-5A8A-A430-8757-7BBAB1EF259B}"/>
                    </a:ext>
                  </a:extLst>
                </p:cNvPr>
                <p:cNvSpPr>
                  <a:spLocks noEditPoints="1"/>
                </p:cNvSpPr>
                <p:nvPr/>
              </p:nvSpPr>
              <p:spPr bwMode="gray">
                <a:xfrm>
                  <a:off x="7572344" y="4818842"/>
                  <a:ext cx="1134001" cy="1460975"/>
                </a:xfrm>
                <a:custGeom>
                  <a:avLst/>
                  <a:gdLst>
                    <a:gd name="T0" fmla="*/ 570 w 652"/>
                    <a:gd name="T1" fmla="*/ 288 h 840"/>
                    <a:gd name="T2" fmla="*/ 570 w 652"/>
                    <a:gd name="T3" fmla="*/ 362 h 840"/>
                    <a:gd name="T4" fmla="*/ 540 w 652"/>
                    <a:gd name="T5" fmla="*/ 426 h 840"/>
                    <a:gd name="T6" fmla="*/ 526 w 652"/>
                    <a:gd name="T7" fmla="*/ 482 h 840"/>
                    <a:gd name="T8" fmla="*/ 472 w 652"/>
                    <a:gd name="T9" fmla="*/ 516 h 840"/>
                    <a:gd name="T10" fmla="*/ 454 w 652"/>
                    <a:gd name="T11" fmla="*/ 500 h 840"/>
                    <a:gd name="T12" fmla="*/ 410 w 652"/>
                    <a:gd name="T13" fmla="*/ 508 h 840"/>
                    <a:gd name="T14" fmla="*/ 372 w 652"/>
                    <a:gd name="T15" fmla="*/ 456 h 840"/>
                    <a:gd name="T16" fmla="*/ 362 w 652"/>
                    <a:gd name="T17" fmla="*/ 448 h 840"/>
                    <a:gd name="T18" fmla="*/ 350 w 652"/>
                    <a:gd name="T19" fmla="*/ 442 h 840"/>
                    <a:gd name="T20" fmla="*/ 342 w 652"/>
                    <a:gd name="T21" fmla="*/ 418 h 840"/>
                    <a:gd name="T22" fmla="*/ 320 w 652"/>
                    <a:gd name="T23" fmla="*/ 438 h 840"/>
                    <a:gd name="T24" fmla="*/ 294 w 652"/>
                    <a:gd name="T25" fmla="*/ 392 h 840"/>
                    <a:gd name="T26" fmla="*/ 228 w 652"/>
                    <a:gd name="T27" fmla="*/ 384 h 840"/>
                    <a:gd name="T28" fmla="*/ 160 w 652"/>
                    <a:gd name="T29" fmla="*/ 408 h 840"/>
                    <a:gd name="T30" fmla="*/ 120 w 652"/>
                    <a:gd name="T31" fmla="*/ 422 h 840"/>
                    <a:gd name="T32" fmla="*/ 74 w 652"/>
                    <a:gd name="T33" fmla="*/ 448 h 840"/>
                    <a:gd name="T34" fmla="*/ 30 w 652"/>
                    <a:gd name="T35" fmla="*/ 422 h 840"/>
                    <a:gd name="T36" fmla="*/ 34 w 652"/>
                    <a:gd name="T37" fmla="*/ 366 h 840"/>
                    <a:gd name="T38" fmla="*/ 16 w 652"/>
                    <a:gd name="T39" fmla="*/ 296 h 840"/>
                    <a:gd name="T40" fmla="*/ 12 w 652"/>
                    <a:gd name="T41" fmla="*/ 278 h 840"/>
                    <a:gd name="T42" fmla="*/ 12 w 652"/>
                    <a:gd name="T43" fmla="*/ 244 h 840"/>
                    <a:gd name="T44" fmla="*/ 26 w 652"/>
                    <a:gd name="T45" fmla="*/ 210 h 840"/>
                    <a:gd name="T46" fmla="*/ 78 w 652"/>
                    <a:gd name="T47" fmla="*/ 180 h 840"/>
                    <a:gd name="T48" fmla="*/ 134 w 652"/>
                    <a:gd name="T49" fmla="*/ 132 h 840"/>
                    <a:gd name="T50" fmla="*/ 152 w 652"/>
                    <a:gd name="T51" fmla="*/ 120 h 840"/>
                    <a:gd name="T52" fmla="*/ 164 w 652"/>
                    <a:gd name="T53" fmla="*/ 106 h 840"/>
                    <a:gd name="T54" fmla="*/ 174 w 652"/>
                    <a:gd name="T55" fmla="*/ 86 h 840"/>
                    <a:gd name="T56" fmla="*/ 194 w 652"/>
                    <a:gd name="T57" fmla="*/ 72 h 840"/>
                    <a:gd name="T58" fmla="*/ 216 w 652"/>
                    <a:gd name="T59" fmla="*/ 86 h 840"/>
                    <a:gd name="T60" fmla="*/ 238 w 652"/>
                    <a:gd name="T61" fmla="*/ 80 h 840"/>
                    <a:gd name="T62" fmla="*/ 258 w 652"/>
                    <a:gd name="T63" fmla="*/ 46 h 840"/>
                    <a:gd name="T64" fmla="*/ 280 w 652"/>
                    <a:gd name="T65" fmla="*/ 24 h 840"/>
                    <a:gd name="T66" fmla="*/ 298 w 652"/>
                    <a:gd name="T67" fmla="*/ 30 h 840"/>
                    <a:gd name="T68" fmla="*/ 332 w 652"/>
                    <a:gd name="T69" fmla="*/ 34 h 840"/>
                    <a:gd name="T70" fmla="*/ 324 w 652"/>
                    <a:gd name="T71" fmla="*/ 76 h 840"/>
                    <a:gd name="T72" fmla="*/ 362 w 652"/>
                    <a:gd name="T73" fmla="*/ 116 h 840"/>
                    <a:gd name="T74" fmla="*/ 402 w 652"/>
                    <a:gd name="T75" fmla="*/ 110 h 840"/>
                    <a:gd name="T76" fmla="*/ 410 w 652"/>
                    <a:gd name="T77" fmla="*/ 46 h 840"/>
                    <a:gd name="T78" fmla="*/ 426 w 652"/>
                    <a:gd name="T79" fmla="*/ 20 h 840"/>
                    <a:gd name="T80" fmla="*/ 452 w 652"/>
                    <a:gd name="T81" fmla="*/ 72 h 840"/>
                    <a:gd name="T82" fmla="*/ 470 w 652"/>
                    <a:gd name="T83" fmla="*/ 132 h 840"/>
                    <a:gd name="T84" fmla="*/ 502 w 652"/>
                    <a:gd name="T85" fmla="*/ 172 h 840"/>
                    <a:gd name="T86" fmla="*/ 522 w 652"/>
                    <a:gd name="T87" fmla="*/ 218 h 840"/>
                    <a:gd name="T88" fmla="*/ 548 w 652"/>
                    <a:gd name="T89" fmla="*/ 244 h 840"/>
                    <a:gd name="T90" fmla="*/ 574 w 652"/>
                    <a:gd name="T91" fmla="*/ 266 h 840"/>
                    <a:gd name="T92" fmla="*/ 498 w 652"/>
                    <a:gd name="T93" fmla="*/ 594 h 840"/>
                    <a:gd name="T94" fmla="*/ 652 w 652"/>
                    <a:gd name="T95" fmla="*/ 840 h 840"/>
                    <a:gd name="T96" fmla="*/ 336 w 652"/>
                    <a:gd name="T97" fmla="*/ 24 h 840"/>
                    <a:gd name="T98" fmla="*/ 260 w 652"/>
                    <a:gd name="T99" fmla="*/ 24 h 840"/>
                    <a:gd name="T100" fmla="*/ 250 w 652"/>
                    <a:gd name="T101" fmla="*/ 30 h 840"/>
                    <a:gd name="T102" fmla="*/ 332 w 652"/>
                    <a:gd name="T103" fmla="*/ 64 h 840"/>
                    <a:gd name="T104" fmla="*/ 372 w 652"/>
                    <a:gd name="T105" fmla="*/ 114 h 840"/>
                    <a:gd name="T106" fmla="*/ 0 w 652"/>
                    <a:gd name="T107" fmla="*/ 274 h 840"/>
                    <a:gd name="T108" fmla="*/ 574 w 652"/>
                    <a:gd name="T109" fmla="*/ 310 h 840"/>
                    <a:gd name="T110" fmla="*/ 462 w 652"/>
                    <a:gd name="T111" fmla="*/ 508 h 840"/>
                    <a:gd name="T112" fmla="*/ 502 w 652"/>
                    <a:gd name="T113" fmla="*/ 550 h 840"/>
                    <a:gd name="T114" fmla="*/ 458 w 652"/>
                    <a:gd name="T115" fmla="*/ 586 h 840"/>
                    <a:gd name="T116" fmla="*/ 480 w 652"/>
                    <a:gd name="T117" fmla="*/ 560 h 840"/>
                    <a:gd name="T118" fmla="*/ 498 w 652"/>
                    <a:gd name="T119" fmla="*/ 580 h 840"/>
                    <a:gd name="T120" fmla="*/ 488 w 652"/>
                    <a:gd name="T121" fmla="*/ 598 h 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652" h="840">
                      <a:moveTo>
                        <a:pt x="548" y="244"/>
                      </a:moveTo>
                      <a:lnTo>
                        <a:pt x="548" y="248"/>
                      </a:lnTo>
                      <a:lnTo>
                        <a:pt x="548" y="244"/>
                      </a:lnTo>
                      <a:lnTo>
                        <a:pt x="552" y="244"/>
                      </a:lnTo>
                      <a:lnTo>
                        <a:pt x="552" y="248"/>
                      </a:lnTo>
                      <a:lnTo>
                        <a:pt x="554" y="248"/>
                      </a:lnTo>
                      <a:lnTo>
                        <a:pt x="554" y="252"/>
                      </a:lnTo>
                      <a:lnTo>
                        <a:pt x="554" y="256"/>
                      </a:lnTo>
                      <a:lnTo>
                        <a:pt x="558" y="256"/>
                      </a:lnTo>
                      <a:lnTo>
                        <a:pt x="558" y="258"/>
                      </a:lnTo>
                      <a:lnTo>
                        <a:pt x="562" y="258"/>
                      </a:lnTo>
                      <a:lnTo>
                        <a:pt x="562" y="262"/>
                      </a:lnTo>
                      <a:lnTo>
                        <a:pt x="562" y="266"/>
                      </a:lnTo>
                      <a:lnTo>
                        <a:pt x="566" y="266"/>
                      </a:lnTo>
                      <a:lnTo>
                        <a:pt x="566" y="270"/>
                      </a:lnTo>
                      <a:lnTo>
                        <a:pt x="566" y="274"/>
                      </a:lnTo>
                      <a:lnTo>
                        <a:pt x="566" y="278"/>
                      </a:lnTo>
                      <a:lnTo>
                        <a:pt x="570" y="278"/>
                      </a:lnTo>
                      <a:lnTo>
                        <a:pt x="570" y="282"/>
                      </a:lnTo>
                      <a:lnTo>
                        <a:pt x="570" y="286"/>
                      </a:lnTo>
                      <a:lnTo>
                        <a:pt x="570" y="288"/>
                      </a:lnTo>
                      <a:lnTo>
                        <a:pt x="570" y="292"/>
                      </a:lnTo>
                      <a:lnTo>
                        <a:pt x="570" y="296"/>
                      </a:lnTo>
                      <a:lnTo>
                        <a:pt x="570" y="300"/>
                      </a:lnTo>
                      <a:lnTo>
                        <a:pt x="570" y="302"/>
                      </a:lnTo>
                      <a:lnTo>
                        <a:pt x="574" y="306"/>
                      </a:lnTo>
                      <a:lnTo>
                        <a:pt x="574" y="310"/>
                      </a:lnTo>
                      <a:lnTo>
                        <a:pt x="574" y="314"/>
                      </a:lnTo>
                      <a:lnTo>
                        <a:pt x="574" y="318"/>
                      </a:lnTo>
                      <a:lnTo>
                        <a:pt x="578" y="318"/>
                      </a:lnTo>
                      <a:lnTo>
                        <a:pt x="578" y="322"/>
                      </a:lnTo>
                      <a:lnTo>
                        <a:pt x="578" y="326"/>
                      </a:lnTo>
                      <a:lnTo>
                        <a:pt x="578" y="328"/>
                      </a:lnTo>
                      <a:lnTo>
                        <a:pt x="578" y="332"/>
                      </a:lnTo>
                      <a:lnTo>
                        <a:pt x="574" y="332"/>
                      </a:lnTo>
                      <a:lnTo>
                        <a:pt x="574" y="336"/>
                      </a:lnTo>
                      <a:lnTo>
                        <a:pt x="574" y="340"/>
                      </a:lnTo>
                      <a:lnTo>
                        <a:pt x="574" y="344"/>
                      </a:lnTo>
                      <a:lnTo>
                        <a:pt x="574" y="348"/>
                      </a:lnTo>
                      <a:lnTo>
                        <a:pt x="574" y="352"/>
                      </a:lnTo>
                      <a:lnTo>
                        <a:pt x="570" y="356"/>
                      </a:lnTo>
                      <a:lnTo>
                        <a:pt x="570" y="362"/>
                      </a:lnTo>
                      <a:lnTo>
                        <a:pt x="570" y="366"/>
                      </a:lnTo>
                      <a:lnTo>
                        <a:pt x="570" y="370"/>
                      </a:lnTo>
                      <a:lnTo>
                        <a:pt x="570" y="374"/>
                      </a:lnTo>
                      <a:lnTo>
                        <a:pt x="566" y="378"/>
                      </a:lnTo>
                      <a:lnTo>
                        <a:pt x="566" y="382"/>
                      </a:lnTo>
                      <a:lnTo>
                        <a:pt x="566" y="384"/>
                      </a:lnTo>
                      <a:lnTo>
                        <a:pt x="562" y="384"/>
                      </a:lnTo>
                      <a:lnTo>
                        <a:pt x="562" y="388"/>
                      </a:lnTo>
                      <a:lnTo>
                        <a:pt x="562" y="392"/>
                      </a:lnTo>
                      <a:lnTo>
                        <a:pt x="562" y="396"/>
                      </a:lnTo>
                      <a:lnTo>
                        <a:pt x="558" y="400"/>
                      </a:lnTo>
                      <a:lnTo>
                        <a:pt x="554" y="400"/>
                      </a:lnTo>
                      <a:lnTo>
                        <a:pt x="554" y="404"/>
                      </a:lnTo>
                      <a:lnTo>
                        <a:pt x="552" y="404"/>
                      </a:lnTo>
                      <a:lnTo>
                        <a:pt x="552" y="408"/>
                      </a:lnTo>
                      <a:lnTo>
                        <a:pt x="548" y="412"/>
                      </a:lnTo>
                      <a:lnTo>
                        <a:pt x="548" y="414"/>
                      </a:lnTo>
                      <a:lnTo>
                        <a:pt x="544" y="418"/>
                      </a:lnTo>
                      <a:lnTo>
                        <a:pt x="544" y="422"/>
                      </a:lnTo>
                      <a:lnTo>
                        <a:pt x="544" y="426"/>
                      </a:lnTo>
                      <a:lnTo>
                        <a:pt x="540" y="426"/>
                      </a:lnTo>
                      <a:lnTo>
                        <a:pt x="544" y="426"/>
                      </a:lnTo>
                      <a:lnTo>
                        <a:pt x="540" y="430"/>
                      </a:lnTo>
                      <a:lnTo>
                        <a:pt x="540" y="434"/>
                      </a:lnTo>
                      <a:lnTo>
                        <a:pt x="536" y="438"/>
                      </a:lnTo>
                      <a:lnTo>
                        <a:pt x="540" y="438"/>
                      </a:lnTo>
                      <a:lnTo>
                        <a:pt x="536" y="442"/>
                      </a:lnTo>
                      <a:lnTo>
                        <a:pt x="536" y="444"/>
                      </a:lnTo>
                      <a:lnTo>
                        <a:pt x="536" y="448"/>
                      </a:lnTo>
                      <a:lnTo>
                        <a:pt x="536" y="444"/>
                      </a:lnTo>
                      <a:lnTo>
                        <a:pt x="536" y="448"/>
                      </a:lnTo>
                      <a:lnTo>
                        <a:pt x="532" y="448"/>
                      </a:lnTo>
                      <a:lnTo>
                        <a:pt x="532" y="452"/>
                      </a:lnTo>
                      <a:lnTo>
                        <a:pt x="532" y="456"/>
                      </a:lnTo>
                      <a:lnTo>
                        <a:pt x="528" y="460"/>
                      </a:lnTo>
                      <a:lnTo>
                        <a:pt x="528" y="464"/>
                      </a:lnTo>
                      <a:lnTo>
                        <a:pt x="528" y="468"/>
                      </a:lnTo>
                      <a:lnTo>
                        <a:pt x="528" y="470"/>
                      </a:lnTo>
                      <a:lnTo>
                        <a:pt x="526" y="470"/>
                      </a:lnTo>
                      <a:lnTo>
                        <a:pt x="526" y="474"/>
                      </a:lnTo>
                      <a:lnTo>
                        <a:pt x="526" y="478"/>
                      </a:lnTo>
                      <a:lnTo>
                        <a:pt x="526" y="482"/>
                      </a:lnTo>
                      <a:lnTo>
                        <a:pt x="526" y="486"/>
                      </a:lnTo>
                      <a:lnTo>
                        <a:pt x="526" y="490"/>
                      </a:lnTo>
                      <a:lnTo>
                        <a:pt x="526" y="494"/>
                      </a:lnTo>
                      <a:lnTo>
                        <a:pt x="522" y="494"/>
                      </a:lnTo>
                      <a:lnTo>
                        <a:pt x="522" y="498"/>
                      </a:lnTo>
                      <a:lnTo>
                        <a:pt x="518" y="498"/>
                      </a:lnTo>
                      <a:lnTo>
                        <a:pt x="514" y="498"/>
                      </a:lnTo>
                      <a:lnTo>
                        <a:pt x="510" y="498"/>
                      </a:lnTo>
                      <a:lnTo>
                        <a:pt x="506" y="498"/>
                      </a:lnTo>
                      <a:lnTo>
                        <a:pt x="502" y="498"/>
                      </a:lnTo>
                      <a:lnTo>
                        <a:pt x="498" y="498"/>
                      </a:lnTo>
                      <a:lnTo>
                        <a:pt x="498" y="500"/>
                      </a:lnTo>
                      <a:lnTo>
                        <a:pt x="496" y="500"/>
                      </a:lnTo>
                      <a:lnTo>
                        <a:pt x="492" y="500"/>
                      </a:lnTo>
                      <a:lnTo>
                        <a:pt x="492" y="504"/>
                      </a:lnTo>
                      <a:lnTo>
                        <a:pt x="488" y="504"/>
                      </a:lnTo>
                      <a:lnTo>
                        <a:pt x="488" y="508"/>
                      </a:lnTo>
                      <a:lnTo>
                        <a:pt x="484" y="512"/>
                      </a:lnTo>
                      <a:lnTo>
                        <a:pt x="480" y="516"/>
                      </a:lnTo>
                      <a:lnTo>
                        <a:pt x="476" y="516"/>
                      </a:lnTo>
                      <a:lnTo>
                        <a:pt x="472" y="516"/>
                      </a:lnTo>
                      <a:lnTo>
                        <a:pt x="472" y="520"/>
                      </a:lnTo>
                      <a:lnTo>
                        <a:pt x="476" y="520"/>
                      </a:lnTo>
                      <a:lnTo>
                        <a:pt x="476" y="516"/>
                      </a:lnTo>
                      <a:lnTo>
                        <a:pt x="476" y="524"/>
                      </a:lnTo>
                      <a:lnTo>
                        <a:pt x="472" y="524"/>
                      </a:lnTo>
                      <a:lnTo>
                        <a:pt x="472" y="520"/>
                      </a:lnTo>
                      <a:lnTo>
                        <a:pt x="470" y="516"/>
                      </a:lnTo>
                      <a:lnTo>
                        <a:pt x="470" y="520"/>
                      </a:lnTo>
                      <a:lnTo>
                        <a:pt x="466" y="516"/>
                      </a:lnTo>
                      <a:lnTo>
                        <a:pt x="462" y="516"/>
                      </a:lnTo>
                      <a:lnTo>
                        <a:pt x="462" y="512"/>
                      </a:lnTo>
                      <a:lnTo>
                        <a:pt x="462" y="508"/>
                      </a:lnTo>
                      <a:lnTo>
                        <a:pt x="462" y="504"/>
                      </a:lnTo>
                      <a:lnTo>
                        <a:pt x="458" y="504"/>
                      </a:lnTo>
                      <a:lnTo>
                        <a:pt x="458" y="508"/>
                      </a:lnTo>
                      <a:lnTo>
                        <a:pt x="454" y="512"/>
                      </a:lnTo>
                      <a:lnTo>
                        <a:pt x="452" y="508"/>
                      </a:lnTo>
                      <a:lnTo>
                        <a:pt x="454" y="508"/>
                      </a:lnTo>
                      <a:lnTo>
                        <a:pt x="458" y="504"/>
                      </a:lnTo>
                      <a:lnTo>
                        <a:pt x="458" y="500"/>
                      </a:lnTo>
                      <a:lnTo>
                        <a:pt x="454" y="500"/>
                      </a:lnTo>
                      <a:lnTo>
                        <a:pt x="452" y="500"/>
                      </a:lnTo>
                      <a:lnTo>
                        <a:pt x="448" y="504"/>
                      </a:lnTo>
                      <a:lnTo>
                        <a:pt x="452" y="504"/>
                      </a:lnTo>
                      <a:lnTo>
                        <a:pt x="452" y="508"/>
                      </a:lnTo>
                      <a:lnTo>
                        <a:pt x="448" y="508"/>
                      </a:lnTo>
                      <a:lnTo>
                        <a:pt x="444" y="512"/>
                      </a:lnTo>
                      <a:lnTo>
                        <a:pt x="440" y="512"/>
                      </a:lnTo>
                      <a:lnTo>
                        <a:pt x="440" y="516"/>
                      </a:lnTo>
                      <a:lnTo>
                        <a:pt x="436" y="516"/>
                      </a:lnTo>
                      <a:lnTo>
                        <a:pt x="436" y="520"/>
                      </a:lnTo>
                      <a:lnTo>
                        <a:pt x="432" y="516"/>
                      </a:lnTo>
                      <a:lnTo>
                        <a:pt x="428" y="516"/>
                      </a:lnTo>
                      <a:lnTo>
                        <a:pt x="428" y="512"/>
                      </a:lnTo>
                      <a:lnTo>
                        <a:pt x="426" y="512"/>
                      </a:lnTo>
                      <a:lnTo>
                        <a:pt x="422" y="512"/>
                      </a:lnTo>
                      <a:lnTo>
                        <a:pt x="422" y="508"/>
                      </a:lnTo>
                      <a:lnTo>
                        <a:pt x="418" y="508"/>
                      </a:lnTo>
                      <a:lnTo>
                        <a:pt x="414" y="508"/>
                      </a:lnTo>
                      <a:lnTo>
                        <a:pt x="410" y="508"/>
                      </a:lnTo>
                      <a:lnTo>
                        <a:pt x="406" y="508"/>
                      </a:lnTo>
                      <a:lnTo>
                        <a:pt x="410" y="508"/>
                      </a:lnTo>
                      <a:lnTo>
                        <a:pt x="406" y="508"/>
                      </a:lnTo>
                      <a:lnTo>
                        <a:pt x="402" y="508"/>
                      </a:lnTo>
                      <a:lnTo>
                        <a:pt x="402" y="504"/>
                      </a:lnTo>
                      <a:lnTo>
                        <a:pt x="400" y="504"/>
                      </a:lnTo>
                      <a:lnTo>
                        <a:pt x="396" y="504"/>
                      </a:lnTo>
                      <a:lnTo>
                        <a:pt x="396" y="500"/>
                      </a:lnTo>
                      <a:lnTo>
                        <a:pt x="392" y="500"/>
                      </a:lnTo>
                      <a:lnTo>
                        <a:pt x="392" y="498"/>
                      </a:lnTo>
                      <a:lnTo>
                        <a:pt x="388" y="498"/>
                      </a:lnTo>
                      <a:lnTo>
                        <a:pt x="388" y="494"/>
                      </a:lnTo>
                      <a:lnTo>
                        <a:pt x="384" y="494"/>
                      </a:lnTo>
                      <a:lnTo>
                        <a:pt x="384" y="490"/>
                      </a:lnTo>
                      <a:lnTo>
                        <a:pt x="380" y="486"/>
                      </a:lnTo>
                      <a:lnTo>
                        <a:pt x="380" y="482"/>
                      </a:lnTo>
                      <a:lnTo>
                        <a:pt x="384" y="478"/>
                      </a:lnTo>
                      <a:lnTo>
                        <a:pt x="384" y="474"/>
                      </a:lnTo>
                      <a:lnTo>
                        <a:pt x="380" y="468"/>
                      </a:lnTo>
                      <a:lnTo>
                        <a:pt x="376" y="464"/>
                      </a:lnTo>
                      <a:lnTo>
                        <a:pt x="376" y="460"/>
                      </a:lnTo>
                      <a:lnTo>
                        <a:pt x="372" y="460"/>
                      </a:lnTo>
                      <a:lnTo>
                        <a:pt x="372" y="456"/>
                      </a:lnTo>
                      <a:lnTo>
                        <a:pt x="372" y="460"/>
                      </a:lnTo>
                      <a:lnTo>
                        <a:pt x="376" y="460"/>
                      </a:lnTo>
                      <a:lnTo>
                        <a:pt x="376" y="464"/>
                      </a:lnTo>
                      <a:lnTo>
                        <a:pt x="380" y="468"/>
                      </a:lnTo>
                      <a:lnTo>
                        <a:pt x="380" y="464"/>
                      </a:lnTo>
                      <a:lnTo>
                        <a:pt x="376" y="464"/>
                      </a:lnTo>
                      <a:lnTo>
                        <a:pt x="376" y="460"/>
                      </a:lnTo>
                      <a:lnTo>
                        <a:pt x="372" y="456"/>
                      </a:lnTo>
                      <a:lnTo>
                        <a:pt x="372" y="460"/>
                      </a:lnTo>
                      <a:lnTo>
                        <a:pt x="376" y="456"/>
                      </a:lnTo>
                      <a:lnTo>
                        <a:pt x="376" y="452"/>
                      </a:lnTo>
                      <a:lnTo>
                        <a:pt x="372" y="452"/>
                      </a:lnTo>
                      <a:lnTo>
                        <a:pt x="370" y="452"/>
                      </a:lnTo>
                      <a:lnTo>
                        <a:pt x="372" y="452"/>
                      </a:lnTo>
                      <a:lnTo>
                        <a:pt x="372" y="456"/>
                      </a:lnTo>
                      <a:lnTo>
                        <a:pt x="370" y="456"/>
                      </a:lnTo>
                      <a:lnTo>
                        <a:pt x="366" y="456"/>
                      </a:lnTo>
                      <a:lnTo>
                        <a:pt x="358" y="456"/>
                      </a:lnTo>
                      <a:lnTo>
                        <a:pt x="362" y="456"/>
                      </a:lnTo>
                      <a:lnTo>
                        <a:pt x="362" y="452"/>
                      </a:lnTo>
                      <a:lnTo>
                        <a:pt x="362" y="448"/>
                      </a:lnTo>
                      <a:lnTo>
                        <a:pt x="366" y="444"/>
                      </a:lnTo>
                      <a:lnTo>
                        <a:pt x="366" y="442"/>
                      </a:lnTo>
                      <a:lnTo>
                        <a:pt x="362" y="438"/>
                      </a:lnTo>
                      <a:lnTo>
                        <a:pt x="362" y="434"/>
                      </a:lnTo>
                      <a:lnTo>
                        <a:pt x="358" y="430"/>
                      </a:lnTo>
                      <a:lnTo>
                        <a:pt x="358" y="434"/>
                      </a:lnTo>
                      <a:lnTo>
                        <a:pt x="354" y="434"/>
                      </a:lnTo>
                      <a:lnTo>
                        <a:pt x="354" y="438"/>
                      </a:lnTo>
                      <a:lnTo>
                        <a:pt x="354" y="442"/>
                      </a:lnTo>
                      <a:lnTo>
                        <a:pt x="354" y="444"/>
                      </a:lnTo>
                      <a:lnTo>
                        <a:pt x="354" y="448"/>
                      </a:lnTo>
                      <a:lnTo>
                        <a:pt x="350" y="448"/>
                      </a:lnTo>
                      <a:lnTo>
                        <a:pt x="346" y="448"/>
                      </a:lnTo>
                      <a:lnTo>
                        <a:pt x="342" y="448"/>
                      </a:lnTo>
                      <a:lnTo>
                        <a:pt x="340" y="452"/>
                      </a:lnTo>
                      <a:lnTo>
                        <a:pt x="340" y="448"/>
                      </a:lnTo>
                      <a:lnTo>
                        <a:pt x="342" y="448"/>
                      </a:lnTo>
                      <a:lnTo>
                        <a:pt x="342" y="444"/>
                      </a:lnTo>
                      <a:lnTo>
                        <a:pt x="346" y="444"/>
                      </a:lnTo>
                      <a:lnTo>
                        <a:pt x="350" y="444"/>
                      </a:lnTo>
                      <a:lnTo>
                        <a:pt x="350" y="442"/>
                      </a:lnTo>
                      <a:lnTo>
                        <a:pt x="350" y="438"/>
                      </a:lnTo>
                      <a:lnTo>
                        <a:pt x="350" y="434"/>
                      </a:lnTo>
                      <a:lnTo>
                        <a:pt x="350" y="430"/>
                      </a:lnTo>
                      <a:lnTo>
                        <a:pt x="350" y="426"/>
                      </a:lnTo>
                      <a:lnTo>
                        <a:pt x="350" y="422"/>
                      </a:lnTo>
                      <a:lnTo>
                        <a:pt x="354" y="418"/>
                      </a:lnTo>
                      <a:lnTo>
                        <a:pt x="354" y="414"/>
                      </a:lnTo>
                      <a:lnTo>
                        <a:pt x="354" y="412"/>
                      </a:lnTo>
                      <a:lnTo>
                        <a:pt x="358" y="412"/>
                      </a:lnTo>
                      <a:lnTo>
                        <a:pt x="358" y="408"/>
                      </a:lnTo>
                      <a:lnTo>
                        <a:pt x="354" y="404"/>
                      </a:lnTo>
                      <a:lnTo>
                        <a:pt x="354" y="400"/>
                      </a:lnTo>
                      <a:lnTo>
                        <a:pt x="354" y="404"/>
                      </a:lnTo>
                      <a:lnTo>
                        <a:pt x="354" y="408"/>
                      </a:lnTo>
                      <a:lnTo>
                        <a:pt x="350" y="408"/>
                      </a:lnTo>
                      <a:lnTo>
                        <a:pt x="350" y="412"/>
                      </a:lnTo>
                      <a:lnTo>
                        <a:pt x="346" y="412"/>
                      </a:lnTo>
                      <a:lnTo>
                        <a:pt x="346" y="414"/>
                      </a:lnTo>
                      <a:lnTo>
                        <a:pt x="346" y="418"/>
                      </a:lnTo>
                      <a:lnTo>
                        <a:pt x="342" y="422"/>
                      </a:lnTo>
                      <a:lnTo>
                        <a:pt x="342" y="418"/>
                      </a:lnTo>
                      <a:lnTo>
                        <a:pt x="340" y="422"/>
                      </a:lnTo>
                      <a:lnTo>
                        <a:pt x="342" y="422"/>
                      </a:lnTo>
                      <a:lnTo>
                        <a:pt x="340" y="422"/>
                      </a:lnTo>
                      <a:lnTo>
                        <a:pt x="336" y="426"/>
                      </a:lnTo>
                      <a:lnTo>
                        <a:pt x="332" y="426"/>
                      </a:lnTo>
                      <a:lnTo>
                        <a:pt x="332" y="430"/>
                      </a:lnTo>
                      <a:lnTo>
                        <a:pt x="332" y="434"/>
                      </a:lnTo>
                      <a:lnTo>
                        <a:pt x="328" y="434"/>
                      </a:lnTo>
                      <a:lnTo>
                        <a:pt x="328" y="438"/>
                      </a:lnTo>
                      <a:lnTo>
                        <a:pt x="324" y="442"/>
                      </a:lnTo>
                      <a:lnTo>
                        <a:pt x="328" y="442"/>
                      </a:lnTo>
                      <a:lnTo>
                        <a:pt x="328" y="444"/>
                      </a:lnTo>
                      <a:lnTo>
                        <a:pt x="328" y="442"/>
                      </a:lnTo>
                      <a:lnTo>
                        <a:pt x="324" y="442"/>
                      </a:lnTo>
                      <a:lnTo>
                        <a:pt x="324" y="444"/>
                      </a:lnTo>
                      <a:lnTo>
                        <a:pt x="324" y="442"/>
                      </a:lnTo>
                      <a:lnTo>
                        <a:pt x="320" y="442"/>
                      </a:lnTo>
                      <a:lnTo>
                        <a:pt x="320" y="438"/>
                      </a:lnTo>
                      <a:lnTo>
                        <a:pt x="316" y="438"/>
                      </a:lnTo>
                      <a:lnTo>
                        <a:pt x="316" y="434"/>
                      </a:lnTo>
                      <a:lnTo>
                        <a:pt x="320" y="438"/>
                      </a:lnTo>
                      <a:lnTo>
                        <a:pt x="320" y="434"/>
                      </a:lnTo>
                      <a:lnTo>
                        <a:pt x="320" y="430"/>
                      </a:lnTo>
                      <a:lnTo>
                        <a:pt x="316" y="430"/>
                      </a:lnTo>
                      <a:lnTo>
                        <a:pt x="316" y="426"/>
                      </a:lnTo>
                      <a:lnTo>
                        <a:pt x="316" y="422"/>
                      </a:lnTo>
                      <a:lnTo>
                        <a:pt x="314" y="422"/>
                      </a:lnTo>
                      <a:lnTo>
                        <a:pt x="314" y="418"/>
                      </a:lnTo>
                      <a:lnTo>
                        <a:pt x="314" y="414"/>
                      </a:lnTo>
                      <a:lnTo>
                        <a:pt x="310" y="412"/>
                      </a:lnTo>
                      <a:lnTo>
                        <a:pt x="306" y="412"/>
                      </a:lnTo>
                      <a:lnTo>
                        <a:pt x="302" y="408"/>
                      </a:lnTo>
                      <a:lnTo>
                        <a:pt x="302" y="404"/>
                      </a:lnTo>
                      <a:lnTo>
                        <a:pt x="306" y="404"/>
                      </a:lnTo>
                      <a:lnTo>
                        <a:pt x="306" y="400"/>
                      </a:lnTo>
                      <a:lnTo>
                        <a:pt x="302" y="400"/>
                      </a:lnTo>
                      <a:lnTo>
                        <a:pt x="302" y="396"/>
                      </a:lnTo>
                      <a:lnTo>
                        <a:pt x="298" y="396"/>
                      </a:lnTo>
                      <a:lnTo>
                        <a:pt x="298" y="400"/>
                      </a:lnTo>
                      <a:lnTo>
                        <a:pt x="298" y="396"/>
                      </a:lnTo>
                      <a:lnTo>
                        <a:pt x="298" y="392"/>
                      </a:lnTo>
                      <a:lnTo>
                        <a:pt x="294" y="392"/>
                      </a:lnTo>
                      <a:lnTo>
                        <a:pt x="290" y="392"/>
                      </a:lnTo>
                      <a:lnTo>
                        <a:pt x="286" y="392"/>
                      </a:lnTo>
                      <a:lnTo>
                        <a:pt x="286" y="388"/>
                      </a:lnTo>
                      <a:lnTo>
                        <a:pt x="284" y="388"/>
                      </a:lnTo>
                      <a:lnTo>
                        <a:pt x="280" y="388"/>
                      </a:lnTo>
                      <a:lnTo>
                        <a:pt x="276" y="388"/>
                      </a:lnTo>
                      <a:lnTo>
                        <a:pt x="272" y="388"/>
                      </a:lnTo>
                      <a:lnTo>
                        <a:pt x="272" y="384"/>
                      </a:lnTo>
                      <a:lnTo>
                        <a:pt x="268" y="384"/>
                      </a:lnTo>
                      <a:lnTo>
                        <a:pt x="268" y="382"/>
                      </a:lnTo>
                      <a:lnTo>
                        <a:pt x="264" y="382"/>
                      </a:lnTo>
                      <a:lnTo>
                        <a:pt x="260" y="382"/>
                      </a:lnTo>
                      <a:lnTo>
                        <a:pt x="260" y="378"/>
                      </a:lnTo>
                      <a:lnTo>
                        <a:pt x="258" y="382"/>
                      </a:lnTo>
                      <a:lnTo>
                        <a:pt x="254" y="382"/>
                      </a:lnTo>
                      <a:lnTo>
                        <a:pt x="246" y="382"/>
                      </a:lnTo>
                      <a:lnTo>
                        <a:pt x="242" y="382"/>
                      </a:lnTo>
                      <a:lnTo>
                        <a:pt x="238" y="382"/>
                      </a:lnTo>
                      <a:lnTo>
                        <a:pt x="234" y="382"/>
                      </a:lnTo>
                      <a:lnTo>
                        <a:pt x="230" y="382"/>
                      </a:lnTo>
                      <a:lnTo>
                        <a:pt x="228" y="384"/>
                      </a:lnTo>
                      <a:lnTo>
                        <a:pt x="224" y="384"/>
                      </a:lnTo>
                      <a:lnTo>
                        <a:pt x="216" y="388"/>
                      </a:lnTo>
                      <a:lnTo>
                        <a:pt x="216" y="392"/>
                      </a:lnTo>
                      <a:lnTo>
                        <a:pt x="212" y="392"/>
                      </a:lnTo>
                      <a:lnTo>
                        <a:pt x="208" y="392"/>
                      </a:lnTo>
                      <a:lnTo>
                        <a:pt x="204" y="392"/>
                      </a:lnTo>
                      <a:lnTo>
                        <a:pt x="202" y="392"/>
                      </a:lnTo>
                      <a:lnTo>
                        <a:pt x="202" y="396"/>
                      </a:lnTo>
                      <a:lnTo>
                        <a:pt x="198" y="396"/>
                      </a:lnTo>
                      <a:lnTo>
                        <a:pt x="194" y="396"/>
                      </a:lnTo>
                      <a:lnTo>
                        <a:pt x="194" y="392"/>
                      </a:lnTo>
                      <a:lnTo>
                        <a:pt x="190" y="392"/>
                      </a:lnTo>
                      <a:lnTo>
                        <a:pt x="186" y="392"/>
                      </a:lnTo>
                      <a:lnTo>
                        <a:pt x="182" y="396"/>
                      </a:lnTo>
                      <a:lnTo>
                        <a:pt x="178" y="400"/>
                      </a:lnTo>
                      <a:lnTo>
                        <a:pt x="174" y="400"/>
                      </a:lnTo>
                      <a:lnTo>
                        <a:pt x="172" y="404"/>
                      </a:lnTo>
                      <a:lnTo>
                        <a:pt x="168" y="404"/>
                      </a:lnTo>
                      <a:lnTo>
                        <a:pt x="168" y="408"/>
                      </a:lnTo>
                      <a:lnTo>
                        <a:pt x="164" y="408"/>
                      </a:lnTo>
                      <a:lnTo>
                        <a:pt x="160" y="408"/>
                      </a:lnTo>
                      <a:lnTo>
                        <a:pt x="160" y="412"/>
                      </a:lnTo>
                      <a:lnTo>
                        <a:pt x="160" y="414"/>
                      </a:lnTo>
                      <a:lnTo>
                        <a:pt x="156" y="418"/>
                      </a:lnTo>
                      <a:lnTo>
                        <a:pt x="156" y="422"/>
                      </a:lnTo>
                      <a:lnTo>
                        <a:pt x="152" y="422"/>
                      </a:lnTo>
                      <a:lnTo>
                        <a:pt x="152" y="426"/>
                      </a:lnTo>
                      <a:lnTo>
                        <a:pt x="148" y="422"/>
                      </a:lnTo>
                      <a:lnTo>
                        <a:pt x="148" y="426"/>
                      </a:lnTo>
                      <a:lnTo>
                        <a:pt x="146" y="426"/>
                      </a:lnTo>
                      <a:lnTo>
                        <a:pt x="146" y="422"/>
                      </a:lnTo>
                      <a:lnTo>
                        <a:pt x="142" y="422"/>
                      </a:lnTo>
                      <a:lnTo>
                        <a:pt x="142" y="426"/>
                      </a:lnTo>
                      <a:lnTo>
                        <a:pt x="142" y="422"/>
                      </a:lnTo>
                      <a:lnTo>
                        <a:pt x="138" y="422"/>
                      </a:lnTo>
                      <a:lnTo>
                        <a:pt x="138" y="426"/>
                      </a:lnTo>
                      <a:lnTo>
                        <a:pt x="134" y="426"/>
                      </a:lnTo>
                      <a:lnTo>
                        <a:pt x="130" y="426"/>
                      </a:lnTo>
                      <a:lnTo>
                        <a:pt x="130" y="422"/>
                      </a:lnTo>
                      <a:lnTo>
                        <a:pt x="126" y="422"/>
                      </a:lnTo>
                      <a:lnTo>
                        <a:pt x="122" y="422"/>
                      </a:lnTo>
                      <a:lnTo>
                        <a:pt x="120" y="422"/>
                      </a:lnTo>
                      <a:lnTo>
                        <a:pt x="116" y="422"/>
                      </a:lnTo>
                      <a:lnTo>
                        <a:pt x="112" y="422"/>
                      </a:lnTo>
                      <a:lnTo>
                        <a:pt x="108" y="426"/>
                      </a:lnTo>
                      <a:lnTo>
                        <a:pt x="104" y="426"/>
                      </a:lnTo>
                      <a:lnTo>
                        <a:pt x="102" y="426"/>
                      </a:lnTo>
                      <a:lnTo>
                        <a:pt x="98" y="426"/>
                      </a:lnTo>
                      <a:lnTo>
                        <a:pt x="98" y="430"/>
                      </a:lnTo>
                      <a:lnTo>
                        <a:pt x="94" y="430"/>
                      </a:lnTo>
                      <a:lnTo>
                        <a:pt x="94" y="434"/>
                      </a:lnTo>
                      <a:lnTo>
                        <a:pt x="90" y="438"/>
                      </a:lnTo>
                      <a:lnTo>
                        <a:pt x="90" y="434"/>
                      </a:lnTo>
                      <a:lnTo>
                        <a:pt x="86" y="434"/>
                      </a:lnTo>
                      <a:lnTo>
                        <a:pt x="86" y="438"/>
                      </a:lnTo>
                      <a:lnTo>
                        <a:pt x="82" y="438"/>
                      </a:lnTo>
                      <a:lnTo>
                        <a:pt x="82" y="442"/>
                      </a:lnTo>
                      <a:lnTo>
                        <a:pt x="78" y="442"/>
                      </a:lnTo>
                      <a:lnTo>
                        <a:pt x="78" y="444"/>
                      </a:lnTo>
                      <a:lnTo>
                        <a:pt x="74" y="444"/>
                      </a:lnTo>
                      <a:lnTo>
                        <a:pt x="72" y="444"/>
                      </a:lnTo>
                      <a:lnTo>
                        <a:pt x="74" y="444"/>
                      </a:lnTo>
                      <a:lnTo>
                        <a:pt x="74" y="448"/>
                      </a:lnTo>
                      <a:lnTo>
                        <a:pt x="72" y="448"/>
                      </a:lnTo>
                      <a:lnTo>
                        <a:pt x="72" y="444"/>
                      </a:lnTo>
                      <a:lnTo>
                        <a:pt x="68" y="444"/>
                      </a:lnTo>
                      <a:lnTo>
                        <a:pt x="68" y="448"/>
                      </a:lnTo>
                      <a:lnTo>
                        <a:pt x="68" y="444"/>
                      </a:lnTo>
                      <a:lnTo>
                        <a:pt x="64" y="444"/>
                      </a:lnTo>
                      <a:lnTo>
                        <a:pt x="60" y="444"/>
                      </a:lnTo>
                      <a:lnTo>
                        <a:pt x="56" y="444"/>
                      </a:lnTo>
                      <a:lnTo>
                        <a:pt x="52" y="444"/>
                      </a:lnTo>
                      <a:lnTo>
                        <a:pt x="48" y="444"/>
                      </a:lnTo>
                      <a:lnTo>
                        <a:pt x="48" y="442"/>
                      </a:lnTo>
                      <a:lnTo>
                        <a:pt x="46" y="442"/>
                      </a:lnTo>
                      <a:lnTo>
                        <a:pt x="46" y="438"/>
                      </a:lnTo>
                      <a:lnTo>
                        <a:pt x="42" y="438"/>
                      </a:lnTo>
                      <a:lnTo>
                        <a:pt x="42" y="434"/>
                      </a:lnTo>
                      <a:lnTo>
                        <a:pt x="38" y="434"/>
                      </a:lnTo>
                      <a:lnTo>
                        <a:pt x="34" y="430"/>
                      </a:lnTo>
                      <a:lnTo>
                        <a:pt x="34" y="434"/>
                      </a:lnTo>
                      <a:lnTo>
                        <a:pt x="30" y="430"/>
                      </a:lnTo>
                      <a:lnTo>
                        <a:pt x="30" y="426"/>
                      </a:lnTo>
                      <a:lnTo>
                        <a:pt x="30" y="422"/>
                      </a:lnTo>
                      <a:lnTo>
                        <a:pt x="30" y="418"/>
                      </a:lnTo>
                      <a:lnTo>
                        <a:pt x="34" y="418"/>
                      </a:lnTo>
                      <a:lnTo>
                        <a:pt x="38" y="418"/>
                      </a:lnTo>
                      <a:lnTo>
                        <a:pt x="42" y="414"/>
                      </a:lnTo>
                      <a:lnTo>
                        <a:pt x="42" y="412"/>
                      </a:lnTo>
                      <a:lnTo>
                        <a:pt x="42" y="408"/>
                      </a:lnTo>
                      <a:lnTo>
                        <a:pt x="42" y="404"/>
                      </a:lnTo>
                      <a:lnTo>
                        <a:pt x="42" y="400"/>
                      </a:lnTo>
                      <a:lnTo>
                        <a:pt x="42" y="404"/>
                      </a:lnTo>
                      <a:lnTo>
                        <a:pt x="42" y="400"/>
                      </a:lnTo>
                      <a:lnTo>
                        <a:pt x="42" y="396"/>
                      </a:lnTo>
                      <a:lnTo>
                        <a:pt x="42" y="392"/>
                      </a:lnTo>
                      <a:lnTo>
                        <a:pt x="42" y="388"/>
                      </a:lnTo>
                      <a:lnTo>
                        <a:pt x="42" y="384"/>
                      </a:lnTo>
                      <a:lnTo>
                        <a:pt x="42" y="382"/>
                      </a:lnTo>
                      <a:lnTo>
                        <a:pt x="42" y="378"/>
                      </a:lnTo>
                      <a:lnTo>
                        <a:pt x="38" y="378"/>
                      </a:lnTo>
                      <a:lnTo>
                        <a:pt x="38" y="374"/>
                      </a:lnTo>
                      <a:lnTo>
                        <a:pt x="38" y="370"/>
                      </a:lnTo>
                      <a:lnTo>
                        <a:pt x="34" y="370"/>
                      </a:lnTo>
                      <a:lnTo>
                        <a:pt x="34" y="366"/>
                      </a:lnTo>
                      <a:lnTo>
                        <a:pt x="34" y="362"/>
                      </a:lnTo>
                      <a:lnTo>
                        <a:pt x="34" y="358"/>
                      </a:lnTo>
                      <a:lnTo>
                        <a:pt x="34" y="356"/>
                      </a:lnTo>
                      <a:lnTo>
                        <a:pt x="30" y="356"/>
                      </a:lnTo>
                      <a:lnTo>
                        <a:pt x="30" y="352"/>
                      </a:lnTo>
                      <a:lnTo>
                        <a:pt x="30" y="348"/>
                      </a:lnTo>
                      <a:lnTo>
                        <a:pt x="30" y="344"/>
                      </a:lnTo>
                      <a:lnTo>
                        <a:pt x="30" y="340"/>
                      </a:lnTo>
                      <a:lnTo>
                        <a:pt x="30" y="336"/>
                      </a:lnTo>
                      <a:lnTo>
                        <a:pt x="26" y="332"/>
                      </a:lnTo>
                      <a:lnTo>
                        <a:pt x="26" y="328"/>
                      </a:lnTo>
                      <a:lnTo>
                        <a:pt x="26" y="326"/>
                      </a:lnTo>
                      <a:lnTo>
                        <a:pt x="22" y="322"/>
                      </a:lnTo>
                      <a:lnTo>
                        <a:pt x="22" y="318"/>
                      </a:lnTo>
                      <a:lnTo>
                        <a:pt x="18" y="318"/>
                      </a:lnTo>
                      <a:lnTo>
                        <a:pt x="18" y="314"/>
                      </a:lnTo>
                      <a:lnTo>
                        <a:pt x="18" y="310"/>
                      </a:lnTo>
                      <a:lnTo>
                        <a:pt x="18" y="306"/>
                      </a:lnTo>
                      <a:lnTo>
                        <a:pt x="18" y="302"/>
                      </a:lnTo>
                      <a:lnTo>
                        <a:pt x="16" y="300"/>
                      </a:lnTo>
                      <a:lnTo>
                        <a:pt x="16" y="296"/>
                      </a:lnTo>
                      <a:lnTo>
                        <a:pt x="12" y="296"/>
                      </a:lnTo>
                      <a:lnTo>
                        <a:pt x="12" y="292"/>
                      </a:lnTo>
                      <a:lnTo>
                        <a:pt x="12" y="288"/>
                      </a:lnTo>
                      <a:lnTo>
                        <a:pt x="8" y="288"/>
                      </a:lnTo>
                      <a:lnTo>
                        <a:pt x="8" y="286"/>
                      </a:lnTo>
                      <a:lnTo>
                        <a:pt x="8" y="282"/>
                      </a:lnTo>
                      <a:lnTo>
                        <a:pt x="8" y="286"/>
                      </a:lnTo>
                      <a:lnTo>
                        <a:pt x="8" y="282"/>
                      </a:lnTo>
                      <a:lnTo>
                        <a:pt x="12" y="286"/>
                      </a:lnTo>
                      <a:lnTo>
                        <a:pt x="12" y="288"/>
                      </a:lnTo>
                      <a:lnTo>
                        <a:pt x="12" y="292"/>
                      </a:lnTo>
                      <a:lnTo>
                        <a:pt x="16" y="292"/>
                      </a:lnTo>
                      <a:lnTo>
                        <a:pt x="16" y="288"/>
                      </a:lnTo>
                      <a:lnTo>
                        <a:pt x="16" y="286"/>
                      </a:lnTo>
                      <a:lnTo>
                        <a:pt x="12" y="286"/>
                      </a:lnTo>
                      <a:lnTo>
                        <a:pt x="12" y="282"/>
                      </a:lnTo>
                      <a:lnTo>
                        <a:pt x="12" y="278"/>
                      </a:lnTo>
                      <a:lnTo>
                        <a:pt x="8" y="274"/>
                      </a:lnTo>
                      <a:lnTo>
                        <a:pt x="12" y="270"/>
                      </a:lnTo>
                      <a:lnTo>
                        <a:pt x="12" y="274"/>
                      </a:lnTo>
                      <a:lnTo>
                        <a:pt x="12" y="278"/>
                      </a:lnTo>
                      <a:lnTo>
                        <a:pt x="16" y="278"/>
                      </a:lnTo>
                      <a:lnTo>
                        <a:pt x="16" y="282"/>
                      </a:lnTo>
                      <a:lnTo>
                        <a:pt x="12" y="282"/>
                      </a:lnTo>
                      <a:lnTo>
                        <a:pt x="16" y="286"/>
                      </a:lnTo>
                      <a:lnTo>
                        <a:pt x="16" y="282"/>
                      </a:lnTo>
                      <a:lnTo>
                        <a:pt x="16" y="286"/>
                      </a:lnTo>
                      <a:lnTo>
                        <a:pt x="18" y="288"/>
                      </a:lnTo>
                      <a:lnTo>
                        <a:pt x="18" y="286"/>
                      </a:lnTo>
                      <a:lnTo>
                        <a:pt x="18" y="282"/>
                      </a:lnTo>
                      <a:lnTo>
                        <a:pt x="22" y="282"/>
                      </a:lnTo>
                      <a:lnTo>
                        <a:pt x="22" y="278"/>
                      </a:lnTo>
                      <a:lnTo>
                        <a:pt x="18" y="274"/>
                      </a:lnTo>
                      <a:lnTo>
                        <a:pt x="16" y="270"/>
                      </a:lnTo>
                      <a:lnTo>
                        <a:pt x="16" y="266"/>
                      </a:lnTo>
                      <a:lnTo>
                        <a:pt x="12" y="262"/>
                      </a:lnTo>
                      <a:lnTo>
                        <a:pt x="12" y="258"/>
                      </a:lnTo>
                      <a:lnTo>
                        <a:pt x="12" y="256"/>
                      </a:lnTo>
                      <a:lnTo>
                        <a:pt x="8" y="256"/>
                      </a:lnTo>
                      <a:lnTo>
                        <a:pt x="8" y="252"/>
                      </a:lnTo>
                      <a:lnTo>
                        <a:pt x="8" y="248"/>
                      </a:lnTo>
                      <a:lnTo>
                        <a:pt x="12" y="244"/>
                      </a:lnTo>
                      <a:lnTo>
                        <a:pt x="12" y="240"/>
                      </a:lnTo>
                      <a:lnTo>
                        <a:pt x="12" y="236"/>
                      </a:lnTo>
                      <a:lnTo>
                        <a:pt x="16" y="236"/>
                      </a:lnTo>
                      <a:lnTo>
                        <a:pt x="16" y="232"/>
                      </a:lnTo>
                      <a:lnTo>
                        <a:pt x="16" y="228"/>
                      </a:lnTo>
                      <a:lnTo>
                        <a:pt x="16" y="226"/>
                      </a:lnTo>
                      <a:lnTo>
                        <a:pt x="16" y="222"/>
                      </a:lnTo>
                      <a:lnTo>
                        <a:pt x="12" y="222"/>
                      </a:lnTo>
                      <a:lnTo>
                        <a:pt x="12" y="218"/>
                      </a:lnTo>
                      <a:lnTo>
                        <a:pt x="16" y="218"/>
                      </a:lnTo>
                      <a:lnTo>
                        <a:pt x="16" y="214"/>
                      </a:lnTo>
                      <a:lnTo>
                        <a:pt x="16" y="210"/>
                      </a:lnTo>
                      <a:lnTo>
                        <a:pt x="16" y="206"/>
                      </a:lnTo>
                      <a:lnTo>
                        <a:pt x="18" y="206"/>
                      </a:lnTo>
                      <a:lnTo>
                        <a:pt x="18" y="210"/>
                      </a:lnTo>
                      <a:lnTo>
                        <a:pt x="18" y="214"/>
                      </a:lnTo>
                      <a:lnTo>
                        <a:pt x="18" y="218"/>
                      </a:lnTo>
                      <a:lnTo>
                        <a:pt x="22" y="218"/>
                      </a:lnTo>
                      <a:lnTo>
                        <a:pt x="22" y="214"/>
                      </a:lnTo>
                      <a:lnTo>
                        <a:pt x="22" y="210"/>
                      </a:lnTo>
                      <a:lnTo>
                        <a:pt x="26" y="210"/>
                      </a:lnTo>
                      <a:lnTo>
                        <a:pt x="26" y="206"/>
                      </a:lnTo>
                      <a:lnTo>
                        <a:pt x="30" y="202"/>
                      </a:lnTo>
                      <a:lnTo>
                        <a:pt x="34" y="202"/>
                      </a:lnTo>
                      <a:lnTo>
                        <a:pt x="38" y="200"/>
                      </a:lnTo>
                      <a:lnTo>
                        <a:pt x="42" y="196"/>
                      </a:lnTo>
                      <a:lnTo>
                        <a:pt x="46" y="196"/>
                      </a:lnTo>
                      <a:lnTo>
                        <a:pt x="46" y="192"/>
                      </a:lnTo>
                      <a:lnTo>
                        <a:pt x="48" y="192"/>
                      </a:lnTo>
                      <a:lnTo>
                        <a:pt x="48" y="188"/>
                      </a:lnTo>
                      <a:lnTo>
                        <a:pt x="52" y="188"/>
                      </a:lnTo>
                      <a:lnTo>
                        <a:pt x="56" y="188"/>
                      </a:lnTo>
                      <a:lnTo>
                        <a:pt x="56" y="184"/>
                      </a:lnTo>
                      <a:lnTo>
                        <a:pt x="60" y="184"/>
                      </a:lnTo>
                      <a:lnTo>
                        <a:pt x="64" y="184"/>
                      </a:lnTo>
                      <a:lnTo>
                        <a:pt x="64" y="188"/>
                      </a:lnTo>
                      <a:lnTo>
                        <a:pt x="68" y="188"/>
                      </a:lnTo>
                      <a:lnTo>
                        <a:pt x="68" y="184"/>
                      </a:lnTo>
                      <a:lnTo>
                        <a:pt x="72" y="184"/>
                      </a:lnTo>
                      <a:lnTo>
                        <a:pt x="74" y="184"/>
                      </a:lnTo>
                      <a:lnTo>
                        <a:pt x="74" y="180"/>
                      </a:lnTo>
                      <a:lnTo>
                        <a:pt x="78" y="180"/>
                      </a:lnTo>
                      <a:lnTo>
                        <a:pt x="82" y="180"/>
                      </a:lnTo>
                      <a:lnTo>
                        <a:pt x="86" y="176"/>
                      </a:lnTo>
                      <a:lnTo>
                        <a:pt x="90" y="172"/>
                      </a:lnTo>
                      <a:lnTo>
                        <a:pt x="94" y="172"/>
                      </a:lnTo>
                      <a:lnTo>
                        <a:pt x="98" y="172"/>
                      </a:lnTo>
                      <a:lnTo>
                        <a:pt x="102" y="172"/>
                      </a:lnTo>
                      <a:lnTo>
                        <a:pt x="104" y="172"/>
                      </a:lnTo>
                      <a:lnTo>
                        <a:pt x="108" y="170"/>
                      </a:lnTo>
                      <a:lnTo>
                        <a:pt x="112" y="170"/>
                      </a:lnTo>
                      <a:lnTo>
                        <a:pt x="116" y="166"/>
                      </a:lnTo>
                      <a:lnTo>
                        <a:pt x="120" y="166"/>
                      </a:lnTo>
                      <a:lnTo>
                        <a:pt x="120" y="162"/>
                      </a:lnTo>
                      <a:lnTo>
                        <a:pt x="122" y="158"/>
                      </a:lnTo>
                      <a:lnTo>
                        <a:pt x="122" y="154"/>
                      </a:lnTo>
                      <a:lnTo>
                        <a:pt x="126" y="150"/>
                      </a:lnTo>
                      <a:lnTo>
                        <a:pt x="126" y="146"/>
                      </a:lnTo>
                      <a:lnTo>
                        <a:pt x="130" y="146"/>
                      </a:lnTo>
                      <a:lnTo>
                        <a:pt x="130" y="142"/>
                      </a:lnTo>
                      <a:lnTo>
                        <a:pt x="134" y="140"/>
                      </a:lnTo>
                      <a:lnTo>
                        <a:pt x="134" y="136"/>
                      </a:lnTo>
                      <a:lnTo>
                        <a:pt x="134" y="132"/>
                      </a:lnTo>
                      <a:lnTo>
                        <a:pt x="134" y="128"/>
                      </a:lnTo>
                      <a:lnTo>
                        <a:pt x="134" y="124"/>
                      </a:lnTo>
                      <a:lnTo>
                        <a:pt x="134" y="120"/>
                      </a:lnTo>
                      <a:lnTo>
                        <a:pt x="138" y="120"/>
                      </a:lnTo>
                      <a:lnTo>
                        <a:pt x="138" y="116"/>
                      </a:lnTo>
                      <a:lnTo>
                        <a:pt x="142" y="116"/>
                      </a:lnTo>
                      <a:lnTo>
                        <a:pt x="142" y="114"/>
                      </a:lnTo>
                      <a:lnTo>
                        <a:pt x="142" y="110"/>
                      </a:lnTo>
                      <a:lnTo>
                        <a:pt x="146" y="110"/>
                      </a:lnTo>
                      <a:lnTo>
                        <a:pt x="146" y="114"/>
                      </a:lnTo>
                      <a:lnTo>
                        <a:pt x="146" y="110"/>
                      </a:lnTo>
                      <a:lnTo>
                        <a:pt x="146" y="114"/>
                      </a:lnTo>
                      <a:lnTo>
                        <a:pt x="146" y="116"/>
                      </a:lnTo>
                      <a:lnTo>
                        <a:pt x="148" y="120"/>
                      </a:lnTo>
                      <a:lnTo>
                        <a:pt x="148" y="124"/>
                      </a:lnTo>
                      <a:lnTo>
                        <a:pt x="148" y="128"/>
                      </a:lnTo>
                      <a:lnTo>
                        <a:pt x="152" y="128"/>
                      </a:lnTo>
                      <a:lnTo>
                        <a:pt x="152" y="132"/>
                      </a:lnTo>
                      <a:lnTo>
                        <a:pt x="152" y="128"/>
                      </a:lnTo>
                      <a:lnTo>
                        <a:pt x="152" y="124"/>
                      </a:lnTo>
                      <a:lnTo>
                        <a:pt x="152" y="120"/>
                      </a:lnTo>
                      <a:lnTo>
                        <a:pt x="156" y="120"/>
                      </a:lnTo>
                      <a:lnTo>
                        <a:pt x="156" y="124"/>
                      </a:lnTo>
                      <a:lnTo>
                        <a:pt x="156" y="120"/>
                      </a:lnTo>
                      <a:lnTo>
                        <a:pt x="156" y="116"/>
                      </a:lnTo>
                      <a:lnTo>
                        <a:pt x="152" y="116"/>
                      </a:lnTo>
                      <a:lnTo>
                        <a:pt x="152" y="114"/>
                      </a:lnTo>
                      <a:lnTo>
                        <a:pt x="148" y="114"/>
                      </a:lnTo>
                      <a:lnTo>
                        <a:pt x="152" y="114"/>
                      </a:lnTo>
                      <a:lnTo>
                        <a:pt x="152" y="110"/>
                      </a:lnTo>
                      <a:lnTo>
                        <a:pt x="152" y="106"/>
                      </a:lnTo>
                      <a:lnTo>
                        <a:pt x="156" y="106"/>
                      </a:lnTo>
                      <a:lnTo>
                        <a:pt x="156" y="110"/>
                      </a:lnTo>
                      <a:lnTo>
                        <a:pt x="156" y="106"/>
                      </a:lnTo>
                      <a:lnTo>
                        <a:pt x="160" y="106"/>
                      </a:lnTo>
                      <a:lnTo>
                        <a:pt x="160" y="110"/>
                      </a:lnTo>
                      <a:lnTo>
                        <a:pt x="164" y="110"/>
                      </a:lnTo>
                      <a:lnTo>
                        <a:pt x="168" y="110"/>
                      </a:lnTo>
                      <a:lnTo>
                        <a:pt x="172" y="110"/>
                      </a:lnTo>
                      <a:lnTo>
                        <a:pt x="168" y="110"/>
                      </a:lnTo>
                      <a:lnTo>
                        <a:pt x="164" y="110"/>
                      </a:lnTo>
                      <a:lnTo>
                        <a:pt x="164" y="106"/>
                      </a:lnTo>
                      <a:lnTo>
                        <a:pt x="168" y="106"/>
                      </a:lnTo>
                      <a:lnTo>
                        <a:pt x="168" y="102"/>
                      </a:lnTo>
                      <a:lnTo>
                        <a:pt x="168" y="98"/>
                      </a:lnTo>
                      <a:lnTo>
                        <a:pt x="168" y="102"/>
                      </a:lnTo>
                      <a:lnTo>
                        <a:pt x="164" y="102"/>
                      </a:lnTo>
                      <a:lnTo>
                        <a:pt x="164" y="98"/>
                      </a:lnTo>
                      <a:lnTo>
                        <a:pt x="164" y="94"/>
                      </a:lnTo>
                      <a:lnTo>
                        <a:pt x="168" y="94"/>
                      </a:lnTo>
                      <a:lnTo>
                        <a:pt x="168" y="90"/>
                      </a:lnTo>
                      <a:lnTo>
                        <a:pt x="172" y="90"/>
                      </a:lnTo>
                      <a:lnTo>
                        <a:pt x="172" y="94"/>
                      </a:lnTo>
                      <a:lnTo>
                        <a:pt x="174" y="94"/>
                      </a:lnTo>
                      <a:lnTo>
                        <a:pt x="174" y="90"/>
                      </a:lnTo>
                      <a:lnTo>
                        <a:pt x="172" y="90"/>
                      </a:lnTo>
                      <a:lnTo>
                        <a:pt x="174" y="86"/>
                      </a:lnTo>
                      <a:lnTo>
                        <a:pt x="172" y="86"/>
                      </a:lnTo>
                      <a:lnTo>
                        <a:pt x="172" y="90"/>
                      </a:lnTo>
                      <a:lnTo>
                        <a:pt x="172" y="86"/>
                      </a:lnTo>
                      <a:lnTo>
                        <a:pt x="174" y="86"/>
                      </a:lnTo>
                      <a:lnTo>
                        <a:pt x="178" y="86"/>
                      </a:lnTo>
                      <a:lnTo>
                        <a:pt x="174" y="86"/>
                      </a:lnTo>
                      <a:lnTo>
                        <a:pt x="174" y="84"/>
                      </a:lnTo>
                      <a:lnTo>
                        <a:pt x="174" y="80"/>
                      </a:lnTo>
                      <a:lnTo>
                        <a:pt x="178" y="76"/>
                      </a:lnTo>
                      <a:lnTo>
                        <a:pt x="178" y="80"/>
                      </a:lnTo>
                      <a:lnTo>
                        <a:pt x="182" y="80"/>
                      </a:lnTo>
                      <a:lnTo>
                        <a:pt x="182" y="76"/>
                      </a:lnTo>
                      <a:lnTo>
                        <a:pt x="182" y="72"/>
                      </a:lnTo>
                      <a:lnTo>
                        <a:pt x="182" y="76"/>
                      </a:lnTo>
                      <a:lnTo>
                        <a:pt x="182" y="80"/>
                      </a:lnTo>
                      <a:lnTo>
                        <a:pt x="182" y="76"/>
                      </a:lnTo>
                      <a:lnTo>
                        <a:pt x="186" y="76"/>
                      </a:lnTo>
                      <a:lnTo>
                        <a:pt x="182" y="80"/>
                      </a:lnTo>
                      <a:lnTo>
                        <a:pt x="186" y="80"/>
                      </a:lnTo>
                      <a:lnTo>
                        <a:pt x="186" y="76"/>
                      </a:lnTo>
                      <a:lnTo>
                        <a:pt x="190" y="72"/>
                      </a:lnTo>
                      <a:lnTo>
                        <a:pt x="186" y="68"/>
                      </a:lnTo>
                      <a:lnTo>
                        <a:pt x="190" y="68"/>
                      </a:lnTo>
                      <a:lnTo>
                        <a:pt x="190" y="72"/>
                      </a:lnTo>
                      <a:lnTo>
                        <a:pt x="190" y="68"/>
                      </a:lnTo>
                      <a:lnTo>
                        <a:pt x="194" y="68"/>
                      </a:lnTo>
                      <a:lnTo>
                        <a:pt x="194" y="72"/>
                      </a:lnTo>
                      <a:lnTo>
                        <a:pt x="198" y="72"/>
                      </a:lnTo>
                      <a:lnTo>
                        <a:pt x="198" y="68"/>
                      </a:lnTo>
                      <a:lnTo>
                        <a:pt x="198" y="64"/>
                      </a:lnTo>
                      <a:lnTo>
                        <a:pt x="202" y="64"/>
                      </a:lnTo>
                      <a:lnTo>
                        <a:pt x="202" y="68"/>
                      </a:lnTo>
                      <a:lnTo>
                        <a:pt x="204" y="68"/>
                      </a:lnTo>
                      <a:lnTo>
                        <a:pt x="204" y="64"/>
                      </a:lnTo>
                      <a:lnTo>
                        <a:pt x="204" y="68"/>
                      </a:lnTo>
                      <a:lnTo>
                        <a:pt x="208" y="68"/>
                      </a:lnTo>
                      <a:lnTo>
                        <a:pt x="208" y="72"/>
                      </a:lnTo>
                      <a:lnTo>
                        <a:pt x="212" y="72"/>
                      </a:lnTo>
                      <a:lnTo>
                        <a:pt x="212" y="76"/>
                      </a:lnTo>
                      <a:lnTo>
                        <a:pt x="216" y="80"/>
                      </a:lnTo>
                      <a:lnTo>
                        <a:pt x="216" y="84"/>
                      </a:lnTo>
                      <a:lnTo>
                        <a:pt x="216" y="86"/>
                      </a:lnTo>
                      <a:lnTo>
                        <a:pt x="216" y="90"/>
                      </a:lnTo>
                      <a:lnTo>
                        <a:pt x="216" y="94"/>
                      </a:lnTo>
                      <a:lnTo>
                        <a:pt x="216" y="90"/>
                      </a:lnTo>
                      <a:lnTo>
                        <a:pt x="220" y="90"/>
                      </a:lnTo>
                      <a:lnTo>
                        <a:pt x="220" y="86"/>
                      </a:lnTo>
                      <a:lnTo>
                        <a:pt x="216" y="86"/>
                      </a:lnTo>
                      <a:lnTo>
                        <a:pt x="220" y="86"/>
                      </a:lnTo>
                      <a:lnTo>
                        <a:pt x="220" y="84"/>
                      </a:lnTo>
                      <a:lnTo>
                        <a:pt x="220" y="86"/>
                      </a:lnTo>
                      <a:lnTo>
                        <a:pt x="220" y="84"/>
                      </a:lnTo>
                      <a:lnTo>
                        <a:pt x="224" y="84"/>
                      </a:lnTo>
                      <a:lnTo>
                        <a:pt x="224" y="80"/>
                      </a:lnTo>
                      <a:lnTo>
                        <a:pt x="224" y="84"/>
                      </a:lnTo>
                      <a:lnTo>
                        <a:pt x="228" y="84"/>
                      </a:lnTo>
                      <a:lnTo>
                        <a:pt x="230" y="84"/>
                      </a:lnTo>
                      <a:lnTo>
                        <a:pt x="230" y="86"/>
                      </a:lnTo>
                      <a:lnTo>
                        <a:pt x="234" y="86"/>
                      </a:lnTo>
                      <a:lnTo>
                        <a:pt x="230" y="86"/>
                      </a:lnTo>
                      <a:lnTo>
                        <a:pt x="230" y="84"/>
                      </a:lnTo>
                      <a:lnTo>
                        <a:pt x="234" y="84"/>
                      </a:lnTo>
                      <a:lnTo>
                        <a:pt x="238" y="86"/>
                      </a:lnTo>
                      <a:lnTo>
                        <a:pt x="238" y="90"/>
                      </a:lnTo>
                      <a:lnTo>
                        <a:pt x="238" y="86"/>
                      </a:lnTo>
                      <a:lnTo>
                        <a:pt x="238" y="84"/>
                      </a:lnTo>
                      <a:lnTo>
                        <a:pt x="242" y="84"/>
                      </a:lnTo>
                      <a:lnTo>
                        <a:pt x="238" y="84"/>
                      </a:lnTo>
                      <a:lnTo>
                        <a:pt x="238" y="80"/>
                      </a:lnTo>
                      <a:lnTo>
                        <a:pt x="238" y="76"/>
                      </a:lnTo>
                      <a:lnTo>
                        <a:pt x="238" y="80"/>
                      </a:lnTo>
                      <a:lnTo>
                        <a:pt x="234" y="76"/>
                      </a:lnTo>
                      <a:lnTo>
                        <a:pt x="234" y="72"/>
                      </a:lnTo>
                      <a:lnTo>
                        <a:pt x="238" y="68"/>
                      </a:lnTo>
                      <a:lnTo>
                        <a:pt x="242" y="64"/>
                      </a:lnTo>
                      <a:lnTo>
                        <a:pt x="242" y="60"/>
                      </a:lnTo>
                      <a:lnTo>
                        <a:pt x="242" y="58"/>
                      </a:lnTo>
                      <a:lnTo>
                        <a:pt x="242" y="60"/>
                      </a:lnTo>
                      <a:lnTo>
                        <a:pt x="246" y="58"/>
                      </a:lnTo>
                      <a:lnTo>
                        <a:pt x="246" y="54"/>
                      </a:lnTo>
                      <a:lnTo>
                        <a:pt x="246" y="50"/>
                      </a:lnTo>
                      <a:lnTo>
                        <a:pt x="250" y="50"/>
                      </a:lnTo>
                      <a:lnTo>
                        <a:pt x="250" y="46"/>
                      </a:lnTo>
                      <a:lnTo>
                        <a:pt x="250" y="42"/>
                      </a:lnTo>
                      <a:lnTo>
                        <a:pt x="250" y="46"/>
                      </a:lnTo>
                      <a:lnTo>
                        <a:pt x="254" y="46"/>
                      </a:lnTo>
                      <a:lnTo>
                        <a:pt x="254" y="42"/>
                      </a:lnTo>
                      <a:lnTo>
                        <a:pt x="254" y="38"/>
                      </a:lnTo>
                      <a:lnTo>
                        <a:pt x="254" y="42"/>
                      </a:lnTo>
                      <a:lnTo>
                        <a:pt x="258" y="46"/>
                      </a:lnTo>
                      <a:lnTo>
                        <a:pt x="258" y="42"/>
                      </a:lnTo>
                      <a:lnTo>
                        <a:pt x="254" y="42"/>
                      </a:lnTo>
                      <a:lnTo>
                        <a:pt x="258" y="38"/>
                      </a:lnTo>
                      <a:lnTo>
                        <a:pt x="258" y="34"/>
                      </a:lnTo>
                      <a:lnTo>
                        <a:pt x="260" y="34"/>
                      </a:lnTo>
                      <a:lnTo>
                        <a:pt x="260" y="38"/>
                      </a:lnTo>
                      <a:lnTo>
                        <a:pt x="264" y="38"/>
                      </a:lnTo>
                      <a:lnTo>
                        <a:pt x="268" y="38"/>
                      </a:lnTo>
                      <a:lnTo>
                        <a:pt x="272" y="38"/>
                      </a:lnTo>
                      <a:lnTo>
                        <a:pt x="276" y="38"/>
                      </a:lnTo>
                      <a:lnTo>
                        <a:pt x="280" y="38"/>
                      </a:lnTo>
                      <a:lnTo>
                        <a:pt x="276" y="38"/>
                      </a:lnTo>
                      <a:lnTo>
                        <a:pt x="280" y="38"/>
                      </a:lnTo>
                      <a:lnTo>
                        <a:pt x="280" y="34"/>
                      </a:lnTo>
                      <a:lnTo>
                        <a:pt x="284" y="34"/>
                      </a:lnTo>
                      <a:lnTo>
                        <a:pt x="280" y="34"/>
                      </a:lnTo>
                      <a:lnTo>
                        <a:pt x="280" y="30"/>
                      </a:lnTo>
                      <a:lnTo>
                        <a:pt x="280" y="28"/>
                      </a:lnTo>
                      <a:lnTo>
                        <a:pt x="284" y="28"/>
                      </a:lnTo>
                      <a:lnTo>
                        <a:pt x="280" y="28"/>
                      </a:lnTo>
                      <a:lnTo>
                        <a:pt x="280" y="24"/>
                      </a:lnTo>
                      <a:lnTo>
                        <a:pt x="276" y="24"/>
                      </a:lnTo>
                      <a:lnTo>
                        <a:pt x="272" y="24"/>
                      </a:lnTo>
                      <a:lnTo>
                        <a:pt x="268" y="20"/>
                      </a:lnTo>
                      <a:lnTo>
                        <a:pt x="268" y="24"/>
                      </a:lnTo>
                      <a:lnTo>
                        <a:pt x="268" y="20"/>
                      </a:lnTo>
                      <a:lnTo>
                        <a:pt x="272" y="20"/>
                      </a:lnTo>
                      <a:lnTo>
                        <a:pt x="276" y="24"/>
                      </a:lnTo>
                      <a:lnTo>
                        <a:pt x="276" y="20"/>
                      </a:lnTo>
                      <a:lnTo>
                        <a:pt x="272" y="20"/>
                      </a:lnTo>
                      <a:lnTo>
                        <a:pt x="276" y="20"/>
                      </a:lnTo>
                      <a:lnTo>
                        <a:pt x="280" y="20"/>
                      </a:lnTo>
                      <a:lnTo>
                        <a:pt x="280" y="24"/>
                      </a:lnTo>
                      <a:lnTo>
                        <a:pt x="284" y="24"/>
                      </a:lnTo>
                      <a:lnTo>
                        <a:pt x="286" y="24"/>
                      </a:lnTo>
                      <a:lnTo>
                        <a:pt x="286" y="28"/>
                      </a:lnTo>
                      <a:lnTo>
                        <a:pt x="290" y="28"/>
                      </a:lnTo>
                      <a:lnTo>
                        <a:pt x="290" y="30"/>
                      </a:lnTo>
                      <a:lnTo>
                        <a:pt x="294" y="30"/>
                      </a:lnTo>
                      <a:lnTo>
                        <a:pt x="298" y="30"/>
                      </a:lnTo>
                      <a:lnTo>
                        <a:pt x="298" y="28"/>
                      </a:lnTo>
                      <a:lnTo>
                        <a:pt x="298" y="30"/>
                      </a:lnTo>
                      <a:lnTo>
                        <a:pt x="302" y="30"/>
                      </a:lnTo>
                      <a:lnTo>
                        <a:pt x="302" y="34"/>
                      </a:lnTo>
                      <a:lnTo>
                        <a:pt x="306" y="34"/>
                      </a:lnTo>
                      <a:lnTo>
                        <a:pt x="310" y="34"/>
                      </a:lnTo>
                      <a:lnTo>
                        <a:pt x="314" y="34"/>
                      </a:lnTo>
                      <a:lnTo>
                        <a:pt x="314" y="38"/>
                      </a:lnTo>
                      <a:lnTo>
                        <a:pt x="316" y="38"/>
                      </a:lnTo>
                      <a:lnTo>
                        <a:pt x="316" y="34"/>
                      </a:lnTo>
                      <a:lnTo>
                        <a:pt x="320" y="34"/>
                      </a:lnTo>
                      <a:lnTo>
                        <a:pt x="324" y="34"/>
                      </a:lnTo>
                      <a:lnTo>
                        <a:pt x="320" y="34"/>
                      </a:lnTo>
                      <a:lnTo>
                        <a:pt x="324" y="30"/>
                      </a:lnTo>
                      <a:lnTo>
                        <a:pt x="328" y="30"/>
                      </a:lnTo>
                      <a:lnTo>
                        <a:pt x="324" y="34"/>
                      </a:lnTo>
                      <a:lnTo>
                        <a:pt x="324" y="38"/>
                      </a:lnTo>
                      <a:lnTo>
                        <a:pt x="328" y="34"/>
                      </a:lnTo>
                      <a:lnTo>
                        <a:pt x="328" y="38"/>
                      </a:lnTo>
                      <a:lnTo>
                        <a:pt x="328" y="42"/>
                      </a:lnTo>
                      <a:lnTo>
                        <a:pt x="332" y="42"/>
                      </a:lnTo>
                      <a:lnTo>
                        <a:pt x="332" y="38"/>
                      </a:lnTo>
                      <a:lnTo>
                        <a:pt x="332" y="34"/>
                      </a:lnTo>
                      <a:lnTo>
                        <a:pt x="336" y="30"/>
                      </a:lnTo>
                      <a:lnTo>
                        <a:pt x="336" y="34"/>
                      </a:lnTo>
                      <a:lnTo>
                        <a:pt x="336" y="38"/>
                      </a:lnTo>
                      <a:lnTo>
                        <a:pt x="340" y="38"/>
                      </a:lnTo>
                      <a:lnTo>
                        <a:pt x="340" y="34"/>
                      </a:lnTo>
                      <a:lnTo>
                        <a:pt x="340" y="38"/>
                      </a:lnTo>
                      <a:lnTo>
                        <a:pt x="342" y="38"/>
                      </a:lnTo>
                      <a:lnTo>
                        <a:pt x="340" y="42"/>
                      </a:lnTo>
                      <a:lnTo>
                        <a:pt x="340" y="46"/>
                      </a:lnTo>
                      <a:lnTo>
                        <a:pt x="336" y="46"/>
                      </a:lnTo>
                      <a:lnTo>
                        <a:pt x="336" y="50"/>
                      </a:lnTo>
                      <a:lnTo>
                        <a:pt x="336" y="54"/>
                      </a:lnTo>
                      <a:lnTo>
                        <a:pt x="332" y="54"/>
                      </a:lnTo>
                      <a:lnTo>
                        <a:pt x="328" y="54"/>
                      </a:lnTo>
                      <a:lnTo>
                        <a:pt x="328" y="58"/>
                      </a:lnTo>
                      <a:lnTo>
                        <a:pt x="328" y="60"/>
                      </a:lnTo>
                      <a:lnTo>
                        <a:pt x="328" y="64"/>
                      </a:lnTo>
                      <a:lnTo>
                        <a:pt x="328" y="68"/>
                      </a:lnTo>
                      <a:lnTo>
                        <a:pt x="328" y="72"/>
                      </a:lnTo>
                      <a:lnTo>
                        <a:pt x="324" y="72"/>
                      </a:lnTo>
                      <a:lnTo>
                        <a:pt x="324" y="76"/>
                      </a:lnTo>
                      <a:lnTo>
                        <a:pt x="320" y="76"/>
                      </a:lnTo>
                      <a:lnTo>
                        <a:pt x="320" y="80"/>
                      </a:lnTo>
                      <a:lnTo>
                        <a:pt x="320" y="84"/>
                      </a:lnTo>
                      <a:lnTo>
                        <a:pt x="320" y="86"/>
                      </a:lnTo>
                      <a:lnTo>
                        <a:pt x="324" y="86"/>
                      </a:lnTo>
                      <a:lnTo>
                        <a:pt x="328" y="86"/>
                      </a:lnTo>
                      <a:lnTo>
                        <a:pt x="328" y="90"/>
                      </a:lnTo>
                      <a:lnTo>
                        <a:pt x="332" y="90"/>
                      </a:lnTo>
                      <a:lnTo>
                        <a:pt x="332" y="94"/>
                      </a:lnTo>
                      <a:lnTo>
                        <a:pt x="336" y="98"/>
                      </a:lnTo>
                      <a:lnTo>
                        <a:pt x="340" y="98"/>
                      </a:lnTo>
                      <a:lnTo>
                        <a:pt x="340" y="102"/>
                      </a:lnTo>
                      <a:lnTo>
                        <a:pt x="342" y="102"/>
                      </a:lnTo>
                      <a:lnTo>
                        <a:pt x="346" y="106"/>
                      </a:lnTo>
                      <a:lnTo>
                        <a:pt x="350" y="106"/>
                      </a:lnTo>
                      <a:lnTo>
                        <a:pt x="354" y="106"/>
                      </a:lnTo>
                      <a:lnTo>
                        <a:pt x="354" y="110"/>
                      </a:lnTo>
                      <a:lnTo>
                        <a:pt x="354" y="114"/>
                      </a:lnTo>
                      <a:lnTo>
                        <a:pt x="358" y="114"/>
                      </a:lnTo>
                      <a:lnTo>
                        <a:pt x="358" y="116"/>
                      </a:lnTo>
                      <a:lnTo>
                        <a:pt x="362" y="116"/>
                      </a:lnTo>
                      <a:lnTo>
                        <a:pt x="366" y="116"/>
                      </a:lnTo>
                      <a:lnTo>
                        <a:pt x="370" y="116"/>
                      </a:lnTo>
                      <a:lnTo>
                        <a:pt x="372" y="116"/>
                      </a:lnTo>
                      <a:lnTo>
                        <a:pt x="372" y="120"/>
                      </a:lnTo>
                      <a:lnTo>
                        <a:pt x="372" y="124"/>
                      </a:lnTo>
                      <a:lnTo>
                        <a:pt x="372" y="128"/>
                      </a:lnTo>
                      <a:lnTo>
                        <a:pt x="376" y="128"/>
                      </a:lnTo>
                      <a:lnTo>
                        <a:pt x="380" y="128"/>
                      </a:lnTo>
                      <a:lnTo>
                        <a:pt x="380" y="132"/>
                      </a:lnTo>
                      <a:lnTo>
                        <a:pt x="384" y="132"/>
                      </a:lnTo>
                      <a:lnTo>
                        <a:pt x="388" y="132"/>
                      </a:lnTo>
                      <a:lnTo>
                        <a:pt x="392" y="132"/>
                      </a:lnTo>
                      <a:lnTo>
                        <a:pt x="396" y="132"/>
                      </a:lnTo>
                      <a:lnTo>
                        <a:pt x="396" y="128"/>
                      </a:lnTo>
                      <a:lnTo>
                        <a:pt x="400" y="128"/>
                      </a:lnTo>
                      <a:lnTo>
                        <a:pt x="400" y="124"/>
                      </a:lnTo>
                      <a:lnTo>
                        <a:pt x="400" y="120"/>
                      </a:lnTo>
                      <a:lnTo>
                        <a:pt x="400" y="116"/>
                      </a:lnTo>
                      <a:lnTo>
                        <a:pt x="402" y="116"/>
                      </a:lnTo>
                      <a:lnTo>
                        <a:pt x="402" y="114"/>
                      </a:lnTo>
                      <a:lnTo>
                        <a:pt x="402" y="110"/>
                      </a:lnTo>
                      <a:lnTo>
                        <a:pt x="402" y="106"/>
                      </a:lnTo>
                      <a:lnTo>
                        <a:pt x="406" y="106"/>
                      </a:lnTo>
                      <a:lnTo>
                        <a:pt x="406" y="102"/>
                      </a:lnTo>
                      <a:lnTo>
                        <a:pt x="406" y="98"/>
                      </a:lnTo>
                      <a:lnTo>
                        <a:pt x="406" y="94"/>
                      </a:lnTo>
                      <a:lnTo>
                        <a:pt x="406" y="90"/>
                      </a:lnTo>
                      <a:lnTo>
                        <a:pt x="406" y="86"/>
                      </a:lnTo>
                      <a:lnTo>
                        <a:pt x="410" y="86"/>
                      </a:lnTo>
                      <a:lnTo>
                        <a:pt x="406" y="84"/>
                      </a:lnTo>
                      <a:lnTo>
                        <a:pt x="406" y="76"/>
                      </a:lnTo>
                      <a:lnTo>
                        <a:pt x="406" y="72"/>
                      </a:lnTo>
                      <a:lnTo>
                        <a:pt x="406" y="68"/>
                      </a:lnTo>
                      <a:lnTo>
                        <a:pt x="406" y="64"/>
                      </a:lnTo>
                      <a:lnTo>
                        <a:pt x="406" y="60"/>
                      </a:lnTo>
                      <a:lnTo>
                        <a:pt x="406" y="58"/>
                      </a:lnTo>
                      <a:lnTo>
                        <a:pt x="410" y="58"/>
                      </a:lnTo>
                      <a:lnTo>
                        <a:pt x="410" y="54"/>
                      </a:lnTo>
                      <a:lnTo>
                        <a:pt x="406" y="54"/>
                      </a:lnTo>
                      <a:lnTo>
                        <a:pt x="406" y="50"/>
                      </a:lnTo>
                      <a:lnTo>
                        <a:pt x="410" y="50"/>
                      </a:lnTo>
                      <a:lnTo>
                        <a:pt x="410" y="46"/>
                      </a:lnTo>
                      <a:lnTo>
                        <a:pt x="410" y="50"/>
                      </a:lnTo>
                      <a:lnTo>
                        <a:pt x="414" y="50"/>
                      </a:lnTo>
                      <a:lnTo>
                        <a:pt x="410" y="46"/>
                      </a:lnTo>
                      <a:lnTo>
                        <a:pt x="410" y="42"/>
                      </a:lnTo>
                      <a:lnTo>
                        <a:pt x="406" y="42"/>
                      </a:lnTo>
                      <a:lnTo>
                        <a:pt x="410" y="42"/>
                      </a:lnTo>
                      <a:lnTo>
                        <a:pt x="410" y="38"/>
                      </a:lnTo>
                      <a:lnTo>
                        <a:pt x="410" y="34"/>
                      </a:lnTo>
                      <a:lnTo>
                        <a:pt x="414" y="34"/>
                      </a:lnTo>
                      <a:lnTo>
                        <a:pt x="414" y="30"/>
                      </a:lnTo>
                      <a:lnTo>
                        <a:pt x="414" y="28"/>
                      </a:lnTo>
                      <a:lnTo>
                        <a:pt x="414" y="24"/>
                      </a:lnTo>
                      <a:lnTo>
                        <a:pt x="414" y="20"/>
                      </a:lnTo>
                      <a:lnTo>
                        <a:pt x="414" y="16"/>
                      </a:lnTo>
                      <a:lnTo>
                        <a:pt x="418" y="16"/>
                      </a:lnTo>
                      <a:lnTo>
                        <a:pt x="418" y="12"/>
                      </a:lnTo>
                      <a:lnTo>
                        <a:pt x="422" y="12"/>
                      </a:lnTo>
                      <a:lnTo>
                        <a:pt x="422" y="16"/>
                      </a:lnTo>
                      <a:lnTo>
                        <a:pt x="422" y="12"/>
                      </a:lnTo>
                      <a:lnTo>
                        <a:pt x="426" y="16"/>
                      </a:lnTo>
                      <a:lnTo>
                        <a:pt x="426" y="20"/>
                      </a:lnTo>
                      <a:lnTo>
                        <a:pt x="426" y="24"/>
                      </a:lnTo>
                      <a:lnTo>
                        <a:pt x="426" y="28"/>
                      </a:lnTo>
                      <a:lnTo>
                        <a:pt x="426" y="30"/>
                      </a:lnTo>
                      <a:lnTo>
                        <a:pt x="428" y="30"/>
                      </a:lnTo>
                      <a:lnTo>
                        <a:pt x="428" y="34"/>
                      </a:lnTo>
                      <a:lnTo>
                        <a:pt x="428" y="38"/>
                      </a:lnTo>
                      <a:lnTo>
                        <a:pt x="432" y="38"/>
                      </a:lnTo>
                      <a:lnTo>
                        <a:pt x="432" y="42"/>
                      </a:lnTo>
                      <a:lnTo>
                        <a:pt x="432" y="46"/>
                      </a:lnTo>
                      <a:lnTo>
                        <a:pt x="432" y="50"/>
                      </a:lnTo>
                      <a:lnTo>
                        <a:pt x="436" y="50"/>
                      </a:lnTo>
                      <a:lnTo>
                        <a:pt x="436" y="54"/>
                      </a:lnTo>
                      <a:lnTo>
                        <a:pt x="436" y="58"/>
                      </a:lnTo>
                      <a:lnTo>
                        <a:pt x="436" y="60"/>
                      </a:lnTo>
                      <a:lnTo>
                        <a:pt x="436" y="64"/>
                      </a:lnTo>
                      <a:lnTo>
                        <a:pt x="436" y="68"/>
                      </a:lnTo>
                      <a:lnTo>
                        <a:pt x="436" y="72"/>
                      </a:lnTo>
                      <a:lnTo>
                        <a:pt x="440" y="76"/>
                      </a:lnTo>
                      <a:lnTo>
                        <a:pt x="444" y="76"/>
                      </a:lnTo>
                      <a:lnTo>
                        <a:pt x="448" y="72"/>
                      </a:lnTo>
                      <a:lnTo>
                        <a:pt x="452" y="72"/>
                      </a:lnTo>
                      <a:lnTo>
                        <a:pt x="452" y="76"/>
                      </a:lnTo>
                      <a:lnTo>
                        <a:pt x="452" y="80"/>
                      </a:lnTo>
                      <a:lnTo>
                        <a:pt x="454" y="80"/>
                      </a:lnTo>
                      <a:lnTo>
                        <a:pt x="454" y="84"/>
                      </a:lnTo>
                      <a:lnTo>
                        <a:pt x="458" y="84"/>
                      </a:lnTo>
                      <a:lnTo>
                        <a:pt x="458" y="86"/>
                      </a:lnTo>
                      <a:lnTo>
                        <a:pt x="458" y="90"/>
                      </a:lnTo>
                      <a:lnTo>
                        <a:pt x="458" y="94"/>
                      </a:lnTo>
                      <a:lnTo>
                        <a:pt x="462" y="98"/>
                      </a:lnTo>
                      <a:lnTo>
                        <a:pt x="462" y="102"/>
                      </a:lnTo>
                      <a:lnTo>
                        <a:pt x="462" y="106"/>
                      </a:lnTo>
                      <a:lnTo>
                        <a:pt x="462" y="110"/>
                      </a:lnTo>
                      <a:lnTo>
                        <a:pt x="462" y="114"/>
                      </a:lnTo>
                      <a:lnTo>
                        <a:pt x="466" y="116"/>
                      </a:lnTo>
                      <a:lnTo>
                        <a:pt x="466" y="120"/>
                      </a:lnTo>
                      <a:lnTo>
                        <a:pt x="466" y="116"/>
                      </a:lnTo>
                      <a:lnTo>
                        <a:pt x="470" y="116"/>
                      </a:lnTo>
                      <a:lnTo>
                        <a:pt x="470" y="120"/>
                      </a:lnTo>
                      <a:lnTo>
                        <a:pt x="470" y="124"/>
                      </a:lnTo>
                      <a:lnTo>
                        <a:pt x="470" y="128"/>
                      </a:lnTo>
                      <a:lnTo>
                        <a:pt x="470" y="132"/>
                      </a:lnTo>
                      <a:lnTo>
                        <a:pt x="470" y="136"/>
                      </a:lnTo>
                      <a:lnTo>
                        <a:pt x="470" y="140"/>
                      </a:lnTo>
                      <a:lnTo>
                        <a:pt x="470" y="142"/>
                      </a:lnTo>
                      <a:lnTo>
                        <a:pt x="472" y="146"/>
                      </a:lnTo>
                      <a:lnTo>
                        <a:pt x="472" y="150"/>
                      </a:lnTo>
                      <a:lnTo>
                        <a:pt x="472" y="154"/>
                      </a:lnTo>
                      <a:lnTo>
                        <a:pt x="476" y="154"/>
                      </a:lnTo>
                      <a:lnTo>
                        <a:pt x="476" y="158"/>
                      </a:lnTo>
                      <a:lnTo>
                        <a:pt x="480" y="158"/>
                      </a:lnTo>
                      <a:lnTo>
                        <a:pt x="480" y="162"/>
                      </a:lnTo>
                      <a:lnTo>
                        <a:pt x="484" y="162"/>
                      </a:lnTo>
                      <a:lnTo>
                        <a:pt x="488" y="162"/>
                      </a:lnTo>
                      <a:lnTo>
                        <a:pt x="492" y="162"/>
                      </a:lnTo>
                      <a:lnTo>
                        <a:pt x="488" y="162"/>
                      </a:lnTo>
                      <a:lnTo>
                        <a:pt x="492" y="162"/>
                      </a:lnTo>
                      <a:lnTo>
                        <a:pt x="492" y="166"/>
                      </a:lnTo>
                      <a:lnTo>
                        <a:pt x="492" y="170"/>
                      </a:lnTo>
                      <a:lnTo>
                        <a:pt x="496" y="170"/>
                      </a:lnTo>
                      <a:lnTo>
                        <a:pt x="496" y="172"/>
                      </a:lnTo>
                      <a:lnTo>
                        <a:pt x="498" y="172"/>
                      </a:lnTo>
                      <a:lnTo>
                        <a:pt x="502" y="172"/>
                      </a:lnTo>
                      <a:lnTo>
                        <a:pt x="502" y="176"/>
                      </a:lnTo>
                      <a:lnTo>
                        <a:pt x="502" y="172"/>
                      </a:lnTo>
                      <a:lnTo>
                        <a:pt x="506" y="172"/>
                      </a:lnTo>
                      <a:lnTo>
                        <a:pt x="506" y="176"/>
                      </a:lnTo>
                      <a:lnTo>
                        <a:pt x="510" y="176"/>
                      </a:lnTo>
                      <a:lnTo>
                        <a:pt x="510" y="180"/>
                      </a:lnTo>
                      <a:lnTo>
                        <a:pt x="510" y="184"/>
                      </a:lnTo>
                      <a:lnTo>
                        <a:pt x="510" y="180"/>
                      </a:lnTo>
                      <a:lnTo>
                        <a:pt x="506" y="180"/>
                      </a:lnTo>
                      <a:lnTo>
                        <a:pt x="506" y="184"/>
                      </a:lnTo>
                      <a:lnTo>
                        <a:pt x="510" y="188"/>
                      </a:lnTo>
                      <a:lnTo>
                        <a:pt x="514" y="188"/>
                      </a:lnTo>
                      <a:lnTo>
                        <a:pt x="514" y="192"/>
                      </a:lnTo>
                      <a:lnTo>
                        <a:pt x="514" y="196"/>
                      </a:lnTo>
                      <a:lnTo>
                        <a:pt x="518" y="196"/>
                      </a:lnTo>
                      <a:lnTo>
                        <a:pt x="518" y="200"/>
                      </a:lnTo>
                      <a:lnTo>
                        <a:pt x="518" y="202"/>
                      </a:lnTo>
                      <a:lnTo>
                        <a:pt x="518" y="206"/>
                      </a:lnTo>
                      <a:lnTo>
                        <a:pt x="518" y="210"/>
                      </a:lnTo>
                      <a:lnTo>
                        <a:pt x="522" y="214"/>
                      </a:lnTo>
                      <a:lnTo>
                        <a:pt x="522" y="218"/>
                      </a:lnTo>
                      <a:lnTo>
                        <a:pt x="526" y="214"/>
                      </a:lnTo>
                      <a:lnTo>
                        <a:pt x="526" y="218"/>
                      </a:lnTo>
                      <a:lnTo>
                        <a:pt x="526" y="222"/>
                      </a:lnTo>
                      <a:lnTo>
                        <a:pt x="526" y="218"/>
                      </a:lnTo>
                      <a:lnTo>
                        <a:pt x="526" y="214"/>
                      </a:lnTo>
                      <a:lnTo>
                        <a:pt x="526" y="210"/>
                      </a:lnTo>
                      <a:lnTo>
                        <a:pt x="528" y="210"/>
                      </a:lnTo>
                      <a:lnTo>
                        <a:pt x="528" y="214"/>
                      </a:lnTo>
                      <a:lnTo>
                        <a:pt x="528" y="218"/>
                      </a:lnTo>
                      <a:lnTo>
                        <a:pt x="532" y="218"/>
                      </a:lnTo>
                      <a:lnTo>
                        <a:pt x="532" y="214"/>
                      </a:lnTo>
                      <a:lnTo>
                        <a:pt x="536" y="214"/>
                      </a:lnTo>
                      <a:lnTo>
                        <a:pt x="536" y="218"/>
                      </a:lnTo>
                      <a:lnTo>
                        <a:pt x="536" y="222"/>
                      </a:lnTo>
                      <a:lnTo>
                        <a:pt x="536" y="226"/>
                      </a:lnTo>
                      <a:lnTo>
                        <a:pt x="536" y="228"/>
                      </a:lnTo>
                      <a:lnTo>
                        <a:pt x="536" y="232"/>
                      </a:lnTo>
                      <a:lnTo>
                        <a:pt x="540" y="236"/>
                      </a:lnTo>
                      <a:lnTo>
                        <a:pt x="544" y="240"/>
                      </a:lnTo>
                      <a:lnTo>
                        <a:pt x="548" y="244"/>
                      </a:lnTo>
                      <a:lnTo>
                        <a:pt x="548" y="244"/>
                      </a:lnTo>
                      <a:lnTo>
                        <a:pt x="548" y="244"/>
                      </a:lnTo>
                      <a:close/>
                      <a:moveTo>
                        <a:pt x="168" y="94"/>
                      </a:moveTo>
                      <a:lnTo>
                        <a:pt x="164" y="90"/>
                      </a:lnTo>
                      <a:lnTo>
                        <a:pt x="168" y="90"/>
                      </a:lnTo>
                      <a:lnTo>
                        <a:pt x="168" y="94"/>
                      </a:lnTo>
                      <a:lnTo>
                        <a:pt x="168" y="94"/>
                      </a:lnTo>
                      <a:lnTo>
                        <a:pt x="168" y="94"/>
                      </a:lnTo>
                      <a:close/>
                      <a:moveTo>
                        <a:pt x="570" y="278"/>
                      </a:moveTo>
                      <a:lnTo>
                        <a:pt x="570" y="274"/>
                      </a:lnTo>
                      <a:lnTo>
                        <a:pt x="566" y="274"/>
                      </a:lnTo>
                      <a:lnTo>
                        <a:pt x="570" y="270"/>
                      </a:lnTo>
                      <a:lnTo>
                        <a:pt x="570" y="266"/>
                      </a:lnTo>
                      <a:lnTo>
                        <a:pt x="570" y="262"/>
                      </a:lnTo>
                      <a:lnTo>
                        <a:pt x="574" y="262"/>
                      </a:lnTo>
                      <a:lnTo>
                        <a:pt x="574" y="258"/>
                      </a:lnTo>
                      <a:lnTo>
                        <a:pt x="570" y="258"/>
                      </a:lnTo>
                      <a:lnTo>
                        <a:pt x="574" y="258"/>
                      </a:lnTo>
                      <a:lnTo>
                        <a:pt x="574" y="256"/>
                      </a:lnTo>
                      <a:lnTo>
                        <a:pt x="574" y="258"/>
                      </a:lnTo>
                      <a:lnTo>
                        <a:pt x="574" y="262"/>
                      </a:lnTo>
                      <a:lnTo>
                        <a:pt x="574" y="266"/>
                      </a:lnTo>
                      <a:lnTo>
                        <a:pt x="570" y="270"/>
                      </a:lnTo>
                      <a:lnTo>
                        <a:pt x="570" y="274"/>
                      </a:lnTo>
                      <a:lnTo>
                        <a:pt x="570" y="278"/>
                      </a:lnTo>
                      <a:lnTo>
                        <a:pt x="570" y="278"/>
                      </a:lnTo>
                      <a:lnTo>
                        <a:pt x="570" y="278"/>
                      </a:lnTo>
                      <a:close/>
                      <a:moveTo>
                        <a:pt x="498" y="546"/>
                      </a:moveTo>
                      <a:lnTo>
                        <a:pt x="498" y="542"/>
                      </a:lnTo>
                      <a:lnTo>
                        <a:pt x="496" y="538"/>
                      </a:lnTo>
                      <a:lnTo>
                        <a:pt x="496" y="534"/>
                      </a:lnTo>
                      <a:lnTo>
                        <a:pt x="498" y="534"/>
                      </a:lnTo>
                      <a:lnTo>
                        <a:pt x="498" y="538"/>
                      </a:lnTo>
                      <a:lnTo>
                        <a:pt x="502" y="538"/>
                      </a:lnTo>
                      <a:lnTo>
                        <a:pt x="502" y="542"/>
                      </a:lnTo>
                      <a:lnTo>
                        <a:pt x="502" y="546"/>
                      </a:lnTo>
                      <a:lnTo>
                        <a:pt x="498" y="546"/>
                      </a:lnTo>
                      <a:lnTo>
                        <a:pt x="498" y="546"/>
                      </a:lnTo>
                      <a:lnTo>
                        <a:pt x="498" y="546"/>
                      </a:lnTo>
                      <a:close/>
                      <a:moveTo>
                        <a:pt x="498" y="594"/>
                      </a:moveTo>
                      <a:lnTo>
                        <a:pt x="498" y="590"/>
                      </a:lnTo>
                      <a:lnTo>
                        <a:pt x="498" y="594"/>
                      </a:lnTo>
                      <a:lnTo>
                        <a:pt x="498" y="594"/>
                      </a:lnTo>
                      <a:lnTo>
                        <a:pt x="498" y="594"/>
                      </a:lnTo>
                      <a:close/>
                      <a:moveTo>
                        <a:pt x="376" y="124"/>
                      </a:moveTo>
                      <a:lnTo>
                        <a:pt x="376" y="120"/>
                      </a:lnTo>
                      <a:lnTo>
                        <a:pt x="380" y="120"/>
                      </a:lnTo>
                      <a:lnTo>
                        <a:pt x="376" y="120"/>
                      </a:lnTo>
                      <a:lnTo>
                        <a:pt x="376" y="124"/>
                      </a:lnTo>
                      <a:lnTo>
                        <a:pt x="376" y="124"/>
                      </a:lnTo>
                      <a:lnTo>
                        <a:pt x="376" y="124"/>
                      </a:lnTo>
                      <a:close/>
                      <a:moveTo>
                        <a:pt x="472" y="146"/>
                      </a:moveTo>
                      <a:lnTo>
                        <a:pt x="472" y="142"/>
                      </a:lnTo>
                      <a:lnTo>
                        <a:pt x="470" y="142"/>
                      </a:lnTo>
                      <a:lnTo>
                        <a:pt x="472" y="142"/>
                      </a:lnTo>
                      <a:lnTo>
                        <a:pt x="472" y="146"/>
                      </a:lnTo>
                      <a:lnTo>
                        <a:pt x="472" y="146"/>
                      </a:lnTo>
                      <a:lnTo>
                        <a:pt x="472" y="146"/>
                      </a:lnTo>
                      <a:close/>
                      <a:moveTo>
                        <a:pt x="38" y="188"/>
                      </a:moveTo>
                      <a:lnTo>
                        <a:pt x="38" y="184"/>
                      </a:lnTo>
                      <a:lnTo>
                        <a:pt x="38" y="188"/>
                      </a:lnTo>
                      <a:lnTo>
                        <a:pt x="38" y="188"/>
                      </a:lnTo>
                      <a:lnTo>
                        <a:pt x="38" y="188"/>
                      </a:lnTo>
                      <a:close/>
                      <a:moveTo>
                        <a:pt x="652" y="840"/>
                      </a:moveTo>
                      <a:lnTo>
                        <a:pt x="652" y="836"/>
                      </a:lnTo>
                      <a:lnTo>
                        <a:pt x="652" y="840"/>
                      </a:lnTo>
                      <a:lnTo>
                        <a:pt x="652" y="840"/>
                      </a:lnTo>
                      <a:lnTo>
                        <a:pt x="652" y="840"/>
                      </a:lnTo>
                      <a:close/>
                      <a:moveTo>
                        <a:pt x="418" y="4"/>
                      </a:moveTo>
                      <a:lnTo>
                        <a:pt x="418" y="0"/>
                      </a:lnTo>
                      <a:lnTo>
                        <a:pt x="418" y="4"/>
                      </a:lnTo>
                      <a:lnTo>
                        <a:pt x="418" y="4"/>
                      </a:lnTo>
                      <a:lnTo>
                        <a:pt x="418" y="4"/>
                      </a:lnTo>
                      <a:close/>
                      <a:moveTo>
                        <a:pt x="418" y="12"/>
                      </a:moveTo>
                      <a:lnTo>
                        <a:pt x="414" y="12"/>
                      </a:lnTo>
                      <a:lnTo>
                        <a:pt x="414" y="8"/>
                      </a:lnTo>
                      <a:lnTo>
                        <a:pt x="418" y="8"/>
                      </a:lnTo>
                      <a:lnTo>
                        <a:pt x="418" y="12"/>
                      </a:lnTo>
                      <a:lnTo>
                        <a:pt x="418" y="12"/>
                      </a:lnTo>
                      <a:lnTo>
                        <a:pt x="418" y="12"/>
                      </a:lnTo>
                      <a:close/>
                      <a:moveTo>
                        <a:pt x="336" y="24"/>
                      </a:moveTo>
                      <a:lnTo>
                        <a:pt x="340" y="20"/>
                      </a:lnTo>
                      <a:lnTo>
                        <a:pt x="340" y="16"/>
                      </a:lnTo>
                      <a:lnTo>
                        <a:pt x="340" y="20"/>
                      </a:lnTo>
                      <a:lnTo>
                        <a:pt x="336" y="24"/>
                      </a:lnTo>
                      <a:lnTo>
                        <a:pt x="336" y="24"/>
                      </a:lnTo>
                      <a:lnTo>
                        <a:pt x="336" y="24"/>
                      </a:lnTo>
                      <a:close/>
                      <a:moveTo>
                        <a:pt x="280" y="24"/>
                      </a:moveTo>
                      <a:lnTo>
                        <a:pt x="280" y="20"/>
                      </a:lnTo>
                      <a:lnTo>
                        <a:pt x="280" y="16"/>
                      </a:lnTo>
                      <a:lnTo>
                        <a:pt x="280" y="20"/>
                      </a:lnTo>
                      <a:lnTo>
                        <a:pt x="280" y="24"/>
                      </a:lnTo>
                      <a:lnTo>
                        <a:pt x="280" y="24"/>
                      </a:lnTo>
                      <a:lnTo>
                        <a:pt x="280" y="24"/>
                      </a:lnTo>
                      <a:close/>
                      <a:moveTo>
                        <a:pt x="258" y="30"/>
                      </a:moveTo>
                      <a:lnTo>
                        <a:pt x="254" y="30"/>
                      </a:lnTo>
                      <a:lnTo>
                        <a:pt x="250" y="28"/>
                      </a:lnTo>
                      <a:lnTo>
                        <a:pt x="250" y="24"/>
                      </a:lnTo>
                      <a:lnTo>
                        <a:pt x="250" y="20"/>
                      </a:lnTo>
                      <a:lnTo>
                        <a:pt x="254" y="24"/>
                      </a:lnTo>
                      <a:lnTo>
                        <a:pt x="258" y="24"/>
                      </a:lnTo>
                      <a:lnTo>
                        <a:pt x="258" y="20"/>
                      </a:lnTo>
                      <a:lnTo>
                        <a:pt x="258" y="24"/>
                      </a:lnTo>
                      <a:lnTo>
                        <a:pt x="258" y="20"/>
                      </a:lnTo>
                      <a:lnTo>
                        <a:pt x="260" y="20"/>
                      </a:lnTo>
                      <a:lnTo>
                        <a:pt x="260" y="24"/>
                      </a:lnTo>
                      <a:lnTo>
                        <a:pt x="260" y="20"/>
                      </a:lnTo>
                      <a:lnTo>
                        <a:pt x="264" y="20"/>
                      </a:lnTo>
                      <a:lnTo>
                        <a:pt x="264" y="24"/>
                      </a:lnTo>
                      <a:lnTo>
                        <a:pt x="264" y="28"/>
                      </a:lnTo>
                      <a:lnTo>
                        <a:pt x="260" y="28"/>
                      </a:lnTo>
                      <a:lnTo>
                        <a:pt x="260" y="30"/>
                      </a:lnTo>
                      <a:lnTo>
                        <a:pt x="258" y="30"/>
                      </a:lnTo>
                      <a:lnTo>
                        <a:pt x="258" y="30"/>
                      </a:lnTo>
                      <a:lnTo>
                        <a:pt x="258" y="30"/>
                      </a:lnTo>
                      <a:close/>
                      <a:moveTo>
                        <a:pt x="250" y="30"/>
                      </a:moveTo>
                      <a:lnTo>
                        <a:pt x="246" y="30"/>
                      </a:lnTo>
                      <a:lnTo>
                        <a:pt x="242" y="30"/>
                      </a:lnTo>
                      <a:lnTo>
                        <a:pt x="246" y="28"/>
                      </a:lnTo>
                      <a:lnTo>
                        <a:pt x="246" y="24"/>
                      </a:lnTo>
                      <a:lnTo>
                        <a:pt x="250" y="24"/>
                      </a:lnTo>
                      <a:lnTo>
                        <a:pt x="250" y="28"/>
                      </a:lnTo>
                      <a:lnTo>
                        <a:pt x="254" y="28"/>
                      </a:lnTo>
                      <a:lnTo>
                        <a:pt x="254" y="30"/>
                      </a:lnTo>
                      <a:lnTo>
                        <a:pt x="250" y="30"/>
                      </a:lnTo>
                      <a:lnTo>
                        <a:pt x="250" y="30"/>
                      </a:lnTo>
                      <a:lnTo>
                        <a:pt x="250" y="30"/>
                      </a:lnTo>
                      <a:close/>
                      <a:moveTo>
                        <a:pt x="332" y="28"/>
                      </a:moveTo>
                      <a:lnTo>
                        <a:pt x="336" y="24"/>
                      </a:lnTo>
                      <a:lnTo>
                        <a:pt x="336" y="28"/>
                      </a:lnTo>
                      <a:lnTo>
                        <a:pt x="332" y="28"/>
                      </a:lnTo>
                      <a:lnTo>
                        <a:pt x="332" y="28"/>
                      </a:lnTo>
                      <a:lnTo>
                        <a:pt x="332" y="28"/>
                      </a:lnTo>
                      <a:close/>
                      <a:moveTo>
                        <a:pt x="342" y="72"/>
                      </a:moveTo>
                      <a:lnTo>
                        <a:pt x="340" y="72"/>
                      </a:lnTo>
                      <a:lnTo>
                        <a:pt x="336" y="72"/>
                      </a:lnTo>
                      <a:lnTo>
                        <a:pt x="336" y="68"/>
                      </a:lnTo>
                      <a:lnTo>
                        <a:pt x="336" y="64"/>
                      </a:lnTo>
                      <a:lnTo>
                        <a:pt x="340" y="60"/>
                      </a:lnTo>
                      <a:lnTo>
                        <a:pt x="340" y="64"/>
                      </a:lnTo>
                      <a:lnTo>
                        <a:pt x="342" y="64"/>
                      </a:lnTo>
                      <a:lnTo>
                        <a:pt x="340" y="64"/>
                      </a:lnTo>
                      <a:lnTo>
                        <a:pt x="340" y="68"/>
                      </a:lnTo>
                      <a:lnTo>
                        <a:pt x="340" y="72"/>
                      </a:lnTo>
                      <a:lnTo>
                        <a:pt x="342" y="72"/>
                      </a:lnTo>
                      <a:lnTo>
                        <a:pt x="342" y="72"/>
                      </a:lnTo>
                      <a:lnTo>
                        <a:pt x="342" y="72"/>
                      </a:lnTo>
                      <a:close/>
                      <a:moveTo>
                        <a:pt x="332" y="64"/>
                      </a:moveTo>
                      <a:lnTo>
                        <a:pt x="332" y="60"/>
                      </a:lnTo>
                      <a:lnTo>
                        <a:pt x="332" y="64"/>
                      </a:lnTo>
                      <a:lnTo>
                        <a:pt x="332" y="64"/>
                      </a:lnTo>
                      <a:lnTo>
                        <a:pt x="332" y="64"/>
                      </a:lnTo>
                      <a:close/>
                      <a:moveTo>
                        <a:pt x="174" y="80"/>
                      </a:moveTo>
                      <a:lnTo>
                        <a:pt x="174" y="76"/>
                      </a:lnTo>
                      <a:lnTo>
                        <a:pt x="174" y="80"/>
                      </a:lnTo>
                      <a:lnTo>
                        <a:pt x="174" y="80"/>
                      </a:lnTo>
                      <a:lnTo>
                        <a:pt x="174" y="80"/>
                      </a:lnTo>
                      <a:close/>
                      <a:moveTo>
                        <a:pt x="336" y="98"/>
                      </a:moveTo>
                      <a:lnTo>
                        <a:pt x="336" y="94"/>
                      </a:lnTo>
                      <a:lnTo>
                        <a:pt x="336" y="98"/>
                      </a:lnTo>
                      <a:lnTo>
                        <a:pt x="336" y="98"/>
                      </a:lnTo>
                      <a:lnTo>
                        <a:pt x="336" y="98"/>
                      </a:lnTo>
                      <a:close/>
                      <a:moveTo>
                        <a:pt x="342" y="98"/>
                      </a:moveTo>
                      <a:lnTo>
                        <a:pt x="342" y="94"/>
                      </a:lnTo>
                      <a:lnTo>
                        <a:pt x="342" y="98"/>
                      </a:lnTo>
                      <a:lnTo>
                        <a:pt x="342" y="98"/>
                      </a:lnTo>
                      <a:lnTo>
                        <a:pt x="342" y="98"/>
                      </a:lnTo>
                      <a:close/>
                      <a:moveTo>
                        <a:pt x="372" y="116"/>
                      </a:moveTo>
                      <a:lnTo>
                        <a:pt x="372" y="114"/>
                      </a:lnTo>
                      <a:lnTo>
                        <a:pt x="376" y="114"/>
                      </a:lnTo>
                      <a:lnTo>
                        <a:pt x="376" y="110"/>
                      </a:lnTo>
                      <a:lnTo>
                        <a:pt x="380" y="110"/>
                      </a:lnTo>
                      <a:lnTo>
                        <a:pt x="380" y="114"/>
                      </a:lnTo>
                      <a:lnTo>
                        <a:pt x="376" y="114"/>
                      </a:lnTo>
                      <a:lnTo>
                        <a:pt x="376" y="116"/>
                      </a:lnTo>
                      <a:lnTo>
                        <a:pt x="372" y="116"/>
                      </a:lnTo>
                      <a:lnTo>
                        <a:pt x="372" y="116"/>
                      </a:lnTo>
                      <a:lnTo>
                        <a:pt x="372" y="116"/>
                      </a:lnTo>
                      <a:close/>
                      <a:moveTo>
                        <a:pt x="544" y="240"/>
                      </a:moveTo>
                      <a:lnTo>
                        <a:pt x="544" y="236"/>
                      </a:lnTo>
                      <a:lnTo>
                        <a:pt x="540" y="236"/>
                      </a:lnTo>
                      <a:lnTo>
                        <a:pt x="540" y="232"/>
                      </a:lnTo>
                      <a:lnTo>
                        <a:pt x="544" y="236"/>
                      </a:lnTo>
                      <a:lnTo>
                        <a:pt x="544" y="240"/>
                      </a:lnTo>
                      <a:lnTo>
                        <a:pt x="544" y="240"/>
                      </a:lnTo>
                      <a:lnTo>
                        <a:pt x="544" y="240"/>
                      </a:lnTo>
                      <a:close/>
                      <a:moveTo>
                        <a:pt x="8" y="282"/>
                      </a:moveTo>
                      <a:lnTo>
                        <a:pt x="4" y="282"/>
                      </a:lnTo>
                      <a:lnTo>
                        <a:pt x="4" y="278"/>
                      </a:lnTo>
                      <a:lnTo>
                        <a:pt x="0" y="274"/>
                      </a:lnTo>
                      <a:lnTo>
                        <a:pt x="0" y="270"/>
                      </a:lnTo>
                      <a:lnTo>
                        <a:pt x="4" y="270"/>
                      </a:lnTo>
                      <a:lnTo>
                        <a:pt x="4" y="274"/>
                      </a:lnTo>
                      <a:lnTo>
                        <a:pt x="4" y="278"/>
                      </a:lnTo>
                      <a:lnTo>
                        <a:pt x="4" y="282"/>
                      </a:lnTo>
                      <a:lnTo>
                        <a:pt x="8" y="282"/>
                      </a:lnTo>
                      <a:lnTo>
                        <a:pt x="8" y="282"/>
                      </a:lnTo>
                      <a:lnTo>
                        <a:pt x="8" y="282"/>
                      </a:lnTo>
                      <a:close/>
                      <a:moveTo>
                        <a:pt x="574" y="302"/>
                      </a:moveTo>
                      <a:lnTo>
                        <a:pt x="574" y="300"/>
                      </a:lnTo>
                      <a:lnTo>
                        <a:pt x="574" y="302"/>
                      </a:lnTo>
                      <a:lnTo>
                        <a:pt x="574" y="302"/>
                      </a:lnTo>
                      <a:lnTo>
                        <a:pt x="574" y="302"/>
                      </a:lnTo>
                      <a:close/>
                      <a:moveTo>
                        <a:pt x="574" y="310"/>
                      </a:moveTo>
                      <a:lnTo>
                        <a:pt x="574" y="306"/>
                      </a:lnTo>
                      <a:lnTo>
                        <a:pt x="574" y="302"/>
                      </a:lnTo>
                      <a:lnTo>
                        <a:pt x="578" y="306"/>
                      </a:lnTo>
                      <a:lnTo>
                        <a:pt x="574" y="306"/>
                      </a:lnTo>
                      <a:lnTo>
                        <a:pt x="574" y="310"/>
                      </a:lnTo>
                      <a:lnTo>
                        <a:pt x="574" y="310"/>
                      </a:lnTo>
                      <a:lnTo>
                        <a:pt x="574" y="310"/>
                      </a:lnTo>
                      <a:close/>
                      <a:moveTo>
                        <a:pt x="354" y="460"/>
                      </a:moveTo>
                      <a:lnTo>
                        <a:pt x="358" y="460"/>
                      </a:lnTo>
                      <a:lnTo>
                        <a:pt x="358" y="464"/>
                      </a:lnTo>
                      <a:lnTo>
                        <a:pt x="354" y="460"/>
                      </a:lnTo>
                      <a:lnTo>
                        <a:pt x="350" y="464"/>
                      </a:lnTo>
                      <a:lnTo>
                        <a:pt x="346" y="464"/>
                      </a:lnTo>
                      <a:lnTo>
                        <a:pt x="342" y="464"/>
                      </a:lnTo>
                      <a:lnTo>
                        <a:pt x="340" y="464"/>
                      </a:lnTo>
                      <a:lnTo>
                        <a:pt x="336" y="464"/>
                      </a:lnTo>
                      <a:lnTo>
                        <a:pt x="336" y="460"/>
                      </a:lnTo>
                      <a:lnTo>
                        <a:pt x="342" y="456"/>
                      </a:lnTo>
                      <a:lnTo>
                        <a:pt x="346" y="456"/>
                      </a:lnTo>
                      <a:lnTo>
                        <a:pt x="350" y="456"/>
                      </a:lnTo>
                      <a:lnTo>
                        <a:pt x="350" y="460"/>
                      </a:lnTo>
                      <a:lnTo>
                        <a:pt x="354" y="460"/>
                      </a:lnTo>
                      <a:lnTo>
                        <a:pt x="354" y="460"/>
                      </a:lnTo>
                      <a:lnTo>
                        <a:pt x="354" y="460"/>
                      </a:lnTo>
                      <a:close/>
                      <a:moveTo>
                        <a:pt x="462" y="508"/>
                      </a:moveTo>
                      <a:lnTo>
                        <a:pt x="458" y="508"/>
                      </a:lnTo>
                      <a:lnTo>
                        <a:pt x="462" y="508"/>
                      </a:lnTo>
                      <a:lnTo>
                        <a:pt x="462" y="508"/>
                      </a:lnTo>
                      <a:lnTo>
                        <a:pt x="462" y="508"/>
                      </a:lnTo>
                      <a:close/>
                      <a:moveTo>
                        <a:pt x="462" y="512"/>
                      </a:moveTo>
                      <a:lnTo>
                        <a:pt x="458" y="512"/>
                      </a:lnTo>
                      <a:lnTo>
                        <a:pt x="462" y="512"/>
                      </a:lnTo>
                      <a:lnTo>
                        <a:pt x="462" y="512"/>
                      </a:lnTo>
                      <a:lnTo>
                        <a:pt x="462" y="512"/>
                      </a:lnTo>
                      <a:close/>
                      <a:moveTo>
                        <a:pt x="440" y="542"/>
                      </a:moveTo>
                      <a:lnTo>
                        <a:pt x="440" y="538"/>
                      </a:lnTo>
                      <a:lnTo>
                        <a:pt x="440" y="534"/>
                      </a:lnTo>
                      <a:lnTo>
                        <a:pt x="440" y="530"/>
                      </a:lnTo>
                      <a:lnTo>
                        <a:pt x="444" y="534"/>
                      </a:lnTo>
                      <a:lnTo>
                        <a:pt x="444" y="538"/>
                      </a:lnTo>
                      <a:lnTo>
                        <a:pt x="444" y="542"/>
                      </a:lnTo>
                      <a:lnTo>
                        <a:pt x="440" y="542"/>
                      </a:lnTo>
                      <a:lnTo>
                        <a:pt x="440" y="542"/>
                      </a:lnTo>
                      <a:lnTo>
                        <a:pt x="440" y="542"/>
                      </a:lnTo>
                      <a:close/>
                      <a:moveTo>
                        <a:pt x="502" y="550"/>
                      </a:moveTo>
                      <a:lnTo>
                        <a:pt x="498" y="550"/>
                      </a:lnTo>
                      <a:lnTo>
                        <a:pt x="498" y="546"/>
                      </a:lnTo>
                      <a:lnTo>
                        <a:pt x="502" y="546"/>
                      </a:lnTo>
                      <a:lnTo>
                        <a:pt x="502" y="550"/>
                      </a:lnTo>
                      <a:lnTo>
                        <a:pt x="502" y="550"/>
                      </a:lnTo>
                      <a:lnTo>
                        <a:pt x="502" y="550"/>
                      </a:lnTo>
                      <a:close/>
                      <a:moveTo>
                        <a:pt x="484" y="612"/>
                      </a:moveTo>
                      <a:lnTo>
                        <a:pt x="480" y="612"/>
                      </a:lnTo>
                      <a:lnTo>
                        <a:pt x="480" y="610"/>
                      </a:lnTo>
                      <a:lnTo>
                        <a:pt x="476" y="610"/>
                      </a:lnTo>
                      <a:lnTo>
                        <a:pt x="472" y="610"/>
                      </a:lnTo>
                      <a:lnTo>
                        <a:pt x="470" y="610"/>
                      </a:lnTo>
                      <a:lnTo>
                        <a:pt x="470" y="606"/>
                      </a:lnTo>
                      <a:lnTo>
                        <a:pt x="472" y="606"/>
                      </a:lnTo>
                      <a:lnTo>
                        <a:pt x="470" y="606"/>
                      </a:lnTo>
                      <a:lnTo>
                        <a:pt x="466" y="606"/>
                      </a:lnTo>
                      <a:lnTo>
                        <a:pt x="466" y="602"/>
                      </a:lnTo>
                      <a:lnTo>
                        <a:pt x="466" y="598"/>
                      </a:lnTo>
                      <a:lnTo>
                        <a:pt x="462" y="598"/>
                      </a:lnTo>
                      <a:lnTo>
                        <a:pt x="462" y="594"/>
                      </a:lnTo>
                      <a:lnTo>
                        <a:pt x="462" y="590"/>
                      </a:lnTo>
                      <a:lnTo>
                        <a:pt x="458" y="590"/>
                      </a:lnTo>
                      <a:lnTo>
                        <a:pt x="458" y="586"/>
                      </a:lnTo>
                      <a:lnTo>
                        <a:pt x="458" y="584"/>
                      </a:lnTo>
                      <a:lnTo>
                        <a:pt x="458" y="586"/>
                      </a:lnTo>
                      <a:lnTo>
                        <a:pt x="462" y="586"/>
                      </a:lnTo>
                      <a:lnTo>
                        <a:pt x="462" y="590"/>
                      </a:lnTo>
                      <a:lnTo>
                        <a:pt x="462" y="586"/>
                      </a:lnTo>
                      <a:lnTo>
                        <a:pt x="458" y="584"/>
                      </a:lnTo>
                      <a:lnTo>
                        <a:pt x="458" y="580"/>
                      </a:lnTo>
                      <a:lnTo>
                        <a:pt x="454" y="576"/>
                      </a:lnTo>
                      <a:lnTo>
                        <a:pt x="454" y="572"/>
                      </a:lnTo>
                      <a:lnTo>
                        <a:pt x="452" y="568"/>
                      </a:lnTo>
                      <a:lnTo>
                        <a:pt x="452" y="564"/>
                      </a:lnTo>
                      <a:lnTo>
                        <a:pt x="452" y="560"/>
                      </a:lnTo>
                      <a:lnTo>
                        <a:pt x="452" y="556"/>
                      </a:lnTo>
                      <a:lnTo>
                        <a:pt x="452" y="554"/>
                      </a:lnTo>
                      <a:lnTo>
                        <a:pt x="454" y="554"/>
                      </a:lnTo>
                      <a:lnTo>
                        <a:pt x="454" y="556"/>
                      </a:lnTo>
                      <a:lnTo>
                        <a:pt x="458" y="556"/>
                      </a:lnTo>
                      <a:lnTo>
                        <a:pt x="462" y="556"/>
                      </a:lnTo>
                      <a:lnTo>
                        <a:pt x="466" y="560"/>
                      </a:lnTo>
                      <a:lnTo>
                        <a:pt x="470" y="560"/>
                      </a:lnTo>
                      <a:lnTo>
                        <a:pt x="472" y="564"/>
                      </a:lnTo>
                      <a:lnTo>
                        <a:pt x="476" y="564"/>
                      </a:lnTo>
                      <a:lnTo>
                        <a:pt x="480" y="560"/>
                      </a:lnTo>
                      <a:lnTo>
                        <a:pt x="480" y="564"/>
                      </a:lnTo>
                      <a:lnTo>
                        <a:pt x="484" y="564"/>
                      </a:lnTo>
                      <a:lnTo>
                        <a:pt x="484" y="560"/>
                      </a:lnTo>
                      <a:lnTo>
                        <a:pt x="480" y="560"/>
                      </a:lnTo>
                      <a:lnTo>
                        <a:pt x="484" y="560"/>
                      </a:lnTo>
                      <a:lnTo>
                        <a:pt x="488" y="560"/>
                      </a:lnTo>
                      <a:lnTo>
                        <a:pt x="492" y="560"/>
                      </a:lnTo>
                      <a:lnTo>
                        <a:pt x="492" y="556"/>
                      </a:lnTo>
                      <a:lnTo>
                        <a:pt x="496" y="556"/>
                      </a:lnTo>
                      <a:lnTo>
                        <a:pt x="498" y="554"/>
                      </a:lnTo>
                      <a:lnTo>
                        <a:pt x="498" y="556"/>
                      </a:lnTo>
                      <a:lnTo>
                        <a:pt x="502" y="556"/>
                      </a:lnTo>
                      <a:lnTo>
                        <a:pt x="502" y="560"/>
                      </a:lnTo>
                      <a:lnTo>
                        <a:pt x="502" y="564"/>
                      </a:lnTo>
                      <a:lnTo>
                        <a:pt x="502" y="568"/>
                      </a:lnTo>
                      <a:lnTo>
                        <a:pt x="502" y="572"/>
                      </a:lnTo>
                      <a:lnTo>
                        <a:pt x="502" y="576"/>
                      </a:lnTo>
                      <a:lnTo>
                        <a:pt x="502" y="580"/>
                      </a:lnTo>
                      <a:lnTo>
                        <a:pt x="502" y="584"/>
                      </a:lnTo>
                      <a:lnTo>
                        <a:pt x="502" y="580"/>
                      </a:lnTo>
                      <a:lnTo>
                        <a:pt x="498" y="580"/>
                      </a:lnTo>
                      <a:lnTo>
                        <a:pt x="498" y="584"/>
                      </a:lnTo>
                      <a:lnTo>
                        <a:pt x="498" y="590"/>
                      </a:lnTo>
                      <a:lnTo>
                        <a:pt x="496" y="590"/>
                      </a:lnTo>
                      <a:lnTo>
                        <a:pt x="496" y="594"/>
                      </a:lnTo>
                      <a:lnTo>
                        <a:pt x="496" y="598"/>
                      </a:lnTo>
                      <a:lnTo>
                        <a:pt x="496" y="594"/>
                      </a:lnTo>
                      <a:lnTo>
                        <a:pt x="498" y="598"/>
                      </a:lnTo>
                      <a:lnTo>
                        <a:pt x="496" y="602"/>
                      </a:lnTo>
                      <a:lnTo>
                        <a:pt x="498" y="602"/>
                      </a:lnTo>
                      <a:lnTo>
                        <a:pt x="496" y="602"/>
                      </a:lnTo>
                      <a:lnTo>
                        <a:pt x="496" y="606"/>
                      </a:lnTo>
                      <a:lnTo>
                        <a:pt x="492" y="602"/>
                      </a:lnTo>
                      <a:lnTo>
                        <a:pt x="492" y="598"/>
                      </a:lnTo>
                      <a:lnTo>
                        <a:pt x="496" y="598"/>
                      </a:lnTo>
                      <a:lnTo>
                        <a:pt x="496" y="602"/>
                      </a:lnTo>
                      <a:lnTo>
                        <a:pt x="496" y="598"/>
                      </a:lnTo>
                      <a:lnTo>
                        <a:pt x="492" y="594"/>
                      </a:lnTo>
                      <a:lnTo>
                        <a:pt x="492" y="598"/>
                      </a:lnTo>
                      <a:lnTo>
                        <a:pt x="488" y="598"/>
                      </a:lnTo>
                      <a:lnTo>
                        <a:pt x="488" y="594"/>
                      </a:lnTo>
                      <a:lnTo>
                        <a:pt x="488" y="598"/>
                      </a:lnTo>
                      <a:lnTo>
                        <a:pt x="488" y="602"/>
                      </a:lnTo>
                      <a:lnTo>
                        <a:pt x="488" y="606"/>
                      </a:lnTo>
                      <a:lnTo>
                        <a:pt x="484" y="606"/>
                      </a:lnTo>
                      <a:lnTo>
                        <a:pt x="484" y="602"/>
                      </a:lnTo>
                      <a:lnTo>
                        <a:pt x="484" y="606"/>
                      </a:lnTo>
                      <a:lnTo>
                        <a:pt x="484" y="610"/>
                      </a:lnTo>
                      <a:lnTo>
                        <a:pt x="484" y="612"/>
                      </a:lnTo>
                      <a:lnTo>
                        <a:pt x="484" y="612"/>
                      </a:lnTo>
                      <a:lnTo>
                        <a:pt x="484" y="612"/>
                      </a:lnTo>
                      <a:close/>
                      <a:moveTo>
                        <a:pt x="488" y="606"/>
                      </a:moveTo>
                      <a:lnTo>
                        <a:pt x="488" y="602"/>
                      </a:lnTo>
                      <a:lnTo>
                        <a:pt x="488" y="606"/>
                      </a:lnTo>
                      <a:lnTo>
                        <a:pt x="488" y="606"/>
                      </a:lnTo>
                      <a:lnTo>
                        <a:pt x="488" y="606"/>
                      </a:lnTo>
                      <a:close/>
                      <a:moveTo>
                        <a:pt x="488" y="610"/>
                      </a:moveTo>
                      <a:lnTo>
                        <a:pt x="484" y="610"/>
                      </a:lnTo>
                      <a:lnTo>
                        <a:pt x="488" y="606"/>
                      </a:lnTo>
                      <a:lnTo>
                        <a:pt x="488" y="610"/>
                      </a:lnTo>
                      <a:lnTo>
                        <a:pt x="488" y="610"/>
                      </a:lnTo>
                      <a:lnTo>
                        <a:pt x="488" y="610"/>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190" name="Freeform 192">
                  <a:extLst>
                    <a:ext uri="{FF2B5EF4-FFF2-40B4-BE49-F238E27FC236}">
                      <a16:creationId xmlns:a16="http://schemas.microsoft.com/office/drawing/2014/main" id="{527F7331-F394-2F63-B486-AFC1EE97E24D}"/>
                    </a:ext>
                  </a:extLst>
                </p:cNvPr>
                <p:cNvSpPr>
                  <a:spLocks noEditPoints="1"/>
                </p:cNvSpPr>
                <p:nvPr/>
              </p:nvSpPr>
              <p:spPr bwMode="gray">
                <a:xfrm>
                  <a:off x="8268051" y="4564910"/>
                  <a:ext cx="368724" cy="302630"/>
                </a:xfrm>
                <a:custGeom>
                  <a:avLst/>
                  <a:gdLst>
                    <a:gd name="T0" fmla="*/ 88 w 212"/>
                    <a:gd name="T1" fmla="*/ 6 h 174"/>
                    <a:gd name="T2" fmla="*/ 78 w 212"/>
                    <a:gd name="T3" fmla="*/ 14 h 174"/>
                    <a:gd name="T4" fmla="*/ 134 w 212"/>
                    <a:gd name="T5" fmla="*/ 22 h 174"/>
                    <a:gd name="T6" fmla="*/ 134 w 212"/>
                    <a:gd name="T7" fmla="*/ 22 h 174"/>
                    <a:gd name="T8" fmla="*/ 166 w 212"/>
                    <a:gd name="T9" fmla="*/ 58 h 174"/>
                    <a:gd name="T10" fmla="*/ 156 w 212"/>
                    <a:gd name="T11" fmla="*/ 32 h 174"/>
                    <a:gd name="T12" fmla="*/ 138 w 212"/>
                    <a:gd name="T13" fmla="*/ 22 h 174"/>
                    <a:gd name="T14" fmla="*/ 152 w 212"/>
                    <a:gd name="T15" fmla="*/ 28 h 174"/>
                    <a:gd name="T16" fmla="*/ 164 w 212"/>
                    <a:gd name="T17" fmla="*/ 40 h 174"/>
                    <a:gd name="T18" fmla="*/ 58 w 212"/>
                    <a:gd name="T19" fmla="*/ 110 h 174"/>
                    <a:gd name="T20" fmla="*/ 48 w 212"/>
                    <a:gd name="T21" fmla="*/ 106 h 174"/>
                    <a:gd name="T22" fmla="*/ 40 w 212"/>
                    <a:gd name="T23" fmla="*/ 110 h 174"/>
                    <a:gd name="T24" fmla="*/ 26 w 212"/>
                    <a:gd name="T25" fmla="*/ 114 h 174"/>
                    <a:gd name="T26" fmla="*/ 22 w 212"/>
                    <a:gd name="T27" fmla="*/ 118 h 174"/>
                    <a:gd name="T28" fmla="*/ 26 w 212"/>
                    <a:gd name="T29" fmla="*/ 132 h 174"/>
                    <a:gd name="T30" fmla="*/ 0 w 212"/>
                    <a:gd name="T31" fmla="*/ 132 h 174"/>
                    <a:gd name="T32" fmla="*/ 4 w 212"/>
                    <a:gd name="T33" fmla="*/ 18 h 174"/>
                    <a:gd name="T34" fmla="*/ 26 w 212"/>
                    <a:gd name="T35" fmla="*/ 32 h 174"/>
                    <a:gd name="T36" fmla="*/ 48 w 212"/>
                    <a:gd name="T37" fmla="*/ 40 h 174"/>
                    <a:gd name="T38" fmla="*/ 66 w 212"/>
                    <a:gd name="T39" fmla="*/ 54 h 174"/>
                    <a:gd name="T40" fmla="*/ 78 w 212"/>
                    <a:gd name="T41" fmla="*/ 72 h 174"/>
                    <a:gd name="T42" fmla="*/ 96 w 212"/>
                    <a:gd name="T43" fmla="*/ 84 h 174"/>
                    <a:gd name="T44" fmla="*/ 88 w 212"/>
                    <a:gd name="T45" fmla="*/ 102 h 174"/>
                    <a:gd name="T46" fmla="*/ 100 w 212"/>
                    <a:gd name="T47" fmla="*/ 118 h 174"/>
                    <a:gd name="T48" fmla="*/ 118 w 212"/>
                    <a:gd name="T49" fmla="*/ 128 h 174"/>
                    <a:gd name="T50" fmla="*/ 122 w 212"/>
                    <a:gd name="T51" fmla="*/ 140 h 174"/>
                    <a:gd name="T52" fmla="*/ 140 w 212"/>
                    <a:gd name="T53" fmla="*/ 148 h 174"/>
                    <a:gd name="T54" fmla="*/ 130 w 212"/>
                    <a:gd name="T55" fmla="*/ 158 h 174"/>
                    <a:gd name="T56" fmla="*/ 114 w 212"/>
                    <a:gd name="T57" fmla="*/ 152 h 174"/>
                    <a:gd name="T58" fmla="*/ 88 w 212"/>
                    <a:gd name="T59" fmla="*/ 140 h 174"/>
                    <a:gd name="T60" fmla="*/ 78 w 212"/>
                    <a:gd name="T61" fmla="*/ 128 h 174"/>
                    <a:gd name="T62" fmla="*/ 138 w 212"/>
                    <a:gd name="T63" fmla="*/ 26 h 174"/>
                    <a:gd name="T64" fmla="*/ 114 w 212"/>
                    <a:gd name="T65" fmla="*/ 70 h 174"/>
                    <a:gd name="T66" fmla="*/ 126 w 212"/>
                    <a:gd name="T67" fmla="*/ 62 h 174"/>
                    <a:gd name="T68" fmla="*/ 140 w 212"/>
                    <a:gd name="T69" fmla="*/ 66 h 174"/>
                    <a:gd name="T70" fmla="*/ 152 w 212"/>
                    <a:gd name="T71" fmla="*/ 46 h 174"/>
                    <a:gd name="T72" fmla="*/ 156 w 212"/>
                    <a:gd name="T73" fmla="*/ 58 h 174"/>
                    <a:gd name="T74" fmla="*/ 144 w 212"/>
                    <a:gd name="T75" fmla="*/ 76 h 174"/>
                    <a:gd name="T76" fmla="*/ 118 w 212"/>
                    <a:gd name="T77" fmla="*/ 80 h 174"/>
                    <a:gd name="T78" fmla="*/ 104 w 212"/>
                    <a:gd name="T79" fmla="*/ 70 h 174"/>
                    <a:gd name="T80" fmla="*/ 70 w 212"/>
                    <a:gd name="T81" fmla="*/ 54 h 174"/>
                    <a:gd name="T82" fmla="*/ 194 w 212"/>
                    <a:gd name="T83" fmla="*/ 62 h 174"/>
                    <a:gd name="T84" fmla="*/ 84 w 212"/>
                    <a:gd name="T85" fmla="*/ 62 h 174"/>
                    <a:gd name="T86" fmla="*/ 208 w 212"/>
                    <a:gd name="T87" fmla="*/ 84 h 174"/>
                    <a:gd name="T88" fmla="*/ 200 w 212"/>
                    <a:gd name="T89" fmla="*/ 80 h 174"/>
                    <a:gd name="T90" fmla="*/ 204 w 212"/>
                    <a:gd name="T91" fmla="*/ 76 h 174"/>
                    <a:gd name="T92" fmla="*/ 100 w 212"/>
                    <a:gd name="T93" fmla="*/ 72 h 174"/>
                    <a:gd name="T94" fmla="*/ 36 w 212"/>
                    <a:gd name="T95" fmla="*/ 122 h 174"/>
                    <a:gd name="T96" fmla="*/ 36 w 212"/>
                    <a:gd name="T97" fmla="*/ 126 h 174"/>
                    <a:gd name="T98" fmla="*/ 144 w 212"/>
                    <a:gd name="T99" fmla="*/ 126 h 174"/>
                    <a:gd name="T100" fmla="*/ 166 w 212"/>
                    <a:gd name="T101" fmla="*/ 132 h 174"/>
                    <a:gd name="T102" fmla="*/ 34 w 212"/>
                    <a:gd name="T103" fmla="*/ 128 h 174"/>
                    <a:gd name="T104" fmla="*/ 134 w 212"/>
                    <a:gd name="T105" fmla="*/ 140 h 174"/>
                    <a:gd name="T106" fmla="*/ 138 w 212"/>
                    <a:gd name="T107" fmla="*/ 140 h 174"/>
                    <a:gd name="T108" fmla="*/ 140 w 212"/>
                    <a:gd name="T109" fmla="*/ 148 h 174"/>
                    <a:gd name="T110" fmla="*/ 140 w 212"/>
                    <a:gd name="T111" fmla="*/ 156 h 174"/>
                    <a:gd name="T112" fmla="*/ 166 w 212"/>
                    <a:gd name="T113" fmla="*/ 158 h 174"/>
                    <a:gd name="T114" fmla="*/ 186 w 212"/>
                    <a:gd name="T115" fmla="*/ 170 h 174"/>
                    <a:gd name="T116" fmla="*/ 178 w 212"/>
                    <a:gd name="T117" fmla="*/ 170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12" h="174">
                      <a:moveTo>
                        <a:pt x="122" y="2"/>
                      </a:moveTo>
                      <a:lnTo>
                        <a:pt x="122" y="0"/>
                      </a:lnTo>
                      <a:lnTo>
                        <a:pt x="118" y="0"/>
                      </a:lnTo>
                      <a:lnTo>
                        <a:pt x="122" y="0"/>
                      </a:lnTo>
                      <a:lnTo>
                        <a:pt x="122" y="2"/>
                      </a:lnTo>
                      <a:lnTo>
                        <a:pt x="122" y="2"/>
                      </a:lnTo>
                      <a:lnTo>
                        <a:pt x="122" y="2"/>
                      </a:lnTo>
                      <a:close/>
                      <a:moveTo>
                        <a:pt x="88" y="6"/>
                      </a:moveTo>
                      <a:lnTo>
                        <a:pt x="88" y="10"/>
                      </a:lnTo>
                      <a:lnTo>
                        <a:pt x="92" y="10"/>
                      </a:lnTo>
                      <a:lnTo>
                        <a:pt x="88" y="10"/>
                      </a:lnTo>
                      <a:lnTo>
                        <a:pt x="88" y="14"/>
                      </a:lnTo>
                      <a:lnTo>
                        <a:pt x="84" y="14"/>
                      </a:lnTo>
                      <a:lnTo>
                        <a:pt x="80" y="14"/>
                      </a:lnTo>
                      <a:lnTo>
                        <a:pt x="80" y="10"/>
                      </a:lnTo>
                      <a:lnTo>
                        <a:pt x="78" y="14"/>
                      </a:lnTo>
                      <a:lnTo>
                        <a:pt x="78" y="10"/>
                      </a:lnTo>
                      <a:lnTo>
                        <a:pt x="80" y="6"/>
                      </a:lnTo>
                      <a:lnTo>
                        <a:pt x="84" y="10"/>
                      </a:lnTo>
                      <a:lnTo>
                        <a:pt x="88" y="10"/>
                      </a:lnTo>
                      <a:lnTo>
                        <a:pt x="88" y="6"/>
                      </a:lnTo>
                      <a:lnTo>
                        <a:pt x="88" y="6"/>
                      </a:lnTo>
                      <a:lnTo>
                        <a:pt x="88" y="6"/>
                      </a:lnTo>
                      <a:close/>
                      <a:moveTo>
                        <a:pt x="134" y="22"/>
                      </a:moveTo>
                      <a:lnTo>
                        <a:pt x="130" y="22"/>
                      </a:lnTo>
                      <a:lnTo>
                        <a:pt x="126" y="18"/>
                      </a:lnTo>
                      <a:lnTo>
                        <a:pt x="130" y="18"/>
                      </a:lnTo>
                      <a:lnTo>
                        <a:pt x="130" y="14"/>
                      </a:lnTo>
                      <a:lnTo>
                        <a:pt x="134" y="18"/>
                      </a:lnTo>
                      <a:lnTo>
                        <a:pt x="134" y="22"/>
                      </a:lnTo>
                      <a:lnTo>
                        <a:pt x="134" y="22"/>
                      </a:lnTo>
                      <a:lnTo>
                        <a:pt x="134" y="22"/>
                      </a:lnTo>
                      <a:close/>
                      <a:moveTo>
                        <a:pt x="164" y="40"/>
                      </a:moveTo>
                      <a:lnTo>
                        <a:pt x="166" y="40"/>
                      </a:lnTo>
                      <a:lnTo>
                        <a:pt x="166" y="44"/>
                      </a:lnTo>
                      <a:lnTo>
                        <a:pt x="170" y="44"/>
                      </a:lnTo>
                      <a:lnTo>
                        <a:pt x="170" y="46"/>
                      </a:lnTo>
                      <a:lnTo>
                        <a:pt x="170" y="50"/>
                      </a:lnTo>
                      <a:lnTo>
                        <a:pt x="170" y="54"/>
                      </a:lnTo>
                      <a:lnTo>
                        <a:pt x="166" y="58"/>
                      </a:lnTo>
                      <a:lnTo>
                        <a:pt x="166" y="54"/>
                      </a:lnTo>
                      <a:lnTo>
                        <a:pt x="164" y="50"/>
                      </a:lnTo>
                      <a:lnTo>
                        <a:pt x="164" y="46"/>
                      </a:lnTo>
                      <a:lnTo>
                        <a:pt x="164" y="44"/>
                      </a:lnTo>
                      <a:lnTo>
                        <a:pt x="164" y="40"/>
                      </a:lnTo>
                      <a:lnTo>
                        <a:pt x="160" y="40"/>
                      </a:lnTo>
                      <a:lnTo>
                        <a:pt x="160" y="36"/>
                      </a:lnTo>
                      <a:lnTo>
                        <a:pt x="156" y="32"/>
                      </a:lnTo>
                      <a:lnTo>
                        <a:pt x="152" y="32"/>
                      </a:lnTo>
                      <a:lnTo>
                        <a:pt x="152" y="28"/>
                      </a:lnTo>
                      <a:lnTo>
                        <a:pt x="148" y="28"/>
                      </a:lnTo>
                      <a:lnTo>
                        <a:pt x="148" y="26"/>
                      </a:lnTo>
                      <a:lnTo>
                        <a:pt x="144" y="26"/>
                      </a:lnTo>
                      <a:lnTo>
                        <a:pt x="140" y="26"/>
                      </a:lnTo>
                      <a:lnTo>
                        <a:pt x="140" y="22"/>
                      </a:lnTo>
                      <a:lnTo>
                        <a:pt x="138" y="22"/>
                      </a:lnTo>
                      <a:lnTo>
                        <a:pt x="140" y="22"/>
                      </a:lnTo>
                      <a:lnTo>
                        <a:pt x="138" y="22"/>
                      </a:lnTo>
                      <a:lnTo>
                        <a:pt x="138" y="18"/>
                      </a:lnTo>
                      <a:lnTo>
                        <a:pt x="140" y="22"/>
                      </a:lnTo>
                      <a:lnTo>
                        <a:pt x="144" y="22"/>
                      </a:lnTo>
                      <a:lnTo>
                        <a:pt x="144" y="26"/>
                      </a:lnTo>
                      <a:lnTo>
                        <a:pt x="148" y="26"/>
                      </a:lnTo>
                      <a:lnTo>
                        <a:pt x="152" y="28"/>
                      </a:lnTo>
                      <a:lnTo>
                        <a:pt x="156" y="28"/>
                      </a:lnTo>
                      <a:lnTo>
                        <a:pt x="156" y="32"/>
                      </a:lnTo>
                      <a:lnTo>
                        <a:pt x="160" y="32"/>
                      </a:lnTo>
                      <a:lnTo>
                        <a:pt x="160" y="36"/>
                      </a:lnTo>
                      <a:lnTo>
                        <a:pt x="164" y="36"/>
                      </a:lnTo>
                      <a:lnTo>
                        <a:pt x="164" y="40"/>
                      </a:lnTo>
                      <a:lnTo>
                        <a:pt x="164" y="40"/>
                      </a:lnTo>
                      <a:lnTo>
                        <a:pt x="164" y="40"/>
                      </a:lnTo>
                      <a:close/>
                      <a:moveTo>
                        <a:pt x="74" y="122"/>
                      </a:moveTo>
                      <a:lnTo>
                        <a:pt x="74" y="118"/>
                      </a:lnTo>
                      <a:lnTo>
                        <a:pt x="74" y="114"/>
                      </a:lnTo>
                      <a:lnTo>
                        <a:pt x="70" y="114"/>
                      </a:lnTo>
                      <a:lnTo>
                        <a:pt x="70" y="110"/>
                      </a:lnTo>
                      <a:lnTo>
                        <a:pt x="66" y="110"/>
                      </a:lnTo>
                      <a:lnTo>
                        <a:pt x="62" y="110"/>
                      </a:lnTo>
                      <a:lnTo>
                        <a:pt x="58" y="110"/>
                      </a:lnTo>
                      <a:lnTo>
                        <a:pt x="58" y="106"/>
                      </a:lnTo>
                      <a:lnTo>
                        <a:pt x="54" y="106"/>
                      </a:lnTo>
                      <a:lnTo>
                        <a:pt x="54" y="102"/>
                      </a:lnTo>
                      <a:lnTo>
                        <a:pt x="54" y="106"/>
                      </a:lnTo>
                      <a:lnTo>
                        <a:pt x="52" y="106"/>
                      </a:lnTo>
                      <a:lnTo>
                        <a:pt x="52" y="102"/>
                      </a:lnTo>
                      <a:lnTo>
                        <a:pt x="48" y="102"/>
                      </a:lnTo>
                      <a:lnTo>
                        <a:pt x="48" y="106"/>
                      </a:lnTo>
                      <a:lnTo>
                        <a:pt x="48" y="102"/>
                      </a:lnTo>
                      <a:lnTo>
                        <a:pt x="44" y="106"/>
                      </a:lnTo>
                      <a:lnTo>
                        <a:pt x="40" y="106"/>
                      </a:lnTo>
                      <a:lnTo>
                        <a:pt x="40" y="102"/>
                      </a:lnTo>
                      <a:lnTo>
                        <a:pt x="36" y="102"/>
                      </a:lnTo>
                      <a:lnTo>
                        <a:pt x="40" y="102"/>
                      </a:lnTo>
                      <a:lnTo>
                        <a:pt x="40" y="106"/>
                      </a:lnTo>
                      <a:lnTo>
                        <a:pt x="40" y="110"/>
                      </a:lnTo>
                      <a:lnTo>
                        <a:pt x="36" y="110"/>
                      </a:lnTo>
                      <a:lnTo>
                        <a:pt x="34" y="110"/>
                      </a:lnTo>
                      <a:lnTo>
                        <a:pt x="36" y="110"/>
                      </a:lnTo>
                      <a:lnTo>
                        <a:pt x="36" y="114"/>
                      </a:lnTo>
                      <a:lnTo>
                        <a:pt x="34" y="114"/>
                      </a:lnTo>
                      <a:lnTo>
                        <a:pt x="30" y="118"/>
                      </a:lnTo>
                      <a:lnTo>
                        <a:pt x="26" y="118"/>
                      </a:lnTo>
                      <a:lnTo>
                        <a:pt x="26" y="114"/>
                      </a:lnTo>
                      <a:lnTo>
                        <a:pt x="22" y="114"/>
                      </a:lnTo>
                      <a:lnTo>
                        <a:pt x="22" y="118"/>
                      </a:lnTo>
                      <a:lnTo>
                        <a:pt x="18" y="118"/>
                      </a:lnTo>
                      <a:lnTo>
                        <a:pt x="18" y="114"/>
                      </a:lnTo>
                      <a:lnTo>
                        <a:pt x="14" y="114"/>
                      </a:lnTo>
                      <a:lnTo>
                        <a:pt x="18" y="114"/>
                      </a:lnTo>
                      <a:lnTo>
                        <a:pt x="18" y="118"/>
                      </a:lnTo>
                      <a:lnTo>
                        <a:pt x="22" y="118"/>
                      </a:lnTo>
                      <a:lnTo>
                        <a:pt x="26" y="118"/>
                      </a:lnTo>
                      <a:lnTo>
                        <a:pt x="30" y="118"/>
                      </a:lnTo>
                      <a:lnTo>
                        <a:pt x="30" y="122"/>
                      </a:lnTo>
                      <a:lnTo>
                        <a:pt x="34" y="122"/>
                      </a:lnTo>
                      <a:lnTo>
                        <a:pt x="34" y="126"/>
                      </a:lnTo>
                      <a:lnTo>
                        <a:pt x="34" y="128"/>
                      </a:lnTo>
                      <a:lnTo>
                        <a:pt x="30" y="128"/>
                      </a:lnTo>
                      <a:lnTo>
                        <a:pt x="26" y="132"/>
                      </a:lnTo>
                      <a:lnTo>
                        <a:pt x="22" y="132"/>
                      </a:lnTo>
                      <a:lnTo>
                        <a:pt x="18" y="132"/>
                      </a:lnTo>
                      <a:lnTo>
                        <a:pt x="14" y="132"/>
                      </a:lnTo>
                      <a:lnTo>
                        <a:pt x="10" y="132"/>
                      </a:lnTo>
                      <a:lnTo>
                        <a:pt x="8" y="132"/>
                      </a:lnTo>
                      <a:lnTo>
                        <a:pt x="8" y="128"/>
                      </a:lnTo>
                      <a:lnTo>
                        <a:pt x="4" y="132"/>
                      </a:lnTo>
                      <a:lnTo>
                        <a:pt x="0" y="132"/>
                      </a:lnTo>
                      <a:lnTo>
                        <a:pt x="0" y="128"/>
                      </a:lnTo>
                      <a:lnTo>
                        <a:pt x="0" y="92"/>
                      </a:lnTo>
                      <a:lnTo>
                        <a:pt x="0" y="88"/>
                      </a:lnTo>
                      <a:lnTo>
                        <a:pt x="0" y="84"/>
                      </a:lnTo>
                      <a:lnTo>
                        <a:pt x="0" y="76"/>
                      </a:lnTo>
                      <a:lnTo>
                        <a:pt x="0" y="58"/>
                      </a:lnTo>
                      <a:lnTo>
                        <a:pt x="0" y="18"/>
                      </a:lnTo>
                      <a:lnTo>
                        <a:pt x="4" y="18"/>
                      </a:lnTo>
                      <a:lnTo>
                        <a:pt x="4" y="22"/>
                      </a:lnTo>
                      <a:lnTo>
                        <a:pt x="8" y="22"/>
                      </a:lnTo>
                      <a:lnTo>
                        <a:pt x="10" y="26"/>
                      </a:lnTo>
                      <a:lnTo>
                        <a:pt x="14" y="26"/>
                      </a:lnTo>
                      <a:lnTo>
                        <a:pt x="14" y="28"/>
                      </a:lnTo>
                      <a:lnTo>
                        <a:pt x="18" y="28"/>
                      </a:lnTo>
                      <a:lnTo>
                        <a:pt x="22" y="28"/>
                      </a:lnTo>
                      <a:lnTo>
                        <a:pt x="26" y="32"/>
                      </a:lnTo>
                      <a:lnTo>
                        <a:pt x="30" y="32"/>
                      </a:lnTo>
                      <a:lnTo>
                        <a:pt x="34" y="32"/>
                      </a:lnTo>
                      <a:lnTo>
                        <a:pt x="36" y="32"/>
                      </a:lnTo>
                      <a:lnTo>
                        <a:pt x="36" y="36"/>
                      </a:lnTo>
                      <a:lnTo>
                        <a:pt x="40" y="36"/>
                      </a:lnTo>
                      <a:lnTo>
                        <a:pt x="40" y="40"/>
                      </a:lnTo>
                      <a:lnTo>
                        <a:pt x="44" y="40"/>
                      </a:lnTo>
                      <a:lnTo>
                        <a:pt x="48" y="40"/>
                      </a:lnTo>
                      <a:lnTo>
                        <a:pt x="52" y="40"/>
                      </a:lnTo>
                      <a:lnTo>
                        <a:pt x="52" y="44"/>
                      </a:lnTo>
                      <a:lnTo>
                        <a:pt x="54" y="44"/>
                      </a:lnTo>
                      <a:lnTo>
                        <a:pt x="54" y="46"/>
                      </a:lnTo>
                      <a:lnTo>
                        <a:pt x="58" y="50"/>
                      </a:lnTo>
                      <a:lnTo>
                        <a:pt x="62" y="50"/>
                      </a:lnTo>
                      <a:lnTo>
                        <a:pt x="62" y="54"/>
                      </a:lnTo>
                      <a:lnTo>
                        <a:pt x="66" y="54"/>
                      </a:lnTo>
                      <a:lnTo>
                        <a:pt x="66" y="58"/>
                      </a:lnTo>
                      <a:lnTo>
                        <a:pt x="66" y="62"/>
                      </a:lnTo>
                      <a:lnTo>
                        <a:pt x="66" y="66"/>
                      </a:lnTo>
                      <a:lnTo>
                        <a:pt x="66" y="70"/>
                      </a:lnTo>
                      <a:lnTo>
                        <a:pt x="70" y="70"/>
                      </a:lnTo>
                      <a:lnTo>
                        <a:pt x="74" y="70"/>
                      </a:lnTo>
                      <a:lnTo>
                        <a:pt x="78" y="70"/>
                      </a:lnTo>
                      <a:lnTo>
                        <a:pt x="78" y="72"/>
                      </a:lnTo>
                      <a:lnTo>
                        <a:pt x="80" y="72"/>
                      </a:lnTo>
                      <a:lnTo>
                        <a:pt x="84" y="72"/>
                      </a:lnTo>
                      <a:lnTo>
                        <a:pt x="84" y="76"/>
                      </a:lnTo>
                      <a:lnTo>
                        <a:pt x="88" y="76"/>
                      </a:lnTo>
                      <a:lnTo>
                        <a:pt x="92" y="76"/>
                      </a:lnTo>
                      <a:lnTo>
                        <a:pt x="92" y="80"/>
                      </a:lnTo>
                      <a:lnTo>
                        <a:pt x="96" y="80"/>
                      </a:lnTo>
                      <a:lnTo>
                        <a:pt x="96" y="84"/>
                      </a:lnTo>
                      <a:lnTo>
                        <a:pt x="96" y="88"/>
                      </a:lnTo>
                      <a:lnTo>
                        <a:pt x="92" y="88"/>
                      </a:lnTo>
                      <a:lnTo>
                        <a:pt x="88" y="88"/>
                      </a:lnTo>
                      <a:lnTo>
                        <a:pt x="84" y="88"/>
                      </a:lnTo>
                      <a:lnTo>
                        <a:pt x="84" y="92"/>
                      </a:lnTo>
                      <a:lnTo>
                        <a:pt x="84" y="96"/>
                      </a:lnTo>
                      <a:lnTo>
                        <a:pt x="84" y="100"/>
                      </a:lnTo>
                      <a:lnTo>
                        <a:pt x="88" y="102"/>
                      </a:lnTo>
                      <a:lnTo>
                        <a:pt x="92" y="102"/>
                      </a:lnTo>
                      <a:lnTo>
                        <a:pt x="92" y="106"/>
                      </a:lnTo>
                      <a:lnTo>
                        <a:pt x="96" y="110"/>
                      </a:lnTo>
                      <a:lnTo>
                        <a:pt x="100" y="110"/>
                      </a:lnTo>
                      <a:lnTo>
                        <a:pt x="100" y="114"/>
                      </a:lnTo>
                      <a:lnTo>
                        <a:pt x="100" y="110"/>
                      </a:lnTo>
                      <a:lnTo>
                        <a:pt x="100" y="114"/>
                      </a:lnTo>
                      <a:lnTo>
                        <a:pt x="100" y="118"/>
                      </a:lnTo>
                      <a:lnTo>
                        <a:pt x="100" y="122"/>
                      </a:lnTo>
                      <a:lnTo>
                        <a:pt x="104" y="122"/>
                      </a:lnTo>
                      <a:lnTo>
                        <a:pt x="104" y="126"/>
                      </a:lnTo>
                      <a:lnTo>
                        <a:pt x="108" y="126"/>
                      </a:lnTo>
                      <a:lnTo>
                        <a:pt x="108" y="128"/>
                      </a:lnTo>
                      <a:lnTo>
                        <a:pt x="110" y="128"/>
                      </a:lnTo>
                      <a:lnTo>
                        <a:pt x="114" y="128"/>
                      </a:lnTo>
                      <a:lnTo>
                        <a:pt x="118" y="128"/>
                      </a:lnTo>
                      <a:lnTo>
                        <a:pt x="118" y="132"/>
                      </a:lnTo>
                      <a:lnTo>
                        <a:pt x="114" y="132"/>
                      </a:lnTo>
                      <a:lnTo>
                        <a:pt x="114" y="136"/>
                      </a:lnTo>
                      <a:lnTo>
                        <a:pt x="118" y="136"/>
                      </a:lnTo>
                      <a:lnTo>
                        <a:pt x="118" y="140"/>
                      </a:lnTo>
                      <a:lnTo>
                        <a:pt x="122" y="140"/>
                      </a:lnTo>
                      <a:lnTo>
                        <a:pt x="126" y="140"/>
                      </a:lnTo>
                      <a:lnTo>
                        <a:pt x="122" y="140"/>
                      </a:lnTo>
                      <a:lnTo>
                        <a:pt x="122" y="144"/>
                      </a:lnTo>
                      <a:lnTo>
                        <a:pt x="126" y="148"/>
                      </a:lnTo>
                      <a:lnTo>
                        <a:pt x="130" y="148"/>
                      </a:lnTo>
                      <a:lnTo>
                        <a:pt x="134" y="148"/>
                      </a:lnTo>
                      <a:lnTo>
                        <a:pt x="134" y="152"/>
                      </a:lnTo>
                      <a:lnTo>
                        <a:pt x="138" y="152"/>
                      </a:lnTo>
                      <a:lnTo>
                        <a:pt x="138" y="148"/>
                      </a:lnTo>
                      <a:lnTo>
                        <a:pt x="140" y="148"/>
                      </a:lnTo>
                      <a:lnTo>
                        <a:pt x="140" y="152"/>
                      </a:lnTo>
                      <a:lnTo>
                        <a:pt x="138" y="152"/>
                      </a:lnTo>
                      <a:lnTo>
                        <a:pt x="134" y="152"/>
                      </a:lnTo>
                      <a:lnTo>
                        <a:pt x="134" y="156"/>
                      </a:lnTo>
                      <a:lnTo>
                        <a:pt x="138" y="156"/>
                      </a:lnTo>
                      <a:lnTo>
                        <a:pt x="134" y="156"/>
                      </a:lnTo>
                      <a:lnTo>
                        <a:pt x="134" y="158"/>
                      </a:lnTo>
                      <a:lnTo>
                        <a:pt x="130" y="158"/>
                      </a:lnTo>
                      <a:lnTo>
                        <a:pt x="130" y="156"/>
                      </a:lnTo>
                      <a:lnTo>
                        <a:pt x="126" y="156"/>
                      </a:lnTo>
                      <a:lnTo>
                        <a:pt x="130" y="156"/>
                      </a:lnTo>
                      <a:lnTo>
                        <a:pt x="126" y="156"/>
                      </a:lnTo>
                      <a:lnTo>
                        <a:pt x="126" y="152"/>
                      </a:lnTo>
                      <a:lnTo>
                        <a:pt x="122" y="152"/>
                      </a:lnTo>
                      <a:lnTo>
                        <a:pt x="118" y="152"/>
                      </a:lnTo>
                      <a:lnTo>
                        <a:pt x="114" y="152"/>
                      </a:lnTo>
                      <a:lnTo>
                        <a:pt x="110" y="152"/>
                      </a:lnTo>
                      <a:lnTo>
                        <a:pt x="108" y="148"/>
                      </a:lnTo>
                      <a:lnTo>
                        <a:pt x="104" y="148"/>
                      </a:lnTo>
                      <a:lnTo>
                        <a:pt x="100" y="148"/>
                      </a:lnTo>
                      <a:lnTo>
                        <a:pt x="96" y="148"/>
                      </a:lnTo>
                      <a:lnTo>
                        <a:pt x="92" y="144"/>
                      </a:lnTo>
                      <a:lnTo>
                        <a:pt x="92" y="140"/>
                      </a:lnTo>
                      <a:lnTo>
                        <a:pt x="88" y="140"/>
                      </a:lnTo>
                      <a:lnTo>
                        <a:pt x="88" y="136"/>
                      </a:lnTo>
                      <a:lnTo>
                        <a:pt x="84" y="136"/>
                      </a:lnTo>
                      <a:lnTo>
                        <a:pt x="84" y="132"/>
                      </a:lnTo>
                      <a:lnTo>
                        <a:pt x="80" y="132"/>
                      </a:lnTo>
                      <a:lnTo>
                        <a:pt x="80" y="128"/>
                      </a:lnTo>
                      <a:lnTo>
                        <a:pt x="84" y="128"/>
                      </a:lnTo>
                      <a:lnTo>
                        <a:pt x="80" y="128"/>
                      </a:lnTo>
                      <a:lnTo>
                        <a:pt x="78" y="128"/>
                      </a:lnTo>
                      <a:lnTo>
                        <a:pt x="78" y="126"/>
                      </a:lnTo>
                      <a:lnTo>
                        <a:pt x="78" y="122"/>
                      </a:lnTo>
                      <a:lnTo>
                        <a:pt x="74" y="122"/>
                      </a:lnTo>
                      <a:lnTo>
                        <a:pt x="74" y="122"/>
                      </a:lnTo>
                      <a:lnTo>
                        <a:pt x="74" y="122"/>
                      </a:lnTo>
                      <a:close/>
                      <a:moveTo>
                        <a:pt x="138" y="26"/>
                      </a:moveTo>
                      <a:lnTo>
                        <a:pt x="140" y="26"/>
                      </a:lnTo>
                      <a:lnTo>
                        <a:pt x="138" y="26"/>
                      </a:lnTo>
                      <a:lnTo>
                        <a:pt x="138" y="26"/>
                      </a:lnTo>
                      <a:lnTo>
                        <a:pt x="138" y="26"/>
                      </a:lnTo>
                      <a:close/>
                      <a:moveTo>
                        <a:pt x="164" y="28"/>
                      </a:moveTo>
                      <a:lnTo>
                        <a:pt x="164" y="26"/>
                      </a:lnTo>
                      <a:lnTo>
                        <a:pt x="164" y="28"/>
                      </a:lnTo>
                      <a:lnTo>
                        <a:pt x="164" y="28"/>
                      </a:lnTo>
                      <a:lnTo>
                        <a:pt x="164" y="28"/>
                      </a:lnTo>
                      <a:close/>
                      <a:moveTo>
                        <a:pt x="114" y="70"/>
                      </a:moveTo>
                      <a:lnTo>
                        <a:pt x="118" y="70"/>
                      </a:lnTo>
                      <a:lnTo>
                        <a:pt x="122" y="70"/>
                      </a:lnTo>
                      <a:lnTo>
                        <a:pt x="126" y="70"/>
                      </a:lnTo>
                      <a:lnTo>
                        <a:pt x="126" y="66"/>
                      </a:lnTo>
                      <a:lnTo>
                        <a:pt x="126" y="62"/>
                      </a:lnTo>
                      <a:lnTo>
                        <a:pt x="130" y="58"/>
                      </a:lnTo>
                      <a:lnTo>
                        <a:pt x="130" y="62"/>
                      </a:lnTo>
                      <a:lnTo>
                        <a:pt x="126" y="62"/>
                      </a:lnTo>
                      <a:lnTo>
                        <a:pt x="126" y="66"/>
                      </a:lnTo>
                      <a:lnTo>
                        <a:pt x="130" y="70"/>
                      </a:lnTo>
                      <a:lnTo>
                        <a:pt x="134" y="70"/>
                      </a:lnTo>
                      <a:lnTo>
                        <a:pt x="134" y="66"/>
                      </a:lnTo>
                      <a:lnTo>
                        <a:pt x="134" y="70"/>
                      </a:lnTo>
                      <a:lnTo>
                        <a:pt x="138" y="70"/>
                      </a:lnTo>
                      <a:lnTo>
                        <a:pt x="140" y="70"/>
                      </a:lnTo>
                      <a:lnTo>
                        <a:pt x="140" y="66"/>
                      </a:lnTo>
                      <a:lnTo>
                        <a:pt x="140" y="62"/>
                      </a:lnTo>
                      <a:lnTo>
                        <a:pt x="144" y="58"/>
                      </a:lnTo>
                      <a:lnTo>
                        <a:pt x="148" y="58"/>
                      </a:lnTo>
                      <a:lnTo>
                        <a:pt x="152" y="58"/>
                      </a:lnTo>
                      <a:lnTo>
                        <a:pt x="152" y="54"/>
                      </a:lnTo>
                      <a:lnTo>
                        <a:pt x="148" y="50"/>
                      </a:lnTo>
                      <a:lnTo>
                        <a:pt x="148" y="46"/>
                      </a:lnTo>
                      <a:lnTo>
                        <a:pt x="152" y="46"/>
                      </a:lnTo>
                      <a:lnTo>
                        <a:pt x="156" y="46"/>
                      </a:lnTo>
                      <a:lnTo>
                        <a:pt x="156" y="44"/>
                      </a:lnTo>
                      <a:lnTo>
                        <a:pt x="160" y="46"/>
                      </a:lnTo>
                      <a:lnTo>
                        <a:pt x="156" y="46"/>
                      </a:lnTo>
                      <a:lnTo>
                        <a:pt x="160" y="46"/>
                      </a:lnTo>
                      <a:lnTo>
                        <a:pt x="160" y="54"/>
                      </a:lnTo>
                      <a:lnTo>
                        <a:pt x="160" y="58"/>
                      </a:lnTo>
                      <a:lnTo>
                        <a:pt x="156" y="58"/>
                      </a:lnTo>
                      <a:lnTo>
                        <a:pt x="156" y="62"/>
                      </a:lnTo>
                      <a:lnTo>
                        <a:pt x="156" y="66"/>
                      </a:lnTo>
                      <a:lnTo>
                        <a:pt x="156" y="70"/>
                      </a:lnTo>
                      <a:lnTo>
                        <a:pt x="152" y="70"/>
                      </a:lnTo>
                      <a:lnTo>
                        <a:pt x="148" y="70"/>
                      </a:lnTo>
                      <a:lnTo>
                        <a:pt x="148" y="72"/>
                      </a:lnTo>
                      <a:lnTo>
                        <a:pt x="144" y="72"/>
                      </a:lnTo>
                      <a:lnTo>
                        <a:pt x="144" y="76"/>
                      </a:lnTo>
                      <a:lnTo>
                        <a:pt x="140" y="76"/>
                      </a:lnTo>
                      <a:lnTo>
                        <a:pt x="138" y="76"/>
                      </a:lnTo>
                      <a:lnTo>
                        <a:pt x="138" y="80"/>
                      </a:lnTo>
                      <a:lnTo>
                        <a:pt x="134" y="80"/>
                      </a:lnTo>
                      <a:lnTo>
                        <a:pt x="130" y="80"/>
                      </a:lnTo>
                      <a:lnTo>
                        <a:pt x="126" y="80"/>
                      </a:lnTo>
                      <a:lnTo>
                        <a:pt x="122" y="80"/>
                      </a:lnTo>
                      <a:lnTo>
                        <a:pt x="118" y="80"/>
                      </a:lnTo>
                      <a:lnTo>
                        <a:pt x="118" y="76"/>
                      </a:lnTo>
                      <a:lnTo>
                        <a:pt x="114" y="80"/>
                      </a:lnTo>
                      <a:lnTo>
                        <a:pt x="114" y="76"/>
                      </a:lnTo>
                      <a:lnTo>
                        <a:pt x="110" y="76"/>
                      </a:lnTo>
                      <a:lnTo>
                        <a:pt x="110" y="72"/>
                      </a:lnTo>
                      <a:lnTo>
                        <a:pt x="108" y="72"/>
                      </a:lnTo>
                      <a:lnTo>
                        <a:pt x="104" y="72"/>
                      </a:lnTo>
                      <a:lnTo>
                        <a:pt x="104" y="70"/>
                      </a:lnTo>
                      <a:lnTo>
                        <a:pt x="104" y="66"/>
                      </a:lnTo>
                      <a:lnTo>
                        <a:pt x="104" y="70"/>
                      </a:lnTo>
                      <a:lnTo>
                        <a:pt x="108" y="70"/>
                      </a:lnTo>
                      <a:lnTo>
                        <a:pt x="110" y="70"/>
                      </a:lnTo>
                      <a:lnTo>
                        <a:pt x="114" y="70"/>
                      </a:lnTo>
                      <a:lnTo>
                        <a:pt x="114" y="70"/>
                      </a:lnTo>
                      <a:lnTo>
                        <a:pt x="114" y="70"/>
                      </a:lnTo>
                      <a:close/>
                      <a:moveTo>
                        <a:pt x="70" y="54"/>
                      </a:moveTo>
                      <a:lnTo>
                        <a:pt x="70" y="50"/>
                      </a:lnTo>
                      <a:lnTo>
                        <a:pt x="70" y="54"/>
                      </a:lnTo>
                      <a:lnTo>
                        <a:pt x="70" y="54"/>
                      </a:lnTo>
                      <a:lnTo>
                        <a:pt x="70" y="54"/>
                      </a:lnTo>
                      <a:close/>
                      <a:moveTo>
                        <a:pt x="194" y="70"/>
                      </a:moveTo>
                      <a:lnTo>
                        <a:pt x="194" y="66"/>
                      </a:lnTo>
                      <a:lnTo>
                        <a:pt x="190" y="62"/>
                      </a:lnTo>
                      <a:lnTo>
                        <a:pt x="194" y="62"/>
                      </a:lnTo>
                      <a:lnTo>
                        <a:pt x="194" y="58"/>
                      </a:lnTo>
                      <a:lnTo>
                        <a:pt x="194" y="62"/>
                      </a:lnTo>
                      <a:lnTo>
                        <a:pt x="194" y="66"/>
                      </a:lnTo>
                      <a:lnTo>
                        <a:pt x="194" y="70"/>
                      </a:lnTo>
                      <a:lnTo>
                        <a:pt x="194" y="70"/>
                      </a:lnTo>
                      <a:lnTo>
                        <a:pt x="194" y="70"/>
                      </a:lnTo>
                      <a:close/>
                      <a:moveTo>
                        <a:pt x="84" y="66"/>
                      </a:moveTo>
                      <a:lnTo>
                        <a:pt x="84" y="62"/>
                      </a:lnTo>
                      <a:lnTo>
                        <a:pt x="88" y="66"/>
                      </a:lnTo>
                      <a:lnTo>
                        <a:pt x="84" y="66"/>
                      </a:lnTo>
                      <a:lnTo>
                        <a:pt x="84" y="66"/>
                      </a:lnTo>
                      <a:lnTo>
                        <a:pt x="84" y="66"/>
                      </a:lnTo>
                      <a:close/>
                      <a:moveTo>
                        <a:pt x="204" y="76"/>
                      </a:moveTo>
                      <a:lnTo>
                        <a:pt x="204" y="80"/>
                      </a:lnTo>
                      <a:lnTo>
                        <a:pt x="208" y="80"/>
                      </a:lnTo>
                      <a:lnTo>
                        <a:pt x="208" y="84"/>
                      </a:lnTo>
                      <a:lnTo>
                        <a:pt x="212" y="84"/>
                      </a:lnTo>
                      <a:lnTo>
                        <a:pt x="212" y="88"/>
                      </a:lnTo>
                      <a:lnTo>
                        <a:pt x="212" y="92"/>
                      </a:lnTo>
                      <a:lnTo>
                        <a:pt x="208" y="92"/>
                      </a:lnTo>
                      <a:lnTo>
                        <a:pt x="204" y="92"/>
                      </a:lnTo>
                      <a:lnTo>
                        <a:pt x="200" y="88"/>
                      </a:lnTo>
                      <a:lnTo>
                        <a:pt x="200" y="84"/>
                      </a:lnTo>
                      <a:lnTo>
                        <a:pt x="200" y="80"/>
                      </a:lnTo>
                      <a:lnTo>
                        <a:pt x="196" y="80"/>
                      </a:lnTo>
                      <a:lnTo>
                        <a:pt x="196" y="76"/>
                      </a:lnTo>
                      <a:lnTo>
                        <a:pt x="194" y="76"/>
                      </a:lnTo>
                      <a:lnTo>
                        <a:pt x="194" y="72"/>
                      </a:lnTo>
                      <a:lnTo>
                        <a:pt x="194" y="70"/>
                      </a:lnTo>
                      <a:lnTo>
                        <a:pt x="196" y="70"/>
                      </a:lnTo>
                      <a:lnTo>
                        <a:pt x="200" y="72"/>
                      </a:lnTo>
                      <a:lnTo>
                        <a:pt x="204" y="76"/>
                      </a:lnTo>
                      <a:lnTo>
                        <a:pt x="204" y="76"/>
                      </a:lnTo>
                      <a:lnTo>
                        <a:pt x="204" y="76"/>
                      </a:lnTo>
                      <a:close/>
                      <a:moveTo>
                        <a:pt x="100" y="72"/>
                      </a:moveTo>
                      <a:lnTo>
                        <a:pt x="96" y="72"/>
                      </a:lnTo>
                      <a:lnTo>
                        <a:pt x="96" y="70"/>
                      </a:lnTo>
                      <a:lnTo>
                        <a:pt x="100" y="70"/>
                      </a:lnTo>
                      <a:lnTo>
                        <a:pt x="100" y="72"/>
                      </a:lnTo>
                      <a:lnTo>
                        <a:pt x="100" y="72"/>
                      </a:lnTo>
                      <a:lnTo>
                        <a:pt x="100" y="72"/>
                      </a:lnTo>
                      <a:close/>
                      <a:moveTo>
                        <a:pt x="36" y="118"/>
                      </a:moveTo>
                      <a:lnTo>
                        <a:pt x="34" y="118"/>
                      </a:lnTo>
                      <a:lnTo>
                        <a:pt x="36" y="118"/>
                      </a:lnTo>
                      <a:lnTo>
                        <a:pt x="36" y="118"/>
                      </a:lnTo>
                      <a:lnTo>
                        <a:pt x="36" y="118"/>
                      </a:lnTo>
                      <a:close/>
                      <a:moveTo>
                        <a:pt x="36" y="126"/>
                      </a:moveTo>
                      <a:lnTo>
                        <a:pt x="36" y="122"/>
                      </a:lnTo>
                      <a:lnTo>
                        <a:pt x="34" y="122"/>
                      </a:lnTo>
                      <a:lnTo>
                        <a:pt x="34" y="118"/>
                      </a:lnTo>
                      <a:lnTo>
                        <a:pt x="30" y="118"/>
                      </a:lnTo>
                      <a:lnTo>
                        <a:pt x="34" y="118"/>
                      </a:lnTo>
                      <a:lnTo>
                        <a:pt x="34" y="122"/>
                      </a:lnTo>
                      <a:lnTo>
                        <a:pt x="36" y="122"/>
                      </a:lnTo>
                      <a:lnTo>
                        <a:pt x="36" y="126"/>
                      </a:lnTo>
                      <a:lnTo>
                        <a:pt x="36" y="126"/>
                      </a:lnTo>
                      <a:lnTo>
                        <a:pt x="36" y="126"/>
                      </a:lnTo>
                      <a:close/>
                      <a:moveTo>
                        <a:pt x="144" y="126"/>
                      </a:moveTo>
                      <a:lnTo>
                        <a:pt x="140" y="126"/>
                      </a:lnTo>
                      <a:lnTo>
                        <a:pt x="140" y="122"/>
                      </a:lnTo>
                      <a:lnTo>
                        <a:pt x="140" y="118"/>
                      </a:lnTo>
                      <a:lnTo>
                        <a:pt x="140" y="122"/>
                      </a:lnTo>
                      <a:lnTo>
                        <a:pt x="140" y="126"/>
                      </a:lnTo>
                      <a:lnTo>
                        <a:pt x="144" y="126"/>
                      </a:lnTo>
                      <a:lnTo>
                        <a:pt x="144" y="126"/>
                      </a:lnTo>
                      <a:lnTo>
                        <a:pt x="144" y="126"/>
                      </a:lnTo>
                      <a:close/>
                      <a:moveTo>
                        <a:pt x="166" y="132"/>
                      </a:moveTo>
                      <a:lnTo>
                        <a:pt x="164" y="128"/>
                      </a:lnTo>
                      <a:lnTo>
                        <a:pt x="166" y="128"/>
                      </a:lnTo>
                      <a:lnTo>
                        <a:pt x="170" y="128"/>
                      </a:lnTo>
                      <a:lnTo>
                        <a:pt x="170" y="132"/>
                      </a:lnTo>
                      <a:lnTo>
                        <a:pt x="166" y="132"/>
                      </a:lnTo>
                      <a:lnTo>
                        <a:pt x="166" y="132"/>
                      </a:lnTo>
                      <a:lnTo>
                        <a:pt x="166" y="132"/>
                      </a:lnTo>
                      <a:close/>
                      <a:moveTo>
                        <a:pt x="34" y="128"/>
                      </a:moveTo>
                      <a:lnTo>
                        <a:pt x="34" y="132"/>
                      </a:lnTo>
                      <a:lnTo>
                        <a:pt x="30" y="128"/>
                      </a:lnTo>
                      <a:lnTo>
                        <a:pt x="34" y="128"/>
                      </a:lnTo>
                      <a:lnTo>
                        <a:pt x="34" y="128"/>
                      </a:lnTo>
                      <a:lnTo>
                        <a:pt x="34" y="128"/>
                      </a:lnTo>
                      <a:close/>
                      <a:moveTo>
                        <a:pt x="134" y="136"/>
                      </a:moveTo>
                      <a:lnTo>
                        <a:pt x="130" y="136"/>
                      </a:lnTo>
                      <a:lnTo>
                        <a:pt x="130" y="132"/>
                      </a:lnTo>
                      <a:lnTo>
                        <a:pt x="134" y="136"/>
                      </a:lnTo>
                      <a:lnTo>
                        <a:pt x="134" y="136"/>
                      </a:lnTo>
                      <a:lnTo>
                        <a:pt x="134" y="136"/>
                      </a:lnTo>
                      <a:close/>
                      <a:moveTo>
                        <a:pt x="138" y="140"/>
                      </a:moveTo>
                      <a:lnTo>
                        <a:pt x="134" y="140"/>
                      </a:lnTo>
                      <a:lnTo>
                        <a:pt x="134" y="136"/>
                      </a:lnTo>
                      <a:lnTo>
                        <a:pt x="134" y="132"/>
                      </a:lnTo>
                      <a:lnTo>
                        <a:pt x="134" y="136"/>
                      </a:lnTo>
                      <a:lnTo>
                        <a:pt x="138" y="136"/>
                      </a:lnTo>
                      <a:lnTo>
                        <a:pt x="140" y="136"/>
                      </a:lnTo>
                      <a:lnTo>
                        <a:pt x="140" y="140"/>
                      </a:lnTo>
                      <a:lnTo>
                        <a:pt x="138" y="140"/>
                      </a:lnTo>
                      <a:lnTo>
                        <a:pt x="138" y="140"/>
                      </a:lnTo>
                      <a:lnTo>
                        <a:pt x="138" y="140"/>
                      </a:lnTo>
                      <a:close/>
                      <a:moveTo>
                        <a:pt x="144" y="148"/>
                      </a:moveTo>
                      <a:lnTo>
                        <a:pt x="140" y="148"/>
                      </a:lnTo>
                      <a:lnTo>
                        <a:pt x="140" y="144"/>
                      </a:lnTo>
                      <a:lnTo>
                        <a:pt x="138" y="144"/>
                      </a:lnTo>
                      <a:lnTo>
                        <a:pt x="138" y="140"/>
                      </a:lnTo>
                      <a:lnTo>
                        <a:pt x="140" y="144"/>
                      </a:lnTo>
                      <a:lnTo>
                        <a:pt x="140" y="148"/>
                      </a:lnTo>
                      <a:lnTo>
                        <a:pt x="144" y="148"/>
                      </a:lnTo>
                      <a:lnTo>
                        <a:pt x="144" y="144"/>
                      </a:lnTo>
                      <a:lnTo>
                        <a:pt x="144" y="148"/>
                      </a:lnTo>
                      <a:lnTo>
                        <a:pt x="144" y="148"/>
                      </a:lnTo>
                      <a:lnTo>
                        <a:pt x="144" y="148"/>
                      </a:lnTo>
                      <a:close/>
                      <a:moveTo>
                        <a:pt x="140" y="156"/>
                      </a:moveTo>
                      <a:lnTo>
                        <a:pt x="138" y="156"/>
                      </a:lnTo>
                      <a:lnTo>
                        <a:pt x="140" y="156"/>
                      </a:lnTo>
                      <a:lnTo>
                        <a:pt x="140" y="156"/>
                      </a:lnTo>
                      <a:lnTo>
                        <a:pt x="140" y="156"/>
                      </a:lnTo>
                      <a:close/>
                      <a:moveTo>
                        <a:pt x="166" y="158"/>
                      </a:moveTo>
                      <a:lnTo>
                        <a:pt x="164" y="158"/>
                      </a:lnTo>
                      <a:lnTo>
                        <a:pt x="164" y="156"/>
                      </a:lnTo>
                      <a:lnTo>
                        <a:pt x="166" y="156"/>
                      </a:lnTo>
                      <a:lnTo>
                        <a:pt x="166" y="158"/>
                      </a:lnTo>
                      <a:lnTo>
                        <a:pt x="166" y="158"/>
                      </a:lnTo>
                      <a:lnTo>
                        <a:pt x="166" y="158"/>
                      </a:lnTo>
                      <a:close/>
                      <a:moveTo>
                        <a:pt x="186" y="170"/>
                      </a:moveTo>
                      <a:lnTo>
                        <a:pt x="182" y="170"/>
                      </a:lnTo>
                      <a:lnTo>
                        <a:pt x="186" y="170"/>
                      </a:lnTo>
                      <a:lnTo>
                        <a:pt x="186" y="166"/>
                      </a:lnTo>
                      <a:lnTo>
                        <a:pt x="186" y="170"/>
                      </a:lnTo>
                      <a:lnTo>
                        <a:pt x="190" y="170"/>
                      </a:lnTo>
                      <a:lnTo>
                        <a:pt x="186" y="170"/>
                      </a:lnTo>
                      <a:lnTo>
                        <a:pt x="186" y="170"/>
                      </a:lnTo>
                      <a:lnTo>
                        <a:pt x="186" y="170"/>
                      </a:lnTo>
                      <a:close/>
                      <a:moveTo>
                        <a:pt x="178" y="174"/>
                      </a:moveTo>
                      <a:lnTo>
                        <a:pt x="174" y="174"/>
                      </a:lnTo>
                      <a:lnTo>
                        <a:pt x="174" y="170"/>
                      </a:lnTo>
                      <a:lnTo>
                        <a:pt x="170" y="170"/>
                      </a:lnTo>
                      <a:lnTo>
                        <a:pt x="174" y="170"/>
                      </a:lnTo>
                      <a:lnTo>
                        <a:pt x="178" y="170"/>
                      </a:lnTo>
                      <a:lnTo>
                        <a:pt x="178" y="174"/>
                      </a:lnTo>
                      <a:lnTo>
                        <a:pt x="182" y="174"/>
                      </a:lnTo>
                      <a:lnTo>
                        <a:pt x="178" y="174"/>
                      </a:lnTo>
                      <a:lnTo>
                        <a:pt x="178" y="174"/>
                      </a:lnTo>
                      <a:lnTo>
                        <a:pt x="178" y="174"/>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191" name="Freeform 193">
                  <a:extLst>
                    <a:ext uri="{FF2B5EF4-FFF2-40B4-BE49-F238E27FC236}">
                      <a16:creationId xmlns:a16="http://schemas.microsoft.com/office/drawing/2014/main" id="{1EB2D673-1493-AF15-DD8E-E40E800E6BD9}"/>
                    </a:ext>
                  </a:extLst>
                </p:cNvPr>
                <p:cNvSpPr>
                  <a:spLocks noEditPoints="1"/>
                </p:cNvSpPr>
                <p:nvPr/>
              </p:nvSpPr>
              <p:spPr bwMode="gray">
                <a:xfrm>
                  <a:off x="4027720" y="3204813"/>
                  <a:ext cx="622657" cy="320023"/>
                </a:xfrm>
                <a:custGeom>
                  <a:avLst/>
                  <a:gdLst>
                    <a:gd name="T0" fmla="*/ 320 w 358"/>
                    <a:gd name="T1" fmla="*/ 16 h 184"/>
                    <a:gd name="T2" fmla="*/ 320 w 358"/>
                    <a:gd name="T3" fmla="*/ 8 h 184"/>
                    <a:gd name="T4" fmla="*/ 324 w 358"/>
                    <a:gd name="T5" fmla="*/ 0 h 184"/>
                    <a:gd name="T6" fmla="*/ 328 w 358"/>
                    <a:gd name="T7" fmla="*/ 8 h 184"/>
                    <a:gd name="T8" fmla="*/ 340 w 358"/>
                    <a:gd name="T9" fmla="*/ 8 h 184"/>
                    <a:gd name="T10" fmla="*/ 348 w 358"/>
                    <a:gd name="T11" fmla="*/ 4 h 184"/>
                    <a:gd name="T12" fmla="*/ 350 w 358"/>
                    <a:gd name="T13" fmla="*/ 12 h 184"/>
                    <a:gd name="T14" fmla="*/ 354 w 358"/>
                    <a:gd name="T15" fmla="*/ 12 h 184"/>
                    <a:gd name="T16" fmla="*/ 350 w 358"/>
                    <a:gd name="T17" fmla="*/ 20 h 184"/>
                    <a:gd name="T18" fmla="*/ 348 w 358"/>
                    <a:gd name="T19" fmla="*/ 30 h 184"/>
                    <a:gd name="T20" fmla="*/ 344 w 358"/>
                    <a:gd name="T21" fmla="*/ 38 h 184"/>
                    <a:gd name="T22" fmla="*/ 344 w 358"/>
                    <a:gd name="T23" fmla="*/ 50 h 184"/>
                    <a:gd name="T24" fmla="*/ 340 w 358"/>
                    <a:gd name="T25" fmla="*/ 54 h 184"/>
                    <a:gd name="T26" fmla="*/ 348 w 358"/>
                    <a:gd name="T27" fmla="*/ 60 h 184"/>
                    <a:gd name="T28" fmla="*/ 340 w 358"/>
                    <a:gd name="T29" fmla="*/ 68 h 184"/>
                    <a:gd name="T30" fmla="*/ 344 w 358"/>
                    <a:gd name="T31" fmla="*/ 76 h 184"/>
                    <a:gd name="T32" fmla="*/ 344 w 358"/>
                    <a:gd name="T33" fmla="*/ 82 h 184"/>
                    <a:gd name="T34" fmla="*/ 336 w 358"/>
                    <a:gd name="T35" fmla="*/ 90 h 184"/>
                    <a:gd name="T36" fmla="*/ 340 w 358"/>
                    <a:gd name="T37" fmla="*/ 98 h 184"/>
                    <a:gd name="T38" fmla="*/ 332 w 358"/>
                    <a:gd name="T39" fmla="*/ 102 h 184"/>
                    <a:gd name="T40" fmla="*/ 324 w 358"/>
                    <a:gd name="T41" fmla="*/ 98 h 184"/>
                    <a:gd name="T42" fmla="*/ 318 w 358"/>
                    <a:gd name="T43" fmla="*/ 102 h 184"/>
                    <a:gd name="T44" fmla="*/ 320 w 358"/>
                    <a:gd name="T45" fmla="*/ 94 h 184"/>
                    <a:gd name="T46" fmla="*/ 320 w 358"/>
                    <a:gd name="T47" fmla="*/ 82 h 184"/>
                    <a:gd name="T48" fmla="*/ 320 w 358"/>
                    <a:gd name="T49" fmla="*/ 76 h 184"/>
                    <a:gd name="T50" fmla="*/ 318 w 358"/>
                    <a:gd name="T51" fmla="*/ 76 h 184"/>
                    <a:gd name="T52" fmla="*/ 314 w 358"/>
                    <a:gd name="T53" fmla="*/ 68 h 184"/>
                    <a:gd name="T54" fmla="*/ 318 w 358"/>
                    <a:gd name="T55" fmla="*/ 64 h 184"/>
                    <a:gd name="T56" fmla="*/ 310 w 358"/>
                    <a:gd name="T57" fmla="*/ 68 h 184"/>
                    <a:gd name="T58" fmla="*/ 314 w 358"/>
                    <a:gd name="T59" fmla="*/ 56 h 184"/>
                    <a:gd name="T60" fmla="*/ 314 w 358"/>
                    <a:gd name="T61" fmla="*/ 54 h 184"/>
                    <a:gd name="T62" fmla="*/ 318 w 358"/>
                    <a:gd name="T63" fmla="*/ 42 h 184"/>
                    <a:gd name="T64" fmla="*/ 320 w 358"/>
                    <a:gd name="T65" fmla="*/ 30 h 184"/>
                    <a:gd name="T66" fmla="*/ 320 w 358"/>
                    <a:gd name="T67" fmla="*/ 26 h 184"/>
                    <a:gd name="T68" fmla="*/ 320 w 358"/>
                    <a:gd name="T69" fmla="*/ 24 h 184"/>
                    <a:gd name="T70" fmla="*/ 0 w 358"/>
                    <a:gd name="T71" fmla="*/ 54 h 184"/>
                    <a:gd name="T72" fmla="*/ 4 w 358"/>
                    <a:gd name="T73" fmla="*/ 56 h 184"/>
                    <a:gd name="T74" fmla="*/ 60 w 358"/>
                    <a:gd name="T75" fmla="*/ 68 h 184"/>
                    <a:gd name="T76" fmla="*/ 60 w 358"/>
                    <a:gd name="T77" fmla="*/ 72 h 184"/>
                    <a:gd name="T78" fmla="*/ 48 w 358"/>
                    <a:gd name="T79" fmla="*/ 72 h 184"/>
                    <a:gd name="T80" fmla="*/ 52 w 358"/>
                    <a:gd name="T81" fmla="*/ 72 h 184"/>
                    <a:gd name="T82" fmla="*/ 48 w 358"/>
                    <a:gd name="T83" fmla="*/ 72 h 184"/>
                    <a:gd name="T84" fmla="*/ 38 w 358"/>
                    <a:gd name="T85" fmla="*/ 72 h 184"/>
                    <a:gd name="T86" fmla="*/ 46 w 358"/>
                    <a:gd name="T87" fmla="*/ 76 h 184"/>
                    <a:gd name="T88" fmla="*/ 46 w 358"/>
                    <a:gd name="T89" fmla="*/ 72 h 184"/>
                    <a:gd name="T90" fmla="*/ 46 w 358"/>
                    <a:gd name="T91" fmla="*/ 76 h 184"/>
                    <a:gd name="T92" fmla="*/ 78 w 358"/>
                    <a:gd name="T93" fmla="*/ 86 h 184"/>
                    <a:gd name="T94" fmla="*/ 86 w 358"/>
                    <a:gd name="T95" fmla="*/ 86 h 184"/>
                    <a:gd name="T96" fmla="*/ 90 w 358"/>
                    <a:gd name="T97" fmla="*/ 86 h 184"/>
                    <a:gd name="T98" fmla="*/ 82 w 358"/>
                    <a:gd name="T99" fmla="*/ 86 h 184"/>
                    <a:gd name="T100" fmla="*/ 86 w 358"/>
                    <a:gd name="T101" fmla="*/ 102 h 184"/>
                    <a:gd name="T102" fmla="*/ 90 w 358"/>
                    <a:gd name="T103" fmla="*/ 102 h 184"/>
                    <a:gd name="T104" fmla="*/ 202 w 358"/>
                    <a:gd name="T105" fmla="*/ 180 h 184"/>
                    <a:gd name="T106" fmla="*/ 204 w 358"/>
                    <a:gd name="T107" fmla="*/ 184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58" h="184">
                      <a:moveTo>
                        <a:pt x="320" y="24"/>
                      </a:moveTo>
                      <a:lnTo>
                        <a:pt x="320" y="20"/>
                      </a:lnTo>
                      <a:lnTo>
                        <a:pt x="320" y="16"/>
                      </a:lnTo>
                      <a:lnTo>
                        <a:pt x="320" y="12"/>
                      </a:lnTo>
                      <a:lnTo>
                        <a:pt x="318" y="8"/>
                      </a:lnTo>
                      <a:lnTo>
                        <a:pt x="320" y="8"/>
                      </a:lnTo>
                      <a:lnTo>
                        <a:pt x="320" y="4"/>
                      </a:lnTo>
                      <a:lnTo>
                        <a:pt x="324" y="4"/>
                      </a:lnTo>
                      <a:lnTo>
                        <a:pt x="324" y="0"/>
                      </a:lnTo>
                      <a:lnTo>
                        <a:pt x="328" y="0"/>
                      </a:lnTo>
                      <a:lnTo>
                        <a:pt x="328" y="4"/>
                      </a:lnTo>
                      <a:lnTo>
                        <a:pt x="328" y="8"/>
                      </a:lnTo>
                      <a:lnTo>
                        <a:pt x="332" y="8"/>
                      </a:lnTo>
                      <a:lnTo>
                        <a:pt x="336" y="8"/>
                      </a:lnTo>
                      <a:lnTo>
                        <a:pt x="340" y="8"/>
                      </a:lnTo>
                      <a:lnTo>
                        <a:pt x="344" y="8"/>
                      </a:lnTo>
                      <a:lnTo>
                        <a:pt x="344" y="4"/>
                      </a:lnTo>
                      <a:lnTo>
                        <a:pt x="348" y="4"/>
                      </a:lnTo>
                      <a:lnTo>
                        <a:pt x="350" y="4"/>
                      </a:lnTo>
                      <a:lnTo>
                        <a:pt x="350" y="8"/>
                      </a:lnTo>
                      <a:lnTo>
                        <a:pt x="350" y="12"/>
                      </a:lnTo>
                      <a:lnTo>
                        <a:pt x="354" y="12"/>
                      </a:lnTo>
                      <a:lnTo>
                        <a:pt x="358" y="12"/>
                      </a:lnTo>
                      <a:lnTo>
                        <a:pt x="354" y="12"/>
                      </a:lnTo>
                      <a:lnTo>
                        <a:pt x="354" y="16"/>
                      </a:lnTo>
                      <a:lnTo>
                        <a:pt x="354" y="20"/>
                      </a:lnTo>
                      <a:lnTo>
                        <a:pt x="350" y="20"/>
                      </a:lnTo>
                      <a:lnTo>
                        <a:pt x="348" y="24"/>
                      </a:lnTo>
                      <a:lnTo>
                        <a:pt x="348" y="26"/>
                      </a:lnTo>
                      <a:lnTo>
                        <a:pt x="348" y="30"/>
                      </a:lnTo>
                      <a:lnTo>
                        <a:pt x="348" y="34"/>
                      </a:lnTo>
                      <a:lnTo>
                        <a:pt x="348" y="38"/>
                      </a:lnTo>
                      <a:lnTo>
                        <a:pt x="344" y="38"/>
                      </a:lnTo>
                      <a:lnTo>
                        <a:pt x="344" y="42"/>
                      </a:lnTo>
                      <a:lnTo>
                        <a:pt x="348" y="42"/>
                      </a:lnTo>
                      <a:lnTo>
                        <a:pt x="344" y="50"/>
                      </a:lnTo>
                      <a:lnTo>
                        <a:pt x="340" y="50"/>
                      </a:lnTo>
                      <a:lnTo>
                        <a:pt x="336" y="50"/>
                      </a:lnTo>
                      <a:lnTo>
                        <a:pt x="340" y="54"/>
                      </a:lnTo>
                      <a:lnTo>
                        <a:pt x="340" y="56"/>
                      </a:lnTo>
                      <a:lnTo>
                        <a:pt x="344" y="60"/>
                      </a:lnTo>
                      <a:lnTo>
                        <a:pt x="348" y="60"/>
                      </a:lnTo>
                      <a:lnTo>
                        <a:pt x="344" y="64"/>
                      </a:lnTo>
                      <a:lnTo>
                        <a:pt x="344" y="68"/>
                      </a:lnTo>
                      <a:lnTo>
                        <a:pt x="340" y="68"/>
                      </a:lnTo>
                      <a:lnTo>
                        <a:pt x="340" y="72"/>
                      </a:lnTo>
                      <a:lnTo>
                        <a:pt x="340" y="76"/>
                      </a:lnTo>
                      <a:lnTo>
                        <a:pt x="344" y="76"/>
                      </a:lnTo>
                      <a:lnTo>
                        <a:pt x="344" y="80"/>
                      </a:lnTo>
                      <a:lnTo>
                        <a:pt x="348" y="80"/>
                      </a:lnTo>
                      <a:lnTo>
                        <a:pt x="344" y="82"/>
                      </a:lnTo>
                      <a:lnTo>
                        <a:pt x="340" y="82"/>
                      </a:lnTo>
                      <a:lnTo>
                        <a:pt x="340" y="86"/>
                      </a:lnTo>
                      <a:lnTo>
                        <a:pt x="336" y="90"/>
                      </a:lnTo>
                      <a:lnTo>
                        <a:pt x="340" y="90"/>
                      </a:lnTo>
                      <a:lnTo>
                        <a:pt x="340" y="94"/>
                      </a:lnTo>
                      <a:lnTo>
                        <a:pt x="340" y="98"/>
                      </a:lnTo>
                      <a:lnTo>
                        <a:pt x="336" y="98"/>
                      </a:lnTo>
                      <a:lnTo>
                        <a:pt x="336" y="102"/>
                      </a:lnTo>
                      <a:lnTo>
                        <a:pt x="332" y="102"/>
                      </a:lnTo>
                      <a:lnTo>
                        <a:pt x="328" y="102"/>
                      </a:lnTo>
                      <a:lnTo>
                        <a:pt x="328" y="98"/>
                      </a:lnTo>
                      <a:lnTo>
                        <a:pt x="324" y="98"/>
                      </a:lnTo>
                      <a:lnTo>
                        <a:pt x="320" y="98"/>
                      </a:lnTo>
                      <a:lnTo>
                        <a:pt x="320" y="102"/>
                      </a:lnTo>
                      <a:lnTo>
                        <a:pt x="318" y="102"/>
                      </a:lnTo>
                      <a:lnTo>
                        <a:pt x="318" y="98"/>
                      </a:lnTo>
                      <a:lnTo>
                        <a:pt x="318" y="94"/>
                      </a:lnTo>
                      <a:lnTo>
                        <a:pt x="320" y="94"/>
                      </a:lnTo>
                      <a:lnTo>
                        <a:pt x="320" y="90"/>
                      </a:lnTo>
                      <a:lnTo>
                        <a:pt x="320" y="86"/>
                      </a:lnTo>
                      <a:lnTo>
                        <a:pt x="320" y="82"/>
                      </a:lnTo>
                      <a:lnTo>
                        <a:pt x="318" y="82"/>
                      </a:lnTo>
                      <a:lnTo>
                        <a:pt x="320" y="80"/>
                      </a:lnTo>
                      <a:lnTo>
                        <a:pt x="320" y="76"/>
                      </a:lnTo>
                      <a:lnTo>
                        <a:pt x="320" y="72"/>
                      </a:lnTo>
                      <a:lnTo>
                        <a:pt x="318" y="72"/>
                      </a:lnTo>
                      <a:lnTo>
                        <a:pt x="318" y="76"/>
                      </a:lnTo>
                      <a:lnTo>
                        <a:pt x="314" y="76"/>
                      </a:lnTo>
                      <a:lnTo>
                        <a:pt x="314" y="72"/>
                      </a:lnTo>
                      <a:lnTo>
                        <a:pt x="314" y="68"/>
                      </a:lnTo>
                      <a:lnTo>
                        <a:pt x="318" y="72"/>
                      </a:lnTo>
                      <a:lnTo>
                        <a:pt x="318" y="68"/>
                      </a:lnTo>
                      <a:lnTo>
                        <a:pt x="318" y="64"/>
                      </a:lnTo>
                      <a:lnTo>
                        <a:pt x="318" y="68"/>
                      </a:lnTo>
                      <a:lnTo>
                        <a:pt x="314" y="68"/>
                      </a:lnTo>
                      <a:lnTo>
                        <a:pt x="310" y="68"/>
                      </a:lnTo>
                      <a:lnTo>
                        <a:pt x="310" y="64"/>
                      </a:lnTo>
                      <a:lnTo>
                        <a:pt x="310" y="60"/>
                      </a:lnTo>
                      <a:lnTo>
                        <a:pt x="314" y="56"/>
                      </a:lnTo>
                      <a:lnTo>
                        <a:pt x="310" y="56"/>
                      </a:lnTo>
                      <a:lnTo>
                        <a:pt x="314" y="56"/>
                      </a:lnTo>
                      <a:lnTo>
                        <a:pt x="314" y="54"/>
                      </a:lnTo>
                      <a:lnTo>
                        <a:pt x="318" y="50"/>
                      </a:lnTo>
                      <a:lnTo>
                        <a:pt x="318" y="46"/>
                      </a:lnTo>
                      <a:lnTo>
                        <a:pt x="318" y="42"/>
                      </a:lnTo>
                      <a:lnTo>
                        <a:pt x="318" y="38"/>
                      </a:lnTo>
                      <a:lnTo>
                        <a:pt x="320" y="34"/>
                      </a:lnTo>
                      <a:lnTo>
                        <a:pt x="320" y="30"/>
                      </a:lnTo>
                      <a:lnTo>
                        <a:pt x="320" y="26"/>
                      </a:lnTo>
                      <a:lnTo>
                        <a:pt x="320" y="30"/>
                      </a:lnTo>
                      <a:lnTo>
                        <a:pt x="320" y="26"/>
                      </a:lnTo>
                      <a:lnTo>
                        <a:pt x="320" y="24"/>
                      </a:lnTo>
                      <a:lnTo>
                        <a:pt x="320" y="24"/>
                      </a:lnTo>
                      <a:lnTo>
                        <a:pt x="320" y="24"/>
                      </a:lnTo>
                      <a:close/>
                      <a:moveTo>
                        <a:pt x="4" y="56"/>
                      </a:moveTo>
                      <a:lnTo>
                        <a:pt x="0" y="56"/>
                      </a:lnTo>
                      <a:lnTo>
                        <a:pt x="0" y="54"/>
                      </a:lnTo>
                      <a:lnTo>
                        <a:pt x="4" y="54"/>
                      </a:lnTo>
                      <a:lnTo>
                        <a:pt x="4" y="56"/>
                      </a:lnTo>
                      <a:lnTo>
                        <a:pt x="4" y="56"/>
                      </a:lnTo>
                      <a:lnTo>
                        <a:pt x="4" y="56"/>
                      </a:lnTo>
                      <a:close/>
                      <a:moveTo>
                        <a:pt x="60" y="72"/>
                      </a:moveTo>
                      <a:lnTo>
                        <a:pt x="60" y="68"/>
                      </a:lnTo>
                      <a:lnTo>
                        <a:pt x="56" y="68"/>
                      </a:lnTo>
                      <a:lnTo>
                        <a:pt x="60" y="68"/>
                      </a:lnTo>
                      <a:lnTo>
                        <a:pt x="60" y="72"/>
                      </a:lnTo>
                      <a:lnTo>
                        <a:pt x="60" y="72"/>
                      </a:lnTo>
                      <a:lnTo>
                        <a:pt x="60" y="72"/>
                      </a:lnTo>
                      <a:close/>
                      <a:moveTo>
                        <a:pt x="48" y="72"/>
                      </a:moveTo>
                      <a:lnTo>
                        <a:pt x="46" y="68"/>
                      </a:lnTo>
                      <a:lnTo>
                        <a:pt x="48" y="68"/>
                      </a:lnTo>
                      <a:lnTo>
                        <a:pt x="52" y="72"/>
                      </a:lnTo>
                      <a:lnTo>
                        <a:pt x="48" y="72"/>
                      </a:lnTo>
                      <a:lnTo>
                        <a:pt x="48" y="72"/>
                      </a:lnTo>
                      <a:lnTo>
                        <a:pt x="48" y="72"/>
                      </a:lnTo>
                      <a:close/>
                      <a:moveTo>
                        <a:pt x="38" y="72"/>
                      </a:moveTo>
                      <a:lnTo>
                        <a:pt x="38" y="68"/>
                      </a:lnTo>
                      <a:lnTo>
                        <a:pt x="38" y="72"/>
                      </a:lnTo>
                      <a:lnTo>
                        <a:pt x="38" y="72"/>
                      </a:lnTo>
                      <a:lnTo>
                        <a:pt x="38" y="72"/>
                      </a:lnTo>
                      <a:close/>
                      <a:moveTo>
                        <a:pt x="46" y="76"/>
                      </a:moveTo>
                      <a:lnTo>
                        <a:pt x="42" y="76"/>
                      </a:lnTo>
                      <a:lnTo>
                        <a:pt x="42" y="72"/>
                      </a:lnTo>
                      <a:lnTo>
                        <a:pt x="46" y="72"/>
                      </a:lnTo>
                      <a:lnTo>
                        <a:pt x="48" y="76"/>
                      </a:lnTo>
                      <a:lnTo>
                        <a:pt x="46" y="76"/>
                      </a:lnTo>
                      <a:lnTo>
                        <a:pt x="46" y="76"/>
                      </a:lnTo>
                      <a:lnTo>
                        <a:pt x="46" y="76"/>
                      </a:lnTo>
                      <a:close/>
                      <a:moveTo>
                        <a:pt x="82" y="86"/>
                      </a:moveTo>
                      <a:lnTo>
                        <a:pt x="78" y="86"/>
                      </a:lnTo>
                      <a:lnTo>
                        <a:pt x="78" y="82"/>
                      </a:lnTo>
                      <a:lnTo>
                        <a:pt x="82" y="86"/>
                      </a:lnTo>
                      <a:lnTo>
                        <a:pt x="86" y="86"/>
                      </a:lnTo>
                      <a:lnTo>
                        <a:pt x="86" y="82"/>
                      </a:lnTo>
                      <a:lnTo>
                        <a:pt x="90" y="82"/>
                      </a:lnTo>
                      <a:lnTo>
                        <a:pt x="90" y="86"/>
                      </a:lnTo>
                      <a:lnTo>
                        <a:pt x="86" y="86"/>
                      </a:lnTo>
                      <a:lnTo>
                        <a:pt x="82" y="86"/>
                      </a:lnTo>
                      <a:lnTo>
                        <a:pt x="82" y="86"/>
                      </a:lnTo>
                      <a:lnTo>
                        <a:pt x="82" y="86"/>
                      </a:lnTo>
                      <a:close/>
                      <a:moveTo>
                        <a:pt x="90" y="102"/>
                      </a:moveTo>
                      <a:lnTo>
                        <a:pt x="86" y="102"/>
                      </a:lnTo>
                      <a:lnTo>
                        <a:pt x="90" y="102"/>
                      </a:lnTo>
                      <a:lnTo>
                        <a:pt x="90" y="102"/>
                      </a:lnTo>
                      <a:lnTo>
                        <a:pt x="90" y="102"/>
                      </a:lnTo>
                      <a:close/>
                      <a:moveTo>
                        <a:pt x="204" y="184"/>
                      </a:moveTo>
                      <a:lnTo>
                        <a:pt x="202" y="184"/>
                      </a:lnTo>
                      <a:lnTo>
                        <a:pt x="202" y="180"/>
                      </a:lnTo>
                      <a:lnTo>
                        <a:pt x="204" y="180"/>
                      </a:lnTo>
                      <a:lnTo>
                        <a:pt x="208" y="180"/>
                      </a:lnTo>
                      <a:lnTo>
                        <a:pt x="204" y="184"/>
                      </a:lnTo>
                      <a:lnTo>
                        <a:pt x="204" y="184"/>
                      </a:lnTo>
                      <a:lnTo>
                        <a:pt x="204" y="184"/>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192" name="Freeform 194">
                  <a:extLst>
                    <a:ext uri="{FF2B5EF4-FFF2-40B4-BE49-F238E27FC236}">
                      <a16:creationId xmlns:a16="http://schemas.microsoft.com/office/drawing/2014/main" id="{457FB8D9-96CC-ADB5-8A65-FC84310A4A18}"/>
                    </a:ext>
                  </a:extLst>
                </p:cNvPr>
                <p:cNvSpPr>
                  <a:spLocks noEditPoints="1"/>
                </p:cNvSpPr>
                <p:nvPr/>
              </p:nvSpPr>
              <p:spPr bwMode="gray">
                <a:xfrm>
                  <a:off x="5206943" y="5184087"/>
                  <a:ext cx="525259" cy="817449"/>
                </a:xfrm>
                <a:custGeom>
                  <a:avLst/>
                  <a:gdLst>
                    <a:gd name="T0" fmla="*/ 12 w 302"/>
                    <a:gd name="T1" fmla="*/ 116 h 470"/>
                    <a:gd name="T2" fmla="*/ 28 w 302"/>
                    <a:gd name="T3" fmla="*/ 122 h 470"/>
                    <a:gd name="T4" fmla="*/ 42 w 302"/>
                    <a:gd name="T5" fmla="*/ 116 h 470"/>
                    <a:gd name="T6" fmla="*/ 50 w 302"/>
                    <a:gd name="T7" fmla="*/ 92 h 470"/>
                    <a:gd name="T8" fmla="*/ 50 w 302"/>
                    <a:gd name="T9" fmla="*/ 56 h 470"/>
                    <a:gd name="T10" fmla="*/ 56 w 302"/>
                    <a:gd name="T11" fmla="*/ 60 h 470"/>
                    <a:gd name="T12" fmla="*/ 60 w 302"/>
                    <a:gd name="T13" fmla="*/ 78 h 470"/>
                    <a:gd name="T14" fmla="*/ 68 w 302"/>
                    <a:gd name="T15" fmla="*/ 86 h 470"/>
                    <a:gd name="T16" fmla="*/ 80 w 302"/>
                    <a:gd name="T17" fmla="*/ 76 h 470"/>
                    <a:gd name="T18" fmla="*/ 90 w 302"/>
                    <a:gd name="T19" fmla="*/ 60 h 470"/>
                    <a:gd name="T20" fmla="*/ 110 w 302"/>
                    <a:gd name="T21" fmla="*/ 64 h 470"/>
                    <a:gd name="T22" fmla="*/ 120 w 302"/>
                    <a:gd name="T23" fmla="*/ 68 h 470"/>
                    <a:gd name="T24" fmla="*/ 128 w 302"/>
                    <a:gd name="T25" fmla="*/ 60 h 470"/>
                    <a:gd name="T26" fmla="*/ 142 w 302"/>
                    <a:gd name="T27" fmla="*/ 46 h 470"/>
                    <a:gd name="T28" fmla="*/ 146 w 302"/>
                    <a:gd name="T29" fmla="*/ 26 h 470"/>
                    <a:gd name="T30" fmla="*/ 164 w 302"/>
                    <a:gd name="T31" fmla="*/ 12 h 470"/>
                    <a:gd name="T32" fmla="*/ 180 w 302"/>
                    <a:gd name="T33" fmla="*/ 0 h 470"/>
                    <a:gd name="T34" fmla="*/ 198 w 302"/>
                    <a:gd name="T35" fmla="*/ 4 h 470"/>
                    <a:gd name="T36" fmla="*/ 212 w 302"/>
                    <a:gd name="T37" fmla="*/ 22 h 470"/>
                    <a:gd name="T38" fmla="*/ 216 w 302"/>
                    <a:gd name="T39" fmla="*/ 42 h 470"/>
                    <a:gd name="T40" fmla="*/ 216 w 302"/>
                    <a:gd name="T41" fmla="*/ 60 h 470"/>
                    <a:gd name="T42" fmla="*/ 210 w 302"/>
                    <a:gd name="T43" fmla="*/ 64 h 470"/>
                    <a:gd name="T44" fmla="*/ 202 w 302"/>
                    <a:gd name="T45" fmla="*/ 82 h 470"/>
                    <a:gd name="T46" fmla="*/ 206 w 302"/>
                    <a:gd name="T47" fmla="*/ 92 h 470"/>
                    <a:gd name="T48" fmla="*/ 220 w 302"/>
                    <a:gd name="T49" fmla="*/ 86 h 470"/>
                    <a:gd name="T50" fmla="*/ 228 w 302"/>
                    <a:gd name="T51" fmla="*/ 96 h 470"/>
                    <a:gd name="T52" fmla="*/ 224 w 302"/>
                    <a:gd name="T53" fmla="*/ 116 h 470"/>
                    <a:gd name="T54" fmla="*/ 210 w 302"/>
                    <a:gd name="T55" fmla="*/ 130 h 470"/>
                    <a:gd name="T56" fmla="*/ 202 w 302"/>
                    <a:gd name="T57" fmla="*/ 148 h 470"/>
                    <a:gd name="T58" fmla="*/ 190 w 302"/>
                    <a:gd name="T59" fmla="*/ 168 h 470"/>
                    <a:gd name="T60" fmla="*/ 180 w 302"/>
                    <a:gd name="T61" fmla="*/ 178 h 470"/>
                    <a:gd name="T62" fmla="*/ 164 w 302"/>
                    <a:gd name="T63" fmla="*/ 194 h 470"/>
                    <a:gd name="T64" fmla="*/ 150 w 302"/>
                    <a:gd name="T65" fmla="*/ 206 h 470"/>
                    <a:gd name="T66" fmla="*/ 136 w 302"/>
                    <a:gd name="T67" fmla="*/ 212 h 470"/>
                    <a:gd name="T68" fmla="*/ 124 w 302"/>
                    <a:gd name="T69" fmla="*/ 216 h 470"/>
                    <a:gd name="T70" fmla="*/ 98 w 302"/>
                    <a:gd name="T71" fmla="*/ 216 h 470"/>
                    <a:gd name="T72" fmla="*/ 80 w 302"/>
                    <a:gd name="T73" fmla="*/ 220 h 470"/>
                    <a:gd name="T74" fmla="*/ 60 w 302"/>
                    <a:gd name="T75" fmla="*/ 224 h 470"/>
                    <a:gd name="T76" fmla="*/ 42 w 302"/>
                    <a:gd name="T77" fmla="*/ 232 h 470"/>
                    <a:gd name="T78" fmla="*/ 30 w 302"/>
                    <a:gd name="T79" fmla="*/ 220 h 470"/>
                    <a:gd name="T80" fmla="*/ 28 w 302"/>
                    <a:gd name="T81" fmla="*/ 224 h 470"/>
                    <a:gd name="T82" fmla="*/ 28 w 302"/>
                    <a:gd name="T83" fmla="*/ 212 h 470"/>
                    <a:gd name="T84" fmla="*/ 24 w 302"/>
                    <a:gd name="T85" fmla="*/ 194 h 470"/>
                    <a:gd name="T86" fmla="*/ 24 w 302"/>
                    <a:gd name="T87" fmla="*/ 178 h 470"/>
                    <a:gd name="T88" fmla="*/ 16 w 302"/>
                    <a:gd name="T89" fmla="*/ 164 h 470"/>
                    <a:gd name="T90" fmla="*/ 8 w 302"/>
                    <a:gd name="T91" fmla="*/ 142 h 470"/>
                    <a:gd name="T92" fmla="*/ 0 w 302"/>
                    <a:gd name="T93" fmla="*/ 120 h 470"/>
                    <a:gd name="T94" fmla="*/ 8 w 302"/>
                    <a:gd name="T95" fmla="*/ 108 h 470"/>
                    <a:gd name="T96" fmla="*/ 180 w 302"/>
                    <a:gd name="T97" fmla="*/ 122 h 470"/>
                    <a:gd name="T98" fmla="*/ 168 w 302"/>
                    <a:gd name="T99" fmla="*/ 120 h 470"/>
                    <a:gd name="T100" fmla="*/ 154 w 302"/>
                    <a:gd name="T101" fmla="*/ 134 h 470"/>
                    <a:gd name="T102" fmla="*/ 154 w 302"/>
                    <a:gd name="T103" fmla="*/ 148 h 470"/>
                    <a:gd name="T104" fmla="*/ 164 w 302"/>
                    <a:gd name="T105" fmla="*/ 146 h 470"/>
                    <a:gd name="T106" fmla="*/ 180 w 302"/>
                    <a:gd name="T107" fmla="*/ 134 h 470"/>
                    <a:gd name="T108" fmla="*/ 302 w 302"/>
                    <a:gd name="T109" fmla="*/ 466 h 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302" h="470">
                      <a:moveTo>
                        <a:pt x="8" y="108"/>
                      </a:moveTo>
                      <a:lnTo>
                        <a:pt x="8" y="112"/>
                      </a:lnTo>
                      <a:lnTo>
                        <a:pt x="12" y="112"/>
                      </a:lnTo>
                      <a:lnTo>
                        <a:pt x="12" y="108"/>
                      </a:lnTo>
                      <a:lnTo>
                        <a:pt x="12" y="112"/>
                      </a:lnTo>
                      <a:lnTo>
                        <a:pt x="12" y="116"/>
                      </a:lnTo>
                      <a:lnTo>
                        <a:pt x="12" y="120"/>
                      </a:lnTo>
                      <a:lnTo>
                        <a:pt x="16" y="120"/>
                      </a:lnTo>
                      <a:lnTo>
                        <a:pt x="20" y="120"/>
                      </a:lnTo>
                      <a:lnTo>
                        <a:pt x="20" y="122"/>
                      </a:lnTo>
                      <a:lnTo>
                        <a:pt x="24" y="122"/>
                      </a:lnTo>
                      <a:lnTo>
                        <a:pt x="28" y="122"/>
                      </a:lnTo>
                      <a:lnTo>
                        <a:pt x="30" y="120"/>
                      </a:lnTo>
                      <a:lnTo>
                        <a:pt x="34" y="122"/>
                      </a:lnTo>
                      <a:lnTo>
                        <a:pt x="38" y="122"/>
                      </a:lnTo>
                      <a:lnTo>
                        <a:pt x="38" y="120"/>
                      </a:lnTo>
                      <a:lnTo>
                        <a:pt x="42" y="120"/>
                      </a:lnTo>
                      <a:lnTo>
                        <a:pt x="42" y="116"/>
                      </a:lnTo>
                      <a:lnTo>
                        <a:pt x="46" y="116"/>
                      </a:lnTo>
                      <a:lnTo>
                        <a:pt x="50" y="112"/>
                      </a:lnTo>
                      <a:lnTo>
                        <a:pt x="50" y="108"/>
                      </a:lnTo>
                      <a:lnTo>
                        <a:pt x="50" y="104"/>
                      </a:lnTo>
                      <a:lnTo>
                        <a:pt x="50" y="96"/>
                      </a:lnTo>
                      <a:lnTo>
                        <a:pt x="50" y="92"/>
                      </a:lnTo>
                      <a:lnTo>
                        <a:pt x="50" y="90"/>
                      </a:lnTo>
                      <a:lnTo>
                        <a:pt x="50" y="78"/>
                      </a:lnTo>
                      <a:lnTo>
                        <a:pt x="50" y="68"/>
                      </a:lnTo>
                      <a:lnTo>
                        <a:pt x="50" y="64"/>
                      </a:lnTo>
                      <a:lnTo>
                        <a:pt x="50" y="60"/>
                      </a:lnTo>
                      <a:lnTo>
                        <a:pt x="50" y="56"/>
                      </a:lnTo>
                      <a:lnTo>
                        <a:pt x="50" y="52"/>
                      </a:lnTo>
                      <a:lnTo>
                        <a:pt x="50" y="48"/>
                      </a:lnTo>
                      <a:lnTo>
                        <a:pt x="54" y="48"/>
                      </a:lnTo>
                      <a:lnTo>
                        <a:pt x="54" y="52"/>
                      </a:lnTo>
                      <a:lnTo>
                        <a:pt x="56" y="56"/>
                      </a:lnTo>
                      <a:lnTo>
                        <a:pt x="56" y="60"/>
                      </a:lnTo>
                      <a:lnTo>
                        <a:pt x="60" y="64"/>
                      </a:lnTo>
                      <a:lnTo>
                        <a:pt x="56" y="64"/>
                      </a:lnTo>
                      <a:lnTo>
                        <a:pt x="60" y="68"/>
                      </a:lnTo>
                      <a:lnTo>
                        <a:pt x="60" y="72"/>
                      </a:lnTo>
                      <a:lnTo>
                        <a:pt x="60" y="76"/>
                      </a:lnTo>
                      <a:lnTo>
                        <a:pt x="60" y="78"/>
                      </a:lnTo>
                      <a:lnTo>
                        <a:pt x="56" y="78"/>
                      </a:lnTo>
                      <a:lnTo>
                        <a:pt x="56" y="82"/>
                      </a:lnTo>
                      <a:lnTo>
                        <a:pt x="56" y="86"/>
                      </a:lnTo>
                      <a:lnTo>
                        <a:pt x="60" y="86"/>
                      </a:lnTo>
                      <a:lnTo>
                        <a:pt x="64" y="86"/>
                      </a:lnTo>
                      <a:lnTo>
                        <a:pt x="68" y="86"/>
                      </a:lnTo>
                      <a:lnTo>
                        <a:pt x="72" y="86"/>
                      </a:lnTo>
                      <a:lnTo>
                        <a:pt x="76" y="86"/>
                      </a:lnTo>
                      <a:lnTo>
                        <a:pt x="76" y="82"/>
                      </a:lnTo>
                      <a:lnTo>
                        <a:pt x="80" y="82"/>
                      </a:lnTo>
                      <a:lnTo>
                        <a:pt x="80" y="78"/>
                      </a:lnTo>
                      <a:lnTo>
                        <a:pt x="80" y="76"/>
                      </a:lnTo>
                      <a:lnTo>
                        <a:pt x="84" y="76"/>
                      </a:lnTo>
                      <a:lnTo>
                        <a:pt x="86" y="72"/>
                      </a:lnTo>
                      <a:lnTo>
                        <a:pt x="86" y="68"/>
                      </a:lnTo>
                      <a:lnTo>
                        <a:pt x="86" y="64"/>
                      </a:lnTo>
                      <a:lnTo>
                        <a:pt x="90" y="64"/>
                      </a:lnTo>
                      <a:lnTo>
                        <a:pt x="90" y="60"/>
                      </a:lnTo>
                      <a:lnTo>
                        <a:pt x="90" y="56"/>
                      </a:lnTo>
                      <a:lnTo>
                        <a:pt x="94" y="56"/>
                      </a:lnTo>
                      <a:lnTo>
                        <a:pt x="98" y="56"/>
                      </a:lnTo>
                      <a:lnTo>
                        <a:pt x="102" y="60"/>
                      </a:lnTo>
                      <a:lnTo>
                        <a:pt x="106" y="64"/>
                      </a:lnTo>
                      <a:lnTo>
                        <a:pt x="110" y="64"/>
                      </a:lnTo>
                      <a:lnTo>
                        <a:pt x="110" y="68"/>
                      </a:lnTo>
                      <a:lnTo>
                        <a:pt x="112" y="68"/>
                      </a:lnTo>
                      <a:lnTo>
                        <a:pt x="112" y="64"/>
                      </a:lnTo>
                      <a:lnTo>
                        <a:pt x="112" y="68"/>
                      </a:lnTo>
                      <a:lnTo>
                        <a:pt x="116" y="68"/>
                      </a:lnTo>
                      <a:lnTo>
                        <a:pt x="120" y="68"/>
                      </a:lnTo>
                      <a:lnTo>
                        <a:pt x="120" y="64"/>
                      </a:lnTo>
                      <a:lnTo>
                        <a:pt x="120" y="68"/>
                      </a:lnTo>
                      <a:lnTo>
                        <a:pt x="124" y="68"/>
                      </a:lnTo>
                      <a:lnTo>
                        <a:pt x="124" y="64"/>
                      </a:lnTo>
                      <a:lnTo>
                        <a:pt x="128" y="64"/>
                      </a:lnTo>
                      <a:lnTo>
                        <a:pt x="128" y="60"/>
                      </a:lnTo>
                      <a:lnTo>
                        <a:pt x="132" y="56"/>
                      </a:lnTo>
                      <a:lnTo>
                        <a:pt x="132" y="52"/>
                      </a:lnTo>
                      <a:lnTo>
                        <a:pt x="132" y="48"/>
                      </a:lnTo>
                      <a:lnTo>
                        <a:pt x="136" y="46"/>
                      </a:lnTo>
                      <a:lnTo>
                        <a:pt x="140" y="46"/>
                      </a:lnTo>
                      <a:lnTo>
                        <a:pt x="142" y="46"/>
                      </a:lnTo>
                      <a:lnTo>
                        <a:pt x="142" y="42"/>
                      </a:lnTo>
                      <a:lnTo>
                        <a:pt x="146" y="42"/>
                      </a:lnTo>
                      <a:lnTo>
                        <a:pt x="146" y="38"/>
                      </a:lnTo>
                      <a:lnTo>
                        <a:pt x="146" y="34"/>
                      </a:lnTo>
                      <a:lnTo>
                        <a:pt x="146" y="30"/>
                      </a:lnTo>
                      <a:lnTo>
                        <a:pt x="146" y="26"/>
                      </a:lnTo>
                      <a:lnTo>
                        <a:pt x="150" y="26"/>
                      </a:lnTo>
                      <a:lnTo>
                        <a:pt x="154" y="22"/>
                      </a:lnTo>
                      <a:lnTo>
                        <a:pt x="158" y="22"/>
                      </a:lnTo>
                      <a:lnTo>
                        <a:pt x="158" y="18"/>
                      </a:lnTo>
                      <a:lnTo>
                        <a:pt x="162" y="16"/>
                      </a:lnTo>
                      <a:lnTo>
                        <a:pt x="164" y="12"/>
                      </a:lnTo>
                      <a:lnTo>
                        <a:pt x="164" y="8"/>
                      </a:lnTo>
                      <a:lnTo>
                        <a:pt x="168" y="8"/>
                      </a:lnTo>
                      <a:lnTo>
                        <a:pt x="172" y="8"/>
                      </a:lnTo>
                      <a:lnTo>
                        <a:pt x="176" y="8"/>
                      </a:lnTo>
                      <a:lnTo>
                        <a:pt x="176" y="4"/>
                      </a:lnTo>
                      <a:lnTo>
                        <a:pt x="180" y="0"/>
                      </a:lnTo>
                      <a:lnTo>
                        <a:pt x="182" y="0"/>
                      </a:lnTo>
                      <a:lnTo>
                        <a:pt x="186" y="0"/>
                      </a:lnTo>
                      <a:lnTo>
                        <a:pt x="190" y="0"/>
                      </a:lnTo>
                      <a:lnTo>
                        <a:pt x="190" y="4"/>
                      </a:lnTo>
                      <a:lnTo>
                        <a:pt x="194" y="4"/>
                      </a:lnTo>
                      <a:lnTo>
                        <a:pt x="198" y="4"/>
                      </a:lnTo>
                      <a:lnTo>
                        <a:pt x="202" y="4"/>
                      </a:lnTo>
                      <a:lnTo>
                        <a:pt x="206" y="4"/>
                      </a:lnTo>
                      <a:lnTo>
                        <a:pt x="210" y="4"/>
                      </a:lnTo>
                      <a:lnTo>
                        <a:pt x="210" y="8"/>
                      </a:lnTo>
                      <a:lnTo>
                        <a:pt x="212" y="18"/>
                      </a:lnTo>
                      <a:lnTo>
                        <a:pt x="212" y="22"/>
                      </a:lnTo>
                      <a:lnTo>
                        <a:pt x="212" y="26"/>
                      </a:lnTo>
                      <a:lnTo>
                        <a:pt x="212" y="30"/>
                      </a:lnTo>
                      <a:lnTo>
                        <a:pt x="216" y="30"/>
                      </a:lnTo>
                      <a:lnTo>
                        <a:pt x="216" y="34"/>
                      </a:lnTo>
                      <a:lnTo>
                        <a:pt x="216" y="38"/>
                      </a:lnTo>
                      <a:lnTo>
                        <a:pt x="216" y="42"/>
                      </a:lnTo>
                      <a:lnTo>
                        <a:pt x="220" y="42"/>
                      </a:lnTo>
                      <a:lnTo>
                        <a:pt x="216" y="46"/>
                      </a:lnTo>
                      <a:lnTo>
                        <a:pt x="216" y="48"/>
                      </a:lnTo>
                      <a:lnTo>
                        <a:pt x="216" y="52"/>
                      </a:lnTo>
                      <a:lnTo>
                        <a:pt x="220" y="52"/>
                      </a:lnTo>
                      <a:lnTo>
                        <a:pt x="216" y="60"/>
                      </a:lnTo>
                      <a:lnTo>
                        <a:pt x="216" y="64"/>
                      </a:lnTo>
                      <a:lnTo>
                        <a:pt x="216" y="68"/>
                      </a:lnTo>
                      <a:lnTo>
                        <a:pt x="216" y="72"/>
                      </a:lnTo>
                      <a:lnTo>
                        <a:pt x="216" y="68"/>
                      </a:lnTo>
                      <a:lnTo>
                        <a:pt x="212" y="68"/>
                      </a:lnTo>
                      <a:lnTo>
                        <a:pt x="210" y="64"/>
                      </a:lnTo>
                      <a:lnTo>
                        <a:pt x="206" y="68"/>
                      </a:lnTo>
                      <a:lnTo>
                        <a:pt x="206" y="72"/>
                      </a:lnTo>
                      <a:lnTo>
                        <a:pt x="206" y="76"/>
                      </a:lnTo>
                      <a:lnTo>
                        <a:pt x="202" y="76"/>
                      </a:lnTo>
                      <a:lnTo>
                        <a:pt x="202" y="78"/>
                      </a:lnTo>
                      <a:lnTo>
                        <a:pt x="202" y="82"/>
                      </a:lnTo>
                      <a:lnTo>
                        <a:pt x="202" y="86"/>
                      </a:lnTo>
                      <a:lnTo>
                        <a:pt x="202" y="82"/>
                      </a:lnTo>
                      <a:lnTo>
                        <a:pt x="202" y="86"/>
                      </a:lnTo>
                      <a:lnTo>
                        <a:pt x="206" y="86"/>
                      </a:lnTo>
                      <a:lnTo>
                        <a:pt x="206" y="90"/>
                      </a:lnTo>
                      <a:lnTo>
                        <a:pt x="206" y="92"/>
                      </a:lnTo>
                      <a:lnTo>
                        <a:pt x="210" y="92"/>
                      </a:lnTo>
                      <a:lnTo>
                        <a:pt x="212" y="92"/>
                      </a:lnTo>
                      <a:lnTo>
                        <a:pt x="216" y="92"/>
                      </a:lnTo>
                      <a:lnTo>
                        <a:pt x="216" y="90"/>
                      </a:lnTo>
                      <a:lnTo>
                        <a:pt x="216" y="86"/>
                      </a:lnTo>
                      <a:lnTo>
                        <a:pt x="220" y="86"/>
                      </a:lnTo>
                      <a:lnTo>
                        <a:pt x="224" y="86"/>
                      </a:lnTo>
                      <a:lnTo>
                        <a:pt x="228" y="86"/>
                      </a:lnTo>
                      <a:lnTo>
                        <a:pt x="232" y="86"/>
                      </a:lnTo>
                      <a:lnTo>
                        <a:pt x="232" y="90"/>
                      </a:lnTo>
                      <a:lnTo>
                        <a:pt x="228" y="92"/>
                      </a:lnTo>
                      <a:lnTo>
                        <a:pt x="228" y="96"/>
                      </a:lnTo>
                      <a:lnTo>
                        <a:pt x="228" y="100"/>
                      </a:lnTo>
                      <a:lnTo>
                        <a:pt x="228" y="104"/>
                      </a:lnTo>
                      <a:lnTo>
                        <a:pt x="228" y="108"/>
                      </a:lnTo>
                      <a:lnTo>
                        <a:pt x="224" y="108"/>
                      </a:lnTo>
                      <a:lnTo>
                        <a:pt x="224" y="112"/>
                      </a:lnTo>
                      <a:lnTo>
                        <a:pt x="224" y="116"/>
                      </a:lnTo>
                      <a:lnTo>
                        <a:pt x="220" y="120"/>
                      </a:lnTo>
                      <a:lnTo>
                        <a:pt x="220" y="122"/>
                      </a:lnTo>
                      <a:lnTo>
                        <a:pt x="216" y="122"/>
                      </a:lnTo>
                      <a:lnTo>
                        <a:pt x="212" y="122"/>
                      </a:lnTo>
                      <a:lnTo>
                        <a:pt x="212" y="126"/>
                      </a:lnTo>
                      <a:lnTo>
                        <a:pt x="210" y="130"/>
                      </a:lnTo>
                      <a:lnTo>
                        <a:pt x="206" y="134"/>
                      </a:lnTo>
                      <a:lnTo>
                        <a:pt x="206" y="138"/>
                      </a:lnTo>
                      <a:lnTo>
                        <a:pt x="206" y="142"/>
                      </a:lnTo>
                      <a:lnTo>
                        <a:pt x="202" y="142"/>
                      </a:lnTo>
                      <a:lnTo>
                        <a:pt x="202" y="146"/>
                      </a:lnTo>
                      <a:lnTo>
                        <a:pt x="202" y="148"/>
                      </a:lnTo>
                      <a:lnTo>
                        <a:pt x="198" y="148"/>
                      </a:lnTo>
                      <a:lnTo>
                        <a:pt x="198" y="156"/>
                      </a:lnTo>
                      <a:lnTo>
                        <a:pt x="194" y="156"/>
                      </a:lnTo>
                      <a:lnTo>
                        <a:pt x="194" y="160"/>
                      </a:lnTo>
                      <a:lnTo>
                        <a:pt x="190" y="164"/>
                      </a:lnTo>
                      <a:lnTo>
                        <a:pt x="190" y="168"/>
                      </a:lnTo>
                      <a:lnTo>
                        <a:pt x="186" y="168"/>
                      </a:lnTo>
                      <a:lnTo>
                        <a:pt x="186" y="172"/>
                      </a:lnTo>
                      <a:lnTo>
                        <a:pt x="182" y="172"/>
                      </a:lnTo>
                      <a:lnTo>
                        <a:pt x="182" y="176"/>
                      </a:lnTo>
                      <a:lnTo>
                        <a:pt x="180" y="176"/>
                      </a:lnTo>
                      <a:lnTo>
                        <a:pt x="180" y="178"/>
                      </a:lnTo>
                      <a:lnTo>
                        <a:pt x="176" y="178"/>
                      </a:lnTo>
                      <a:lnTo>
                        <a:pt x="176" y="182"/>
                      </a:lnTo>
                      <a:lnTo>
                        <a:pt x="172" y="186"/>
                      </a:lnTo>
                      <a:lnTo>
                        <a:pt x="168" y="190"/>
                      </a:lnTo>
                      <a:lnTo>
                        <a:pt x="168" y="194"/>
                      </a:lnTo>
                      <a:lnTo>
                        <a:pt x="164" y="194"/>
                      </a:lnTo>
                      <a:lnTo>
                        <a:pt x="164" y="198"/>
                      </a:lnTo>
                      <a:lnTo>
                        <a:pt x="162" y="198"/>
                      </a:lnTo>
                      <a:lnTo>
                        <a:pt x="158" y="198"/>
                      </a:lnTo>
                      <a:lnTo>
                        <a:pt x="158" y="202"/>
                      </a:lnTo>
                      <a:lnTo>
                        <a:pt x="154" y="206"/>
                      </a:lnTo>
                      <a:lnTo>
                        <a:pt x="150" y="206"/>
                      </a:lnTo>
                      <a:lnTo>
                        <a:pt x="150" y="208"/>
                      </a:lnTo>
                      <a:lnTo>
                        <a:pt x="146" y="208"/>
                      </a:lnTo>
                      <a:lnTo>
                        <a:pt x="142" y="208"/>
                      </a:lnTo>
                      <a:lnTo>
                        <a:pt x="142" y="212"/>
                      </a:lnTo>
                      <a:lnTo>
                        <a:pt x="140" y="212"/>
                      </a:lnTo>
                      <a:lnTo>
                        <a:pt x="136" y="212"/>
                      </a:lnTo>
                      <a:lnTo>
                        <a:pt x="132" y="212"/>
                      </a:lnTo>
                      <a:lnTo>
                        <a:pt x="128" y="212"/>
                      </a:lnTo>
                      <a:lnTo>
                        <a:pt x="128" y="216"/>
                      </a:lnTo>
                      <a:lnTo>
                        <a:pt x="132" y="216"/>
                      </a:lnTo>
                      <a:lnTo>
                        <a:pt x="128" y="216"/>
                      </a:lnTo>
                      <a:lnTo>
                        <a:pt x="124" y="216"/>
                      </a:lnTo>
                      <a:lnTo>
                        <a:pt x="120" y="216"/>
                      </a:lnTo>
                      <a:lnTo>
                        <a:pt x="116" y="220"/>
                      </a:lnTo>
                      <a:lnTo>
                        <a:pt x="112" y="220"/>
                      </a:lnTo>
                      <a:lnTo>
                        <a:pt x="106" y="216"/>
                      </a:lnTo>
                      <a:lnTo>
                        <a:pt x="102" y="216"/>
                      </a:lnTo>
                      <a:lnTo>
                        <a:pt x="98" y="216"/>
                      </a:lnTo>
                      <a:lnTo>
                        <a:pt x="94" y="216"/>
                      </a:lnTo>
                      <a:lnTo>
                        <a:pt x="90" y="216"/>
                      </a:lnTo>
                      <a:lnTo>
                        <a:pt x="86" y="216"/>
                      </a:lnTo>
                      <a:lnTo>
                        <a:pt x="84" y="216"/>
                      </a:lnTo>
                      <a:lnTo>
                        <a:pt x="80" y="216"/>
                      </a:lnTo>
                      <a:lnTo>
                        <a:pt x="80" y="220"/>
                      </a:lnTo>
                      <a:lnTo>
                        <a:pt x="76" y="220"/>
                      </a:lnTo>
                      <a:lnTo>
                        <a:pt x="76" y="224"/>
                      </a:lnTo>
                      <a:lnTo>
                        <a:pt x="72" y="224"/>
                      </a:lnTo>
                      <a:lnTo>
                        <a:pt x="68" y="224"/>
                      </a:lnTo>
                      <a:lnTo>
                        <a:pt x="64" y="224"/>
                      </a:lnTo>
                      <a:lnTo>
                        <a:pt x="60" y="224"/>
                      </a:lnTo>
                      <a:lnTo>
                        <a:pt x="56" y="224"/>
                      </a:lnTo>
                      <a:lnTo>
                        <a:pt x="56" y="228"/>
                      </a:lnTo>
                      <a:lnTo>
                        <a:pt x="54" y="228"/>
                      </a:lnTo>
                      <a:lnTo>
                        <a:pt x="50" y="232"/>
                      </a:lnTo>
                      <a:lnTo>
                        <a:pt x="46" y="232"/>
                      </a:lnTo>
                      <a:lnTo>
                        <a:pt x="42" y="232"/>
                      </a:lnTo>
                      <a:lnTo>
                        <a:pt x="42" y="228"/>
                      </a:lnTo>
                      <a:lnTo>
                        <a:pt x="38" y="228"/>
                      </a:lnTo>
                      <a:lnTo>
                        <a:pt x="38" y="224"/>
                      </a:lnTo>
                      <a:lnTo>
                        <a:pt x="34" y="224"/>
                      </a:lnTo>
                      <a:lnTo>
                        <a:pt x="30" y="224"/>
                      </a:lnTo>
                      <a:lnTo>
                        <a:pt x="30" y="220"/>
                      </a:lnTo>
                      <a:lnTo>
                        <a:pt x="34" y="220"/>
                      </a:lnTo>
                      <a:lnTo>
                        <a:pt x="30" y="220"/>
                      </a:lnTo>
                      <a:lnTo>
                        <a:pt x="30" y="216"/>
                      </a:lnTo>
                      <a:lnTo>
                        <a:pt x="28" y="216"/>
                      </a:lnTo>
                      <a:lnTo>
                        <a:pt x="28" y="220"/>
                      </a:lnTo>
                      <a:lnTo>
                        <a:pt x="28" y="224"/>
                      </a:lnTo>
                      <a:lnTo>
                        <a:pt x="28" y="220"/>
                      </a:lnTo>
                      <a:lnTo>
                        <a:pt x="24" y="216"/>
                      </a:lnTo>
                      <a:lnTo>
                        <a:pt x="28" y="216"/>
                      </a:lnTo>
                      <a:lnTo>
                        <a:pt x="28" y="212"/>
                      </a:lnTo>
                      <a:lnTo>
                        <a:pt x="28" y="216"/>
                      </a:lnTo>
                      <a:lnTo>
                        <a:pt x="28" y="212"/>
                      </a:lnTo>
                      <a:lnTo>
                        <a:pt x="28" y="208"/>
                      </a:lnTo>
                      <a:lnTo>
                        <a:pt x="24" y="206"/>
                      </a:lnTo>
                      <a:lnTo>
                        <a:pt x="24" y="202"/>
                      </a:lnTo>
                      <a:lnTo>
                        <a:pt x="20" y="198"/>
                      </a:lnTo>
                      <a:lnTo>
                        <a:pt x="20" y="194"/>
                      </a:lnTo>
                      <a:lnTo>
                        <a:pt x="24" y="194"/>
                      </a:lnTo>
                      <a:lnTo>
                        <a:pt x="24" y="190"/>
                      </a:lnTo>
                      <a:lnTo>
                        <a:pt x="28" y="190"/>
                      </a:lnTo>
                      <a:lnTo>
                        <a:pt x="28" y="186"/>
                      </a:lnTo>
                      <a:lnTo>
                        <a:pt x="28" y="182"/>
                      </a:lnTo>
                      <a:lnTo>
                        <a:pt x="24" y="182"/>
                      </a:lnTo>
                      <a:lnTo>
                        <a:pt x="24" y="178"/>
                      </a:lnTo>
                      <a:lnTo>
                        <a:pt x="24" y="176"/>
                      </a:lnTo>
                      <a:lnTo>
                        <a:pt x="24" y="172"/>
                      </a:lnTo>
                      <a:lnTo>
                        <a:pt x="20" y="172"/>
                      </a:lnTo>
                      <a:lnTo>
                        <a:pt x="20" y="168"/>
                      </a:lnTo>
                      <a:lnTo>
                        <a:pt x="20" y="164"/>
                      </a:lnTo>
                      <a:lnTo>
                        <a:pt x="16" y="164"/>
                      </a:lnTo>
                      <a:lnTo>
                        <a:pt x="16" y="160"/>
                      </a:lnTo>
                      <a:lnTo>
                        <a:pt x="12" y="156"/>
                      </a:lnTo>
                      <a:lnTo>
                        <a:pt x="12" y="152"/>
                      </a:lnTo>
                      <a:lnTo>
                        <a:pt x="12" y="148"/>
                      </a:lnTo>
                      <a:lnTo>
                        <a:pt x="8" y="146"/>
                      </a:lnTo>
                      <a:lnTo>
                        <a:pt x="8" y="142"/>
                      </a:lnTo>
                      <a:lnTo>
                        <a:pt x="8" y="138"/>
                      </a:lnTo>
                      <a:lnTo>
                        <a:pt x="8" y="134"/>
                      </a:lnTo>
                      <a:lnTo>
                        <a:pt x="4" y="130"/>
                      </a:lnTo>
                      <a:lnTo>
                        <a:pt x="4" y="126"/>
                      </a:lnTo>
                      <a:lnTo>
                        <a:pt x="0" y="122"/>
                      </a:lnTo>
                      <a:lnTo>
                        <a:pt x="0" y="120"/>
                      </a:lnTo>
                      <a:lnTo>
                        <a:pt x="0" y="116"/>
                      </a:lnTo>
                      <a:lnTo>
                        <a:pt x="4" y="116"/>
                      </a:lnTo>
                      <a:lnTo>
                        <a:pt x="4" y="112"/>
                      </a:lnTo>
                      <a:lnTo>
                        <a:pt x="4" y="108"/>
                      </a:lnTo>
                      <a:lnTo>
                        <a:pt x="8" y="108"/>
                      </a:lnTo>
                      <a:lnTo>
                        <a:pt x="8" y="108"/>
                      </a:lnTo>
                      <a:lnTo>
                        <a:pt x="8" y="108"/>
                      </a:lnTo>
                      <a:close/>
                      <a:moveTo>
                        <a:pt x="180" y="134"/>
                      </a:moveTo>
                      <a:lnTo>
                        <a:pt x="180" y="130"/>
                      </a:lnTo>
                      <a:lnTo>
                        <a:pt x="182" y="130"/>
                      </a:lnTo>
                      <a:lnTo>
                        <a:pt x="180" y="126"/>
                      </a:lnTo>
                      <a:lnTo>
                        <a:pt x="180" y="122"/>
                      </a:lnTo>
                      <a:lnTo>
                        <a:pt x="176" y="122"/>
                      </a:lnTo>
                      <a:lnTo>
                        <a:pt x="176" y="120"/>
                      </a:lnTo>
                      <a:lnTo>
                        <a:pt x="172" y="120"/>
                      </a:lnTo>
                      <a:lnTo>
                        <a:pt x="172" y="116"/>
                      </a:lnTo>
                      <a:lnTo>
                        <a:pt x="168" y="116"/>
                      </a:lnTo>
                      <a:lnTo>
                        <a:pt x="168" y="120"/>
                      </a:lnTo>
                      <a:lnTo>
                        <a:pt x="164" y="120"/>
                      </a:lnTo>
                      <a:lnTo>
                        <a:pt x="162" y="122"/>
                      </a:lnTo>
                      <a:lnTo>
                        <a:pt x="158" y="122"/>
                      </a:lnTo>
                      <a:lnTo>
                        <a:pt x="158" y="126"/>
                      </a:lnTo>
                      <a:lnTo>
                        <a:pt x="154" y="130"/>
                      </a:lnTo>
                      <a:lnTo>
                        <a:pt x="154" y="134"/>
                      </a:lnTo>
                      <a:lnTo>
                        <a:pt x="150" y="134"/>
                      </a:lnTo>
                      <a:lnTo>
                        <a:pt x="150" y="138"/>
                      </a:lnTo>
                      <a:lnTo>
                        <a:pt x="150" y="142"/>
                      </a:lnTo>
                      <a:lnTo>
                        <a:pt x="154" y="142"/>
                      </a:lnTo>
                      <a:lnTo>
                        <a:pt x="154" y="146"/>
                      </a:lnTo>
                      <a:lnTo>
                        <a:pt x="154" y="148"/>
                      </a:lnTo>
                      <a:lnTo>
                        <a:pt x="158" y="148"/>
                      </a:lnTo>
                      <a:lnTo>
                        <a:pt x="158" y="152"/>
                      </a:lnTo>
                      <a:lnTo>
                        <a:pt x="162" y="152"/>
                      </a:lnTo>
                      <a:lnTo>
                        <a:pt x="164" y="152"/>
                      </a:lnTo>
                      <a:lnTo>
                        <a:pt x="164" y="148"/>
                      </a:lnTo>
                      <a:lnTo>
                        <a:pt x="164" y="146"/>
                      </a:lnTo>
                      <a:lnTo>
                        <a:pt x="168" y="146"/>
                      </a:lnTo>
                      <a:lnTo>
                        <a:pt x="172" y="146"/>
                      </a:lnTo>
                      <a:lnTo>
                        <a:pt x="176" y="142"/>
                      </a:lnTo>
                      <a:lnTo>
                        <a:pt x="180" y="142"/>
                      </a:lnTo>
                      <a:lnTo>
                        <a:pt x="180" y="138"/>
                      </a:lnTo>
                      <a:lnTo>
                        <a:pt x="180" y="134"/>
                      </a:lnTo>
                      <a:lnTo>
                        <a:pt x="180" y="134"/>
                      </a:lnTo>
                      <a:lnTo>
                        <a:pt x="180" y="134"/>
                      </a:lnTo>
                      <a:close/>
                      <a:moveTo>
                        <a:pt x="302" y="470"/>
                      </a:moveTo>
                      <a:lnTo>
                        <a:pt x="298" y="470"/>
                      </a:lnTo>
                      <a:lnTo>
                        <a:pt x="298" y="466"/>
                      </a:lnTo>
                      <a:lnTo>
                        <a:pt x="302" y="466"/>
                      </a:lnTo>
                      <a:lnTo>
                        <a:pt x="302" y="470"/>
                      </a:lnTo>
                      <a:lnTo>
                        <a:pt x="302" y="470"/>
                      </a:lnTo>
                      <a:lnTo>
                        <a:pt x="302" y="470"/>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193" name="Freeform 195">
                  <a:extLst>
                    <a:ext uri="{FF2B5EF4-FFF2-40B4-BE49-F238E27FC236}">
                      <a16:creationId xmlns:a16="http://schemas.microsoft.com/office/drawing/2014/main" id="{9FFB8065-9303-CDA7-54A4-348D9170B1BF}"/>
                    </a:ext>
                  </a:extLst>
                </p:cNvPr>
                <p:cNvSpPr>
                  <a:spLocks noEditPoints="1"/>
                </p:cNvSpPr>
                <p:nvPr/>
              </p:nvSpPr>
              <p:spPr bwMode="gray">
                <a:xfrm>
                  <a:off x="4351224" y="3156114"/>
                  <a:ext cx="553087" cy="525255"/>
                </a:xfrm>
                <a:custGeom>
                  <a:avLst/>
                  <a:gdLst>
                    <a:gd name="T0" fmla="*/ 210 w 318"/>
                    <a:gd name="T1" fmla="*/ 8 h 302"/>
                    <a:gd name="T2" fmla="*/ 224 w 318"/>
                    <a:gd name="T3" fmla="*/ 8 h 302"/>
                    <a:gd name="T4" fmla="*/ 236 w 318"/>
                    <a:gd name="T5" fmla="*/ 12 h 302"/>
                    <a:gd name="T6" fmla="*/ 250 w 318"/>
                    <a:gd name="T7" fmla="*/ 18 h 302"/>
                    <a:gd name="T8" fmla="*/ 266 w 318"/>
                    <a:gd name="T9" fmla="*/ 18 h 302"/>
                    <a:gd name="T10" fmla="*/ 278 w 318"/>
                    <a:gd name="T11" fmla="*/ 22 h 302"/>
                    <a:gd name="T12" fmla="*/ 296 w 318"/>
                    <a:gd name="T13" fmla="*/ 26 h 302"/>
                    <a:gd name="T14" fmla="*/ 304 w 318"/>
                    <a:gd name="T15" fmla="*/ 36 h 302"/>
                    <a:gd name="T16" fmla="*/ 284 w 318"/>
                    <a:gd name="T17" fmla="*/ 48 h 302"/>
                    <a:gd name="T18" fmla="*/ 270 w 318"/>
                    <a:gd name="T19" fmla="*/ 58 h 302"/>
                    <a:gd name="T20" fmla="*/ 266 w 318"/>
                    <a:gd name="T21" fmla="*/ 62 h 302"/>
                    <a:gd name="T22" fmla="*/ 254 w 318"/>
                    <a:gd name="T23" fmla="*/ 88 h 302"/>
                    <a:gd name="T24" fmla="*/ 258 w 318"/>
                    <a:gd name="T25" fmla="*/ 100 h 302"/>
                    <a:gd name="T26" fmla="*/ 248 w 318"/>
                    <a:gd name="T27" fmla="*/ 110 h 302"/>
                    <a:gd name="T28" fmla="*/ 236 w 318"/>
                    <a:gd name="T29" fmla="*/ 122 h 302"/>
                    <a:gd name="T30" fmla="*/ 220 w 318"/>
                    <a:gd name="T31" fmla="*/ 134 h 302"/>
                    <a:gd name="T32" fmla="*/ 202 w 318"/>
                    <a:gd name="T33" fmla="*/ 134 h 302"/>
                    <a:gd name="T34" fmla="*/ 188 w 318"/>
                    <a:gd name="T35" fmla="*/ 140 h 302"/>
                    <a:gd name="T36" fmla="*/ 176 w 318"/>
                    <a:gd name="T37" fmla="*/ 144 h 302"/>
                    <a:gd name="T38" fmla="*/ 168 w 318"/>
                    <a:gd name="T39" fmla="*/ 134 h 302"/>
                    <a:gd name="T40" fmla="*/ 154 w 318"/>
                    <a:gd name="T41" fmla="*/ 118 h 302"/>
                    <a:gd name="T42" fmla="*/ 158 w 318"/>
                    <a:gd name="T43" fmla="*/ 108 h 302"/>
                    <a:gd name="T44" fmla="*/ 158 w 318"/>
                    <a:gd name="T45" fmla="*/ 92 h 302"/>
                    <a:gd name="T46" fmla="*/ 154 w 318"/>
                    <a:gd name="T47" fmla="*/ 78 h 302"/>
                    <a:gd name="T48" fmla="*/ 162 w 318"/>
                    <a:gd name="T49" fmla="*/ 62 h 302"/>
                    <a:gd name="T50" fmla="*/ 168 w 318"/>
                    <a:gd name="T51" fmla="*/ 44 h 302"/>
                    <a:gd name="T52" fmla="*/ 164 w 318"/>
                    <a:gd name="T53" fmla="*/ 32 h 302"/>
                    <a:gd name="T54" fmla="*/ 146 w 318"/>
                    <a:gd name="T55" fmla="*/ 36 h 302"/>
                    <a:gd name="T56" fmla="*/ 134 w 318"/>
                    <a:gd name="T57" fmla="*/ 32 h 302"/>
                    <a:gd name="T58" fmla="*/ 134 w 318"/>
                    <a:gd name="T59" fmla="*/ 28 h 302"/>
                    <a:gd name="T60" fmla="*/ 132 w 318"/>
                    <a:gd name="T61" fmla="*/ 26 h 302"/>
                    <a:gd name="T62" fmla="*/ 132 w 318"/>
                    <a:gd name="T63" fmla="*/ 18 h 302"/>
                    <a:gd name="T64" fmla="*/ 134 w 318"/>
                    <a:gd name="T65" fmla="*/ 8 h 302"/>
                    <a:gd name="T66" fmla="*/ 154 w 318"/>
                    <a:gd name="T67" fmla="*/ 4 h 302"/>
                    <a:gd name="T68" fmla="*/ 176 w 318"/>
                    <a:gd name="T69" fmla="*/ 0 h 302"/>
                    <a:gd name="T70" fmla="*/ 192 w 318"/>
                    <a:gd name="T71" fmla="*/ 8 h 302"/>
                    <a:gd name="T72" fmla="*/ 184 w 318"/>
                    <a:gd name="T73" fmla="*/ 152 h 302"/>
                    <a:gd name="T74" fmla="*/ 218 w 318"/>
                    <a:gd name="T75" fmla="*/ 164 h 302"/>
                    <a:gd name="T76" fmla="*/ 318 w 318"/>
                    <a:gd name="T77" fmla="*/ 70 h 302"/>
                    <a:gd name="T78" fmla="*/ 296 w 318"/>
                    <a:gd name="T79" fmla="*/ 78 h 302"/>
                    <a:gd name="T80" fmla="*/ 304 w 318"/>
                    <a:gd name="T81" fmla="*/ 82 h 302"/>
                    <a:gd name="T82" fmla="*/ 292 w 318"/>
                    <a:gd name="T83" fmla="*/ 82 h 302"/>
                    <a:gd name="T84" fmla="*/ 278 w 318"/>
                    <a:gd name="T85" fmla="*/ 92 h 302"/>
                    <a:gd name="T86" fmla="*/ 278 w 318"/>
                    <a:gd name="T87" fmla="*/ 96 h 302"/>
                    <a:gd name="T88" fmla="*/ 64 w 318"/>
                    <a:gd name="T89" fmla="*/ 276 h 302"/>
                    <a:gd name="T90" fmla="*/ 64 w 318"/>
                    <a:gd name="T91" fmla="*/ 282 h 302"/>
                    <a:gd name="T92" fmla="*/ 8 w 318"/>
                    <a:gd name="T93" fmla="*/ 282 h 302"/>
                    <a:gd name="T94" fmla="*/ 56 w 318"/>
                    <a:gd name="T95" fmla="*/ 294 h 302"/>
                    <a:gd name="T96" fmla="*/ 60 w 318"/>
                    <a:gd name="T97" fmla="*/ 290 h 302"/>
                    <a:gd name="T98" fmla="*/ 22 w 318"/>
                    <a:gd name="T99" fmla="*/ 294 h 302"/>
                    <a:gd name="T100" fmla="*/ 26 w 318"/>
                    <a:gd name="T101" fmla="*/ 286 h 302"/>
                    <a:gd name="T102" fmla="*/ 22 w 318"/>
                    <a:gd name="T103" fmla="*/ 298 h 302"/>
                    <a:gd name="T104" fmla="*/ 16 w 318"/>
                    <a:gd name="T105" fmla="*/ 298 h 302"/>
                    <a:gd name="T106" fmla="*/ 42 w 318"/>
                    <a:gd name="T107" fmla="*/ 298 h 302"/>
                    <a:gd name="T108" fmla="*/ 4 w 318"/>
                    <a:gd name="T109" fmla="*/ 302 h 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318" h="302">
                      <a:moveTo>
                        <a:pt x="194" y="8"/>
                      </a:moveTo>
                      <a:lnTo>
                        <a:pt x="198" y="8"/>
                      </a:lnTo>
                      <a:lnTo>
                        <a:pt x="202" y="4"/>
                      </a:lnTo>
                      <a:lnTo>
                        <a:pt x="206" y="4"/>
                      </a:lnTo>
                      <a:lnTo>
                        <a:pt x="210" y="4"/>
                      </a:lnTo>
                      <a:lnTo>
                        <a:pt x="210" y="8"/>
                      </a:lnTo>
                      <a:lnTo>
                        <a:pt x="214" y="8"/>
                      </a:lnTo>
                      <a:lnTo>
                        <a:pt x="218" y="8"/>
                      </a:lnTo>
                      <a:lnTo>
                        <a:pt x="218" y="4"/>
                      </a:lnTo>
                      <a:lnTo>
                        <a:pt x="220" y="4"/>
                      </a:lnTo>
                      <a:lnTo>
                        <a:pt x="220" y="8"/>
                      </a:lnTo>
                      <a:lnTo>
                        <a:pt x="224" y="8"/>
                      </a:lnTo>
                      <a:lnTo>
                        <a:pt x="228" y="8"/>
                      </a:lnTo>
                      <a:lnTo>
                        <a:pt x="232" y="8"/>
                      </a:lnTo>
                      <a:lnTo>
                        <a:pt x="236" y="8"/>
                      </a:lnTo>
                      <a:lnTo>
                        <a:pt x="240" y="8"/>
                      </a:lnTo>
                      <a:lnTo>
                        <a:pt x="240" y="12"/>
                      </a:lnTo>
                      <a:lnTo>
                        <a:pt x="236" y="12"/>
                      </a:lnTo>
                      <a:lnTo>
                        <a:pt x="240" y="12"/>
                      </a:lnTo>
                      <a:lnTo>
                        <a:pt x="240" y="14"/>
                      </a:lnTo>
                      <a:lnTo>
                        <a:pt x="240" y="12"/>
                      </a:lnTo>
                      <a:lnTo>
                        <a:pt x="244" y="14"/>
                      </a:lnTo>
                      <a:lnTo>
                        <a:pt x="248" y="14"/>
                      </a:lnTo>
                      <a:lnTo>
                        <a:pt x="250" y="18"/>
                      </a:lnTo>
                      <a:lnTo>
                        <a:pt x="254" y="18"/>
                      </a:lnTo>
                      <a:lnTo>
                        <a:pt x="258" y="18"/>
                      </a:lnTo>
                      <a:lnTo>
                        <a:pt x="262" y="18"/>
                      </a:lnTo>
                      <a:lnTo>
                        <a:pt x="266" y="18"/>
                      </a:lnTo>
                      <a:lnTo>
                        <a:pt x="270" y="18"/>
                      </a:lnTo>
                      <a:lnTo>
                        <a:pt x="266" y="18"/>
                      </a:lnTo>
                      <a:lnTo>
                        <a:pt x="270" y="18"/>
                      </a:lnTo>
                      <a:lnTo>
                        <a:pt x="270" y="14"/>
                      </a:lnTo>
                      <a:lnTo>
                        <a:pt x="270" y="18"/>
                      </a:lnTo>
                      <a:lnTo>
                        <a:pt x="274" y="18"/>
                      </a:lnTo>
                      <a:lnTo>
                        <a:pt x="278" y="18"/>
                      </a:lnTo>
                      <a:lnTo>
                        <a:pt x="278" y="22"/>
                      </a:lnTo>
                      <a:lnTo>
                        <a:pt x="280" y="26"/>
                      </a:lnTo>
                      <a:lnTo>
                        <a:pt x="284" y="22"/>
                      </a:lnTo>
                      <a:lnTo>
                        <a:pt x="284" y="26"/>
                      </a:lnTo>
                      <a:lnTo>
                        <a:pt x="288" y="26"/>
                      </a:lnTo>
                      <a:lnTo>
                        <a:pt x="292" y="26"/>
                      </a:lnTo>
                      <a:lnTo>
                        <a:pt x="296" y="26"/>
                      </a:lnTo>
                      <a:lnTo>
                        <a:pt x="300" y="22"/>
                      </a:lnTo>
                      <a:lnTo>
                        <a:pt x="304" y="26"/>
                      </a:lnTo>
                      <a:lnTo>
                        <a:pt x="306" y="26"/>
                      </a:lnTo>
                      <a:lnTo>
                        <a:pt x="304" y="28"/>
                      </a:lnTo>
                      <a:lnTo>
                        <a:pt x="304" y="32"/>
                      </a:lnTo>
                      <a:lnTo>
                        <a:pt x="304" y="36"/>
                      </a:lnTo>
                      <a:lnTo>
                        <a:pt x="300" y="36"/>
                      </a:lnTo>
                      <a:lnTo>
                        <a:pt x="296" y="40"/>
                      </a:lnTo>
                      <a:lnTo>
                        <a:pt x="292" y="44"/>
                      </a:lnTo>
                      <a:lnTo>
                        <a:pt x="288" y="44"/>
                      </a:lnTo>
                      <a:lnTo>
                        <a:pt x="288" y="48"/>
                      </a:lnTo>
                      <a:lnTo>
                        <a:pt x="284" y="48"/>
                      </a:lnTo>
                      <a:lnTo>
                        <a:pt x="280" y="48"/>
                      </a:lnTo>
                      <a:lnTo>
                        <a:pt x="278" y="52"/>
                      </a:lnTo>
                      <a:lnTo>
                        <a:pt x="274" y="52"/>
                      </a:lnTo>
                      <a:lnTo>
                        <a:pt x="270" y="52"/>
                      </a:lnTo>
                      <a:lnTo>
                        <a:pt x="270" y="54"/>
                      </a:lnTo>
                      <a:lnTo>
                        <a:pt x="270" y="58"/>
                      </a:lnTo>
                      <a:lnTo>
                        <a:pt x="270" y="62"/>
                      </a:lnTo>
                      <a:lnTo>
                        <a:pt x="266" y="62"/>
                      </a:lnTo>
                      <a:lnTo>
                        <a:pt x="266" y="58"/>
                      </a:lnTo>
                      <a:lnTo>
                        <a:pt x="270" y="58"/>
                      </a:lnTo>
                      <a:lnTo>
                        <a:pt x="266" y="58"/>
                      </a:lnTo>
                      <a:lnTo>
                        <a:pt x="266" y="62"/>
                      </a:lnTo>
                      <a:lnTo>
                        <a:pt x="262" y="66"/>
                      </a:lnTo>
                      <a:lnTo>
                        <a:pt x="258" y="70"/>
                      </a:lnTo>
                      <a:lnTo>
                        <a:pt x="258" y="74"/>
                      </a:lnTo>
                      <a:lnTo>
                        <a:pt x="254" y="78"/>
                      </a:lnTo>
                      <a:lnTo>
                        <a:pt x="254" y="82"/>
                      </a:lnTo>
                      <a:lnTo>
                        <a:pt x="254" y="88"/>
                      </a:lnTo>
                      <a:lnTo>
                        <a:pt x="254" y="92"/>
                      </a:lnTo>
                      <a:lnTo>
                        <a:pt x="258" y="92"/>
                      </a:lnTo>
                      <a:lnTo>
                        <a:pt x="262" y="92"/>
                      </a:lnTo>
                      <a:lnTo>
                        <a:pt x="262" y="96"/>
                      </a:lnTo>
                      <a:lnTo>
                        <a:pt x="258" y="96"/>
                      </a:lnTo>
                      <a:lnTo>
                        <a:pt x="258" y="100"/>
                      </a:lnTo>
                      <a:lnTo>
                        <a:pt x="254" y="100"/>
                      </a:lnTo>
                      <a:lnTo>
                        <a:pt x="254" y="104"/>
                      </a:lnTo>
                      <a:lnTo>
                        <a:pt x="250" y="104"/>
                      </a:lnTo>
                      <a:lnTo>
                        <a:pt x="250" y="108"/>
                      </a:lnTo>
                      <a:lnTo>
                        <a:pt x="250" y="110"/>
                      </a:lnTo>
                      <a:lnTo>
                        <a:pt x="248" y="110"/>
                      </a:lnTo>
                      <a:lnTo>
                        <a:pt x="248" y="114"/>
                      </a:lnTo>
                      <a:lnTo>
                        <a:pt x="248" y="118"/>
                      </a:lnTo>
                      <a:lnTo>
                        <a:pt x="244" y="118"/>
                      </a:lnTo>
                      <a:lnTo>
                        <a:pt x="240" y="118"/>
                      </a:lnTo>
                      <a:lnTo>
                        <a:pt x="236" y="118"/>
                      </a:lnTo>
                      <a:lnTo>
                        <a:pt x="236" y="122"/>
                      </a:lnTo>
                      <a:lnTo>
                        <a:pt x="232" y="126"/>
                      </a:lnTo>
                      <a:lnTo>
                        <a:pt x="232" y="130"/>
                      </a:lnTo>
                      <a:lnTo>
                        <a:pt x="228" y="130"/>
                      </a:lnTo>
                      <a:lnTo>
                        <a:pt x="228" y="134"/>
                      </a:lnTo>
                      <a:lnTo>
                        <a:pt x="224" y="134"/>
                      </a:lnTo>
                      <a:lnTo>
                        <a:pt x="220" y="134"/>
                      </a:lnTo>
                      <a:lnTo>
                        <a:pt x="218" y="138"/>
                      </a:lnTo>
                      <a:lnTo>
                        <a:pt x="218" y="134"/>
                      </a:lnTo>
                      <a:lnTo>
                        <a:pt x="214" y="134"/>
                      </a:lnTo>
                      <a:lnTo>
                        <a:pt x="210" y="134"/>
                      </a:lnTo>
                      <a:lnTo>
                        <a:pt x="206" y="134"/>
                      </a:lnTo>
                      <a:lnTo>
                        <a:pt x="202" y="134"/>
                      </a:lnTo>
                      <a:lnTo>
                        <a:pt x="198" y="134"/>
                      </a:lnTo>
                      <a:lnTo>
                        <a:pt x="194" y="134"/>
                      </a:lnTo>
                      <a:lnTo>
                        <a:pt x="194" y="138"/>
                      </a:lnTo>
                      <a:lnTo>
                        <a:pt x="192" y="138"/>
                      </a:lnTo>
                      <a:lnTo>
                        <a:pt x="188" y="138"/>
                      </a:lnTo>
                      <a:lnTo>
                        <a:pt x="188" y="140"/>
                      </a:lnTo>
                      <a:lnTo>
                        <a:pt x="184" y="140"/>
                      </a:lnTo>
                      <a:lnTo>
                        <a:pt x="184" y="144"/>
                      </a:lnTo>
                      <a:lnTo>
                        <a:pt x="180" y="144"/>
                      </a:lnTo>
                      <a:lnTo>
                        <a:pt x="180" y="148"/>
                      </a:lnTo>
                      <a:lnTo>
                        <a:pt x="176" y="148"/>
                      </a:lnTo>
                      <a:lnTo>
                        <a:pt x="176" y="144"/>
                      </a:lnTo>
                      <a:lnTo>
                        <a:pt x="172" y="144"/>
                      </a:lnTo>
                      <a:lnTo>
                        <a:pt x="172" y="140"/>
                      </a:lnTo>
                      <a:lnTo>
                        <a:pt x="168" y="140"/>
                      </a:lnTo>
                      <a:lnTo>
                        <a:pt x="172" y="138"/>
                      </a:lnTo>
                      <a:lnTo>
                        <a:pt x="168" y="138"/>
                      </a:lnTo>
                      <a:lnTo>
                        <a:pt x="168" y="134"/>
                      </a:lnTo>
                      <a:lnTo>
                        <a:pt x="164" y="130"/>
                      </a:lnTo>
                      <a:lnTo>
                        <a:pt x="162" y="126"/>
                      </a:lnTo>
                      <a:lnTo>
                        <a:pt x="158" y="126"/>
                      </a:lnTo>
                      <a:lnTo>
                        <a:pt x="154" y="126"/>
                      </a:lnTo>
                      <a:lnTo>
                        <a:pt x="154" y="122"/>
                      </a:lnTo>
                      <a:lnTo>
                        <a:pt x="154" y="118"/>
                      </a:lnTo>
                      <a:lnTo>
                        <a:pt x="150" y="118"/>
                      </a:lnTo>
                      <a:lnTo>
                        <a:pt x="154" y="114"/>
                      </a:lnTo>
                      <a:lnTo>
                        <a:pt x="154" y="110"/>
                      </a:lnTo>
                      <a:lnTo>
                        <a:pt x="158" y="110"/>
                      </a:lnTo>
                      <a:lnTo>
                        <a:pt x="162" y="108"/>
                      </a:lnTo>
                      <a:lnTo>
                        <a:pt x="158" y="108"/>
                      </a:lnTo>
                      <a:lnTo>
                        <a:pt x="158" y="104"/>
                      </a:lnTo>
                      <a:lnTo>
                        <a:pt x="154" y="104"/>
                      </a:lnTo>
                      <a:lnTo>
                        <a:pt x="154" y="100"/>
                      </a:lnTo>
                      <a:lnTo>
                        <a:pt x="154" y="96"/>
                      </a:lnTo>
                      <a:lnTo>
                        <a:pt x="158" y="96"/>
                      </a:lnTo>
                      <a:lnTo>
                        <a:pt x="158" y="92"/>
                      </a:lnTo>
                      <a:lnTo>
                        <a:pt x="162" y="88"/>
                      </a:lnTo>
                      <a:lnTo>
                        <a:pt x="158" y="88"/>
                      </a:lnTo>
                      <a:lnTo>
                        <a:pt x="154" y="84"/>
                      </a:lnTo>
                      <a:lnTo>
                        <a:pt x="154" y="82"/>
                      </a:lnTo>
                      <a:lnTo>
                        <a:pt x="150" y="78"/>
                      </a:lnTo>
                      <a:lnTo>
                        <a:pt x="154" y="78"/>
                      </a:lnTo>
                      <a:lnTo>
                        <a:pt x="158" y="78"/>
                      </a:lnTo>
                      <a:lnTo>
                        <a:pt x="162" y="70"/>
                      </a:lnTo>
                      <a:lnTo>
                        <a:pt x="158" y="70"/>
                      </a:lnTo>
                      <a:lnTo>
                        <a:pt x="158" y="66"/>
                      </a:lnTo>
                      <a:lnTo>
                        <a:pt x="162" y="66"/>
                      </a:lnTo>
                      <a:lnTo>
                        <a:pt x="162" y="62"/>
                      </a:lnTo>
                      <a:lnTo>
                        <a:pt x="162" y="58"/>
                      </a:lnTo>
                      <a:lnTo>
                        <a:pt x="162" y="54"/>
                      </a:lnTo>
                      <a:lnTo>
                        <a:pt x="162" y="52"/>
                      </a:lnTo>
                      <a:lnTo>
                        <a:pt x="164" y="48"/>
                      </a:lnTo>
                      <a:lnTo>
                        <a:pt x="168" y="48"/>
                      </a:lnTo>
                      <a:lnTo>
                        <a:pt x="168" y="44"/>
                      </a:lnTo>
                      <a:lnTo>
                        <a:pt x="168" y="40"/>
                      </a:lnTo>
                      <a:lnTo>
                        <a:pt x="172" y="40"/>
                      </a:lnTo>
                      <a:lnTo>
                        <a:pt x="168" y="40"/>
                      </a:lnTo>
                      <a:lnTo>
                        <a:pt x="164" y="40"/>
                      </a:lnTo>
                      <a:lnTo>
                        <a:pt x="164" y="36"/>
                      </a:lnTo>
                      <a:lnTo>
                        <a:pt x="164" y="32"/>
                      </a:lnTo>
                      <a:lnTo>
                        <a:pt x="162" y="32"/>
                      </a:lnTo>
                      <a:lnTo>
                        <a:pt x="158" y="32"/>
                      </a:lnTo>
                      <a:lnTo>
                        <a:pt x="158" y="36"/>
                      </a:lnTo>
                      <a:lnTo>
                        <a:pt x="154" y="36"/>
                      </a:lnTo>
                      <a:lnTo>
                        <a:pt x="150" y="36"/>
                      </a:lnTo>
                      <a:lnTo>
                        <a:pt x="146" y="36"/>
                      </a:lnTo>
                      <a:lnTo>
                        <a:pt x="142" y="36"/>
                      </a:lnTo>
                      <a:lnTo>
                        <a:pt x="142" y="32"/>
                      </a:lnTo>
                      <a:lnTo>
                        <a:pt x="142" y="28"/>
                      </a:lnTo>
                      <a:lnTo>
                        <a:pt x="138" y="28"/>
                      </a:lnTo>
                      <a:lnTo>
                        <a:pt x="138" y="32"/>
                      </a:lnTo>
                      <a:lnTo>
                        <a:pt x="134" y="32"/>
                      </a:lnTo>
                      <a:lnTo>
                        <a:pt x="132" y="36"/>
                      </a:lnTo>
                      <a:lnTo>
                        <a:pt x="132" y="32"/>
                      </a:lnTo>
                      <a:lnTo>
                        <a:pt x="132" y="28"/>
                      </a:lnTo>
                      <a:lnTo>
                        <a:pt x="134" y="28"/>
                      </a:lnTo>
                      <a:lnTo>
                        <a:pt x="134" y="26"/>
                      </a:lnTo>
                      <a:lnTo>
                        <a:pt x="134" y="28"/>
                      </a:lnTo>
                      <a:lnTo>
                        <a:pt x="132" y="28"/>
                      </a:lnTo>
                      <a:lnTo>
                        <a:pt x="132" y="26"/>
                      </a:lnTo>
                      <a:lnTo>
                        <a:pt x="134" y="26"/>
                      </a:lnTo>
                      <a:lnTo>
                        <a:pt x="132" y="26"/>
                      </a:lnTo>
                      <a:lnTo>
                        <a:pt x="132" y="22"/>
                      </a:lnTo>
                      <a:lnTo>
                        <a:pt x="132" y="26"/>
                      </a:lnTo>
                      <a:lnTo>
                        <a:pt x="134" y="22"/>
                      </a:lnTo>
                      <a:lnTo>
                        <a:pt x="132" y="22"/>
                      </a:lnTo>
                      <a:lnTo>
                        <a:pt x="134" y="22"/>
                      </a:lnTo>
                      <a:lnTo>
                        <a:pt x="134" y="18"/>
                      </a:lnTo>
                      <a:lnTo>
                        <a:pt x="132" y="22"/>
                      </a:lnTo>
                      <a:lnTo>
                        <a:pt x="132" y="18"/>
                      </a:lnTo>
                      <a:lnTo>
                        <a:pt x="128" y="18"/>
                      </a:lnTo>
                      <a:lnTo>
                        <a:pt x="128" y="14"/>
                      </a:lnTo>
                      <a:lnTo>
                        <a:pt x="128" y="12"/>
                      </a:lnTo>
                      <a:lnTo>
                        <a:pt x="132" y="12"/>
                      </a:lnTo>
                      <a:lnTo>
                        <a:pt x="132" y="8"/>
                      </a:lnTo>
                      <a:lnTo>
                        <a:pt x="134" y="8"/>
                      </a:lnTo>
                      <a:lnTo>
                        <a:pt x="138" y="8"/>
                      </a:lnTo>
                      <a:lnTo>
                        <a:pt x="142" y="4"/>
                      </a:lnTo>
                      <a:lnTo>
                        <a:pt x="146" y="0"/>
                      </a:lnTo>
                      <a:lnTo>
                        <a:pt x="150" y="0"/>
                      </a:lnTo>
                      <a:lnTo>
                        <a:pt x="154" y="0"/>
                      </a:lnTo>
                      <a:lnTo>
                        <a:pt x="154" y="4"/>
                      </a:lnTo>
                      <a:lnTo>
                        <a:pt x="158" y="4"/>
                      </a:lnTo>
                      <a:lnTo>
                        <a:pt x="162" y="4"/>
                      </a:lnTo>
                      <a:lnTo>
                        <a:pt x="164" y="4"/>
                      </a:lnTo>
                      <a:lnTo>
                        <a:pt x="168" y="4"/>
                      </a:lnTo>
                      <a:lnTo>
                        <a:pt x="172" y="4"/>
                      </a:lnTo>
                      <a:lnTo>
                        <a:pt x="176" y="0"/>
                      </a:lnTo>
                      <a:lnTo>
                        <a:pt x="176" y="4"/>
                      </a:lnTo>
                      <a:lnTo>
                        <a:pt x="180" y="4"/>
                      </a:lnTo>
                      <a:lnTo>
                        <a:pt x="184" y="4"/>
                      </a:lnTo>
                      <a:lnTo>
                        <a:pt x="188" y="4"/>
                      </a:lnTo>
                      <a:lnTo>
                        <a:pt x="192" y="4"/>
                      </a:lnTo>
                      <a:lnTo>
                        <a:pt x="192" y="8"/>
                      </a:lnTo>
                      <a:lnTo>
                        <a:pt x="194" y="8"/>
                      </a:lnTo>
                      <a:lnTo>
                        <a:pt x="194" y="8"/>
                      </a:lnTo>
                      <a:lnTo>
                        <a:pt x="194" y="8"/>
                      </a:lnTo>
                      <a:close/>
                      <a:moveTo>
                        <a:pt x="184" y="152"/>
                      </a:moveTo>
                      <a:lnTo>
                        <a:pt x="184" y="148"/>
                      </a:lnTo>
                      <a:lnTo>
                        <a:pt x="184" y="152"/>
                      </a:lnTo>
                      <a:lnTo>
                        <a:pt x="184" y="152"/>
                      </a:lnTo>
                      <a:lnTo>
                        <a:pt x="184" y="152"/>
                      </a:lnTo>
                      <a:close/>
                      <a:moveTo>
                        <a:pt x="218" y="164"/>
                      </a:moveTo>
                      <a:lnTo>
                        <a:pt x="218" y="160"/>
                      </a:lnTo>
                      <a:lnTo>
                        <a:pt x="218" y="164"/>
                      </a:lnTo>
                      <a:lnTo>
                        <a:pt x="218" y="164"/>
                      </a:lnTo>
                      <a:lnTo>
                        <a:pt x="218" y="164"/>
                      </a:lnTo>
                      <a:close/>
                      <a:moveTo>
                        <a:pt x="318" y="74"/>
                      </a:moveTo>
                      <a:lnTo>
                        <a:pt x="314" y="74"/>
                      </a:lnTo>
                      <a:lnTo>
                        <a:pt x="310" y="70"/>
                      </a:lnTo>
                      <a:lnTo>
                        <a:pt x="314" y="70"/>
                      </a:lnTo>
                      <a:lnTo>
                        <a:pt x="318" y="70"/>
                      </a:lnTo>
                      <a:lnTo>
                        <a:pt x="318" y="74"/>
                      </a:lnTo>
                      <a:lnTo>
                        <a:pt x="318" y="74"/>
                      </a:lnTo>
                      <a:lnTo>
                        <a:pt x="318" y="74"/>
                      </a:lnTo>
                      <a:close/>
                      <a:moveTo>
                        <a:pt x="292" y="82"/>
                      </a:moveTo>
                      <a:lnTo>
                        <a:pt x="292" y="78"/>
                      </a:lnTo>
                      <a:lnTo>
                        <a:pt x="296" y="78"/>
                      </a:lnTo>
                      <a:lnTo>
                        <a:pt x="300" y="74"/>
                      </a:lnTo>
                      <a:lnTo>
                        <a:pt x="304" y="74"/>
                      </a:lnTo>
                      <a:lnTo>
                        <a:pt x="304" y="78"/>
                      </a:lnTo>
                      <a:lnTo>
                        <a:pt x="306" y="78"/>
                      </a:lnTo>
                      <a:lnTo>
                        <a:pt x="306" y="82"/>
                      </a:lnTo>
                      <a:lnTo>
                        <a:pt x="304" y="82"/>
                      </a:lnTo>
                      <a:lnTo>
                        <a:pt x="304" y="84"/>
                      </a:lnTo>
                      <a:lnTo>
                        <a:pt x="300" y="84"/>
                      </a:lnTo>
                      <a:lnTo>
                        <a:pt x="296" y="84"/>
                      </a:lnTo>
                      <a:lnTo>
                        <a:pt x="296" y="82"/>
                      </a:lnTo>
                      <a:lnTo>
                        <a:pt x="292" y="82"/>
                      </a:lnTo>
                      <a:lnTo>
                        <a:pt x="292" y="82"/>
                      </a:lnTo>
                      <a:lnTo>
                        <a:pt x="292" y="82"/>
                      </a:lnTo>
                      <a:close/>
                      <a:moveTo>
                        <a:pt x="278" y="92"/>
                      </a:moveTo>
                      <a:lnTo>
                        <a:pt x="278" y="88"/>
                      </a:lnTo>
                      <a:lnTo>
                        <a:pt x="280" y="88"/>
                      </a:lnTo>
                      <a:lnTo>
                        <a:pt x="280" y="92"/>
                      </a:lnTo>
                      <a:lnTo>
                        <a:pt x="278" y="92"/>
                      </a:lnTo>
                      <a:lnTo>
                        <a:pt x="278" y="92"/>
                      </a:lnTo>
                      <a:lnTo>
                        <a:pt x="278" y="92"/>
                      </a:lnTo>
                      <a:close/>
                      <a:moveTo>
                        <a:pt x="278" y="96"/>
                      </a:moveTo>
                      <a:lnTo>
                        <a:pt x="280" y="96"/>
                      </a:lnTo>
                      <a:lnTo>
                        <a:pt x="278" y="96"/>
                      </a:lnTo>
                      <a:lnTo>
                        <a:pt x="278" y="96"/>
                      </a:lnTo>
                      <a:lnTo>
                        <a:pt x="278" y="96"/>
                      </a:lnTo>
                      <a:close/>
                      <a:moveTo>
                        <a:pt x="64" y="282"/>
                      </a:moveTo>
                      <a:lnTo>
                        <a:pt x="64" y="278"/>
                      </a:lnTo>
                      <a:lnTo>
                        <a:pt x="60" y="278"/>
                      </a:lnTo>
                      <a:lnTo>
                        <a:pt x="64" y="278"/>
                      </a:lnTo>
                      <a:lnTo>
                        <a:pt x="64" y="276"/>
                      </a:lnTo>
                      <a:lnTo>
                        <a:pt x="68" y="276"/>
                      </a:lnTo>
                      <a:lnTo>
                        <a:pt x="68" y="278"/>
                      </a:lnTo>
                      <a:lnTo>
                        <a:pt x="64" y="278"/>
                      </a:lnTo>
                      <a:lnTo>
                        <a:pt x="64" y="282"/>
                      </a:lnTo>
                      <a:lnTo>
                        <a:pt x="64" y="282"/>
                      </a:lnTo>
                      <a:lnTo>
                        <a:pt x="64" y="282"/>
                      </a:lnTo>
                      <a:close/>
                      <a:moveTo>
                        <a:pt x="8" y="286"/>
                      </a:moveTo>
                      <a:lnTo>
                        <a:pt x="4" y="286"/>
                      </a:lnTo>
                      <a:lnTo>
                        <a:pt x="4" y="282"/>
                      </a:lnTo>
                      <a:lnTo>
                        <a:pt x="4" y="278"/>
                      </a:lnTo>
                      <a:lnTo>
                        <a:pt x="4" y="282"/>
                      </a:lnTo>
                      <a:lnTo>
                        <a:pt x="8" y="282"/>
                      </a:lnTo>
                      <a:lnTo>
                        <a:pt x="8" y="286"/>
                      </a:lnTo>
                      <a:lnTo>
                        <a:pt x="8" y="286"/>
                      </a:lnTo>
                      <a:lnTo>
                        <a:pt x="8" y="286"/>
                      </a:lnTo>
                      <a:close/>
                      <a:moveTo>
                        <a:pt x="56" y="294"/>
                      </a:moveTo>
                      <a:lnTo>
                        <a:pt x="52" y="294"/>
                      </a:lnTo>
                      <a:lnTo>
                        <a:pt x="56" y="294"/>
                      </a:lnTo>
                      <a:lnTo>
                        <a:pt x="56" y="290"/>
                      </a:lnTo>
                      <a:lnTo>
                        <a:pt x="60" y="286"/>
                      </a:lnTo>
                      <a:lnTo>
                        <a:pt x="60" y="282"/>
                      </a:lnTo>
                      <a:lnTo>
                        <a:pt x="64" y="282"/>
                      </a:lnTo>
                      <a:lnTo>
                        <a:pt x="64" y="286"/>
                      </a:lnTo>
                      <a:lnTo>
                        <a:pt x="60" y="290"/>
                      </a:lnTo>
                      <a:lnTo>
                        <a:pt x="60" y="294"/>
                      </a:lnTo>
                      <a:lnTo>
                        <a:pt x="56" y="294"/>
                      </a:lnTo>
                      <a:lnTo>
                        <a:pt x="56" y="294"/>
                      </a:lnTo>
                      <a:lnTo>
                        <a:pt x="56" y="294"/>
                      </a:lnTo>
                      <a:close/>
                      <a:moveTo>
                        <a:pt x="22" y="298"/>
                      </a:moveTo>
                      <a:lnTo>
                        <a:pt x="22" y="294"/>
                      </a:lnTo>
                      <a:lnTo>
                        <a:pt x="20" y="294"/>
                      </a:lnTo>
                      <a:lnTo>
                        <a:pt x="20" y="290"/>
                      </a:lnTo>
                      <a:lnTo>
                        <a:pt x="22" y="290"/>
                      </a:lnTo>
                      <a:lnTo>
                        <a:pt x="26" y="286"/>
                      </a:lnTo>
                      <a:lnTo>
                        <a:pt x="30" y="286"/>
                      </a:lnTo>
                      <a:lnTo>
                        <a:pt x="26" y="286"/>
                      </a:lnTo>
                      <a:lnTo>
                        <a:pt x="26" y="290"/>
                      </a:lnTo>
                      <a:lnTo>
                        <a:pt x="26" y="294"/>
                      </a:lnTo>
                      <a:lnTo>
                        <a:pt x="22" y="294"/>
                      </a:lnTo>
                      <a:lnTo>
                        <a:pt x="22" y="298"/>
                      </a:lnTo>
                      <a:lnTo>
                        <a:pt x="22" y="298"/>
                      </a:lnTo>
                      <a:lnTo>
                        <a:pt x="22" y="298"/>
                      </a:lnTo>
                      <a:close/>
                      <a:moveTo>
                        <a:pt x="16" y="298"/>
                      </a:moveTo>
                      <a:lnTo>
                        <a:pt x="12" y="294"/>
                      </a:lnTo>
                      <a:lnTo>
                        <a:pt x="16" y="294"/>
                      </a:lnTo>
                      <a:lnTo>
                        <a:pt x="16" y="298"/>
                      </a:lnTo>
                      <a:lnTo>
                        <a:pt x="16" y="298"/>
                      </a:lnTo>
                      <a:lnTo>
                        <a:pt x="16" y="298"/>
                      </a:lnTo>
                      <a:close/>
                      <a:moveTo>
                        <a:pt x="38" y="302"/>
                      </a:moveTo>
                      <a:lnTo>
                        <a:pt x="34" y="298"/>
                      </a:lnTo>
                      <a:lnTo>
                        <a:pt x="34" y="294"/>
                      </a:lnTo>
                      <a:lnTo>
                        <a:pt x="38" y="294"/>
                      </a:lnTo>
                      <a:lnTo>
                        <a:pt x="42" y="294"/>
                      </a:lnTo>
                      <a:lnTo>
                        <a:pt x="42" y="298"/>
                      </a:lnTo>
                      <a:lnTo>
                        <a:pt x="38" y="302"/>
                      </a:lnTo>
                      <a:lnTo>
                        <a:pt x="38" y="302"/>
                      </a:lnTo>
                      <a:lnTo>
                        <a:pt x="38" y="302"/>
                      </a:lnTo>
                      <a:close/>
                      <a:moveTo>
                        <a:pt x="4" y="302"/>
                      </a:moveTo>
                      <a:lnTo>
                        <a:pt x="0" y="302"/>
                      </a:lnTo>
                      <a:lnTo>
                        <a:pt x="4" y="302"/>
                      </a:lnTo>
                      <a:lnTo>
                        <a:pt x="4" y="298"/>
                      </a:lnTo>
                      <a:lnTo>
                        <a:pt x="4" y="302"/>
                      </a:lnTo>
                      <a:lnTo>
                        <a:pt x="4" y="302"/>
                      </a:lnTo>
                      <a:lnTo>
                        <a:pt x="4" y="302"/>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194" name="Freeform 200">
                  <a:extLst>
                    <a:ext uri="{FF2B5EF4-FFF2-40B4-BE49-F238E27FC236}">
                      <a16:creationId xmlns:a16="http://schemas.microsoft.com/office/drawing/2014/main" id="{51D9385C-AAF4-AA7D-9B41-58898C9EBFEC}"/>
                    </a:ext>
                  </a:extLst>
                </p:cNvPr>
                <p:cNvSpPr>
                  <a:spLocks/>
                </p:cNvSpPr>
                <p:nvPr/>
              </p:nvSpPr>
              <p:spPr bwMode="gray">
                <a:xfrm>
                  <a:off x="9047241" y="5577159"/>
                  <a:ext cx="149577" cy="243497"/>
                </a:xfrm>
                <a:custGeom>
                  <a:avLst/>
                  <a:gdLst>
                    <a:gd name="T0" fmla="*/ 52 w 86"/>
                    <a:gd name="T1" fmla="*/ 124 h 140"/>
                    <a:gd name="T2" fmla="*/ 44 w 86"/>
                    <a:gd name="T3" fmla="*/ 136 h 140"/>
                    <a:gd name="T4" fmla="*/ 38 w 86"/>
                    <a:gd name="T5" fmla="*/ 136 h 140"/>
                    <a:gd name="T6" fmla="*/ 30 w 86"/>
                    <a:gd name="T7" fmla="*/ 136 h 140"/>
                    <a:gd name="T8" fmla="*/ 34 w 86"/>
                    <a:gd name="T9" fmla="*/ 124 h 140"/>
                    <a:gd name="T10" fmla="*/ 38 w 86"/>
                    <a:gd name="T11" fmla="*/ 112 h 140"/>
                    <a:gd name="T12" fmla="*/ 30 w 86"/>
                    <a:gd name="T13" fmla="*/ 106 h 140"/>
                    <a:gd name="T14" fmla="*/ 22 w 86"/>
                    <a:gd name="T15" fmla="*/ 98 h 140"/>
                    <a:gd name="T16" fmla="*/ 18 w 86"/>
                    <a:gd name="T17" fmla="*/ 90 h 140"/>
                    <a:gd name="T18" fmla="*/ 30 w 86"/>
                    <a:gd name="T19" fmla="*/ 86 h 140"/>
                    <a:gd name="T20" fmla="*/ 30 w 86"/>
                    <a:gd name="T21" fmla="*/ 72 h 140"/>
                    <a:gd name="T22" fmla="*/ 30 w 86"/>
                    <a:gd name="T23" fmla="*/ 64 h 140"/>
                    <a:gd name="T24" fmla="*/ 30 w 86"/>
                    <a:gd name="T25" fmla="*/ 56 h 140"/>
                    <a:gd name="T26" fmla="*/ 26 w 86"/>
                    <a:gd name="T27" fmla="*/ 54 h 140"/>
                    <a:gd name="T28" fmla="*/ 34 w 86"/>
                    <a:gd name="T29" fmla="*/ 54 h 140"/>
                    <a:gd name="T30" fmla="*/ 26 w 86"/>
                    <a:gd name="T31" fmla="*/ 46 h 140"/>
                    <a:gd name="T32" fmla="*/ 26 w 86"/>
                    <a:gd name="T33" fmla="*/ 42 h 140"/>
                    <a:gd name="T34" fmla="*/ 26 w 86"/>
                    <a:gd name="T35" fmla="*/ 34 h 140"/>
                    <a:gd name="T36" fmla="*/ 22 w 86"/>
                    <a:gd name="T37" fmla="*/ 34 h 140"/>
                    <a:gd name="T38" fmla="*/ 18 w 86"/>
                    <a:gd name="T39" fmla="*/ 30 h 140"/>
                    <a:gd name="T40" fmla="*/ 18 w 86"/>
                    <a:gd name="T41" fmla="*/ 38 h 140"/>
                    <a:gd name="T42" fmla="*/ 14 w 86"/>
                    <a:gd name="T43" fmla="*/ 26 h 140"/>
                    <a:gd name="T44" fmla="*/ 14 w 86"/>
                    <a:gd name="T45" fmla="*/ 16 h 140"/>
                    <a:gd name="T46" fmla="*/ 12 w 86"/>
                    <a:gd name="T47" fmla="*/ 20 h 140"/>
                    <a:gd name="T48" fmla="*/ 4 w 86"/>
                    <a:gd name="T49" fmla="*/ 8 h 140"/>
                    <a:gd name="T50" fmla="*/ 8 w 86"/>
                    <a:gd name="T51" fmla="*/ 0 h 140"/>
                    <a:gd name="T52" fmla="*/ 4 w 86"/>
                    <a:gd name="T53" fmla="*/ 4 h 140"/>
                    <a:gd name="T54" fmla="*/ 8 w 86"/>
                    <a:gd name="T55" fmla="*/ 12 h 140"/>
                    <a:gd name="T56" fmla="*/ 14 w 86"/>
                    <a:gd name="T57" fmla="*/ 12 h 140"/>
                    <a:gd name="T58" fmla="*/ 22 w 86"/>
                    <a:gd name="T59" fmla="*/ 16 h 140"/>
                    <a:gd name="T60" fmla="*/ 26 w 86"/>
                    <a:gd name="T61" fmla="*/ 20 h 140"/>
                    <a:gd name="T62" fmla="*/ 26 w 86"/>
                    <a:gd name="T63" fmla="*/ 26 h 140"/>
                    <a:gd name="T64" fmla="*/ 30 w 86"/>
                    <a:gd name="T65" fmla="*/ 30 h 140"/>
                    <a:gd name="T66" fmla="*/ 30 w 86"/>
                    <a:gd name="T67" fmla="*/ 46 h 140"/>
                    <a:gd name="T68" fmla="*/ 34 w 86"/>
                    <a:gd name="T69" fmla="*/ 50 h 140"/>
                    <a:gd name="T70" fmla="*/ 40 w 86"/>
                    <a:gd name="T71" fmla="*/ 50 h 140"/>
                    <a:gd name="T72" fmla="*/ 38 w 86"/>
                    <a:gd name="T73" fmla="*/ 38 h 140"/>
                    <a:gd name="T74" fmla="*/ 44 w 86"/>
                    <a:gd name="T75" fmla="*/ 50 h 140"/>
                    <a:gd name="T76" fmla="*/ 48 w 86"/>
                    <a:gd name="T77" fmla="*/ 54 h 140"/>
                    <a:gd name="T78" fmla="*/ 48 w 86"/>
                    <a:gd name="T79" fmla="*/ 60 h 140"/>
                    <a:gd name="T80" fmla="*/ 52 w 86"/>
                    <a:gd name="T81" fmla="*/ 64 h 140"/>
                    <a:gd name="T82" fmla="*/ 64 w 86"/>
                    <a:gd name="T83" fmla="*/ 68 h 140"/>
                    <a:gd name="T84" fmla="*/ 74 w 86"/>
                    <a:gd name="T85" fmla="*/ 64 h 140"/>
                    <a:gd name="T86" fmla="*/ 86 w 86"/>
                    <a:gd name="T87" fmla="*/ 64 h 140"/>
                    <a:gd name="T88" fmla="*/ 82 w 86"/>
                    <a:gd name="T89" fmla="*/ 76 h 140"/>
                    <a:gd name="T90" fmla="*/ 74 w 86"/>
                    <a:gd name="T91" fmla="*/ 86 h 140"/>
                    <a:gd name="T92" fmla="*/ 70 w 86"/>
                    <a:gd name="T93" fmla="*/ 90 h 140"/>
                    <a:gd name="T94" fmla="*/ 60 w 86"/>
                    <a:gd name="T95" fmla="*/ 98 h 140"/>
                    <a:gd name="T96" fmla="*/ 60 w 86"/>
                    <a:gd name="T97" fmla="*/ 112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86" h="140">
                      <a:moveTo>
                        <a:pt x="56" y="116"/>
                      </a:moveTo>
                      <a:lnTo>
                        <a:pt x="56" y="120"/>
                      </a:lnTo>
                      <a:lnTo>
                        <a:pt x="52" y="120"/>
                      </a:lnTo>
                      <a:lnTo>
                        <a:pt x="52" y="124"/>
                      </a:lnTo>
                      <a:lnTo>
                        <a:pt x="52" y="128"/>
                      </a:lnTo>
                      <a:lnTo>
                        <a:pt x="48" y="128"/>
                      </a:lnTo>
                      <a:lnTo>
                        <a:pt x="48" y="132"/>
                      </a:lnTo>
                      <a:lnTo>
                        <a:pt x="44" y="136"/>
                      </a:lnTo>
                      <a:lnTo>
                        <a:pt x="40" y="136"/>
                      </a:lnTo>
                      <a:lnTo>
                        <a:pt x="40" y="140"/>
                      </a:lnTo>
                      <a:lnTo>
                        <a:pt x="38" y="140"/>
                      </a:lnTo>
                      <a:lnTo>
                        <a:pt x="38" y="136"/>
                      </a:lnTo>
                      <a:lnTo>
                        <a:pt x="34" y="136"/>
                      </a:lnTo>
                      <a:lnTo>
                        <a:pt x="34" y="132"/>
                      </a:lnTo>
                      <a:lnTo>
                        <a:pt x="30" y="132"/>
                      </a:lnTo>
                      <a:lnTo>
                        <a:pt x="30" y="136"/>
                      </a:lnTo>
                      <a:lnTo>
                        <a:pt x="30" y="132"/>
                      </a:lnTo>
                      <a:lnTo>
                        <a:pt x="30" y="128"/>
                      </a:lnTo>
                      <a:lnTo>
                        <a:pt x="34" y="128"/>
                      </a:lnTo>
                      <a:lnTo>
                        <a:pt x="34" y="124"/>
                      </a:lnTo>
                      <a:lnTo>
                        <a:pt x="34" y="120"/>
                      </a:lnTo>
                      <a:lnTo>
                        <a:pt x="38" y="120"/>
                      </a:lnTo>
                      <a:lnTo>
                        <a:pt x="38" y="116"/>
                      </a:lnTo>
                      <a:lnTo>
                        <a:pt x="38" y="112"/>
                      </a:lnTo>
                      <a:lnTo>
                        <a:pt x="38" y="110"/>
                      </a:lnTo>
                      <a:lnTo>
                        <a:pt x="34" y="110"/>
                      </a:lnTo>
                      <a:lnTo>
                        <a:pt x="34" y="106"/>
                      </a:lnTo>
                      <a:lnTo>
                        <a:pt x="30" y="106"/>
                      </a:lnTo>
                      <a:lnTo>
                        <a:pt x="26" y="106"/>
                      </a:lnTo>
                      <a:lnTo>
                        <a:pt x="26" y="102"/>
                      </a:lnTo>
                      <a:lnTo>
                        <a:pt x="22" y="102"/>
                      </a:lnTo>
                      <a:lnTo>
                        <a:pt x="22" y="98"/>
                      </a:lnTo>
                      <a:lnTo>
                        <a:pt x="18" y="98"/>
                      </a:lnTo>
                      <a:lnTo>
                        <a:pt x="14" y="94"/>
                      </a:lnTo>
                      <a:lnTo>
                        <a:pt x="14" y="90"/>
                      </a:lnTo>
                      <a:lnTo>
                        <a:pt x="18" y="90"/>
                      </a:lnTo>
                      <a:lnTo>
                        <a:pt x="22" y="90"/>
                      </a:lnTo>
                      <a:lnTo>
                        <a:pt x="22" y="86"/>
                      </a:lnTo>
                      <a:lnTo>
                        <a:pt x="26" y="86"/>
                      </a:lnTo>
                      <a:lnTo>
                        <a:pt x="30" y="86"/>
                      </a:lnTo>
                      <a:lnTo>
                        <a:pt x="30" y="82"/>
                      </a:lnTo>
                      <a:lnTo>
                        <a:pt x="30" y="80"/>
                      </a:lnTo>
                      <a:lnTo>
                        <a:pt x="30" y="76"/>
                      </a:lnTo>
                      <a:lnTo>
                        <a:pt x="30" y="72"/>
                      </a:lnTo>
                      <a:lnTo>
                        <a:pt x="34" y="72"/>
                      </a:lnTo>
                      <a:lnTo>
                        <a:pt x="34" y="68"/>
                      </a:lnTo>
                      <a:lnTo>
                        <a:pt x="30" y="68"/>
                      </a:lnTo>
                      <a:lnTo>
                        <a:pt x="30" y="64"/>
                      </a:lnTo>
                      <a:lnTo>
                        <a:pt x="34" y="64"/>
                      </a:lnTo>
                      <a:lnTo>
                        <a:pt x="30" y="64"/>
                      </a:lnTo>
                      <a:lnTo>
                        <a:pt x="30" y="60"/>
                      </a:lnTo>
                      <a:lnTo>
                        <a:pt x="30" y="56"/>
                      </a:lnTo>
                      <a:lnTo>
                        <a:pt x="34" y="56"/>
                      </a:lnTo>
                      <a:lnTo>
                        <a:pt x="30" y="56"/>
                      </a:lnTo>
                      <a:lnTo>
                        <a:pt x="30" y="54"/>
                      </a:lnTo>
                      <a:lnTo>
                        <a:pt x="26" y="54"/>
                      </a:lnTo>
                      <a:lnTo>
                        <a:pt x="26" y="50"/>
                      </a:lnTo>
                      <a:lnTo>
                        <a:pt x="30" y="50"/>
                      </a:lnTo>
                      <a:lnTo>
                        <a:pt x="30" y="54"/>
                      </a:lnTo>
                      <a:lnTo>
                        <a:pt x="34" y="54"/>
                      </a:lnTo>
                      <a:lnTo>
                        <a:pt x="34" y="50"/>
                      </a:lnTo>
                      <a:lnTo>
                        <a:pt x="30" y="50"/>
                      </a:lnTo>
                      <a:lnTo>
                        <a:pt x="26" y="50"/>
                      </a:lnTo>
                      <a:lnTo>
                        <a:pt x="26" y="46"/>
                      </a:lnTo>
                      <a:lnTo>
                        <a:pt x="22" y="42"/>
                      </a:lnTo>
                      <a:lnTo>
                        <a:pt x="22" y="38"/>
                      </a:lnTo>
                      <a:lnTo>
                        <a:pt x="22" y="42"/>
                      </a:lnTo>
                      <a:lnTo>
                        <a:pt x="26" y="42"/>
                      </a:lnTo>
                      <a:lnTo>
                        <a:pt x="26" y="38"/>
                      </a:lnTo>
                      <a:lnTo>
                        <a:pt x="22" y="38"/>
                      </a:lnTo>
                      <a:lnTo>
                        <a:pt x="26" y="38"/>
                      </a:lnTo>
                      <a:lnTo>
                        <a:pt x="26" y="34"/>
                      </a:lnTo>
                      <a:lnTo>
                        <a:pt x="26" y="38"/>
                      </a:lnTo>
                      <a:lnTo>
                        <a:pt x="22" y="38"/>
                      </a:lnTo>
                      <a:lnTo>
                        <a:pt x="26" y="34"/>
                      </a:lnTo>
                      <a:lnTo>
                        <a:pt x="22" y="34"/>
                      </a:lnTo>
                      <a:lnTo>
                        <a:pt x="18" y="34"/>
                      </a:lnTo>
                      <a:lnTo>
                        <a:pt x="18" y="30"/>
                      </a:lnTo>
                      <a:lnTo>
                        <a:pt x="18" y="26"/>
                      </a:lnTo>
                      <a:lnTo>
                        <a:pt x="18" y="30"/>
                      </a:lnTo>
                      <a:lnTo>
                        <a:pt x="18" y="34"/>
                      </a:lnTo>
                      <a:lnTo>
                        <a:pt x="22" y="34"/>
                      </a:lnTo>
                      <a:lnTo>
                        <a:pt x="22" y="38"/>
                      </a:lnTo>
                      <a:lnTo>
                        <a:pt x="18" y="38"/>
                      </a:lnTo>
                      <a:lnTo>
                        <a:pt x="18" y="34"/>
                      </a:lnTo>
                      <a:lnTo>
                        <a:pt x="18" y="30"/>
                      </a:lnTo>
                      <a:lnTo>
                        <a:pt x="14" y="30"/>
                      </a:lnTo>
                      <a:lnTo>
                        <a:pt x="14" y="26"/>
                      </a:lnTo>
                      <a:lnTo>
                        <a:pt x="12" y="24"/>
                      </a:lnTo>
                      <a:lnTo>
                        <a:pt x="12" y="20"/>
                      </a:lnTo>
                      <a:lnTo>
                        <a:pt x="14" y="20"/>
                      </a:lnTo>
                      <a:lnTo>
                        <a:pt x="14" y="16"/>
                      </a:lnTo>
                      <a:lnTo>
                        <a:pt x="14" y="20"/>
                      </a:lnTo>
                      <a:lnTo>
                        <a:pt x="12" y="20"/>
                      </a:lnTo>
                      <a:lnTo>
                        <a:pt x="12" y="24"/>
                      </a:lnTo>
                      <a:lnTo>
                        <a:pt x="12" y="20"/>
                      </a:lnTo>
                      <a:lnTo>
                        <a:pt x="8" y="20"/>
                      </a:lnTo>
                      <a:lnTo>
                        <a:pt x="8" y="16"/>
                      </a:lnTo>
                      <a:lnTo>
                        <a:pt x="8" y="12"/>
                      </a:lnTo>
                      <a:lnTo>
                        <a:pt x="4" y="8"/>
                      </a:lnTo>
                      <a:lnTo>
                        <a:pt x="4" y="4"/>
                      </a:lnTo>
                      <a:lnTo>
                        <a:pt x="0" y="0"/>
                      </a:lnTo>
                      <a:lnTo>
                        <a:pt x="4" y="0"/>
                      </a:lnTo>
                      <a:lnTo>
                        <a:pt x="8" y="0"/>
                      </a:lnTo>
                      <a:lnTo>
                        <a:pt x="8" y="4"/>
                      </a:lnTo>
                      <a:lnTo>
                        <a:pt x="8" y="0"/>
                      </a:lnTo>
                      <a:lnTo>
                        <a:pt x="4" y="0"/>
                      </a:lnTo>
                      <a:lnTo>
                        <a:pt x="4" y="4"/>
                      </a:lnTo>
                      <a:lnTo>
                        <a:pt x="8" y="4"/>
                      </a:lnTo>
                      <a:lnTo>
                        <a:pt x="8" y="8"/>
                      </a:lnTo>
                      <a:lnTo>
                        <a:pt x="12" y="12"/>
                      </a:lnTo>
                      <a:lnTo>
                        <a:pt x="8" y="12"/>
                      </a:lnTo>
                      <a:lnTo>
                        <a:pt x="12" y="12"/>
                      </a:lnTo>
                      <a:lnTo>
                        <a:pt x="12" y="8"/>
                      </a:lnTo>
                      <a:lnTo>
                        <a:pt x="12" y="12"/>
                      </a:lnTo>
                      <a:lnTo>
                        <a:pt x="14" y="12"/>
                      </a:lnTo>
                      <a:lnTo>
                        <a:pt x="18" y="12"/>
                      </a:lnTo>
                      <a:lnTo>
                        <a:pt x="22" y="16"/>
                      </a:lnTo>
                      <a:lnTo>
                        <a:pt x="18" y="16"/>
                      </a:lnTo>
                      <a:lnTo>
                        <a:pt x="22" y="16"/>
                      </a:lnTo>
                      <a:lnTo>
                        <a:pt x="22" y="20"/>
                      </a:lnTo>
                      <a:lnTo>
                        <a:pt x="22" y="16"/>
                      </a:lnTo>
                      <a:lnTo>
                        <a:pt x="26" y="16"/>
                      </a:lnTo>
                      <a:lnTo>
                        <a:pt x="26" y="20"/>
                      </a:lnTo>
                      <a:lnTo>
                        <a:pt x="26" y="24"/>
                      </a:lnTo>
                      <a:lnTo>
                        <a:pt x="30" y="24"/>
                      </a:lnTo>
                      <a:lnTo>
                        <a:pt x="26" y="24"/>
                      </a:lnTo>
                      <a:lnTo>
                        <a:pt x="26" y="26"/>
                      </a:lnTo>
                      <a:lnTo>
                        <a:pt x="30" y="26"/>
                      </a:lnTo>
                      <a:lnTo>
                        <a:pt x="26" y="26"/>
                      </a:lnTo>
                      <a:lnTo>
                        <a:pt x="26" y="30"/>
                      </a:lnTo>
                      <a:lnTo>
                        <a:pt x="30" y="30"/>
                      </a:lnTo>
                      <a:lnTo>
                        <a:pt x="30" y="34"/>
                      </a:lnTo>
                      <a:lnTo>
                        <a:pt x="30" y="38"/>
                      </a:lnTo>
                      <a:lnTo>
                        <a:pt x="30" y="42"/>
                      </a:lnTo>
                      <a:lnTo>
                        <a:pt x="30" y="46"/>
                      </a:lnTo>
                      <a:lnTo>
                        <a:pt x="34" y="46"/>
                      </a:lnTo>
                      <a:lnTo>
                        <a:pt x="34" y="50"/>
                      </a:lnTo>
                      <a:lnTo>
                        <a:pt x="34" y="46"/>
                      </a:lnTo>
                      <a:lnTo>
                        <a:pt x="34" y="50"/>
                      </a:lnTo>
                      <a:lnTo>
                        <a:pt x="38" y="50"/>
                      </a:lnTo>
                      <a:lnTo>
                        <a:pt x="38" y="54"/>
                      </a:lnTo>
                      <a:lnTo>
                        <a:pt x="40" y="54"/>
                      </a:lnTo>
                      <a:lnTo>
                        <a:pt x="40" y="50"/>
                      </a:lnTo>
                      <a:lnTo>
                        <a:pt x="40" y="46"/>
                      </a:lnTo>
                      <a:lnTo>
                        <a:pt x="40" y="42"/>
                      </a:lnTo>
                      <a:lnTo>
                        <a:pt x="38" y="42"/>
                      </a:lnTo>
                      <a:lnTo>
                        <a:pt x="38" y="38"/>
                      </a:lnTo>
                      <a:lnTo>
                        <a:pt x="40" y="42"/>
                      </a:lnTo>
                      <a:lnTo>
                        <a:pt x="40" y="46"/>
                      </a:lnTo>
                      <a:lnTo>
                        <a:pt x="44" y="46"/>
                      </a:lnTo>
                      <a:lnTo>
                        <a:pt x="44" y="50"/>
                      </a:lnTo>
                      <a:lnTo>
                        <a:pt x="44" y="46"/>
                      </a:lnTo>
                      <a:lnTo>
                        <a:pt x="44" y="50"/>
                      </a:lnTo>
                      <a:lnTo>
                        <a:pt x="48" y="50"/>
                      </a:lnTo>
                      <a:lnTo>
                        <a:pt x="48" y="54"/>
                      </a:lnTo>
                      <a:lnTo>
                        <a:pt x="44" y="54"/>
                      </a:lnTo>
                      <a:lnTo>
                        <a:pt x="48" y="54"/>
                      </a:lnTo>
                      <a:lnTo>
                        <a:pt x="48" y="56"/>
                      </a:lnTo>
                      <a:lnTo>
                        <a:pt x="48" y="60"/>
                      </a:lnTo>
                      <a:lnTo>
                        <a:pt x="52" y="60"/>
                      </a:lnTo>
                      <a:lnTo>
                        <a:pt x="48" y="60"/>
                      </a:lnTo>
                      <a:lnTo>
                        <a:pt x="48" y="64"/>
                      </a:lnTo>
                      <a:lnTo>
                        <a:pt x="52" y="64"/>
                      </a:lnTo>
                      <a:lnTo>
                        <a:pt x="56" y="64"/>
                      </a:lnTo>
                      <a:lnTo>
                        <a:pt x="56" y="68"/>
                      </a:lnTo>
                      <a:lnTo>
                        <a:pt x="60" y="68"/>
                      </a:lnTo>
                      <a:lnTo>
                        <a:pt x="64" y="68"/>
                      </a:lnTo>
                      <a:lnTo>
                        <a:pt x="66" y="68"/>
                      </a:lnTo>
                      <a:lnTo>
                        <a:pt x="70" y="68"/>
                      </a:lnTo>
                      <a:lnTo>
                        <a:pt x="70" y="64"/>
                      </a:lnTo>
                      <a:lnTo>
                        <a:pt x="74" y="64"/>
                      </a:lnTo>
                      <a:lnTo>
                        <a:pt x="74" y="60"/>
                      </a:lnTo>
                      <a:lnTo>
                        <a:pt x="78" y="60"/>
                      </a:lnTo>
                      <a:lnTo>
                        <a:pt x="82" y="60"/>
                      </a:lnTo>
                      <a:lnTo>
                        <a:pt x="86" y="64"/>
                      </a:lnTo>
                      <a:lnTo>
                        <a:pt x="82" y="64"/>
                      </a:lnTo>
                      <a:lnTo>
                        <a:pt x="82" y="68"/>
                      </a:lnTo>
                      <a:lnTo>
                        <a:pt x="82" y="72"/>
                      </a:lnTo>
                      <a:lnTo>
                        <a:pt x="82" y="76"/>
                      </a:lnTo>
                      <a:lnTo>
                        <a:pt x="82" y="80"/>
                      </a:lnTo>
                      <a:lnTo>
                        <a:pt x="78" y="82"/>
                      </a:lnTo>
                      <a:lnTo>
                        <a:pt x="74" y="82"/>
                      </a:lnTo>
                      <a:lnTo>
                        <a:pt x="74" y="86"/>
                      </a:lnTo>
                      <a:lnTo>
                        <a:pt x="74" y="90"/>
                      </a:lnTo>
                      <a:lnTo>
                        <a:pt x="74" y="94"/>
                      </a:lnTo>
                      <a:lnTo>
                        <a:pt x="74" y="90"/>
                      </a:lnTo>
                      <a:lnTo>
                        <a:pt x="70" y="90"/>
                      </a:lnTo>
                      <a:lnTo>
                        <a:pt x="66" y="90"/>
                      </a:lnTo>
                      <a:lnTo>
                        <a:pt x="64" y="90"/>
                      </a:lnTo>
                      <a:lnTo>
                        <a:pt x="60" y="94"/>
                      </a:lnTo>
                      <a:lnTo>
                        <a:pt x="60" y="98"/>
                      </a:lnTo>
                      <a:lnTo>
                        <a:pt x="60" y="102"/>
                      </a:lnTo>
                      <a:lnTo>
                        <a:pt x="64" y="102"/>
                      </a:lnTo>
                      <a:lnTo>
                        <a:pt x="60" y="110"/>
                      </a:lnTo>
                      <a:lnTo>
                        <a:pt x="60" y="112"/>
                      </a:lnTo>
                      <a:lnTo>
                        <a:pt x="56" y="116"/>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195" name="Freeform 202">
                  <a:extLst>
                    <a:ext uri="{FF2B5EF4-FFF2-40B4-BE49-F238E27FC236}">
                      <a16:creationId xmlns:a16="http://schemas.microsoft.com/office/drawing/2014/main" id="{99F2DD7E-B25E-ACA7-2379-4C259CCB9A11}"/>
                    </a:ext>
                  </a:extLst>
                </p:cNvPr>
                <p:cNvSpPr>
                  <a:spLocks/>
                </p:cNvSpPr>
                <p:nvPr/>
              </p:nvSpPr>
              <p:spPr bwMode="gray">
                <a:xfrm>
                  <a:off x="8897664" y="5778913"/>
                  <a:ext cx="194798" cy="212190"/>
                </a:xfrm>
                <a:custGeom>
                  <a:avLst/>
                  <a:gdLst>
                    <a:gd name="T0" fmla="*/ 12 w 112"/>
                    <a:gd name="T1" fmla="*/ 96 h 122"/>
                    <a:gd name="T2" fmla="*/ 12 w 112"/>
                    <a:gd name="T3" fmla="*/ 90 h 122"/>
                    <a:gd name="T4" fmla="*/ 16 w 112"/>
                    <a:gd name="T5" fmla="*/ 90 h 122"/>
                    <a:gd name="T6" fmla="*/ 16 w 112"/>
                    <a:gd name="T7" fmla="*/ 82 h 122"/>
                    <a:gd name="T8" fmla="*/ 22 w 112"/>
                    <a:gd name="T9" fmla="*/ 74 h 122"/>
                    <a:gd name="T10" fmla="*/ 34 w 112"/>
                    <a:gd name="T11" fmla="*/ 70 h 122"/>
                    <a:gd name="T12" fmla="*/ 36 w 112"/>
                    <a:gd name="T13" fmla="*/ 64 h 122"/>
                    <a:gd name="T14" fmla="*/ 44 w 112"/>
                    <a:gd name="T15" fmla="*/ 60 h 122"/>
                    <a:gd name="T16" fmla="*/ 52 w 112"/>
                    <a:gd name="T17" fmla="*/ 52 h 122"/>
                    <a:gd name="T18" fmla="*/ 60 w 112"/>
                    <a:gd name="T19" fmla="*/ 50 h 122"/>
                    <a:gd name="T20" fmla="*/ 66 w 112"/>
                    <a:gd name="T21" fmla="*/ 38 h 122"/>
                    <a:gd name="T22" fmla="*/ 70 w 112"/>
                    <a:gd name="T23" fmla="*/ 28 h 122"/>
                    <a:gd name="T24" fmla="*/ 78 w 112"/>
                    <a:gd name="T25" fmla="*/ 24 h 122"/>
                    <a:gd name="T26" fmla="*/ 78 w 112"/>
                    <a:gd name="T27" fmla="*/ 8 h 122"/>
                    <a:gd name="T28" fmla="*/ 86 w 112"/>
                    <a:gd name="T29" fmla="*/ 4 h 122"/>
                    <a:gd name="T30" fmla="*/ 86 w 112"/>
                    <a:gd name="T31" fmla="*/ 4 h 122"/>
                    <a:gd name="T32" fmla="*/ 94 w 112"/>
                    <a:gd name="T33" fmla="*/ 12 h 122"/>
                    <a:gd name="T34" fmla="*/ 100 w 112"/>
                    <a:gd name="T35" fmla="*/ 12 h 122"/>
                    <a:gd name="T36" fmla="*/ 104 w 112"/>
                    <a:gd name="T37" fmla="*/ 12 h 122"/>
                    <a:gd name="T38" fmla="*/ 104 w 112"/>
                    <a:gd name="T39" fmla="*/ 16 h 122"/>
                    <a:gd name="T40" fmla="*/ 108 w 112"/>
                    <a:gd name="T41" fmla="*/ 16 h 122"/>
                    <a:gd name="T42" fmla="*/ 108 w 112"/>
                    <a:gd name="T43" fmla="*/ 12 h 122"/>
                    <a:gd name="T44" fmla="*/ 104 w 112"/>
                    <a:gd name="T45" fmla="*/ 16 h 122"/>
                    <a:gd name="T46" fmla="*/ 108 w 112"/>
                    <a:gd name="T47" fmla="*/ 16 h 122"/>
                    <a:gd name="T48" fmla="*/ 108 w 112"/>
                    <a:gd name="T49" fmla="*/ 20 h 122"/>
                    <a:gd name="T50" fmla="*/ 108 w 112"/>
                    <a:gd name="T51" fmla="*/ 24 h 122"/>
                    <a:gd name="T52" fmla="*/ 104 w 112"/>
                    <a:gd name="T53" fmla="*/ 30 h 122"/>
                    <a:gd name="T54" fmla="*/ 100 w 112"/>
                    <a:gd name="T55" fmla="*/ 40 h 122"/>
                    <a:gd name="T56" fmla="*/ 96 w 112"/>
                    <a:gd name="T57" fmla="*/ 50 h 122"/>
                    <a:gd name="T58" fmla="*/ 90 w 112"/>
                    <a:gd name="T59" fmla="*/ 56 h 122"/>
                    <a:gd name="T60" fmla="*/ 94 w 112"/>
                    <a:gd name="T61" fmla="*/ 64 h 122"/>
                    <a:gd name="T62" fmla="*/ 90 w 112"/>
                    <a:gd name="T63" fmla="*/ 64 h 122"/>
                    <a:gd name="T64" fmla="*/ 86 w 112"/>
                    <a:gd name="T65" fmla="*/ 64 h 122"/>
                    <a:gd name="T66" fmla="*/ 78 w 112"/>
                    <a:gd name="T67" fmla="*/ 68 h 122"/>
                    <a:gd name="T68" fmla="*/ 70 w 112"/>
                    <a:gd name="T69" fmla="*/ 70 h 122"/>
                    <a:gd name="T70" fmla="*/ 66 w 112"/>
                    <a:gd name="T71" fmla="*/ 78 h 122"/>
                    <a:gd name="T72" fmla="*/ 66 w 112"/>
                    <a:gd name="T73" fmla="*/ 90 h 122"/>
                    <a:gd name="T74" fmla="*/ 60 w 112"/>
                    <a:gd name="T75" fmla="*/ 96 h 122"/>
                    <a:gd name="T76" fmla="*/ 56 w 112"/>
                    <a:gd name="T77" fmla="*/ 104 h 122"/>
                    <a:gd name="T78" fmla="*/ 60 w 112"/>
                    <a:gd name="T79" fmla="*/ 104 h 122"/>
                    <a:gd name="T80" fmla="*/ 52 w 112"/>
                    <a:gd name="T81" fmla="*/ 108 h 122"/>
                    <a:gd name="T82" fmla="*/ 48 w 112"/>
                    <a:gd name="T83" fmla="*/ 120 h 122"/>
                    <a:gd name="T84" fmla="*/ 36 w 112"/>
                    <a:gd name="T85" fmla="*/ 122 h 122"/>
                    <a:gd name="T86" fmla="*/ 30 w 112"/>
                    <a:gd name="T87" fmla="*/ 120 h 122"/>
                    <a:gd name="T88" fmla="*/ 26 w 112"/>
                    <a:gd name="T89" fmla="*/ 120 h 122"/>
                    <a:gd name="T90" fmla="*/ 26 w 112"/>
                    <a:gd name="T91" fmla="*/ 120 h 122"/>
                    <a:gd name="T92" fmla="*/ 22 w 112"/>
                    <a:gd name="T93" fmla="*/ 116 h 122"/>
                    <a:gd name="T94" fmla="*/ 12 w 112"/>
                    <a:gd name="T95" fmla="*/ 112 h 122"/>
                    <a:gd name="T96" fmla="*/ 4 w 112"/>
                    <a:gd name="T97" fmla="*/ 116 h 122"/>
                    <a:gd name="T98" fmla="*/ 4 w 112"/>
                    <a:gd name="T99" fmla="*/ 112 h 122"/>
                    <a:gd name="T100" fmla="*/ 4 w 112"/>
                    <a:gd name="T101" fmla="*/ 108 h 122"/>
                    <a:gd name="T102" fmla="*/ 0 w 112"/>
                    <a:gd name="T103" fmla="*/ 108 h 122"/>
                    <a:gd name="T104" fmla="*/ 8 w 112"/>
                    <a:gd name="T105" fmla="*/ 104 h 122"/>
                    <a:gd name="T106" fmla="*/ 8 w 112"/>
                    <a:gd name="T107" fmla="*/ 100 h 122"/>
                    <a:gd name="T108" fmla="*/ 4 w 112"/>
                    <a:gd name="T109" fmla="*/ 94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12" h="122">
                      <a:moveTo>
                        <a:pt x="12" y="96"/>
                      </a:moveTo>
                      <a:lnTo>
                        <a:pt x="8" y="96"/>
                      </a:lnTo>
                      <a:lnTo>
                        <a:pt x="12" y="96"/>
                      </a:lnTo>
                      <a:lnTo>
                        <a:pt x="8" y="94"/>
                      </a:lnTo>
                      <a:lnTo>
                        <a:pt x="8" y="90"/>
                      </a:lnTo>
                      <a:lnTo>
                        <a:pt x="12" y="90"/>
                      </a:lnTo>
                      <a:lnTo>
                        <a:pt x="12" y="86"/>
                      </a:lnTo>
                      <a:lnTo>
                        <a:pt x="12" y="90"/>
                      </a:lnTo>
                      <a:lnTo>
                        <a:pt x="16" y="90"/>
                      </a:lnTo>
                      <a:lnTo>
                        <a:pt x="16" y="86"/>
                      </a:lnTo>
                      <a:lnTo>
                        <a:pt x="12" y="86"/>
                      </a:lnTo>
                      <a:lnTo>
                        <a:pt x="16" y="82"/>
                      </a:lnTo>
                      <a:lnTo>
                        <a:pt x="20" y="82"/>
                      </a:lnTo>
                      <a:lnTo>
                        <a:pt x="20" y="78"/>
                      </a:lnTo>
                      <a:lnTo>
                        <a:pt x="22" y="74"/>
                      </a:lnTo>
                      <a:lnTo>
                        <a:pt x="26" y="70"/>
                      </a:lnTo>
                      <a:lnTo>
                        <a:pt x="30" y="70"/>
                      </a:lnTo>
                      <a:lnTo>
                        <a:pt x="34" y="70"/>
                      </a:lnTo>
                      <a:lnTo>
                        <a:pt x="34" y="68"/>
                      </a:lnTo>
                      <a:lnTo>
                        <a:pt x="36" y="68"/>
                      </a:lnTo>
                      <a:lnTo>
                        <a:pt x="36" y="64"/>
                      </a:lnTo>
                      <a:lnTo>
                        <a:pt x="40" y="64"/>
                      </a:lnTo>
                      <a:lnTo>
                        <a:pt x="44" y="64"/>
                      </a:lnTo>
                      <a:lnTo>
                        <a:pt x="44" y="60"/>
                      </a:lnTo>
                      <a:lnTo>
                        <a:pt x="48" y="56"/>
                      </a:lnTo>
                      <a:lnTo>
                        <a:pt x="52" y="56"/>
                      </a:lnTo>
                      <a:lnTo>
                        <a:pt x="52" y="52"/>
                      </a:lnTo>
                      <a:lnTo>
                        <a:pt x="56" y="52"/>
                      </a:lnTo>
                      <a:lnTo>
                        <a:pt x="56" y="50"/>
                      </a:lnTo>
                      <a:lnTo>
                        <a:pt x="60" y="50"/>
                      </a:lnTo>
                      <a:lnTo>
                        <a:pt x="64" y="40"/>
                      </a:lnTo>
                      <a:lnTo>
                        <a:pt x="66" y="40"/>
                      </a:lnTo>
                      <a:lnTo>
                        <a:pt x="66" y="38"/>
                      </a:lnTo>
                      <a:lnTo>
                        <a:pt x="66" y="34"/>
                      </a:lnTo>
                      <a:lnTo>
                        <a:pt x="66" y="30"/>
                      </a:lnTo>
                      <a:lnTo>
                        <a:pt x="70" y="28"/>
                      </a:lnTo>
                      <a:lnTo>
                        <a:pt x="74" y="28"/>
                      </a:lnTo>
                      <a:lnTo>
                        <a:pt x="74" y="24"/>
                      </a:lnTo>
                      <a:lnTo>
                        <a:pt x="78" y="24"/>
                      </a:lnTo>
                      <a:lnTo>
                        <a:pt x="78" y="20"/>
                      </a:lnTo>
                      <a:lnTo>
                        <a:pt x="78" y="16"/>
                      </a:lnTo>
                      <a:lnTo>
                        <a:pt x="78" y="8"/>
                      </a:lnTo>
                      <a:lnTo>
                        <a:pt x="82" y="8"/>
                      </a:lnTo>
                      <a:lnTo>
                        <a:pt x="82" y="4"/>
                      </a:lnTo>
                      <a:lnTo>
                        <a:pt x="86" y="4"/>
                      </a:lnTo>
                      <a:lnTo>
                        <a:pt x="86" y="0"/>
                      </a:lnTo>
                      <a:lnTo>
                        <a:pt x="90" y="0"/>
                      </a:lnTo>
                      <a:lnTo>
                        <a:pt x="86" y="4"/>
                      </a:lnTo>
                      <a:lnTo>
                        <a:pt x="90" y="8"/>
                      </a:lnTo>
                      <a:lnTo>
                        <a:pt x="94" y="8"/>
                      </a:lnTo>
                      <a:lnTo>
                        <a:pt x="94" y="12"/>
                      </a:lnTo>
                      <a:lnTo>
                        <a:pt x="94" y="16"/>
                      </a:lnTo>
                      <a:lnTo>
                        <a:pt x="96" y="16"/>
                      </a:lnTo>
                      <a:lnTo>
                        <a:pt x="100" y="12"/>
                      </a:lnTo>
                      <a:lnTo>
                        <a:pt x="104" y="12"/>
                      </a:lnTo>
                      <a:lnTo>
                        <a:pt x="104" y="8"/>
                      </a:lnTo>
                      <a:lnTo>
                        <a:pt x="104" y="12"/>
                      </a:lnTo>
                      <a:lnTo>
                        <a:pt x="100" y="12"/>
                      </a:lnTo>
                      <a:lnTo>
                        <a:pt x="104" y="12"/>
                      </a:lnTo>
                      <a:lnTo>
                        <a:pt x="104" y="16"/>
                      </a:lnTo>
                      <a:lnTo>
                        <a:pt x="100" y="16"/>
                      </a:lnTo>
                      <a:lnTo>
                        <a:pt x="104" y="16"/>
                      </a:lnTo>
                      <a:lnTo>
                        <a:pt x="108" y="16"/>
                      </a:lnTo>
                      <a:lnTo>
                        <a:pt x="104" y="16"/>
                      </a:lnTo>
                      <a:lnTo>
                        <a:pt x="104" y="12"/>
                      </a:lnTo>
                      <a:lnTo>
                        <a:pt x="108" y="12"/>
                      </a:lnTo>
                      <a:lnTo>
                        <a:pt x="112" y="12"/>
                      </a:lnTo>
                      <a:lnTo>
                        <a:pt x="108" y="16"/>
                      </a:lnTo>
                      <a:lnTo>
                        <a:pt x="104" y="16"/>
                      </a:lnTo>
                      <a:lnTo>
                        <a:pt x="108" y="16"/>
                      </a:lnTo>
                      <a:lnTo>
                        <a:pt x="112" y="16"/>
                      </a:lnTo>
                      <a:lnTo>
                        <a:pt x="108" y="16"/>
                      </a:lnTo>
                      <a:lnTo>
                        <a:pt x="108" y="20"/>
                      </a:lnTo>
                      <a:lnTo>
                        <a:pt x="104" y="20"/>
                      </a:lnTo>
                      <a:lnTo>
                        <a:pt x="108" y="20"/>
                      </a:lnTo>
                      <a:lnTo>
                        <a:pt x="108" y="24"/>
                      </a:lnTo>
                      <a:lnTo>
                        <a:pt x="108" y="20"/>
                      </a:lnTo>
                      <a:lnTo>
                        <a:pt x="108" y="24"/>
                      </a:lnTo>
                      <a:lnTo>
                        <a:pt x="108" y="28"/>
                      </a:lnTo>
                      <a:lnTo>
                        <a:pt x="108" y="30"/>
                      </a:lnTo>
                      <a:lnTo>
                        <a:pt x="104" y="30"/>
                      </a:lnTo>
                      <a:lnTo>
                        <a:pt x="104" y="34"/>
                      </a:lnTo>
                      <a:lnTo>
                        <a:pt x="104" y="38"/>
                      </a:lnTo>
                      <a:lnTo>
                        <a:pt x="100" y="40"/>
                      </a:lnTo>
                      <a:lnTo>
                        <a:pt x="96" y="40"/>
                      </a:lnTo>
                      <a:lnTo>
                        <a:pt x="96" y="46"/>
                      </a:lnTo>
                      <a:lnTo>
                        <a:pt x="96" y="50"/>
                      </a:lnTo>
                      <a:lnTo>
                        <a:pt x="94" y="52"/>
                      </a:lnTo>
                      <a:lnTo>
                        <a:pt x="90" y="52"/>
                      </a:lnTo>
                      <a:lnTo>
                        <a:pt x="90" y="56"/>
                      </a:lnTo>
                      <a:lnTo>
                        <a:pt x="86" y="56"/>
                      </a:lnTo>
                      <a:lnTo>
                        <a:pt x="90" y="64"/>
                      </a:lnTo>
                      <a:lnTo>
                        <a:pt x="94" y="64"/>
                      </a:lnTo>
                      <a:lnTo>
                        <a:pt x="94" y="68"/>
                      </a:lnTo>
                      <a:lnTo>
                        <a:pt x="90" y="68"/>
                      </a:lnTo>
                      <a:lnTo>
                        <a:pt x="90" y="64"/>
                      </a:lnTo>
                      <a:lnTo>
                        <a:pt x="90" y="68"/>
                      </a:lnTo>
                      <a:lnTo>
                        <a:pt x="86" y="68"/>
                      </a:lnTo>
                      <a:lnTo>
                        <a:pt x="86" y="64"/>
                      </a:lnTo>
                      <a:lnTo>
                        <a:pt x="82" y="64"/>
                      </a:lnTo>
                      <a:lnTo>
                        <a:pt x="82" y="68"/>
                      </a:lnTo>
                      <a:lnTo>
                        <a:pt x="78" y="68"/>
                      </a:lnTo>
                      <a:lnTo>
                        <a:pt x="78" y="70"/>
                      </a:lnTo>
                      <a:lnTo>
                        <a:pt x="74" y="70"/>
                      </a:lnTo>
                      <a:lnTo>
                        <a:pt x="70" y="70"/>
                      </a:lnTo>
                      <a:lnTo>
                        <a:pt x="70" y="74"/>
                      </a:lnTo>
                      <a:lnTo>
                        <a:pt x="66" y="74"/>
                      </a:lnTo>
                      <a:lnTo>
                        <a:pt x="66" y="78"/>
                      </a:lnTo>
                      <a:lnTo>
                        <a:pt x="66" y="82"/>
                      </a:lnTo>
                      <a:lnTo>
                        <a:pt x="66" y="86"/>
                      </a:lnTo>
                      <a:lnTo>
                        <a:pt x="66" y="90"/>
                      </a:lnTo>
                      <a:lnTo>
                        <a:pt x="64" y="90"/>
                      </a:lnTo>
                      <a:lnTo>
                        <a:pt x="64" y="94"/>
                      </a:lnTo>
                      <a:lnTo>
                        <a:pt x="60" y="96"/>
                      </a:lnTo>
                      <a:lnTo>
                        <a:pt x="60" y="100"/>
                      </a:lnTo>
                      <a:lnTo>
                        <a:pt x="60" y="104"/>
                      </a:lnTo>
                      <a:lnTo>
                        <a:pt x="56" y="104"/>
                      </a:lnTo>
                      <a:lnTo>
                        <a:pt x="56" y="108"/>
                      </a:lnTo>
                      <a:lnTo>
                        <a:pt x="60" y="108"/>
                      </a:lnTo>
                      <a:lnTo>
                        <a:pt x="60" y="104"/>
                      </a:lnTo>
                      <a:lnTo>
                        <a:pt x="60" y="108"/>
                      </a:lnTo>
                      <a:lnTo>
                        <a:pt x="56" y="108"/>
                      </a:lnTo>
                      <a:lnTo>
                        <a:pt x="52" y="108"/>
                      </a:lnTo>
                      <a:lnTo>
                        <a:pt x="52" y="112"/>
                      </a:lnTo>
                      <a:lnTo>
                        <a:pt x="48" y="116"/>
                      </a:lnTo>
                      <a:lnTo>
                        <a:pt x="48" y="120"/>
                      </a:lnTo>
                      <a:lnTo>
                        <a:pt x="44" y="120"/>
                      </a:lnTo>
                      <a:lnTo>
                        <a:pt x="40" y="122"/>
                      </a:lnTo>
                      <a:lnTo>
                        <a:pt x="36" y="122"/>
                      </a:lnTo>
                      <a:lnTo>
                        <a:pt x="34" y="122"/>
                      </a:lnTo>
                      <a:lnTo>
                        <a:pt x="34" y="120"/>
                      </a:lnTo>
                      <a:lnTo>
                        <a:pt x="30" y="120"/>
                      </a:lnTo>
                      <a:lnTo>
                        <a:pt x="30" y="122"/>
                      </a:lnTo>
                      <a:lnTo>
                        <a:pt x="26" y="122"/>
                      </a:lnTo>
                      <a:lnTo>
                        <a:pt x="26" y="120"/>
                      </a:lnTo>
                      <a:lnTo>
                        <a:pt x="30" y="122"/>
                      </a:lnTo>
                      <a:lnTo>
                        <a:pt x="30" y="120"/>
                      </a:lnTo>
                      <a:lnTo>
                        <a:pt x="26" y="120"/>
                      </a:lnTo>
                      <a:lnTo>
                        <a:pt x="26" y="122"/>
                      </a:lnTo>
                      <a:lnTo>
                        <a:pt x="26" y="120"/>
                      </a:lnTo>
                      <a:lnTo>
                        <a:pt x="22" y="116"/>
                      </a:lnTo>
                      <a:lnTo>
                        <a:pt x="20" y="116"/>
                      </a:lnTo>
                      <a:lnTo>
                        <a:pt x="16" y="112"/>
                      </a:lnTo>
                      <a:lnTo>
                        <a:pt x="12" y="112"/>
                      </a:lnTo>
                      <a:lnTo>
                        <a:pt x="12" y="116"/>
                      </a:lnTo>
                      <a:lnTo>
                        <a:pt x="8" y="116"/>
                      </a:lnTo>
                      <a:lnTo>
                        <a:pt x="4" y="116"/>
                      </a:lnTo>
                      <a:lnTo>
                        <a:pt x="4" y="112"/>
                      </a:lnTo>
                      <a:lnTo>
                        <a:pt x="0" y="112"/>
                      </a:lnTo>
                      <a:lnTo>
                        <a:pt x="4" y="112"/>
                      </a:lnTo>
                      <a:lnTo>
                        <a:pt x="4" y="108"/>
                      </a:lnTo>
                      <a:lnTo>
                        <a:pt x="8" y="108"/>
                      </a:lnTo>
                      <a:lnTo>
                        <a:pt x="4" y="108"/>
                      </a:lnTo>
                      <a:lnTo>
                        <a:pt x="4" y="112"/>
                      </a:lnTo>
                      <a:lnTo>
                        <a:pt x="0" y="112"/>
                      </a:lnTo>
                      <a:lnTo>
                        <a:pt x="0" y="108"/>
                      </a:lnTo>
                      <a:lnTo>
                        <a:pt x="0" y="104"/>
                      </a:lnTo>
                      <a:lnTo>
                        <a:pt x="4" y="104"/>
                      </a:lnTo>
                      <a:lnTo>
                        <a:pt x="8" y="104"/>
                      </a:lnTo>
                      <a:lnTo>
                        <a:pt x="4" y="104"/>
                      </a:lnTo>
                      <a:lnTo>
                        <a:pt x="4" y="100"/>
                      </a:lnTo>
                      <a:lnTo>
                        <a:pt x="8" y="100"/>
                      </a:lnTo>
                      <a:lnTo>
                        <a:pt x="4" y="100"/>
                      </a:lnTo>
                      <a:lnTo>
                        <a:pt x="4" y="96"/>
                      </a:lnTo>
                      <a:lnTo>
                        <a:pt x="4" y="94"/>
                      </a:lnTo>
                      <a:lnTo>
                        <a:pt x="8" y="96"/>
                      </a:lnTo>
                      <a:lnTo>
                        <a:pt x="12" y="96"/>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196" name="Freeform 204">
                  <a:extLst>
                    <a:ext uri="{FF2B5EF4-FFF2-40B4-BE49-F238E27FC236}">
                      <a16:creationId xmlns:a16="http://schemas.microsoft.com/office/drawing/2014/main" id="{A9177598-A140-14BF-6F29-86F88D69C9E2}"/>
                    </a:ext>
                  </a:extLst>
                </p:cNvPr>
                <p:cNvSpPr>
                  <a:spLocks noEditPoints="1"/>
                </p:cNvSpPr>
                <p:nvPr/>
              </p:nvSpPr>
              <p:spPr bwMode="gray">
                <a:xfrm>
                  <a:off x="8650688" y="4728401"/>
                  <a:ext cx="236540" cy="128704"/>
                </a:xfrm>
                <a:custGeom>
                  <a:avLst/>
                  <a:gdLst>
                    <a:gd name="T0" fmla="*/ 6 w 136"/>
                    <a:gd name="T1" fmla="*/ 8 h 74"/>
                    <a:gd name="T2" fmla="*/ 8 w 136"/>
                    <a:gd name="T3" fmla="*/ 4 h 74"/>
                    <a:gd name="T4" fmla="*/ 14 w 136"/>
                    <a:gd name="T5" fmla="*/ 10 h 74"/>
                    <a:gd name="T6" fmla="*/ 14 w 136"/>
                    <a:gd name="T7" fmla="*/ 12 h 74"/>
                    <a:gd name="T8" fmla="*/ 48 w 136"/>
                    <a:gd name="T9" fmla="*/ 26 h 74"/>
                    <a:gd name="T10" fmla="*/ 30 w 136"/>
                    <a:gd name="T11" fmla="*/ 12 h 74"/>
                    <a:gd name="T12" fmla="*/ 48 w 136"/>
                    <a:gd name="T13" fmla="*/ 26 h 74"/>
                    <a:gd name="T14" fmla="*/ 48 w 136"/>
                    <a:gd name="T15" fmla="*/ 26 h 74"/>
                    <a:gd name="T16" fmla="*/ 0 w 136"/>
                    <a:gd name="T17" fmla="*/ 14 h 74"/>
                    <a:gd name="T18" fmla="*/ 2 w 136"/>
                    <a:gd name="T19" fmla="*/ 18 h 74"/>
                    <a:gd name="T20" fmla="*/ 2 w 136"/>
                    <a:gd name="T21" fmla="*/ 18 h 74"/>
                    <a:gd name="T22" fmla="*/ 6 w 136"/>
                    <a:gd name="T23" fmla="*/ 20 h 74"/>
                    <a:gd name="T24" fmla="*/ 10 w 136"/>
                    <a:gd name="T25" fmla="*/ 16 h 74"/>
                    <a:gd name="T26" fmla="*/ 10 w 136"/>
                    <a:gd name="T27" fmla="*/ 22 h 74"/>
                    <a:gd name="T28" fmla="*/ 18 w 136"/>
                    <a:gd name="T29" fmla="*/ 28 h 74"/>
                    <a:gd name="T30" fmla="*/ 12 w 136"/>
                    <a:gd name="T31" fmla="*/ 22 h 74"/>
                    <a:gd name="T32" fmla="*/ 18 w 136"/>
                    <a:gd name="T33" fmla="*/ 22 h 74"/>
                    <a:gd name="T34" fmla="*/ 18 w 136"/>
                    <a:gd name="T35" fmla="*/ 28 h 74"/>
                    <a:gd name="T36" fmla="*/ 18 w 136"/>
                    <a:gd name="T37" fmla="*/ 28 h 74"/>
                    <a:gd name="T38" fmla="*/ 12 w 136"/>
                    <a:gd name="T39" fmla="*/ 28 h 74"/>
                    <a:gd name="T40" fmla="*/ 12 w 136"/>
                    <a:gd name="T41" fmla="*/ 28 h 74"/>
                    <a:gd name="T42" fmla="*/ 12 w 136"/>
                    <a:gd name="T43" fmla="*/ 28 h 74"/>
                    <a:gd name="T44" fmla="*/ 20 w 136"/>
                    <a:gd name="T45" fmla="*/ 28 h 74"/>
                    <a:gd name="T46" fmla="*/ 22 w 136"/>
                    <a:gd name="T47" fmla="*/ 28 h 74"/>
                    <a:gd name="T48" fmla="*/ 22 w 136"/>
                    <a:gd name="T49" fmla="*/ 28 h 74"/>
                    <a:gd name="T50" fmla="*/ 132 w 136"/>
                    <a:gd name="T51" fmla="*/ 56 h 74"/>
                    <a:gd name="T52" fmla="*/ 134 w 136"/>
                    <a:gd name="T53" fmla="*/ 60 h 74"/>
                    <a:gd name="T54" fmla="*/ 134 w 136"/>
                    <a:gd name="T55" fmla="*/ 60 h 74"/>
                    <a:gd name="T56" fmla="*/ 48 w 136"/>
                    <a:gd name="T57" fmla="*/ 68 h 74"/>
                    <a:gd name="T58" fmla="*/ 58 w 136"/>
                    <a:gd name="T59" fmla="*/ 74 h 74"/>
                    <a:gd name="T60" fmla="*/ 58 w 136"/>
                    <a:gd name="T61" fmla="*/ 74 h 74"/>
                    <a:gd name="T62" fmla="*/ 70 w 136"/>
                    <a:gd name="T63" fmla="*/ 42 h 74"/>
                    <a:gd name="T64" fmla="*/ 58 w 136"/>
                    <a:gd name="T65" fmla="*/ 22 h 74"/>
                    <a:gd name="T66" fmla="*/ 64 w 136"/>
                    <a:gd name="T67" fmla="*/ 28 h 74"/>
                    <a:gd name="T68" fmla="*/ 68 w 136"/>
                    <a:gd name="T69" fmla="*/ 34 h 74"/>
                    <a:gd name="T70" fmla="*/ 68 w 136"/>
                    <a:gd name="T71" fmla="*/ 34 h 74"/>
                    <a:gd name="T72" fmla="*/ 60 w 136"/>
                    <a:gd name="T73" fmla="*/ 46 h 74"/>
                    <a:gd name="T74" fmla="*/ 44 w 136"/>
                    <a:gd name="T75" fmla="*/ 38 h 74"/>
                    <a:gd name="T76" fmla="*/ 62 w 136"/>
                    <a:gd name="T77" fmla="*/ 46 h 74"/>
                    <a:gd name="T78" fmla="*/ 62 w 136"/>
                    <a:gd name="T79" fmla="*/ 46 h 74"/>
                    <a:gd name="T80" fmla="*/ 84 w 136"/>
                    <a:gd name="T81" fmla="*/ 60 h 74"/>
                    <a:gd name="T82" fmla="*/ 68 w 136"/>
                    <a:gd name="T83" fmla="*/ 50 h 74"/>
                    <a:gd name="T84" fmla="*/ 84 w 136"/>
                    <a:gd name="T85" fmla="*/ 56 h 74"/>
                    <a:gd name="T86" fmla="*/ 84 w 136"/>
                    <a:gd name="T87" fmla="*/ 56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36" h="74">
                      <a:moveTo>
                        <a:pt x="14" y="12"/>
                      </a:moveTo>
                      <a:lnTo>
                        <a:pt x="6" y="8"/>
                      </a:lnTo>
                      <a:lnTo>
                        <a:pt x="0" y="0"/>
                      </a:lnTo>
                      <a:lnTo>
                        <a:pt x="8" y="4"/>
                      </a:lnTo>
                      <a:lnTo>
                        <a:pt x="10" y="6"/>
                      </a:lnTo>
                      <a:lnTo>
                        <a:pt x="14" y="10"/>
                      </a:lnTo>
                      <a:lnTo>
                        <a:pt x="14" y="12"/>
                      </a:lnTo>
                      <a:lnTo>
                        <a:pt x="14" y="12"/>
                      </a:lnTo>
                      <a:lnTo>
                        <a:pt x="14" y="12"/>
                      </a:lnTo>
                      <a:close/>
                      <a:moveTo>
                        <a:pt x="48" y="26"/>
                      </a:moveTo>
                      <a:lnTo>
                        <a:pt x="34" y="18"/>
                      </a:lnTo>
                      <a:lnTo>
                        <a:pt x="30" y="12"/>
                      </a:lnTo>
                      <a:lnTo>
                        <a:pt x="48" y="22"/>
                      </a:lnTo>
                      <a:lnTo>
                        <a:pt x="48" y="26"/>
                      </a:lnTo>
                      <a:lnTo>
                        <a:pt x="48" y="26"/>
                      </a:lnTo>
                      <a:lnTo>
                        <a:pt x="48" y="26"/>
                      </a:lnTo>
                      <a:close/>
                      <a:moveTo>
                        <a:pt x="2" y="18"/>
                      </a:moveTo>
                      <a:lnTo>
                        <a:pt x="0" y="14"/>
                      </a:lnTo>
                      <a:lnTo>
                        <a:pt x="6" y="16"/>
                      </a:lnTo>
                      <a:lnTo>
                        <a:pt x="2" y="18"/>
                      </a:lnTo>
                      <a:lnTo>
                        <a:pt x="2" y="18"/>
                      </a:lnTo>
                      <a:lnTo>
                        <a:pt x="2" y="18"/>
                      </a:lnTo>
                      <a:close/>
                      <a:moveTo>
                        <a:pt x="10" y="22"/>
                      </a:moveTo>
                      <a:lnTo>
                        <a:pt x="6" y="20"/>
                      </a:lnTo>
                      <a:lnTo>
                        <a:pt x="8" y="16"/>
                      </a:lnTo>
                      <a:lnTo>
                        <a:pt x="10" y="16"/>
                      </a:lnTo>
                      <a:lnTo>
                        <a:pt x="10" y="22"/>
                      </a:lnTo>
                      <a:lnTo>
                        <a:pt x="10" y="22"/>
                      </a:lnTo>
                      <a:lnTo>
                        <a:pt x="10" y="22"/>
                      </a:lnTo>
                      <a:close/>
                      <a:moveTo>
                        <a:pt x="18" y="28"/>
                      </a:moveTo>
                      <a:lnTo>
                        <a:pt x="14" y="22"/>
                      </a:lnTo>
                      <a:lnTo>
                        <a:pt x="12" y="22"/>
                      </a:lnTo>
                      <a:lnTo>
                        <a:pt x="12" y="18"/>
                      </a:lnTo>
                      <a:lnTo>
                        <a:pt x="18" y="22"/>
                      </a:lnTo>
                      <a:lnTo>
                        <a:pt x="20" y="26"/>
                      </a:lnTo>
                      <a:lnTo>
                        <a:pt x="18" y="28"/>
                      </a:lnTo>
                      <a:lnTo>
                        <a:pt x="18" y="28"/>
                      </a:lnTo>
                      <a:lnTo>
                        <a:pt x="18" y="28"/>
                      </a:lnTo>
                      <a:close/>
                      <a:moveTo>
                        <a:pt x="12" y="28"/>
                      </a:moveTo>
                      <a:lnTo>
                        <a:pt x="12" y="28"/>
                      </a:lnTo>
                      <a:lnTo>
                        <a:pt x="12" y="24"/>
                      </a:lnTo>
                      <a:lnTo>
                        <a:pt x="12" y="28"/>
                      </a:lnTo>
                      <a:lnTo>
                        <a:pt x="12" y="28"/>
                      </a:lnTo>
                      <a:lnTo>
                        <a:pt x="12" y="28"/>
                      </a:lnTo>
                      <a:close/>
                      <a:moveTo>
                        <a:pt x="22" y="28"/>
                      </a:moveTo>
                      <a:lnTo>
                        <a:pt x="20" y="28"/>
                      </a:lnTo>
                      <a:lnTo>
                        <a:pt x="24" y="26"/>
                      </a:lnTo>
                      <a:lnTo>
                        <a:pt x="22" y="28"/>
                      </a:lnTo>
                      <a:lnTo>
                        <a:pt x="22" y="28"/>
                      </a:lnTo>
                      <a:lnTo>
                        <a:pt x="22" y="28"/>
                      </a:lnTo>
                      <a:close/>
                      <a:moveTo>
                        <a:pt x="134" y="60"/>
                      </a:moveTo>
                      <a:lnTo>
                        <a:pt x="132" y="56"/>
                      </a:lnTo>
                      <a:lnTo>
                        <a:pt x="136" y="56"/>
                      </a:lnTo>
                      <a:lnTo>
                        <a:pt x="134" y="60"/>
                      </a:lnTo>
                      <a:lnTo>
                        <a:pt x="134" y="60"/>
                      </a:lnTo>
                      <a:lnTo>
                        <a:pt x="134" y="60"/>
                      </a:lnTo>
                      <a:close/>
                      <a:moveTo>
                        <a:pt x="58" y="74"/>
                      </a:moveTo>
                      <a:lnTo>
                        <a:pt x="48" y="68"/>
                      </a:lnTo>
                      <a:lnTo>
                        <a:pt x="56" y="72"/>
                      </a:lnTo>
                      <a:lnTo>
                        <a:pt x="58" y="74"/>
                      </a:lnTo>
                      <a:lnTo>
                        <a:pt x="58" y="74"/>
                      </a:lnTo>
                      <a:lnTo>
                        <a:pt x="58" y="74"/>
                      </a:lnTo>
                      <a:close/>
                      <a:moveTo>
                        <a:pt x="68" y="34"/>
                      </a:moveTo>
                      <a:lnTo>
                        <a:pt x="70" y="42"/>
                      </a:lnTo>
                      <a:lnTo>
                        <a:pt x="62" y="34"/>
                      </a:lnTo>
                      <a:lnTo>
                        <a:pt x="58" y="22"/>
                      </a:lnTo>
                      <a:lnTo>
                        <a:pt x="62" y="24"/>
                      </a:lnTo>
                      <a:lnTo>
                        <a:pt x="64" y="28"/>
                      </a:lnTo>
                      <a:lnTo>
                        <a:pt x="64" y="30"/>
                      </a:lnTo>
                      <a:lnTo>
                        <a:pt x="68" y="34"/>
                      </a:lnTo>
                      <a:lnTo>
                        <a:pt x="68" y="34"/>
                      </a:lnTo>
                      <a:lnTo>
                        <a:pt x="68" y="34"/>
                      </a:lnTo>
                      <a:close/>
                      <a:moveTo>
                        <a:pt x="62" y="46"/>
                      </a:moveTo>
                      <a:lnTo>
                        <a:pt x="60" y="46"/>
                      </a:lnTo>
                      <a:lnTo>
                        <a:pt x="48" y="44"/>
                      </a:lnTo>
                      <a:lnTo>
                        <a:pt x="44" y="38"/>
                      </a:lnTo>
                      <a:lnTo>
                        <a:pt x="56" y="40"/>
                      </a:lnTo>
                      <a:lnTo>
                        <a:pt x="62" y="46"/>
                      </a:lnTo>
                      <a:lnTo>
                        <a:pt x="62" y="46"/>
                      </a:lnTo>
                      <a:lnTo>
                        <a:pt x="62" y="46"/>
                      </a:lnTo>
                      <a:close/>
                      <a:moveTo>
                        <a:pt x="84" y="56"/>
                      </a:moveTo>
                      <a:lnTo>
                        <a:pt x="84" y="60"/>
                      </a:lnTo>
                      <a:lnTo>
                        <a:pt x="76" y="56"/>
                      </a:lnTo>
                      <a:lnTo>
                        <a:pt x="68" y="50"/>
                      </a:lnTo>
                      <a:lnTo>
                        <a:pt x="80" y="54"/>
                      </a:lnTo>
                      <a:lnTo>
                        <a:pt x="84" y="56"/>
                      </a:lnTo>
                      <a:lnTo>
                        <a:pt x="84" y="56"/>
                      </a:lnTo>
                      <a:lnTo>
                        <a:pt x="84" y="56"/>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197" name="Freeform 205">
                  <a:extLst>
                    <a:ext uri="{FF2B5EF4-FFF2-40B4-BE49-F238E27FC236}">
                      <a16:creationId xmlns:a16="http://schemas.microsoft.com/office/drawing/2014/main" id="{24E39A6D-9FD0-37E9-695C-F64BE1601BD7}"/>
                    </a:ext>
                  </a:extLst>
                </p:cNvPr>
                <p:cNvSpPr>
                  <a:spLocks noEditPoints="1"/>
                </p:cNvSpPr>
                <p:nvPr/>
              </p:nvSpPr>
              <p:spPr bwMode="gray">
                <a:xfrm>
                  <a:off x="9165512" y="4964941"/>
                  <a:ext cx="66092" cy="76527"/>
                </a:xfrm>
                <a:custGeom>
                  <a:avLst/>
                  <a:gdLst>
                    <a:gd name="T0" fmla="*/ 38 w 38"/>
                    <a:gd name="T1" fmla="*/ 0 h 44"/>
                    <a:gd name="T2" fmla="*/ 30 w 38"/>
                    <a:gd name="T3" fmla="*/ 8 h 44"/>
                    <a:gd name="T4" fmla="*/ 36 w 38"/>
                    <a:gd name="T5" fmla="*/ 4 h 44"/>
                    <a:gd name="T6" fmla="*/ 36 w 38"/>
                    <a:gd name="T7" fmla="*/ 8 h 44"/>
                    <a:gd name="T8" fmla="*/ 28 w 38"/>
                    <a:gd name="T9" fmla="*/ 8 h 44"/>
                    <a:gd name="T10" fmla="*/ 28 w 38"/>
                    <a:gd name="T11" fmla="*/ 8 h 44"/>
                    <a:gd name="T12" fmla="*/ 20 w 38"/>
                    <a:gd name="T13" fmla="*/ 14 h 44"/>
                    <a:gd name="T14" fmla="*/ 16 w 38"/>
                    <a:gd name="T15" fmla="*/ 8 h 44"/>
                    <a:gd name="T16" fmla="*/ 22 w 38"/>
                    <a:gd name="T17" fmla="*/ 4 h 44"/>
                    <a:gd name="T18" fmla="*/ 38 w 38"/>
                    <a:gd name="T19" fmla="*/ 0 h 44"/>
                    <a:gd name="T20" fmla="*/ 38 w 38"/>
                    <a:gd name="T21" fmla="*/ 0 h 44"/>
                    <a:gd name="T22" fmla="*/ 38 w 38"/>
                    <a:gd name="T23" fmla="*/ 0 h 44"/>
                    <a:gd name="T24" fmla="*/ 38 w 38"/>
                    <a:gd name="T25" fmla="*/ 0 h 44"/>
                    <a:gd name="T26" fmla="*/ 2 w 38"/>
                    <a:gd name="T27" fmla="*/ 30 h 44"/>
                    <a:gd name="T28" fmla="*/ 0 w 38"/>
                    <a:gd name="T29" fmla="*/ 26 h 44"/>
                    <a:gd name="T30" fmla="*/ 4 w 38"/>
                    <a:gd name="T31" fmla="*/ 20 h 44"/>
                    <a:gd name="T32" fmla="*/ 12 w 38"/>
                    <a:gd name="T33" fmla="*/ 16 h 44"/>
                    <a:gd name="T34" fmla="*/ 16 w 38"/>
                    <a:gd name="T35" fmla="*/ 22 h 44"/>
                    <a:gd name="T36" fmla="*/ 18 w 38"/>
                    <a:gd name="T37" fmla="*/ 28 h 44"/>
                    <a:gd name="T38" fmla="*/ 16 w 38"/>
                    <a:gd name="T39" fmla="*/ 28 h 44"/>
                    <a:gd name="T40" fmla="*/ 10 w 38"/>
                    <a:gd name="T41" fmla="*/ 32 h 44"/>
                    <a:gd name="T42" fmla="*/ 2 w 38"/>
                    <a:gd name="T43" fmla="*/ 30 h 44"/>
                    <a:gd name="T44" fmla="*/ 2 w 38"/>
                    <a:gd name="T45" fmla="*/ 30 h 44"/>
                    <a:gd name="T46" fmla="*/ 2 w 38"/>
                    <a:gd name="T47" fmla="*/ 30 h 44"/>
                    <a:gd name="T48" fmla="*/ 10 w 38"/>
                    <a:gd name="T49" fmla="*/ 44 h 44"/>
                    <a:gd name="T50" fmla="*/ 10 w 38"/>
                    <a:gd name="T51" fmla="*/ 44 h 44"/>
                    <a:gd name="T52" fmla="*/ 10 w 38"/>
                    <a:gd name="T53" fmla="*/ 42 h 44"/>
                    <a:gd name="T54" fmla="*/ 16 w 38"/>
                    <a:gd name="T55" fmla="*/ 42 h 44"/>
                    <a:gd name="T56" fmla="*/ 10 w 38"/>
                    <a:gd name="T57" fmla="*/ 44 h 44"/>
                    <a:gd name="T58" fmla="*/ 10 w 38"/>
                    <a:gd name="T59" fmla="*/ 44 h 44"/>
                    <a:gd name="T60" fmla="*/ 10 w 38"/>
                    <a:gd name="T61" fmla="*/ 4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8" h="44">
                      <a:moveTo>
                        <a:pt x="38" y="0"/>
                      </a:moveTo>
                      <a:lnTo>
                        <a:pt x="30" y="8"/>
                      </a:lnTo>
                      <a:lnTo>
                        <a:pt x="36" y="4"/>
                      </a:lnTo>
                      <a:lnTo>
                        <a:pt x="36" y="8"/>
                      </a:lnTo>
                      <a:lnTo>
                        <a:pt x="28" y="8"/>
                      </a:lnTo>
                      <a:lnTo>
                        <a:pt x="28" y="8"/>
                      </a:lnTo>
                      <a:lnTo>
                        <a:pt x="20" y="14"/>
                      </a:lnTo>
                      <a:lnTo>
                        <a:pt x="16" y="8"/>
                      </a:lnTo>
                      <a:lnTo>
                        <a:pt x="22" y="4"/>
                      </a:lnTo>
                      <a:lnTo>
                        <a:pt x="38" y="0"/>
                      </a:lnTo>
                      <a:lnTo>
                        <a:pt x="38" y="0"/>
                      </a:lnTo>
                      <a:lnTo>
                        <a:pt x="38" y="0"/>
                      </a:lnTo>
                      <a:lnTo>
                        <a:pt x="38" y="0"/>
                      </a:lnTo>
                      <a:close/>
                      <a:moveTo>
                        <a:pt x="2" y="30"/>
                      </a:moveTo>
                      <a:lnTo>
                        <a:pt x="0" y="26"/>
                      </a:lnTo>
                      <a:lnTo>
                        <a:pt x="4" y="20"/>
                      </a:lnTo>
                      <a:lnTo>
                        <a:pt x="12" y="16"/>
                      </a:lnTo>
                      <a:lnTo>
                        <a:pt x="16" y="22"/>
                      </a:lnTo>
                      <a:lnTo>
                        <a:pt x="18" y="28"/>
                      </a:lnTo>
                      <a:lnTo>
                        <a:pt x="16" y="28"/>
                      </a:lnTo>
                      <a:lnTo>
                        <a:pt x="10" y="32"/>
                      </a:lnTo>
                      <a:lnTo>
                        <a:pt x="2" y="30"/>
                      </a:lnTo>
                      <a:lnTo>
                        <a:pt x="2" y="30"/>
                      </a:lnTo>
                      <a:lnTo>
                        <a:pt x="2" y="30"/>
                      </a:lnTo>
                      <a:close/>
                      <a:moveTo>
                        <a:pt x="10" y="44"/>
                      </a:moveTo>
                      <a:lnTo>
                        <a:pt x="10" y="44"/>
                      </a:lnTo>
                      <a:lnTo>
                        <a:pt x="10" y="42"/>
                      </a:lnTo>
                      <a:lnTo>
                        <a:pt x="16" y="42"/>
                      </a:lnTo>
                      <a:lnTo>
                        <a:pt x="10" y="44"/>
                      </a:lnTo>
                      <a:lnTo>
                        <a:pt x="10" y="44"/>
                      </a:lnTo>
                      <a:lnTo>
                        <a:pt x="10" y="44"/>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198" name="Freeform 206">
                  <a:extLst>
                    <a:ext uri="{FF2B5EF4-FFF2-40B4-BE49-F238E27FC236}">
                      <a16:creationId xmlns:a16="http://schemas.microsoft.com/office/drawing/2014/main" id="{A64F92F4-1A54-94EA-B723-D64BF11400E5}"/>
                    </a:ext>
                  </a:extLst>
                </p:cNvPr>
                <p:cNvSpPr>
                  <a:spLocks noEditPoints="1"/>
                </p:cNvSpPr>
                <p:nvPr/>
              </p:nvSpPr>
              <p:spPr bwMode="gray">
                <a:xfrm>
                  <a:off x="8897664" y="4926677"/>
                  <a:ext cx="73049" cy="128704"/>
                </a:xfrm>
                <a:custGeom>
                  <a:avLst/>
                  <a:gdLst>
                    <a:gd name="T0" fmla="*/ 8 w 42"/>
                    <a:gd name="T1" fmla="*/ 6 h 74"/>
                    <a:gd name="T2" fmla="*/ 12 w 42"/>
                    <a:gd name="T3" fmla="*/ 12 h 74"/>
                    <a:gd name="T4" fmla="*/ 4 w 42"/>
                    <a:gd name="T5" fmla="*/ 14 h 74"/>
                    <a:gd name="T6" fmla="*/ 0 w 42"/>
                    <a:gd name="T7" fmla="*/ 0 h 74"/>
                    <a:gd name="T8" fmla="*/ 6 w 42"/>
                    <a:gd name="T9" fmla="*/ 6 h 74"/>
                    <a:gd name="T10" fmla="*/ 6 w 42"/>
                    <a:gd name="T11" fmla="*/ 4 h 74"/>
                    <a:gd name="T12" fmla="*/ 8 w 42"/>
                    <a:gd name="T13" fmla="*/ 6 h 74"/>
                    <a:gd name="T14" fmla="*/ 8 w 42"/>
                    <a:gd name="T15" fmla="*/ 6 h 74"/>
                    <a:gd name="T16" fmla="*/ 8 w 42"/>
                    <a:gd name="T17" fmla="*/ 6 h 74"/>
                    <a:gd name="T18" fmla="*/ 28 w 42"/>
                    <a:gd name="T19" fmla="*/ 48 h 74"/>
                    <a:gd name="T20" fmla="*/ 24 w 42"/>
                    <a:gd name="T21" fmla="*/ 44 h 74"/>
                    <a:gd name="T22" fmla="*/ 26 w 42"/>
                    <a:gd name="T23" fmla="*/ 42 h 74"/>
                    <a:gd name="T24" fmla="*/ 30 w 42"/>
                    <a:gd name="T25" fmla="*/ 44 h 74"/>
                    <a:gd name="T26" fmla="*/ 28 w 42"/>
                    <a:gd name="T27" fmla="*/ 48 h 74"/>
                    <a:gd name="T28" fmla="*/ 28 w 42"/>
                    <a:gd name="T29" fmla="*/ 48 h 74"/>
                    <a:gd name="T30" fmla="*/ 28 w 42"/>
                    <a:gd name="T31" fmla="*/ 48 h 74"/>
                    <a:gd name="T32" fmla="*/ 40 w 42"/>
                    <a:gd name="T33" fmla="*/ 64 h 74"/>
                    <a:gd name="T34" fmla="*/ 36 w 42"/>
                    <a:gd name="T35" fmla="*/ 62 h 74"/>
                    <a:gd name="T36" fmla="*/ 36 w 42"/>
                    <a:gd name="T37" fmla="*/ 60 h 74"/>
                    <a:gd name="T38" fmla="*/ 40 w 42"/>
                    <a:gd name="T39" fmla="*/ 62 h 74"/>
                    <a:gd name="T40" fmla="*/ 40 w 42"/>
                    <a:gd name="T41" fmla="*/ 64 h 74"/>
                    <a:gd name="T42" fmla="*/ 40 w 42"/>
                    <a:gd name="T43" fmla="*/ 64 h 74"/>
                    <a:gd name="T44" fmla="*/ 40 w 42"/>
                    <a:gd name="T45" fmla="*/ 64 h 74"/>
                    <a:gd name="T46" fmla="*/ 42 w 42"/>
                    <a:gd name="T47" fmla="*/ 74 h 74"/>
                    <a:gd name="T48" fmla="*/ 40 w 42"/>
                    <a:gd name="T49" fmla="*/ 72 h 74"/>
                    <a:gd name="T50" fmla="*/ 40 w 42"/>
                    <a:gd name="T51" fmla="*/ 70 h 74"/>
                    <a:gd name="T52" fmla="*/ 42 w 42"/>
                    <a:gd name="T53" fmla="*/ 72 h 74"/>
                    <a:gd name="T54" fmla="*/ 42 w 42"/>
                    <a:gd name="T55" fmla="*/ 74 h 74"/>
                    <a:gd name="T56" fmla="*/ 42 w 42"/>
                    <a:gd name="T57" fmla="*/ 74 h 74"/>
                    <a:gd name="T58" fmla="*/ 42 w 42"/>
                    <a:gd name="T59" fmla="*/ 74 h 74"/>
                    <a:gd name="T60" fmla="*/ 18 w 42"/>
                    <a:gd name="T61" fmla="*/ 12 h 74"/>
                    <a:gd name="T62" fmla="*/ 18 w 42"/>
                    <a:gd name="T63" fmla="*/ 12 h 74"/>
                    <a:gd name="T64" fmla="*/ 22 w 42"/>
                    <a:gd name="T65" fmla="*/ 10 h 74"/>
                    <a:gd name="T66" fmla="*/ 18 w 42"/>
                    <a:gd name="T67" fmla="*/ 12 h 74"/>
                    <a:gd name="T68" fmla="*/ 18 w 42"/>
                    <a:gd name="T69" fmla="*/ 12 h 74"/>
                    <a:gd name="T70" fmla="*/ 18 w 42"/>
                    <a:gd name="T71" fmla="*/ 12 h 74"/>
                    <a:gd name="T72" fmla="*/ 14 w 42"/>
                    <a:gd name="T73" fmla="*/ 28 h 74"/>
                    <a:gd name="T74" fmla="*/ 12 w 42"/>
                    <a:gd name="T75" fmla="*/ 22 h 74"/>
                    <a:gd name="T76" fmla="*/ 10 w 42"/>
                    <a:gd name="T77" fmla="*/ 20 h 74"/>
                    <a:gd name="T78" fmla="*/ 12 w 42"/>
                    <a:gd name="T79" fmla="*/ 18 h 74"/>
                    <a:gd name="T80" fmla="*/ 18 w 42"/>
                    <a:gd name="T81" fmla="*/ 26 h 74"/>
                    <a:gd name="T82" fmla="*/ 14 w 42"/>
                    <a:gd name="T83" fmla="*/ 28 h 74"/>
                    <a:gd name="T84" fmla="*/ 14 w 42"/>
                    <a:gd name="T85" fmla="*/ 28 h 74"/>
                    <a:gd name="T86" fmla="*/ 14 w 42"/>
                    <a:gd name="T87" fmla="*/ 28 h 74"/>
                    <a:gd name="T88" fmla="*/ 24 w 42"/>
                    <a:gd name="T89" fmla="*/ 24 h 74"/>
                    <a:gd name="T90" fmla="*/ 20 w 42"/>
                    <a:gd name="T91" fmla="*/ 24 h 74"/>
                    <a:gd name="T92" fmla="*/ 24 w 42"/>
                    <a:gd name="T93" fmla="*/ 20 h 74"/>
                    <a:gd name="T94" fmla="*/ 26 w 42"/>
                    <a:gd name="T95" fmla="*/ 24 h 74"/>
                    <a:gd name="T96" fmla="*/ 24 w 42"/>
                    <a:gd name="T97" fmla="*/ 24 h 74"/>
                    <a:gd name="T98" fmla="*/ 24 w 42"/>
                    <a:gd name="T99" fmla="*/ 24 h 74"/>
                    <a:gd name="T100" fmla="*/ 24 w 42"/>
                    <a:gd name="T101" fmla="*/ 24 h 74"/>
                    <a:gd name="T102" fmla="*/ 28 w 42"/>
                    <a:gd name="T103" fmla="*/ 32 h 74"/>
                    <a:gd name="T104" fmla="*/ 24 w 42"/>
                    <a:gd name="T105" fmla="*/ 30 h 74"/>
                    <a:gd name="T106" fmla="*/ 24 w 42"/>
                    <a:gd name="T107" fmla="*/ 28 h 74"/>
                    <a:gd name="T108" fmla="*/ 28 w 42"/>
                    <a:gd name="T109" fmla="*/ 32 h 74"/>
                    <a:gd name="T110" fmla="*/ 28 w 42"/>
                    <a:gd name="T111" fmla="*/ 32 h 74"/>
                    <a:gd name="T112" fmla="*/ 28 w 42"/>
                    <a:gd name="T113" fmla="*/ 32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42" h="74">
                      <a:moveTo>
                        <a:pt x="8" y="6"/>
                      </a:moveTo>
                      <a:lnTo>
                        <a:pt x="12" y="12"/>
                      </a:lnTo>
                      <a:lnTo>
                        <a:pt x="4" y="14"/>
                      </a:lnTo>
                      <a:lnTo>
                        <a:pt x="0" y="0"/>
                      </a:lnTo>
                      <a:lnTo>
                        <a:pt x="6" y="6"/>
                      </a:lnTo>
                      <a:lnTo>
                        <a:pt x="6" y="4"/>
                      </a:lnTo>
                      <a:lnTo>
                        <a:pt x="8" y="6"/>
                      </a:lnTo>
                      <a:lnTo>
                        <a:pt x="8" y="6"/>
                      </a:lnTo>
                      <a:lnTo>
                        <a:pt x="8" y="6"/>
                      </a:lnTo>
                      <a:close/>
                      <a:moveTo>
                        <a:pt x="28" y="48"/>
                      </a:moveTo>
                      <a:lnTo>
                        <a:pt x="24" y="44"/>
                      </a:lnTo>
                      <a:lnTo>
                        <a:pt x="26" y="42"/>
                      </a:lnTo>
                      <a:lnTo>
                        <a:pt x="30" y="44"/>
                      </a:lnTo>
                      <a:lnTo>
                        <a:pt x="28" y="48"/>
                      </a:lnTo>
                      <a:lnTo>
                        <a:pt x="28" y="48"/>
                      </a:lnTo>
                      <a:lnTo>
                        <a:pt x="28" y="48"/>
                      </a:lnTo>
                      <a:close/>
                      <a:moveTo>
                        <a:pt x="40" y="64"/>
                      </a:moveTo>
                      <a:lnTo>
                        <a:pt x="36" y="62"/>
                      </a:lnTo>
                      <a:lnTo>
                        <a:pt x="36" y="60"/>
                      </a:lnTo>
                      <a:lnTo>
                        <a:pt x="40" y="62"/>
                      </a:lnTo>
                      <a:lnTo>
                        <a:pt x="40" y="64"/>
                      </a:lnTo>
                      <a:lnTo>
                        <a:pt x="40" y="64"/>
                      </a:lnTo>
                      <a:lnTo>
                        <a:pt x="40" y="64"/>
                      </a:lnTo>
                      <a:close/>
                      <a:moveTo>
                        <a:pt x="42" y="74"/>
                      </a:moveTo>
                      <a:lnTo>
                        <a:pt x="40" y="72"/>
                      </a:lnTo>
                      <a:lnTo>
                        <a:pt x="40" y="70"/>
                      </a:lnTo>
                      <a:lnTo>
                        <a:pt x="42" y="72"/>
                      </a:lnTo>
                      <a:lnTo>
                        <a:pt x="42" y="74"/>
                      </a:lnTo>
                      <a:lnTo>
                        <a:pt x="42" y="74"/>
                      </a:lnTo>
                      <a:lnTo>
                        <a:pt x="42" y="74"/>
                      </a:lnTo>
                      <a:close/>
                      <a:moveTo>
                        <a:pt x="18" y="12"/>
                      </a:moveTo>
                      <a:lnTo>
                        <a:pt x="18" y="12"/>
                      </a:lnTo>
                      <a:lnTo>
                        <a:pt x="22" y="10"/>
                      </a:lnTo>
                      <a:lnTo>
                        <a:pt x="18" y="12"/>
                      </a:lnTo>
                      <a:lnTo>
                        <a:pt x="18" y="12"/>
                      </a:lnTo>
                      <a:lnTo>
                        <a:pt x="18" y="12"/>
                      </a:lnTo>
                      <a:close/>
                      <a:moveTo>
                        <a:pt x="14" y="28"/>
                      </a:moveTo>
                      <a:lnTo>
                        <a:pt x="12" y="22"/>
                      </a:lnTo>
                      <a:lnTo>
                        <a:pt x="10" y="20"/>
                      </a:lnTo>
                      <a:lnTo>
                        <a:pt x="12" y="18"/>
                      </a:lnTo>
                      <a:lnTo>
                        <a:pt x="18" y="26"/>
                      </a:lnTo>
                      <a:lnTo>
                        <a:pt x="14" y="28"/>
                      </a:lnTo>
                      <a:lnTo>
                        <a:pt x="14" y="28"/>
                      </a:lnTo>
                      <a:lnTo>
                        <a:pt x="14" y="28"/>
                      </a:lnTo>
                      <a:close/>
                      <a:moveTo>
                        <a:pt x="24" y="24"/>
                      </a:moveTo>
                      <a:lnTo>
                        <a:pt x="20" y="24"/>
                      </a:lnTo>
                      <a:lnTo>
                        <a:pt x="24" y="20"/>
                      </a:lnTo>
                      <a:lnTo>
                        <a:pt x="26" y="24"/>
                      </a:lnTo>
                      <a:lnTo>
                        <a:pt x="24" y="24"/>
                      </a:lnTo>
                      <a:lnTo>
                        <a:pt x="24" y="24"/>
                      </a:lnTo>
                      <a:lnTo>
                        <a:pt x="24" y="24"/>
                      </a:lnTo>
                      <a:close/>
                      <a:moveTo>
                        <a:pt x="28" y="32"/>
                      </a:moveTo>
                      <a:lnTo>
                        <a:pt x="24" y="30"/>
                      </a:lnTo>
                      <a:lnTo>
                        <a:pt x="24" y="28"/>
                      </a:lnTo>
                      <a:lnTo>
                        <a:pt x="28" y="32"/>
                      </a:lnTo>
                      <a:lnTo>
                        <a:pt x="28" y="32"/>
                      </a:lnTo>
                      <a:lnTo>
                        <a:pt x="28" y="32"/>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199" name="Freeform 207">
                  <a:extLst>
                    <a:ext uri="{FF2B5EF4-FFF2-40B4-BE49-F238E27FC236}">
                      <a16:creationId xmlns:a16="http://schemas.microsoft.com/office/drawing/2014/main" id="{5F5781D5-54F1-97E6-73DA-EF9D93E250B2}"/>
                    </a:ext>
                  </a:extLst>
                </p:cNvPr>
                <p:cNvSpPr>
                  <a:spLocks noEditPoints="1"/>
                </p:cNvSpPr>
                <p:nvPr/>
              </p:nvSpPr>
              <p:spPr bwMode="gray">
                <a:xfrm>
                  <a:off x="8835053" y="5065818"/>
                  <a:ext cx="104356" cy="59135"/>
                </a:xfrm>
                <a:custGeom>
                  <a:avLst/>
                  <a:gdLst>
                    <a:gd name="T0" fmla="*/ 22 w 60"/>
                    <a:gd name="T1" fmla="*/ 14 h 34"/>
                    <a:gd name="T2" fmla="*/ 42 w 60"/>
                    <a:gd name="T3" fmla="*/ 30 h 34"/>
                    <a:gd name="T4" fmla="*/ 42 w 60"/>
                    <a:gd name="T5" fmla="*/ 34 h 34"/>
                    <a:gd name="T6" fmla="*/ 36 w 60"/>
                    <a:gd name="T7" fmla="*/ 34 h 34"/>
                    <a:gd name="T8" fmla="*/ 30 w 60"/>
                    <a:gd name="T9" fmla="*/ 28 h 34"/>
                    <a:gd name="T10" fmla="*/ 18 w 60"/>
                    <a:gd name="T11" fmla="*/ 22 h 34"/>
                    <a:gd name="T12" fmla="*/ 6 w 60"/>
                    <a:gd name="T13" fmla="*/ 10 h 34"/>
                    <a:gd name="T14" fmla="*/ 0 w 60"/>
                    <a:gd name="T15" fmla="*/ 0 h 34"/>
                    <a:gd name="T16" fmla="*/ 18 w 60"/>
                    <a:gd name="T17" fmla="*/ 10 h 34"/>
                    <a:gd name="T18" fmla="*/ 22 w 60"/>
                    <a:gd name="T19" fmla="*/ 14 h 34"/>
                    <a:gd name="T20" fmla="*/ 22 w 60"/>
                    <a:gd name="T21" fmla="*/ 14 h 34"/>
                    <a:gd name="T22" fmla="*/ 22 w 60"/>
                    <a:gd name="T23" fmla="*/ 14 h 34"/>
                    <a:gd name="T24" fmla="*/ 48 w 60"/>
                    <a:gd name="T25" fmla="*/ 16 h 34"/>
                    <a:gd name="T26" fmla="*/ 44 w 60"/>
                    <a:gd name="T27" fmla="*/ 12 h 34"/>
                    <a:gd name="T28" fmla="*/ 46 w 60"/>
                    <a:gd name="T29" fmla="*/ 12 h 34"/>
                    <a:gd name="T30" fmla="*/ 44 w 60"/>
                    <a:gd name="T31" fmla="*/ 8 h 34"/>
                    <a:gd name="T32" fmla="*/ 48 w 60"/>
                    <a:gd name="T33" fmla="*/ 8 h 34"/>
                    <a:gd name="T34" fmla="*/ 48 w 60"/>
                    <a:gd name="T35" fmla="*/ 12 h 34"/>
                    <a:gd name="T36" fmla="*/ 50 w 60"/>
                    <a:gd name="T37" fmla="*/ 14 h 34"/>
                    <a:gd name="T38" fmla="*/ 48 w 60"/>
                    <a:gd name="T39" fmla="*/ 16 h 34"/>
                    <a:gd name="T40" fmla="*/ 48 w 60"/>
                    <a:gd name="T41" fmla="*/ 16 h 34"/>
                    <a:gd name="T42" fmla="*/ 48 w 60"/>
                    <a:gd name="T43" fmla="*/ 16 h 34"/>
                    <a:gd name="T44" fmla="*/ 58 w 60"/>
                    <a:gd name="T45" fmla="*/ 24 h 34"/>
                    <a:gd name="T46" fmla="*/ 54 w 60"/>
                    <a:gd name="T47" fmla="*/ 18 h 34"/>
                    <a:gd name="T48" fmla="*/ 60 w 60"/>
                    <a:gd name="T49" fmla="*/ 20 h 34"/>
                    <a:gd name="T50" fmla="*/ 60 w 60"/>
                    <a:gd name="T51" fmla="*/ 24 h 34"/>
                    <a:gd name="T52" fmla="*/ 58 w 60"/>
                    <a:gd name="T53" fmla="*/ 24 h 34"/>
                    <a:gd name="T54" fmla="*/ 58 w 60"/>
                    <a:gd name="T55" fmla="*/ 24 h 34"/>
                    <a:gd name="T56" fmla="*/ 58 w 60"/>
                    <a:gd name="T57" fmla="*/ 24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0" h="34">
                      <a:moveTo>
                        <a:pt x="22" y="14"/>
                      </a:moveTo>
                      <a:lnTo>
                        <a:pt x="42" y="30"/>
                      </a:lnTo>
                      <a:lnTo>
                        <a:pt x="42" y="34"/>
                      </a:lnTo>
                      <a:lnTo>
                        <a:pt x="36" y="34"/>
                      </a:lnTo>
                      <a:lnTo>
                        <a:pt x="30" y="28"/>
                      </a:lnTo>
                      <a:lnTo>
                        <a:pt x="18" y="22"/>
                      </a:lnTo>
                      <a:lnTo>
                        <a:pt x="6" y="10"/>
                      </a:lnTo>
                      <a:lnTo>
                        <a:pt x="0" y="0"/>
                      </a:lnTo>
                      <a:lnTo>
                        <a:pt x="18" y="10"/>
                      </a:lnTo>
                      <a:lnTo>
                        <a:pt x="22" y="14"/>
                      </a:lnTo>
                      <a:lnTo>
                        <a:pt x="22" y="14"/>
                      </a:lnTo>
                      <a:lnTo>
                        <a:pt x="22" y="14"/>
                      </a:lnTo>
                      <a:close/>
                      <a:moveTo>
                        <a:pt x="48" y="16"/>
                      </a:moveTo>
                      <a:lnTo>
                        <a:pt x="44" y="12"/>
                      </a:lnTo>
                      <a:lnTo>
                        <a:pt x="46" y="12"/>
                      </a:lnTo>
                      <a:lnTo>
                        <a:pt x="44" y="8"/>
                      </a:lnTo>
                      <a:lnTo>
                        <a:pt x="48" y="8"/>
                      </a:lnTo>
                      <a:lnTo>
                        <a:pt x="48" y="12"/>
                      </a:lnTo>
                      <a:lnTo>
                        <a:pt x="50" y="14"/>
                      </a:lnTo>
                      <a:lnTo>
                        <a:pt x="48" y="16"/>
                      </a:lnTo>
                      <a:lnTo>
                        <a:pt x="48" y="16"/>
                      </a:lnTo>
                      <a:lnTo>
                        <a:pt x="48" y="16"/>
                      </a:lnTo>
                      <a:close/>
                      <a:moveTo>
                        <a:pt x="58" y="24"/>
                      </a:moveTo>
                      <a:lnTo>
                        <a:pt x="54" y="18"/>
                      </a:lnTo>
                      <a:lnTo>
                        <a:pt x="60" y="20"/>
                      </a:lnTo>
                      <a:lnTo>
                        <a:pt x="60" y="24"/>
                      </a:lnTo>
                      <a:lnTo>
                        <a:pt x="58" y="24"/>
                      </a:lnTo>
                      <a:lnTo>
                        <a:pt x="58" y="24"/>
                      </a:lnTo>
                      <a:lnTo>
                        <a:pt x="58" y="24"/>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200" name="Freeform 209">
                  <a:extLst>
                    <a:ext uri="{FF2B5EF4-FFF2-40B4-BE49-F238E27FC236}">
                      <a16:creationId xmlns:a16="http://schemas.microsoft.com/office/drawing/2014/main" id="{DC91F51B-1479-89FE-2C64-BF0FC355B5E0}"/>
                    </a:ext>
                  </a:extLst>
                </p:cNvPr>
                <p:cNvSpPr>
                  <a:spLocks/>
                </p:cNvSpPr>
                <p:nvPr/>
              </p:nvSpPr>
              <p:spPr bwMode="gray">
                <a:xfrm>
                  <a:off x="7433202" y="4829279"/>
                  <a:ext cx="3479" cy="3479"/>
                </a:xfrm>
                <a:custGeom>
                  <a:avLst/>
                  <a:gdLst>
                    <a:gd name="T0" fmla="*/ 2 w 2"/>
                    <a:gd name="T1" fmla="*/ 0 h 2"/>
                    <a:gd name="T2" fmla="*/ 2 w 2"/>
                    <a:gd name="T3" fmla="*/ 2 h 2"/>
                    <a:gd name="T4" fmla="*/ 2 w 2"/>
                    <a:gd name="T5" fmla="*/ 2 h 2"/>
                    <a:gd name="T6" fmla="*/ 0 w 2"/>
                    <a:gd name="T7" fmla="*/ 2 h 2"/>
                    <a:gd name="T8" fmla="*/ 2 w 2"/>
                    <a:gd name="T9" fmla="*/ 0 h 2"/>
                    <a:gd name="T10" fmla="*/ 2 w 2"/>
                    <a:gd name="T11" fmla="*/ 0 h 2"/>
                    <a:gd name="T12" fmla="*/ 2 w 2"/>
                    <a:gd name="T13" fmla="*/ 0 h 2"/>
                  </a:gdLst>
                  <a:ahLst/>
                  <a:cxnLst>
                    <a:cxn ang="0">
                      <a:pos x="T0" y="T1"/>
                    </a:cxn>
                    <a:cxn ang="0">
                      <a:pos x="T2" y="T3"/>
                    </a:cxn>
                    <a:cxn ang="0">
                      <a:pos x="T4" y="T5"/>
                    </a:cxn>
                    <a:cxn ang="0">
                      <a:pos x="T6" y="T7"/>
                    </a:cxn>
                    <a:cxn ang="0">
                      <a:pos x="T8" y="T9"/>
                    </a:cxn>
                    <a:cxn ang="0">
                      <a:pos x="T10" y="T11"/>
                    </a:cxn>
                    <a:cxn ang="0">
                      <a:pos x="T12" y="T13"/>
                    </a:cxn>
                  </a:cxnLst>
                  <a:rect l="0" t="0" r="r" b="b"/>
                  <a:pathLst>
                    <a:path w="2" h="2">
                      <a:moveTo>
                        <a:pt x="2" y="0"/>
                      </a:moveTo>
                      <a:lnTo>
                        <a:pt x="2" y="2"/>
                      </a:lnTo>
                      <a:lnTo>
                        <a:pt x="2" y="2"/>
                      </a:lnTo>
                      <a:lnTo>
                        <a:pt x="0" y="2"/>
                      </a:lnTo>
                      <a:lnTo>
                        <a:pt x="2" y="0"/>
                      </a:lnTo>
                      <a:lnTo>
                        <a:pt x="2" y="0"/>
                      </a:lnTo>
                      <a:lnTo>
                        <a:pt x="2" y="0"/>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201" name="Freeform 210">
                  <a:extLst>
                    <a:ext uri="{FF2B5EF4-FFF2-40B4-BE49-F238E27FC236}">
                      <a16:creationId xmlns:a16="http://schemas.microsoft.com/office/drawing/2014/main" id="{85750B1E-3F73-E81E-FF94-D15FC7C18819}"/>
                    </a:ext>
                  </a:extLst>
                </p:cNvPr>
                <p:cNvSpPr>
                  <a:spLocks/>
                </p:cNvSpPr>
                <p:nvPr/>
              </p:nvSpPr>
              <p:spPr bwMode="gray">
                <a:xfrm>
                  <a:off x="8414149" y="4070963"/>
                  <a:ext cx="6958" cy="13914"/>
                </a:xfrm>
                <a:custGeom>
                  <a:avLst/>
                  <a:gdLst>
                    <a:gd name="T0" fmla="*/ 0 w 4"/>
                    <a:gd name="T1" fmla="*/ 8 h 8"/>
                    <a:gd name="T2" fmla="*/ 0 w 4"/>
                    <a:gd name="T3" fmla="*/ 6 h 8"/>
                    <a:gd name="T4" fmla="*/ 4 w 4"/>
                    <a:gd name="T5" fmla="*/ 0 h 8"/>
                    <a:gd name="T6" fmla="*/ 0 w 4"/>
                    <a:gd name="T7" fmla="*/ 8 h 8"/>
                    <a:gd name="T8" fmla="*/ 0 w 4"/>
                    <a:gd name="T9" fmla="*/ 8 h 8"/>
                    <a:gd name="T10" fmla="*/ 0 w 4"/>
                    <a:gd name="T11" fmla="*/ 8 h 8"/>
                  </a:gdLst>
                  <a:ahLst/>
                  <a:cxnLst>
                    <a:cxn ang="0">
                      <a:pos x="T0" y="T1"/>
                    </a:cxn>
                    <a:cxn ang="0">
                      <a:pos x="T2" y="T3"/>
                    </a:cxn>
                    <a:cxn ang="0">
                      <a:pos x="T4" y="T5"/>
                    </a:cxn>
                    <a:cxn ang="0">
                      <a:pos x="T6" y="T7"/>
                    </a:cxn>
                    <a:cxn ang="0">
                      <a:pos x="T8" y="T9"/>
                    </a:cxn>
                    <a:cxn ang="0">
                      <a:pos x="T10" y="T11"/>
                    </a:cxn>
                  </a:cxnLst>
                  <a:rect l="0" t="0" r="r" b="b"/>
                  <a:pathLst>
                    <a:path w="4" h="8">
                      <a:moveTo>
                        <a:pt x="0" y="8"/>
                      </a:moveTo>
                      <a:lnTo>
                        <a:pt x="0" y="6"/>
                      </a:lnTo>
                      <a:lnTo>
                        <a:pt x="4" y="0"/>
                      </a:lnTo>
                      <a:lnTo>
                        <a:pt x="0" y="8"/>
                      </a:lnTo>
                      <a:lnTo>
                        <a:pt x="0" y="8"/>
                      </a:lnTo>
                      <a:lnTo>
                        <a:pt x="0" y="8"/>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202" name="Freeform 211">
                  <a:extLst>
                    <a:ext uri="{FF2B5EF4-FFF2-40B4-BE49-F238E27FC236}">
                      <a16:creationId xmlns:a16="http://schemas.microsoft.com/office/drawing/2014/main" id="{A98785D0-FDF0-2478-6733-7456804BDC56}"/>
                    </a:ext>
                  </a:extLst>
                </p:cNvPr>
                <p:cNvSpPr>
                  <a:spLocks/>
                </p:cNvSpPr>
                <p:nvPr/>
              </p:nvSpPr>
              <p:spPr bwMode="gray">
                <a:xfrm>
                  <a:off x="8438499" y="4032698"/>
                  <a:ext cx="3479" cy="6957"/>
                </a:xfrm>
                <a:custGeom>
                  <a:avLst/>
                  <a:gdLst>
                    <a:gd name="T0" fmla="*/ 2 w 2"/>
                    <a:gd name="T1" fmla="*/ 0 h 4"/>
                    <a:gd name="T2" fmla="*/ 2 w 2"/>
                    <a:gd name="T3" fmla="*/ 4 h 4"/>
                    <a:gd name="T4" fmla="*/ 0 w 2"/>
                    <a:gd name="T5" fmla="*/ 2 h 4"/>
                    <a:gd name="T6" fmla="*/ 2 w 2"/>
                    <a:gd name="T7" fmla="*/ 0 h 4"/>
                    <a:gd name="T8" fmla="*/ 2 w 2"/>
                    <a:gd name="T9" fmla="*/ 0 h 4"/>
                    <a:gd name="T10" fmla="*/ 2 w 2"/>
                    <a:gd name="T11" fmla="*/ 0 h 4"/>
                  </a:gdLst>
                  <a:ahLst/>
                  <a:cxnLst>
                    <a:cxn ang="0">
                      <a:pos x="T0" y="T1"/>
                    </a:cxn>
                    <a:cxn ang="0">
                      <a:pos x="T2" y="T3"/>
                    </a:cxn>
                    <a:cxn ang="0">
                      <a:pos x="T4" y="T5"/>
                    </a:cxn>
                    <a:cxn ang="0">
                      <a:pos x="T6" y="T7"/>
                    </a:cxn>
                    <a:cxn ang="0">
                      <a:pos x="T8" y="T9"/>
                    </a:cxn>
                    <a:cxn ang="0">
                      <a:pos x="T10" y="T11"/>
                    </a:cxn>
                  </a:cxnLst>
                  <a:rect l="0" t="0" r="r" b="b"/>
                  <a:pathLst>
                    <a:path w="2" h="4">
                      <a:moveTo>
                        <a:pt x="2" y="0"/>
                      </a:moveTo>
                      <a:lnTo>
                        <a:pt x="2" y="4"/>
                      </a:lnTo>
                      <a:lnTo>
                        <a:pt x="0" y="2"/>
                      </a:lnTo>
                      <a:lnTo>
                        <a:pt x="2" y="0"/>
                      </a:lnTo>
                      <a:lnTo>
                        <a:pt x="2" y="0"/>
                      </a:lnTo>
                      <a:lnTo>
                        <a:pt x="2" y="0"/>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203" name="Freeform 212">
                  <a:extLst>
                    <a:ext uri="{FF2B5EF4-FFF2-40B4-BE49-F238E27FC236}">
                      <a16:creationId xmlns:a16="http://schemas.microsoft.com/office/drawing/2014/main" id="{A836F100-50D2-AB86-E752-A7F873FD3391}"/>
                    </a:ext>
                  </a:extLst>
                </p:cNvPr>
                <p:cNvSpPr>
                  <a:spLocks/>
                </p:cNvSpPr>
                <p:nvPr/>
              </p:nvSpPr>
              <p:spPr bwMode="gray">
                <a:xfrm>
                  <a:off x="8146301" y="4283151"/>
                  <a:ext cx="3479" cy="3479"/>
                </a:xfrm>
                <a:custGeom>
                  <a:avLst/>
                  <a:gdLst>
                    <a:gd name="T0" fmla="*/ 2 w 2"/>
                    <a:gd name="T1" fmla="*/ 0 h 2"/>
                    <a:gd name="T2" fmla="*/ 0 w 2"/>
                    <a:gd name="T3" fmla="*/ 2 h 2"/>
                    <a:gd name="T4" fmla="*/ 0 w 2"/>
                    <a:gd name="T5" fmla="*/ 2 h 2"/>
                    <a:gd name="T6" fmla="*/ 0 w 2"/>
                    <a:gd name="T7" fmla="*/ 0 h 2"/>
                    <a:gd name="T8" fmla="*/ 2 w 2"/>
                    <a:gd name="T9" fmla="*/ 0 h 2"/>
                    <a:gd name="T10" fmla="*/ 2 w 2"/>
                    <a:gd name="T11" fmla="*/ 0 h 2"/>
                    <a:gd name="T12" fmla="*/ 2 w 2"/>
                    <a:gd name="T13" fmla="*/ 0 h 2"/>
                  </a:gdLst>
                  <a:ahLst/>
                  <a:cxnLst>
                    <a:cxn ang="0">
                      <a:pos x="T0" y="T1"/>
                    </a:cxn>
                    <a:cxn ang="0">
                      <a:pos x="T2" y="T3"/>
                    </a:cxn>
                    <a:cxn ang="0">
                      <a:pos x="T4" y="T5"/>
                    </a:cxn>
                    <a:cxn ang="0">
                      <a:pos x="T6" y="T7"/>
                    </a:cxn>
                    <a:cxn ang="0">
                      <a:pos x="T8" y="T9"/>
                    </a:cxn>
                    <a:cxn ang="0">
                      <a:pos x="T10" y="T11"/>
                    </a:cxn>
                    <a:cxn ang="0">
                      <a:pos x="T12" y="T13"/>
                    </a:cxn>
                  </a:cxnLst>
                  <a:rect l="0" t="0" r="r" b="b"/>
                  <a:pathLst>
                    <a:path w="2" h="2">
                      <a:moveTo>
                        <a:pt x="2" y="0"/>
                      </a:moveTo>
                      <a:lnTo>
                        <a:pt x="0" y="2"/>
                      </a:lnTo>
                      <a:lnTo>
                        <a:pt x="0" y="2"/>
                      </a:lnTo>
                      <a:lnTo>
                        <a:pt x="0" y="0"/>
                      </a:lnTo>
                      <a:lnTo>
                        <a:pt x="2" y="0"/>
                      </a:lnTo>
                      <a:lnTo>
                        <a:pt x="2" y="0"/>
                      </a:lnTo>
                      <a:lnTo>
                        <a:pt x="2" y="0"/>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204" name="Freeform 214">
                  <a:extLst>
                    <a:ext uri="{FF2B5EF4-FFF2-40B4-BE49-F238E27FC236}">
                      <a16:creationId xmlns:a16="http://schemas.microsoft.com/office/drawing/2014/main" id="{B3A8A677-1A8E-C137-B1D2-0D0FA82F6D63}"/>
                    </a:ext>
                  </a:extLst>
                </p:cNvPr>
                <p:cNvSpPr>
                  <a:spLocks/>
                </p:cNvSpPr>
                <p:nvPr/>
              </p:nvSpPr>
              <p:spPr bwMode="gray">
                <a:xfrm>
                  <a:off x="8699388" y="4262281"/>
                  <a:ext cx="3479" cy="3479"/>
                </a:xfrm>
                <a:custGeom>
                  <a:avLst/>
                  <a:gdLst>
                    <a:gd name="T0" fmla="*/ 0 w 2"/>
                    <a:gd name="T1" fmla="*/ 2 h 2"/>
                    <a:gd name="T2" fmla="*/ 0 w 2"/>
                    <a:gd name="T3" fmla="*/ 0 h 2"/>
                    <a:gd name="T4" fmla="*/ 2 w 2"/>
                    <a:gd name="T5" fmla="*/ 0 h 2"/>
                    <a:gd name="T6" fmla="*/ 0 w 2"/>
                    <a:gd name="T7" fmla="*/ 2 h 2"/>
                    <a:gd name="T8" fmla="*/ 0 w 2"/>
                    <a:gd name="T9" fmla="*/ 2 h 2"/>
                    <a:gd name="T10" fmla="*/ 0 w 2"/>
                    <a:gd name="T11" fmla="*/ 2 h 2"/>
                  </a:gdLst>
                  <a:ahLst/>
                  <a:cxnLst>
                    <a:cxn ang="0">
                      <a:pos x="T0" y="T1"/>
                    </a:cxn>
                    <a:cxn ang="0">
                      <a:pos x="T2" y="T3"/>
                    </a:cxn>
                    <a:cxn ang="0">
                      <a:pos x="T4" y="T5"/>
                    </a:cxn>
                    <a:cxn ang="0">
                      <a:pos x="T6" y="T7"/>
                    </a:cxn>
                    <a:cxn ang="0">
                      <a:pos x="T8" y="T9"/>
                    </a:cxn>
                    <a:cxn ang="0">
                      <a:pos x="T10" y="T11"/>
                    </a:cxn>
                  </a:cxnLst>
                  <a:rect l="0" t="0" r="r" b="b"/>
                  <a:pathLst>
                    <a:path w="2" h="2">
                      <a:moveTo>
                        <a:pt x="0" y="2"/>
                      </a:moveTo>
                      <a:lnTo>
                        <a:pt x="0" y="0"/>
                      </a:lnTo>
                      <a:lnTo>
                        <a:pt x="2" y="0"/>
                      </a:lnTo>
                      <a:lnTo>
                        <a:pt x="0" y="2"/>
                      </a:lnTo>
                      <a:lnTo>
                        <a:pt x="0" y="2"/>
                      </a:lnTo>
                      <a:lnTo>
                        <a:pt x="0" y="2"/>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205" name="Freeform 217">
                  <a:extLst>
                    <a:ext uri="{FF2B5EF4-FFF2-40B4-BE49-F238E27FC236}">
                      <a16:creationId xmlns:a16="http://schemas.microsoft.com/office/drawing/2014/main" id="{71E02637-A4D7-4560-FEB4-EE36EDB12745}"/>
                    </a:ext>
                  </a:extLst>
                </p:cNvPr>
                <p:cNvSpPr>
                  <a:spLocks/>
                </p:cNvSpPr>
                <p:nvPr/>
              </p:nvSpPr>
              <p:spPr bwMode="gray">
                <a:xfrm>
                  <a:off x="5116501" y="4088355"/>
                  <a:ext cx="59135" cy="59135"/>
                </a:xfrm>
                <a:custGeom>
                  <a:avLst/>
                  <a:gdLst>
                    <a:gd name="T0" fmla="*/ 4 w 34"/>
                    <a:gd name="T1" fmla="*/ 8 h 34"/>
                    <a:gd name="T2" fmla="*/ 4 w 34"/>
                    <a:gd name="T3" fmla="*/ 8 h 34"/>
                    <a:gd name="T4" fmla="*/ 0 w 34"/>
                    <a:gd name="T5" fmla="*/ 8 h 34"/>
                    <a:gd name="T6" fmla="*/ 4 w 34"/>
                    <a:gd name="T7" fmla="*/ 4 h 34"/>
                    <a:gd name="T8" fmla="*/ 8 w 34"/>
                    <a:gd name="T9" fmla="*/ 0 h 34"/>
                    <a:gd name="T10" fmla="*/ 12 w 34"/>
                    <a:gd name="T11" fmla="*/ 0 h 34"/>
                    <a:gd name="T12" fmla="*/ 12 w 34"/>
                    <a:gd name="T13" fmla="*/ 4 h 34"/>
                    <a:gd name="T14" fmla="*/ 16 w 34"/>
                    <a:gd name="T15" fmla="*/ 4 h 34"/>
                    <a:gd name="T16" fmla="*/ 18 w 34"/>
                    <a:gd name="T17" fmla="*/ 8 h 34"/>
                    <a:gd name="T18" fmla="*/ 18 w 34"/>
                    <a:gd name="T19" fmla="*/ 8 h 34"/>
                    <a:gd name="T20" fmla="*/ 18 w 34"/>
                    <a:gd name="T21" fmla="*/ 8 h 34"/>
                    <a:gd name="T22" fmla="*/ 18 w 34"/>
                    <a:gd name="T23" fmla="*/ 12 h 34"/>
                    <a:gd name="T24" fmla="*/ 18 w 34"/>
                    <a:gd name="T25" fmla="*/ 16 h 34"/>
                    <a:gd name="T26" fmla="*/ 18 w 34"/>
                    <a:gd name="T27" fmla="*/ 16 h 34"/>
                    <a:gd name="T28" fmla="*/ 22 w 34"/>
                    <a:gd name="T29" fmla="*/ 16 h 34"/>
                    <a:gd name="T30" fmla="*/ 22 w 34"/>
                    <a:gd name="T31" fmla="*/ 16 h 34"/>
                    <a:gd name="T32" fmla="*/ 26 w 34"/>
                    <a:gd name="T33" fmla="*/ 16 h 34"/>
                    <a:gd name="T34" fmla="*/ 30 w 34"/>
                    <a:gd name="T35" fmla="*/ 20 h 34"/>
                    <a:gd name="T36" fmla="*/ 34 w 34"/>
                    <a:gd name="T37" fmla="*/ 20 h 34"/>
                    <a:gd name="T38" fmla="*/ 34 w 34"/>
                    <a:gd name="T39" fmla="*/ 20 h 34"/>
                    <a:gd name="T40" fmla="*/ 34 w 34"/>
                    <a:gd name="T41" fmla="*/ 20 h 34"/>
                    <a:gd name="T42" fmla="*/ 34 w 34"/>
                    <a:gd name="T43" fmla="*/ 22 h 34"/>
                    <a:gd name="T44" fmla="*/ 34 w 34"/>
                    <a:gd name="T45" fmla="*/ 22 h 34"/>
                    <a:gd name="T46" fmla="*/ 34 w 34"/>
                    <a:gd name="T47" fmla="*/ 22 h 34"/>
                    <a:gd name="T48" fmla="*/ 34 w 34"/>
                    <a:gd name="T49" fmla="*/ 22 h 34"/>
                    <a:gd name="T50" fmla="*/ 30 w 34"/>
                    <a:gd name="T51" fmla="*/ 26 h 34"/>
                    <a:gd name="T52" fmla="*/ 30 w 34"/>
                    <a:gd name="T53" fmla="*/ 26 h 34"/>
                    <a:gd name="T54" fmla="*/ 26 w 34"/>
                    <a:gd name="T55" fmla="*/ 26 h 34"/>
                    <a:gd name="T56" fmla="*/ 22 w 34"/>
                    <a:gd name="T57" fmla="*/ 26 h 34"/>
                    <a:gd name="T58" fmla="*/ 22 w 34"/>
                    <a:gd name="T59" fmla="*/ 26 h 34"/>
                    <a:gd name="T60" fmla="*/ 22 w 34"/>
                    <a:gd name="T61" fmla="*/ 26 h 34"/>
                    <a:gd name="T62" fmla="*/ 22 w 34"/>
                    <a:gd name="T63" fmla="*/ 26 h 34"/>
                    <a:gd name="T64" fmla="*/ 22 w 34"/>
                    <a:gd name="T65" fmla="*/ 30 h 34"/>
                    <a:gd name="T66" fmla="*/ 22 w 34"/>
                    <a:gd name="T67" fmla="*/ 30 h 34"/>
                    <a:gd name="T68" fmla="*/ 18 w 34"/>
                    <a:gd name="T69" fmla="*/ 30 h 34"/>
                    <a:gd name="T70" fmla="*/ 18 w 34"/>
                    <a:gd name="T71" fmla="*/ 30 h 34"/>
                    <a:gd name="T72" fmla="*/ 18 w 34"/>
                    <a:gd name="T73" fmla="*/ 30 h 34"/>
                    <a:gd name="T74" fmla="*/ 18 w 34"/>
                    <a:gd name="T75" fmla="*/ 34 h 34"/>
                    <a:gd name="T76" fmla="*/ 18 w 34"/>
                    <a:gd name="T77" fmla="*/ 34 h 34"/>
                    <a:gd name="T78" fmla="*/ 18 w 34"/>
                    <a:gd name="T79" fmla="*/ 34 h 34"/>
                    <a:gd name="T80" fmla="*/ 18 w 34"/>
                    <a:gd name="T81" fmla="*/ 34 h 34"/>
                    <a:gd name="T82" fmla="*/ 18 w 34"/>
                    <a:gd name="T83" fmla="*/ 34 h 34"/>
                    <a:gd name="T84" fmla="*/ 16 w 34"/>
                    <a:gd name="T85" fmla="*/ 34 h 34"/>
                    <a:gd name="T86" fmla="*/ 16 w 34"/>
                    <a:gd name="T87" fmla="*/ 34 h 34"/>
                    <a:gd name="T88" fmla="*/ 16 w 34"/>
                    <a:gd name="T89" fmla="*/ 30 h 34"/>
                    <a:gd name="T90" fmla="*/ 12 w 34"/>
                    <a:gd name="T91" fmla="*/ 22 h 34"/>
                    <a:gd name="T92" fmla="*/ 8 w 34"/>
                    <a:gd name="T93" fmla="*/ 20 h 34"/>
                    <a:gd name="T94" fmla="*/ 8 w 34"/>
                    <a:gd name="T95" fmla="*/ 20 h 34"/>
                    <a:gd name="T96" fmla="*/ 8 w 34"/>
                    <a:gd name="T97" fmla="*/ 20 h 34"/>
                    <a:gd name="T98" fmla="*/ 8 w 34"/>
                    <a:gd name="T99" fmla="*/ 1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4" h="34">
                      <a:moveTo>
                        <a:pt x="8" y="12"/>
                      </a:moveTo>
                      <a:lnTo>
                        <a:pt x="8" y="12"/>
                      </a:lnTo>
                      <a:lnTo>
                        <a:pt x="4" y="12"/>
                      </a:lnTo>
                      <a:lnTo>
                        <a:pt x="4" y="8"/>
                      </a:lnTo>
                      <a:lnTo>
                        <a:pt x="4" y="8"/>
                      </a:lnTo>
                      <a:lnTo>
                        <a:pt x="4" y="8"/>
                      </a:lnTo>
                      <a:lnTo>
                        <a:pt x="4" y="8"/>
                      </a:lnTo>
                      <a:lnTo>
                        <a:pt x="4" y="8"/>
                      </a:lnTo>
                      <a:lnTo>
                        <a:pt x="4" y="8"/>
                      </a:lnTo>
                      <a:lnTo>
                        <a:pt x="4" y="8"/>
                      </a:lnTo>
                      <a:lnTo>
                        <a:pt x="4" y="8"/>
                      </a:lnTo>
                      <a:lnTo>
                        <a:pt x="0" y="8"/>
                      </a:lnTo>
                      <a:lnTo>
                        <a:pt x="0" y="4"/>
                      </a:lnTo>
                      <a:lnTo>
                        <a:pt x="0" y="4"/>
                      </a:lnTo>
                      <a:lnTo>
                        <a:pt x="4" y="4"/>
                      </a:lnTo>
                      <a:lnTo>
                        <a:pt x="4" y="4"/>
                      </a:lnTo>
                      <a:lnTo>
                        <a:pt x="4" y="4"/>
                      </a:lnTo>
                      <a:lnTo>
                        <a:pt x="4" y="4"/>
                      </a:lnTo>
                      <a:lnTo>
                        <a:pt x="8" y="4"/>
                      </a:lnTo>
                      <a:lnTo>
                        <a:pt x="8" y="0"/>
                      </a:lnTo>
                      <a:lnTo>
                        <a:pt x="8" y="0"/>
                      </a:lnTo>
                      <a:lnTo>
                        <a:pt x="8" y="0"/>
                      </a:lnTo>
                      <a:lnTo>
                        <a:pt x="12" y="0"/>
                      </a:lnTo>
                      <a:lnTo>
                        <a:pt x="12" y="0"/>
                      </a:lnTo>
                      <a:lnTo>
                        <a:pt x="12" y="0"/>
                      </a:lnTo>
                      <a:lnTo>
                        <a:pt x="12" y="0"/>
                      </a:lnTo>
                      <a:lnTo>
                        <a:pt x="12" y="0"/>
                      </a:lnTo>
                      <a:lnTo>
                        <a:pt x="12" y="4"/>
                      </a:lnTo>
                      <a:lnTo>
                        <a:pt x="16" y="4"/>
                      </a:lnTo>
                      <a:lnTo>
                        <a:pt x="16" y="4"/>
                      </a:lnTo>
                      <a:lnTo>
                        <a:pt x="16" y="4"/>
                      </a:lnTo>
                      <a:lnTo>
                        <a:pt x="16" y="4"/>
                      </a:lnTo>
                      <a:lnTo>
                        <a:pt x="16" y="4"/>
                      </a:lnTo>
                      <a:lnTo>
                        <a:pt x="16" y="4"/>
                      </a:lnTo>
                      <a:lnTo>
                        <a:pt x="16" y="4"/>
                      </a:lnTo>
                      <a:lnTo>
                        <a:pt x="18" y="8"/>
                      </a:lnTo>
                      <a:lnTo>
                        <a:pt x="18" y="8"/>
                      </a:lnTo>
                      <a:lnTo>
                        <a:pt x="18" y="8"/>
                      </a:lnTo>
                      <a:lnTo>
                        <a:pt x="18" y="8"/>
                      </a:lnTo>
                      <a:lnTo>
                        <a:pt x="18" y="8"/>
                      </a:lnTo>
                      <a:lnTo>
                        <a:pt x="18" y="8"/>
                      </a:lnTo>
                      <a:lnTo>
                        <a:pt x="18" y="8"/>
                      </a:lnTo>
                      <a:lnTo>
                        <a:pt x="18" y="8"/>
                      </a:lnTo>
                      <a:lnTo>
                        <a:pt x="18" y="8"/>
                      </a:lnTo>
                      <a:lnTo>
                        <a:pt x="18" y="8"/>
                      </a:lnTo>
                      <a:lnTo>
                        <a:pt x="18" y="12"/>
                      </a:lnTo>
                      <a:lnTo>
                        <a:pt x="18" y="12"/>
                      </a:lnTo>
                      <a:lnTo>
                        <a:pt x="18" y="12"/>
                      </a:lnTo>
                      <a:lnTo>
                        <a:pt x="18" y="12"/>
                      </a:lnTo>
                      <a:lnTo>
                        <a:pt x="18" y="16"/>
                      </a:lnTo>
                      <a:lnTo>
                        <a:pt x="18" y="16"/>
                      </a:lnTo>
                      <a:lnTo>
                        <a:pt x="18" y="16"/>
                      </a:lnTo>
                      <a:lnTo>
                        <a:pt x="18" y="16"/>
                      </a:lnTo>
                      <a:lnTo>
                        <a:pt x="18" y="16"/>
                      </a:lnTo>
                      <a:lnTo>
                        <a:pt x="18" y="16"/>
                      </a:lnTo>
                      <a:lnTo>
                        <a:pt x="18" y="16"/>
                      </a:lnTo>
                      <a:lnTo>
                        <a:pt x="22" y="16"/>
                      </a:lnTo>
                      <a:lnTo>
                        <a:pt x="22" y="16"/>
                      </a:lnTo>
                      <a:lnTo>
                        <a:pt x="22" y="16"/>
                      </a:lnTo>
                      <a:lnTo>
                        <a:pt x="22" y="16"/>
                      </a:lnTo>
                      <a:lnTo>
                        <a:pt x="22" y="16"/>
                      </a:lnTo>
                      <a:lnTo>
                        <a:pt x="22" y="16"/>
                      </a:lnTo>
                      <a:lnTo>
                        <a:pt x="22" y="16"/>
                      </a:lnTo>
                      <a:lnTo>
                        <a:pt x="22" y="16"/>
                      </a:lnTo>
                      <a:lnTo>
                        <a:pt x="26" y="16"/>
                      </a:lnTo>
                      <a:lnTo>
                        <a:pt x="26" y="16"/>
                      </a:lnTo>
                      <a:lnTo>
                        <a:pt x="26" y="16"/>
                      </a:lnTo>
                      <a:lnTo>
                        <a:pt x="26" y="16"/>
                      </a:lnTo>
                      <a:lnTo>
                        <a:pt x="26" y="16"/>
                      </a:lnTo>
                      <a:lnTo>
                        <a:pt x="30" y="16"/>
                      </a:lnTo>
                      <a:lnTo>
                        <a:pt x="30" y="16"/>
                      </a:lnTo>
                      <a:lnTo>
                        <a:pt x="30" y="20"/>
                      </a:lnTo>
                      <a:lnTo>
                        <a:pt x="30" y="20"/>
                      </a:lnTo>
                      <a:lnTo>
                        <a:pt x="30" y="20"/>
                      </a:lnTo>
                      <a:lnTo>
                        <a:pt x="30" y="20"/>
                      </a:lnTo>
                      <a:lnTo>
                        <a:pt x="34" y="20"/>
                      </a:lnTo>
                      <a:lnTo>
                        <a:pt x="34" y="20"/>
                      </a:lnTo>
                      <a:lnTo>
                        <a:pt x="34" y="20"/>
                      </a:lnTo>
                      <a:lnTo>
                        <a:pt x="34" y="20"/>
                      </a:lnTo>
                      <a:lnTo>
                        <a:pt x="34" y="20"/>
                      </a:lnTo>
                      <a:lnTo>
                        <a:pt x="34" y="20"/>
                      </a:lnTo>
                      <a:lnTo>
                        <a:pt x="34" y="20"/>
                      </a:lnTo>
                      <a:lnTo>
                        <a:pt x="34" y="20"/>
                      </a:lnTo>
                      <a:lnTo>
                        <a:pt x="34" y="20"/>
                      </a:lnTo>
                      <a:lnTo>
                        <a:pt x="34" y="20"/>
                      </a:lnTo>
                      <a:lnTo>
                        <a:pt x="34" y="20"/>
                      </a:lnTo>
                      <a:lnTo>
                        <a:pt x="34" y="22"/>
                      </a:lnTo>
                      <a:lnTo>
                        <a:pt x="34" y="22"/>
                      </a:lnTo>
                      <a:lnTo>
                        <a:pt x="34" y="22"/>
                      </a:lnTo>
                      <a:lnTo>
                        <a:pt x="34" y="22"/>
                      </a:lnTo>
                      <a:lnTo>
                        <a:pt x="34" y="22"/>
                      </a:lnTo>
                      <a:lnTo>
                        <a:pt x="34" y="22"/>
                      </a:lnTo>
                      <a:lnTo>
                        <a:pt x="34" y="22"/>
                      </a:lnTo>
                      <a:lnTo>
                        <a:pt x="34" y="22"/>
                      </a:lnTo>
                      <a:lnTo>
                        <a:pt x="34" y="22"/>
                      </a:lnTo>
                      <a:lnTo>
                        <a:pt x="34" y="22"/>
                      </a:lnTo>
                      <a:lnTo>
                        <a:pt x="34" y="22"/>
                      </a:lnTo>
                      <a:lnTo>
                        <a:pt x="34" y="22"/>
                      </a:lnTo>
                      <a:lnTo>
                        <a:pt x="34" y="22"/>
                      </a:lnTo>
                      <a:lnTo>
                        <a:pt x="34" y="22"/>
                      </a:lnTo>
                      <a:lnTo>
                        <a:pt x="34" y="26"/>
                      </a:lnTo>
                      <a:lnTo>
                        <a:pt x="30" y="26"/>
                      </a:lnTo>
                      <a:lnTo>
                        <a:pt x="30" y="26"/>
                      </a:lnTo>
                      <a:lnTo>
                        <a:pt x="30" y="26"/>
                      </a:lnTo>
                      <a:lnTo>
                        <a:pt x="30" y="26"/>
                      </a:lnTo>
                      <a:lnTo>
                        <a:pt x="30" y="26"/>
                      </a:lnTo>
                      <a:lnTo>
                        <a:pt x="30" y="26"/>
                      </a:lnTo>
                      <a:lnTo>
                        <a:pt x="30" y="26"/>
                      </a:lnTo>
                      <a:lnTo>
                        <a:pt x="30" y="26"/>
                      </a:lnTo>
                      <a:lnTo>
                        <a:pt x="26" y="26"/>
                      </a:lnTo>
                      <a:lnTo>
                        <a:pt x="26" y="26"/>
                      </a:lnTo>
                      <a:lnTo>
                        <a:pt x="26" y="26"/>
                      </a:lnTo>
                      <a:lnTo>
                        <a:pt x="26" y="26"/>
                      </a:lnTo>
                      <a:lnTo>
                        <a:pt x="26" y="26"/>
                      </a:lnTo>
                      <a:lnTo>
                        <a:pt x="22" y="26"/>
                      </a:lnTo>
                      <a:lnTo>
                        <a:pt x="22" y="26"/>
                      </a:lnTo>
                      <a:lnTo>
                        <a:pt x="22" y="26"/>
                      </a:lnTo>
                      <a:lnTo>
                        <a:pt x="22" y="26"/>
                      </a:lnTo>
                      <a:lnTo>
                        <a:pt x="22" y="26"/>
                      </a:lnTo>
                      <a:lnTo>
                        <a:pt x="22" y="26"/>
                      </a:lnTo>
                      <a:lnTo>
                        <a:pt x="22" y="26"/>
                      </a:lnTo>
                      <a:lnTo>
                        <a:pt x="22" y="26"/>
                      </a:lnTo>
                      <a:lnTo>
                        <a:pt x="22" y="26"/>
                      </a:lnTo>
                      <a:lnTo>
                        <a:pt x="22" y="26"/>
                      </a:lnTo>
                      <a:lnTo>
                        <a:pt x="22" y="26"/>
                      </a:lnTo>
                      <a:lnTo>
                        <a:pt x="22" y="26"/>
                      </a:lnTo>
                      <a:lnTo>
                        <a:pt x="22" y="26"/>
                      </a:lnTo>
                      <a:lnTo>
                        <a:pt x="22" y="26"/>
                      </a:lnTo>
                      <a:lnTo>
                        <a:pt x="22" y="26"/>
                      </a:lnTo>
                      <a:lnTo>
                        <a:pt x="22" y="30"/>
                      </a:lnTo>
                      <a:lnTo>
                        <a:pt x="22" y="30"/>
                      </a:lnTo>
                      <a:lnTo>
                        <a:pt x="22" y="30"/>
                      </a:lnTo>
                      <a:lnTo>
                        <a:pt x="22" y="30"/>
                      </a:lnTo>
                      <a:lnTo>
                        <a:pt x="22" y="30"/>
                      </a:lnTo>
                      <a:lnTo>
                        <a:pt x="22" y="30"/>
                      </a:lnTo>
                      <a:lnTo>
                        <a:pt x="22" y="30"/>
                      </a:lnTo>
                      <a:lnTo>
                        <a:pt x="22" y="30"/>
                      </a:lnTo>
                      <a:lnTo>
                        <a:pt x="22" y="30"/>
                      </a:lnTo>
                      <a:lnTo>
                        <a:pt x="22" y="30"/>
                      </a:lnTo>
                      <a:lnTo>
                        <a:pt x="18" y="30"/>
                      </a:lnTo>
                      <a:lnTo>
                        <a:pt x="18" y="30"/>
                      </a:lnTo>
                      <a:lnTo>
                        <a:pt x="18" y="30"/>
                      </a:lnTo>
                      <a:lnTo>
                        <a:pt x="18" y="30"/>
                      </a:lnTo>
                      <a:lnTo>
                        <a:pt x="18" y="30"/>
                      </a:lnTo>
                      <a:lnTo>
                        <a:pt x="18" y="30"/>
                      </a:lnTo>
                      <a:lnTo>
                        <a:pt x="18" y="30"/>
                      </a:lnTo>
                      <a:lnTo>
                        <a:pt x="18" y="30"/>
                      </a:lnTo>
                      <a:lnTo>
                        <a:pt x="18" y="30"/>
                      </a:lnTo>
                      <a:lnTo>
                        <a:pt x="18" y="30"/>
                      </a:lnTo>
                      <a:lnTo>
                        <a:pt x="18" y="30"/>
                      </a:lnTo>
                      <a:lnTo>
                        <a:pt x="18" y="34"/>
                      </a:lnTo>
                      <a:lnTo>
                        <a:pt x="18" y="34"/>
                      </a:lnTo>
                      <a:lnTo>
                        <a:pt x="18" y="34"/>
                      </a:lnTo>
                      <a:lnTo>
                        <a:pt x="18" y="34"/>
                      </a:lnTo>
                      <a:lnTo>
                        <a:pt x="18" y="34"/>
                      </a:lnTo>
                      <a:lnTo>
                        <a:pt x="18" y="34"/>
                      </a:lnTo>
                      <a:lnTo>
                        <a:pt x="18" y="34"/>
                      </a:lnTo>
                      <a:lnTo>
                        <a:pt x="18" y="34"/>
                      </a:lnTo>
                      <a:lnTo>
                        <a:pt x="18" y="34"/>
                      </a:lnTo>
                      <a:lnTo>
                        <a:pt x="18" y="34"/>
                      </a:lnTo>
                      <a:lnTo>
                        <a:pt x="18" y="34"/>
                      </a:lnTo>
                      <a:lnTo>
                        <a:pt x="18" y="34"/>
                      </a:lnTo>
                      <a:lnTo>
                        <a:pt x="18" y="34"/>
                      </a:lnTo>
                      <a:lnTo>
                        <a:pt x="18" y="34"/>
                      </a:lnTo>
                      <a:lnTo>
                        <a:pt x="18" y="34"/>
                      </a:lnTo>
                      <a:lnTo>
                        <a:pt x="18" y="34"/>
                      </a:lnTo>
                      <a:lnTo>
                        <a:pt x="18" y="34"/>
                      </a:lnTo>
                      <a:lnTo>
                        <a:pt x="18" y="34"/>
                      </a:lnTo>
                      <a:lnTo>
                        <a:pt x="18" y="34"/>
                      </a:lnTo>
                      <a:lnTo>
                        <a:pt x="18" y="34"/>
                      </a:lnTo>
                      <a:lnTo>
                        <a:pt x="16" y="34"/>
                      </a:lnTo>
                      <a:lnTo>
                        <a:pt x="16" y="34"/>
                      </a:lnTo>
                      <a:lnTo>
                        <a:pt x="16" y="34"/>
                      </a:lnTo>
                      <a:lnTo>
                        <a:pt x="16" y="34"/>
                      </a:lnTo>
                      <a:lnTo>
                        <a:pt x="16" y="34"/>
                      </a:lnTo>
                      <a:lnTo>
                        <a:pt x="16" y="34"/>
                      </a:lnTo>
                      <a:lnTo>
                        <a:pt x="16" y="30"/>
                      </a:lnTo>
                      <a:lnTo>
                        <a:pt x="16" y="30"/>
                      </a:lnTo>
                      <a:lnTo>
                        <a:pt x="16" y="30"/>
                      </a:lnTo>
                      <a:lnTo>
                        <a:pt x="16" y="30"/>
                      </a:lnTo>
                      <a:lnTo>
                        <a:pt x="16" y="26"/>
                      </a:lnTo>
                      <a:lnTo>
                        <a:pt x="12" y="26"/>
                      </a:lnTo>
                      <a:lnTo>
                        <a:pt x="12" y="22"/>
                      </a:lnTo>
                      <a:lnTo>
                        <a:pt x="12" y="22"/>
                      </a:lnTo>
                      <a:lnTo>
                        <a:pt x="12" y="22"/>
                      </a:lnTo>
                      <a:lnTo>
                        <a:pt x="12" y="22"/>
                      </a:lnTo>
                      <a:lnTo>
                        <a:pt x="8" y="22"/>
                      </a:lnTo>
                      <a:lnTo>
                        <a:pt x="8" y="20"/>
                      </a:lnTo>
                      <a:lnTo>
                        <a:pt x="8" y="20"/>
                      </a:lnTo>
                      <a:lnTo>
                        <a:pt x="8" y="20"/>
                      </a:lnTo>
                      <a:lnTo>
                        <a:pt x="8" y="20"/>
                      </a:lnTo>
                      <a:lnTo>
                        <a:pt x="8" y="20"/>
                      </a:lnTo>
                      <a:lnTo>
                        <a:pt x="8" y="20"/>
                      </a:lnTo>
                      <a:lnTo>
                        <a:pt x="8" y="20"/>
                      </a:lnTo>
                      <a:lnTo>
                        <a:pt x="8" y="20"/>
                      </a:lnTo>
                      <a:lnTo>
                        <a:pt x="8" y="20"/>
                      </a:lnTo>
                      <a:lnTo>
                        <a:pt x="8" y="16"/>
                      </a:lnTo>
                      <a:lnTo>
                        <a:pt x="8" y="12"/>
                      </a:lnTo>
                      <a:lnTo>
                        <a:pt x="8" y="12"/>
                      </a:lnTo>
                      <a:lnTo>
                        <a:pt x="8" y="12"/>
                      </a:lnTo>
                      <a:lnTo>
                        <a:pt x="8" y="12"/>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206" name="Freeform 218">
                  <a:extLst>
                    <a:ext uri="{FF2B5EF4-FFF2-40B4-BE49-F238E27FC236}">
                      <a16:creationId xmlns:a16="http://schemas.microsoft.com/office/drawing/2014/main" id="{60C69B81-DDF6-ABBA-7B0E-DD613B66EF33}"/>
                    </a:ext>
                  </a:extLst>
                </p:cNvPr>
                <p:cNvSpPr>
                  <a:spLocks/>
                </p:cNvSpPr>
                <p:nvPr/>
              </p:nvSpPr>
              <p:spPr bwMode="gray">
                <a:xfrm>
                  <a:off x="5579145" y="4512733"/>
                  <a:ext cx="76528" cy="97399"/>
                </a:xfrm>
                <a:custGeom>
                  <a:avLst/>
                  <a:gdLst>
                    <a:gd name="T0" fmla="*/ 24 w 44"/>
                    <a:gd name="T1" fmla="*/ 0 h 56"/>
                    <a:gd name="T2" fmla="*/ 28 w 44"/>
                    <a:gd name="T3" fmla="*/ 0 h 56"/>
                    <a:gd name="T4" fmla="*/ 32 w 44"/>
                    <a:gd name="T5" fmla="*/ 4 h 56"/>
                    <a:gd name="T6" fmla="*/ 32 w 44"/>
                    <a:gd name="T7" fmla="*/ 4 h 56"/>
                    <a:gd name="T8" fmla="*/ 36 w 44"/>
                    <a:gd name="T9" fmla="*/ 6 h 56"/>
                    <a:gd name="T10" fmla="*/ 36 w 44"/>
                    <a:gd name="T11" fmla="*/ 6 h 56"/>
                    <a:gd name="T12" fmla="*/ 40 w 44"/>
                    <a:gd name="T13" fmla="*/ 10 h 56"/>
                    <a:gd name="T14" fmla="*/ 36 w 44"/>
                    <a:gd name="T15" fmla="*/ 6 h 56"/>
                    <a:gd name="T16" fmla="*/ 44 w 44"/>
                    <a:gd name="T17" fmla="*/ 6 h 56"/>
                    <a:gd name="T18" fmla="*/ 40 w 44"/>
                    <a:gd name="T19" fmla="*/ 10 h 56"/>
                    <a:gd name="T20" fmla="*/ 36 w 44"/>
                    <a:gd name="T21" fmla="*/ 14 h 56"/>
                    <a:gd name="T22" fmla="*/ 32 w 44"/>
                    <a:gd name="T23" fmla="*/ 14 h 56"/>
                    <a:gd name="T24" fmla="*/ 36 w 44"/>
                    <a:gd name="T25" fmla="*/ 22 h 56"/>
                    <a:gd name="T26" fmla="*/ 32 w 44"/>
                    <a:gd name="T27" fmla="*/ 26 h 56"/>
                    <a:gd name="T28" fmla="*/ 32 w 44"/>
                    <a:gd name="T29" fmla="*/ 30 h 56"/>
                    <a:gd name="T30" fmla="*/ 28 w 44"/>
                    <a:gd name="T31" fmla="*/ 30 h 56"/>
                    <a:gd name="T32" fmla="*/ 28 w 44"/>
                    <a:gd name="T33" fmla="*/ 36 h 56"/>
                    <a:gd name="T34" fmla="*/ 22 w 44"/>
                    <a:gd name="T35" fmla="*/ 36 h 56"/>
                    <a:gd name="T36" fmla="*/ 24 w 44"/>
                    <a:gd name="T37" fmla="*/ 40 h 56"/>
                    <a:gd name="T38" fmla="*/ 24 w 44"/>
                    <a:gd name="T39" fmla="*/ 40 h 56"/>
                    <a:gd name="T40" fmla="*/ 28 w 44"/>
                    <a:gd name="T41" fmla="*/ 40 h 56"/>
                    <a:gd name="T42" fmla="*/ 24 w 44"/>
                    <a:gd name="T43" fmla="*/ 44 h 56"/>
                    <a:gd name="T44" fmla="*/ 22 w 44"/>
                    <a:gd name="T45" fmla="*/ 48 h 56"/>
                    <a:gd name="T46" fmla="*/ 18 w 44"/>
                    <a:gd name="T47" fmla="*/ 44 h 56"/>
                    <a:gd name="T48" fmla="*/ 18 w 44"/>
                    <a:gd name="T49" fmla="*/ 52 h 56"/>
                    <a:gd name="T50" fmla="*/ 14 w 44"/>
                    <a:gd name="T51" fmla="*/ 56 h 56"/>
                    <a:gd name="T52" fmla="*/ 18 w 44"/>
                    <a:gd name="T53" fmla="*/ 52 h 56"/>
                    <a:gd name="T54" fmla="*/ 14 w 44"/>
                    <a:gd name="T55" fmla="*/ 48 h 56"/>
                    <a:gd name="T56" fmla="*/ 14 w 44"/>
                    <a:gd name="T57" fmla="*/ 48 h 56"/>
                    <a:gd name="T58" fmla="*/ 10 w 44"/>
                    <a:gd name="T59" fmla="*/ 44 h 56"/>
                    <a:gd name="T60" fmla="*/ 6 w 44"/>
                    <a:gd name="T61" fmla="*/ 48 h 56"/>
                    <a:gd name="T62" fmla="*/ 2 w 44"/>
                    <a:gd name="T63" fmla="*/ 52 h 56"/>
                    <a:gd name="T64" fmla="*/ 2 w 44"/>
                    <a:gd name="T65" fmla="*/ 48 h 56"/>
                    <a:gd name="T66" fmla="*/ 0 w 44"/>
                    <a:gd name="T67" fmla="*/ 44 h 56"/>
                    <a:gd name="T68" fmla="*/ 0 w 44"/>
                    <a:gd name="T69" fmla="*/ 36 h 56"/>
                    <a:gd name="T70" fmla="*/ 0 w 44"/>
                    <a:gd name="T71" fmla="*/ 30 h 56"/>
                    <a:gd name="T72" fmla="*/ 2 w 44"/>
                    <a:gd name="T73" fmla="*/ 26 h 56"/>
                    <a:gd name="T74" fmla="*/ 0 w 44"/>
                    <a:gd name="T75" fmla="*/ 18 h 56"/>
                    <a:gd name="T76" fmla="*/ 2 w 44"/>
                    <a:gd name="T77" fmla="*/ 10 h 56"/>
                    <a:gd name="T78" fmla="*/ 6 w 44"/>
                    <a:gd name="T79" fmla="*/ 6 h 56"/>
                    <a:gd name="T80" fmla="*/ 10 w 44"/>
                    <a:gd name="T81" fmla="*/ 4 h 56"/>
                    <a:gd name="T82" fmla="*/ 14 w 44"/>
                    <a:gd name="T83" fmla="*/ 0 h 56"/>
                    <a:gd name="T84" fmla="*/ 18 w 44"/>
                    <a:gd name="T85" fmla="*/ 4 h 56"/>
                    <a:gd name="T86" fmla="*/ 22 w 44"/>
                    <a:gd name="T87" fmla="*/ 0 h 56"/>
                    <a:gd name="T88" fmla="*/ 22 w 44"/>
                    <a:gd name="T89" fmla="*/ 0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44" h="56">
                      <a:moveTo>
                        <a:pt x="22" y="0"/>
                      </a:moveTo>
                      <a:lnTo>
                        <a:pt x="24" y="0"/>
                      </a:lnTo>
                      <a:lnTo>
                        <a:pt x="24" y="4"/>
                      </a:lnTo>
                      <a:lnTo>
                        <a:pt x="28" y="0"/>
                      </a:lnTo>
                      <a:lnTo>
                        <a:pt x="28" y="4"/>
                      </a:lnTo>
                      <a:lnTo>
                        <a:pt x="32" y="4"/>
                      </a:lnTo>
                      <a:lnTo>
                        <a:pt x="32" y="0"/>
                      </a:lnTo>
                      <a:lnTo>
                        <a:pt x="32" y="4"/>
                      </a:lnTo>
                      <a:lnTo>
                        <a:pt x="32" y="6"/>
                      </a:lnTo>
                      <a:lnTo>
                        <a:pt x="36" y="6"/>
                      </a:lnTo>
                      <a:lnTo>
                        <a:pt x="32" y="6"/>
                      </a:lnTo>
                      <a:lnTo>
                        <a:pt x="36" y="6"/>
                      </a:lnTo>
                      <a:lnTo>
                        <a:pt x="36" y="10"/>
                      </a:lnTo>
                      <a:lnTo>
                        <a:pt x="40" y="10"/>
                      </a:lnTo>
                      <a:lnTo>
                        <a:pt x="36" y="10"/>
                      </a:lnTo>
                      <a:lnTo>
                        <a:pt x="36" y="6"/>
                      </a:lnTo>
                      <a:lnTo>
                        <a:pt x="40" y="6"/>
                      </a:lnTo>
                      <a:lnTo>
                        <a:pt x="44" y="6"/>
                      </a:lnTo>
                      <a:lnTo>
                        <a:pt x="44" y="10"/>
                      </a:lnTo>
                      <a:lnTo>
                        <a:pt x="40" y="10"/>
                      </a:lnTo>
                      <a:lnTo>
                        <a:pt x="40" y="14"/>
                      </a:lnTo>
                      <a:lnTo>
                        <a:pt x="36" y="14"/>
                      </a:lnTo>
                      <a:lnTo>
                        <a:pt x="36" y="10"/>
                      </a:lnTo>
                      <a:lnTo>
                        <a:pt x="32" y="14"/>
                      </a:lnTo>
                      <a:lnTo>
                        <a:pt x="32" y="18"/>
                      </a:lnTo>
                      <a:lnTo>
                        <a:pt x="36" y="22"/>
                      </a:lnTo>
                      <a:lnTo>
                        <a:pt x="32" y="22"/>
                      </a:lnTo>
                      <a:lnTo>
                        <a:pt x="32" y="26"/>
                      </a:lnTo>
                      <a:lnTo>
                        <a:pt x="28" y="30"/>
                      </a:lnTo>
                      <a:lnTo>
                        <a:pt x="32" y="30"/>
                      </a:lnTo>
                      <a:lnTo>
                        <a:pt x="32" y="32"/>
                      </a:lnTo>
                      <a:lnTo>
                        <a:pt x="28" y="30"/>
                      </a:lnTo>
                      <a:lnTo>
                        <a:pt x="28" y="32"/>
                      </a:lnTo>
                      <a:lnTo>
                        <a:pt x="28" y="36"/>
                      </a:lnTo>
                      <a:lnTo>
                        <a:pt x="24" y="36"/>
                      </a:lnTo>
                      <a:lnTo>
                        <a:pt x="22" y="36"/>
                      </a:lnTo>
                      <a:lnTo>
                        <a:pt x="24" y="36"/>
                      </a:lnTo>
                      <a:lnTo>
                        <a:pt x="24" y="40"/>
                      </a:lnTo>
                      <a:lnTo>
                        <a:pt x="22" y="40"/>
                      </a:lnTo>
                      <a:lnTo>
                        <a:pt x="24" y="40"/>
                      </a:lnTo>
                      <a:lnTo>
                        <a:pt x="28" y="44"/>
                      </a:lnTo>
                      <a:lnTo>
                        <a:pt x="28" y="40"/>
                      </a:lnTo>
                      <a:lnTo>
                        <a:pt x="28" y="44"/>
                      </a:lnTo>
                      <a:lnTo>
                        <a:pt x="24" y="44"/>
                      </a:lnTo>
                      <a:lnTo>
                        <a:pt x="24" y="48"/>
                      </a:lnTo>
                      <a:lnTo>
                        <a:pt x="22" y="48"/>
                      </a:lnTo>
                      <a:lnTo>
                        <a:pt x="22" y="44"/>
                      </a:lnTo>
                      <a:lnTo>
                        <a:pt x="18" y="44"/>
                      </a:lnTo>
                      <a:lnTo>
                        <a:pt x="18" y="48"/>
                      </a:lnTo>
                      <a:lnTo>
                        <a:pt x="18" y="52"/>
                      </a:lnTo>
                      <a:lnTo>
                        <a:pt x="18" y="56"/>
                      </a:lnTo>
                      <a:lnTo>
                        <a:pt x="14" y="56"/>
                      </a:lnTo>
                      <a:lnTo>
                        <a:pt x="18" y="56"/>
                      </a:lnTo>
                      <a:lnTo>
                        <a:pt x="18" y="52"/>
                      </a:lnTo>
                      <a:lnTo>
                        <a:pt x="18" y="48"/>
                      </a:lnTo>
                      <a:lnTo>
                        <a:pt x="14" y="48"/>
                      </a:lnTo>
                      <a:lnTo>
                        <a:pt x="14" y="44"/>
                      </a:lnTo>
                      <a:lnTo>
                        <a:pt x="14" y="48"/>
                      </a:lnTo>
                      <a:lnTo>
                        <a:pt x="10" y="48"/>
                      </a:lnTo>
                      <a:lnTo>
                        <a:pt x="10" y="44"/>
                      </a:lnTo>
                      <a:lnTo>
                        <a:pt x="6" y="44"/>
                      </a:lnTo>
                      <a:lnTo>
                        <a:pt x="6" y="48"/>
                      </a:lnTo>
                      <a:lnTo>
                        <a:pt x="2" y="48"/>
                      </a:lnTo>
                      <a:lnTo>
                        <a:pt x="2" y="52"/>
                      </a:lnTo>
                      <a:lnTo>
                        <a:pt x="0" y="48"/>
                      </a:lnTo>
                      <a:lnTo>
                        <a:pt x="2" y="48"/>
                      </a:lnTo>
                      <a:lnTo>
                        <a:pt x="2" y="44"/>
                      </a:lnTo>
                      <a:lnTo>
                        <a:pt x="0" y="44"/>
                      </a:lnTo>
                      <a:lnTo>
                        <a:pt x="0" y="40"/>
                      </a:lnTo>
                      <a:lnTo>
                        <a:pt x="0" y="36"/>
                      </a:lnTo>
                      <a:lnTo>
                        <a:pt x="0" y="32"/>
                      </a:lnTo>
                      <a:lnTo>
                        <a:pt x="0" y="30"/>
                      </a:lnTo>
                      <a:lnTo>
                        <a:pt x="2" y="30"/>
                      </a:lnTo>
                      <a:lnTo>
                        <a:pt x="2" y="26"/>
                      </a:lnTo>
                      <a:lnTo>
                        <a:pt x="2" y="22"/>
                      </a:lnTo>
                      <a:lnTo>
                        <a:pt x="0" y="18"/>
                      </a:lnTo>
                      <a:lnTo>
                        <a:pt x="2" y="14"/>
                      </a:lnTo>
                      <a:lnTo>
                        <a:pt x="2" y="10"/>
                      </a:lnTo>
                      <a:lnTo>
                        <a:pt x="2" y="6"/>
                      </a:lnTo>
                      <a:lnTo>
                        <a:pt x="6" y="6"/>
                      </a:lnTo>
                      <a:lnTo>
                        <a:pt x="10" y="6"/>
                      </a:lnTo>
                      <a:lnTo>
                        <a:pt x="10" y="4"/>
                      </a:lnTo>
                      <a:lnTo>
                        <a:pt x="14" y="4"/>
                      </a:lnTo>
                      <a:lnTo>
                        <a:pt x="14" y="0"/>
                      </a:lnTo>
                      <a:lnTo>
                        <a:pt x="14" y="4"/>
                      </a:lnTo>
                      <a:lnTo>
                        <a:pt x="18" y="4"/>
                      </a:lnTo>
                      <a:lnTo>
                        <a:pt x="22" y="4"/>
                      </a:lnTo>
                      <a:lnTo>
                        <a:pt x="22" y="0"/>
                      </a:lnTo>
                      <a:lnTo>
                        <a:pt x="22" y="0"/>
                      </a:lnTo>
                      <a:lnTo>
                        <a:pt x="22" y="0"/>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207" name="Freeform 219">
                  <a:extLst>
                    <a:ext uri="{FF2B5EF4-FFF2-40B4-BE49-F238E27FC236}">
                      <a16:creationId xmlns:a16="http://schemas.microsoft.com/office/drawing/2014/main" id="{75B3D4D1-0B83-0B8E-06BF-1FA6EFB20D86}"/>
                    </a:ext>
                  </a:extLst>
                </p:cNvPr>
                <p:cNvSpPr>
                  <a:spLocks/>
                </p:cNvSpPr>
                <p:nvPr/>
              </p:nvSpPr>
              <p:spPr bwMode="gray">
                <a:xfrm>
                  <a:off x="5530446" y="2481282"/>
                  <a:ext cx="80006" cy="76527"/>
                </a:xfrm>
                <a:custGeom>
                  <a:avLst/>
                  <a:gdLst>
                    <a:gd name="T0" fmla="*/ 18 w 46"/>
                    <a:gd name="T1" fmla="*/ 40 h 44"/>
                    <a:gd name="T2" fmla="*/ 18 w 46"/>
                    <a:gd name="T3" fmla="*/ 40 h 44"/>
                    <a:gd name="T4" fmla="*/ 18 w 46"/>
                    <a:gd name="T5" fmla="*/ 36 h 44"/>
                    <a:gd name="T6" fmla="*/ 16 w 46"/>
                    <a:gd name="T7" fmla="*/ 32 h 44"/>
                    <a:gd name="T8" fmla="*/ 16 w 46"/>
                    <a:gd name="T9" fmla="*/ 32 h 44"/>
                    <a:gd name="T10" fmla="*/ 12 w 46"/>
                    <a:gd name="T11" fmla="*/ 30 h 44"/>
                    <a:gd name="T12" fmla="*/ 12 w 46"/>
                    <a:gd name="T13" fmla="*/ 26 h 44"/>
                    <a:gd name="T14" fmla="*/ 12 w 46"/>
                    <a:gd name="T15" fmla="*/ 26 h 44"/>
                    <a:gd name="T16" fmla="*/ 8 w 46"/>
                    <a:gd name="T17" fmla="*/ 18 h 44"/>
                    <a:gd name="T18" fmla="*/ 4 w 46"/>
                    <a:gd name="T19" fmla="*/ 14 h 44"/>
                    <a:gd name="T20" fmla="*/ 0 w 46"/>
                    <a:gd name="T21" fmla="*/ 14 h 44"/>
                    <a:gd name="T22" fmla="*/ 4 w 46"/>
                    <a:gd name="T23" fmla="*/ 14 h 44"/>
                    <a:gd name="T24" fmla="*/ 4 w 46"/>
                    <a:gd name="T25" fmla="*/ 14 h 44"/>
                    <a:gd name="T26" fmla="*/ 0 w 46"/>
                    <a:gd name="T27" fmla="*/ 14 h 44"/>
                    <a:gd name="T28" fmla="*/ 4 w 46"/>
                    <a:gd name="T29" fmla="*/ 10 h 44"/>
                    <a:gd name="T30" fmla="*/ 8 w 46"/>
                    <a:gd name="T31" fmla="*/ 10 h 44"/>
                    <a:gd name="T32" fmla="*/ 8 w 46"/>
                    <a:gd name="T33" fmla="*/ 10 h 44"/>
                    <a:gd name="T34" fmla="*/ 8 w 46"/>
                    <a:gd name="T35" fmla="*/ 6 h 44"/>
                    <a:gd name="T36" fmla="*/ 12 w 46"/>
                    <a:gd name="T37" fmla="*/ 6 h 44"/>
                    <a:gd name="T38" fmla="*/ 16 w 46"/>
                    <a:gd name="T39" fmla="*/ 2 h 44"/>
                    <a:gd name="T40" fmla="*/ 16 w 46"/>
                    <a:gd name="T41" fmla="*/ 2 h 44"/>
                    <a:gd name="T42" fmla="*/ 18 w 46"/>
                    <a:gd name="T43" fmla="*/ 2 h 44"/>
                    <a:gd name="T44" fmla="*/ 18 w 46"/>
                    <a:gd name="T45" fmla="*/ 2 h 44"/>
                    <a:gd name="T46" fmla="*/ 18 w 46"/>
                    <a:gd name="T47" fmla="*/ 2 h 44"/>
                    <a:gd name="T48" fmla="*/ 18 w 46"/>
                    <a:gd name="T49" fmla="*/ 6 h 44"/>
                    <a:gd name="T50" fmla="*/ 18 w 46"/>
                    <a:gd name="T51" fmla="*/ 2 h 44"/>
                    <a:gd name="T52" fmla="*/ 22 w 46"/>
                    <a:gd name="T53" fmla="*/ 2 h 44"/>
                    <a:gd name="T54" fmla="*/ 26 w 46"/>
                    <a:gd name="T55" fmla="*/ 6 h 44"/>
                    <a:gd name="T56" fmla="*/ 26 w 46"/>
                    <a:gd name="T57" fmla="*/ 10 h 44"/>
                    <a:gd name="T58" fmla="*/ 26 w 46"/>
                    <a:gd name="T59" fmla="*/ 10 h 44"/>
                    <a:gd name="T60" fmla="*/ 30 w 46"/>
                    <a:gd name="T61" fmla="*/ 14 h 44"/>
                    <a:gd name="T62" fmla="*/ 38 w 46"/>
                    <a:gd name="T63" fmla="*/ 14 h 44"/>
                    <a:gd name="T64" fmla="*/ 42 w 46"/>
                    <a:gd name="T65" fmla="*/ 18 h 44"/>
                    <a:gd name="T66" fmla="*/ 42 w 46"/>
                    <a:gd name="T67" fmla="*/ 18 h 44"/>
                    <a:gd name="T68" fmla="*/ 42 w 46"/>
                    <a:gd name="T69" fmla="*/ 22 h 44"/>
                    <a:gd name="T70" fmla="*/ 46 w 46"/>
                    <a:gd name="T71" fmla="*/ 22 h 44"/>
                    <a:gd name="T72" fmla="*/ 42 w 46"/>
                    <a:gd name="T73" fmla="*/ 26 h 44"/>
                    <a:gd name="T74" fmla="*/ 46 w 46"/>
                    <a:gd name="T75" fmla="*/ 26 h 44"/>
                    <a:gd name="T76" fmla="*/ 46 w 46"/>
                    <a:gd name="T77" fmla="*/ 30 h 44"/>
                    <a:gd name="T78" fmla="*/ 46 w 46"/>
                    <a:gd name="T79" fmla="*/ 30 h 44"/>
                    <a:gd name="T80" fmla="*/ 42 w 46"/>
                    <a:gd name="T81" fmla="*/ 30 h 44"/>
                    <a:gd name="T82" fmla="*/ 42 w 46"/>
                    <a:gd name="T83" fmla="*/ 30 h 44"/>
                    <a:gd name="T84" fmla="*/ 42 w 46"/>
                    <a:gd name="T85" fmla="*/ 32 h 44"/>
                    <a:gd name="T86" fmla="*/ 42 w 46"/>
                    <a:gd name="T87" fmla="*/ 32 h 44"/>
                    <a:gd name="T88" fmla="*/ 42 w 46"/>
                    <a:gd name="T89" fmla="*/ 36 h 44"/>
                    <a:gd name="T90" fmla="*/ 38 w 46"/>
                    <a:gd name="T91" fmla="*/ 40 h 44"/>
                    <a:gd name="T92" fmla="*/ 34 w 46"/>
                    <a:gd name="T93" fmla="*/ 36 h 44"/>
                    <a:gd name="T94" fmla="*/ 34 w 46"/>
                    <a:gd name="T95" fmla="*/ 36 h 44"/>
                    <a:gd name="T96" fmla="*/ 26 w 46"/>
                    <a:gd name="T97" fmla="*/ 36 h 44"/>
                    <a:gd name="T98" fmla="*/ 26 w 46"/>
                    <a:gd name="T99" fmla="*/ 40 h 44"/>
                    <a:gd name="T100" fmla="*/ 26 w 46"/>
                    <a:gd name="T101" fmla="*/ 40 h 44"/>
                    <a:gd name="T102" fmla="*/ 26 w 46"/>
                    <a:gd name="T103" fmla="*/ 44 h 44"/>
                    <a:gd name="T104" fmla="*/ 22 w 46"/>
                    <a:gd name="T105" fmla="*/ 44 h 44"/>
                    <a:gd name="T106" fmla="*/ 18 w 46"/>
                    <a:gd name="T107" fmla="*/ 44 h 44"/>
                    <a:gd name="T108" fmla="*/ 18 w 46"/>
                    <a:gd name="T109" fmla="*/ 4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6" h="44">
                      <a:moveTo>
                        <a:pt x="18" y="44"/>
                      </a:moveTo>
                      <a:lnTo>
                        <a:pt x="18" y="44"/>
                      </a:lnTo>
                      <a:lnTo>
                        <a:pt x="18" y="44"/>
                      </a:lnTo>
                      <a:lnTo>
                        <a:pt x="18" y="40"/>
                      </a:lnTo>
                      <a:lnTo>
                        <a:pt x="18" y="40"/>
                      </a:lnTo>
                      <a:lnTo>
                        <a:pt x="18" y="40"/>
                      </a:lnTo>
                      <a:lnTo>
                        <a:pt x="18" y="40"/>
                      </a:lnTo>
                      <a:lnTo>
                        <a:pt x="18" y="40"/>
                      </a:lnTo>
                      <a:lnTo>
                        <a:pt x="18" y="36"/>
                      </a:lnTo>
                      <a:lnTo>
                        <a:pt x="18" y="36"/>
                      </a:lnTo>
                      <a:lnTo>
                        <a:pt x="18" y="36"/>
                      </a:lnTo>
                      <a:lnTo>
                        <a:pt x="18" y="36"/>
                      </a:lnTo>
                      <a:lnTo>
                        <a:pt x="18" y="36"/>
                      </a:lnTo>
                      <a:lnTo>
                        <a:pt x="18" y="36"/>
                      </a:lnTo>
                      <a:lnTo>
                        <a:pt x="18" y="36"/>
                      </a:lnTo>
                      <a:lnTo>
                        <a:pt x="16" y="32"/>
                      </a:lnTo>
                      <a:lnTo>
                        <a:pt x="16" y="32"/>
                      </a:lnTo>
                      <a:lnTo>
                        <a:pt x="16" y="32"/>
                      </a:lnTo>
                      <a:lnTo>
                        <a:pt x="16" y="32"/>
                      </a:lnTo>
                      <a:lnTo>
                        <a:pt x="16" y="32"/>
                      </a:lnTo>
                      <a:lnTo>
                        <a:pt x="16" y="30"/>
                      </a:lnTo>
                      <a:lnTo>
                        <a:pt x="12" y="30"/>
                      </a:lnTo>
                      <a:lnTo>
                        <a:pt x="12" y="30"/>
                      </a:lnTo>
                      <a:lnTo>
                        <a:pt x="12" y="30"/>
                      </a:lnTo>
                      <a:lnTo>
                        <a:pt x="12" y="30"/>
                      </a:lnTo>
                      <a:lnTo>
                        <a:pt x="12" y="30"/>
                      </a:lnTo>
                      <a:lnTo>
                        <a:pt x="12" y="26"/>
                      </a:lnTo>
                      <a:lnTo>
                        <a:pt x="12" y="26"/>
                      </a:lnTo>
                      <a:lnTo>
                        <a:pt x="12" y="26"/>
                      </a:lnTo>
                      <a:lnTo>
                        <a:pt x="12" y="26"/>
                      </a:lnTo>
                      <a:lnTo>
                        <a:pt x="12" y="26"/>
                      </a:lnTo>
                      <a:lnTo>
                        <a:pt x="12" y="26"/>
                      </a:lnTo>
                      <a:lnTo>
                        <a:pt x="12" y="22"/>
                      </a:lnTo>
                      <a:lnTo>
                        <a:pt x="12" y="22"/>
                      </a:lnTo>
                      <a:lnTo>
                        <a:pt x="8" y="22"/>
                      </a:lnTo>
                      <a:lnTo>
                        <a:pt x="8" y="18"/>
                      </a:lnTo>
                      <a:lnTo>
                        <a:pt x="4" y="18"/>
                      </a:lnTo>
                      <a:lnTo>
                        <a:pt x="4" y="18"/>
                      </a:lnTo>
                      <a:lnTo>
                        <a:pt x="4" y="14"/>
                      </a:lnTo>
                      <a:lnTo>
                        <a:pt x="4" y="14"/>
                      </a:lnTo>
                      <a:lnTo>
                        <a:pt x="0" y="14"/>
                      </a:lnTo>
                      <a:lnTo>
                        <a:pt x="0" y="14"/>
                      </a:lnTo>
                      <a:lnTo>
                        <a:pt x="0" y="14"/>
                      </a:lnTo>
                      <a:lnTo>
                        <a:pt x="0" y="14"/>
                      </a:lnTo>
                      <a:lnTo>
                        <a:pt x="0" y="14"/>
                      </a:lnTo>
                      <a:lnTo>
                        <a:pt x="4" y="14"/>
                      </a:lnTo>
                      <a:lnTo>
                        <a:pt x="4" y="14"/>
                      </a:lnTo>
                      <a:lnTo>
                        <a:pt x="4" y="14"/>
                      </a:lnTo>
                      <a:lnTo>
                        <a:pt x="4" y="14"/>
                      </a:lnTo>
                      <a:lnTo>
                        <a:pt x="4" y="14"/>
                      </a:lnTo>
                      <a:lnTo>
                        <a:pt x="4" y="14"/>
                      </a:lnTo>
                      <a:lnTo>
                        <a:pt x="4" y="14"/>
                      </a:lnTo>
                      <a:lnTo>
                        <a:pt x="4" y="14"/>
                      </a:lnTo>
                      <a:lnTo>
                        <a:pt x="4" y="14"/>
                      </a:lnTo>
                      <a:lnTo>
                        <a:pt x="0" y="14"/>
                      </a:lnTo>
                      <a:lnTo>
                        <a:pt x="0" y="14"/>
                      </a:lnTo>
                      <a:lnTo>
                        <a:pt x="0" y="14"/>
                      </a:lnTo>
                      <a:lnTo>
                        <a:pt x="0" y="10"/>
                      </a:lnTo>
                      <a:lnTo>
                        <a:pt x="0" y="10"/>
                      </a:lnTo>
                      <a:lnTo>
                        <a:pt x="4" y="10"/>
                      </a:lnTo>
                      <a:lnTo>
                        <a:pt x="4" y="14"/>
                      </a:lnTo>
                      <a:lnTo>
                        <a:pt x="4" y="14"/>
                      </a:lnTo>
                      <a:lnTo>
                        <a:pt x="8" y="10"/>
                      </a:lnTo>
                      <a:lnTo>
                        <a:pt x="8" y="10"/>
                      </a:lnTo>
                      <a:lnTo>
                        <a:pt x="8" y="10"/>
                      </a:lnTo>
                      <a:lnTo>
                        <a:pt x="8" y="10"/>
                      </a:lnTo>
                      <a:lnTo>
                        <a:pt x="8" y="10"/>
                      </a:lnTo>
                      <a:lnTo>
                        <a:pt x="8" y="10"/>
                      </a:lnTo>
                      <a:lnTo>
                        <a:pt x="8" y="10"/>
                      </a:lnTo>
                      <a:lnTo>
                        <a:pt x="8" y="6"/>
                      </a:lnTo>
                      <a:lnTo>
                        <a:pt x="8" y="6"/>
                      </a:lnTo>
                      <a:lnTo>
                        <a:pt x="8" y="6"/>
                      </a:lnTo>
                      <a:lnTo>
                        <a:pt x="8" y="6"/>
                      </a:lnTo>
                      <a:lnTo>
                        <a:pt x="8" y="6"/>
                      </a:lnTo>
                      <a:lnTo>
                        <a:pt x="12" y="6"/>
                      </a:lnTo>
                      <a:lnTo>
                        <a:pt x="12" y="6"/>
                      </a:lnTo>
                      <a:lnTo>
                        <a:pt x="12" y="6"/>
                      </a:lnTo>
                      <a:lnTo>
                        <a:pt x="12" y="6"/>
                      </a:lnTo>
                      <a:lnTo>
                        <a:pt x="12" y="6"/>
                      </a:lnTo>
                      <a:lnTo>
                        <a:pt x="16" y="2"/>
                      </a:lnTo>
                      <a:lnTo>
                        <a:pt x="16" y="2"/>
                      </a:lnTo>
                      <a:lnTo>
                        <a:pt x="16" y="0"/>
                      </a:lnTo>
                      <a:lnTo>
                        <a:pt x="16" y="0"/>
                      </a:lnTo>
                      <a:lnTo>
                        <a:pt x="16" y="2"/>
                      </a:lnTo>
                      <a:lnTo>
                        <a:pt x="16" y="2"/>
                      </a:lnTo>
                      <a:lnTo>
                        <a:pt x="16" y="2"/>
                      </a:lnTo>
                      <a:lnTo>
                        <a:pt x="16" y="2"/>
                      </a:lnTo>
                      <a:lnTo>
                        <a:pt x="18" y="2"/>
                      </a:lnTo>
                      <a:lnTo>
                        <a:pt x="18" y="2"/>
                      </a:lnTo>
                      <a:lnTo>
                        <a:pt x="18" y="2"/>
                      </a:lnTo>
                      <a:lnTo>
                        <a:pt x="18" y="2"/>
                      </a:lnTo>
                      <a:lnTo>
                        <a:pt x="18" y="2"/>
                      </a:lnTo>
                      <a:lnTo>
                        <a:pt x="18" y="2"/>
                      </a:lnTo>
                      <a:lnTo>
                        <a:pt x="18" y="2"/>
                      </a:lnTo>
                      <a:lnTo>
                        <a:pt x="18" y="2"/>
                      </a:lnTo>
                      <a:lnTo>
                        <a:pt x="18" y="2"/>
                      </a:lnTo>
                      <a:lnTo>
                        <a:pt x="18" y="2"/>
                      </a:lnTo>
                      <a:lnTo>
                        <a:pt x="18" y="6"/>
                      </a:lnTo>
                      <a:lnTo>
                        <a:pt x="18" y="6"/>
                      </a:lnTo>
                      <a:lnTo>
                        <a:pt x="18" y="6"/>
                      </a:lnTo>
                      <a:lnTo>
                        <a:pt x="18" y="2"/>
                      </a:lnTo>
                      <a:lnTo>
                        <a:pt x="18" y="2"/>
                      </a:lnTo>
                      <a:lnTo>
                        <a:pt x="18" y="2"/>
                      </a:lnTo>
                      <a:lnTo>
                        <a:pt x="18" y="2"/>
                      </a:lnTo>
                      <a:lnTo>
                        <a:pt x="22" y="2"/>
                      </a:lnTo>
                      <a:lnTo>
                        <a:pt x="22" y="2"/>
                      </a:lnTo>
                      <a:lnTo>
                        <a:pt x="22" y="2"/>
                      </a:lnTo>
                      <a:lnTo>
                        <a:pt x="22" y="2"/>
                      </a:lnTo>
                      <a:lnTo>
                        <a:pt x="22" y="6"/>
                      </a:lnTo>
                      <a:lnTo>
                        <a:pt x="26" y="6"/>
                      </a:lnTo>
                      <a:lnTo>
                        <a:pt x="26" y="6"/>
                      </a:lnTo>
                      <a:lnTo>
                        <a:pt x="26" y="6"/>
                      </a:lnTo>
                      <a:lnTo>
                        <a:pt x="26" y="6"/>
                      </a:lnTo>
                      <a:lnTo>
                        <a:pt x="26" y="6"/>
                      </a:lnTo>
                      <a:lnTo>
                        <a:pt x="26" y="10"/>
                      </a:lnTo>
                      <a:lnTo>
                        <a:pt x="26" y="10"/>
                      </a:lnTo>
                      <a:lnTo>
                        <a:pt x="26" y="10"/>
                      </a:lnTo>
                      <a:lnTo>
                        <a:pt x="26" y="10"/>
                      </a:lnTo>
                      <a:lnTo>
                        <a:pt x="26" y="10"/>
                      </a:lnTo>
                      <a:lnTo>
                        <a:pt x="26" y="10"/>
                      </a:lnTo>
                      <a:lnTo>
                        <a:pt x="26" y="10"/>
                      </a:lnTo>
                      <a:lnTo>
                        <a:pt x="30" y="10"/>
                      </a:lnTo>
                      <a:lnTo>
                        <a:pt x="30" y="10"/>
                      </a:lnTo>
                      <a:lnTo>
                        <a:pt x="30" y="14"/>
                      </a:lnTo>
                      <a:lnTo>
                        <a:pt x="34" y="14"/>
                      </a:lnTo>
                      <a:lnTo>
                        <a:pt x="34" y="14"/>
                      </a:lnTo>
                      <a:lnTo>
                        <a:pt x="38" y="14"/>
                      </a:lnTo>
                      <a:lnTo>
                        <a:pt x="38" y="14"/>
                      </a:lnTo>
                      <a:lnTo>
                        <a:pt x="38" y="14"/>
                      </a:lnTo>
                      <a:lnTo>
                        <a:pt x="38" y="18"/>
                      </a:lnTo>
                      <a:lnTo>
                        <a:pt x="42" y="18"/>
                      </a:lnTo>
                      <a:lnTo>
                        <a:pt x="42" y="18"/>
                      </a:lnTo>
                      <a:lnTo>
                        <a:pt x="42" y="18"/>
                      </a:lnTo>
                      <a:lnTo>
                        <a:pt x="42" y="18"/>
                      </a:lnTo>
                      <a:lnTo>
                        <a:pt x="42" y="18"/>
                      </a:lnTo>
                      <a:lnTo>
                        <a:pt x="42" y="18"/>
                      </a:lnTo>
                      <a:lnTo>
                        <a:pt x="42" y="18"/>
                      </a:lnTo>
                      <a:lnTo>
                        <a:pt x="42" y="18"/>
                      </a:lnTo>
                      <a:lnTo>
                        <a:pt x="42" y="22"/>
                      </a:lnTo>
                      <a:lnTo>
                        <a:pt x="42" y="22"/>
                      </a:lnTo>
                      <a:lnTo>
                        <a:pt x="42" y="22"/>
                      </a:lnTo>
                      <a:lnTo>
                        <a:pt x="46" y="22"/>
                      </a:lnTo>
                      <a:lnTo>
                        <a:pt x="46" y="22"/>
                      </a:lnTo>
                      <a:lnTo>
                        <a:pt x="46" y="22"/>
                      </a:lnTo>
                      <a:lnTo>
                        <a:pt x="46" y="22"/>
                      </a:lnTo>
                      <a:lnTo>
                        <a:pt x="46" y="26"/>
                      </a:lnTo>
                      <a:lnTo>
                        <a:pt x="42" y="26"/>
                      </a:lnTo>
                      <a:lnTo>
                        <a:pt x="42" y="26"/>
                      </a:lnTo>
                      <a:lnTo>
                        <a:pt x="46" y="26"/>
                      </a:lnTo>
                      <a:lnTo>
                        <a:pt x="46" y="26"/>
                      </a:lnTo>
                      <a:lnTo>
                        <a:pt x="46" y="26"/>
                      </a:lnTo>
                      <a:lnTo>
                        <a:pt x="46" y="26"/>
                      </a:lnTo>
                      <a:lnTo>
                        <a:pt x="46" y="26"/>
                      </a:lnTo>
                      <a:lnTo>
                        <a:pt x="46" y="26"/>
                      </a:lnTo>
                      <a:lnTo>
                        <a:pt x="46" y="26"/>
                      </a:lnTo>
                      <a:lnTo>
                        <a:pt x="46" y="30"/>
                      </a:lnTo>
                      <a:lnTo>
                        <a:pt x="46" y="30"/>
                      </a:lnTo>
                      <a:lnTo>
                        <a:pt x="46" y="30"/>
                      </a:lnTo>
                      <a:lnTo>
                        <a:pt x="46" y="30"/>
                      </a:lnTo>
                      <a:lnTo>
                        <a:pt x="46" y="30"/>
                      </a:lnTo>
                      <a:lnTo>
                        <a:pt x="42" y="32"/>
                      </a:lnTo>
                      <a:lnTo>
                        <a:pt x="42" y="30"/>
                      </a:lnTo>
                      <a:lnTo>
                        <a:pt x="42" y="30"/>
                      </a:lnTo>
                      <a:lnTo>
                        <a:pt x="42" y="30"/>
                      </a:lnTo>
                      <a:lnTo>
                        <a:pt x="42" y="30"/>
                      </a:lnTo>
                      <a:lnTo>
                        <a:pt x="42" y="30"/>
                      </a:lnTo>
                      <a:lnTo>
                        <a:pt x="42" y="30"/>
                      </a:lnTo>
                      <a:lnTo>
                        <a:pt x="42" y="30"/>
                      </a:lnTo>
                      <a:lnTo>
                        <a:pt x="42" y="30"/>
                      </a:lnTo>
                      <a:lnTo>
                        <a:pt x="42" y="30"/>
                      </a:lnTo>
                      <a:lnTo>
                        <a:pt x="42" y="32"/>
                      </a:lnTo>
                      <a:lnTo>
                        <a:pt x="42" y="32"/>
                      </a:lnTo>
                      <a:lnTo>
                        <a:pt x="42" y="32"/>
                      </a:lnTo>
                      <a:lnTo>
                        <a:pt x="42" y="32"/>
                      </a:lnTo>
                      <a:lnTo>
                        <a:pt x="42" y="32"/>
                      </a:lnTo>
                      <a:lnTo>
                        <a:pt x="42" y="32"/>
                      </a:lnTo>
                      <a:lnTo>
                        <a:pt x="42" y="36"/>
                      </a:lnTo>
                      <a:lnTo>
                        <a:pt x="42" y="36"/>
                      </a:lnTo>
                      <a:lnTo>
                        <a:pt x="42" y="36"/>
                      </a:lnTo>
                      <a:lnTo>
                        <a:pt x="42" y="36"/>
                      </a:lnTo>
                      <a:lnTo>
                        <a:pt x="38" y="36"/>
                      </a:lnTo>
                      <a:lnTo>
                        <a:pt x="38" y="36"/>
                      </a:lnTo>
                      <a:lnTo>
                        <a:pt x="38" y="40"/>
                      </a:lnTo>
                      <a:lnTo>
                        <a:pt x="38" y="40"/>
                      </a:lnTo>
                      <a:lnTo>
                        <a:pt x="38" y="40"/>
                      </a:lnTo>
                      <a:lnTo>
                        <a:pt x="34" y="40"/>
                      </a:lnTo>
                      <a:lnTo>
                        <a:pt x="34" y="40"/>
                      </a:lnTo>
                      <a:lnTo>
                        <a:pt x="34" y="36"/>
                      </a:lnTo>
                      <a:lnTo>
                        <a:pt x="34" y="36"/>
                      </a:lnTo>
                      <a:lnTo>
                        <a:pt x="34" y="36"/>
                      </a:lnTo>
                      <a:lnTo>
                        <a:pt x="34" y="36"/>
                      </a:lnTo>
                      <a:lnTo>
                        <a:pt x="34" y="36"/>
                      </a:lnTo>
                      <a:lnTo>
                        <a:pt x="30" y="36"/>
                      </a:lnTo>
                      <a:lnTo>
                        <a:pt x="30" y="36"/>
                      </a:lnTo>
                      <a:lnTo>
                        <a:pt x="30" y="36"/>
                      </a:lnTo>
                      <a:lnTo>
                        <a:pt x="26" y="36"/>
                      </a:lnTo>
                      <a:lnTo>
                        <a:pt x="26" y="36"/>
                      </a:lnTo>
                      <a:lnTo>
                        <a:pt x="26" y="36"/>
                      </a:lnTo>
                      <a:lnTo>
                        <a:pt x="26" y="40"/>
                      </a:lnTo>
                      <a:lnTo>
                        <a:pt x="26" y="40"/>
                      </a:lnTo>
                      <a:lnTo>
                        <a:pt x="26" y="40"/>
                      </a:lnTo>
                      <a:lnTo>
                        <a:pt x="26" y="40"/>
                      </a:lnTo>
                      <a:lnTo>
                        <a:pt x="26" y="40"/>
                      </a:lnTo>
                      <a:lnTo>
                        <a:pt x="26" y="40"/>
                      </a:lnTo>
                      <a:lnTo>
                        <a:pt x="26" y="44"/>
                      </a:lnTo>
                      <a:lnTo>
                        <a:pt x="26" y="44"/>
                      </a:lnTo>
                      <a:lnTo>
                        <a:pt x="26" y="44"/>
                      </a:lnTo>
                      <a:lnTo>
                        <a:pt x="26" y="44"/>
                      </a:lnTo>
                      <a:lnTo>
                        <a:pt x="26" y="44"/>
                      </a:lnTo>
                      <a:lnTo>
                        <a:pt x="22" y="44"/>
                      </a:lnTo>
                      <a:lnTo>
                        <a:pt x="22" y="44"/>
                      </a:lnTo>
                      <a:lnTo>
                        <a:pt x="22" y="44"/>
                      </a:lnTo>
                      <a:lnTo>
                        <a:pt x="22" y="44"/>
                      </a:lnTo>
                      <a:lnTo>
                        <a:pt x="18" y="44"/>
                      </a:lnTo>
                      <a:lnTo>
                        <a:pt x="18" y="44"/>
                      </a:lnTo>
                      <a:lnTo>
                        <a:pt x="18" y="44"/>
                      </a:lnTo>
                      <a:lnTo>
                        <a:pt x="18" y="44"/>
                      </a:lnTo>
                      <a:lnTo>
                        <a:pt x="18" y="44"/>
                      </a:lnTo>
                      <a:lnTo>
                        <a:pt x="18" y="44"/>
                      </a:lnTo>
                      <a:lnTo>
                        <a:pt x="18" y="44"/>
                      </a:lnTo>
                      <a:lnTo>
                        <a:pt x="18" y="44"/>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208" name="Freeform 220">
                  <a:extLst>
                    <a:ext uri="{FF2B5EF4-FFF2-40B4-BE49-F238E27FC236}">
                      <a16:creationId xmlns:a16="http://schemas.microsoft.com/office/drawing/2014/main" id="{B36FB557-67D2-60C8-B478-72F9D790E43E}"/>
                    </a:ext>
                  </a:extLst>
                </p:cNvPr>
                <p:cNvSpPr>
                  <a:spLocks/>
                </p:cNvSpPr>
                <p:nvPr/>
              </p:nvSpPr>
              <p:spPr bwMode="gray">
                <a:xfrm>
                  <a:off x="5947870" y="3037844"/>
                  <a:ext cx="198277" cy="358287"/>
                </a:xfrm>
                <a:custGeom>
                  <a:avLst/>
                  <a:gdLst>
                    <a:gd name="T0" fmla="*/ 36 w 114"/>
                    <a:gd name="T1" fmla="*/ 146 h 206"/>
                    <a:gd name="T2" fmla="*/ 48 w 114"/>
                    <a:gd name="T3" fmla="*/ 134 h 206"/>
                    <a:gd name="T4" fmla="*/ 44 w 114"/>
                    <a:gd name="T5" fmla="*/ 130 h 206"/>
                    <a:gd name="T6" fmla="*/ 36 w 114"/>
                    <a:gd name="T7" fmla="*/ 120 h 206"/>
                    <a:gd name="T8" fmla="*/ 30 w 114"/>
                    <a:gd name="T9" fmla="*/ 108 h 206"/>
                    <a:gd name="T10" fmla="*/ 22 w 114"/>
                    <a:gd name="T11" fmla="*/ 94 h 206"/>
                    <a:gd name="T12" fmla="*/ 14 w 114"/>
                    <a:gd name="T13" fmla="*/ 82 h 206"/>
                    <a:gd name="T14" fmla="*/ 10 w 114"/>
                    <a:gd name="T15" fmla="*/ 76 h 206"/>
                    <a:gd name="T16" fmla="*/ 10 w 114"/>
                    <a:gd name="T17" fmla="*/ 64 h 206"/>
                    <a:gd name="T18" fmla="*/ 10 w 114"/>
                    <a:gd name="T19" fmla="*/ 68 h 206"/>
                    <a:gd name="T20" fmla="*/ 2 w 114"/>
                    <a:gd name="T21" fmla="*/ 52 h 206"/>
                    <a:gd name="T22" fmla="*/ 6 w 114"/>
                    <a:gd name="T23" fmla="*/ 46 h 206"/>
                    <a:gd name="T24" fmla="*/ 10 w 114"/>
                    <a:gd name="T25" fmla="*/ 30 h 206"/>
                    <a:gd name="T26" fmla="*/ 14 w 114"/>
                    <a:gd name="T27" fmla="*/ 26 h 206"/>
                    <a:gd name="T28" fmla="*/ 30 w 114"/>
                    <a:gd name="T29" fmla="*/ 24 h 206"/>
                    <a:gd name="T30" fmla="*/ 36 w 114"/>
                    <a:gd name="T31" fmla="*/ 16 h 206"/>
                    <a:gd name="T32" fmla="*/ 44 w 114"/>
                    <a:gd name="T33" fmla="*/ 12 h 206"/>
                    <a:gd name="T34" fmla="*/ 60 w 114"/>
                    <a:gd name="T35" fmla="*/ 4 h 206"/>
                    <a:gd name="T36" fmla="*/ 70 w 114"/>
                    <a:gd name="T37" fmla="*/ 4 h 206"/>
                    <a:gd name="T38" fmla="*/ 84 w 114"/>
                    <a:gd name="T39" fmla="*/ 4 h 206"/>
                    <a:gd name="T40" fmla="*/ 92 w 114"/>
                    <a:gd name="T41" fmla="*/ 16 h 206"/>
                    <a:gd name="T42" fmla="*/ 88 w 114"/>
                    <a:gd name="T43" fmla="*/ 34 h 206"/>
                    <a:gd name="T44" fmla="*/ 76 w 114"/>
                    <a:gd name="T45" fmla="*/ 34 h 206"/>
                    <a:gd name="T46" fmla="*/ 62 w 114"/>
                    <a:gd name="T47" fmla="*/ 38 h 206"/>
                    <a:gd name="T48" fmla="*/ 62 w 114"/>
                    <a:gd name="T49" fmla="*/ 50 h 206"/>
                    <a:gd name="T50" fmla="*/ 62 w 114"/>
                    <a:gd name="T51" fmla="*/ 52 h 206"/>
                    <a:gd name="T52" fmla="*/ 52 w 114"/>
                    <a:gd name="T53" fmla="*/ 56 h 206"/>
                    <a:gd name="T54" fmla="*/ 62 w 114"/>
                    <a:gd name="T55" fmla="*/ 68 h 206"/>
                    <a:gd name="T56" fmla="*/ 74 w 114"/>
                    <a:gd name="T57" fmla="*/ 82 h 206"/>
                    <a:gd name="T58" fmla="*/ 84 w 114"/>
                    <a:gd name="T59" fmla="*/ 86 h 206"/>
                    <a:gd name="T60" fmla="*/ 80 w 114"/>
                    <a:gd name="T61" fmla="*/ 100 h 206"/>
                    <a:gd name="T62" fmla="*/ 80 w 114"/>
                    <a:gd name="T63" fmla="*/ 112 h 206"/>
                    <a:gd name="T64" fmla="*/ 84 w 114"/>
                    <a:gd name="T65" fmla="*/ 112 h 206"/>
                    <a:gd name="T66" fmla="*/ 88 w 114"/>
                    <a:gd name="T67" fmla="*/ 100 h 206"/>
                    <a:gd name="T68" fmla="*/ 104 w 114"/>
                    <a:gd name="T69" fmla="*/ 104 h 206"/>
                    <a:gd name="T70" fmla="*/ 110 w 114"/>
                    <a:gd name="T71" fmla="*/ 116 h 206"/>
                    <a:gd name="T72" fmla="*/ 106 w 114"/>
                    <a:gd name="T73" fmla="*/ 126 h 206"/>
                    <a:gd name="T74" fmla="*/ 100 w 114"/>
                    <a:gd name="T75" fmla="*/ 122 h 206"/>
                    <a:gd name="T76" fmla="*/ 88 w 114"/>
                    <a:gd name="T77" fmla="*/ 122 h 206"/>
                    <a:gd name="T78" fmla="*/ 88 w 114"/>
                    <a:gd name="T79" fmla="*/ 126 h 206"/>
                    <a:gd name="T80" fmla="*/ 84 w 114"/>
                    <a:gd name="T81" fmla="*/ 142 h 206"/>
                    <a:gd name="T82" fmla="*/ 88 w 114"/>
                    <a:gd name="T83" fmla="*/ 142 h 206"/>
                    <a:gd name="T84" fmla="*/ 100 w 114"/>
                    <a:gd name="T85" fmla="*/ 146 h 206"/>
                    <a:gd name="T86" fmla="*/ 92 w 114"/>
                    <a:gd name="T87" fmla="*/ 150 h 206"/>
                    <a:gd name="T88" fmla="*/ 100 w 114"/>
                    <a:gd name="T89" fmla="*/ 156 h 206"/>
                    <a:gd name="T90" fmla="*/ 100 w 114"/>
                    <a:gd name="T91" fmla="*/ 172 h 206"/>
                    <a:gd name="T92" fmla="*/ 104 w 114"/>
                    <a:gd name="T93" fmla="*/ 190 h 206"/>
                    <a:gd name="T94" fmla="*/ 96 w 114"/>
                    <a:gd name="T95" fmla="*/ 202 h 206"/>
                    <a:gd name="T96" fmla="*/ 100 w 114"/>
                    <a:gd name="T97" fmla="*/ 198 h 206"/>
                    <a:gd name="T98" fmla="*/ 80 w 114"/>
                    <a:gd name="T99" fmla="*/ 202 h 206"/>
                    <a:gd name="T100" fmla="*/ 66 w 114"/>
                    <a:gd name="T101" fmla="*/ 202 h 206"/>
                    <a:gd name="T102" fmla="*/ 52 w 114"/>
                    <a:gd name="T103" fmla="*/ 190 h 206"/>
                    <a:gd name="T104" fmla="*/ 32 w 114"/>
                    <a:gd name="T105" fmla="*/ 186 h 206"/>
                    <a:gd name="T106" fmla="*/ 30 w 114"/>
                    <a:gd name="T107" fmla="*/ 164 h 206"/>
                    <a:gd name="T108" fmla="*/ 32 w 114"/>
                    <a:gd name="T109" fmla="*/ 160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14" h="206">
                      <a:moveTo>
                        <a:pt x="36" y="156"/>
                      </a:moveTo>
                      <a:lnTo>
                        <a:pt x="36" y="152"/>
                      </a:lnTo>
                      <a:lnTo>
                        <a:pt x="40" y="152"/>
                      </a:lnTo>
                      <a:lnTo>
                        <a:pt x="36" y="150"/>
                      </a:lnTo>
                      <a:lnTo>
                        <a:pt x="36" y="146"/>
                      </a:lnTo>
                      <a:lnTo>
                        <a:pt x="40" y="142"/>
                      </a:lnTo>
                      <a:lnTo>
                        <a:pt x="40" y="138"/>
                      </a:lnTo>
                      <a:lnTo>
                        <a:pt x="40" y="134"/>
                      </a:lnTo>
                      <a:lnTo>
                        <a:pt x="44" y="134"/>
                      </a:lnTo>
                      <a:lnTo>
                        <a:pt x="48" y="134"/>
                      </a:lnTo>
                      <a:lnTo>
                        <a:pt x="52" y="134"/>
                      </a:lnTo>
                      <a:lnTo>
                        <a:pt x="52" y="130"/>
                      </a:lnTo>
                      <a:lnTo>
                        <a:pt x="48" y="126"/>
                      </a:lnTo>
                      <a:lnTo>
                        <a:pt x="44" y="126"/>
                      </a:lnTo>
                      <a:lnTo>
                        <a:pt x="44" y="130"/>
                      </a:lnTo>
                      <a:lnTo>
                        <a:pt x="44" y="126"/>
                      </a:lnTo>
                      <a:lnTo>
                        <a:pt x="40" y="126"/>
                      </a:lnTo>
                      <a:lnTo>
                        <a:pt x="40" y="122"/>
                      </a:lnTo>
                      <a:lnTo>
                        <a:pt x="36" y="122"/>
                      </a:lnTo>
                      <a:lnTo>
                        <a:pt x="36" y="120"/>
                      </a:lnTo>
                      <a:lnTo>
                        <a:pt x="36" y="116"/>
                      </a:lnTo>
                      <a:lnTo>
                        <a:pt x="32" y="116"/>
                      </a:lnTo>
                      <a:lnTo>
                        <a:pt x="32" y="112"/>
                      </a:lnTo>
                      <a:lnTo>
                        <a:pt x="32" y="108"/>
                      </a:lnTo>
                      <a:lnTo>
                        <a:pt x="30" y="108"/>
                      </a:lnTo>
                      <a:lnTo>
                        <a:pt x="30" y="104"/>
                      </a:lnTo>
                      <a:lnTo>
                        <a:pt x="26" y="104"/>
                      </a:lnTo>
                      <a:lnTo>
                        <a:pt x="26" y="100"/>
                      </a:lnTo>
                      <a:lnTo>
                        <a:pt x="22" y="100"/>
                      </a:lnTo>
                      <a:lnTo>
                        <a:pt x="22" y="94"/>
                      </a:lnTo>
                      <a:lnTo>
                        <a:pt x="18" y="94"/>
                      </a:lnTo>
                      <a:lnTo>
                        <a:pt x="18" y="90"/>
                      </a:lnTo>
                      <a:lnTo>
                        <a:pt x="14" y="90"/>
                      </a:lnTo>
                      <a:lnTo>
                        <a:pt x="14" y="86"/>
                      </a:lnTo>
                      <a:lnTo>
                        <a:pt x="14" y="82"/>
                      </a:lnTo>
                      <a:lnTo>
                        <a:pt x="10" y="82"/>
                      </a:lnTo>
                      <a:lnTo>
                        <a:pt x="10" y="80"/>
                      </a:lnTo>
                      <a:lnTo>
                        <a:pt x="10" y="76"/>
                      </a:lnTo>
                      <a:lnTo>
                        <a:pt x="14" y="76"/>
                      </a:lnTo>
                      <a:lnTo>
                        <a:pt x="10" y="76"/>
                      </a:lnTo>
                      <a:lnTo>
                        <a:pt x="10" y="72"/>
                      </a:lnTo>
                      <a:lnTo>
                        <a:pt x="10" y="68"/>
                      </a:lnTo>
                      <a:lnTo>
                        <a:pt x="14" y="68"/>
                      </a:lnTo>
                      <a:lnTo>
                        <a:pt x="14" y="64"/>
                      </a:lnTo>
                      <a:lnTo>
                        <a:pt x="10" y="64"/>
                      </a:lnTo>
                      <a:lnTo>
                        <a:pt x="10" y="68"/>
                      </a:lnTo>
                      <a:lnTo>
                        <a:pt x="10" y="72"/>
                      </a:lnTo>
                      <a:lnTo>
                        <a:pt x="10" y="68"/>
                      </a:lnTo>
                      <a:lnTo>
                        <a:pt x="10" y="72"/>
                      </a:lnTo>
                      <a:lnTo>
                        <a:pt x="10" y="68"/>
                      </a:lnTo>
                      <a:lnTo>
                        <a:pt x="10" y="64"/>
                      </a:lnTo>
                      <a:lnTo>
                        <a:pt x="10" y="60"/>
                      </a:lnTo>
                      <a:lnTo>
                        <a:pt x="6" y="60"/>
                      </a:lnTo>
                      <a:lnTo>
                        <a:pt x="6" y="56"/>
                      </a:lnTo>
                      <a:lnTo>
                        <a:pt x="2" y="52"/>
                      </a:lnTo>
                      <a:lnTo>
                        <a:pt x="0" y="52"/>
                      </a:lnTo>
                      <a:lnTo>
                        <a:pt x="0" y="50"/>
                      </a:lnTo>
                      <a:lnTo>
                        <a:pt x="2" y="50"/>
                      </a:lnTo>
                      <a:lnTo>
                        <a:pt x="2" y="46"/>
                      </a:lnTo>
                      <a:lnTo>
                        <a:pt x="6" y="46"/>
                      </a:lnTo>
                      <a:lnTo>
                        <a:pt x="6" y="42"/>
                      </a:lnTo>
                      <a:lnTo>
                        <a:pt x="10" y="38"/>
                      </a:lnTo>
                      <a:lnTo>
                        <a:pt x="10" y="34"/>
                      </a:lnTo>
                      <a:lnTo>
                        <a:pt x="14" y="30"/>
                      </a:lnTo>
                      <a:lnTo>
                        <a:pt x="10" y="30"/>
                      </a:lnTo>
                      <a:lnTo>
                        <a:pt x="10" y="26"/>
                      </a:lnTo>
                      <a:lnTo>
                        <a:pt x="14" y="30"/>
                      </a:lnTo>
                      <a:lnTo>
                        <a:pt x="14" y="26"/>
                      </a:lnTo>
                      <a:lnTo>
                        <a:pt x="10" y="26"/>
                      </a:lnTo>
                      <a:lnTo>
                        <a:pt x="14" y="26"/>
                      </a:lnTo>
                      <a:lnTo>
                        <a:pt x="18" y="30"/>
                      </a:lnTo>
                      <a:lnTo>
                        <a:pt x="18" y="26"/>
                      </a:lnTo>
                      <a:lnTo>
                        <a:pt x="22" y="26"/>
                      </a:lnTo>
                      <a:lnTo>
                        <a:pt x="26" y="24"/>
                      </a:lnTo>
                      <a:lnTo>
                        <a:pt x="30" y="24"/>
                      </a:lnTo>
                      <a:lnTo>
                        <a:pt x="30" y="26"/>
                      </a:lnTo>
                      <a:lnTo>
                        <a:pt x="30" y="24"/>
                      </a:lnTo>
                      <a:lnTo>
                        <a:pt x="30" y="20"/>
                      </a:lnTo>
                      <a:lnTo>
                        <a:pt x="32" y="20"/>
                      </a:lnTo>
                      <a:lnTo>
                        <a:pt x="36" y="16"/>
                      </a:lnTo>
                      <a:lnTo>
                        <a:pt x="36" y="12"/>
                      </a:lnTo>
                      <a:lnTo>
                        <a:pt x="36" y="16"/>
                      </a:lnTo>
                      <a:lnTo>
                        <a:pt x="36" y="12"/>
                      </a:lnTo>
                      <a:lnTo>
                        <a:pt x="40" y="12"/>
                      </a:lnTo>
                      <a:lnTo>
                        <a:pt x="44" y="12"/>
                      </a:lnTo>
                      <a:lnTo>
                        <a:pt x="48" y="8"/>
                      </a:lnTo>
                      <a:lnTo>
                        <a:pt x="52" y="8"/>
                      </a:lnTo>
                      <a:lnTo>
                        <a:pt x="52" y="4"/>
                      </a:lnTo>
                      <a:lnTo>
                        <a:pt x="56" y="4"/>
                      </a:lnTo>
                      <a:lnTo>
                        <a:pt x="60" y="4"/>
                      </a:lnTo>
                      <a:lnTo>
                        <a:pt x="60" y="0"/>
                      </a:lnTo>
                      <a:lnTo>
                        <a:pt x="62" y="0"/>
                      </a:lnTo>
                      <a:lnTo>
                        <a:pt x="66" y="0"/>
                      </a:lnTo>
                      <a:lnTo>
                        <a:pt x="70" y="0"/>
                      </a:lnTo>
                      <a:lnTo>
                        <a:pt x="70" y="4"/>
                      </a:lnTo>
                      <a:lnTo>
                        <a:pt x="74" y="4"/>
                      </a:lnTo>
                      <a:lnTo>
                        <a:pt x="76" y="4"/>
                      </a:lnTo>
                      <a:lnTo>
                        <a:pt x="80" y="4"/>
                      </a:lnTo>
                      <a:lnTo>
                        <a:pt x="80" y="0"/>
                      </a:lnTo>
                      <a:lnTo>
                        <a:pt x="84" y="4"/>
                      </a:lnTo>
                      <a:lnTo>
                        <a:pt x="88" y="4"/>
                      </a:lnTo>
                      <a:lnTo>
                        <a:pt x="92" y="4"/>
                      </a:lnTo>
                      <a:lnTo>
                        <a:pt x="92" y="8"/>
                      </a:lnTo>
                      <a:lnTo>
                        <a:pt x="88" y="12"/>
                      </a:lnTo>
                      <a:lnTo>
                        <a:pt x="92" y="16"/>
                      </a:lnTo>
                      <a:lnTo>
                        <a:pt x="92" y="20"/>
                      </a:lnTo>
                      <a:lnTo>
                        <a:pt x="88" y="24"/>
                      </a:lnTo>
                      <a:lnTo>
                        <a:pt x="88" y="26"/>
                      </a:lnTo>
                      <a:lnTo>
                        <a:pt x="84" y="30"/>
                      </a:lnTo>
                      <a:lnTo>
                        <a:pt x="88" y="34"/>
                      </a:lnTo>
                      <a:lnTo>
                        <a:pt x="92" y="34"/>
                      </a:lnTo>
                      <a:lnTo>
                        <a:pt x="88" y="34"/>
                      </a:lnTo>
                      <a:lnTo>
                        <a:pt x="84" y="34"/>
                      </a:lnTo>
                      <a:lnTo>
                        <a:pt x="80" y="34"/>
                      </a:lnTo>
                      <a:lnTo>
                        <a:pt x="76" y="34"/>
                      </a:lnTo>
                      <a:lnTo>
                        <a:pt x="74" y="34"/>
                      </a:lnTo>
                      <a:lnTo>
                        <a:pt x="70" y="34"/>
                      </a:lnTo>
                      <a:lnTo>
                        <a:pt x="66" y="34"/>
                      </a:lnTo>
                      <a:lnTo>
                        <a:pt x="66" y="38"/>
                      </a:lnTo>
                      <a:lnTo>
                        <a:pt x="62" y="38"/>
                      </a:lnTo>
                      <a:lnTo>
                        <a:pt x="62" y="42"/>
                      </a:lnTo>
                      <a:lnTo>
                        <a:pt x="60" y="42"/>
                      </a:lnTo>
                      <a:lnTo>
                        <a:pt x="60" y="46"/>
                      </a:lnTo>
                      <a:lnTo>
                        <a:pt x="62" y="46"/>
                      </a:lnTo>
                      <a:lnTo>
                        <a:pt x="62" y="50"/>
                      </a:lnTo>
                      <a:lnTo>
                        <a:pt x="66" y="50"/>
                      </a:lnTo>
                      <a:lnTo>
                        <a:pt x="70" y="50"/>
                      </a:lnTo>
                      <a:lnTo>
                        <a:pt x="70" y="52"/>
                      </a:lnTo>
                      <a:lnTo>
                        <a:pt x="66" y="52"/>
                      </a:lnTo>
                      <a:lnTo>
                        <a:pt x="62" y="52"/>
                      </a:lnTo>
                      <a:lnTo>
                        <a:pt x="60" y="50"/>
                      </a:lnTo>
                      <a:lnTo>
                        <a:pt x="56" y="50"/>
                      </a:lnTo>
                      <a:lnTo>
                        <a:pt x="52" y="50"/>
                      </a:lnTo>
                      <a:lnTo>
                        <a:pt x="52" y="52"/>
                      </a:lnTo>
                      <a:lnTo>
                        <a:pt x="52" y="56"/>
                      </a:lnTo>
                      <a:lnTo>
                        <a:pt x="56" y="56"/>
                      </a:lnTo>
                      <a:lnTo>
                        <a:pt x="60" y="56"/>
                      </a:lnTo>
                      <a:lnTo>
                        <a:pt x="60" y="60"/>
                      </a:lnTo>
                      <a:lnTo>
                        <a:pt x="62" y="64"/>
                      </a:lnTo>
                      <a:lnTo>
                        <a:pt x="62" y="68"/>
                      </a:lnTo>
                      <a:lnTo>
                        <a:pt x="66" y="72"/>
                      </a:lnTo>
                      <a:lnTo>
                        <a:pt x="66" y="76"/>
                      </a:lnTo>
                      <a:lnTo>
                        <a:pt x="66" y="80"/>
                      </a:lnTo>
                      <a:lnTo>
                        <a:pt x="70" y="80"/>
                      </a:lnTo>
                      <a:lnTo>
                        <a:pt x="74" y="82"/>
                      </a:lnTo>
                      <a:lnTo>
                        <a:pt x="74" y="86"/>
                      </a:lnTo>
                      <a:lnTo>
                        <a:pt x="74" y="82"/>
                      </a:lnTo>
                      <a:lnTo>
                        <a:pt x="76" y="82"/>
                      </a:lnTo>
                      <a:lnTo>
                        <a:pt x="80" y="86"/>
                      </a:lnTo>
                      <a:lnTo>
                        <a:pt x="84" y="86"/>
                      </a:lnTo>
                      <a:lnTo>
                        <a:pt x="84" y="90"/>
                      </a:lnTo>
                      <a:lnTo>
                        <a:pt x="84" y="94"/>
                      </a:lnTo>
                      <a:lnTo>
                        <a:pt x="80" y="94"/>
                      </a:lnTo>
                      <a:lnTo>
                        <a:pt x="80" y="96"/>
                      </a:lnTo>
                      <a:lnTo>
                        <a:pt x="80" y="100"/>
                      </a:lnTo>
                      <a:lnTo>
                        <a:pt x="80" y="104"/>
                      </a:lnTo>
                      <a:lnTo>
                        <a:pt x="80" y="108"/>
                      </a:lnTo>
                      <a:lnTo>
                        <a:pt x="84" y="108"/>
                      </a:lnTo>
                      <a:lnTo>
                        <a:pt x="80" y="108"/>
                      </a:lnTo>
                      <a:lnTo>
                        <a:pt x="80" y="112"/>
                      </a:lnTo>
                      <a:lnTo>
                        <a:pt x="84" y="112"/>
                      </a:lnTo>
                      <a:lnTo>
                        <a:pt x="84" y="116"/>
                      </a:lnTo>
                      <a:lnTo>
                        <a:pt x="88" y="120"/>
                      </a:lnTo>
                      <a:lnTo>
                        <a:pt x="88" y="116"/>
                      </a:lnTo>
                      <a:lnTo>
                        <a:pt x="84" y="112"/>
                      </a:lnTo>
                      <a:lnTo>
                        <a:pt x="88" y="112"/>
                      </a:lnTo>
                      <a:lnTo>
                        <a:pt x="88" y="108"/>
                      </a:lnTo>
                      <a:lnTo>
                        <a:pt x="84" y="108"/>
                      </a:lnTo>
                      <a:lnTo>
                        <a:pt x="88" y="104"/>
                      </a:lnTo>
                      <a:lnTo>
                        <a:pt x="88" y="100"/>
                      </a:lnTo>
                      <a:lnTo>
                        <a:pt x="92" y="100"/>
                      </a:lnTo>
                      <a:lnTo>
                        <a:pt x="96" y="96"/>
                      </a:lnTo>
                      <a:lnTo>
                        <a:pt x="100" y="96"/>
                      </a:lnTo>
                      <a:lnTo>
                        <a:pt x="104" y="100"/>
                      </a:lnTo>
                      <a:lnTo>
                        <a:pt x="104" y="104"/>
                      </a:lnTo>
                      <a:lnTo>
                        <a:pt x="104" y="108"/>
                      </a:lnTo>
                      <a:lnTo>
                        <a:pt x="104" y="112"/>
                      </a:lnTo>
                      <a:lnTo>
                        <a:pt x="106" y="112"/>
                      </a:lnTo>
                      <a:lnTo>
                        <a:pt x="106" y="116"/>
                      </a:lnTo>
                      <a:lnTo>
                        <a:pt x="110" y="116"/>
                      </a:lnTo>
                      <a:lnTo>
                        <a:pt x="114" y="120"/>
                      </a:lnTo>
                      <a:lnTo>
                        <a:pt x="114" y="122"/>
                      </a:lnTo>
                      <a:lnTo>
                        <a:pt x="110" y="122"/>
                      </a:lnTo>
                      <a:lnTo>
                        <a:pt x="106" y="122"/>
                      </a:lnTo>
                      <a:lnTo>
                        <a:pt x="106" y="126"/>
                      </a:lnTo>
                      <a:lnTo>
                        <a:pt x="110" y="126"/>
                      </a:lnTo>
                      <a:lnTo>
                        <a:pt x="106" y="126"/>
                      </a:lnTo>
                      <a:lnTo>
                        <a:pt x="104" y="126"/>
                      </a:lnTo>
                      <a:lnTo>
                        <a:pt x="100" y="126"/>
                      </a:lnTo>
                      <a:lnTo>
                        <a:pt x="100" y="122"/>
                      </a:lnTo>
                      <a:lnTo>
                        <a:pt x="96" y="122"/>
                      </a:lnTo>
                      <a:lnTo>
                        <a:pt x="96" y="126"/>
                      </a:lnTo>
                      <a:lnTo>
                        <a:pt x="96" y="122"/>
                      </a:lnTo>
                      <a:lnTo>
                        <a:pt x="92" y="122"/>
                      </a:lnTo>
                      <a:lnTo>
                        <a:pt x="88" y="122"/>
                      </a:lnTo>
                      <a:lnTo>
                        <a:pt x="88" y="120"/>
                      </a:lnTo>
                      <a:lnTo>
                        <a:pt x="88" y="122"/>
                      </a:lnTo>
                      <a:lnTo>
                        <a:pt x="88" y="126"/>
                      </a:lnTo>
                      <a:lnTo>
                        <a:pt x="84" y="126"/>
                      </a:lnTo>
                      <a:lnTo>
                        <a:pt x="88" y="126"/>
                      </a:lnTo>
                      <a:lnTo>
                        <a:pt x="84" y="126"/>
                      </a:lnTo>
                      <a:lnTo>
                        <a:pt x="84" y="130"/>
                      </a:lnTo>
                      <a:lnTo>
                        <a:pt x="84" y="134"/>
                      </a:lnTo>
                      <a:lnTo>
                        <a:pt x="84" y="138"/>
                      </a:lnTo>
                      <a:lnTo>
                        <a:pt x="84" y="142"/>
                      </a:lnTo>
                      <a:lnTo>
                        <a:pt x="88" y="142"/>
                      </a:lnTo>
                      <a:lnTo>
                        <a:pt x="88" y="146"/>
                      </a:lnTo>
                      <a:lnTo>
                        <a:pt x="88" y="142"/>
                      </a:lnTo>
                      <a:lnTo>
                        <a:pt x="88" y="138"/>
                      </a:lnTo>
                      <a:lnTo>
                        <a:pt x="88" y="142"/>
                      </a:lnTo>
                      <a:lnTo>
                        <a:pt x="92" y="142"/>
                      </a:lnTo>
                      <a:lnTo>
                        <a:pt x="96" y="138"/>
                      </a:lnTo>
                      <a:lnTo>
                        <a:pt x="96" y="142"/>
                      </a:lnTo>
                      <a:lnTo>
                        <a:pt x="96" y="146"/>
                      </a:lnTo>
                      <a:lnTo>
                        <a:pt x="100" y="146"/>
                      </a:lnTo>
                      <a:lnTo>
                        <a:pt x="100" y="150"/>
                      </a:lnTo>
                      <a:lnTo>
                        <a:pt x="96" y="150"/>
                      </a:lnTo>
                      <a:lnTo>
                        <a:pt x="92" y="150"/>
                      </a:lnTo>
                      <a:lnTo>
                        <a:pt x="92" y="146"/>
                      </a:lnTo>
                      <a:lnTo>
                        <a:pt x="92" y="150"/>
                      </a:lnTo>
                      <a:lnTo>
                        <a:pt x="92" y="152"/>
                      </a:lnTo>
                      <a:lnTo>
                        <a:pt x="92" y="156"/>
                      </a:lnTo>
                      <a:lnTo>
                        <a:pt x="92" y="152"/>
                      </a:lnTo>
                      <a:lnTo>
                        <a:pt x="96" y="152"/>
                      </a:lnTo>
                      <a:lnTo>
                        <a:pt x="100" y="156"/>
                      </a:lnTo>
                      <a:lnTo>
                        <a:pt x="104" y="160"/>
                      </a:lnTo>
                      <a:lnTo>
                        <a:pt x="104" y="164"/>
                      </a:lnTo>
                      <a:lnTo>
                        <a:pt x="100" y="164"/>
                      </a:lnTo>
                      <a:lnTo>
                        <a:pt x="100" y="168"/>
                      </a:lnTo>
                      <a:lnTo>
                        <a:pt x="100" y="172"/>
                      </a:lnTo>
                      <a:lnTo>
                        <a:pt x="100" y="176"/>
                      </a:lnTo>
                      <a:lnTo>
                        <a:pt x="100" y="178"/>
                      </a:lnTo>
                      <a:lnTo>
                        <a:pt x="100" y="182"/>
                      </a:lnTo>
                      <a:lnTo>
                        <a:pt x="100" y="186"/>
                      </a:lnTo>
                      <a:lnTo>
                        <a:pt x="104" y="190"/>
                      </a:lnTo>
                      <a:lnTo>
                        <a:pt x="104" y="194"/>
                      </a:lnTo>
                      <a:lnTo>
                        <a:pt x="104" y="198"/>
                      </a:lnTo>
                      <a:lnTo>
                        <a:pt x="104" y="202"/>
                      </a:lnTo>
                      <a:lnTo>
                        <a:pt x="100" y="202"/>
                      </a:lnTo>
                      <a:lnTo>
                        <a:pt x="96" y="202"/>
                      </a:lnTo>
                      <a:lnTo>
                        <a:pt x="100" y="198"/>
                      </a:lnTo>
                      <a:lnTo>
                        <a:pt x="100" y="202"/>
                      </a:lnTo>
                      <a:lnTo>
                        <a:pt x="100" y="198"/>
                      </a:lnTo>
                      <a:lnTo>
                        <a:pt x="104" y="198"/>
                      </a:lnTo>
                      <a:lnTo>
                        <a:pt x="100" y="198"/>
                      </a:lnTo>
                      <a:lnTo>
                        <a:pt x="96" y="198"/>
                      </a:lnTo>
                      <a:lnTo>
                        <a:pt x="92" y="202"/>
                      </a:lnTo>
                      <a:lnTo>
                        <a:pt x="88" y="202"/>
                      </a:lnTo>
                      <a:lnTo>
                        <a:pt x="84" y="202"/>
                      </a:lnTo>
                      <a:lnTo>
                        <a:pt x="80" y="202"/>
                      </a:lnTo>
                      <a:lnTo>
                        <a:pt x="76" y="206"/>
                      </a:lnTo>
                      <a:lnTo>
                        <a:pt x="74" y="206"/>
                      </a:lnTo>
                      <a:lnTo>
                        <a:pt x="70" y="206"/>
                      </a:lnTo>
                      <a:lnTo>
                        <a:pt x="66" y="206"/>
                      </a:lnTo>
                      <a:lnTo>
                        <a:pt x="66" y="202"/>
                      </a:lnTo>
                      <a:lnTo>
                        <a:pt x="62" y="202"/>
                      </a:lnTo>
                      <a:lnTo>
                        <a:pt x="60" y="202"/>
                      </a:lnTo>
                      <a:lnTo>
                        <a:pt x="56" y="198"/>
                      </a:lnTo>
                      <a:lnTo>
                        <a:pt x="52" y="194"/>
                      </a:lnTo>
                      <a:lnTo>
                        <a:pt x="52" y="190"/>
                      </a:lnTo>
                      <a:lnTo>
                        <a:pt x="48" y="190"/>
                      </a:lnTo>
                      <a:lnTo>
                        <a:pt x="44" y="190"/>
                      </a:lnTo>
                      <a:lnTo>
                        <a:pt x="40" y="186"/>
                      </a:lnTo>
                      <a:lnTo>
                        <a:pt x="36" y="186"/>
                      </a:lnTo>
                      <a:lnTo>
                        <a:pt x="32" y="186"/>
                      </a:lnTo>
                      <a:lnTo>
                        <a:pt x="32" y="182"/>
                      </a:lnTo>
                      <a:lnTo>
                        <a:pt x="32" y="178"/>
                      </a:lnTo>
                      <a:lnTo>
                        <a:pt x="30" y="172"/>
                      </a:lnTo>
                      <a:lnTo>
                        <a:pt x="30" y="168"/>
                      </a:lnTo>
                      <a:lnTo>
                        <a:pt x="30" y="164"/>
                      </a:lnTo>
                      <a:lnTo>
                        <a:pt x="32" y="160"/>
                      </a:lnTo>
                      <a:lnTo>
                        <a:pt x="32" y="156"/>
                      </a:lnTo>
                      <a:lnTo>
                        <a:pt x="36" y="156"/>
                      </a:lnTo>
                      <a:lnTo>
                        <a:pt x="32" y="156"/>
                      </a:lnTo>
                      <a:lnTo>
                        <a:pt x="32" y="160"/>
                      </a:lnTo>
                      <a:lnTo>
                        <a:pt x="36" y="160"/>
                      </a:lnTo>
                      <a:lnTo>
                        <a:pt x="36" y="156"/>
                      </a:lnTo>
                      <a:lnTo>
                        <a:pt x="36" y="156"/>
                      </a:lnTo>
                      <a:lnTo>
                        <a:pt x="36" y="156"/>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209" name="Freeform 221">
                  <a:extLst>
                    <a:ext uri="{FF2B5EF4-FFF2-40B4-BE49-F238E27FC236}">
                      <a16:creationId xmlns:a16="http://schemas.microsoft.com/office/drawing/2014/main" id="{088811F0-D274-4144-D402-0B7B402FC96B}"/>
                    </a:ext>
                  </a:extLst>
                </p:cNvPr>
                <p:cNvSpPr>
                  <a:spLocks/>
                </p:cNvSpPr>
                <p:nvPr/>
              </p:nvSpPr>
              <p:spPr bwMode="gray">
                <a:xfrm>
                  <a:off x="6233110" y="3044801"/>
                  <a:ext cx="90442" cy="125227"/>
                </a:xfrm>
                <a:custGeom>
                  <a:avLst/>
                  <a:gdLst>
                    <a:gd name="T0" fmla="*/ 40 w 52"/>
                    <a:gd name="T1" fmla="*/ 20 h 72"/>
                    <a:gd name="T2" fmla="*/ 36 w 52"/>
                    <a:gd name="T3" fmla="*/ 22 h 72"/>
                    <a:gd name="T4" fmla="*/ 40 w 52"/>
                    <a:gd name="T5" fmla="*/ 26 h 72"/>
                    <a:gd name="T6" fmla="*/ 44 w 52"/>
                    <a:gd name="T7" fmla="*/ 22 h 72"/>
                    <a:gd name="T8" fmla="*/ 40 w 52"/>
                    <a:gd name="T9" fmla="*/ 26 h 72"/>
                    <a:gd name="T10" fmla="*/ 44 w 52"/>
                    <a:gd name="T11" fmla="*/ 34 h 72"/>
                    <a:gd name="T12" fmla="*/ 52 w 52"/>
                    <a:gd name="T13" fmla="*/ 34 h 72"/>
                    <a:gd name="T14" fmla="*/ 48 w 52"/>
                    <a:gd name="T15" fmla="*/ 38 h 72"/>
                    <a:gd name="T16" fmla="*/ 48 w 52"/>
                    <a:gd name="T17" fmla="*/ 42 h 72"/>
                    <a:gd name="T18" fmla="*/ 44 w 52"/>
                    <a:gd name="T19" fmla="*/ 46 h 72"/>
                    <a:gd name="T20" fmla="*/ 40 w 52"/>
                    <a:gd name="T21" fmla="*/ 50 h 72"/>
                    <a:gd name="T22" fmla="*/ 40 w 52"/>
                    <a:gd name="T23" fmla="*/ 50 h 72"/>
                    <a:gd name="T24" fmla="*/ 40 w 52"/>
                    <a:gd name="T25" fmla="*/ 56 h 72"/>
                    <a:gd name="T26" fmla="*/ 36 w 52"/>
                    <a:gd name="T27" fmla="*/ 52 h 72"/>
                    <a:gd name="T28" fmla="*/ 32 w 52"/>
                    <a:gd name="T29" fmla="*/ 56 h 72"/>
                    <a:gd name="T30" fmla="*/ 36 w 52"/>
                    <a:gd name="T31" fmla="*/ 60 h 72"/>
                    <a:gd name="T32" fmla="*/ 40 w 52"/>
                    <a:gd name="T33" fmla="*/ 64 h 72"/>
                    <a:gd name="T34" fmla="*/ 32 w 52"/>
                    <a:gd name="T35" fmla="*/ 68 h 72"/>
                    <a:gd name="T36" fmla="*/ 28 w 52"/>
                    <a:gd name="T37" fmla="*/ 64 h 72"/>
                    <a:gd name="T38" fmla="*/ 26 w 52"/>
                    <a:gd name="T39" fmla="*/ 68 h 72"/>
                    <a:gd name="T40" fmla="*/ 22 w 52"/>
                    <a:gd name="T41" fmla="*/ 72 h 72"/>
                    <a:gd name="T42" fmla="*/ 18 w 52"/>
                    <a:gd name="T43" fmla="*/ 68 h 72"/>
                    <a:gd name="T44" fmla="*/ 18 w 52"/>
                    <a:gd name="T45" fmla="*/ 64 h 72"/>
                    <a:gd name="T46" fmla="*/ 14 w 52"/>
                    <a:gd name="T47" fmla="*/ 60 h 72"/>
                    <a:gd name="T48" fmla="*/ 10 w 52"/>
                    <a:gd name="T49" fmla="*/ 64 h 72"/>
                    <a:gd name="T50" fmla="*/ 6 w 52"/>
                    <a:gd name="T51" fmla="*/ 60 h 72"/>
                    <a:gd name="T52" fmla="*/ 6 w 52"/>
                    <a:gd name="T53" fmla="*/ 60 h 72"/>
                    <a:gd name="T54" fmla="*/ 10 w 52"/>
                    <a:gd name="T55" fmla="*/ 64 h 72"/>
                    <a:gd name="T56" fmla="*/ 4 w 52"/>
                    <a:gd name="T57" fmla="*/ 64 h 72"/>
                    <a:gd name="T58" fmla="*/ 0 w 52"/>
                    <a:gd name="T59" fmla="*/ 60 h 72"/>
                    <a:gd name="T60" fmla="*/ 0 w 52"/>
                    <a:gd name="T61" fmla="*/ 52 h 72"/>
                    <a:gd name="T62" fmla="*/ 0 w 52"/>
                    <a:gd name="T63" fmla="*/ 46 h 72"/>
                    <a:gd name="T64" fmla="*/ 0 w 52"/>
                    <a:gd name="T65" fmla="*/ 38 h 72"/>
                    <a:gd name="T66" fmla="*/ 4 w 52"/>
                    <a:gd name="T67" fmla="*/ 30 h 72"/>
                    <a:gd name="T68" fmla="*/ 4 w 52"/>
                    <a:gd name="T69" fmla="*/ 22 h 72"/>
                    <a:gd name="T70" fmla="*/ 6 w 52"/>
                    <a:gd name="T71" fmla="*/ 20 h 72"/>
                    <a:gd name="T72" fmla="*/ 14 w 52"/>
                    <a:gd name="T73" fmla="*/ 20 h 72"/>
                    <a:gd name="T74" fmla="*/ 14 w 52"/>
                    <a:gd name="T75" fmla="*/ 20 h 72"/>
                    <a:gd name="T76" fmla="*/ 14 w 52"/>
                    <a:gd name="T77" fmla="*/ 20 h 72"/>
                    <a:gd name="T78" fmla="*/ 18 w 52"/>
                    <a:gd name="T79" fmla="*/ 22 h 72"/>
                    <a:gd name="T80" fmla="*/ 18 w 52"/>
                    <a:gd name="T81" fmla="*/ 16 h 72"/>
                    <a:gd name="T82" fmla="*/ 22 w 52"/>
                    <a:gd name="T83" fmla="*/ 12 h 72"/>
                    <a:gd name="T84" fmla="*/ 26 w 52"/>
                    <a:gd name="T85" fmla="*/ 16 h 72"/>
                    <a:gd name="T86" fmla="*/ 22 w 52"/>
                    <a:gd name="T87" fmla="*/ 12 h 72"/>
                    <a:gd name="T88" fmla="*/ 22 w 52"/>
                    <a:gd name="T89" fmla="*/ 4 h 72"/>
                    <a:gd name="T90" fmla="*/ 28 w 52"/>
                    <a:gd name="T91" fmla="*/ 4 h 72"/>
                    <a:gd name="T92" fmla="*/ 32 w 52"/>
                    <a:gd name="T93" fmla="*/ 4 h 72"/>
                    <a:gd name="T94" fmla="*/ 32 w 52"/>
                    <a:gd name="T95" fmla="*/ 0 h 72"/>
                    <a:gd name="T96" fmla="*/ 36 w 52"/>
                    <a:gd name="T97" fmla="*/ 4 h 72"/>
                    <a:gd name="T98" fmla="*/ 40 w 52"/>
                    <a:gd name="T99" fmla="*/ 8 h 72"/>
                    <a:gd name="T100" fmla="*/ 44 w 52"/>
                    <a:gd name="T101" fmla="*/ 4 h 72"/>
                    <a:gd name="T102" fmla="*/ 48 w 52"/>
                    <a:gd name="T103" fmla="*/ 0 h 72"/>
                    <a:gd name="T104" fmla="*/ 48 w 52"/>
                    <a:gd name="T105" fmla="*/ 8 h 72"/>
                    <a:gd name="T106" fmla="*/ 40 w 52"/>
                    <a:gd name="T107" fmla="*/ 12 h 72"/>
                    <a:gd name="T108" fmla="*/ 36 w 52"/>
                    <a:gd name="T109" fmla="*/ 16 h 72"/>
                    <a:gd name="T110" fmla="*/ 36 w 52"/>
                    <a:gd name="T111" fmla="*/ 16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52" h="72">
                      <a:moveTo>
                        <a:pt x="36" y="16"/>
                      </a:moveTo>
                      <a:lnTo>
                        <a:pt x="40" y="20"/>
                      </a:lnTo>
                      <a:lnTo>
                        <a:pt x="40" y="22"/>
                      </a:lnTo>
                      <a:lnTo>
                        <a:pt x="36" y="22"/>
                      </a:lnTo>
                      <a:lnTo>
                        <a:pt x="36" y="26"/>
                      </a:lnTo>
                      <a:lnTo>
                        <a:pt x="40" y="26"/>
                      </a:lnTo>
                      <a:lnTo>
                        <a:pt x="40" y="22"/>
                      </a:lnTo>
                      <a:lnTo>
                        <a:pt x="44" y="22"/>
                      </a:lnTo>
                      <a:lnTo>
                        <a:pt x="44" y="26"/>
                      </a:lnTo>
                      <a:lnTo>
                        <a:pt x="40" y="26"/>
                      </a:lnTo>
                      <a:lnTo>
                        <a:pt x="44" y="30"/>
                      </a:lnTo>
                      <a:lnTo>
                        <a:pt x="44" y="34"/>
                      </a:lnTo>
                      <a:lnTo>
                        <a:pt x="48" y="34"/>
                      </a:lnTo>
                      <a:lnTo>
                        <a:pt x="52" y="34"/>
                      </a:lnTo>
                      <a:lnTo>
                        <a:pt x="48" y="34"/>
                      </a:lnTo>
                      <a:lnTo>
                        <a:pt x="48" y="38"/>
                      </a:lnTo>
                      <a:lnTo>
                        <a:pt x="52" y="38"/>
                      </a:lnTo>
                      <a:lnTo>
                        <a:pt x="48" y="42"/>
                      </a:lnTo>
                      <a:lnTo>
                        <a:pt x="44" y="42"/>
                      </a:lnTo>
                      <a:lnTo>
                        <a:pt x="44" y="46"/>
                      </a:lnTo>
                      <a:lnTo>
                        <a:pt x="40" y="46"/>
                      </a:lnTo>
                      <a:lnTo>
                        <a:pt x="40" y="50"/>
                      </a:lnTo>
                      <a:lnTo>
                        <a:pt x="40" y="52"/>
                      </a:lnTo>
                      <a:lnTo>
                        <a:pt x="40" y="50"/>
                      </a:lnTo>
                      <a:lnTo>
                        <a:pt x="40" y="52"/>
                      </a:lnTo>
                      <a:lnTo>
                        <a:pt x="40" y="56"/>
                      </a:lnTo>
                      <a:lnTo>
                        <a:pt x="40" y="52"/>
                      </a:lnTo>
                      <a:lnTo>
                        <a:pt x="36" y="52"/>
                      </a:lnTo>
                      <a:lnTo>
                        <a:pt x="36" y="56"/>
                      </a:lnTo>
                      <a:lnTo>
                        <a:pt x="32" y="56"/>
                      </a:lnTo>
                      <a:lnTo>
                        <a:pt x="32" y="60"/>
                      </a:lnTo>
                      <a:lnTo>
                        <a:pt x="36" y="60"/>
                      </a:lnTo>
                      <a:lnTo>
                        <a:pt x="40" y="60"/>
                      </a:lnTo>
                      <a:lnTo>
                        <a:pt x="40" y="64"/>
                      </a:lnTo>
                      <a:lnTo>
                        <a:pt x="36" y="64"/>
                      </a:lnTo>
                      <a:lnTo>
                        <a:pt x="32" y="68"/>
                      </a:lnTo>
                      <a:lnTo>
                        <a:pt x="32" y="64"/>
                      </a:lnTo>
                      <a:lnTo>
                        <a:pt x="28" y="64"/>
                      </a:lnTo>
                      <a:lnTo>
                        <a:pt x="28" y="68"/>
                      </a:lnTo>
                      <a:lnTo>
                        <a:pt x="26" y="68"/>
                      </a:lnTo>
                      <a:lnTo>
                        <a:pt x="22" y="68"/>
                      </a:lnTo>
                      <a:lnTo>
                        <a:pt x="22" y="72"/>
                      </a:lnTo>
                      <a:lnTo>
                        <a:pt x="22" y="68"/>
                      </a:lnTo>
                      <a:lnTo>
                        <a:pt x="18" y="68"/>
                      </a:lnTo>
                      <a:lnTo>
                        <a:pt x="22" y="64"/>
                      </a:lnTo>
                      <a:lnTo>
                        <a:pt x="18" y="64"/>
                      </a:lnTo>
                      <a:lnTo>
                        <a:pt x="14" y="64"/>
                      </a:lnTo>
                      <a:lnTo>
                        <a:pt x="14" y="60"/>
                      </a:lnTo>
                      <a:lnTo>
                        <a:pt x="14" y="64"/>
                      </a:lnTo>
                      <a:lnTo>
                        <a:pt x="10" y="64"/>
                      </a:lnTo>
                      <a:lnTo>
                        <a:pt x="10" y="60"/>
                      </a:lnTo>
                      <a:lnTo>
                        <a:pt x="6" y="60"/>
                      </a:lnTo>
                      <a:lnTo>
                        <a:pt x="10" y="60"/>
                      </a:lnTo>
                      <a:lnTo>
                        <a:pt x="6" y="60"/>
                      </a:lnTo>
                      <a:lnTo>
                        <a:pt x="10" y="60"/>
                      </a:lnTo>
                      <a:lnTo>
                        <a:pt x="10" y="64"/>
                      </a:lnTo>
                      <a:lnTo>
                        <a:pt x="6" y="64"/>
                      </a:lnTo>
                      <a:lnTo>
                        <a:pt x="4" y="64"/>
                      </a:lnTo>
                      <a:lnTo>
                        <a:pt x="0" y="64"/>
                      </a:lnTo>
                      <a:lnTo>
                        <a:pt x="0" y="60"/>
                      </a:lnTo>
                      <a:lnTo>
                        <a:pt x="4" y="56"/>
                      </a:lnTo>
                      <a:lnTo>
                        <a:pt x="0" y="52"/>
                      </a:lnTo>
                      <a:lnTo>
                        <a:pt x="0" y="50"/>
                      </a:lnTo>
                      <a:lnTo>
                        <a:pt x="0" y="46"/>
                      </a:lnTo>
                      <a:lnTo>
                        <a:pt x="0" y="42"/>
                      </a:lnTo>
                      <a:lnTo>
                        <a:pt x="0" y="38"/>
                      </a:lnTo>
                      <a:lnTo>
                        <a:pt x="0" y="34"/>
                      </a:lnTo>
                      <a:lnTo>
                        <a:pt x="4" y="30"/>
                      </a:lnTo>
                      <a:lnTo>
                        <a:pt x="4" y="26"/>
                      </a:lnTo>
                      <a:lnTo>
                        <a:pt x="4" y="22"/>
                      </a:lnTo>
                      <a:lnTo>
                        <a:pt x="6" y="22"/>
                      </a:lnTo>
                      <a:lnTo>
                        <a:pt x="6" y="20"/>
                      </a:lnTo>
                      <a:lnTo>
                        <a:pt x="10" y="20"/>
                      </a:lnTo>
                      <a:lnTo>
                        <a:pt x="14" y="20"/>
                      </a:lnTo>
                      <a:lnTo>
                        <a:pt x="14" y="16"/>
                      </a:lnTo>
                      <a:lnTo>
                        <a:pt x="14" y="20"/>
                      </a:lnTo>
                      <a:lnTo>
                        <a:pt x="18" y="20"/>
                      </a:lnTo>
                      <a:lnTo>
                        <a:pt x="14" y="20"/>
                      </a:lnTo>
                      <a:lnTo>
                        <a:pt x="14" y="22"/>
                      </a:lnTo>
                      <a:lnTo>
                        <a:pt x="18" y="22"/>
                      </a:lnTo>
                      <a:lnTo>
                        <a:pt x="18" y="20"/>
                      </a:lnTo>
                      <a:lnTo>
                        <a:pt x="18" y="16"/>
                      </a:lnTo>
                      <a:lnTo>
                        <a:pt x="18" y="12"/>
                      </a:lnTo>
                      <a:lnTo>
                        <a:pt x="22" y="12"/>
                      </a:lnTo>
                      <a:lnTo>
                        <a:pt x="22" y="16"/>
                      </a:lnTo>
                      <a:lnTo>
                        <a:pt x="26" y="16"/>
                      </a:lnTo>
                      <a:lnTo>
                        <a:pt x="26" y="12"/>
                      </a:lnTo>
                      <a:lnTo>
                        <a:pt x="22" y="12"/>
                      </a:lnTo>
                      <a:lnTo>
                        <a:pt x="22" y="8"/>
                      </a:lnTo>
                      <a:lnTo>
                        <a:pt x="22" y="4"/>
                      </a:lnTo>
                      <a:lnTo>
                        <a:pt x="26" y="4"/>
                      </a:lnTo>
                      <a:lnTo>
                        <a:pt x="28" y="4"/>
                      </a:lnTo>
                      <a:lnTo>
                        <a:pt x="32" y="8"/>
                      </a:lnTo>
                      <a:lnTo>
                        <a:pt x="32" y="4"/>
                      </a:lnTo>
                      <a:lnTo>
                        <a:pt x="28" y="4"/>
                      </a:lnTo>
                      <a:lnTo>
                        <a:pt x="32" y="0"/>
                      </a:lnTo>
                      <a:lnTo>
                        <a:pt x="36" y="0"/>
                      </a:lnTo>
                      <a:lnTo>
                        <a:pt x="36" y="4"/>
                      </a:lnTo>
                      <a:lnTo>
                        <a:pt x="36" y="8"/>
                      </a:lnTo>
                      <a:lnTo>
                        <a:pt x="40" y="8"/>
                      </a:lnTo>
                      <a:lnTo>
                        <a:pt x="40" y="4"/>
                      </a:lnTo>
                      <a:lnTo>
                        <a:pt x="44" y="4"/>
                      </a:lnTo>
                      <a:lnTo>
                        <a:pt x="44" y="0"/>
                      </a:lnTo>
                      <a:lnTo>
                        <a:pt x="48" y="0"/>
                      </a:lnTo>
                      <a:lnTo>
                        <a:pt x="48" y="4"/>
                      </a:lnTo>
                      <a:lnTo>
                        <a:pt x="48" y="8"/>
                      </a:lnTo>
                      <a:lnTo>
                        <a:pt x="44" y="12"/>
                      </a:lnTo>
                      <a:lnTo>
                        <a:pt x="40" y="12"/>
                      </a:lnTo>
                      <a:lnTo>
                        <a:pt x="40" y="16"/>
                      </a:lnTo>
                      <a:lnTo>
                        <a:pt x="36" y="16"/>
                      </a:lnTo>
                      <a:lnTo>
                        <a:pt x="36" y="16"/>
                      </a:lnTo>
                      <a:lnTo>
                        <a:pt x="36" y="16"/>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sp>
              <p:nvSpPr>
                <p:cNvPr id="210" name="Freeform 227">
                  <a:extLst>
                    <a:ext uri="{FF2B5EF4-FFF2-40B4-BE49-F238E27FC236}">
                      <a16:creationId xmlns:a16="http://schemas.microsoft.com/office/drawing/2014/main" id="{0F1772C9-436A-5A2F-3D29-3BAEEDE35CA1}"/>
                    </a:ext>
                  </a:extLst>
                </p:cNvPr>
                <p:cNvSpPr>
                  <a:spLocks noEditPoints="1"/>
                </p:cNvSpPr>
                <p:nvPr/>
              </p:nvSpPr>
              <p:spPr bwMode="gray">
                <a:xfrm>
                  <a:off x="6480085" y="3392652"/>
                  <a:ext cx="720056" cy="928763"/>
                </a:xfrm>
                <a:custGeom>
                  <a:avLst/>
                  <a:gdLst>
                    <a:gd name="T0" fmla="*/ 34 w 414"/>
                    <a:gd name="T1" fmla="*/ 226 h 534"/>
                    <a:gd name="T2" fmla="*/ 26 w 414"/>
                    <a:gd name="T3" fmla="*/ 198 h 534"/>
                    <a:gd name="T4" fmla="*/ 30 w 414"/>
                    <a:gd name="T5" fmla="*/ 162 h 534"/>
                    <a:gd name="T6" fmla="*/ 60 w 414"/>
                    <a:gd name="T7" fmla="*/ 146 h 534"/>
                    <a:gd name="T8" fmla="*/ 90 w 414"/>
                    <a:gd name="T9" fmla="*/ 106 h 534"/>
                    <a:gd name="T10" fmla="*/ 92 w 414"/>
                    <a:gd name="T11" fmla="*/ 80 h 534"/>
                    <a:gd name="T12" fmla="*/ 76 w 414"/>
                    <a:gd name="T13" fmla="*/ 42 h 534"/>
                    <a:gd name="T14" fmla="*/ 122 w 414"/>
                    <a:gd name="T15" fmla="*/ 20 h 534"/>
                    <a:gd name="T16" fmla="*/ 140 w 414"/>
                    <a:gd name="T17" fmla="*/ 28 h 534"/>
                    <a:gd name="T18" fmla="*/ 156 w 414"/>
                    <a:gd name="T19" fmla="*/ 68 h 534"/>
                    <a:gd name="T20" fmla="*/ 148 w 414"/>
                    <a:gd name="T21" fmla="*/ 94 h 534"/>
                    <a:gd name="T22" fmla="*/ 178 w 414"/>
                    <a:gd name="T23" fmla="*/ 116 h 534"/>
                    <a:gd name="T24" fmla="*/ 170 w 414"/>
                    <a:gd name="T25" fmla="*/ 150 h 534"/>
                    <a:gd name="T26" fmla="*/ 212 w 414"/>
                    <a:gd name="T27" fmla="*/ 170 h 534"/>
                    <a:gd name="T28" fmla="*/ 242 w 414"/>
                    <a:gd name="T29" fmla="*/ 184 h 534"/>
                    <a:gd name="T30" fmla="*/ 278 w 414"/>
                    <a:gd name="T31" fmla="*/ 188 h 534"/>
                    <a:gd name="T32" fmla="*/ 290 w 414"/>
                    <a:gd name="T33" fmla="*/ 162 h 534"/>
                    <a:gd name="T34" fmla="*/ 316 w 414"/>
                    <a:gd name="T35" fmla="*/ 184 h 534"/>
                    <a:gd name="T36" fmla="*/ 334 w 414"/>
                    <a:gd name="T37" fmla="*/ 166 h 534"/>
                    <a:gd name="T38" fmla="*/ 372 w 414"/>
                    <a:gd name="T39" fmla="*/ 140 h 534"/>
                    <a:gd name="T40" fmla="*/ 394 w 414"/>
                    <a:gd name="T41" fmla="*/ 140 h 534"/>
                    <a:gd name="T42" fmla="*/ 410 w 414"/>
                    <a:gd name="T43" fmla="*/ 166 h 534"/>
                    <a:gd name="T44" fmla="*/ 380 w 414"/>
                    <a:gd name="T45" fmla="*/ 188 h 534"/>
                    <a:gd name="T46" fmla="*/ 364 w 414"/>
                    <a:gd name="T47" fmla="*/ 236 h 534"/>
                    <a:gd name="T48" fmla="*/ 350 w 414"/>
                    <a:gd name="T49" fmla="*/ 256 h 534"/>
                    <a:gd name="T50" fmla="*/ 338 w 414"/>
                    <a:gd name="T51" fmla="*/ 248 h 534"/>
                    <a:gd name="T52" fmla="*/ 328 w 414"/>
                    <a:gd name="T53" fmla="*/ 244 h 534"/>
                    <a:gd name="T54" fmla="*/ 342 w 414"/>
                    <a:gd name="T55" fmla="*/ 218 h 534"/>
                    <a:gd name="T56" fmla="*/ 304 w 414"/>
                    <a:gd name="T57" fmla="*/ 198 h 534"/>
                    <a:gd name="T58" fmla="*/ 286 w 414"/>
                    <a:gd name="T59" fmla="*/ 184 h 534"/>
                    <a:gd name="T60" fmla="*/ 286 w 414"/>
                    <a:gd name="T61" fmla="*/ 214 h 534"/>
                    <a:gd name="T62" fmla="*/ 286 w 414"/>
                    <a:gd name="T63" fmla="*/ 236 h 534"/>
                    <a:gd name="T64" fmla="*/ 290 w 414"/>
                    <a:gd name="T65" fmla="*/ 270 h 534"/>
                    <a:gd name="T66" fmla="*/ 282 w 414"/>
                    <a:gd name="T67" fmla="*/ 274 h 534"/>
                    <a:gd name="T68" fmla="*/ 268 w 414"/>
                    <a:gd name="T69" fmla="*/ 278 h 534"/>
                    <a:gd name="T70" fmla="*/ 248 w 414"/>
                    <a:gd name="T71" fmla="*/ 306 h 534"/>
                    <a:gd name="T72" fmla="*/ 230 w 414"/>
                    <a:gd name="T73" fmla="*/ 318 h 534"/>
                    <a:gd name="T74" fmla="*/ 200 w 414"/>
                    <a:gd name="T75" fmla="*/ 352 h 534"/>
                    <a:gd name="T76" fmla="*/ 178 w 414"/>
                    <a:gd name="T77" fmla="*/ 378 h 534"/>
                    <a:gd name="T78" fmla="*/ 170 w 414"/>
                    <a:gd name="T79" fmla="*/ 412 h 534"/>
                    <a:gd name="T80" fmla="*/ 162 w 414"/>
                    <a:gd name="T81" fmla="*/ 442 h 534"/>
                    <a:gd name="T82" fmla="*/ 152 w 414"/>
                    <a:gd name="T83" fmla="*/ 478 h 534"/>
                    <a:gd name="T84" fmla="*/ 126 w 414"/>
                    <a:gd name="T85" fmla="*/ 508 h 534"/>
                    <a:gd name="T86" fmla="*/ 114 w 414"/>
                    <a:gd name="T87" fmla="*/ 486 h 534"/>
                    <a:gd name="T88" fmla="*/ 96 w 414"/>
                    <a:gd name="T89" fmla="*/ 442 h 534"/>
                    <a:gd name="T90" fmla="*/ 86 w 414"/>
                    <a:gd name="T91" fmla="*/ 396 h 534"/>
                    <a:gd name="T92" fmla="*/ 70 w 414"/>
                    <a:gd name="T93" fmla="*/ 358 h 534"/>
                    <a:gd name="T94" fmla="*/ 62 w 414"/>
                    <a:gd name="T95" fmla="*/ 322 h 534"/>
                    <a:gd name="T96" fmla="*/ 62 w 414"/>
                    <a:gd name="T97" fmla="*/ 286 h 534"/>
                    <a:gd name="T98" fmla="*/ 60 w 414"/>
                    <a:gd name="T99" fmla="*/ 270 h 534"/>
                    <a:gd name="T100" fmla="*/ 56 w 414"/>
                    <a:gd name="T101" fmla="*/ 270 h 534"/>
                    <a:gd name="T102" fmla="*/ 22 w 414"/>
                    <a:gd name="T103" fmla="*/ 282 h 534"/>
                    <a:gd name="T104" fmla="*/ 30 w 414"/>
                    <a:gd name="T105" fmla="*/ 256 h 534"/>
                    <a:gd name="T106" fmla="*/ 4 w 414"/>
                    <a:gd name="T107" fmla="*/ 240 h 534"/>
                    <a:gd name="T108" fmla="*/ 346 w 414"/>
                    <a:gd name="T109" fmla="*/ 442 h 534"/>
                    <a:gd name="T110" fmla="*/ 346 w 414"/>
                    <a:gd name="T111" fmla="*/ 490 h 534"/>
                    <a:gd name="T112" fmla="*/ 354 w 414"/>
                    <a:gd name="T113" fmla="*/ 512 h 534"/>
                    <a:gd name="T114" fmla="*/ 350 w 414"/>
                    <a:gd name="T115" fmla="*/ 426 h 534"/>
                    <a:gd name="T116" fmla="*/ 346 w 414"/>
                    <a:gd name="T117" fmla="*/ 438 h 534"/>
                    <a:gd name="T118" fmla="*/ 346 w 414"/>
                    <a:gd name="T119" fmla="*/ 442 h 534"/>
                    <a:gd name="T120" fmla="*/ 360 w 414"/>
                    <a:gd name="T121" fmla="*/ 528 h 5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14" h="534">
                      <a:moveTo>
                        <a:pt x="0" y="236"/>
                      </a:moveTo>
                      <a:lnTo>
                        <a:pt x="0" y="232"/>
                      </a:lnTo>
                      <a:lnTo>
                        <a:pt x="4" y="232"/>
                      </a:lnTo>
                      <a:lnTo>
                        <a:pt x="6" y="232"/>
                      </a:lnTo>
                      <a:lnTo>
                        <a:pt x="6" y="228"/>
                      </a:lnTo>
                      <a:lnTo>
                        <a:pt x="6" y="226"/>
                      </a:lnTo>
                      <a:lnTo>
                        <a:pt x="10" y="226"/>
                      </a:lnTo>
                      <a:lnTo>
                        <a:pt x="10" y="228"/>
                      </a:lnTo>
                      <a:lnTo>
                        <a:pt x="14" y="228"/>
                      </a:lnTo>
                      <a:lnTo>
                        <a:pt x="18" y="228"/>
                      </a:lnTo>
                      <a:lnTo>
                        <a:pt x="22" y="228"/>
                      </a:lnTo>
                      <a:lnTo>
                        <a:pt x="26" y="228"/>
                      </a:lnTo>
                      <a:lnTo>
                        <a:pt x="26" y="226"/>
                      </a:lnTo>
                      <a:lnTo>
                        <a:pt x="30" y="226"/>
                      </a:lnTo>
                      <a:lnTo>
                        <a:pt x="34" y="226"/>
                      </a:lnTo>
                      <a:lnTo>
                        <a:pt x="34" y="228"/>
                      </a:lnTo>
                      <a:lnTo>
                        <a:pt x="36" y="228"/>
                      </a:lnTo>
                      <a:lnTo>
                        <a:pt x="36" y="226"/>
                      </a:lnTo>
                      <a:lnTo>
                        <a:pt x="40" y="226"/>
                      </a:lnTo>
                      <a:lnTo>
                        <a:pt x="36" y="226"/>
                      </a:lnTo>
                      <a:lnTo>
                        <a:pt x="36" y="222"/>
                      </a:lnTo>
                      <a:lnTo>
                        <a:pt x="40" y="222"/>
                      </a:lnTo>
                      <a:lnTo>
                        <a:pt x="36" y="218"/>
                      </a:lnTo>
                      <a:lnTo>
                        <a:pt x="36" y="214"/>
                      </a:lnTo>
                      <a:lnTo>
                        <a:pt x="36" y="210"/>
                      </a:lnTo>
                      <a:lnTo>
                        <a:pt x="34" y="210"/>
                      </a:lnTo>
                      <a:lnTo>
                        <a:pt x="34" y="206"/>
                      </a:lnTo>
                      <a:lnTo>
                        <a:pt x="34" y="202"/>
                      </a:lnTo>
                      <a:lnTo>
                        <a:pt x="30" y="202"/>
                      </a:lnTo>
                      <a:lnTo>
                        <a:pt x="26" y="198"/>
                      </a:lnTo>
                      <a:lnTo>
                        <a:pt x="26" y="196"/>
                      </a:lnTo>
                      <a:lnTo>
                        <a:pt x="26" y="192"/>
                      </a:lnTo>
                      <a:lnTo>
                        <a:pt x="26" y="188"/>
                      </a:lnTo>
                      <a:lnTo>
                        <a:pt x="26" y="184"/>
                      </a:lnTo>
                      <a:lnTo>
                        <a:pt x="22" y="184"/>
                      </a:lnTo>
                      <a:lnTo>
                        <a:pt x="18" y="184"/>
                      </a:lnTo>
                      <a:lnTo>
                        <a:pt x="18" y="180"/>
                      </a:lnTo>
                      <a:lnTo>
                        <a:pt x="18" y="176"/>
                      </a:lnTo>
                      <a:lnTo>
                        <a:pt x="18" y="172"/>
                      </a:lnTo>
                      <a:lnTo>
                        <a:pt x="22" y="172"/>
                      </a:lnTo>
                      <a:lnTo>
                        <a:pt x="22" y="170"/>
                      </a:lnTo>
                      <a:lnTo>
                        <a:pt x="26" y="170"/>
                      </a:lnTo>
                      <a:lnTo>
                        <a:pt x="26" y="166"/>
                      </a:lnTo>
                      <a:lnTo>
                        <a:pt x="26" y="162"/>
                      </a:lnTo>
                      <a:lnTo>
                        <a:pt x="30" y="162"/>
                      </a:lnTo>
                      <a:lnTo>
                        <a:pt x="30" y="158"/>
                      </a:lnTo>
                      <a:lnTo>
                        <a:pt x="34" y="158"/>
                      </a:lnTo>
                      <a:lnTo>
                        <a:pt x="34" y="162"/>
                      </a:lnTo>
                      <a:lnTo>
                        <a:pt x="34" y="166"/>
                      </a:lnTo>
                      <a:lnTo>
                        <a:pt x="36" y="166"/>
                      </a:lnTo>
                      <a:lnTo>
                        <a:pt x="40" y="166"/>
                      </a:lnTo>
                      <a:lnTo>
                        <a:pt x="40" y="162"/>
                      </a:lnTo>
                      <a:lnTo>
                        <a:pt x="44" y="162"/>
                      </a:lnTo>
                      <a:lnTo>
                        <a:pt x="48" y="162"/>
                      </a:lnTo>
                      <a:lnTo>
                        <a:pt x="52" y="162"/>
                      </a:lnTo>
                      <a:lnTo>
                        <a:pt x="52" y="158"/>
                      </a:lnTo>
                      <a:lnTo>
                        <a:pt x="56" y="154"/>
                      </a:lnTo>
                      <a:lnTo>
                        <a:pt x="56" y="150"/>
                      </a:lnTo>
                      <a:lnTo>
                        <a:pt x="56" y="146"/>
                      </a:lnTo>
                      <a:lnTo>
                        <a:pt x="60" y="146"/>
                      </a:lnTo>
                      <a:lnTo>
                        <a:pt x="60" y="142"/>
                      </a:lnTo>
                      <a:lnTo>
                        <a:pt x="62" y="142"/>
                      </a:lnTo>
                      <a:lnTo>
                        <a:pt x="66" y="142"/>
                      </a:lnTo>
                      <a:lnTo>
                        <a:pt x="66" y="140"/>
                      </a:lnTo>
                      <a:lnTo>
                        <a:pt x="70" y="132"/>
                      </a:lnTo>
                      <a:lnTo>
                        <a:pt x="70" y="128"/>
                      </a:lnTo>
                      <a:lnTo>
                        <a:pt x="74" y="124"/>
                      </a:lnTo>
                      <a:lnTo>
                        <a:pt x="78" y="124"/>
                      </a:lnTo>
                      <a:lnTo>
                        <a:pt x="82" y="120"/>
                      </a:lnTo>
                      <a:lnTo>
                        <a:pt x="82" y="116"/>
                      </a:lnTo>
                      <a:lnTo>
                        <a:pt x="78" y="116"/>
                      </a:lnTo>
                      <a:lnTo>
                        <a:pt x="82" y="112"/>
                      </a:lnTo>
                      <a:lnTo>
                        <a:pt x="86" y="110"/>
                      </a:lnTo>
                      <a:lnTo>
                        <a:pt x="86" y="106"/>
                      </a:lnTo>
                      <a:lnTo>
                        <a:pt x="90" y="106"/>
                      </a:lnTo>
                      <a:lnTo>
                        <a:pt x="92" y="102"/>
                      </a:lnTo>
                      <a:lnTo>
                        <a:pt x="90" y="102"/>
                      </a:lnTo>
                      <a:lnTo>
                        <a:pt x="90" y="106"/>
                      </a:lnTo>
                      <a:lnTo>
                        <a:pt x="90" y="102"/>
                      </a:lnTo>
                      <a:lnTo>
                        <a:pt x="90" y="98"/>
                      </a:lnTo>
                      <a:lnTo>
                        <a:pt x="90" y="94"/>
                      </a:lnTo>
                      <a:lnTo>
                        <a:pt x="90" y="90"/>
                      </a:lnTo>
                      <a:lnTo>
                        <a:pt x="90" y="86"/>
                      </a:lnTo>
                      <a:lnTo>
                        <a:pt x="92" y="86"/>
                      </a:lnTo>
                      <a:lnTo>
                        <a:pt x="96" y="86"/>
                      </a:lnTo>
                      <a:lnTo>
                        <a:pt x="100" y="86"/>
                      </a:lnTo>
                      <a:lnTo>
                        <a:pt x="100" y="82"/>
                      </a:lnTo>
                      <a:lnTo>
                        <a:pt x="100" y="80"/>
                      </a:lnTo>
                      <a:lnTo>
                        <a:pt x="96" y="80"/>
                      </a:lnTo>
                      <a:lnTo>
                        <a:pt x="92" y="80"/>
                      </a:lnTo>
                      <a:lnTo>
                        <a:pt x="92" y="80"/>
                      </a:lnTo>
                      <a:lnTo>
                        <a:pt x="90" y="80"/>
                      </a:lnTo>
                      <a:lnTo>
                        <a:pt x="88" y="78"/>
                      </a:lnTo>
                      <a:lnTo>
                        <a:pt x="86" y="78"/>
                      </a:lnTo>
                      <a:lnTo>
                        <a:pt x="84" y="76"/>
                      </a:lnTo>
                      <a:lnTo>
                        <a:pt x="82" y="76"/>
                      </a:lnTo>
                      <a:lnTo>
                        <a:pt x="80" y="72"/>
                      </a:lnTo>
                      <a:lnTo>
                        <a:pt x="78" y="72"/>
                      </a:lnTo>
                      <a:lnTo>
                        <a:pt x="76" y="70"/>
                      </a:lnTo>
                      <a:lnTo>
                        <a:pt x="76" y="66"/>
                      </a:lnTo>
                      <a:lnTo>
                        <a:pt x="76" y="62"/>
                      </a:lnTo>
                      <a:lnTo>
                        <a:pt x="76" y="58"/>
                      </a:lnTo>
                      <a:lnTo>
                        <a:pt x="74" y="54"/>
                      </a:lnTo>
                      <a:lnTo>
                        <a:pt x="74" y="48"/>
                      </a:lnTo>
                      <a:lnTo>
                        <a:pt x="76" y="42"/>
                      </a:lnTo>
                      <a:lnTo>
                        <a:pt x="84" y="36"/>
                      </a:lnTo>
                      <a:lnTo>
                        <a:pt x="66" y="22"/>
                      </a:lnTo>
                      <a:lnTo>
                        <a:pt x="62" y="18"/>
                      </a:lnTo>
                      <a:lnTo>
                        <a:pt x="66" y="10"/>
                      </a:lnTo>
                      <a:lnTo>
                        <a:pt x="78" y="4"/>
                      </a:lnTo>
                      <a:lnTo>
                        <a:pt x="88" y="2"/>
                      </a:lnTo>
                      <a:lnTo>
                        <a:pt x="92" y="0"/>
                      </a:lnTo>
                      <a:lnTo>
                        <a:pt x="100" y="0"/>
                      </a:lnTo>
                      <a:lnTo>
                        <a:pt x="104" y="4"/>
                      </a:lnTo>
                      <a:lnTo>
                        <a:pt x="114" y="12"/>
                      </a:lnTo>
                      <a:lnTo>
                        <a:pt x="118" y="18"/>
                      </a:lnTo>
                      <a:lnTo>
                        <a:pt x="118" y="18"/>
                      </a:lnTo>
                      <a:lnTo>
                        <a:pt x="120" y="18"/>
                      </a:lnTo>
                      <a:lnTo>
                        <a:pt x="120" y="18"/>
                      </a:lnTo>
                      <a:lnTo>
                        <a:pt x="122" y="20"/>
                      </a:lnTo>
                      <a:lnTo>
                        <a:pt x="124" y="20"/>
                      </a:lnTo>
                      <a:lnTo>
                        <a:pt x="124" y="20"/>
                      </a:lnTo>
                      <a:lnTo>
                        <a:pt x="128" y="22"/>
                      </a:lnTo>
                      <a:lnTo>
                        <a:pt x="126" y="26"/>
                      </a:lnTo>
                      <a:lnTo>
                        <a:pt x="126" y="26"/>
                      </a:lnTo>
                      <a:lnTo>
                        <a:pt x="130" y="26"/>
                      </a:lnTo>
                      <a:lnTo>
                        <a:pt x="132" y="28"/>
                      </a:lnTo>
                      <a:lnTo>
                        <a:pt x="132" y="28"/>
                      </a:lnTo>
                      <a:lnTo>
                        <a:pt x="132" y="28"/>
                      </a:lnTo>
                      <a:lnTo>
                        <a:pt x="130" y="28"/>
                      </a:lnTo>
                      <a:lnTo>
                        <a:pt x="130" y="28"/>
                      </a:lnTo>
                      <a:lnTo>
                        <a:pt x="132" y="30"/>
                      </a:lnTo>
                      <a:lnTo>
                        <a:pt x="132" y="30"/>
                      </a:lnTo>
                      <a:lnTo>
                        <a:pt x="132" y="30"/>
                      </a:lnTo>
                      <a:lnTo>
                        <a:pt x="140" y="28"/>
                      </a:lnTo>
                      <a:lnTo>
                        <a:pt x="142" y="26"/>
                      </a:lnTo>
                      <a:lnTo>
                        <a:pt x="148" y="24"/>
                      </a:lnTo>
                      <a:lnTo>
                        <a:pt x="152" y="24"/>
                      </a:lnTo>
                      <a:lnTo>
                        <a:pt x="158" y="22"/>
                      </a:lnTo>
                      <a:lnTo>
                        <a:pt x="168" y="30"/>
                      </a:lnTo>
                      <a:lnTo>
                        <a:pt x="168" y="36"/>
                      </a:lnTo>
                      <a:lnTo>
                        <a:pt x="166" y="44"/>
                      </a:lnTo>
                      <a:lnTo>
                        <a:pt x="158" y="52"/>
                      </a:lnTo>
                      <a:lnTo>
                        <a:pt x="156" y="54"/>
                      </a:lnTo>
                      <a:lnTo>
                        <a:pt x="148" y="54"/>
                      </a:lnTo>
                      <a:lnTo>
                        <a:pt x="148" y="60"/>
                      </a:lnTo>
                      <a:lnTo>
                        <a:pt x="152" y="60"/>
                      </a:lnTo>
                      <a:lnTo>
                        <a:pt x="152" y="64"/>
                      </a:lnTo>
                      <a:lnTo>
                        <a:pt x="156" y="64"/>
                      </a:lnTo>
                      <a:lnTo>
                        <a:pt x="156" y="68"/>
                      </a:lnTo>
                      <a:lnTo>
                        <a:pt x="156" y="72"/>
                      </a:lnTo>
                      <a:lnTo>
                        <a:pt x="160" y="72"/>
                      </a:lnTo>
                      <a:lnTo>
                        <a:pt x="160" y="76"/>
                      </a:lnTo>
                      <a:lnTo>
                        <a:pt x="156" y="80"/>
                      </a:lnTo>
                      <a:lnTo>
                        <a:pt x="156" y="76"/>
                      </a:lnTo>
                      <a:lnTo>
                        <a:pt x="152" y="80"/>
                      </a:lnTo>
                      <a:lnTo>
                        <a:pt x="148" y="80"/>
                      </a:lnTo>
                      <a:lnTo>
                        <a:pt x="148" y="76"/>
                      </a:lnTo>
                      <a:lnTo>
                        <a:pt x="144" y="76"/>
                      </a:lnTo>
                      <a:lnTo>
                        <a:pt x="144" y="80"/>
                      </a:lnTo>
                      <a:lnTo>
                        <a:pt x="144" y="82"/>
                      </a:lnTo>
                      <a:lnTo>
                        <a:pt x="144" y="86"/>
                      </a:lnTo>
                      <a:lnTo>
                        <a:pt x="148" y="86"/>
                      </a:lnTo>
                      <a:lnTo>
                        <a:pt x="148" y="90"/>
                      </a:lnTo>
                      <a:lnTo>
                        <a:pt x="148" y="94"/>
                      </a:lnTo>
                      <a:lnTo>
                        <a:pt x="148" y="98"/>
                      </a:lnTo>
                      <a:lnTo>
                        <a:pt x="148" y="102"/>
                      </a:lnTo>
                      <a:lnTo>
                        <a:pt x="148" y="98"/>
                      </a:lnTo>
                      <a:lnTo>
                        <a:pt x="152" y="98"/>
                      </a:lnTo>
                      <a:lnTo>
                        <a:pt x="156" y="98"/>
                      </a:lnTo>
                      <a:lnTo>
                        <a:pt x="156" y="102"/>
                      </a:lnTo>
                      <a:lnTo>
                        <a:pt x="156" y="106"/>
                      </a:lnTo>
                      <a:lnTo>
                        <a:pt x="160" y="106"/>
                      </a:lnTo>
                      <a:lnTo>
                        <a:pt x="162" y="106"/>
                      </a:lnTo>
                      <a:lnTo>
                        <a:pt x="166" y="110"/>
                      </a:lnTo>
                      <a:lnTo>
                        <a:pt x="170" y="110"/>
                      </a:lnTo>
                      <a:lnTo>
                        <a:pt x="166" y="112"/>
                      </a:lnTo>
                      <a:lnTo>
                        <a:pt x="170" y="112"/>
                      </a:lnTo>
                      <a:lnTo>
                        <a:pt x="174" y="116"/>
                      </a:lnTo>
                      <a:lnTo>
                        <a:pt x="178" y="116"/>
                      </a:lnTo>
                      <a:lnTo>
                        <a:pt x="178" y="120"/>
                      </a:lnTo>
                      <a:lnTo>
                        <a:pt x="182" y="120"/>
                      </a:lnTo>
                      <a:lnTo>
                        <a:pt x="178" y="120"/>
                      </a:lnTo>
                      <a:lnTo>
                        <a:pt x="174" y="124"/>
                      </a:lnTo>
                      <a:lnTo>
                        <a:pt x="174" y="128"/>
                      </a:lnTo>
                      <a:lnTo>
                        <a:pt x="170" y="128"/>
                      </a:lnTo>
                      <a:lnTo>
                        <a:pt x="170" y="132"/>
                      </a:lnTo>
                      <a:lnTo>
                        <a:pt x="166" y="136"/>
                      </a:lnTo>
                      <a:lnTo>
                        <a:pt x="170" y="136"/>
                      </a:lnTo>
                      <a:lnTo>
                        <a:pt x="170" y="140"/>
                      </a:lnTo>
                      <a:lnTo>
                        <a:pt x="166" y="140"/>
                      </a:lnTo>
                      <a:lnTo>
                        <a:pt x="166" y="142"/>
                      </a:lnTo>
                      <a:lnTo>
                        <a:pt x="166" y="146"/>
                      </a:lnTo>
                      <a:lnTo>
                        <a:pt x="170" y="146"/>
                      </a:lnTo>
                      <a:lnTo>
                        <a:pt x="170" y="150"/>
                      </a:lnTo>
                      <a:lnTo>
                        <a:pt x="174" y="150"/>
                      </a:lnTo>
                      <a:lnTo>
                        <a:pt x="174" y="146"/>
                      </a:lnTo>
                      <a:lnTo>
                        <a:pt x="174" y="150"/>
                      </a:lnTo>
                      <a:lnTo>
                        <a:pt x="178" y="150"/>
                      </a:lnTo>
                      <a:lnTo>
                        <a:pt x="182" y="154"/>
                      </a:lnTo>
                      <a:lnTo>
                        <a:pt x="186" y="158"/>
                      </a:lnTo>
                      <a:lnTo>
                        <a:pt x="190" y="162"/>
                      </a:lnTo>
                      <a:lnTo>
                        <a:pt x="192" y="162"/>
                      </a:lnTo>
                      <a:lnTo>
                        <a:pt x="196" y="162"/>
                      </a:lnTo>
                      <a:lnTo>
                        <a:pt x="196" y="166"/>
                      </a:lnTo>
                      <a:lnTo>
                        <a:pt x="200" y="166"/>
                      </a:lnTo>
                      <a:lnTo>
                        <a:pt x="204" y="166"/>
                      </a:lnTo>
                      <a:lnTo>
                        <a:pt x="204" y="170"/>
                      </a:lnTo>
                      <a:lnTo>
                        <a:pt x="208" y="170"/>
                      </a:lnTo>
                      <a:lnTo>
                        <a:pt x="212" y="170"/>
                      </a:lnTo>
                      <a:lnTo>
                        <a:pt x="212" y="172"/>
                      </a:lnTo>
                      <a:lnTo>
                        <a:pt x="212" y="170"/>
                      </a:lnTo>
                      <a:lnTo>
                        <a:pt x="216" y="170"/>
                      </a:lnTo>
                      <a:lnTo>
                        <a:pt x="218" y="170"/>
                      </a:lnTo>
                      <a:lnTo>
                        <a:pt x="218" y="172"/>
                      </a:lnTo>
                      <a:lnTo>
                        <a:pt x="218" y="170"/>
                      </a:lnTo>
                      <a:lnTo>
                        <a:pt x="222" y="170"/>
                      </a:lnTo>
                      <a:lnTo>
                        <a:pt x="226" y="172"/>
                      </a:lnTo>
                      <a:lnTo>
                        <a:pt x="230" y="172"/>
                      </a:lnTo>
                      <a:lnTo>
                        <a:pt x="230" y="176"/>
                      </a:lnTo>
                      <a:lnTo>
                        <a:pt x="234" y="176"/>
                      </a:lnTo>
                      <a:lnTo>
                        <a:pt x="234" y="180"/>
                      </a:lnTo>
                      <a:lnTo>
                        <a:pt x="238" y="180"/>
                      </a:lnTo>
                      <a:lnTo>
                        <a:pt x="238" y="184"/>
                      </a:lnTo>
                      <a:lnTo>
                        <a:pt x="242" y="184"/>
                      </a:lnTo>
                      <a:lnTo>
                        <a:pt x="242" y="180"/>
                      </a:lnTo>
                      <a:lnTo>
                        <a:pt x="246" y="180"/>
                      </a:lnTo>
                      <a:lnTo>
                        <a:pt x="246" y="184"/>
                      </a:lnTo>
                      <a:lnTo>
                        <a:pt x="248" y="188"/>
                      </a:lnTo>
                      <a:lnTo>
                        <a:pt x="248" y="184"/>
                      </a:lnTo>
                      <a:lnTo>
                        <a:pt x="252" y="184"/>
                      </a:lnTo>
                      <a:lnTo>
                        <a:pt x="256" y="184"/>
                      </a:lnTo>
                      <a:lnTo>
                        <a:pt x="256" y="188"/>
                      </a:lnTo>
                      <a:lnTo>
                        <a:pt x="260" y="188"/>
                      </a:lnTo>
                      <a:lnTo>
                        <a:pt x="264" y="188"/>
                      </a:lnTo>
                      <a:lnTo>
                        <a:pt x="268" y="188"/>
                      </a:lnTo>
                      <a:lnTo>
                        <a:pt x="268" y="192"/>
                      </a:lnTo>
                      <a:lnTo>
                        <a:pt x="272" y="188"/>
                      </a:lnTo>
                      <a:lnTo>
                        <a:pt x="274" y="188"/>
                      </a:lnTo>
                      <a:lnTo>
                        <a:pt x="278" y="188"/>
                      </a:lnTo>
                      <a:lnTo>
                        <a:pt x="278" y="192"/>
                      </a:lnTo>
                      <a:lnTo>
                        <a:pt x="278" y="188"/>
                      </a:lnTo>
                      <a:lnTo>
                        <a:pt x="282" y="184"/>
                      </a:lnTo>
                      <a:lnTo>
                        <a:pt x="282" y="180"/>
                      </a:lnTo>
                      <a:lnTo>
                        <a:pt x="278" y="180"/>
                      </a:lnTo>
                      <a:lnTo>
                        <a:pt x="278" y="176"/>
                      </a:lnTo>
                      <a:lnTo>
                        <a:pt x="278" y="172"/>
                      </a:lnTo>
                      <a:lnTo>
                        <a:pt x="278" y="170"/>
                      </a:lnTo>
                      <a:lnTo>
                        <a:pt x="282" y="166"/>
                      </a:lnTo>
                      <a:lnTo>
                        <a:pt x="282" y="162"/>
                      </a:lnTo>
                      <a:lnTo>
                        <a:pt x="278" y="162"/>
                      </a:lnTo>
                      <a:lnTo>
                        <a:pt x="282" y="162"/>
                      </a:lnTo>
                      <a:lnTo>
                        <a:pt x="286" y="158"/>
                      </a:lnTo>
                      <a:lnTo>
                        <a:pt x="290" y="158"/>
                      </a:lnTo>
                      <a:lnTo>
                        <a:pt x="290" y="162"/>
                      </a:lnTo>
                      <a:lnTo>
                        <a:pt x="290" y="166"/>
                      </a:lnTo>
                      <a:lnTo>
                        <a:pt x="290" y="170"/>
                      </a:lnTo>
                      <a:lnTo>
                        <a:pt x="290" y="172"/>
                      </a:lnTo>
                      <a:lnTo>
                        <a:pt x="290" y="176"/>
                      </a:lnTo>
                      <a:lnTo>
                        <a:pt x="290" y="180"/>
                      </a:lnTo>
                      <a:lnTo>
                        <a:pt x="294" y="180"/>
                      </a:lnTo>
                      <a:lnTo>
                        <a:pt x="298" y="180"/>
                      </a:lnTo>
                      <a:lnTo>
                        <a:pt x="302" y="180"/>
                      </a:lnTo>
                      <a:lnTo>
                        <a:pt x="302" y="184"/>
                      </a:lnTo>
                      <a:lnTo>
                        <a:pt x="304" y="184"/>
                      </a:lnTo>
                      <a:lnTo>
                        <a:pt x="308" y="184"/>
                      </a:lnTo>
                      <a:lnTo>
                        <a:pt x="308" y="180"/>
                      </a:lnTo>
                      <a:lnTo>
                        <a:pt x="312" y="180"/>
                      </a:lnTo>
                      <a:lnTo>
                        <a:pt x="316" y="180"/>
                      </a:lnTo>
                      <a:lnTo>
                        <a:pt x="316" y="184"/>
                      </a:lnTo>
                      <a:lnTo>
                        <a:pt x="320" y="184"/>
                      </a:lnTo>
                      <a:lnTo>
                        <a:pt x="324" y="180"/>
                      </a:lnTo>
                      <a:lnTo>
                        <a:pt x="324" y="184"/>
                      </a:lnTo>
                      <a:lnTo>
                        <a:pt x="328" y="184"/>
                      </a:lnTo>
                      <a:lnTo>
                        <a:pt x="328" y="180"/>
                      </a:lnTo>
                      <a:lnTo>
                        <a:pt x="332" y="180"/>
                      </a:lnTo>
                      <a:lnTo>
                        <a:pt x="334" y="180"/>
                      </a:lnTo>
                      <a:lnTo>
                        <a:pt x="338" y="180"/>
                      </a:lnTo>
                      <a:lnTo>
                        <a:pt x="334" y="176"/>
                      </a:lnTo>
                      <a:lnTo>
                        <a:pt x="338" y="172"/>
                      </a:lnTo>
                      <a:lnTo>
                        <a:pt x="334" y="172"/>
                      </a:lnTo>
                      <a:lnTo>
                        <a:pt x="334" y="170"/>
                      </a:lnTo>
                      <a:lnTo>
                        <a:pt x="332" y="170"/>
                      </a:lnTo>
                      <a:lnTo>
                        <a:pt x="332" y="166"/>
                      </a:lnTo>
                      <a:lnTo>
                        <a:pt x="334" y="166"/>
                      </a:lnTo>
                      <a:lnTo>
                        <a:pt x="338" y="166"/>
                      </a:lnTo>
                      <a:lnTo>
                        <a:pt x="338" y="162"/>
                      </a:lnTo>
                      <a:lnTo>
                        <a:pt x="338" y="166"/>
                      </a:lnTo>
                      <a:lnTo>
                        <a:pt x="342" y="162"/>
                      </a:lnTo>
                      <a:lnTo>
                        <a:pt x="346" y="162"/>
                      </a:lnTo>
                      <a:lnTo>
                        <a:pt x="346" y="158"/>
                      </a:lnTo>
                      <a:lnTo>
                        <a:pt x="350" y="154"/>
                      </a:lnTo>
                      <a:lnTo>
                        <a:pt x="354" y="154"/>
                      </a:lnTo>
                      <a:lnTo>
                        <a:pt x="354" y="150"/>
                      </a:lnTo>
                      <a:lnTo>
                        <a:pt x="358" y="146"/>
                      </a:lnTo>
                      <a:lnTo>
                        <a:pt x="360" y="146"/>
                      </a:lnTo>
                      <a:lnTo>
                        <a:pt x="364" y="146"/>
                      </a:lnTo>
                      <a:lnTo>
                        <a:pt x="364" y="142"/>
                      </a:lnTo>
                      <a:lnTo>
                        <a:pt x="368" y="140"/>
                      </a:lnTo>
                      <a:lnTo>
                        <a:pt x="372" y="140"/>
                      </a:lnTo>
                      <a:lnTo>
                        <a:pt x="372" y="136"/>
                      </a:lnTo>
                      <a:lnTo>
                        <a:pt x="376" y="136"/>
                      </a:lnTo>
                      <a:lnTo>
                        <a:pt x="376" y="140"/>
                      </a:lnTo>
                      <a:lnTo>
                        <a:pt x="380" y="140"/>
                      </a:lnTo>
                      <a:lnTo>
                        <a:pt x="384" y="142"/>
                      </a:lnTo>
                      <a:lnTo>
                        <a:pt x="384" y="140"/>
                      </a:lnTo>
                      <a:lnTo>
                        <a:pt x="388" y="140"/>
                      </a:lnTo>
                      <a:lnTo>
                        <a:pt x="388" y="136"/>
                      </a:lnTo>
                      <a:lnTo>
                        <a:pt x="390" y="136"/>
                      </a:lnTo>
                      <a:lnTo>
                        <a:pt x="394" y="132"/>
                      </a:lnTo>
                      <a:lnTo>
                        <a:pt x="394" y="136"/>
                      </a:lnTo>
                      <a:lnTo>
                        <a:pt x="394" y="140"/>
                      </a:lnTo>
                      <a:lnTo>
                        <a:pt x="398" y="136"/>
                      </a:lnTo>
                      <a:lnTo>
                        <a:pt x="398" y="140"/>
                      </a:lnTo>
                      <a:lnTo>
                        <a:pt x="394" y="140"/>
                      </a:lnTo>
                      <a:lnTo>
                        <a:pt x="394" y="142"/>
                      </a:lnTo>
                      <a:lnTo>
                        <a:pt x="398" y="142"/>
                      </a:lnTo>
                      <a:lnTo>
                        <a:pt x="398" y="140"/>
                      </a:lnTo>
                      <a:lnTo>
                        <a:pt x="398" y="142"/>
                      </a:lnTo>
                      <a:lnTo>
                        <a:pt x="402" y="146"/>
                      </a:lnTo>
                      <a:lnTo>
                        <a:pt x="398" y="150"/>
                      </a:lnTo>
                      <a:lnTo>
                        <a:pt x="398" y="154"/>
                      </a:lnTo>
                      <a:lnTo>
                        <a:pt x="402" y="150"/>
                      </a:lnTo>
                      <a:lnTo>
                        <a:pt x="402" y="154"/>
                      </a:lnTo>
                      <a:lnTo>
                        <a:pt x="406" y="154"/>
                      </a:lnTo>
                      <a:lnTo>
                        <a:pt x="410" y="154"/>
                      </a:lnTo>
                      <a:lnTo>
                        <a:pt x="410" y="158"/>
                      </a:lnTo>
                      <a:lnTo>
                        <a:pt x="414" y="162"/>
                      </a:lnTo>
                      <a:lnTo>
                        <a:pt x="410" y="162"/>
                      </a:lnTo>
                      <a:lnTo>
                        <a:pt x="410" y="166"/>
                      </a:lnTo>
                      <a:lnTo>
                        <a:pt x="406" y="166"/>
                      </a:lnTo>
                      <a:lnTo>
                        <a:pt x="406" y="170"/>
                      </a:lnTo>
                      <a:lnTo>
                        <a:pt x="406" y="172"/>
                      </a:lnTo>
                      <a:lnTo>
                        <a:pt x="410" y="176"/>
                      </a:lnTo>
                      <a:lnTo>
                        <a:pt x="406" y="176"/>
                      </a:lnTo>
                      <a:lnTo>
                        <a:pt x="406" y="172"/>
                      </a:lnTo>
                      <a:lnTo>
                        <a:pt x="402" y="172"/>
                      </a:lnTo>
                      <a:lnTo>
                        <a:pt x="398" y="172"/>
                      </a:lnTo>
                      <a:lnTo>
                        <a:pt x="394" y="172"/>
                      </a:lnTo>
                      <a:lnTo>
                        <a:pt x="390" y="176"/>
                      </a:lnTo>
                      <a:lnTo>
                        <a:pt x="388" y="180"/>
                      </a:lnTo>
                      <a:lnTo>
                        <a:pt x="384" y="180"/>
                      </a:lnTo>
                      <a:lnTo>
                        <a:pt x="384" y="184"/>
                      </a:lnTo>
                      <a:lnTo>
                        <a:pt x="380" y="184"/>
                      </a:lnTo>
                      <a:lnTo>
                        <a:pt x="380" y="188"/>
                      </a:lnTo>
                      <a:lnTo>
                        <a:pt x="380" y="192"/>
                      </a:lnTo>
                      <a:lnTo>
                        <a:pt x="380" y="196"/>
                      </a:lnTo>
                      <a:lnTo>
                        <a:pt x="380" y="198"/>
                      </a:lnTo>
                      <a:lnTo>
                        <a:pt x="380" y="202"/>
                      </a:lnTo>
                      <a:lnTo>
                        <a:pt x="376" y="202"/>
                      </a:lnTo>
                      <a:lnTo>
                        <a:pt x="376" y="206"/>
                      </a:lnTo>
                      <a:lnTo>
                        <a:pt x="372" y="206"/>
                      </a:lnTo>
                      <a:lnTo>
                        <a:pt x="372" y="210"/>
                      </a:lnTo>
                      <a:lnTo>
                        <a:pt x="376" y="214"/>
                      </a:lnTo>
                      <a:lnTo>
                        <a:pt x="372" y="218"/>
                      </a:lnTo>
                      <a:lnTo>
                        <a:pt x="372" y="222"/>
                      </a:lnTo>
                      <a:lnTo>
                        <a:pt x="368" y="226"/>
                      </a:lnTo>
                      <a:lnTo>
                        <a:pt x="368" y="228"/>
                      </a:lnTo>
                      <a:lnTo>
                        <a:pt x="368" y="232"/>
                      </a:lnTo>
                      <a:lnTo>
                        <a:pt x="364" y="236"/>
                      </a:lnTo>
                      <a:lnTo>
                        <a:pt x="364" y="232"/>
                      </a:lnTo>
                      <a:lnTo>
                        <a:pt x="360" y="232"/>
                      </a:lnTo>
                      <a:lnTo>
                        <a:pt x="358" y="232"/>
                      </a:lnTo>
                      <a:lnTo>
                        <a:pt x="354" y="232"/>
                      </a:lnTo>
                      <a:lnTo>
                        <a:pt x="354" y="228"/>
                      </a:lnTo>
                      <a:lnTo>
                        <a:pt x="354" y="232"/>
                      </a:lnTo>
                      <a:lnTo>
                        <a:pt x="354" y="236"/>
                      </a:lnTo>
                      <a:lnTo>
                        <a:pt x="358" y="240"/>
                      </a:lnTo>
                      <a:lnTo>
                        <a:pt x="354" y="244"/>
                      </a:lnTo>
                      <a:lnTo>
                        <a:pt x="354" y="248"/>
                      </a:lnTo>
                      <a:lnTo>
                        <a:pt x="354" y="252"/>
                      </a:lnTo>
                      <a:lnTo>
                        <a:pt x="354" y="248"/>
                      </a:lnTo>
                      <a:lnTo>
                        <a:pt x="350" y="248"/>
                      </a:lnTo>
                      <a:lnTo>
                        <a:pt x="350" y="252"/>
                      </a:lnTo>
                      <a:lnTo>
                        <a:pt x="350" y="256"/>
                      </a:lnTo>
                      <a:lnTo>
                        <a:pt x="350" y="258"/>
                      </a:lnTo>
                      <a:lnTo>
                        <a:pt x="354" y="258"/>
                      </a:lnTo>
                      <a:lnTo>
                        <a:pt x="354" y="262"/>
                      </a:lnTo>
                      <a:lnTo>
                        <a:pt x="354" y="266"/>
                      </a:lnTo>
                      <a:lnTo>
                        <a:pt x="350" y="266"/>
                      </a:lnTo>
                      <a:lnTo>
                        <a:pt x="350" y="262"/>
                      </a:lnTo>
                      <a:lnTo>
                        <a:pt x="350" y="266"/>
                      </a:lnTo>
                      <a:lnTo>
                        <a:pt x="346" y="266"/>
                      </a:lnTo>
                      <a:lnTo>
                        <a:pt x="342" y="270"/>
                      </a:lnTo>
                      <a:lnTo>
                        <a:pt x="342" y="266"/>
                      </a:lnTo>
                      <a:lnTo>
                        <a:pt x="342" y="262"/>
                      </a:lnTo>
                      <a:lnTo>
                        <a:pt x="342" y="258"/>
                      </a:lnTo>
                      <a:lnTo>
                        <a:pt x="342" y="256"/>
                      </a:lnTo>
                      <a:lnTo>
                        <a:pt x="342" y="252"/>
                      </a:lnTo>
                      <a:lnTo>
                        <a:pt x="338" y="248"/>
                      </a:lnTo>
                      <a:lnTo>
                        <a:pt x="342" y="248"/>
                      </a:lnTo>
                      <a:lnTo>
                        <a:pt x="342" y="244"/>
                      </a:lnTo>
                      <a:lnTo>
                        <a:pt x="338" y="244"/>
                      </a:lnTo>
                      <a:lnTo>
                        <a:pt x="338" y="240"/>
                      </a:lnTo>
                      <a:lnTo>
                        <a:pt x="338" y="236"/>
                      </a:lnTo>
                      <a:lnTo>
                        <a:pt x="334" y="240"/>
                      </a:lnTo>
                      <a:lnTo>
                        <a:pt x="334" y="236"/>
                      </a:lnTo>
                      <a:lnTo>
                        <a:pt x="334" y="240"/>
                      </a:lnTo>
                      <a:lnTo>
                        <a:pt x="334" y="244"/>
                      </a:lnTo>
                      <a:lnTo>
                        <a:pt x="332" y="244"/>
                      </a:lnTo>
                      <a:lnTo>
                        <a:pt x="332" y="248"/>
                      </a:lnTo>
                      <a:lnTo>
                        <a:pt x="332" y="252"/>
                      </a:lnTo>
                      <a:lnTo>
                        <a:pt x="328" y="252"/>
                      </a:lnTo>
                      <a:lnTo>
                        <a:pt x="328" y="248"/>
                      </a:lnTo>
                      <a:lnTo>
                        <a:pt x="328" y="244"/>
                      </a:lnTo>
                      <a:lnTo>
                        <a:pt x="328" y="248"/>
                      </a:lnTo>
                      <a:lnTo>
                        <a:pt x="324" y="244"/>
                      </a:lnTo>
                      <a:lnTo>
                        <a:pt x="324" y="240"/>
                      </a:lnTo>
                      <a:lnTo>
                        <a:pt x="324" y="236"/>
                      </a:lnTo>
                      <a:lnTo>
                        <a:pt x="324" y="232"/>
                      </a:lnTo>
                      <a:lnTo>
                        <a:pt x="328" y="228"/>
                      </a:lnTo>
                      <a:lnTo>
                        <a:pt x="328" y="232"/>
                      </a:lnTo>
                      <a:lnTo>
                        <a:pt x="328" y="228"/>
                      </a:lnTo>
                      <a:lnTo>
                        <a:pt x="332" y="228"/>
                      </a:lnTo>
                      <a:lnTo>
                        <a:pt x="334" y="228"/>
                      </a:lnTo>
                      <a:lnTo>
                        <a:pt x="334" y="226"/>
                      </a:lnTo>
                      <a:lnTo>
                        <a:pt x="338" y="226"/>
                      </a:lnTo>
                      <a:lnTo>
                        <a:pt x="338" y="222"/>
                      </a:lnTo>
                      <a:lnTo>
                        <a:pt x="338" y="218"/>
                      </a:lnTo>
                      <a:lnTo>
                        <a:pt x="342" y="218"/>
                      </a:lnTo>
                      <a:lnTo>
                        <a:pt x="342" y="214"/>
                      </a:lnTo>
                      <a:lnTo>
                        <a:pt x="338" y="214"/>
                      </a:lnTo>
                      <a:lnTo>
                        <a:pt x="338" y="210"/>
                      </a:lnTo>
                      <a:lnTo>
                        <a:pt x="334" y="210"/>
                      </a:lnTo>
                      <a:lnTo>
                        <a:pt x="332" y="210"/>
                      </a:lnTo>
                      <a:lnTo>
                        <a:pt x="328" y="210"/>
                      </a:lnTo>
                      <a:lnTo>
                        <a:pt x="324" y="210"/>
                      </a:lnTo>
                      <a:lnTo>
                        <a:pt x="320" y="210"/>
                      </a:lnTo>
                      <a:lnTo>
                        <a:pt x="316" y="210"/>
                      </a:lnTo>
                      <a:lnTo>
                        <a:pt x="312" y="210"/>
                      </a:lnTo>
                      <a:lnTo>
                        <a:pt x="308" y="210"/>
                      </a:lnTo>
                      <a:lnTo>
                        <a:pt x="304" y="210"/>
                      </a:lnTo>
                      <a:lnTo>
                        <a:pt x="304" y="206"/>
                      </a:lnTo>
                      <a:lnTo>
                        <a:pt x="304" y="202"/>
                      </a:lnTo>
                      <a:lnTo>
                        <a:pt x="304" y="198"/>
                      </a:lnTo>
                      <a:lnTo>
                        <a:pt x="304" y="196"/>
                      </a:lnTo>
                      <a:lnTo>
                        <a:pt x="302" y="196"/>
                      </a:lnTo>
                      <a:lnTo>
                        <a:pt x="302" y="192"/>
                      </a:lnTo>
                      <a:lnTo>
                        <a:pt x="302" y="196"/>
                      </a:lnTo>
                      <a:lnTo>
                        <a:pt x="298" y="196"/>
                      </a:lnTo>
                      <a:lnTo>
                        <a:pt x="294" y="196"/>
                      </a:lnTo>
                      <a:lnTo>
                        <a:pt x="294" y="192"/>
                      </a:lnTo>
                      <a:lnTo>
                        <a:pt x="294" y="188"/>
                      </a:lnTo>
                      <a:lnTo>
                        <a:pt x="290" y="188"/>
                      </a:lnTo>
                      <a:lnTo>
                        <a:pt x="290" y="192"/>
                      </a:lnTo>
                      <a:lnTo>
                        <a:pt x="294" y="192"/>
                      </a:lnTo>
                      <a:lnTo>
                        <a:pt x="290" y="192"/>
                      </a:lnTo>
                      <a:lnTo>
                        <a:pt x="290" y="188"/>
                      </a:lnTo>
                      <a:lnTo>
                        <a:pt x="286" y="188"/>
                      </a:lnTo>
                      <a:lnTo>
                        <a:pt x="286" y="184"/>
                      </a:lnTo>
                      <a:lnTo>
                        <a:pt x="282" y="188"/>
                      </a:lnTo>
                      <a:lnTo>
                        <a:pt x="286" y="188"/>
                      </a:lnTo>
                      <a:lnTo>
                        <a:pt x="286" y="192"/>
                      </a:lnTo>
                      <a:lnTo>
                        <a:pt x="282" y="192"/>
                      </a:lnTo>
                      <a:lnTo>
                        <a:pt x="282" y="196"/>
                      </a:lnTo>
                      <a:lnTo>
                        <a:pt x="278" y="198"/>
                      </a:lnTo>
                      <a:lnTo>
                        <a:pt x="282" y="198"/>
                      </a:lnTo>
                      <a:lnTo>
                        <a:pt x="286" y="202"/>
                      </a:lnTo>
                      <a:lnTo>
                        <a:pt x="286" y="206"/>
                      </a:lnTo>
                      <a:lnTo>
                        <a:pt x="290" y="206"/>
                      </a:lnTo>
                      <a:lnTo>
                        <a:pt x="290" y="210"/>
                      </a:lnTo>
                      <a:lnTo>
                        <a:pt x="294" y="210"/>
                      </a:lnTo>
                      <a:lnTo>
                        <a:pt x="290" y="210"/>
                      </a:lnTo>
                      <a:lnTo>
                        <a:pt x="286" y="210"/>
                      </a:lnTo>
                      <a:lnTo>
                        <a:pt x="286" y="214"/>
                      </a:lnTo>
                      <a:lnTo>
                        <a:pt x="282" y="214"/>
                      </a:lnTo>
                      <a:lnTo>
                        <a:pt x="282" y="218"/>
                      </a:lnTo>
                      <a:lnTo>
                        <a:pt x="282" y="214"/>
                      </a:lnTo>
                      <a:lnTo>
                        <a:pt x="278" y="218"/>
                      </a:lnTo>
                      <a:lnTo>
                        <a:pt x="282" y="218"/>
                      </a:lnTo>
                      <a:lnTo>
                        <a:pt x="278" y="218"/>
                      </a:lnTo>
                      <a:lnTo>
                        <a:pt x="278" y="222"/>
                      </a:lnTo>
                      <a:lnTo>
                        <a:pt x="282" y="226"/>
                      </a:lnTo>
                      <a:lnTo>
                        <a:pt x="286" y="226"/>
                      </a:lnTo>
                      <a:lnTo>
                        <a:pt x="286" y="228"/>
                      </a:lnTo>
                      <a:lnTo>
                        <a:pt x="286" y="226"/>
                      </a:lnTo>
                      <a:lnTo>
                        <a:pt x="290" y="226"/>
                      </a:lnTo>
                      <a:lnTo>
                        <a:pt x="290" y="228"/>
                      </a:lnTo>
                      <a:lnTo>
                        <a:pt x="290" y="232"/>
                      </a:lnTo>
                      <a:lnTo>
                        <a:pt x="286" y="236"/>
                      </a:lnTo>
                      <a:lnTo>
                        <a:pt x="286" y="240"/>
                      </a:lnTo>
                      <a:lnTo>
                        <a:pt x="290" y="240"/>
                      </a:lnTo>
                      <a:lnTo>
                        <a:pt x="290" y="244"/>
                      </a:lnTo>
                      <a:lnTo>
                        <a:pt x="290" y="248"/>
                      </a:lnTo>
                      <a:lnTo>
                        <a:pt x="294" y="248"/>
                      </a:lnTo>
                      <a:lnTo>
                        <a:pt x="290" y="248"/>
                      </a:lnTo>
                      <a:lnTo>
                        <a:pt x="290" y="252"/>
                      </a:lnTo>
                      <a:lnTo>
                        <a:pt x="294" y="262"/>
                      </a:lnTo>
                      <a:lnTo>
                        <a:pt x="294" y="266"/>
                      </a:lnTo>
                      <a:lnTo>
                        <a:pt x="294" y="270"/>
                      </a:lnTo>
                      <a:lnTo>
                        <a:pt x="294" y="274"/>
                      </a:lnTo>
                      <a:lnTo>
                        <a:pt x="290" y="274"/>
                      </a:lnTo>
                      <a:lnTo>
                        <a:pt x="290" y="278"/>
                      </a:lnTo>
                      <a:lnTo>
                        <a:pt x="290" y="274"/>
                      </a:lnTo>
                      <a:lnTo>
                        <a:pt x="290" y="270"/>
                      </a:lnTo>
                      <a:lnTo>
                        <a:pt x="290" y="266"/>
                      </a:lnTo>
                      <a:lnTo>
                        <a:pt x="290" y="270"/>
                      </a:lnTo>
                      <a:lnTo>
                        <a:pt x="286" y="270"/>
                      </a:lnTo>
                      <a:lnTo>
                        <a:pt x="286" y="266"/>
                      </a:lnTo>
                      <a:lnTo>
                        <a:pt x="290" y="266"/>
                      </a:lnTo>
                      <a:lnTo>
                        <a:pt x="286" y="266"/>
                      </a:lnTo>
                      <a:lnTo>
                        <a:pt x="286" y="270"/>
                      </a:lnTo>
                      <a:lnTo>
                        <a:pt x="286" y="274"/>
                      </a:lnTo>
                      <a:lnTo>
                        <a:pt x="286" y="278"/>
                      </a:lnTo>
                      <a:lnTo>
                        <a:pt x="286" y="274"/>
                      </a:lnTo>
                      <a:lnTo>
                        <a:pt x="286" y="270"/>
                      </a:lnTo>
                      <a:lnTo>
                        <a:pt x="286" y="274"/>
                      </a:lnTo>
                      <a:lnTo>
                        <a:pt x="282" y="274"/>
                      </a:lnTo>
                      <a:lnTo>
                        <a:pt x="282" y="270"/>
                      </a:lnTo>
                      <a:lnTo>
                        <a:pt x="282" y="274"/>
                      </a:lnTo>
                      <a:lnTo>
                        <a:pt x="282" y="278"/>
                      </a:lnTo>
                      <a:lnTo>
                        <a:pt x="282" y="274"/>
                      </a:lnTo>
                      <a:lnTo>
                        <a:pt x="282" y="270"/>
                      </a:lnTo>
                      <a:lnTo>
                        <a:pt x="278" y="270"/>
                      </a:lnTo>
                      <a:lnTo>
                        <a:pt x="282" y="266"/>
                      </a:lnTo>
                      <a:lnTo>
                        <a:pt x="278" y="262"/>
                      </a:lnTo>
                      <a:lnTo>
                        <a:pt x="278" y="258"/>
                      </a:lnTo>
                      <a:lnTo>
                        <a:pt x="278" y="262"/>
                      </a:lnTo>
                      <a:lnTo>
                        <a:pt x="278" y="266"/>
                      </a:lnTo>
                      <a:lnTo>
                        <a:pt x="282" y="266"/>
                      </a:lnTo>
                      <a:lnTo>
                        <a:pt x="278" y="266"/>
                      </a:lnTo>
                      <a:lnTo>
                        <a:pt x="278" y="270"/>
                      </a:lnTo>
                      <a:lnTo>
                        <a:pt x="274" y="274"/>
                      </a:lnTo>
                      <a:lnTo>
                        <a:pt x="272" y="274"/>
                      </a:lnTo>
                      <a:lnTo>
                        <a:pt x="268" y="278"/>
                      </a:lnTo>
                      <a:lnTo>
                        <a:pt x="264" y="278"/>
                      </a:lnTo>
                      <a:lnTo>
                        <a:pt x="264" y="282"/>
                      </a:lnTo>
                      <a:lnTo>
                        <a:pt x="264" y="286"/>
                      </a:lnTo>
                      <a:lnTo>
                        <a:pt x="264" y="288"/>
                      </a:lnTo>
                      <a:lnTo>
                        <a:pt x="264" y="292"/>
                      </a:lnTo>
                      <a:lnTo>
                        <a:pt x="260" y="292"/>
                      </a:lnTo>
                      <a:lnTo>
                        <a:pt x="260" y="296"/>
                      </a:lnTo>
                      <a:lnTo>
                        <a:pt x="260" y="300"/>
                      </a:lnTo>
                      <a:lnTo>
                        <a:pt x="256" y="300"/>
                      </a:lnTo>
                      <a:lnTo>
                        <a:pt x="256" y="302"/>
                      </a:lnTo>
                      <a:lnTo>
                        <a:pt x="252" y="302"/>
                      </a:lnTo>
                      <a:lnTo>
                        <a:pt x="256" y="302"/>
                      </a:lnTo>
                      <a:lnTo>
                        <a:pt x="252" y="302"/>
                      </a:lnTo>
                      <a:lnTo>
                        <a:pt x="252" y="306"/>
                      </a:lnTo>
                      <a:lnTo>
                        <a:pt x="248" y="306"/>
                      </a:lnTo>
                      <a:lnTo>
                        <a:pt x="246" y="306"/>
                      </a:lnTo>
                      <a:lnTo>
                        <a:pt x="242" y="310"/>
                      </a:lnTo>
                      <a:lnTo>
                        <a:pt x="242" y="306"/>
                      </a:lnTo>
                      <a:lnTo>
                        <a:pt x="246" y="306"/>
                      </a:lnTo>
                      <a:lnTo>
                        <a:pt x="242" y="302"/>
                      </a:lnTo>
                      <a:lnTo>
                        <a:pt x="242" y="306"/>
                      </a:lnTo>
                      <a:lnTo>
                        <a:pt x="238" y="306"/>
                      </a:lnTo>
                      <a:lnTo>
                        <a:pt x="238" y="310"/>
                      </a:lnTo>
                      <a:lnTo>
                        <a:pt x="242" y="310"/>
                      </a:lnTo>
                      <a:lnTo>
                        <a:pt x="242" y="306"/>
                      </a:lnTo>
                      <a:lnTo>
                        <a:pt x="242" y="310"/>
                      </a:lnTo>
                      <a:lnTo>
                        <a:pt x="238" y="310"/>
                      </a:lnTo>
                      <a:lnTo>
                        <a:pt x="238" y="314"/>
                      </a:lnTo>
                      <a:lnTo>
                        <a:pt x="234" y="318"/>
                      </a:lnTo>
                      <a:lnTo>
                        <a:pt x="230" y="318"/>
                      </a:lnTo>
                      <a:lnTo>
                        <a:pt x="234" y="318"/>
                      </a:lnTo>
                      <a:lnTo>
                        <a:pt x="230" y="322"/>
                      </a:lnTo>
                      <a:lnTo>
                        <a:pt x="230" y="326"/>
                      </a:lnTo>
                      <a:lnTo>
                        <a:pt x="226" y="330"/>
                      </a:lnTo>
                      <a:lnTo>
                        <a:pt x="222" y="332"/>
                      </a:lnTo>
                      <a:lnTo>
                        <a:pt x="218" y="332"/>
                      </a:lnTo>
                      <a:lnTo>
                        <a:pt x="218" y="336"/>
                      </a:lnTo>
                      <a:lnTo>
                        <a:pt x="216" y="336"/>
                      </a:lnTo>
                      <a:lnTo>
                        <a:pt x="216" y="340"/>
                      </a:lnTo>
                      <a:lnTo>
                        <a:pt x="212" y="340"/>
                      </a:lnTo>
                      <a:lnTo>
                        <a:pt x="212" y="344"/>
                      </a:lnTo>
                      <a:lnTo>
                        <a:pt x="208" y="348"/>
                      </a:lnTo>
                      <a:lnTo>
                        <a:pt x="204" y="348"/>
                      </a:lnTo>
                      <a:lnTo>
                        <a:pt x="204" y="352"/>
                      </a:lnTo>
                      <a:lnTo>
                        <a:pt x="200" y="352"/>
                      </a:lnTo>
                      <a:lnTo>
                        <a:pt x="200" y="356"/>
                      </a:lnTo>
                      <a:lnTo>
                        <a:pt x="196" y="356"/>
                      </a:lnTo>
                      <a:lnTo>
                        <a:pt x="196" y="358"/>
                      </a:lnTo>
                      <a:lnTo>
                        <a:pt x="200" y="358"/>
                      </a:lnTo>
                      <a:lnTo>
                        <a:pt x="196" y="358"/>
                      </a:lnTo>
                      <a:lnTo>
                        <a:pt x="196" y="362"/>
                      </a:lnTo>
                      <a:lnTo>
                        <a:pt x="196" y="366"/>
                      </a:lnTo>
                      <a:lnTo>
                        <a:pt x="192" y="366"/>
                      </a:lnTo>
                      <a:lnTo>
                        <a:pt x="190" y="366"/>
                      </a:lnTo>
                      <a:lnTo>
                        <a:pt x="186" y="366"/>
                      </a:lnTo>
                      <a:lnTo>
                        <a:pt x="182" y="366"/>
                      </a:lnTo>
                      <a:lnTo>
                        <a:pt x="182" y="370"/>
                      </a:lnTo>
                      <a:lnTo>
                        <a:pt x="182" y="374"/>
                      </a:lnTo>
                      <a:lnTo>
                        <a:pt x="178" y="374"/>
                      </a:lnTo>
                      <a:lnTo>
                        <a:pt x="178" y="378"/>
                      </a:lnTo>
                      <a:lnTo>
                        <a:pt x="178" y="374"/>
                      </a:lnTo>
                      <a:lnTo>
                        <a:pt x="178" y="378"/>
                      </a:lnTo>
                      <a:lnTo>
                        <a:pt x="178" y="374"/>
                      </a:lnTo>
                      <a:lnTo>
                        <a:pt x="174" y="374"/>
                      </a:lnTo>
                      <a:lnTo>
                        <a:pt x="170" y="378"/>
                      </a:lnTo>
                      <a:lnTo>
                        <a:pt x="166" y="382"/>
                      </a:lnTo>
                      <a:lnTo>
                        <a:pt x="166" y="386"/>
                      </a:lnTo>
                      <a:lnTo>
                        <a:pt x="166" y="388"/>
                      </a:lnTo>
                      <a:lnTo>
                        <a:pt x="166" y="392"/>
                      </a:lnTo>
                      <a:lnTo>
                        <a:pt x="166" y="396"/>
                      </a:lnTo>
                      <a:lnTo>
                        <a:pt x="166" y="400"/>
                      </a:lnTo>
                      <a:lnTo>
                        <a:pt x="166" y="404"/>
                      </a:lnTo>
                      <a:lnTo>
                        <a:pt x="166" y="408"/>
                      </a:lnTo>
                      <a:lnTo>
                        <a:pt x="166" y="412"/>
                      </a:lnTo>
                      <a:lnTo>
                        <a:pt x="170" y="412"/>
                      </a:lnTo>
                      <a:lnTo>
                        <a:pt x="166" y="412"/>
                      </a:lnTo>
                      <a:lnTo>
                        <a:pt x="166" y="416"/>
                      </a:lnTo>
                      <a:lnTo>
                        <a:pt x="170" y="416"/>
                      </a:lnTo>
                      <a:lnTo>
                        <a:pt x="170" y="418"/>
                      </a:lnTo>
                      <a:lnTo>
                        <a:pt x="170" y="416"/>
                      </a:lnTo>
                      <a:lnTo>
                        <a:pt x="166" y="412"/>
                      </a:lnTo>
                      <a:lnTo>
                        <a:pt x="166" y="416"/>
                      </a:lnTo>
                      <a:lnTo>
                        <a:pt x="170" y="418"/>
                      </a:lnTo>
                      <a:lnTo>
                        <a:pt x="170" y="422"/>
                      </a:lnTo>
                      <a:lnTo>
                        <a:pt x="170" y="426"/>
                      </a:lnTo>
                      <a:lnTo>
                        <a:pt x="170" y="430"/>
                      </a:lnTo>
                      <a:lnTo>
                        <a:pt x="166" y="430"/>
                      </a:lnTo>
                      <a:lnTo>
                        <a:pt x="166" y="434"/>
                      </a:lnTo>
                      <a:lnTo>
                        <a:pt x="166" y="438"/>
                      </a:lnTo>
                      <a:lnTo>
                        <a:pt x="162" y="442"/>
                      </a:lnTo>
                      <a:lnTo>
                        <a:pt x="162" y="446"/>
                      </a:lnTo>
                      <a:lnTo>
                        <a:pt x="162" y="448"/>
                      </a:lnTo>
                      <a:lnTo>
                        <a:pt x="162" y="452"/>
                      </a:lnTo>
                      <a:lnTo>
                        <a:pt x="162" y="456"/>
                      </a:lnTo>
                      <a:lnTo>
                        <a:pt x="162" y="460"/>
                      </a:lnTo>
                      <a:lnTo>
                        <a:pt x="162" y="464"/>
                      </a:lnTo>
                      <a:lnTo>
                        <a:pt x="162" y="468"/>
                      </a:lnTo>
                      <a:lnTo>
                        <a:pt x="162" y="472"/>
                      </a:lnTo>
                      <a:lnTo>
                        <a:pt x="160" y="472"/>
                      </a:lnTo>
                      <a:lnTo>
                        <a:pt x="162" y="472"/>
                      </a:lnTo>
                      <a:lnTo>
                        <a:pt x="160" y="472"/>
                      </a:lnTo>
                      <a:lnTo>
                        <a:pt x="156" y="472"/>
                      </a:lnTo>
                      <a:lnTo>
                        <a:pt x="156" y="474"/>
                      </a:lnTo>
                      <a:lnTo>
                        <a:pt x="156" y="478"/>
                      </a:lnTo>
                      <a:lnTo>
                        <a:pt x="152" y="478"/>
                      </a:lnTo>
                      <a:lnTo>
                        <a:pt x="152" y="482"/>
                      </a:lnTo>
                      <a:lnTo>
                        <a:pt x="148" y="486"/>
                      </a:lnTo>
                      <a:lnTo>
                        <a:pt x="152" y="486"/>
                      </a:lnTo>
                      <a:lnTo>
                        <a:pt x="152" y="490"/>
                      </a:lnTo>
                      <a:lnTo>
                        <a:pt x="156" y="490"/>
                      </a:lnTo>
                      <a:lnTo>
                        <a:pt x="152" y="490"/>
                      </a:lnTo>
                      <a:lnTo>
                        <a:pt x="148" y="490"/>
                      </a:lnTo>
                      <a:lnTo>
                        <a:pt x="144" y="494"/>
                      </a:lnTo>
                      <a:lnTo>
                        <a:pt x="140" y="494"/>
                      </a:lnTo>
                      <a:lnTo>
                        <a:pt x="140" y="498"/>
                      </a:lnTo>
                      <a:lnTo>
                        <a:pt x="140" y="502"/>
                      </a:lnTo>
                      <a:lnTo>
                        <a:pt x="136" y="504"/>
                      </a:lnTo>
                      <a:lnTo>
                        <a:pt x="134" y="508"/>
                      </a:lnTo>
                      <a:lnTo>
                        <a:pt x="130" y="508"/>
                      </a:lnTo>
                      <a:lnTo>
                        <a:pt x="126" y="508"/>
                      </a:lnTo>
                      <a:lnTo>
                        <a:pt x="126" y="504"/>
                      </a:lnTo>
                      <a:lnTo>
                        <a:pt x="122" y="504"/>
                      </a:lnTo>
                      <a:lnTo>
                        <a:pt x="122" y="502"/>
                      </a:lnTo>
                      <a:lnTo>
                        <a:pt x="118" y="502"/>
                      </a:lnTo>
                      <a:lnTo>
                        <a:pt x="118" y="498"/>
                      </a:lnTo>
                      <a:lnTo>
                        <a:pt x="118" y="494"/>
                      </a:lnTo>
                      <a:lnTo>
                        <a:pt x="114" y="494"/>
                      </a:lnTo>
                      <a:lnTo>
                        <a:pt x="114" y="490"/>
                      </a:lnTo>
                      <a:lnTo>
                        <a:pt x="114" y="486"/>
                      </a:lnTo>
                      <a:lnTo>
                        <a:pt x="114" y="482"/>
                      </a:lnTo>
                      <a:lnTo>
                        <a:pt x="110" y="478"/>
                      </a:lnTo>
                      <a:lnTo>
                        <a:pt x="114" y="478"/>
                      </a:lnTo>
                      <a:lnTo>
                        <a:pt x="110" y="478"/>
                      </a:lnTo>
                      <a:lnTo>
                        <a:pt x="114" y="482"/>
                      </a:lnTo>
                      <a:lnTo>
                        <a:pt x="114" y="486"/>
                      </a:lnTo>
                      <a:lnTo>
                        <a:pt x="114" y="482"/>
                      </a:lnTo>
                      <a:lnTo>
                        <a:pt x="114" y="478"/>
                      </a:lnTo>
                      <a:lnTo>
                        <a:pt x="110" y="478"/>
                      </a:lnTo>
                      <a:lnTo>
                        <a:pt x="110" y="474"/>
                      </a:lnTo>
                      <a:lnTo>
                        <a:pt x="110" y="478"/>
                      </a:lnTo>
                      <a:lnTo>
                        <a:pt x="110" y="474"/>
                      </a:lnTo>
                      <a:lnTo>
                        <a:pt x="110" y="472"/>
                      </a:lnTo>
                      <a:lnTo>
                        <a:pt x="110" y="468"/>
                      </a:lnTo>
                      <a:lnTo>
                        <a:pt x="106" y="464"/>
                      </a:lnTo>
                      <a:lnTo>
                        <a:pt x="106" y="460"/>
                      </a:lnTo>
                      <a:lnTo>
                        <a:pt x="104" y="452"/>
                      </a:lnTo>
                      <a:lnTo>
                        <a:pt x="104" y="448"/>
                      </a:lnTo>
                      <a:lnTo>
                        <a:pt x="100" y="446"/>
                      </a:lnTo>
                      <a:lnTo>
                        <a:pt x="100" y="442"/>
                      </a:lnTo>
                      <a:lnTo>
                        <a:pt x="96" y="442"/>
                      </a:lnTo>
                      <a:lnTo>
                        <a:pt x="96" y="438"/>
                      </a:lnTo>
                      <a:lnTo>
                        <a:pt x="96" y="434"/>
                      </a:lnTo>
                      <a:lnTo>
                        <a:pt x="92" y="430"/>
                      </a:lnTo>
                      <a:lnTo>
                        <a:pt x="92" y="426"/>
                      </a:lnTo>
                      <a:lnTo>
                        <a:pt x="92" y="422"/>
                      </a:lnTo>
                      <a:lnTo>
                        <a:pt x="92" y="418"/>
                      </a:lnTo>
                      <a:lnTo>
                        <a:pt x="90" y="416"/>
                      </a:lnTo>
                      <a:lnTo>
                        <a:pt x="90" y="412"/>
                      </a:lnTo>
                      <a:lnTo>
                        <a:pt x="90" y="408"/>
                      </a:lnTo>
                      <a:lnTo>
                        <a:pt x="90" y="404"/>
                      </a:lnTo>
                      <a:lnTo>
                        <a:pt x="86" y="404"/>
                      </a:lnTo>
                      <a:lnTo>
                        <a:pt x="86" y="400"/>
                      </a:lnTo>
                      <a:lnTo>
                        <a:pt x="86" y="396"/>
                      </a:lnTo>
                      <a:lnTo>
                        <a:pt x="86" y="400"/>
                      </a:lnTo>
                      <a:lnTo>
                        <a:pt x="86" y="396"/>
                      </a:lnTo>
                      <a:lnTo>
                        <a:pt x="82" y="396"/>
                      </a:lnTo>
                      <a:lnTo>
                        <a:pt x="82" y="392"/>
                      </a:lnTo>
                      <a:lnTo>
                        <a:pt x="82" y="388"/>
                      </a:lnTo>
                      <a:lnTo>
                        <a:pt x="78" y="386"/>
                      </a:lnTo>
                      <a:lnTo>
                        <a:pt x="78" y="382"/>
                      </a:lnTo>
                      <a:lnTo>
                        <a:pt x="82" y="386"/>
                      </a:lnTo>
                      <a:lnTo>
                        <a:pt x="82" y="382"/>
                      </a:lnTo>
                      <a:lnTo>
                        <a:pt x="78" y="382"/>
                      </a:lnTo>
                      <a:lnTo>
                        <a:pt x="78" y="378"/>
                      </a:lnTo>
                      <a:lnTo>
                        <a:pt x="74" y="378"/>
                      </a:lnTo>
                      <a:lnTo>
                        <a:pt x="74" y="374"/>
                      </a:lnTo>
                      <a:lnTo>
                        <a:pt x="74" y="370"/>
                      </a:lnTo>
                      <a:lnTo>
                        <a:pt x="70" y="366"/>
                      </a:lnTo>
                      <a:lnTo>
                        <a:pt x="70" y="362"/>
                      </a:lnTo>
                      <a:lnTo>
                        <a:pt x="70" y="358"/>
                      </a:lnTo>
                      <a:lnTo>
                        <a:pt x="70" y="356"/>
                      </a:lnTo>
                      <a:lnTo>
                        <a:pt x="70" y="352"/>
                      </a:lnTo>
                      <a:lnTo>
                        <a:pt x="70" y="348"/>
                      </a:lnTo>
                      <a:lnTo>
                        <a:pt x="70" y="344"/>
                      </a:lnTo>
                      <a:lnTo>
                        <a:pt x="66" y="344"/>
                      </a:lnTo>
                      <a:lnTo>
                        <a:pt x="66" y="340"/>
                      </a:lnTo>
                      <a:lnTo>
                        <a:pt x="66" y="336"/>
                      </a:lnTo>
                      <a:lnTo>
                        <a:pt x="66" y="332"/>
                      </a:lnTo>
                      <a:lnTo>
                        <a:pt x="66" y="330"/>
                      </a:lnTo>
                      <a:lnTo>
                        <a:pt x="62" y="326"/>
                      </a:lnTo>
                      <a:lnTo>
                        <a:pt x="66" y="326"/>
                      </a:lnTo>
                      <a:lnTo>
                        <a:pt x="66" y="322"/>
                      </a:lnTo>
                      <a:lnTo>
                        <a:pt x="66" y="318"/>
                      </a:lnTo>
                      <a:lnTo>
                        <a:pt x="66" y="322"/>
                      </a:lnTo>
                      <a:lnTo>
                        <a:pt x="62" y="322"/>
                      </a:lnTo>
                      <a:lnTo>
                        <a:pt x="62" y="318"/>
                      </a:lnTo>
                      <a:lnTo>
                        <a:pt x="62" y="314"/>
                      </a:lnTo>
                      <a:lnTo>
                        <a:pt x="66" y="314"/>
                      </a:lnTo>
                      <a:lnTo>
                        <a:pt x="66" y="318"/>
                      </a:lnTo>
                      <a:lnTo>
                        <a:pt x="66" y="314"/>
                      </a:lnTo>
                      <a:lnTo>
                        <a:pt x="62" y="314"/>
                      </a:lnTo>
                      <a:lnTo>
                        <a:pt x="62" y="310"/>
                      </a:lnTo>
                      <a:lnTo>
                        <a:pt x="62" y="306"/>
                      </a:lnTo>
                      <a:lnTo>
                        <a:pt x="62" y="302"/>
                      </a:lnTo>
                      <a:lnTo>
                        <a:pt x="62" y="300"/>
                      </a:lnTo>
                      <a:lnTo>
                        <a:pt x="62" y="296"/>
                      </a:lnTo>
                      <a:lnTo>
                        <a:pt x="66" y="296"/>
                      </a:lnTo>
                      <a:lnTo>
                        <a:pt x="66" y="288"/>
                      </a:lnTo>
                      <a:lnTo>
                        <a:pt x="62" y="288"/>
                      </a:lnTo>
                      <a:lnTo>
                        <a:pt x="62" y="286"/>
                      </a:lnTo>
                      <a:lnTo>
                        <a:pt x="62" y="282"/>
                      </a:lnTo>
                      <a:lnTo>
                        <a:pt x="60" y="282"/>
                      </a:lnTo>
                      <a:lnTo>
                        <a:pt x="60" y="278"/>
                      </a:lnTo>
                      <a:lnTo>
                        <a:pt x="62" y="278"/>
                      </a:lnTo>
                      <a:lnTo>
                        <a:pt x="60" y="278"/>
                      </a:lnTo>
                      <a:lnTo>
                        <a:pt x="62" y="278"/>
                      </a:lnTo>
                      <a:lnTo>
                        <a:pt x="62" y="274"/>
                      </a:lnTo>
                      <a:lnTo>
                        <a:pt x="66" y="274"/>
                      </a:lnTo>
                      <a:lnTo>
                        <a:pt x="70" y="274"/>
                      </a:lnTo>
                      <a:lnTo>
                        <a:pt x="66" y="274"/>
                      </a:lnTo>
                      <a:lnTo>
                        <a:pt x="62" y="274"/>
                      </a:lnTo>
                      <a:lnTo>
                        <a:pt x="60" y="274"/>
                      </a:lnTo>
                      <a:lnTo>
                        <a:pt x="60" y="270"/>
                      </a:lnTo>
                      <a:lnTo>
                        <a:pt x="62" y="270"/>
                      </a:lnTo>
                      <a:lnTo>
                        <a:pt x="60" y="270"/>
                      </a:lnTo>
                      <a:lnTo>
                        <a:pt x="60" y="266"/>
                      </a:lnTo>
                      <a:lnTo>
                        <a:pt x="62" y="262"/>
                      </a:lnTo>
                      <a:lnTo>
                        <a:pt x="62" y="266"/>
                      </a:lnTo>
                      <a:lnTo>
                        <a:pt x="62" y="262"/>
                      </a:lnTo>
                      <a:lnTo>
                        <a:pt x="66" y="262"/>
                      </a:lnTo>
                      <a:lnTo>
                        <a:pt x="62" y="262"/>
                      </a:lnTo>
                      <a:lnTo>
                        <a:pt x="60" y="262"/>
                      </a:lnTo>
                      <a:lnTo>
                        <a:pt x="56" y="262"/>
                      </a:lnTo>
                      <a:lnTo>
                        <a:pt x="56" y="266"/>
                      </a:lnTo>
                      <a:lnTo>
                        <a:pt x="56" y="270"/>
                      </a:lnTo>
                      <a:lnTo>
                        <a:pt x="52" y="270"/>
                      </a:lnTo>
                      <a:lnTo>
                        <a:pt x="56" y="270"/>
                      </a:lnTo>
                      <a:lnTo>
                        <a:pt x="52" y="270"/>
                      </a:lnTo>
                      <a:lnTo>
                        <a:pt x="52" y="274"/>
                      </a:lnTo>
                      <a:lnTo>
                        <a:pt x="56" y="270"/>
                      </a:lnTo>
                      <a:lnTo>
                        <a:pt x="56" y="274"/>
                      </a:lnTo>
                      <a:lnTo>
                        <a:pt x="56" y="278"/>
                      </a:lnTo>
                      <a:lnTo>
                        <a:pt x="56" y="282"/>
                      </a:lnTo>
                      <a:lnTo>
                        <a:pt x="52" y="282"/>
                      </a:lnTo>
                      <a:lnTo>
                        <a:pt x="52" y="286"/>
                      </a:lnTo>
                      <a:lnTo>
                        <a:pt x="48" y="286"/>
                      </a:lnTo>
                      <a:lnTo>
                        <a:pt x="44" y="288"/>
                      </a:lnTo>
                      <a:lnTo>
                        <a:pt x="40" y="288"/>
                      </a:lnTo>
                      <a:lnTo>
                        <a:pt x="36" y="292"/>
                      </a:lnTo>
                      <a:lnTo>
                        <a:pt x="34" y="288"/>
                      </a:lnTo>
                      <a:lnTo>
                        <a:pt x="30" y="288"/>
                      </a:lnTo>
                      <a:lnTo>
                        <a:pt x="30" y="286"/>
                      </a:lnTo>
                      <a:lnTo>
                        <a:pt x="26" y="286"/>
                      </a:lnTo>
                      <a:lnTo>
                        <a:pt x="26" y="282"/>
                      </a:lnTo>
                      <a:lnTo>
                        <a:pt x="22" y="282"/>
                      </a:lnTo>
                      <a:lnTo>
                        <a:pt x="22" y="278"/>
                      </a:lnTo>
                      <a:lnTo>
                        <a:pt x="18" y="274"/>
                      </a:lnTo>
                      <a:lnTo>
                        <a:pt x="14" y="270"/>
                      </a:lnTo>
                      <a:lnTo>
                        <a:pt x="10" y="266"/>
                      </a:lnTo>
                      <a:lnTo>
                        <a:pt x="10" y="262"/>
                      </a:lnTo>
                      <a:lnTo>
                        <a:pt x="10" y="258"/>
                      </a:lnTo>
                      <a:lnTo>
                        <a:pt x="10" y="262"/>
                      </a:lnTo>
                      <a:lnTo>
                        <a:pt x="14" y="262"/>
                      </a:lnTo>
                      <a:lnTo>
                        <a:pt x="10" y="262"/>
                      </a:lnTo>
                      <a:lnTo>
                        <a:pt x="14" y="262"/>
                      </a:lnTo>
                      <a:lnTo>
                        <a:pt x="18" y="262"/>
                      </a:lnTo>
                      <a:lnTo>
                        <a:pt x="22" y="262"/>
                      </a:lnTo>
                      <a:lnTo>
                        <a:pt x="22" y="258"/>
                      </a:lnTo>
                      <a:lnTo>
                        <a:pt x="26" y="258"/>
                      </a:lnTo>
                      <a:lnTo>
                        <a:pt x="30" y="256"/>
                      </a:lnTo>
                      <a:lnTo>
                        <a:pt x="30" y="252"/>
                      </a:lnTo>
                      <a:lnTo>
                        <a:pt x="34" y="252"/>
                      </a:lnTo>
                      <a:lnTo>
                        <a:pt x="34" y="248"/>
                      </a:lnTo>
                      <a:lnTo>
                        <a:pt x="30" y="248"/>
                      </a:lnTo>
                      <a:lnTo>
                        <a:pt x="30" y="252"/>
                      </a:lnTo>
                      <a:lnTo>
                        <a:pt x="22" y="252"/>
                      </a:lnTo>
                      <a:lnTo>
                        <a:pt x="22" y="256"/>
                      </a:lnTo>
                      <a:lnTo>
                        <a:pt x="18" y="256"/>
                      </a:lnTo>
                      <a:lnTo>
                        <a:pt x="14" y="256"/>
                      </a:lnTo>
                      <a:lnTo>
                        <a:pt x="14" y="252"/>
                      </a:lnTo>
                      <a:lnTo>
                        <a:pt x="10" y="252"/>
                      </a:lnTo>
                      <a:lnTo>
                        <a:pt x="6" y="252"/>
                      </a:lnTo>
                      <a:lnTo>
                        <a:pt x="6" y="248"/>
                      </a:lnTo>
                      <a:lnTo>
                        <a:pt x="4" y="244"/>
                      </a:lnTo>
                      <a:lnTo>
                        <a:pt x="4" y="240"/>
                      </a:lnTo>
                      <a:lnTo>
                        <a:pt x="4" y="236"/>
                      </a:lnTo>
                      <a:lnTo>
                        <a:pt x="6" y="236"/>
                      </a:lnTo>
                      <a:lnTo>
                        <a:pt x="4" y="236"/>
                      </a:lnTo>
                      <a:lnTo>
                        <a:pt x="0" y="240"/>
                      </a:lnTo>
                      <a:lnTo>
                        <a:pt x="0" y="236"/>
                      </a:lnTo>
                      <a:lnTo>
                        <a:pt x="0" y="236"/>
                      </a:lnTo>
                      <a:lnTo>
                        <a:pt x="0" y="236"/>
                      </a:lnTo>
                      <a:close/>
                      <a:moveTo>
                        <a:pt x="282" y="270"/>
                      </a:moveTo>
                      <a:lnTo>
                        <a:pt x="282" y="274"/>
                      </a:lnTo>
                      <a:lnTo>
                        <a:pt x="278" y="274"/>
                      </a:lnTo>
                      <a:lnTo>
                        <a:pt x="278" y="270"/>
                      </a:lnTo>
                      <a:lnTo>
                        <a:pt x="282" y="270"/>
                      </a:lnTo>
                      <a:lnTo>
                        <a:pt x="282" y="270"/>
                      </a:lnTo>
                      <a:lnTo>
                        <a:pt x="282" y="270"/>
                      </a:lnTo>
                      <a:close/>
                      <a:moveTo>
                        <a:pt x="346" y="442"/>
                      </a:moveTo>
                      <a:lnTo>
                        <a:pt x="346" y="438"/>
                      </a:lnTo>
                      <a:lnTo>
                        <a:pt x="350" y="438"/>
                      </a:lnTo>
                      <a:lnTo>
                        <a:pt x="346" y="442"/>
                      </a:lnTo>
                      <a:lnTo>
                        <a:pt x="346" y="442"/>
                      </a:lnTo>
                      <a:lnTo>
                        <a:pt x="346" y="442"/>
                      </a:lnTo>
                      <a:close/>
                      <a:moveTo>
                        <a:pt x="346" y="452"/>
                      </a:moveTo>
                      <a:lnTo>
                        <a:pt x="342" y="452"/>
                      </a:lnTo>
                      <a:lnTo>
                        <a:pt x="346" y="452"/>
                      </a:lnTo>
                      <a:lnTo>
                        <a:pt x="346" y="452"/>
                      </a:lnTo>
                      <a:lnTo>
                        <a:pt x="346" y="452"/>
                      </a:lnTo>
                      <a:close/>
                      <a:moveTo>
                        <a:pt x="346" y="490"/>
                      </a:moveTo>
                      <a:lnTo>
                        <a:pt x="346" y="494"/>
                      </a:lnTo>
                      <a:lnTo>
                        <a:pt x="346" y="490"/>
                      </a:lnTo>
                      <a:lnTo>
                        <a:pt x="346" y="490"/>
                      </a:lnTo>
                      <a:lnTo>
                        <a:pt x="346" y="490"/>
                      </a:lnTo>
                      <a:close/>
                      <a:moveTo>
                        <a:pt x="66" y="504"/>
                      </a:moveTo>
                      <a:lnTo>
                        <a:pt x="66" y="508"/>
                      </a:lnTo>
                      <a:lnTo>
                        <a:pt x="66" y="504"/>
                      </a:lnTo>
                      <a:lnTo>
                        <a:pt x="66" y="504"/>
                      </a:lnTo>
                      <a:lnTo>
                        <a:pt x="66" y="504"/>
                      </a:lnTo>
                      <a:close/>
                      <a:moveTo>
                        <a:pt x="358" y="508"/>
                      </a:moveTo>
                      <a:lnTo>
                        <a:pt x="358" y="512"/>
                      </a:lnTo>
                      <a:lnTo>
                        <a:pt x="358" y="508"/>
                      </a:lnTo>
                      <a:lnTo>
                        <a:pt x="358" y="508"/>
                      </a:lnTo>
                      <a:lnTo>
                        <a:pt x="358" y="508"/>
                      </a:lnTo>
                      <a:close/>
                      <a:moveTo>
                        <a:pt x="354" y="512"/>
                      </a:moveTo>
                      <a:lnTo>
                        <a:pt x="358" y="512"/>
                      </a:lnTo>
                      <a:lnTo>
                        <a:pt x="354" y="512"/>
                      </a:lnTo>
                      <a:lnTo>
                        <a:pt x="354" y="512"/>
                      </a:lnTo>
                      <a:lnTo>
                        <a:pt x="354" y="512"/>
                      </a:lnTo>
                      <a:close/>
                      <a:moveTo>
                        <a:pt x="360" y="524"/>
                      </a:moveTo>
                      <a:lnTo>
                        <a:pt x="358" y="524"/>
                      </a:lnTo>
                      <a:lnTo>
                        <a:pt x="360" y="524"/>
                      </a:lnTo>
                      <a:lnTo>
                        <a:pt x="360" y="520"/>
                      </a:lnTo>
                      <a:lnTo>
                        <a:pt x="360" y="524"/>
                      </a:lnTo>
                      <a:lnTo>
                        <a:pt x="360" y="524"/>
                      </a:lnTo>
                      <a:lnTo>
                        <a:pt x="360" y="524"/>
                      </a:lnTo>
                      <a:close/>
                      <a:moveTo>
                        <a:pt x="346" y="426"/>
                      </a:moveTo>
                      <a:lnTo>
                        <a:pt x="346" y="422"/>
                      </a:lnTo>
                      <a:lnTo>
                        <a:pt x="346" y="418"/>
                      </a:lnTo>
                      <a:lnTo>
                        <a:pt x="350" y="418"/>
                      </a:lnTo>
                      <a:lnTo>
                        <a:pt x="350" y="416"/>
                      </a:lnTo>
                      <a:lnTo>
                        <a:pt x="350" y="418"/>
                      </a:lnTo>
                      <a:lnTo>
                        <a:pt x="350" y="422"/>
                      </a:lnTo>
                      <a:lnTo>
                        <a:pt x="350" y="426"/>
                      </a:lnTo>
                      <a:lnTo>
                        <a:pt x="350" y="422"/>
                      </a:lnTo>
                      <a:lnTo>
                        <a:pt x="346" y="426"/>
                      </a:lnTo>
                      <a:lnTo>
                        <a:pt x="346" y="426"/>
                      </a:lnTo>
                      <a:lnTo>
                        <a:pt x="346" y="426"/>
                      </a:lnTo>
                      <a:close/>
                      <a:moveTo>
                        <a:pt x="346" y="438"/>
                      </a:moveTo>
                      <a:lnTo>
                        <a:pt x="346" y="434"/>
                      </a:lnTo>
                      <a:lnTo>
                        <a:pt x="346" y="430"/>
                      </a:lnTo>
                      <a:lnTo>
                        <a:pt x="346" y="426"/>
                      </a:lnTo>
                      <a:lnTo>
                        <a:pt x="350" y="426"/>
                      </a:lnTo>
                      <a:lnTo>
                        <a:pt x="350" y="430"/>
                      </a:lnTo>
                      <a:lnTo>
                        <a:pt x="350" y="434"/>
                      </a:lnTo>
                      <a:lnTo>
                        <a:pt x="346" y="434"/>
                      </a:lnTo>
                      <a:lnTo>
                        <a:pt x="346" y="438"/>
                      </a:lnTo>
                      <a:lnTo>
                        <a:pt x="350" y="438"/>
                      </a:lnTo>
                      <a:lnTo>
                        <a:pt x="346" y="438"/>
                      </a:lnTo>
                      <a:lnTo>
                        <a:pt x="346" y="438"/>
                      </a:lnTo>
                      <a:lnTo>
                        <a:pt x="346" y="438"/>
                      </a:lnTo>
                      <a:close/>
                      <a:moveTo>
                        <a:pt x="346" y="442"/>
                      </a:moveTo>
                      <a:lnTo>
                        <a:pt x="346" y="446"/>
                      </a:lnTo>
                      <a:lnTo>
                        <a:pt x="346" y="448"/>
                      </a:lnTo>
                      <a:lnTo>
                        <a:pt x="346" y="452"/>
                      </a:lnTo>
                      <a:lnTo>
                        <a:pt x="342" y="448"/>
                      </a:lnTo>
                      <a:lnTo>
                        <a:pt x="342" y="446"/>
                      </a:lnTo>
                      <a:lnTo>
                        <a:pt x="346" y="446"/>
                      </a:lnTo>
                      <a:lnTo>
                        <a:pt x="346" y="442"/>
                      </a:lnTo>
                      <a:lnTo>
                        <a:pt x="346" y="438"/>
                      </a:lnTo>
                      <a:lnTo>
                        <a:pt x="346" y="442"/>
                      </a:lnTo>
                      <a:lnTo>
                        <a:pt x="346" y="438"/>
                      </a:lnTo>
                      <a:lnTo>
                        <a:pt x="346" y="442"/>
                      </a:lnTo>
                      <a:lnTo>
                        <a:pt x="346" y="442"/>
                      </a:lnTo>
                      <a:lnTo>
                        <a:pt x="346" y="442"/>
                      </a:lnTo>
                      <a:close/>
                      <a:moveTo>
                        <a:pt x="342" y="464"/>
                      </a:moveTo>
                      <a:lnTo>
                        <a:pt x="342" y="468"/>
                      </a:lnTo>
                      <a:lnTo>
                        <a:pt x="338" y="468"/>
                      </a:lnTo>
                      <a:lnTo>
                        <a:pt x="338" y="464"/>
                      </a:lnTo>
                      <a:lnTo>
                        <a:pt x="342" y="464"/>
                      </a:lnTo>
                      <a:lnTo>
                        <a:pt x="342" y="460"/>
                      </a:lnTo>
                      <a:lnTo>
                        <a:pt x="342" y="464"/>
                      </a:lnTo>
                      <a:lnTo>
                        <a:pt x="342" y="464"/>
                      </a:lnTo>
                      <a:lnTo>
                        <a:pt x="342" y="464"/>
                      </a:lnTo>
                      <a:close/>
                      <a:moveTo>
                        <a:pt x="360" y="528"/>
                      </a:moveTo>
                      <a:lnTo>
                        <a:pt x="360" y="532"/>
                      </a:lnTo>
                      <a:lnTo>
                        <a:pt x="360" y="534"/>
                      </a:lnTo>
                      <a:lnTo>
                        <a:pt x="360" y="532"/>
                      </a:lnTo>
                      <a:lnTo>
                        <a:pt x="360" y="528"/>
                      </a:lnTo>
                      <a:lnTo>
                        <a:pt x="358" y="528"/>
                      </a:lnTo>
                      <a:lnTo>
                        <a:pt x="360" y="524"/>
                      </a:lnTo>
                      <a:lnTo>
                        <a:pt x="360" y="528"/>
                      </a:lnTo>
                      <a:lnTo>
                        <a:pt x="360" y="528"/>
                      </a:lnTo>
                      <a:lnTo>
                        <a:pt x="360" y="528"/>
                      </a:lnTo>
                      <a:close/>
                    </a:path>
                  </a:pathLst>
                </a:custGeom>
                <a:grpFill/>
                <a:ln w="3175">
                  <a:solidFill>
                    <a:schemeClr val="bg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000" b="0" i="0" u="none" strike="noStrike" kern="1200" cap="none" spc="0" normalizeH="0" baseline="0" noProof="0">
                    <a:ln>
                      <a:noFill/>
                    </a:ln>
                    <a:solidFill>
                      <a:srgbClr val="000000"/>
                    </a:solidFill>
                    <a:effectLst/>
                    <a:uLnTx/>
                    <a:uFillTx/>
                    <a:latin typeface="Segoe UI" panose="020B0502040204020203" pitchFamily="34" charset="0"/>
                    <a:ea typeface="游ゴシック"/>
                    <a:cs typeface="Segoe UI" panose="020B0502040204020203" pitchFamily="34" charset="0"/>
                    <a:sym typeface="+mn-lt"/>
                  </a:endParaRPr>
                </a:p>
              </p:txBody>
            </p:sp>
          </p:grpSp>
        </p:grpSp>
        <p:cxnSp>
          <p:nvCxnSpPr>
            <p:cNvPr id="32" name="Straight Connector 447">
              <a:extLst>
                <a:ext uri="{FF2B5EF4-FFF2-40B4-BE49-F238E27FC236}">
                  <a16:creationId xmlns:a16="http://schemas.microsoft.com/office/drawing/2014/main" id="{4232AF3F-F7C5-F6CD-A853-E2864E74D444}"/>
                </a:ext>
              </a:extLst>
            </p:cNvPr>
            <p:cNvCxnSpPr>
              <a:cxnSpLocks/>
              <a:stCxn id="34" idx="1"/>
            </p:cNvCxnSpPr>
            <p:nvPr/>
          </p:nvCxnSpPr>
          <p:spPr bwMode="gray">
            <a:xfrm flipH="1">
              <a:off x="10250542" y="1088609"/>
              <a:ext cx="71732" cy="276776"/>
            </a:xfrm>
            <a:prstGeom prst="line">
              <a:avLst/>
            </a:prstGeom>
            <a:ln w="19050" cap="rnd">
              <a:solidFill>
                <a:schemeClr val="tx2"/>
              </a:solidFill>
              <a:tailEnd type="oval" w="lg" len="lg"/>
            </a:ln>
          </p:spPr>
          <p:style>
            <a:lnRef idx="1">
              <a:schemeClr val="accent1"/>
            </a:lnRef>
            <a:fillRef idx="0">
              <a:schemeClr val="accent1"/>
            </a:fillRef>
            <a:effectRef idx="0">
              <a:schemeClr val="accent1"/>
            </a:effectRef>
            <a:fontRef idx="minor">
              <a:schemeClr val="tx1"/>
            </a:fontRef>
          </p:style>
        </p:cxnSp>
        <p:cxnSp>
          <p:nvCxnSpPr>
            <p:cNvPr id="33" name="Straight Connector 452">
              <a:extLst>
                <a:ext uri="{FF2B5EF4-FFF2-40B4-BE49-F238E27FC236}">
                  <a16:creationId xmlns:a16="http://schemas.microsoft.com/office/drawing/2014/main" id="{4FEEE612-8E14-B38F-EC87-8BF270DD4F8D}"/>
                </a:ext>
              </a:extLst>
            </p:cNvPr>
            <p:cNvCxnSpPr>
              <a:cxnSpLocks/>
            </p:cNvCxnSpPr>
            <p:nvPr/>
          </p:nvCxnSpPr>
          <p:spPr bwMode="gray">
            <a:xfrm flipV="1">
              <a:off x="7963079" y="1244276"/>
              <a:ext cx="6476" cy="605366"/>
            </a:xfrm>
            <a:prstGeom prst="line">
              <a:avLst/>
            </a:prstGeom>
            <a:ln w="19050">
              <a:solidFill>
                <a:schemeClr val="tx1"/>
              </a:solidFill>
              <a:tailEnd type="oval" w="lg" len="lg"/>
            </a:ln>
          </p:spPr>
          <p:style>
            <a:lnRef idx="1">
              <a:schemeClr val="accent1"/>
            </a:lnRef>
            <a:fillRef idx="0">
              <a:schemeClr val="accent1"/>
            </a:fillRef>
            <a:effectRef idx="0">
              <a:schemeClr val="accent1"/>
            </a:effectRef>
            <a:fontRef idx="minor">
              <a:schemeClr val="tx1"/>
            </a:fontRef>
          </p:style>
        </p:cxnSp>
        <p:pic>
          <p:nvPicPr>
            <p:cNvPr id="34" name="Picture 4">
              <a:extLst>
                <a:ext uri="{FF2B5EF4-FFF2-40B4-BE49-F238E27FC236}">
                  <a16:creationId xmlns:a16="http://schemas.microsoft.com/office/drawing/2014/main" id="{7CE80816-3CFB-5A42-3373-B0CF04B5F909}"/>
                </a:ext>
              </a:extLst>
            </p:cNvPr>
            <p:cNvPicPr>
              <a:picLocks noChangeAspect="1"/>
            </p:cNvPicPr>
            <p:nvPr/>
          </p:nvPicPr>
          <p:blipFill rotWithShape="1">
            <a:blip r:embed="rId6" cstate="email">
              <a:extLst>
                <a:ext uri="{28A0092B-C50C-407E-A947-70E740481C1C}">
                  <a14:useLocalDpi xmlns:a14="http://schemas.microsoft.com/office/drawing/2010/main"/>
                </a:ext>
              </a:extLst>
            </a:blip>
            <a:srcRect t="5202" b="2433"/>
            <a:stretch/>
          </p:blipFill>
          <p:spPr>
            <a:xfrm>
              <a:off x="10322274" y="865144"/>
              <a:ext cx="868890" cy="446929"/>
            </a:xfrm>
            <a:prstGeom prst="rect">
              <a:avLst/>
            </a:prstGeom>
            <a:ln>
              <a:noFill/>
            </a:ln>
            <a:effectLst>
              <a:outerShdw blurRad="190500" algn="tl" rotWithShape="0">
                <a:srgbClr val="000000">
                  <a:alpha val="70000"/>
                </a:srgbClr>
              </a:outerShdw>
            </a:effectLst>
          </p:spPr>
        </p:pic>
        <p:pic>
          <p:nvPicPr>
            <p:cNvPr id="35" name="Picture 53">
              <a:extLst>
                <a:ext uri="{FF2B5EF4-FFF2-40B4-BE49-F238E27FC236}">
                  <a16:creationId xmlns:a16="http://schemas.microsoft.com/office/drawing/2014/main" id="{5A2AABDF-B87D-382C-3441-AAF43FCFC728}"/>
                </a:ext>
              </a:extLst>
            </p:cNvPr>
            <p:cNvPicPr>
              <a:picLocks noChangeAspect="1"/>
            </p:cNvPicPr>
            <p:nvPr/>
          </p:nvPicPr>
          <p:blipFill rotWithShape="1">
            <a:blip r:embed="rId7" cstate="email">
              <a:extLst>
                <a:ext uri="{28A0092B-C50C-407E-A947-70E740481C1C}">
                  <a14:useLocalDpi xmlns:a14="http://schemas.microsoft.com/office/drawing/2010/main"/>
                </a:ext>
              </a:extLst>
            </a:blip>
            <a:srcRect/>
            <a:stretch/>
          </p:blipFill>
          <p:spPr>
            <a:xfrm>
              <a:off x="7621436" y="1663442"/>
              <a:ext cx="848458" cy="419944"/>
            </a:xfrm>
            <a:prstGeom prst="rect">
              <a:avLst/>
            </a:prstGeom>
            <a:ln>
              <a:noFill/>
            </a:ln>
            <a:effectLst>
              <a:outerShdw blurRad="190500" algn="tl" rotWithShape="0">
                <a:srgbClr val="000000">
                  <a:alpha val="70000"/>
                </a:srgbClr>
              </a:outerShdw>
            </a:effectLst>
          </p:spPr>
        </p:pic>
        <p:cxnSp>
          <p:nvCxnSpPr>
            <p:cNvPr id="36" name="Straight Connector 452">
              <a:extLst>
                <a:ext uri="{FF2B5EF4-FFF2-40B4-BE49-F238E27FC236}">
                  <a16:creationId xmlns:a16="http://schemas.microsoft.com/office/drawing/2014/main" id="{6C17BC37-C36A-3D4C-456E-3145909CD115}"/>
                </a:ext>
              </a:extLst>
            </p:cNvPr>
            <p:cNvCxnSpPr>
              <a:cxnSpLocks/>
            </p:cNvCxnSpPr>
            <p:nvPr/>
          </p:nvCxnSpPr>
          <p:spPr bwMode="gray">
            <a:xfrm flipH="1" flipV="1">
              <a:off x="9125852" y="1402623"/>
              <a:ext cx="172152" cy="197896"/>
            </a:xfrm>
            <a:prstGeom prst="line">
              <a:avLst/>
            </a:prstGeom>
            <a:ln w="19050">
              <a:solidFill>
                <a:schemeClr val="accent1"/>
              </a:solidFill>
              <a:tailEnd type="oval" w="lg" len="lg"/>
            </a:ln>
          </p:spPr>
          <p:style>
            <a:lnRef idx="1">
              <a:schemeClr val="accent1"/>
            </a:lnRef>
            <a:fillRef idx="0">
              <a:schemeClr val="accent1"/>
            </a:fillRef>
            <a:effectRef idx="0">
              <a:schemeClr val="accent1"/>
            </a:effectRef>
            <a:fontRef idx="minor">
              <a:schemeClr val="tx1"/>
            </a:fontRef>
          </p:style>
        </p:cxnSp>
        <p:sp>
          <p:nvSpPr>
            <p:cNvPr id="37" name="TextBox 25">
              <a:extLst>
                <a:ext uri="{FF2B5EF4-FFF2-40B4-BE49-F238E27FC236}">
                  <a16:creationId xmlns:a16="http://schemas.microsoft.com/office/drawing/2014/main" id="{4E568EE0-3CC5-F81F-6595-DC8AC59244CB}"/>
                </a:ext>
              </a:extLst>
            </p:cNvPr>
            <p:cNvSpPr txBox="1"/>
            <p:nvPr/>
          </p:nvSpPr>
          <p:spPr>
            <a:xfrm>
              <a:off x="10764046" y="1359868"/>
              <a:ext cx="936976" cy="174028"/>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1050" b="1" i="0" u="none" strike="noStrike" kern="1200" cap="none" spc="0" normalizeH="0" baseline="0" noProof="0">
                  <a:ln>
                    <a:noFill/>
                  </a:ln>
                  <a:solidFill>
                    <a:srgbClr val="000000"/>
                  </a:solidFill>
                  <a:effectLst/>
                  <a:uLnTx/>
                  <a:uFillTx/>
                  <a:latin typeface="Segoe UI" panose="020B0502040204020203" pitchFamily="34" charset="0"/>
                  <a:ea typeface="Yu Gothic UI" panose="020B0500000000000000" pitchFamily="50" charset="-128"/>
                  <a:cs typeface="Segoe UI" panose="020B0502040204020203" pitchFamily="34" charset="0"/>
                </a:rPr>
                <a:t>The Smart Factory </a:t>
              </a:r>
              <a:br>
                <a:rPr kumimoji="0" lang="en-US" sz="1050" b="1" i="0" u="none" strike="noStrike" kern="1200" cap="none" spc="0" normalizeH="0" baseline="0" noProof="0">
                  <a:ln>
                    <a:noFill/>
                  </a:ln>
                  <a:solidFill>
                    <a:srgbClr val="000000"/>
                  </a:solidFill>
                  <a:effectLst/>
                  <a:uLnTx/>
                  <a:uFillTx/>
                  <a:latin typeface="Segoe UI" panose="020B0502040204020203" pitchFamily="34" charset="0"/>
                  <a:ea typeface="Yu Gothic UI" panose="020B0500000000000000" pitchFamily="50" charset="-128"/>
                  <a:cs typeface="Segoe UI" panose="020B0502040204020203" pitchFamily="34" charset="0"/>
                </a:rPr>
              </a:br>
              <a:r>
                <a:rPr kumimoji="0" lang="en-US" sz="1050" b="1" i="0" u="none" strike="noStrike" kern="1200" cap="none" spc="0" normalizeH="0" baseline="0" noProof="0">
                  <a:ln>
                    <a:noFill/>
                  </a:ln>
                  <a:solidFill>
                    <a:srgbClr val="000000"/>
                  </a:solidFill>
                  <a:effectLst/>
                  <a:uLnTx/>
                  <a:uFillTx/>
                  <a:latin typeface="Segoe UI" panose="020B0502040204020203" pitchFamily="34" charset="0"/>
                  <a:ea typeface="Yu Gothic UI" panose="020B0500000000000000" pitchFamily="50" charset="-128"/>
                  <a:cs typeface="Segoe UI" panose="020B0502040204020203" pitchFamily="34" charset="0"/>
                </a:rPr>
                <a:t>@ Wichita </a:t>
              </a:r>
            </a:p>
          </p:txBody>
        </p:sp>
        <p:sp>
          <p:nvSpPr>
            <p:cNvPr id="38" name="TextBox 35">
              <a:extLst>
                <a:ext uri="{FF2B5EF4-FFF2-40B4-BE49-F238E27FC236}">
                  <a16:creationId xmlns:a16="http://schemas.microsoft.com/office/drawing/2014/main" id="{D1F47331-68BB-8DA6-02CB-85C5EBD5E6EB}"/>
                </a:ext>
              </a:extLst>
            </p:cNvPr>
            <p:cNvSpPr txBox="1"/>
            <p:nvPr/>
          </p:nvSpPr>
          <p:spPr>
            <a:xfrm>
              <a:off x="6706919" y="1048611"/>
              <a:ext cx="930456" cy="17402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1050" b="1" i="0" u="none" strike="noStrike" kern="1200" cap="none" spc="0" normalizeH="0" baseline="0" noProof="0">
                  <a:ln>
                    <a:noFill/>
                  </a:ln>
                  <a:solidFill>
                    <a:srgbClr val="000000"/>
                  </a:solidFill>
                  <a:effectLst/>
                  <a:uLnTx/>
                  <a:uFillTx/>
                  <a:latin typeface="Segoe UI" panose="020B0502040204020203" pitchFamily="34" charset="0"/>
                  <a:ea typeface="Yu Gothic UI" panose="020B0500000000000000" pitchFamily="50" charset="-128"/>
                  <a:cs typeface="Segoe UI" panose="020B0502040204020203" pitchFamily="34" charset="0"/>
                </a:rPr>
                <a:t>The Smart Factory </a:t>
              </a:r>
              <a:br>
                <a:rPr kumimoji="0" lang="en-US" sz="1050" b="1" i="0" u="none" strike="noStrike" kern="1200" cap="none" spc="0" normalizeH="0" baseline="0" noProof="0">
                  <a:ln>
                    <a:noFill/>
                  </a:ln>
                  <a:solidFill>
                    <a:srgbClr val="000000"/>
                  </a:solidFill>
                  <a:effectLst/>
                  <a:uLnTx/>
                  <a:uFillTx/>
                  <a:latin typeface="Segoe UI" panose="020B0502040204020203" pitchFamily="34" charset="0"/>
                  <a:ea typeface="Yu Gothic UI" panose="020B0500000000000000" pitchFamily="50" charset="-128"/>
                  <a:cs typeface="Segoe UI" panose="020B0502040204020203" pitchFamily="34" charset="0"/>
                </a:rPr>
              </a:br>
              <a:r>
                <a:rPr kumimoji="0" lang="en-US" sz="1050" b="1" i="0" u="none" strike="noStrike" kern="1200" cap="none" spc="0" normalizeH="0" baseline="0" noProof="0">
                  <a:ln>
                    <a:noFill/>
                  </a:ln>
                  <a:solidFill>
                    <a:srgbClr val="000000"/>
                  </a:solidFill>
                  <a:effectLst/>
                  <a:uLnTx/>
                  <a:uFillTx/>
                  <a:latin typeface="Segoe UI" panose="020B0502040204020203" pitchFamily="34" charset="0"/>
                  <a:ea typeface="Yu Gothic UI" panose="020B0500000000000000" pitchFamily="50" charset="-128"/>
                  <a:cs typeface="Segoe UI" panose="020B0502040204020203" pitchFamily="34" charset="0"/>
                </a:rPr>
                <a:t>@ Dusseldorf</a:t>
              </a:r>
            </a:p>
          </p:txBody>
        </p:sp>
        <p:pic>
          <p:nvPicPr>
            <p:cNvPr id="40" name="図 7">
              <a:extLst>
                <a:ext uri="{FF2B5EF4-FFF2-40B4-BE49-F238E27FC236}">
                  <a16:creationId xmlns:a16="http://schemas.microsoft.com/office/drawing/2014/main" id="{6AAFE0DA-F1D4-9D7C-7FF7-7DF53A9F8F34}"/>
                </a:ext>
              </a:extLst>
            </p:cNvPr>
            <p:cNvPicPr>
              <a:picLocks/>
            </p:cNvPicPr>
            <p:nvPr/>
          </p:nvPicPr>
          <p:blipFill>
            <a:blip r:embed="rId8" cstate="email">
              <a:extLst>
                <a:ext uri="{28A0092B-C50C-407E-A947-70E740481C1C}">
                  <a14:useLocalDpi xmlns:a14="http://schemas.microsoft.com/office/drawing/2010/main"/>
                </a:ext>
              </a:extLst>
            </a:blip>
            <a:stretch>
              <a:fillRect/>
            </a:stretch>
          </p:blipFill>
          <p:spPr>
            <a:xfrm>
              <a:off x="9140064" y="1652108"/>
              <a:ext cx="979299" cy="505111"/>
            </a:xfrm>
            <a:prstGeom prst="rect">
              <a:avLst/>
            </a:prstGeom>
            <a:ln>
              <a:noFill/>
            </a:ln>
            <a:effectLst>
              <a:outerShdw blurRad="190500" algn="tl" rotWithShape="0">
                <a:srgbClr val="000000">
                  <a:alpha val="70000"/>
                </a:srgbClr>
              </a:outerShdw>
            </a:effectLst>
          </p:spPr>
        </p:pic>
      </p:grpSp>
      <p:sp>
        <p:nvSpPr>
          <p:cNvPr id="42" name="TextBox 35">
            <a:extLst>
              <a:ext uri="{FF2B5EF4-FFF2-40B4-BE49-F238E27FC236}">
                <a16:creationId xmlns:a16="http://schemas.microsoft.com/office/drawing/2014/main" id="{18E6195A-FB41-9C21-7C2F-6540EABE1D46}"/>
              </a:ext>
            </a:extLst>
          </p:cNvPr>
          <p:cNvSpPr txBox="1"/>
          <p:nvPr/>
        </p:nvSpPr>
        <p:spPr>
          <a:xfrm>
            <a:off x="7869588" y="2992444"/>
            <a:ext cx="3585975" cy="275180"/>
          </a:xfrm>
          <a:prstGeom prst="rect">
            <a:avLst/>
          </a:prstGeom>
          <a:noFill/>
        </p:spPr>
        <p:txBody>
          <a:bodyPr wrap="square" lIns="0" tIns="0" rIns="0" bIns="0" rtlCol="0">
            <a:spAutoFit/>
          </a:bodyPr>
          <a:lstStyle>
            <a:defPPr>
              <a:defRPr lang="ja-JP"/>
            </a:defPPr>
            <a:lvl1pPr marR="0" lvl="0" indent="0" algn="ctr" fontAlgn="auto">
              <a:lnSpc>
                <a:spcPct val="100000"/>
              </a:lnSpc>
              <a:spcBef>
                <a:spcPts val="600"/>
              </a:spcBef>
              <a:spcAft>
                <a:spcPts val="0"/>
              </a:spcAft>
              <a:buClrTx/>
              <a:buSzPct val="100000"/>
              <a:buFontTx/>
              <a:buNone/>
              <a:tabLst/>
              <a:defRPr kumimoji="0" sz="1400" b="1" u="none" strike="noStrike" cap="none" spc="0" normalizeH="0" baseline="0">
                <a:ln>
                  <a:noFill/>
                </a:ln>
                <a:solidFill>
                  <a:schemeClr val="bg2"/>
                </a:solidFill>
                <a:effectLst/>
                <a:uLnTx/>
                <a:uFillTx/>
                <a:latin typeface="Segoe UI" panose="020B0502040204020203" pitchFamily="34" charset="0"/>
                <a:ea typeface="Yu Gothic UI" panose="020B0500000000000000" pitchFamily="50" charset="-128"/>
                <a:cs typeface="Segoe UI" panose="020B0502040204020203" pitchFamily="34" charset="0"/>
              </a:defRPr>
            </a:lvl1p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800" b="1" i="0" u="none" strike="noStrike" kern="1200" cap="none" spc="0" normalizeH="0" baseline="0" noProof="0">
                <a:ln>
                  <a:noFill/>
                </a:ln>
                <a:solidFill>
                  <a:srgbClr val="3278E8"/>
                </a:solidFill>
                <a:effectLst/>
                <a:uLnTx/>
                <a:uFillTx/>
                <a:latin typeface="Segoe UI" panose="020B0502040204020203" pitchFamily="34" charset="0"/>
                <a:ea typeface="Yu Gothic UI" panose="020B0500000000000000" pitchFamily="50" charset="-128"/>
                <a:cs typeface="Segoe UI" panose="020B0502040204020203" pitchFamily="34" charset="0"/>
              </a:rPr>
              <a:t>The Smart Factory @ </a:t>
            </a:r>
            <a:r>
              <a:rPr kumimoji="0" lang="en-US" altLang="ja-JP" sz="1800" b="1" i="0" u="none" strike="noStrike" kern="1200" cap="none" spc="0" normalizeH="0" baseline="0" noProof="0">
                <a:ln>
                  <a:noFill/>
                </a:ln>
                <a:solidFill>
                  <a:srgbClr val="3278E8"/>
                </a:solidFill>
                <a:effectLst/>
                <a:uLnTx/>
                <a:uFillTx/>
                <a:latin typeface="Segoe UI" panose="020B0502040204020203" pitchFamily="34" charset="0"/>
                <a:ea typeface="Yu Gothic UI" panose="020B0500000000000000" pitchFamily="50" charset="-128"/>
                <a:cs typeface="Segoe UI" panose="020B0502040204020203" pitchFamily="34" charset="0"/>
              </a:rPr>
              <a:t>Tokyo</a:t>
            </a:r>
            <a:endParaRPr kumimoji="0" lang="en-US" sz="1800" b="1" i="0" u="none" strike="noStrike" kern="1200" cap="none" spc="0" normalizeH="0" baseline="0" noProof="0">
              <a:ln>
                <a:noFill/>
              </a:ln>
              <a:solidFill>
                <a:srgbClr val="3278E8"/>
              </a:solidFill>
              <a:effectLst/>
              <a:uLnTx/>
              <a:uFillTx/>
              <a:latin typeface="Segoe UI" panose="020B0502040204020203" pitchFamily="34" charset="0"/>
              <a:ea typeface="Yu Gothic UI" panose="020B0500000000000000" pitchFamily="50" charset="-128"/>
              <a:cs typeface="Segoe UI" panose="020B0502040204020203" pitchFamily="34" charset="0"/>
            </a:endParaRPr>
          </a:p>
        </p:txBody>
      </p:sp>
      <p:sp>
        <p:nvSpPr>
          <p:cNvPr id="266" name="正方形/長方形 265">
            <a:extLst>
              <a:ext uri="{FF2B5EF4-FFF2-40B4-BE49-F238E27FC236}">
                <a16:creationId xmlns:a16="http://schemas.microsoft.com/office/drawing/2014/main" id="{E44BEEF1-4BCD-A64A-CC1B-CDCE3484A06F}"/>
              </a:ext>
            </a:extLst>
          </p:cNvPr>
          <p:cNvSpPr/>
          <p:nvPr/>
        </p:nvSpPr>
        <p:spPr bwMode="auto">
          <a:xfrm>
            <a:off x="6257882" y="877875"/>
            <a:ext cx="5387783" cy="375717"/>
          </a:xfrm>
          <a:prstGeom prst="rect">
            <a:avLst/>
          </a:prstGeom>
          <a:solidFill>
            <a:schemeClr val="tx2"/>
          </a:solidFill>
          <a:ln>
            <a:noFill/>
          </a:ln>
          <a:effectLst/>
        </p:spPr>
        <p:txBody>
          <a:bodyPr vert="horz" wrap="square" lIns="108000" tIns="144000" rIns="108000" bIns="108000" numCol="1" rtlCol="0" anchor="ctr" anchorCtr="0" compatLnSpc="1">
            <a:prstTxWarp prst="textNoShape">
              <a:avLst/>
            </a:prstTxWarp>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1" lang="ja-JP" altLang="en-US" sz="1600" b="1" i="0" u="none" strike="noStrike" kern="1200" cap="none" spc="0" normalizeH="0" baseline="0" noProof="0">
                <a:ln>
                  <a:noFill/>
                </a:ln>
                <a:solidFill>
                  <a:srgbClr val="FFFFFF"/>
                </a:solidFill>
                <a:effectLst/>
                <a:uLnTx/>
                <a:uFillTx/>
                <a:latin typeface="游ゴシック"/>
                <a:ea typeface="Meiryo UI" panose="020B0604030504040204" pitchFamily="50" charset="-128"/>
                <a:cs typeface="メイリオ" pitchFamily="50" charset="-128"/>
              </a:rPr>
              <a:t>デロイトトーマツ </a:t>
            </a:r>
            <a:r>
              <a:rPr kumimoji="1" lang="en-US" altLang="ja-JP" sz="1600" b="1" i="0" u="none" strike="noStrike" kern="1200" cap="none" spc="0" normalizeH="0" baseline="0" noProof="0">
                <a:ln>
                  <a:noFill/>
                </a:ln>
                <a:solidFill>
                  <a:srgbClr val="FFFFFF"/>
                </a:solidFill>
                <a:effectLst/>
                <a:uLnTx/>
                <a:uFillTx/>
                <a:latin typeface="游ゴシック"/>
                <a:ea typeface="Meiryo UI" panose="020B0604030504040204" pitchFamily="50" charset="-128"/>
                <a:cs typeface="メイリオ" pitchFamily="50" charset="-128"/>
              </a:rPr>
              <a:t>×</a:t>
            </a:r>
            <a:r>
              <a:rPr kumimoji="1" lang="ja-JP" altLang="en-US" sz="1600" b="1" i="0" u="none" strike="noStrike" kern="1200" cap="none" spc="0" normalizeH="0" baseline="0" noProof="0">
                <a:ln>
                  <a:noFill/>
                </a:ln>
                <a:solidFill>
                  <a:srgbClr val="FFFFFF"/>
                </a:solidFill>
                <a:effectLst/>
                <a:uLnTx/>
                <a:uFillTx/>
                <a:latin typeface="游ゴシック"/>
                <a:ea typeface="Meiryo UI" panose="020B0604030504040204" pitchFamily="50" charset="-128"/>
                <a:cs typeface="メイリオ" pitchFamily="50" charset="-128"/>
              </a:rPr>
              <a:t> </a:t>
            </a:r>
            <a:r>
              <a:rPr kumimoji="1" lang="en-US" altLang="ja-JP" sz="1600" b="1" i="0" u="none" strike="noStrike" kern="1200" cap="none" spc="0" normalizeH="0" baseline="0" noProof="0">
                <a:ln>
                  <a:noFill/>
                </a:ln>
                <a:solidFill>
                  <a:srgbClr val="FFFFFF"/>
                </a:solidFill>
                <a:effectLst/>
                <a:uLnTx/>
                <a:uFillTx/>
                <a:latin typeface="游ゴシック"/>
                <a:ea typeface="Meiryo UI" panose="020B0604030504040204" pitchFamily="50" charset="-128"/>
                <a:cs typeface="メイリオ" pitchFamily="50" charset="-128"/>
              </a:rPr>
              <a:t>KUAS</a:t>
            </a:r>
            <a:r>
              <a:rPr kumimoji="1" lang="ja-JP" altLang="en-US" sz="1600" b="1" i="0" u="none" strike="noStrike" kern="1200" cap="none" spc="0" normalizeH="0" baseline="0" noProof="0">
                <a:ln>
                  <a:noFill/>
                </a:ln>
                <a:solidFill>
                  <a:srgbClr val="FFFFFF"/>
                </a:solidFill>
                <a:effectLst/>
                <a:uLnTx/>
                <a:uFillTx/>
                <a:latin typeface="游ゴシック"/>
                <a:ea typeface="Meiryo UI" panose="020B0604030504040204" pitchFamily="50" charset="-128"/>
                <a:cs typeface="メイリオ" pitchFamily="50" charset="-128"/>
              </a:rPr>
              <a:t>による工場</a:t>
            </a:r>
            <a:r>
              <a:rPr kumimoji="1" lang="en-US" altLang="ja-JP" sz="1600" b="1" i="0" u="none" strike="noStrike" kern="1200" cap="none" spc="0" normalizeH="0" baseline="0" noProof="0">
                <a:ln>
                  <a:noFill/>
                </a:ln>
                <a:solidFill>
                  <a:srgbClr val="FFFFFF"/>
                </a:solidFill>
                <a:effectLst/>
                <a:uLnTx/>
                <a:uFillTx/>
                <a:latin typeface="游ゴシック"/>
                <a:ea typeface="Meiryo UI" panose="020B0604030504040204" pitchFamily="50" charset="-128"/>
                <a:cs typeface="メイリオ" pitchFamily="50" charset="-128"/>
              </a:rPr>
              <a:t>Smart</a:t>
            </a:r>
            <a:r>
              <a:rPr kumimoji="1" lang="ja-JP" altLang="en-US" sz="1600" b="1" i="0" u="none" strike="noStrike" kern="1200" cap="none" spc="0" normalizeH="0" baseline="0" noProof="0">
                <a:ln>
                  <a:noFill/>
                </a:ln>
                <a:solidFill>
                  <a:srgbClr val="FFFFFF"/>
                </a:solidFill>
                <a:effectLst/>
                <a:uLnTx/>
                <a:uFillTx/>
                <a:latin typeface="游ゴシック"/>
                <a:ea typeface="Meiryo UI" panose="020B0604030504040204" pitchFamily="50" charset="-128"/>
                <a:cs typeface="メイリオ" pitchFamily="50" charset="-128"/>
              </a:rPr>
              <a:t>化　協業</a:t>
            </a:r>
          </a:p>
        </p:txBody>
      </p:sp>
      <p:pic>
        <p:nvPicPr>
          <p:cNvPr id="268" name="Picture 2" descr="日本　国旗 に対する画像結果">
            <a:extLst>
              <a:ext uri="{FF2B5EF4-FFF2-40B4-BE49-F238E27FC236}">
                <a16:creationId xmlns:a16="http://schemas.microsoft.com/office/drawing/2014/main" id="{F9FF21E1-3223-4AF5-DEBA-E6FF4BA45A98}"/>
              </a:ext>
            </a:extLst>
          </p:cNvPr>
          <p:cNvPicPr>
            <a:picLocks noChangeAspect="1" noChangeArrowheads="1"/>
          </p:cNvPicPr>
          <p:nvPr/>
        </p:nvPicPr>
        <p:blipFill>
          <a:blip r:embed="rId9" cstate="email">
            <a:clrChange>
              <a:clrFrom>
                <a:srgbClr val="FDFDFD"/>
              </a:clrFrom>
              <a:clrTo>
                <a:srgbClr val="FDFDFD">
                  <a:alpha val="0"/>
                </a:srgbClr>
              </a:clrTo>
            </a:clrChange>
            <a:extLst>
              <a:ext uri="{28A0092B-C50C-407E-A947-70E740481C1C}">
                <a14:useLocalDpi xmlns:a14="http://schemas.microsoft.com/office/drawing/2010/main"/>
              </a:ext>
            </a:extLst>
          </a:blip>
          <a:srcRect/>
          <a:stretch>
            <a:fillRect/>
          </a:stretch>
        </p:blipFill>
        <p:spPr bwMode="auto">
          <a:xfrm rot="4135195">
            <a:off x="8850027" y="2055808"/>
            <a:ext cx="435587" cy="523220"/>
          </a:xfrm>
          <a:prstGeom prst="rect">
            <a:avLst/>
          </a:prstGeom>
          <a:noFill/>
          <a:extLst>
            <a:ext uri="{909E8E84-426E-40DD-AFC4-6F175D3DCCD1}">
              <a14:hiddenFill xmlns:a14="http://schemas.microsoft.com/office/drawing/2010/main">
                <a:solidFill>
                  <a:srgbClr val="FFFFFF"/>
                </a:solidFill>
              </a14:hiddenFill>
            </a:ext>
          </a:extLst>
        </p:spPr>
      </p:pic>
      <p:grpSp>
        <p:nvGrpSpPr>
          <p:cNvPr id="270" name="グループ化 269">
            <a:extLst>
              <a:ext uri="{FF2B5EF4-FFF2-40B4-BE49-F238E27FC236}">
                <a16:creationId xmlns:a16="http://schemas.microsoft.com/office/drawing/2014/main" id="{B2B7A795-BEE6-69F4-6658-83E08A2C8415}"/>
              </a:ext>
            </a:extLst>
          </p:cNvPr>
          <p:cNvGrpSpPr/>
          <p:nvPr/>
        </p:nvGrpSpPr>
        <p:grpSpPr>
          <a:xfrm>
            <a:off x="6370030" y="1186242"/>
            <a:ext cx="4659759" cy="863740"/>
            <a:chOff x="6487372" y="2989173"/>
            <a:chExt cx="5174292" cy="929009"/>
          </a:xfrm>
        </p:grpSpPr>
        <p:pic>
          <p:nvPicPr>
            <p:cNvPr id="23" name="Picture 26" descr="「deloitte logo」の画像検索結果">
              <a:extLst>
                <a:ext uri="{FF2B5EF4-FFF2-40B4-BE49-F238E27FC236}">
                  <a16:creationId xmlns:a16="http://schemas.microsoft.com/office/drawing/2014/main" id="{5E27E2E5-DEE0-C2F0-960C-8CDCDD32724D}"/>
                </a:ext>
              </a:extLst>
            </p:cNvPr>
            <p:cNvPicPr>
              <a:picLocks noChangeAspect="1" noChangeArrowheads="1"/>
            </p:cNvPicPr>
            <p:nvPr/>
          </p:nvPicPr>
          <p:blipFill>
            <a:blip r:embed="rId10" cstate="email">
              <a:extLst>
                <a:ext uri="{28A0092B-C50C-407E-A947-70E740481C1C}">
                  <a14:useLocalDpi xmlns:a14="http://schemas.microsoft.com/office/drawing/2010/main"/>
                </a:ext>
              </a:extLst>
            </a:blip>
            <a:srcRect/>
            <a:stretch>
              <a:fillRect/>
            </a:stretch>
          </p:blipFill>
          <p:spPr bwMode="auto">
            <a:xfrm>
              <a:off x="8338390" y="3267127"/>
              <a:ext cx="1521013" cy="330345"/>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56">
              <a:extLst>
                <a:ext uri="{FF2B5EF4-FFF2-40B4-BE49-F238E27FC236}">
                  <a16:creationId xmlns:a16="http://schemas.microsoft.com/office/drawing/2014/main" id="{E9FB0B69-3579-D6E7-98DE-DB9A2402B260}"/>
                </a:ext>
              </a:extLst>
            </p:cNvPr>
            <p:cNvPicPr>
              <a:picLocks noChangeAspect="1"/>
            </p:cNvPicPr>
            <p:nvPr/>
          </p:nvPicPr>
          <p:blipFill>
            <a:blip r:embed="rId11" cstate="email">
              <a:extLst>
                <a:ext uri="{28A0092B-C50C-407E-A947-70E740481C1C}">
                  <a14:useLocalDpi xmlns:a14="http://schemas.microsoft.com/office/drawing/2010/main"/>
                </a:ext>
              </a:extLst>
            </a:blip>
            <a:stretch>
              <a:fillRect/>
            </a:stretch>
          </p:blipFill>
          <p:spPr>
            <a:xfrm>
              <a:off x="6487372" y="3212640"/>
              <a:ext cx="962666" cy="451249"/>
            </a:xfrm>
            <a:prstGeom prst="rect">
              <a:avLst/>
            </a:prstGeom>
          </p:spPr>
        </p:pic>
        <p:sp>
          <p:nvSpPr>
            <p:cNvPr id="25" name="正方形/長方形 24">
              <a:extLst>
                <a:ext uri="{FF2B5EF4-FFF2-40B4-BE49-F238E27FC236}">
                  <a16:creationId xmlns:a16="http://schemas.microsoft.com/office/drawing/2014/main" id="{60D626F0-AD99-5977-EA6C-628A516CD1F2}"/>
                </a:ext>
              </a:extLst>
            </p:cNvPr>
            <p:cNvSpPr/>
            <p:nvPr/>
          </p:nvSpPr>
          <p:spPr>
            <a:xfrm>
              <a:off x="7437014" y="2989173"/>
              <a:ext cx="914400"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3200" b="0" i="0" u="none" strike="noStrike" kern="1200" cap="none" spc="0" normalizeH="0" baseline="0" noProof="0">
                  <a:ln>
                    <a:noFill/>
                  </a:ln>
                  <a:solidFill>
                    <a:srgbClr val="000000"/>
                  </a:solidFill>
                  <a:effectLst/>
                  <a:uLnTx/>
                  <a:uFillTx/>
                  <a:latin typeface="游ゴシック"/>
                  <a:ea typeface="游ゴシック"/>
                  <a:cs typeface="+mn-cs"/>
                </a:rPr>
                <a:t>×</a:t>
              </a:r>
              <a:endParaRPr kumimoji="1" lang="ja-JP" altLang="en-US" sz="3200" b="0" i="0" u="none" strike="noStrike" kern="1200" cap="none" spc="0" normalizeH="0" baseline="0" noProof="0">
                <a:ln>
                  <a:noFill/>
                </a:ln>
                <a:solidFill>
                  <a:srgbClr val="000000"/>
                </a:solidFill>
                <a:effectLst/>
                <a:uLnTx/>
                <a:uFillTx/>
                <a:latin typeface="游ゴシック"/>
                <a:ea typeface="游ゴシック"/>
                <a:cs typeface="+mn-cs"/>
              </a:endParaRPr>
            </a:p>
          </p:txBody>
        </p:sp>
        <p:pic>
          <p:nvPicPr>
            <p:cNvPr id="26" name="図 25" descr="ロゴ&#10;&#10;自動的に生成された説明">
              <a:extLst>
                <a:ext uri="{FF2B5EF4-FFF2-40B4-BE49-F238E27FC236}">
                  <a16:creationId xmlns:a16="http://schemas.microsoft.com/office/drawing/2014/main" id="{46985316-AAF1-DFC3-D000-3E921BDBF075}"/>
                </a:ext>
              </a:extLst>
            </p:cNvPr>
            <p:cNvPicPr>
              <a:picLocks noChangeAspect="1"/>
            </p:cNvPicPr>
            <p:nvPr/>
          </p:nvPicPr>
          <p:blipFill>
            <a:blip r:embed="rId12" cstate="email">
              <a:extLst>
                <a:ext uri="{28A0092B-C50C-407E-A947-70E740481C1C}">
                  <a14:useLocalDpi xmlns:a14="http://schemas.microsoft.com/office/drawing/2010/main"/>
                </a:ext>
              </a:extLst>
            </a:blip>
            <a:stretch>
              <a:fillRect/>
            </a:stretch>
          </p:blipFill>
          <p:spPr>
            <a:xfrm>
              <a:off x="10747754" y="3277451"/>
              <a:ext cx="913910" cy="303098"/>
            </a:xfrm>
            <a:prstGeom prst="rect">
              <a:avLst/>
            </a:prstGeom>
          </p:spPr>
        </p:pic>
        <p:sp>
          <p:nvSpPr>
            <p:cNvPr id="269" name="正方形/長方形 268">
              <a:extLst>
                <a:ext uri="{FF2B5EF4-FFF2-40B4-BE49-F238E27FC236}">
                  <a16:creationId xmlns:a16="http://schemas.microsoft.com/office/drawing/2014/main" id="{6A1D4AC3-43FD-A35D-D2BD-124E64059DBE}"/>
                </a:ext>
              </a:extLst>
            </p:cNvPr>
            <p:cNvSpPr/>
            <p:nvPr/>
          </p:nvSpPr>
          <p:spPr>
            <a:xfrm>
              <a:off x="9846379" y="3003782"/>
              <a:ext cx="914400"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3200" b="0" i="0" u="none" strike="noStrike" kern="1200" cap="none" spc="0" normalizeH="0" baseline="0" noProof="0">
                  <a:ln>
                    <a:noFill/>
                  </a:ln>
                  <a:solidFill>
                    <a:srgbClr val="000000"/>
                  </a:solidFill>
                  <a:effectLst/>
                  <a:uLnTx/>
                  <a:uFillTx/>
                  <a:latin typeface="游ゴシック"/>
                  <a:ea typeface="游ゴシック"/>
                  <a:cs typeface="+mn-cs"/>
                </a:rPr>
                <a:t>×</a:t>
              </a:r>
              <a:endParaRPr kumimoji="1" lang="ja-JP" altLang="en-US" sz="3200" b="0" i="0" u="none" strike="noStrike" kern="1200" cap="none" spc="0" normalizeH="0" baseline="0" noProof="0">
                <a:ln>
                  <a:noFill/>
                </a:ln>
                <a:solidFill>
                  <a:srgbClr val="000000"/>
                </a:solidFill>
                <a:effectLst/>
                <a:uLnTx/>
                <a:uFillTx/>
                <a:latin typeface="游ゴシック"/>
                <a:ea typeface="游ゴシック"/>
                <a:cs typeface="+mn-cs"/>
              </a:endParaRPr>
            </a:p>
          </p:txBody>
        </p:sp>
      </p:grpSp>
      <p:sp>
        <p:nvSpPr>
          <p:cNvPr id="273" name="正方形/長方形 272">
            <a:extLst>
              <a:ext uri="{FF2B5EF4-FFF2-40B4-BE49-F238E27FC236}">
                <a16:creationId xmlns:a16="http://schemas.microsoft.com/office/drawing/2014/main" id="{2578419E-DC78-8CE2-7714-67D48ADAE2F0}"/>
              </a:ext>
            </a:extLst>
          </p:cNvPr>
          <p:cNvSpPr/>
          <p:nvPr/>
        </p:nvSpPr>
        <p:spPr bwMode="auto">
          <a:xfrm>
            <a:off x="377614" y="4128399"/>
            <a:ext cx="11266729" cy="393666"/>
          </a:xfrm>
          <a:prstGeom prst="rect">
            <a:avLst/>
          </a:prstGeom>
          <a:solidFill>
            <a:schemeClr val="tx2"/>
          </a:solidFill>
          <a:ln>
            <a:noFill/>
          </a:ln>
          <a:effectLst/>
        </p:spPr>
        <p:txBody>
          <a:bodyPr vert="horz" wrap="square" lIns="108000" tIns="144000" rIns="108000" bIns="108000" numCol="1" rtlCol="0" anchor="ctr" anchorCtr="0" compatLnSpc="1">
            <a:prstTxWarp prst="textNoShape">
              <a:avLst/>
            </a:prstTxWarp>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1" lang="ja-JP" altLang="en-US" sz="1600" b="1" i="0" u="none" strike="noStrike" kern="1200" cap="none" spc="0" normalizeH="0" baseline="0" noProof="0">
                <a:ln>
                  <a:noFill/>
                </a:ln>
                <a:solidFill>
                  <a:srgbClr val="FFFFFF"/>
                </a:solidFill>
                <a:effectLst/>
                <a:uLnTx/>
                <a:uFillTx/>
                <a:latin typeface="游ゴシック"/>
                <a:ea typeface="Meiryo UI" panose="020B0604030504040204" pitchFamily="50" charset="-128"/>
                <a:cs typeface="メイリオ" pitchFamily="50" charset="-128"/>
              </a:rPr>
              <a:t>マイクロソフトとの業種特化パートナープログラム</a:t>
            </a:r>
            <a:r>
              <a:rPr kumimoji="1" lang="en-US" altLang="ja-JP" sz="1600" b="1" i="0" u="none" strike="noStrike" kern="1200" cap="none" spc="0" normalizeH="0" baseline="0" noProof="0">
                <a:ln>
                  <a:noFill/>
                </a:ln>
                <a:solidFill>
                  <a:srgbClr val="FFFFFF"/>
                </a:solidFill>
                <a:effectLst/>
                <a:uLnTx/>
                <a:uFillTx/>
                <a:latin typeface="游ゴシック"/>
                <a:ea typeface="Meiryo UI" panose="020B0604030504040204" pitchFamily="50" charset="-128"/>
                <a:cs typeface="メイリオ" pitchFamily="50" charset="-128"/>
              </a:rPr>
              <a:t>(</a:t>
            </a:r>
            <a:r>
              <a:rPr kumimoji="1" lang="ja-JP" altLang="en-US" sz="1600" b="1" i="0" u="none" strike="noStrike" kern="1200" cap="none" spc="0" normalizeH="0" baseline="0" noProof="0">
                <a:ln>
                  <a:noFill/>
                </a:ln>
                <a:solidFill>
                  <a:srgbClr val="FFFFFF"/>
                </a:solidFill>
                <a:effectLst/>
                <a:uLnTx/>
                <a:uFillTx/>
                <a:latin typeface="游ゴシック"/>
                <a:ea typeface="Meiryo UI" panose="020B0604030504040204" pitchFamily="50" charset="-128"/>
                <a:cs typeface="メイリオ" pitchFamily="50" charset="-128"/>
              </a:rPr>
              <a:t>製造業）</a:t>
            </a:r>
            <a:endParaRPr kumimoji="1" lang="en-US" altLang="ja-JP" sz="1600" b="1" i="0" u="none" strike="noStrike" kern="1200" cap="none" spc="0" normalizeH="0" baseline="0" noProof="0">
              <a:ln>
                <a:noFill/>
              </a:ln>
              <a:solidFill>
                <a:srgbClr val="FFFFFF"/>
              </a:solidFill>
              <a:effectLst/>
              <a:uLnTx/>
              <a:uFillTx/>
              <a:latin typeface="游ゴシック"/>
              <a:ea typeface="Meiryo UI" panose="020B0604030504040204" pitchFamily="50" charset="-128"/>
              <a:cs typeface="メイリオ" pitchFamily="50" charset="-128"/>
            </a:endParaRPr>
          </a:p>
        </p:txBody>
      </p:sp>
      <p:grpSp>
        <p:nvGrpSpPr>
          <p:cNvPr id="282" name="グループ化 281">
            <a:extLst>
              <a:ext uri="{FF2B5EF4-FFF2-40B4-BE49-F238E27FC236}">
                <a16:creationId xmlns:a16="http://schemas.microsoft.com/office/drawing/2014/main" id="{BB7B5CCB-CAF2-A573-7B13-BAB5DA3B8514}"/>
              </a:ext>
            </a:extLst>
          </p:cNvPr>
          <p:cNvGrpSpPr/>
          <p:nvPr/>
        </p:nvGrpSpPr>
        <p:grpSpPr>
          <a:xfrm>
            <a:off x="6717670" y="4653048"/>
            <a:ext cx="4932335" cy="2123220"/>
            <a:chOff x="6489201" y="4481574"/>
            <a:chExt cx="5093927" cy="2100059"/>
          </a:xfrm>
        </p:grpSpPr>
        <p:pic>
          <p:nvPicPr>
            <p:cNvPr id="276" name="図 275">
              <a:extLst>
                <a:ext uri="{FF2B5EF4-FFF2-40B4-BE49-F238E27FC236}">
                  <a16:creationId xmlns:a16="http://schemas.microsoft.com/office/drawing/2014/main" id="{C8BA671A-8CF3-0A76-53B4-32718D8A5CFD}"/>
                </a:ext>
              </a:extLst>
            </p:cNvPr>
            <p:cNvPicPr>
              <a:picLocks noChangeAspect="1"/>
            </p:cNvPicPr>
            <p:nvPr/>
          </p:nvPicPr>
          <p:blipFill>
            <a:blip r:embed="rId13" cstate="email">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6649339" y="4481574"/>
              <a:ext cx="4933789" cy="850653"/>
            </a:xfrm>
            <a:prstGeom prst="rect">
              <a:avLst/>
            </a:prstGeom>
          </p:spPr>
        </p:pic>
        <p:pic>
          <p:nvPicPr>
            <p:cNvPr id="278" name="図 277">
              <a:extLst>
                <a:ext uri="{FF2B5EF4-FFF2-40B4-BE49-F238E27FC236}">
                  <a16:creationId xmlns:a16="http://schemas.microsoft.com/office/drawing/2014/main" id="{27BBCCCC-8CCA-D869-A991-E8993938AC58}"/>
                </a:ext>
              </a:extLst>
            </p:cNvPr>
            <p:cNvPicPr>
              <a:picLocks noChangeAspect="1"/>
            </p:cNvPicPr>
            <p:nvPr/>
          </p:nvPicPr>
          <p:blipFill>
            <a:blip r:embed="rId14" cstate="email">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6489201" y="5229973"/>
              <a:ext cx="4911598" cy="1005990"/>
            </a:xfrm>
            <a:prstGeom prst="rect">
              <a:avLst/>
            </a:prstGeom>
          </p:spPr>
        </p:pic>
        <p:pic>
          <p:nvPicPr>
            <p:cNvPr id="280" name="図 279">
              <a:extLst>
                <a:ext uri="{FF2B5EF4-FFF2-40B4-BE49-F238E27FC236}">
                  <a16:creationId xmlns:a16="http://schemas.microsoft.com/office/drawing/2014/main" id="{865FC81F-2934-B6E8-DA0E-F21694E59DC0}"/>
                </a:ext>
              </a:extLst>
            </p:cNvPr>
            <p:cNvPicPr>
              <a:picLocks noChangeAspect="1"/>
            </p:cNvPicPr>
            <p:nvPr/>
          </p:nvPicPr>
          <p:blipFill>
            <a:blip r:embed="rId15" cstate="email">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6515482" y="6123020"/>
              <a:ext cx="4660101" cy="458613"/>
            </a:xfrm>
            <a:prstGeom prst="rect">
              <a:avLst/>
            </a:prstGeom>
          </p:spPr>
        </p:pic>
      </p:grpSp>
      <p:sp>
        <p:nvSpPr>
          <p:cNvPr id="281" name="テキスト ボックス 280">
            <a:extLst>
              <a:ext uri="{FF2B5EF4-FFF2-40B4-BE49-F238E27FC236}">
                <a16:creationId xmlns:a16="http://schemas.microsoft.com/office/drawing/2014/main" id="{CFA22929-4E96-A412-7088-284461E6A24F}"/>
              </a:ext>
            </a:extLst>
          </p:cNvPr>
          <p:cNvSpPr txBox="1"/>
          <p:nvPr/>
        </p:nvSpPr>
        <p:spPr>
          <a:xfrm>
            <a:off x="6477035" y="4517113"/>
            <a:ext cx="1396217"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000000"/>
                </a:solidFill>
                <a:effectLst/>
                <a:uLnTx/>
                <a:uFillTx/>
                <a:latin typeface="游ゴシック"/>
                <a:ea typeface="游ゴシック"/>
                <a:cs typeface="+mn-cs"/>
              </a:rPr>
              <a:t>定企業一覧</a:t>
            </a:r>
          </a:p>
        </p:txBody>
      </p:sp>
      <p:sp>
        <p:nvSpPr>
          <p:cNvPr id="283" name="正方形/長方形 282">
            <a:extLst>
              <a:ext uri="{FF2B5EF4-FFF2-40B4-BE49-F238E27FC236}">
                <a16:creationId xmlns:a16="http://schemas.microsoft.com/office/drawing/2014/main" id="{269A474C-7329-F692-27F1-216CA5036901}"/>
              </a:ext>
            </a:extLst>
          </p:cNvPr>
          <p:cNvSpPr/>
          <p:nvPr/>
        </p:nvSpPr>
        <p:spPr>
          <a:xfrm>
            <a:off x="4597988" y="2463354"/>
            <a:ext cx="706668" cy="26921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srgbClr val="FFFFFF"/>
              </a:solidFill>
              <a:effectLst/>
              <a:uLnTx/>
              <a:uFillTx/>
              <a:latin typeface="游ゴシック"/>
              <a:ea typeface="游ゴシック"/>
              <a:cs typeface="+mn-cs"/>
            </a:endParaRPr>
          </a:p>
        </p:txBody>
      </p:sp>
      <p:pic>
        <p:nvPicPr>
          <p:cNvPr id="1026" name="Picture 2" descr="Hoshizaki Logo - LogoDix">
            <a:extLst>
              <a:ext uri="{FF2B5EF4-FFF2-40B4-BE49-F238E27FC236}">
                <a16:creationId xmlns:a16="http://schemas.microsoft.com/office/drawing/2014/main" id="{53C6DBE6-F7C8-1522-F906-21FA02EDDC2E}"/>
              </a:ext>
            </a:extLst>
          </p:cNvPr>
          <p:cNvPicPr>
            <a:picLocks noChangeAspect="1" noChangeArrowheads="1"/>
          </p:cNvPicPr>
          <p:nvPr/>
        </p:nvPicPr>
        <p:blipFill>
          <a:blip r:embed="rId16" cstate="email">
            <a:extLst>
              <a:ext uri="{28A0092B-C50C-407E-A947-70E740481C1C}">
                <a14:useLocalDpi xmlns:a14="http://schemas.microsoft.com/office/drawing/2010/main"/>
              </a:ext>
            </a:extLst>
          </a:blip>
          <a:srcRect/>
          <a:stretch>
            <a:fillRect/>
          </a:stretch>
        </p:blipFill>
        <p:spPr bwMode="auto">
          <a:xfrm>
            <a:off x="4556789" y="2515986"/>
            <a:ext cx="856017" cy="181904"/>
          </a:xfrm>
          <a:prstGeom prst="rect">
            <a:avLst/>
          </a:prstGeom>
          <a:solidFill>
            <a:schemeClr val="bg1"/>
          </a:solidFill>
        </p:spPr>
      </p:pic>
      <p:pic>
        <p:nvPicPr>
          <p:cNvPr id="1030" name="Picture 6" descr="株式会社 日進機械 | 会社概要">
            <a:extLst>
              <a:ext uri="{FF2B5EF4-FFF2-40B4-BE49-F238E27FC236}">
                <a16:creationId xmlns:a16="http://schemas.microsoft.com/office/drawing/2014/main" id="{7C95A040-E463-FD2C-AE10-BC0D1869D877}"/>
              </a:ext>
            </a:extLst>
          </p:cNvPr>
          <p:cNvPicPr>
            <a:picLocks noChangeAspect="1" noChangeArrowheads="1"/>
          </p:cNvPicPr>
          <p:nvPr/>
        </p:nvPicPr>
        <p:blipFill>
          <a:blip r:embed="rId17" cstate="email">
            <a:extLst>
              <a:ext uri="{28A0092B-C50C-407E-A947-70E740481C1C}">
                <a14:useLocalDpi xmlns:a14="http://schemas.microsoft.com/office/drawing/2010/main"/>
              </a:ext>
            </a:extLst>
          </a:blip>
          <a:srcRect/>
          <a:stretch>
            <a:fillRect/>
          </a:stretch>
        </p:blipFill>
        <p:spPr bwMode="auto">
          <a:xfrm>
            <a:off x="4567311" y="1776974"/>
            <a:ext cx="853771" cy="219541"/>
          </a:xfrm>
          <a:prstGeom prst="rect">
            <a:avLst/>
          </a:prstGeom>
          <a:noFill/>
          <a:extLst>
            <a:ext uri="{909E8E84-426E-40DD-AFC4-6F175D3DCCD1}">
              <a14:hiddenFill xmlns:a14="http://schemas.microsoft.com/office/drawing/2010/main">
                <a:solidFill>
                  <a:srgbClr val="FFFFFF"/>
                </a:solidFill>
              </a14:hiddenFill>
            </a:ext>
          </a:extLst>
        </p:spPr>
      </p:pic>
      <p:sp>
        <p:nvSpPr>
          <p:cNvPr id="285" name="テキスト ボックス 284">
            <a:extLst>
              <a:ext uri="{FF2B5EF4-FFF2-40B4-BE49-F238E27FC236}">
                <a16:creationId xmlns:a16="http://schemas.microsoft.com/office/drawing/2014/main" id="{42DBC419-0867-7A15-7011-091571F5C93B}"/>
              </a:ext>
            </a:extLst>
          </p:cNvPr>
          <p:cNvSpPr txBox="1"/>
          <p:nvPr/>
        </p:nvSpPr>
        <p:spPr>
          <a:xfrm>
            <a:off x="6257882" y="3529285"/>
            <a:ext cx="5502273"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a:ln>
                  <a:noFill/>
                </a:ln>
                <a:solidFill>
                  <a:srgbClr val="000000"/>
                </a:solidFill>
                <a:effectLst/>
                <a:uLnTx/>
                <a:uFillTx/>
                <a:latin typeface="游ゴシック"/>
                <a:ea typeface="游ゴシック"/>
                <a:cs typeface="+mn-cs"/>
              </a:rPr>
              <a:t>デロイトトーマツと協業し京都、東京に</a:t>
            </a:r>
            <a:r>
              <a:rPr kumimoji="1" lang="en-US" altLang="ja-JP" sz="1800" b="0" i="0" u="none" strike="noStrike" kern="1200" cap="none" spc="0" normalizeH="0" baseline="0" noProof="0">
                <a:ln>
                  <a:noFill/>
                </a:ln>
                <a:solidFill>
                  <a:srgbClr val="000000"/>
                </a:solidFill>
                <a:effectLst/>
                <a:uLnTx/>
                <a:uFillTx/>
                <a:latin typeface="游ゴシック"/>
                <a:ea typeface="游ゴシック"/>
                <a:cs typeface="+mn-cs"/>
              </a:rPr>
              <a:t>DX</a:t>
            </a:r>
            <a:r>
              <a:rPr kumimoji="1" lang="ja-JP" altLang="en-US" sz="1800" b="0" i="0" u="none" strike="noStrike" kern="1200" cap="none" spc="0" normalizeH="0" baseline="0" noProof="0">
                <a:ln>
                  <a:noFill/>
                </a:ln>
                <a:solidFill>
                  <a:srgbClr val="000000"/>
                </a:solidFill>
                <a:effectLst/>
                <a:uLnTx/>
                <a:uFillTx/>
                <a:latin typeface="游ゴシック"/>
                <a:ea typeface="游ゴシック"/>
                <a:cs typeface="+mn-cs"/>
              </a:rPr>
              <a:t>専門の</a:t>
            </a:r>
            <a:endParaRPr kumimoji="1" lang="en-US" altLang="ja-JP" sz="1800" b="0" i="0" u="none" strike="noStrike" kern="1200" cap="none" spc="0" normalizeH="0" baseline="0" noProof="0">
              <a:ln>
                <a:noFill/>
              </a:ln>
              <a:solidFill>
                <a:srgbClr val="000000"/>
              </a:solidFill>
              <a:effectLst/>
              <a:uLnTx/>
              <a:uFillTx/>
              <a:latin typeface="游ゴシック"/>
              <a:ea typeface="游ゴシック"/>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a:ln>
                  <a:noFill/>
                </a:ln>
                <a:solidFill>
                  <a:srgbClr val="000000"/>
                </a:solidFill>
                <a:effectLst/>
                <a:uLnTx/>
                <a:uFillTx/>
                <a:latin typeface="游ゴシック"/>
                <a:ea typeface="游ゴシック"/>
                <a:cs typeface="+mn-cs"/>
              </a:rPr>
              <a:t>ディスカッションスペースを作っています。</a:t>
            </a:r>
          </a:p>
        </p:txBody>
      </p:sp>
      <p:pic>
        <p:nvPicPr>
          <p:cNvPr id="6" name="図 5">
            <a:extLst>
              <a:ext uri="{FF2B5EF4-FFF2-40B4-BE49-F238E27FC236}">
                <a16:creationId xmlns:a16="http://schemas.microsoft.com/office/drawing/2014/main" id="{2EAB61FB-3640-4E77-1971-361589A3E2C7}"/>
              </a:ext>
            </a:extLst>
          </p:cNvPr>
          <p:cNvPicPr>
            <a:picLocks noChangeAspect="1"/>
          </p:cNvPicPr>
          <p:nvPr/>
        </p:nvPicPr>
        <p:blipFill>
          <a:blip r:embed="rId18" cstate="email">
            <a:clrChange>
              <a:clrFrom>
                <a:srgbClr val="FDFDFD"/>
              </a:clrFrom>
              <a:clrTo>
                <a:srgbClr val="FDFDFD">
                  <a:alpha val="0"/>
                </a:srgbClr>
              </a:clrTo>
            </a:clrChange>
            <a:extLst>
              <a:ext uri="{28A0092B-C50C-407E-A947-70E740481C1C}">
                <a14:useLocalDpi xmlns:a14="http://schemas.microsoft.com/office/drawing/2010/main"/>
              </a:ext>
            </a:extLst>
          </a:blip>
          <a:stretch>
            <a:fillRect/>
          </a:stretch>
        </p:blipFill>
        <p:spPr>
          <a:xfrm>
            <a:off x="2646765" y="4950660"/>
            <a:ext cx="944163" cy="606962"/>
          </a:xfrm>
          <a:prstGeom prst="rect">
            <a:avLst/>
          </a:prstGeom>
        </p:spPr>
      </p:pic>
      <p:sp>
        <p:nvSpPr>
          <p:cNvPr id="7" name="テキスト ボックス 6">
            <a:extLst>
              <a:ext uri="{FF2B5EF4-FFF2-40B4-BE49-F238E27FC236}">
                <a16:creationId xmlns:a16="http://schemas.microsoft.com/office/drawing/2014/main" id="{3B26165E-A046-BFB6-455A-D2000D20FE4F}"/>
              </a:ext>
            </a:extLst>
          </p:cNvPr>
          <p:cNvSpPr txBox="1"/>
          <p:nvPr/>
        </p:nvSpPr>
        <p:spPr>
          <a:xfrm>
            <a:off x="2625185" y="5735293"/>
            <a:ext cx="1439501"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000000"/>
                </a:solidFill>
                <a:effectLst/>
                <a:uLnTx/>
                <a:uFillTx/>
                <a:latin typeface="游ゴシック"/>
                <a:ea typeface="游ゴシック"/>
                <a:cs typeface="+mn-cs"/>
              </a:rPr>
              <a:t>製造業に特化した</a:t>
            </a:r>
            <a:endParaRPr kumimoji="1" lang="en-US" altLang="ja-JP" sz="1200" b="0" i="0" u="none" strike="noStrike" kern="1200" cap="none" spc="0" normalizeH="0" baseline="0" noProof="0">
              <a:ln>
                <a:noFill/>
              </a:ln>
              <a:solidFill>
                <a:srgbClr val="000000"/>
              </a:solidFill>
              <a:effectLst/>
              <a:uLnTx/>
              <a:uFillTx/>
              <a:latin typeface="游ゴシック"/>
              <a:ea typeface="游ゴシック"/>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000000"/>
                </a:solidFill>
                <a:effectLst/>
                <a:uLnTx/>
                <a:uFillTx/>
                <a:latin typeface="游ゴシック"/>
                <a:ea typeface="游ゴシック"/>
                <a:cs typeface="+mn-cs"/>
              </a:rPr>
              <a:t>アライアンス</a:t>
            </a:r>
          </a:p>
        </p:txBody>
      </p:sp>
      <p:pic>
        <p:nvPicPr>
          <p:cNvPr id="9" name="図 8">
            <a:extLst>
              <a:ext uri="{FF2B5EF4-FFF2-40B4-BE49-F238E27FC236}">
                <a16:creationId xmlns:a16="http://schemas.microsoft.com/office/drawing/2014/main" id="{E079AF0B-6FEF-3288-A34C-56F90C130A5E}"/>
              </a:ext>
            </a:extLst>
          </p:cNvPr>
          <p:cNvPicPr>
            <a:picLocks noChangeAspect="1"/>
          </p:cNvPicPr>
          <p:nvPr/>
        </p:nvPicPr>
        <p:blipFill>
          <a:blip r:embed="rId19" cstate="email">
            <a:clrChange>
              <a:clrFrom>
                <a:srgbClr val="FDFDFD"/>
              </a:clrFrom>
              <a:clrTo>
                <a:srgbClr val="FDFDFD">
                  <a:alpha val="0"/>
                </a:srgbClr>
              </a:clrTo>
            </a:clrChange>
            <a:duotone>
              <a:schemeClr val="accent2">
                <a:shade val="45000"/>
                <a:satMod val="135000"/>
              </a:schemeClr>
              <a:prstClr val="white"/>
            </a:duotone>
            <a:extLst>
              <a:ext uri="{28A0092B-C50C-407E-A947-70E740481C1C}">
                <a14:useLocalDpi xmlns:a14="http://schemas.microsoft.com/office/drawing/2010/main"/>
              </a:ext>
            </a:extLst>
          </a:blip>
          <a:stretch>
            <a:fillRect/>
          </a:stretch>
        </p:blipFill>
        <p:spPr>
          <a:xfrm>
            <a:off x="3119758" y="5165533"/>
            <a:ext cx="636464" cy="603825"/>
          </a:xfrm>
          <a:prstGeom prst="rect">
            <a:avLst/>
          </a:prstGeom>
        </p:spPr>
      </p:pic>
    </p:spTree>
    <p:extLst>
      <p:ext uri="{BB962C8B-B14F-4D97-AF65-F5344CB8AC3E}">
        <p14:creationId xmlns:p14="http://schemas.microsoft.com/office/powerpoint/2010/main" val="6324348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図 8" descr="グラフィカル ユーザー インターフェイス&#10;&#10;自動的に生成された説明">
            <a:extLst>
              <a:ext uri="{FF2B5EF4-FFF2-40B4-BE49-F238E27FC236}">
                <a16:creationId xmlns:a16="http://schemas.microsoft.com/office/drawing/2014/main" id="{AF3C61FD-5969-1E4B-A9B9-D512F99A30B6}"/>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6311900" y="0"/>
            <a:ext cx="5873749" cy="6858000"/>
          </a:xfrm>
          <a:prstGeom prst="rect">
            <a:avLst/>
          </a:prstGeom>
        </p:spPr>
      </p:pic>
      <p:pic>
        <p:nvPicPr>
          <p:cNvPr id="29" name="図 28" descr="黒い背景と男性の絵&#10;&#10;中程度の精度で自動的に生成された説明">
            <a:extLst>
              <a:ext uri="{FF2B5EF4-FFF2-40B4-BE49-F238E27FC236}">
                <a16:creationId xmlns:a16="http://schemas.microsoft.com/office/drawing/2014/main" id="{DB3A32E9-E449-D14D-917D-E1A30CA23489}"/>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6853468" y="669180"/>
            <a:ext cx="4368437" cy="5119808"/>
          </a:xfrm>
          <a:prstGeom prst="rect">
            <a:avLst/>
          </a:prstGeom>
        </p:spPr>
      </p:pic>
      <p:sp>
        <p:nvSpPr>
          <p:cNvPr id="5" name="タイトル 4">
            <a:extLst>
              <a:ext uri="{FF2B5EF4-FFF2-40B4-BE49-F238E27FC236}">
                <a16:creationId xmlns:a16="http://schemas.microsoft.com/office/drawing/2014/main" id="{75E5736B-C2DE-D84F-948B-07CF334AA494}"/>
              </a:ext>
            </a:extLst>
          </p:cNvPr>
          <p:cNvSpPr>
            <a:spLocks noGrp="1"/>
          </p:cNvSpPr>
          <p:nvPr>
            <p:ph type="title"/>
          </p:nvPr>
        </p:nvSpPr>
        <p:spPr>
          <a:xfrm>
            <a:off x="1019174" y="234190"/>
            <a:ext cx="10878185" cy="604519"/>
          </a:xfrm>
        </p:spPr>
        <p:txBody>
          <a:bodyPr/>
          <a:lstStyle/>
          <a:p>
            <a:r>
              <a:rPr kumimoji="1" lang="ja-JP" altLang="en-US"/>
              <a:t>統合運用監視サービス</a:t>
            </a:r>
            <a:endParaRPr lang="ja-JP" altLang="en-US"/>
          </a:p>
        </p:txBody>
      </p:sp>
      <p:sp>
        <p:nvSpPr>
          <p:cNvPr id="4" name="スライド番号プレースホルダー 3">
            <a:extLst>
              <a:ext uri="{FF2B5EF4-FFF2-40B4-BE49-F238E27FC236}">
                <a16:creationId xmlns:a16="http://schemas.microsoft.com/office/drawing/2014/main" id="{C5D0B508-2434-FF41-9A9A-497A89AB1179}"/>
              </a:ext>
            </a:extLst>
          </p:cNvPr>
          <p:cNvSpPr>
            <a:spLocks noGrp="1"/>
          </p:cNvSpPr>
          <p:nvPr>
            <p:ph type="sldNum" sz="quarter" idx="7"/>
          </p:nvPr>
        </p:nvSpPr>
        <p:spPr/>
        <p:txBody>
          <a:bodyPr/>
          <a:lstStyle/>
          <a:p>
            <a:fld id="{B6F15528-21DE-4FAA-801E-634DDDAF4B2B}" type="slidenum">
              <a:rPr lang="en-US" altLang="ja-JP">
                <a:solidFill>
                  <a:schemeClr val="bg1"/>
                </a:solidFill>
                <a:ea typeface="Roboto" panose="02000000000000000000" pitchFamily="2" charset="0"/>
              </a:rPr>
              <a:pPr/>
              <a:t>19</a:t>
            </a:fld>
            <a:endParaRPr lang="en-US" altLang="ja-JP">
              <a:solidFill>
                <a:schemeClr val="bg1"/>
              </a:solidFill>
              <a:ea typeface="Roboto" panose="02000000000000000000" pitchFamily="2" charset="0"/>
            </a:endParaRPr>
          </a:p>
        </p:txBody>
      </p:sp>
      <p:sp>
        <p:nvSpPr>
          <p:cNvPr id="22" name="object 15">
            <a:extLst>
              <a:ext uri="{FF2B5EF4-FFF2-40B4-BE49-F238E27FC236}">
                <a16:creationId xmlns:a16="http://schemas.microsoft.com/office/drawing/2014/main" id="{7A728B81-9106-2E49-AC5C-8CDA16375139}"/>
              </a:ext>
            </a:extLst>
          </p:cNvPr>
          <p:cNvSpPr txBox="1"/>
          <p:nvPr/>
        </p:nvSpPr>
        <p:spPr>
          <a:xfrm>
            <a:off x="6502975" y="2685599"/>
            <a:ext cx="2540908" cy="418897"/>
          </a:xfrm>
          <a:prstGeom prst="rect">
            <a:avLst/>
          </a:prstGeom>
        </p:spPr>
        <p:txBody>
          <a:bodyPr vert="horz" wrap="square" lIns="0" tIns="0" rIns="0" bIns="0" rtlCol="0">
            <a:spAutoFit/>
          </a:bodyPr>
          <a:lstStyle/>
          <a:p>
            <a:pPr marR="5080">
              <a:lnSpc>
                <a:spcPct val="120000"/>
              </a:lnSpc>
            </a:pPr>
            <a:r>
              <a:rPr lang="ja-JP" altLang="en-US" sz="2400" b="1" err="1">
                <a:solidFill>
                  <a:schemeClr val="bg1"/>
                </a:solidFill>
                <a:latin typeface="+mj-ea"/>
                <a:ea typeface="+mj-ea"/>
                <a:cs typeface="Noto Sans JP Regular"/>
              </a:rPr>
              <a:t>高松</a:t>
            </a:r>
            <a:r>
              <a:rPr lang="en" altLang="ja-JP" sz="2400" b="1" err="1">
                <a:solidFill>
                  <a:schemeClr val="bg1"/>
                </a:solidFill>
                <a:latin typeface="+mj-ea"/>
                <a:ea typeface="+mj-ea"/>
                <a:cs typeface="Noto Sans JP Regular"/>
              </a:rPr>
              <a:t>IT</a:t>
            </a:r>
            <a:r>
              <a:rPr lang="ja-JP" altLang="en-US" sz="2400" b="1" err="1">
                <a:solidFill>
                  <a:schemeClr val="bg1"/>
                </a:solidFill>
                <a:latin typeface="+mj-ea"/>
                <a:ea typeface="+mj-ea"/>
                <a:cs typeface="Noto Sans JP Regular"/>
              </a:rPr>
              <a:t>センター</a:t>
            </a:r>
            <a:endParaRPr lang="en-US" altLang="ja-JP" sz="2400" err="1">
              <a:solidFill>
                <a:schemeClr val="bg1"/>
              </a:solidFill>
              <a:latin typeface="+mj-ea"/>
              <a:ea typeface="+mj-ea"/>
              <a:cs typeface="Noto Sans JP Regular"/>
            </a:endParaRPr>
          </a:p>
        </p:txBody>
      </p:sp>
      <p:sp>
        <p:nvSpPr>
          <p:cNvPr id="24" name="object 15">
            <a:extLst>
              <a:ext uri="{FF2B5EF4-FFF2-40B4-BE49-F238E27FC236}">
                <a16:creationId xmlns:a16="http://schemas.microsoft.com/office/drawing/2014/main" id="{261BBE99-5728-1045-9DAC-61F603A4CC27}"/>
              </a:ext>
            </a:extLst>
          </p:cNvPr>
          <p:cNvSpPr txBox="1"/>
          <p:nvPr/>
        </p:nvSpPr>
        <p:spPr>
          <a:xfrm>
            <a:off x="10070030" y="1775642"/>
            <a:ext cx="2306694" cy="861326"/>
          </a:xfrm>
          <a:prstGeom prst="rect">
            <a:avLst/>
          </a:prstGeom>
        </p:spPr>
        <p:txBody>
          <a:bodyPr vert="horz" wrap="square" lIns="0" tIns="0" rIns="0" bIns="0" rtlCol="0">
            <a:spAutoFit/>
          </a:bodyPr>
          <a:lstStyle/>
          <a:p>
            <a:pPr marR="5080">
              <a:lnSpc>
                <a:spcPct val="120000"/>
              </a:lnSpc>
            </a:pPr>
            <a:r>
              <a:rPr lang="ja-JP" altLang="en-US" sz="2400" b="1">
                <a:solidFill>
                  <a:schemeClr val="bg1"/>
                </a:solidFill>
                <a:latin typeface="+mj-ea"/>
                <a:ea typeface="+mj-ea"/>
                <a:cs typeface="Noto Sans JP Regular"/>
              </a:rPr>
              <a:t>渋谷</a:t>
            </a:r>
            <a:r>
              <a:rPr lang="en-US" altLang="ja-JP" sz="2400" b="1">
                <a:solidFill>
                  <a:schemeClr val="bg1"/>
                </a:solidFill>
                <a:latin typeface="+mj-ea"/>
                <a:ea typeface="+mj-ea"/>
                <a:cs typeface="Noto Sans JP Regular"/>
              </a:rPr>
              <a:t>IT</a:t>
            </a:r>
            <a:r>
              <a:rPr lang="ja-JP" altLang="en-US" sz="2400" b="1">
                <a:solidFill>
                  <a:schemeClr val="bg1"/>
                </a:solidFill>
                <a:latin typeface="+mj-ea"/>
                <a:ea typeface="+mj-ea"/>
                <a:cs typeface="Noto Sans JP Regular"/>
              </a:rPr>
              <a:t>センター</a:t>
            </a:r>
            <a:endParaRPr lang="en-US" altLang="ja-JP" sz="2400" b="1">
              <a:solidFill>
                <a:schemeClr val="bg1"/>
              </a:solidFill>
              <a:latin typeface="+mj-ea"/>
              <a:ea typeface="+mj-ea"/>
              <a:cs typeface="Noto Sans JP Regular"/>
            </a:endParaRPr>
          </a:p>
          <a:p>
            <a:pPr marR="5080">
              <a:lnSpc>
                <a:spcPct val="120000"/>
              </a:lnSpc>
            </a:pPr>
            <a:r>
              <a:rPr lang="ja-JP" altLang="en-US" sz="2400" b="1">
                <a:solidFill>
                  <a:schemeClr val="bg1"/>
                </a:solidFill>
                <a:latin typeface="+mj-ea"/>
                <a:ea typeface="+mj-ea"/>
                <a:cs typeface="Noto Sans JP Regular"/>
              </a:rPr>
              <a:t>集中監視室</a:t>
            </a:r>
            <a:endParaRPr lang="en-US" altLang="ja-JP" sz="2400" b="1" err="1">
              <a:solidFill>
                <a:schemeClr val="bg1"/>
              </a:solidFill>
              <a:latin typeface="+mj-ea"/>
              <a:ea typeface="+mj-ea"/>
              <a:cs typeface="Noto Sans JP Regular"/>
            </a:endParaRPr>
          </a:p>
        </p:txBody>
      </p:sp>
      <p:sp>
        <p:nvSpPr>
          <p:cNvPr id="34" name="object 15">
            <a:extLst>
              <a:ext uri="{FF2B5EF4-FFF2-40B4-BE49-F238E27FC236}">
                <a16:creationId xmlns:a16="http://schemas.microsoft.com/office/drawing/2014/main" id="{0F2C30CD-906A-C640-834E-E7F77DB95E1B}"/>
              </a:ext>
            </a:extLst>
          </p:cNvPr>
          <p:cNvSpPr txBox="1"/>
          <p:nvPr/>
        </p:nvSpPr>
        <p:spPr>
          <a:xfrm>
            <a:off x="9666775" y="5733257"/>
            <a:ext cx="2381887" cy="861326"/>
          </a:xfrm>
          <a:prstGeom prst="rect">
            <a:avLst/>
          </a:prstGeom>
        </p:spPr>
        <p:txBody>
          <a:bodyPr vert="horz" wrap="square" lIns="0" tIns="0" rIns="0" bIns="0" rtlCol="0">
            <a:spAutoFit/>
          </a:bodyPr>
          <a:lstStyle/>
          <a:p>
            <a:pPr marR="5080">
              <a:lnSpc>
                <a:spcPct val="120000"/>
              </a:lnSpc>
            </a:pPr>
            <a:r>
              <a:rPr lang="ja-JP" altLang="en-US" sz="2400" b="1" err="1">
                <a:solidFill>
                  <a:schemeClr val="bg1"/>
                </a:solidFill>
                <a:latin typeface="+mj-ea"/>
                <a:ea typeface="+mj-ea"/>
                <a:cs typeface="Noto Sans JP Regular"/>
              </a:rPr>
              <a:t>山梨</a:t>
            </a:r>
            <a:r>
              <a:rPr lang="en" altLang="ja-JP" sz="2400" b="1">
                <a:solidFill>
                  <a:schemeClr val="bg1"/>
                </a:solidFill>
                <a:latin typeface="+mj-ea"/>
                <a:ea typeface="+mj-ea"/>
                <a:cs typeface="Noto Sans JP Regular"/>
              </a:rPr>
              <a:t>IT</a:t>
            </a:r>
            <a:r>
              <a:rPr lang="ja-JP" altLang="en-US" sz="2400" b="1">
                <a:solidFill>
                  <a:schemeClr val="bg1"/>
                </a:solidFill>
                <a:latin typeface="+mj-ea"/>
                <a:ea typeface="+mj-ea"/>
                <a:cs typeface="Noto Sans JP Regular"/>
              </a:rPr>
              <a:t>センター</a:t>
            </a:r>
            <a:endParaRPr lang="en-US" altLang="ja-JP" sz="2400" b="1">
              <a:solidFill>
                <a:schemeClr val="bg1"/>
              </a:solidFill>
              <a:latin typeface="+mj-ea"/>
              <a:ea typeface="+mj-ea"/>
              <a:cs typeface="Noto Sans JP Regular"/>
            </a:endParaRPr>
          </a:p>
          <a:p>
            <a:pPr marR="5080">
              <a:lnSpc>
                <a:spcPct val="120000"/>
              </a:lnSpc>
            </a:pPr>
            <a:r>
              <a:rPr lang="ja-JP" altLang="en-US" sz="2400" b="1">
                <a:solidFill>
                  <a:schemeClr val="bg1"/>
                </a:solidFill>
                <a:latin typeface="+mj-ea"/>
                <a:ea typeface="+mj-ea"/>
                <a:cs typeface="Noto Sans JP Regular"/>
              </a:rPr>
              <a:t>集中監視室</a:t>
            </a:r>
            <a:endParaRPr lang="en-US" altLang="ja-JP" sz="2400" b="1">
              <a:solidFill>
                <a:schemeClr val="bg1"/>
              </a:solidFill>
              <a:latin typeface="+mj-ea"/>
              <a:ea typeface="+mj-ea"/>
              <a:cs typeface="Noto Sans JP Regular"/>
            </a:endParaRPr>
          </a:p>
        </p:txBody>
      </p:sp>
      <p:sp>
        <p:nvSpPr>
          <p:cNvPr id="14" name="正方形/長方形 13">
            <a:extLst>
              <a:ext uri="{FF2B5EF4-FFF2-40B4-BE49-F238E27FC236}">
                <a16:creationId xmlns:a16="http://schemas.microsoft.com/office/drawing/2014/main" id="{E3498733-E36C-0C45-8D4C-0837D807E144}"/>
              </a:ext>
            </a:extLst>
          </p:cNvPr>
          <p:cNvSpPr/>
          <p:nvPr/>
        </p:nvSpPr>
        <p:spPr>
          <a:xfrm>
            <a:off x="7949765" y="3192506"/>
            <a:ext cx="266840" cy="1440869"/>
          </a:xfrm>
          <a:custGeom>
            <a:avLst/>
            <a:gdLst>
              <a:gd name="connsiteX0" fmla="*/ 0 w 413657"/>
              <a:gd name="connsiteY0" fmla="*/ 0 h 943429"/>
              <a:gd name="connsiteX1" fmla="*/ 413657 w 413657"/>
              <a:gd name="connsiteY1" fmla="*/ 0 h 943429"/>
              <a:gd name="connsiteX2" fmla="*/ 413657 w 413657"/>
              <a:gd name="connsiteY2" fmla="*/ 943429 h 943429"/>
              <a:gd name="connsiteX3" fmla="*/ 0 w 413657"/>
              <a:gd name="connsiteY3" fmla="*/ 943429 h 943429"/>
              <a:gd name="connsiteX4" fmla="*/ 0 w 413657"/>
              <a:gd name="connsiteY4" fmla="*/ 0 h 943429"/>
              <a:gd name="connsiteX0" fmla="*/ 0 w 413657"/>
              <a:gd name="connsiteY0" fmla="*/ 943429 h 1034869"/>
              <a:gd name="connsiteX1" fmla="*/ 0 w 413657"/>
              <a:gd name="connsiteY1" fmla="*/ 0 h 1034869"/>
              <a:gd name="connsiteX2" fmla="*/ 413657 w 413657"/>
              <a:gd name="connsiteY2" fmla="*/ 0 h 1034869"/>
              <a:gd name="connsiteX3" fmla="*/ 413657 w 413657"/>
              <a:gd name="connsiteY3" fmla="*/ 943429 h 1034869"/>
              <a:gd name="connsiteX4" fmla="*/ 91440 w 413657"/>
              <a:gd name="connsiteY4" fmla="*/ 1034869 h 1034869"/>
              <a:gd name="connsiteX0" fmla="*/ 0 w 413657"/>
              <a:gd name="connsiteY0" fmla="*/ 943429 h 943429"/>
              <a:gd name="connsiteX1" fmla="*/ 0 w 413657"/>
              <a:gd name="connsiteY1" fmla="*/ 0 h 943429"/>
              <a:gd name="connsiteX2" fmla="*/ 413657 w 413657"/>
              <a:gd name="connsiteY2" fmla="*/ 0 h 943429"/>
              <a:gd name="connsiteX3" fmla="*/ 413657 w 413657"/>
              <a:gd name="connsiteY3" fmla="*/ 943429 h 943429"/>
              <a:gd name="connsiteX0" fmla="*/ 0 w 413657"/>
              <a:gd name="connsiteY0" fmla="*/ 0 h 943429"/>
              <a:gd name="connsiteX1" fmla="*/ 413657 w 413657"/>
              <a:gd name="connsiteY1" fmla="*/ 0 h 943429"/>
              <a:gd name="connsiteX2" fmla="*/ 413657 w 413657"/>
              <a:gd name="connsiteY2" fmla="*/ 943429 h 943429"/>
            </a:gdLst>
            <a:ahLst/>
            <a:cxnLst>
              <a:cxn ang="0">
                <a:pos x="connsiteX0" y="connsiteY0"/>
              </a:cxn>
              <a:cxn ang="0">
                <a:pos x="connsiteX1" y="connsiteY1"/>
              </a:cxn>
              <a:cxn ang="0">
                <a:pos x="connsiteX2" y="connsiteY2"/>
              </a:cxn>
            </a:cxnLst>
            <a:rect l="l" t="t" r="r" b="b"/>
            <a:pathLst>
              <a:path w="413657" h="943429">
                <a:moveTo>
                  <a:pt x="0" y="0"/>
                </a:moveTo>
                <a:lnTo>
                  <a:pt x="413657" y="0"/>
                </a:lnTo>
                <a:lnTo>
                  <a:pt x="413657" y="943429"/>
                </a:lnTo>
              </a:path>
            </a:pathLst>
          </a:custGeom>
          <a:noFill/>
          <a:ln w="6350">
            <a:solidFill>
              <a:schemeClr val="bg1"/>
            </a:solidFill>
            <a:miter lim="800000"/>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latin typeface="+mj-ea"/>
              <a:ea typeface="+mj-ea"/>
            </a:endParaRPr>
          </a:p>
        </p:txBody>
      </p:sp>
      <p:sp>
        <p:nvSpPr>
          <p:cNvPr id="44" name="正方形/長方形 13">
            <a:extLst>
              <a:ext uri="{FF2B5EF4-FFF2-40B4-BE49-F238E27FC236}">
                <a16:creationId xmlns:a16="http://schemas.microsoft.com/office/drawing/2014/main" id="{9380A99B-99A2-324C-B108-77A0B2F2B2FD}"/>
              </a:ext>
            </a:extLst>
          </p:cNvPr>
          <p:cNvSpPr/>
          <p:nvPr/>
        </p:nvSpPr>
        <p:spPr>
          <a:xfrm flipH="1">
            <a:off x="9806092" y="2685599"/>
            <a:ext cx="452691" cy="1463124"/>
          </a:xfrm>
          <a:custGeom>
            <a:avLst/>
            <a:gdLst>
              <a:gd name="connsiteX0" fmla="*/ 0 w 413657"/>
              <a:gd name="connsiteY0" fmla="*/ 0 h 943429"/>
              <a:gd name="connsiteX1" fmla="*/ 413657 w 413657"/>
              <a:gd name="connsiteY1" fmla="*/ 0 h 943429"/>
              <a:gd name="connsiteX2" fmla="*/ 413657 w 413657"/>
              <a:gd name="connsiteY2" fmla="*/ 943429 h 943429"/>
              <a:gd name="connsiteX3" fmla="*/ 0 w 413657"/>
              <a:gd name="connsiteY3" fmla="*/ 943429 h 943429"/>
              <a:gd name="connsiteX4" fmla="*/ 0 w 413657"/>
              <a:gd name="connsiteY4" fmla="*/ 0 h 943429"/>
              <a:gd name="connsiteX0" fmla="*/ 0 w 413657"/>
              <a:gd name="connsiteY0" fmla="*/ 943429 h 1034869"/>
              <a:gd name="connsiteX1" fmla="*/ 0 w 413657"/>
              <a:gd name="connsiteY1" fmla="*/ 0 h 1034869"/>
              <a:gd name="connsiteX2" fmla="*/ 413657 w 413657"/>
              <a:gd name="connsiteY2" fmla="*/ 0 h 1034869"/>
              <a:gd name="connsiteX3" fmla="*/ 413657 w 413657"/>
              <a:gd name="connsiteY3" fmla="*/ 943429 h 1034869"/>
              <a:gd name="connsiteX4" fmla="*/ 91440 w 413657"/>
              <a:gd name="connsiteY4" fmla="*/ 1034869 h 1034869"/>
              <a:gd name="connsiteX0" fmla="*/ 0 w 413657"/>
              <a:gd name="connsiteY0" fmla="*/ 943429 h 943429"/>
              <a:gd name="connsiteX1" fmla="*/ 0 w 413657"/>
              <a:gd name="connsiteY1" fmla="*/ 0 h 943429"/>
              <a:gd name="connsiteX2" fmla="*/ 413657 w 413657"/>
              <a:gd name="connsiteY2" fmla="*/ 0 h 943429"/>
              <a:gd name="connsiteX3" fmla="*/ 413657 w 413657"/>
              <a:gd name="connsiteY3" fmla="*/ 943429 h 943429"/>
              <a:gd name="connsiteX0" fmla="*/ 0 w 413657"/>
              <a:gd name="connsiteY0" fmla="*/ 0 h 943429"/>
              <a:gd name="connsiteX1" fmla="*/ 413657 w 413657"/>
              <a:gd name="connsiteY1" fmla="*/ 0 h 943429"/>
              <a:gd name="connsiteX2" fmla="*/ 413657 w 413657"/>
              <a:gd name="connsiteY2" fmla="*/ 943429 h 943429"/>
            </a:gdLst>
            <a:ahLst/>
            <a:cxnLst>
              <a:cxn ang="0">
                <a:pos x="connsiteX0" y="connsiteY0"/>
              </a:cxn>
              <a:cxn ang="0">
                <a:pos x="connsiteX1" y="connsiteY1"/>
              </a:cxn>
              <a:cxn ang="0">
                <a:pos x="connsiteX2" y="connsiteY2"/>
              </a:cxn>
            </a:cxnLst>
            <a:rect l="l" t="t" r="r" b="b"/>
            <a:pathLst>
              <a:path w="413657" h="943429">
                <a:moveTo>
                  <a:pt x="0" y="0"/>
                </a:moveTo>
                <a:lnTo>
                  <a:pt x="413657" y="0"/>
                </a:lnTo>
                <a:lnTo>
                  <a:pt x="413657" y="943429"/>
                </a:lnTo>
              </a:path>
            </a:pathLst>
          </a:custGeom>
          <a:noFill/>
          <a:ln w="6350">
            <a:solidFill>
              <a:schemeClr val="bg1"/>
            </a:solidFill>
            <a:miter lim="800000"/>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latin typeface="+mj-ea"/>
              <a:ea typeface="+mj-ea"/>
            </a:endParaRPr>
          </a:p>
        </p:txBody>
      </p:sp>
      <p:sp>
        <p:nvSpPr>
          <p:cNvPr id="28" name="正方形/長方形 13">
            <a:extLst>
              <a:ext uri="{FF2B5EF4-FFF2-40B4-BE49-F238E27FC236}">
                <a16:creationId xmlns:a16="http://schemas.microsoft.com/office/drawing/2014/main" id="{5C73482D-F825-CC41-92C4-7E566EEFEAC0}"/>
              </a:ext>
            </a:extLst>
          </p:cNvPr>
          <p:cNvSpPr/>
          <p:nvPr/>
        </p:nvSpPr>
        <p:spPr>
          <a:xfrm flipH="1" flipV="1">
            <a:off x="9604534" y="4209056"/>
            <a:ext cx="685005" cy="1430365"/>
          </a:xfrm>
          <a:custGeom>
            <a:avLst/>
            <a:gdLst>
              <a:gd name="connsiteX0" fmla="*/ 0 w 413657"/>
              <a:gd name="connsiteY0" fmla="*/ 0 h 943429"/>
              <a:gd name="connsiteX1" fmla="*/ 413657 w 413657"/>
              <a:gd name="connsiteY1" fmla="*/ 0 h 943429"/>
              <a:gd name="connsiteX2" fmla="*/ 413657 w 413657"/>
              <a:gd name="connsiteY2" fmla="*/ 943429 h 943429"/>
              <a:gd name="connsiteX3" fmla="*/ 0 w 413657"/>
              <a:gd name="connsiteY3" fmla="*/ 943429 h 943429"/>
              <a:gd name="connsiteX4" fmla="*/ 0 w 413657"/>
              <a:gd name="connsiteY4" fmla="*/ 0 h 943429"/>
              <a:gd name="connsiteX0" fmla="*/ 0 w 413657"/>
              <a:gd name="connsiteY0" fmla="*/ 943429 h 1034869"/>
              <a:gd name="connsiteX1" fmla="*/ 0 w 413657"/>
              <a:gd name="connsiteY1" fmla="*/ 0 h 1034869"/>
              <a:gd name="connsiteX2" fmla="*/ 413657 w 413657"/>
              <a:gd name="connsiteY2" fmla="*/ 0 h 1034869"/>
              <a:gd name="connsiteX3" fmla="*/ 413657 w 413657"/>
              <a:gd name="connsiteY3" fmla="*/ 943429 h 1034869"/>
              <a:gd name="connsiteX4" fmla="*/ 91440 w 413657"/>
              <a:gd name="connsiteY4" fmla="*/ 1034869 h 1034869"/>
              <a:gd name="connsiteX0" fmla="*/ 0 w 413657"/>
              <a:gd name="connsiteY0" fmla="*/ 943429 h 943429"/>
              <a:gd name="connsiteX1" fmla="*/ 0 w 413657"/>
              <a:gd name="connsiteY1" fmla="*/ 0 h 943429"/>
              <a:gd name="connsiteX2" fmla="*/ 413657 w 413657"/>
              <a:gd name="connsiteY2" fmla="*/ 0 h 943429"/>
              <a:gd name="connsiteX3" fmla="*/ 413657 w 413657"/>
              <a:gd name="connsiteY3" fmla="*/ 943429 h 943429"/>
              <a:gd name="connsiteX0" fmla="*/ 0 w 413657"/>
              <a:gd name="connsiteY0" fmla="*/ 0 h 943429"/>
              <a:gd name="connsiteX1" fmla="*/ 413657 w 413657"/>
              <a:gd name="connsiteY1" fmla="*/ 0 h 943429"/>
              <a:gd name="connsiteX2" fmla="*/ 413657 w 413657"/>
              <a:gd name="connsiteY2" fmla="*/ 943429 h 943429"/>
            </a:gdLst>
            <a:ahLst/>
            <a:cxnLst>
              <a:cxn ang="0">
                <a:pos x="connsiteX0" y="connsiteY0"/>
              </a:cxn>
              <a:cxn ang="0">
                <a:pos x="connsiteX1" y="connsiteY1"/>
              </a:cxn>
              <a:cxn ang="0">
                <a:pos x="connsiteX2" y="connsiteY2"/>
              </a:cxn>
            </a:cxnLst>
            <a:rect l="l" t="t" r="r" b="b"/>
            <a:pathLst>
              <a:path w="413657" h="943429">
                <a:moveTo>
                  <a:pt x="0" y="0"/>
                </a:moveTo>
                <a:lnTo>
                  <a:pt x="413657" y="0"/>
                </a:lnTo>
                <a:lnTo>
                  <a:pt x="413657" y="943429"/>
                </a:lnTo>
              </a:path>
            </a:pathLst>
          </a:custGeom>
          <a:noFill/>
          <a:ln w="6350">
            <a:solidFill>
              <a:schemeClr val="bg1"/>
            </a:solidFill>
            <a:miter lim="800000"/>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latin typeface="+mj-ea"/>
              <a:ea typeface="+mj-ea"/>
            </a:endParaRPr>
          </a:p>
        </p:txBody>
      </p:sp>
      <p:pic>
        <p:nvPicPr>
          <p:cNvPr id="46" name="Picture 54">
            <a:extLst>
              <a:ext uri="{FF2B5EF4-FFF2-40B4-BE49-F238E27FC236}">
                <a16:creationId xmlns:a16="http://schemas.microsoft.com/office/drawing/2014/main" id="{0A2F4DF2-5196-4498-8839-872CFE74CB6B}"/>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6502975" y="1495150"/>
            <a:ext cx="2042892" cy="1172231"/>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 name="Picture 2">
            <a:extLst>
              <a:ext uri="{FF2B5EF4-FFF2-40B4-BE49-F238E27FC236}">
                <a16:creationId xmlns:a16="http://schemas.microsoft.com/office/drawing/2014/main" id="{B959E0AB-0C96-412A-BB83-D68E701A8257}"/>
              </a:ext>
            </a:extLst>
          </p:cNvPr>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9949100" y="4583714"/>
            <a:ext cx="1877140" cy="113297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 name="Picture 2">
            <a:extLst>
              <a:ext uri="{FF2B5EF4-FFF2-40B4-BE49-F238E27FC236}">
                <a16:creationId xmlns:a16="http://schemas.microsoft.com/office/drawing/2014/main" id="{94DB3929-C222-49F3-8BE5-B86302A8060E}"/>
              </a:ext>
            </a:extLst>
          </p:cNvPr>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a:off x="10629663" y="2667134"/>
            <a:ext cx="1396595" cy="1430365"/>
          </a:xfrm>
          <a:prstGeom prst="rect">
            <a:avLst/>
          </a:prstGeom>
          <a:ln>
            <a:noFill/>
          </a:ln>
          <a:effectLst>
            <a:outerShdw blurRad="292100" dist="139700" dir="2700000" algn="tl" rotWithShape="0">
              <a:srgbClr val="333333">
                <a:alpha val="65000"/>
              </a:srgbClr>
            </a:outerShdw>
          </a:effectLst>
        </p:spPr>
      </p:pic>
      <p:sp>
        <p:nvSpPr>
          <p:cNvPr id="51" name="タイトル 2">
            <a:extLst>
              <a:ext uri="{FF2B5EF4-FFF2-40B4-BE49-F238E27FC236}">
                <a16:creationId xmlns:a16="http://schemas.microsoft.com/office/drawing/2014/main" id="{168D0783-D1AC-4445-A27A-0D3D6DCF0DD4}"/>
              </a:ext>
            </a:extLst>
          </p:cNvPr>
          <p:cNvSpPr txBox="1">
            <a:spLocks/>
          </p:cNvSpPr>
          <p:nvPr/>
        </p:nvSpPr>
        <p:spPr>
          <a:xfrm>
            <a:off x="777535" y="1184017"/>
            <a:ext cx="5466099" cy="1107996"/>
          </a:xfrm>
          <a:prstGeom prst="rect">
            <a:avLst/>
          </a:prstGeom>
        </p:spPr>
        <p:txBody>
          <a:bodyPr wrap="square" lIns="0" tIns="0" rIns="0" bIns="0">
            <a:spAutoFit/>
          </a:bodyPr>
          <a:lstStyle>
            <a:lvl1pPr>
              <a:defRPr sz="3800" b="0" i="0">
                <a:solidFill>
                  <a:srgbClr val="004097"/>
                </a:solidFill>
                <a:latin typeface="Noto Sans JP Light" panose="020B0300000000000000" pitchFamily="34" charset="-128"/>
                <a:ea typeface="Noto Sans JP Light" panose="020B0300000000000000" pitchFamily="34" charset="-128"/>
                <a:cs typeface="Noto Sans JP Light" panose="020B0300000000000000" pitchFamily="34" charset="-128"/>
              </a:defRPr>
            </a:lvl1pPr>
          </a:lstStyle>
          <a:p>
            <a:r>
              <a:rPr kumimoji="0" lang="ja-JP" altLang="en-US" sz="2400" kern="0">
                <a:latin typeface="+mj-ea"/>
                <a:ea typeface="+mj-ea"/>
              </a:rPr>
              <a:t>高い信頼性・安全性を持った</a:t>
            </a:r>
            <a:endParaRPr kumimoji="0" lang="en-US" altLang="ja-JP" sz="2400" kern="0">
              <a:latin typeface="+mj-ea"/>
              <a:ea typeface="+mj-ea"/>
            </a:endParaRPr>
          </a:p>
          <a:p>
            <a:r>
              <a:rPr kumimoji="0" lang="en-US" altLang="ja-JP" sz="2400" b="1" kern="0">
                <a:latin typeface="+mj-ea"/>
                <a:ea typeface="+mj-ea"/>
              </a:rPr>
              <a:t>3</a:t>
            </a:r>
            <a:r>
              <a:rPr kumimoji="0" lang="ja-JP" altLang="en-US" sz="2400" kern="0">
                <a:latin typeface="+mj-ea"/>
                <a:ea typeface="+mj-ea"/>
              </a:rPr>
              <a:t>拠点の</a:t>
            </a:r>
            <a:r>
              <a:rPr kumimoji="0" lang="en-US" altLang="ja-JP" sz="2400" kern="0">
                <a:latin typeface="+mj-ea"/>
                <a:ea typeface="+mj-ea"/>
              </a:rPr>
              <a:t>DC</a:t>
            </a:r>
            <a:r>
              <a:rPr kumimoji="0" lang="ja-JP" altLang="en-US" sz="2400" kern="0">
                <a:latin typeface="+mj-ea"/>
                <a:ea typeface="+mj-ea"/>
              </a:rPr>
              <a:t>にて高品質なサービスを</a:t>
            </a:r>
            <a:endParaRPr kumimoji="0" lang="en-US" altLang="ja-JP" sz="2400" kern="0">
              <a:latin typeface="+mj-ea"/>
              <a:ea typeface="+mj-ea"/>
            </a:endParaRPr>
          </a:p>
          <a:p>
            <a:r>
              <a:rPr kumimoji="0" lang="en-US" altLang="ja-JP" sz="2400" b="1" kern="0">
                <a:latin typeface="+mj-ea"/>
                <a:ea typeface="+mj-ea"/>
              </a:rPr>
              <a:t>24</a:t>
            </a:r>
            <a:r>
              <a:rPr kumimoji="0" lang="ja-JP" altLang="en-US" sz="2400" kern="0">
                <a:latin typeface="+mj-ea"/>
                <a:ea typeface="+mj-ea"/>
              </a:rPr>
              <a:t>時間</a:t>
            </a:r>
            <a:r>
              <a:rPr kumimoji="0" lang="en-US" altLang="ja-JP" sz="2400" b="1" kern="0">
                <a:latin typeface="+mj-ea"/>
                <a:ea typeface="+mj-ea"/>
              </a:rPr>
              <a:t>365</a:t>
            </a:r>
            <a:r>
              <a:rPr kumimoji="0" lang="ja-JP" altLang="en-US" sz="2400" kern="0">
                <a:latin typeface="+mj-ea"/>
                <a:ea typeface="+mj-ea"/>
              </a:rPr>
              <a:t>日ご提供</a:t>
            </a:r>
          </a:p>
        </p:txBody>
      </p:sp>
      <p:pic>
        <p:nvPicPr>
          <p:cNvPr id="19" name="Picture 4" descr="E:\NSW-Bizシリーズ\Bizアイコン切り出し\BlueSpiderアイコン\BS-Logo01.gif">
            <a:extLst>
              <a:ext uri="{FF2B5EF4-FFF2-40B4-BE49-F238E27FC236}">
                <a16:creationId xmlns:a16="http://schemas.microsoft.com/office/drawing/2014/main" id="{C829DE2B-D913-8918-FDC7-619F2507C1F1}"/>
              </a:ext>
            </a:extLst>
          </p:cNvPr>
          <p:cNvPicPr>
            <a:picLocks noChangeAspect="1" noChangeArrowheads="1"/>
          </p:cNvPicPr>
          <p:nvPr/>
        </p:nvPicPr>
        <p:blipFill>
          <a:blip r:embed="rId7" cstate="email">
            <a:extLst>
              <a:ext uri="{28A0092B-C50C-407E-A947-70E740481C1C}">
                <a14:useLocalDpi xmlns:a14="http://schemas.microsoft.com/office/drawing/2010/main"/>
              </a:ext>
            </a:extLst>
          </a:blip>
          <a:srcRect/>
          <a:stretch>
            <a:fillRect/>
          </a:stretch>
        </p:blipFill>
        <p:spPr bwMode="auto">
          <a:xfrm>
            <a:off x="2188608" y="5336964"/>
            <a:ext cx="2172138" cy="702615"/>
          </a:xfrm>
          <a:prstGeom prst="rect">
            <a:avLst/>
          </a:prstGeom>
          <a:noFill/>
        </p:spPr>
      </p:pic>
      <p:pic>
        <p:nvPicPr>
          <p:cNvPr id="20" name="図 19">
            <a:extLst>
              <a:ext uri="{FF2B5EF4-FFF2-40B4-BE49-F238E27FC236}">
                <a16:creationId xmlns:a16="http://schemas.microsoft.com/office/drawing/2014/main" id="{4404736C-BC26-D2FF-33B6-B8D115FEC8FB}"/>
              </a:ext>
            </a:extLst>
          </p:cNvPr>
          <p:cNvPicPr>
            <a:picLocks noChangeAspect="1"/>
          </p:cNvPicPr>
          <p:nvPr/>
        </p:nvPicPr>
        <p:blipFill>
          <a:blip r:embed="rId8" cstate="email">
            <a:clrChange>
              <a:clrFrom>
                <a:srgbClr val="231F20"/>
              </a:clrFrom>
              <a:clrTo>
                <a:srgbClr val="231F20">
                  <a:alpha val="0"/>
                </a:srgbClr>
              </a:clrTo>
            </a:clrChange>
            <a:extLst>
              <a:ext uri="{BEBA8EAE-BF5A-486C-A8C5-ECC9F3942E4B}">
                <a14:imgProps xmlns:a14="http://schemas.microsoft.com/office/drawing/2010/main">
                  <a14:imgLayer r:embed="rId9">
                    <a14:imgEffect>
                      <a14:colorTemperature colorTemp="7200"/>
                    </a14:imgEffect>
                  </a14:imgLayer>
                </a14:imgProps>
              </a:ext>
              <a:ext uri="{28A0092B-C50C-407E-A947-70E740481C1C}">
                <a14:useLocalDpi xmlns:a14="http://schemas.microsoft.com/office/drawing/2010/main"/>
              </a:ext>
            </a:extLst>
          </a:blip>
          <a:stretch>
            <a:fillRect/>
          </a:stretch>
        </p:blipFill>
        <p:spPr>
          <a:xfrm>
            <a:off x="425665" y="5336964"/>
            <a:ext cx="1343830" cy="535794"/>
          </a:xfrm>
          <a:prstGeom prst="rect">
            <a:avLst/>
          </a:prstGeom>
        </p:spPr>
      </p:pic>
      <p:pic>
        <p:nvPicPr>
          <p:cNvPr id="21" name="Picture 2">
            <a:extLst>
              <a:ext uri="{FF2B5EF4-FFF2-40B4-BE49-F238E27FC236}">
                <a16:creationId xmlns:a16="http://schemas.microsoft.com/office/drawing/2014/main" id="{590F8EB0-353F-7453-5C93-870F3C33E1B1}"/>
              </a:ext>
            </a:extLst>
          </p:cNvPr>
          <p:cNvPicPr>
            <a:picLocks noChangeAspect="1" noChangeArrowheads="1"/>
          </p:cNvPicPr>
          <p:nvPr/>
        </p:nvPicPr>
        <p:blipFill>
          <a:blip r:embed="rId10" cstate="email">
            <a:extLst>
              <a:ext uri="{28A0092B-C50C-407E-A947-70E740481C1C}">
                <a14:useLocalDpi xmlns:a14="http://schemas.microsoft.com/office/drawing/2010/main"/>
              </a:ext>
            </a:extLst>
          </a:blip>
          <a:srcRect/>
          <a:stretch>
            <a:fillRect/>
          </a:stretch>
        </p:blipFill>
        <p:spPr bwMode="auto">
          <a:xfrm>
            <a:off x="4836540" y="5336964"/>
            <a:ext cx="1343830" cy="58053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3" name="グループ化 22">
            <a:extLst>
              <a:ext uri="{FF2B5EF4-FFF2-40B4-BE49-F238E27FC236}">
                <a16:creationId xmlns:a16="http://schemas.microsoft.com/office/drawing/2014/main" id="{248AB638-72F1-5A66-5607-491DB0C26E18}"/>
              </a:ext>
            </a:extLst>
          </p:cNvPr>
          <p:cNvGrpSpPr/>
          <p:nvPr/>
        </p:nvGrpSpPr>
        <p:grpSpPr>
          <a:xfrm>
            <a:off x="651961" y="2619070"/>
            <a:ext cx="5144370" cy="2338176"/>
            <a:chOff x="8248070" y="1210215"/>
            <a:chExt cx="2958593" cy="1888398"/>
          </a:xfrm>
        </p:grpSpPr>
        <p:sp>
          <p:nvSpPr>
            <p:cNvPr id="25" name="正方形/長方形 24">
              <a:extLst>
                <a:ext uri="{FF2B5EF4-FFF2-40B4-BE49-F238E27FC236}">
                  <a16:creationId xmlns:a16="http://schemas.microsoft.com/office/drawing/2014/main" id="{E809DF73-7D95-F084-9ECB-2C4B7BECCF9E}"/>
                </a:ext>
              </a:extLst>
            </p:cNvPr>
            <p:cNvSpPr/>
            <p:nvPr/>
          </p:nvSpPr>
          <p:spPr>
            <a:xfrm>
              <a:off x="8248070" y="1210218"/>
              <a:ext cx="2958592" cy="1888395"/>
            </a:xfrm>
            <a:prstGeom prst="rect">
              <a:avLst/>
            </a:prstGeom>
            <a:solidFill>
              <a:srgbClr val="D9E3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b="1">
                <a:latin typeface="+mj-ea"/>
                <a:ea typeface="+mj-ea"/>
              </a:endParaRPr>
            </a:p>
          </p:txBody>
        </p:sp>
        <p:sp>
          <p:nvSpPr>
            <p:cNvPr id="26" name="タイトル 2">
              <a:extLst>
                <a:ext uri="{FF2B5EF4-FFF2-40B4-BE49-F238E27FC236}">
                  <a16:creationId xmlns:a16="http://schemas.microsoft.com/office/drawing/2014/main" id="{2BD63E98-B5C1-692A-A5CB-E1A930C260E5}"/>
                </a:ext>
              </a:extLst>
            </p:cNvPr>
            <p:cNvSpPr txBox="1">
              <a:spLocks/>
            </p:cNvSpPr>
            <p:nvPr/>
          </p:nvSpPr>
          <p:spPr>
            <a:xfrm>
              <a:off x="8248071" y="1210215"/>
              <a:ext cx="2958592" cy="336749"/>
            </a:xfrm>
            <a:prstGeom prst="rect">
              <a:avLst/>
            </a:prstGeom>
            <a:solidFill>
              <a:srgbClr val="3278E6"/>
            </a:solidFill>
          </p:spPr>
          <p:txBody>
            <a:bodyPr wrap="square" lIns="0" tIns="0" rIns="0" bIns="0" anchor="ctr" anchorCtr="0">
              <a:noAutofit/>
            </a:bodyPr>
            <a:lstStyle>
              <a:lvl1pPr>
                <a:defRPr sz="3800" b="0" i="0">
                  <a:solidFill>
                    <a:srgbClr val="004097"/>
                  </a:solidFill>
                  <a:latin typeface="Noto Sans JP Light" panose="020B0300000000000000" pitchFamily="34" charset="-128"/>
                  <a:ea typeface="Noto Sans JP Light" panose="020B0300000000000000" pitchFamily="34" charset="-128"/>
                  <a:cs typeface="Noto Sans JP Light" panose="020B0300000000000000" pitchFamily="34" charset="-128"/>
                </a:defRPr>
              </a:lvl1pPr>
            </a:lstStyle>
            <a:p>
              <a:pPr algn="ctr"/>
              <a:r>
                <a:rPr kumimoji="0" lang="ja-JP" altLang="en-US" sz="1600" b="1" kern="0">
                  <a:solidFill>
                    <a:schemeClr val="bg1"/>
                  </a:solidFill>
                  <a:latin typeface="+mj-ea"/>
                  <a:ea typeface="+mj-ea"/>
                </a:rPr>
                <a:t>デジタルビジネス</a:t>
              </a:r>
            </a:p>
          </p:txBody>
        </p:sp>
        <p:grpSp>
          <p:nvGrpSpPr>
            <p:cNvPr id="27" name="グループ化 26">
              <a:extLst>
                <a:ext uri="{FF2B5EF4-FFF2-40B4-BE49-F238E27FC236}">
                  <a16:creationId xmlns:a16="http://schemas.microsoft.com/office/drawing/2014/main" id="{C3AE29E5-1357-ED21-8744-CD13A725EED6}"/>
                </a:ext>
              </a:extLst>
            </p:cNvPr>
            <p:cNvGrpSpPr/>
            <p:nvPr/>
          </p:nvGrpSpPr>
          <p:grpSpPr>
            <a:xfrm>
              <a:off x="9077622" y="1667793"/>
              <a:ext cx="2013984" cy="1296518"/>
              <a:chOff x="1891636" y="1667798"/>
              <a:chExt cx="1999576" cy="2526696"/>
            </a:xfrm>
            <a:solidFill>
              <a:srgbClr val="0054FE"/>
            </a:solidFill>
          </p:grpSpPr>
          <p:sp>
            <p:nvSpPr>
              <p:cNvPr id="35" name="タイトル 2">
                <a:extLst>
                  <a:ext uri="{FF2B5EF4-FFF2-40B4-BE49-F238E27FC236}">
                    <a16:creationId xmlns:a16="http://schemas.microsoft.com/office/drawing/2014/main" id="{18A8AA41-D27D-0A6E-A924-2BF58F8D8305}"/>
                  </a:ext>
                </a:extLst>
              </p:cNvPr>
              <p:cNvSpPr txBox="1">
                <a:spLocks/>
              </p:cNvSpPr>
              <p:nvPr/>
            </p:nvSpPr>
            <p:spPr>
              <a:xfrm>
                <a:off x="1891636" y="1667798"/>
                <a:ext cx="1295027" cy="1189902"/>
              </a:xfrm>
              <a:prstGeom prst="ellipse">
                <a:avLst/>
              </a:prstGeom>
              <a:solidFill>
                <a:schemeClr val="bg1"/>
              </a:solidFill>
              <a:ln>
                <a:noFill/>
              </a:ln>
            </p:spPr>
            <p:txBody>
              <a:bodyPr wrap="square" lIns="0" tIns="0" rIns="0" bIns="0" anchor="ctr" anchorCtr="0">
                <a:noAutofit/>
              </a:bodyPr>
              <a:lstStyle>
                <a:lvl1pPr>
                  <a:defRPr sz="3800" b="0" i="0">
                    <a:solidFill>
                      <a:srgbClr val="004097"/>
                    </a:solidFill>
                    <a:latin typeface="Noto Sans JP Light" panose="020B0300000000000000" pitchFamily="34" charset="-128"/>
                    <a:ea typeface="Noto Sans JP Light" panose="020B0300000000000000" pitchFamily="34" charset="-128"/>
                    <a:cs typeface="Noto Sans JP Light" panose="020B0300000000000000" pitchFamily="34" charset="-128"/>
                  </a:defRPr>
                </a:lvl1pPr>
              </a:lstStyle>
              <a:p>
                <a:pPr algn="ctr"/>
                <a:r>
                  <a:rPr kumimoji="0" lang="ja-JP" altLang="en-US" sz="1800" b="1" kern="0">
                    <a:solidFill>
                      <a:schemeClr val="bg2"/>
                    </a:solidFill>
                    <a:latin typeface="+mj-ea"/>
                    <a:ea typeface="+mj-ea"/>
                  </a:rPr>
                  <a:t>渋谷</a:t>
                </a:r>
                <a:r>
                  <a:rPr kumimoji="0" lang="en-US" altLang="ja-JP" sz="1800" b="1" kern="0">
                    <a:solidFill>
                      <a:schemeClr val="bg2"/>
                    </a:solidFill>
                    <a:latin typeface="+mj-ea"/>
                    <a:ea typeface="+mj-ea"/>
                  </a:rPr>
                  <a:t>IT</a:t>
                </a:r>
                <a:r>
                  <a:rPr kumimoji="0" lang="ja-JP" altLang="en-US" sz="1800" b="1" kern="0">
                    <a:solidFill>
                      <a:schemeClr val="bg2"/>
                    </a:solidFill>
                    <a:latin typeface="+mj-ea"/>
                    <a:ea typeface="+mj-ea"/>
                  </a:rPr>
                  <a:t>コア</a:t>
                </a:r>
              </a:p>
            </p:txBody>
          </p:sp>
          <p:sp>
            <p:nvSpPr>
              <p:cNvPr id="36" name="タイトル 2">
                <a:extLst>
                  <a:ext uri="{FF2B5EF4-FFF2-40B4-BE49-F238E27FC236}">
                    <a16:creationId xmlns:a16="http://schemas.microsoft.com/office/drawing/2014/main" id="{AA0B1215-CE79-00DA-2452-B31414A60B15}"/>
                  </a:ext>
                </a:extLst>
              </p:cNvPr>
              <p:cNvSpPr txBox="1">
                <a:spLocks/>
              </p:cNvSpPr>
              <p:nvPr/>
            </p:nvSpPr>
            <p:spPr>
              <a:xfrm>
                <a:off x="2596187" y="3004597"/>
                <a:ext cx="1295025" cy="1189897"/>
              </a:xfrm>
              <a:prstGeom prst="ellipse">
                <a:avLst/>
              </a:prstGeom>
              <a:solidFill>
                <a:schemeClr val="bg1"/>
              </a:solidFill>
              <a:ln>
                <a:noFill/>
              </a:ln>
            </p:spPr>
            <p:txBody>
              <a:bodyPr wrap="square" lIns="0" tIns="0" rIns="0" bIns="0" anchor="ctr" anchorCtr="0">
                <a:noAutofit/>
              </a:bodyPr>
              <a:lstStyle>
                <a:lvl1pPr>
                  <a:defRPr sz="3800" b="0" i="0">
                    <a:solidFill>
                      <a:srgbClr val="004097"/>
                    </a:solidFill>
                    <a:latin typeface="Noto Sans JP Light" panose="020B0300000000000000" pitchFamily="34" charset="-128"/>
                    <a:ea typeface="Noto Sans JP Light" panose="020B0300000000000000" pitchFamily="34" charset="-128"/>
                    <a:cs typeface="Noto Sans JP Light" panose="020B0300000000000000" pitchFamily="34" charset="-128"/>
                  </a:defRPr>
                </a:lvl1pPr>
              </a:lstStyle>
              <a:p>
                <a:pPr algn="ctr"/>
                <a:r>
                  <a:rPr kumimoji="0" lang="ja-JP" altLang="en-US" sz="1800" b="1" kern="0">
                    <a:solidFill>
                      <a:schemeClr val="bg2"/>
                    </a:solidFill>
                    <a:latin typeface="+mj-ea"/>
                    <a:ea typeface="+mj-ea"/>
                  </a:rPr>
                  <a:t>山梨</a:t>
                </a:r>
                <a:r>
                  <a:rPr kumimoji="0" lang="en-US" altLang="ja-JP" sz="1800" b="1" kern="0">
                    <a:solidFill>
                      <a:schemeClr val="bg2"/>
                    </a:solidFill>
                    <a:latin typeface="+mj-ea"/>
                    <a:ea typeface="+mj-ea"/>
                  </a:rPr>
                  <a:t>IT</a:t>
                </a:r>
                <a:r>
                  <a:rPr kumimoji="0" lang="ja-JP" altLang="en-US" sz="1800" b="1" kern="0">
                    <a:solidFill>
                      <a:schemeClr val="bg2"/>
                    </a:solidFill>
                    <a:latin typeface="+mj-ea"/>
                    <a:ea typeface="+mj-ea"/>
                  </a:rPr>
                  <a:t>センター</a:t>
                </a:r>
              </a:p>
            </p:txBody>
          </p:sp>
        </p:grpSp>
        <p:sp>
          <p:nvSpPr>
            <p:cNvPr id="32" name="タイトル 2">
              <a:extLst>
                <a:ext uri="{FF2B5EF4-FFF2-40B4-BE49-F238E27FC236}">
                  <a16:creationId xmlns:a16="http://schemas.microsoft.com/office/drawing/2014/main" id="{D2EADF5C-3C94-47CF-C1CD-1AE262ABDB38}"/>
                </a:ext>
              </a:extLst>
            </p:cNvPr>
            <p:cNvSpPr txBox="1">
              <a:spLocks/>
            </p:cNvSpPr>
            <p:nvPr/>
          </p:nvSpPr>
          <p:spPr>
            <a:xfrm>
              <a:off x="8389896" y="2353748"/>
              <a:ext cx="1304356" cy="610574"/>
            </a:xfrm>
            <a:prstGeom prst="ellipse">
              <a:avLst/>
            </a:prstGeom>
            <a:solidFill>
              <a:schemeClr val="bg1"/>
            </a:solidFill>
            <a:ln>
              <a:noFill/>
            </a:ln>
          </p:spPr>
          <p:txBody>
            <a:bodyPr wrap="square" lIns="0" tIns="0" rIns="0" bIns="0" anchor="ctr" anchorCtr="0">
              <a:noAutofit/>
            </a:bodyPr>
            <a:lstStyle>
              <a:lvl1pPr>
                <a:defRPr sz="3800" b="0" i="0">
                  <a:solidFill>
                    <a:srgbClr val="004097"/>
                  </a:solidFill>
                  <a:latin typeface="Noto Sans JP Light" panose="020B0300000000000000" pitchFamily="34" charset="-128"/>
                  <a:ea typeface="Noto Sans JP Light" panose="020B0300000000000000" pitchFamily="34" charset="-128"/>
                  <a:cs typeface="Noto Sans JP Light" panose="020B0300000000000000" pitchFamily="34" charset="-128"/>
                </a:defRPr>
              </a:lvl1pPr>
            </a:lstStyle>
            <a:p>
              <a:pPr algn="ctr"/>
              <a:r>
                <a:rPr kumimoji="0" lang="ja-JP" altLang="en-US" sz="1800" b="1" kern="0">
                  <a:solidFill>
                    <a:schemeClr val="bg2"/>
                  </a:solidFill>
                  <a:latin typeface="+mj-ea"/>
                  <a:ea typeface="+mj-ea"/>
                </a:rPr>
                <a:t>高松</a:t>
              </a:r>
              <a:r>
                <a:rPr kumimoji="0" lang="en-US" altLang="ja-JP" sz="1800" b="1" kern="0">
                  <a:solidFill>
                    <a:schemeClr val="bg2"/>
                  </a:solidFill>
                  <a:latin typeface="+mj-ea"/>
                  <a:ea typeface="+mj-ea"/>
                </a:rPr>
                <a:t>IT</a:t>
              </a:r>
              <a:r>
                <a:rPr kumimoji="0" lang="ja-JP" altLang="en-US" sz="1800" b="1" kern="0">
                  <a:solidFill>
                    <a:schemeClr val="bg2"/>
                  </a:solidFill>
                  <a:latin typeface="+mj-ea"/>
                  <a:ea typeface="+mj-ea"/>
                </a:rPr>
                <a:t>センター</a:t>
              </a:r>
            </a:p>
          </p:txBody>
        </p:sp>
      </p:grpSp>
    </p:spTree>
    <p:extLst>
      <p:ext uri="{BB962C8B-B14F-4D97-AF65-F5344CB8AC3E}">
        <p14:creationId xmlns:p14="http://schemas.microsoft.com/office/powerpoint/2010/main" val="2901035916"/>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プレースホルダー 3">
            <a:extLst>
              <a:ext uri="{FF2B5EF4-FFF2-40B4-BE49-F238E27FC236}">
                <a16:creationId xmlns:a16="http://schemas.microsoft.com/office/drawing/2014/main" id="{EDF95E02-3EEC-C8A0-85D9-39224A3F6958}"/>
              </a:ext>
            </a:extLst>
          </p:cNvPr>
          <p:cNvSpPr>
            <a:spLocks noGrp="1"/>
          </p:cNvSpPr>
          <p:nvPr>
            <p:ph type="body" sz="quarter" idx="10"/>
          </p:nvPr>
        </p:nvSpPr>
        <p:spPr/>
        <p:txBody>
          <a:bodyPr/>
          <a:lstStyle/>
          <a:p>
            <a:r>
              <a:rPr lang="ja-JP" altLang="en-US" dirty="0"/>
              <a:t>生産スケジューラ「</a:t>
            </a:r>
            <a:r>
              <a:rPr lang="en-US" altLang="ja-JP" dirty="0" err="1"/>
              <a:t>Asprova</a:t>
            </a:r>
            <a:r>
              <a:rPr lang="ja-JP" altLang="en-US" dirty="0"/>
              <a:t>」とは</a:t>
            </a:r>
          </a:p>
        </p:txBody>
      </p:sp>
      <p:sp>
        <p:nvSpPr>
          <p:cNvPr id="2" name="スライド番号プレースホルダー 1">
            <a:extLst>
              <a:ext uri="{FF2B5EF4-FFF2-40B4-BE49-F238E27FC236}">
                <a16:creationId xmlns:a16="http://schemas.microsoft.com/office/drawing/2014/main" id="{A68CE41E-12D9-E749-F0F5-317A508C91E6}"/>
              </a:ext>
            </a:extLst>
          </p:cNvPr>
          <p:cNvSpPr txBox="1">
            <a:spLocks/>
          </p:cNvSpPr>
          <p:nvPr/>
        </p:nvSpPr>
        <p:spPr bwMode="ltGray">
          <a:xfrm>
            <a:off x="10855405" y="6532510"/>
            <a:ext cx="998971" cy="241300"/>
          </a:xfrm>
          <a:prstGeom prst="rect">
            <a:avLst/>
          </a:prstGeom>
          <a:noFill/>
          <a:ln>
            <a:noFill/>
          </a:ln>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defPPr>
              <a:defRPr lang="ja-JP"/>
            </a:defPPr>
            <a:lvl1pPr marL="0" algn="r" defTabSz="914400" rtl="0" eaLnBrk="1" latinLnBrk="0" hangingPunct="1">
              <a:defRPr kumimoji="1" sz="1800" b="1" i="0" kern="1200">
                <a:solidFill>
                  <a:schemeClr val="bg1"/>
                </a:solidFill>
                <a:latin typeface="Arial" pitchFamily="34" charset="0"/>
                <a:ea typeface="ＭＳ Ｐゴシック" pitchFamily="50" charset="-128"/>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E025C43D-97FC-4CE9-9332-5BE2A99BA935}" type="slidenum">
              <a:rPr lang="en-US" altLang="ja-JP" sz="1400" smtClean="0">
                <a:latin typeface="+mn-ea"/>
                <a:ea typeface="+mn-ea"/>
                <a:cs typeface="メイリオ" pitchFamily="50" charset="-128"/>
              </a:rPr>
              <a:pPr/>
              <a:t>20</a:t>
            </a:fld>
            <a:endParaRPr lang="en-US" altLang="ja-JP" sz="1400">
              <a:latin typeface="+mn-ea"/>
              <a:ea typeface="+mn-ea"/>
              <a:cs typeface="メイリオ" pitchFamily="50" charset="-128"/>
            </a:endParaRPr>
          </a:p>
        </p:txBody>
      </p:sp>
    </p:spTree>
    <p:extLst>
      <p:ext uri="{BB962C8B-B14F-4D97-AF65-F5344CB8AC3E}">
        <p14:creationId xmlns:p14="http://schemas.microsoft.com/office/powerpoint/2010/main" val="38956416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タイトル 7">
            <a:extLst>
              <a:ext uri="{FF2B5EF4-FFF2-40B4-BE49-F238E27FC236}">
                <a16:creationId xmlns:a16="http://schemas.microsoft.com/office/drawing/2014/main" id="{28EEE010-3C1F-B556-496E-7EC2F7619931}"/>
              </a:ext>
            </a:extLst>
          </p:cNvPr>
          <p:cNvSpPr>
            <a:spLocks noGrp="1"/>
          </p:cNvSpPr>
          <p:nvPr>
            <p:ph type="title"/>
          </p:nvPr>
        </p:nvSpPr>
        <p:spPr/>
        <p:txBody>
          <a:bodyPr/>
          <a:lstStyle/>
          <a:p>
            <a:r>
              <a:rPr lang="ja-JP" altLang="en-US" dirty="0"/>
              <a:t>「</a:t>
            </a:r>
            <a:r>
              <a:rPr lang="en-US" altLang="ja-JP" dirty="0" err="1"/>
              <a:t>AsprovaAPS</a:t>
            </a:r>
            <a:r>
              <a:rPr lang="ja-JP" altLang="en-US" dirty="0"/>
              <a:t>」製品紹介</a:t>
            </a:r>
          </a:p>
        </p:txBody>
      </p:sp>
      <p:sp>
        <p:nvSpPr>
          <p:cNvPr id="2" name="スライド番号プレースホルダー 1">
            <a:extLst>
              <a:ext uri="{FF2B5EF4-FFF2-40B4-BE49-F238E27FC236}">
                <a16:creationId xmlns:a16="http://schemas.microsoft.com/office/drawing/2014/main" id="{5FF05F4C-FC0B-565F-2E1E-669CB41CE6B7}"/>
              </a:ext>
            </a:extLst>
          </p:cNvPr>
          <p:cNvSpPr txBox="1">
            <a:spLocks/>
          </p:cNvSpPr>
          <p:nvPr/>
        </p:nvSpPr>
        <p:spPr bwMode="ltGray">
          <a:xfrm>
            <a:off x="10855405" y="6532510"/>
            <a:ext cx="998971" cy="241300"/>
          </a:xfrm>
          <a:prstGeom prst="rect">
            <a:avLst/>
          </a:prstGeom>
          <a:noFill/>
          <a:ln>
            <a:noFill/>
          </a:ln>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defPPr>
              <a:defRPr lang="ja-JP"/>
            </a:defPPr>
            <a:lvl1pPr marL="0" algn="r" defTabSz="914400" rtl="0" eaLnBrk="1" latinLnBrk="0" hangingPunct="1">
              <a:defRPr kumimoji="1" sz="1800" b="1" i="0" kern="1200">
                <a:solidFill>
                  <a:schemeClr val="bg1"/>
                </a:solidFill>
                <a:latin typeface="Arial" pitchFamily="34" charset="0"/>
                <a:ea typeface="ＭＳ Ｐゴシック" pitchFamily="50" charset="-128"/>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E025C43D-97FC-4CE9-9332-5BE2A99BA935}" type="slidenum">
              <a:rPr lang="en-US" altLang="ja-JP" sz="1400" smtClean="0">
                <a:solidFill>
                  <a:schemeClr val="tx1"/>
                </a:solidFill>
                <a:latin typeface="+mn-ea"/>
                <a:ea typeface="+mn-ea"/>
                <a:cs typeface="メイリオ" pitchFamily="50" charset="-128"/>
              </a:rPr>
              <a:pPr/>
              <a:t>21</a:t>
            </a:fld>
            <a:endParaRPr lang="en-US" altLang="ja-JP" sz="1400">
              <a:solidFill>
                <a:schemeClr val="tx1"/>
              </a:solidFill>
              <a:latin typeface="+mn-ea"/>
              <a:ea typeface="+mn-ea"/>
              <a:cs typeface="メイリオ" pitchFamily="50" charset="-128"/>
            </a:endParaRPr>
          </a:p>
        </p:txBody>
      </p:sp>
    </p:spTree>
    <p:extLst>
      <p:ext uri="{BB962C8B-B14F-4D97-AF65-F5344CB8AC3E}">
        <p14:creationId xmlns:p14="http://schemas.microsoft.com/office/powerpoint/2010/main" val="29555971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BFAF864-EFBB-74F8-6E41-02AC7515BAE8}"/>
              </a:ext>
            </a:extLst>
          </p:cNvPr>
          <p:cNvSpPr>
            <a:spLocks noGrp="1"/>
          </p:cNvSpPr>
          <p:nvPr>
            <p:ph type="title"/>
          </p:nvPr>
        </p:nvSpPr>
        <p:spPr/>
        <p:txBody>
          <a:bodyPr/>
          <a:lstStyle/>
          <a:p>
            <a:r>
              <a:rPr kumimoji="1" lang="ja-JP" altLang="en-US" dirty="0"/>
              <a:t>調達から生産・配送に至る生産プロセス全体の改善と効率向上</a:t>
            </a:r>
          </a:p>
        </p:txBody>
      </p:sp>
      <p:sp>
        <p:nvSpPr>
          <p:cNvPr id="3" name="スライド番号プレースホルダー 2">
            <a:extLst>
              <a:ext uri="{FF2B5EF4-FFF2-40B4-BE49-F238E27FC236}">
                <a16:creationId xmlns:a16="http://schemas.microsoft.com/office/drawing/2014/main" id="{94D7BC67-23F7-1371-DBD8-D79830EF63C8}"/>
              </a:ext>
            </a:extLst>
          </p:cNvPr>
          <p:cNvSpPr>
            <a:spLocks noGrp="1"/>
          </p:cNvSpPr>
          <p:nvPr>
            <p:ph type="sldNum" sz="quarter" idx="7"/>
          </p:nvPr>
        </p:nvSpPr>
        <p:spPr/>
        <p:txBody>
          <a:bodyPr/>
          <a:lstStyle/>
          <a:p>
            <a:fld id="{B6F15528-21DE-4FAA-801E-634DDDAF4B2B}" type="slidenum">
              <a:rPr lang="en-US" altLang="ja-JP" smtClean="0"/>
              <a:pPr/>
              <a:t>22</a:t>
            </a:fld>
            <a:endParaRPr lang="en-US" altLang="ja-JP"/>
          </a:p>
        </p:txBody>
      </p:sp>
      <p:pic>
        <p:nvPicPr>
          <p:cNvPr id="4" name="図 3">
            <a:extLst>
              <a:ext uri="{FF2B5EF4-FFF2-40B4-BE49-F238E27FC236}">
                <a16:creationId xmlns:a16="http://schemas.microsoft.com/office/drawing/2014/main" id="{FEE10F97-D72F-C6B9-6B6F-7D7AEF04CF93}"/>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019175" y="1294047"/>
            <a:ext cx="10153650" cy="4805719"/>
          </a:xfrm>
          <a:prstGeom prst="rect">
            <a:avLst/>
          </a:prstGeom>
        </p:spPr>
      </p:pic>
    </p:spTree>
    <p:extLst>
      <p:ext uri="{BB962C8B-B14F-4D97-AF65-F5344CB8AC3E}">
        <p14:creationId xmlns:p14="http://schemas.microsoft.com/office/powerpoint/2010/main" val="16454065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84639151-08A3-91F7-A6C8-861434C27967}"/>
              </a:ext>
            </a:extLst>
          </p:cNvPr>
          <p:cNvSpPr>
            <a:spLocks noGrp="1"/>
          </p:cNvSpPr>
          <p:nvPr>
            <p:ph type="title"/>
          </p:nvPr>
        </p:nvSpPr>
        <p:spPr>
          <a:xfrm>
            <a:off x="1019175" y="234190"/>
            <a:ext cx="10153650" cy="604519"/>
          </a:xfrm>
        </p:spPr>
        <p:txBody>
          <a:bodyPr/>
          <a:lstStyle/>
          <a:p>
            <a:r>
              <a:rPr lang="ja-JP" altLang="en-US" dirty="0"/>
              <a:t>生産スケジューラ「</a:t>
            </a:r>
            <a:r>
              <a:rPr lang="en-US" altLang="ja-JP" dirty="0" err="1"/>
              <a:t>Asprova</a:t>
            </a:r>
            <a:r>
              <a:rPr lang="ja-JP" altLang="en-US" dirty="0"/>
              <a:t> </a:t>
            </a:r>
            <a:r>
              <a:rPr lang="en-US" altLang="ja-JP" dirty="0"/>
              <a:t>APS</a:t>
            </a:r>
            <a:r>
              <a:rPr lang="ja-JP" altLang="en-US" dirty="0"/>
              <a:t>」とは</a:t>
            </a:r>
          </a:p>
        </p:txBody>
      </p:sp>
      <p:sp>
        <p:nvSpPr>
          <p:cNvPr id="3" name="スライド番号プレースホルダー 2">
            <a:extLst>
              <a:ext uri="{FF2B5EF4-FFF2-40B4-BE49-F238E27FC236}">
                <a16:creationId xmlns:a16="http://schemas.microsoft.com/office/drawing/2014/main" id="{24E724CD-0E30-3C28-4EB8-EDA38ADE4C6F}"/>
              </a:ext>
            </a:extLst>
          </p:cNvPr>
          <p:cNvSpPr>
            <a:spLocks noGrp="1"/>
          </p:cNvSpPr>
          <p:nvPr>
            <p:ph type="sldNum" sz="quarter" idx="7"/>
          </p:nvPr>
        </p:nvSpPr>
        <p:spPr/>
        <p:txBody>
          <a:bodyPr/>
          <a:lstStyle/>
          <a:p>
            <a:fld id="{B6F15528-21DE-4FAA-801E-634DDDAF4B2B}" type="slidenum">
              <a:rPr lang="en-US" altLang="ja-JP" smtClean="0"/>
              <a:pPr/>
              <a:t>23</a:t>
            </a:fld>
            <a:endParaRPr lang="en-US" altLang="ja-JP"/>
          </a:p>
        </p:txBody>
      </p:sp>
      <p:sp>
        <p:nvSpPr>
          <p:cNvPr id="5" name="Rectangle 1">
            <a:extLst>
              <a:ext uri="{FF2B5EF4-FFF2-40B4-BE49-F238E27FC236}">
                <a16:creationId xmlns:a16="http://schemas.microsoft.com/office/drawing/2014/main" id="{9CD76748-68B9-4FEC-28C1-2612B10A8F36}"/>
              </a:ext>
            </a:extLst>
          </p:cNvPr>
          <p:cNvSpPr>
            <a:spLocks noChangeArrowheads="1"/>
          </p:cNvSpPr>
          <p:nvPr/>
        </p:nvSpPr>
        <p:spPr bwMode="auto">
          <a:xfrm>
            <a:off x="1019175" y="1078364"/>
            <a:ext cx="9657174" cy="120032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ja-JP" altLang="en-US" sz="1600" b="0" i="0" strike="noStrike" cap="none" normalizeH="0" baseline="0" dirty="0">
                <a:ln>
                  <a:noFill/>
                </a:ln>
                <a:solidFill>
                  <a:schemeClr val="tx1"/>
                </a:solidFill>
                <a:effectLst/>
                <a:latin typeface="+mn-ea"/>
                <a:cs typeface="メイリオ" pitchFamily="50" charset="-128"/>
              </a:rPr>
              <a:t>全世界で計</a:t>
            </a:r>
            <a:r>
              <a:rPr kumimoji="1" lang="en-US" altLang="ja-JP" sz="4000" b="1" i="0" strike="noStrike" cap="none" normalizeH="0" baseline="0" dirty="0">
                <a:ln>
                  <a:noFill/>
                </a:ln>
                <a:solidFill>
                  <a:srgbClr val="466EB4"/>
                </a:solidFill>
                <a:effectLst/>
                <a:latin typeface="+mn-ea"/>
                <a:cs typeface="メイリオ" pitchFamily="50" charset="-128"/>
              </a:rPr>
              <a:t>3900</a:t>
            </a:r>
            <a:r>
              <a:rPr kumimoji="1" lang="ja-JP" altLang="en-US" sz="1600" b="0" i="0" strike="noStrike" cap="none" normalizeH="0" baseline="0" dirty="0">
                <a:ln>
                  <a:noFill/>
                </a:ln>
                <a:solidFill>
                  <a:schemeClr val="tx1"/>
                </a:solidFill>
                <a:effectLst/>
                <a:latin typeface="+mn-ea"/>
                <a:cs typeface="メイリオ" pitchFamily="50" charset="-128"/>
              </a:rPr>
              <a:t>本以上の導入実績がある</a:t>
            </a:r>
            <a:endParaRPr kumimoji="1" lang="en-US" altLang="ja-JP" sz="1600" b="0" i="0" strike="noStrike" cap="none" normalizeH="0" baseline="0" dirty="0">
              <a:ln>
                <a:noFill/>
              </a:ln>
              <a:solidFill>
                <a:schemeClr val="tx1"/>
              </a:solidFill>
              <a:effectLst/>
              <a:latin typeface="+mn-ea"/>
              <a:cs typeface="メイリオ" pitchFamily="50" charset="-128"/>
            </a:endParaRPr>
          </a:p>
          <a:p>
            <a:pPr marL="0" marR="0" lvl="0" indent="0" algn="l" defTabSz="914400" rtl="0" eaLnBrk="1" fontAlgn="base" latinLnBrk="0" hangingPunct="1">
              <a:lnSpc>
                <a:spcPct val="100000"/>
              </a:lnSpc>
              <a:spcBef>
                <a:spcPct val="0"/>
              </a:spcBef>
              <a:spcAft>
                <a:spcPct val="0"/>
              </a:spcAft>
              <a:buClrTx/>
              <a:buSzTx/>
              <a:buFontTx/>
              <a:buNone/>
              <a:tabLst/>
            </a:pPr>
            <a:r>
              <a:rPr kumimoji="1" lang="ja-JP" altLang="en-US" sz="3200" b="1" i="0" strike="noStrike" cap="none" normalizeH="0" baseline="0" dirty="0">
                <a:ln>
                  <a:noFill/>
                </a:ln>
                <a:solidFill>
                  <a:srgbClr val="466EB4"/>
                </a:solidFill>
                <a:effectLst/>
                <a:latin typeface="+mn-ea"/>
                <a:cs typeface="メイリオ" pitchFamily="50" charset="-128"/>
              </a:rPr>
              <a:t>日本国内シェア</a:t>
            </a:r>
            <a:r>
              <a:rPr kumimoji="1" lang="en-US" altLang="ja-JP" sz="3200" b="1" i="0" strike="noStrike" cap="none" normalizeH="0" baseline="0" dirty="0">
                <a:ln>
                  <a:noFill/>
                </a:ln>
                <a:solidFill>
                  <a:srgbClr val="466EB4"/>
                </a:solidFill>
                <a:effectLst/>
                <a:latin typeface="+mn-ea"/>
                <a:cs typeface="メイリオ" pitchFamily="50" charset="-128"/>
              </a:rPr>
              <a:t>No.1</a:t>
            </a:r>
            <a:r>
              <a:rPr kumimoji="1" lang="ja-JP" altLang="en-US" sz="1600" b="0" i="0" strike="noStrike" cap="none" normalizeH="0" baseline="0" dirty="0">
                <a:ln>
                  <a:noFill/>
                </a:ln>
                <a:solidFill>
                  <a:schemeClr val="tx1"/>
                </a:solidFill>
                <a:effectLst/>
                <a:latin typeface="+mn-ea"/>
                <a:cs typeface="メイリオ" pitchFamily="50" charset="-128"/>
              </a:rPr>
              <a:t>の</a:t>
            </a:r>
            <a:r>
              <a:rPr kumimoji="1" lang="ja-JP" altLang="en-US" sz="3200" b="1" i="0" strike="noStrike" cap="none" normalizeH="0" baseline="0" dirty="0">
                <a:ln>
                  <a:noFill/>
                </a:ln>
                <a:solidFill>
                  <a:schemeClr val="tx1"/>
                </a:solidFill>
                <a:effectLst/>
                <a:latin typeface="+mn-ea"/>
                <a:cs typeface="メイリオ" pitchFamily="50" charset="-128"/>
              </a:rPr>
              <a:t>生産スケジューラ</a:t>
            </a:r>
            <a:endParaRPr kumimoji="1" lang="ja-JP" altLang="en-US" sz="1600" b="0" i="0" strike="noStrike" cap="none" normalizeH="0" baseline="0" dirty="0">
              <a:ln>
                <a:noFill/>
              </a:ln>
              <a:solidFill>
                <a:schemeClr val="tx1"/>
              </a:solidFill>
              <a:effectLst/>
              <a:latin typeface="+mn-ea"/>
              <a:cs typeface="ＭＳ Ｐゴシック" pitchFamily="50" charset="-128"/>
            </a:endParaRPr>
          </a:p>
        </p:txBody>
      </p:sp>
      <p:sp>
        <p:nvSpPr>
          <p:cNvPr id="9" name="テキスト ボックス 8">
            <a:extLst>
              <a:ext uri="{FF2B5EF4-FFF2-40B4-BE49-F238E27FC236}">
                <a16:creationId xmlns:a16="http://schemas.microsoft.com/office/drawing/2014/main" id="{2BACE8E8-EBE4-7C21-6FF5-A1711CFE9A04}"/>
              </a:ext>
            </a:extLst>
          </p:cNvPr>
          <p:cNvSpPr txBox="1"/>
          <p:nvPr/>
        </p:nvSpPr>
        <p:spPr>
          <a:xfrm>
            <a:off x="1019175" y="2978869"/>
            <a:ext cx="6246149" cy="2800767"/>
          </a:xfrm>
          <a:prstGeom prst="rect">
            <a:avLst/>
          </a:prstGeom>
          <a:noFill/>
        </p:spPr>
        <p:txBody>
          <a:bodyPr wrap="square">
            <a:spAutoFit/>
          </a:bodyPr>
          <a:lstStyle/>
          <a:p>
            <a:r>
              <a:rPr lang="ja-JP" altLang="en-US" sz="2800" b="1" dirty="0">
                <a:highlight>
                  <a:srgbClr val="E7EBF0"/>
                </a:highlight>
                <a:latin typeface="+mn-ea"/>
              </a:rPr>
              <a:t>表計算ソフトからの脱却し  </a:t>
            </a:r>
            <a:r>
              <a:rPr lang="en-US" altLang="ja-JP" sz="2800" b="1" dirty="0">
                <a:solidFill>
                  <a:srgbClr val="E7EBF0"/>
                </a:solidFill>
                <a:highlight>
                  <a:srgbClr val="E7EBF0"/>
                </a:highlight>
                <a:latin typeface="+mn-ea"/>
              </a:rPr>
              <a:t>..</a:t>
            </a:r>
          </a:p>
          <a:p>
            <a:r>
              <a:rPr lang="ja-JP" altLang="en-US" sz="3600" b="1" dirty="0">
                <a:solidFill>
                  <a:schemeClr val="bg2">
                    <a:lumMod val="75000"/>
                  </a:schemeClr>
                </a:solidFill>
                <a:highlight>
                  <a:srgbClr val="E7EBF0"/>
                </a:highlight>
                <a:latin typeface="+mn-ea"/>
              </a:rPr>
              <a:t>計画業務の機動力</a:t>
            </a:r>
            <a:r>
              <a:rPr lang="ja-JP" altLang="en-US" sz="2800" b="1" dirty="0">
                <a:highlight>
                  <a:srgbClr val="E7EBF0"/>
                </a:highlight>
                <a:latin typeface="+mn-ea"/>
              </a:rPr>
              <a:t>を</a:t>
            </a:r>
            <a:r>
              <a:rPr lang="en-US" altLang="ja-JP" sz="2800" b="1" dirty="0">
                <a:highlight>
                  <a:srgbClr val="E7EBF0"/>
                </a:highlight>
                <a:latin typeface="+mn-ea"/>
              </a:rPr>
              <a:t>UP</a:t>
            </a:r>
            <a:r>
              <a:rPr lang="en-US" altLang="ja-JP" sz="4000" b="1" dirty="0">
                <a:solidFill>
                  <a:srgbClr val="E7EBF0"/>
                </a:solidFill>
                <a:highlight>
                  <a:srgbClr val="E7EBF0"/>
                </a:highlight>
                <a:latin typeface="+mn-ea"/>
              </a:rPr>
              <a:t>.</a:t>
            </a:r>
            <a:endParaRPr lang="en-US" altLang="ja-JP" sz="2800" b="1" dirty="0">
              <a:solidFill>
                <a:srgbClr val="E7EBF0"/>
              </a:solidFill>
              <a:highlight>
                <a:srgbClr val="E7EBF0"/>
              </a:highlight>
              <a:latin typeface="+mn-ea"/>
            </a:endParaRPr>
          </a:p>
          <a:p>
            <a:endParaRPr lang="en-US" altLang="ja-JP" sz="2400" b="1" dirty="0">
              <a:latin typeface="+mn-ea"/>
            </a:endParaRPr>
          </a:p>
          <a:p>
            <a:r>
              <a:rPr lang="ja-JP" altLang="en-US" sz="2800" b="1" dirty="0">
                <a:highlight>
                  <a:srgbClr val="E7EBF0"/>
                </a:highlight>
                <a:latin typeface="+mn-ea"/>
              </a:rPr>
              <a:t>工程間の待ち時間の短縮      </a:t>
            </a:r>
            <a:r>
              <a:rPr lang="en-US" altLang="ja-JP" sz="2800" b="1" dirty="0">
                <a:solidFill>
                  <a:srgbClr val="E7EBF0"/>
                </a:solidFill>
                <a:highlight>
                  <a:srgbClr val="E7EBF0"/>
                </a:highlight>
                <a:latin typeface="+mn-ea"/>
              </a:rPr>
              <a:t>.</a:t>
            </a:r>
            <a:r>
              <a:rPr lang="en-US" altLang="ja-JP" sz="1600" b="1" dirty="0">
                <a:solidFill>
                  <a:srgbClr val="E7EBF0"/>
                </a:solidFill>
                <a:highlight>
                  <a:srgbClr val="E7EBF0"/>
                </a:highlight>
                <a:latin typeface="+mn-ea"/>
              </a:rPr>
              <a:t>.</a:t>
            </a:r>
            <a:r>
              <a:rPr lang="ja-JP" altLang="en-US" sz="2800" b="1" dirty="0">
                <a:highlight>
                  <a:srgbClr val="E7EBF0"/>
                </a:highlight>
                <a:latin typeface="+mn-ea"/>
              </a:rPr>
              <a:t>    </a:t>
            </a:r>
            <a:endParaRPr lang="en-US" altLang="ja-JP" sz="2800" b="1" dirty="0">
              <a:highlight>
                <a:srgbClr val="E7EBF0"/>
              </a:highlight>
              <a:latin typeface="+mn-ea"/>
            </a:endParaRPr>
          </a:p>
          <a:p>
            <a:r>
              <a:rPr lang="ja-JP" altLang="en-US" sz="2800" b="1" dirty="0">
                <a:highlight>
                  <a:srgbClr val="E7EBF0"/>
                </a:highlight>
                <a:latin typeface="+mn-ea"/>
              </a:rPr>
              <a:t>突然のオーダー変更へ対応し</a:t>
            </a:r>
            <a:r>
              <a:rPr lang="en-US" altLang="ja-JP" sz="1600" b="1" dirty="0">
                <a:solidFill>
                  <a:srgbClr val="E7EBF0"/>
                </a:solidFill>
                <a:highlight>
                  <a:srgbClr val="E7EBF0"/>
                </a:highlight>
                <a:latin typeface="+mn-ea"/>
              </a:rPr>
              <a:t>.</a:t>
            </a:r>
            <a:endParaRPr lang="en-US" altLang="ja-JP" sz="1600" b="1" dirty="0">
              <a:highlight>
                <a:srgbClr val="E7EBF0"/>
              </a:highlight>
              <a:latin typeface="+mn-ea"/>
            </a:endParaRPr>
          </a:p>
          <a:p>
            <a:r>
              <a:rPr lang="ja-JP" altLang="en-US" sz="2800" b="1" dirty="0">
                <a:highlight>
                  <a:srgbClr val="E7EBF0"/>
                </a:highlight>
                <a:latin typeface="+mn-ea"/>
              </a:rPr>
              <a:t>新たな生産計画を高速に作成</a:t>
            </a:r>
            <a:r>
              <a:rPr lang="en-US" altLang="ja-JP" sz="1600" b="1" dirty="0">
                <a:solidFill>
                  <a:srgbClr val="E7EBF0"/>
                </a:solidFill>
                <a:highlight>
                  <a:srgbClr val="E7EBF0"/>
                </a:highlight>
                <a:latin typeface="+mn-ea"/>
              </a:rPr>
              <a:t>.</a:t>
            </a:r>
            <a:endParaRPr lang="ja-JP" altLang="en-US" sz="2800" b="1" dirty="0">
              <a:highlight>
                <a:srgbClr val="E7EBF0"/>
              </a:highlight>
              <a:latin typeface="+mn-ea"/>
            </a:endParaRPr>
          </a:p>
        </p:txBody>
      </p:sp>
      <p:sp>
        <p:nvSpPr>
          <p:cNvPr id="20" name="テキスト ボックス 19">
            <a:extLst>
              <a:ext uri="{FF2B5EF4-FFF2-40B4-BE49-F238E27FC236}">
                <a16:creationId xmlns:a16="http://schemas.microsoft.com/office/drawing/2014/main" id="{CB3AB065-DD08-9763-EB0A-1B34918B8E44}"/>
              </a:ext>
            </a:extLst>
          </p:cNvPr>
          <p:cNvSpPr txBox="1"/>
          <p:nvPr/>
        </p:nvSpPr>
        <p:spPr>
          <a:xfrm>
            <a:off x="4393558" y="2201162"/>
            <a:ext cx="3988432" cy="261610"/>
          </a:xfrm>
          <a:prstGeom prst="rect">
            <a:avLst/>
          </a:prstGeom>
          <a:noFill/>
        </p:spPr>
        <p:txBody>
          <a:bodyPr wrap="square">
            <a:spAutoFit/>
          </a:bodyPr>
          <a:lstStyle/>
          <a:p>
            <a:pPr algn="r"/>
            <a:r>
              <a:rPr lang="ja-JP" altLang="en-US" sz="1100" dirty="0"/>
              <a:t>導入本数：</a:t>
            </a:r>
            <a:r>
              <a:rPr lang="zh-CN" altLang="en-US" sz="1100" dirty="0"/>
              <a:t>国内</a:t>
            </a:r>
            <a:r>
              <a:rPr lang="en-US" altLang="zh-CN" sz="1100" dirty="0"/>
              <a:t>2,747</a:t>
            </a:r>
            <a:r>
              <a:rPr lang="zh-CN" altLang="en-US" sz="1100" dirty="0"/>
              <a:t>本</a:t>
            </a:r>
            <a:r>
              <a:rPr lang="ja-JP" altLang="en-US" sz="1100" dirty="0"/>
              <a:t>　</a:t>
            </a:r>
            <a:r>
              <a:rPr lang="zh-CN" altLang="en-US" sz="1100" dirty="0"/>
              <a:t>海外</a:t>
            </a:r>
            <a:r>
              <a:rPr lang="en-US" altLang="zh-CN" sz="1100" dirty="0"/>
              <a:t>1,224</a:t>
            </a:r>
            <a:r>
              <a:rPr lang="zh-CN" altLang="en-US" sz="1100" dirty="0"/>
              <a:t>本</a:t>
            </a:r>
            <a:r>
              <a:rPr lang="en-US" altLang="ja-JP" sz="1100" dirty="0"/>
              <a:t>(2026</a:t>
            </a:r>
            <a:r>
              <a:rPr lang="ja-JP" altLang="en-US" sz="1100" dirty="0"/>
              <a:t>年</a:t>
            </a:r>
            <a:r>
              <a:rPr lang="en-US" altLang="ja-JP" sz="1100" dirty="0"/>
              <a:t>1</a:t>
            </a:r>
            <a:r>
              <a:rPr lang="ja-JP" altLang="en-US" sz="1100" dirty="0"/>
              <a:t>月</a:t>
            </a:r>
            <a:r>
              <a:rPr lang="en-US" altLang="ja-JP" sz="1100" dirty="0"/>
              <a:t>31</a:t>
            </a:r>
            <a:r>
              <a:rPr lang="ja-JP" altLang="en-US" sz="1100" dirty="0"/>
              <a:t>日</a:t>
            </a:r>
            <a:r>
              <a:rPr lang="en-US" altLang="ja-JP" sz="1100" dirty="0"/>
              <a:t>)</a:t>
            </a:r>
            <a:endParaRPr lang="ja-JP" altLang="en-US" sz="1100" dirty="0"/>
          </a:p>
        </p:txBody>
      </p:sp>
      <p:grpSp>
        <p:nvGrpSpPr>
          <p:cNvPr id="23" name="グループ化 22">
            <a:extLst>
              <a:ext uri="{FF2B5EF4-FFF2-40B4-BE49-F238E27FC236}">
                <a16:creationId xmlns:a16="http://schemas.microsoft.com/office/drawing/2014/main" id="{73160352-F9E6-6795-5A2E-C1171F174BAA}"/>
              </a:ext>
            </a:extLst>
          </p:cNvPr>
          <p:cNvGrpSpPr/>
          <p:nvPr/>
        </p:nvGrpSpPr>
        <p:grpSpPr>
          <a:xfrm>
            <a:off x="6497147" y="2311976"/>
            <a:ext cx="4747597" cy="4311834"/>
            <a:chOff x="6497147" y="2311976"/>
            <a:chExt cx="4747597" cy="4311834"/>
          </a:xfrm>
        </p:grpSpPr>
        <p:pic>
          <p:nvPicPr>
            <p:cNvPr id="1028" name="Picture 4">
              <a:extLst>
                <a:ext uri="{FF2B5EF4-FFF2-40B4-BE49-F238E27FC236}">
                  <a16:creationId xmlns:a16="http://schemas.microsoft.com/office/drawing/2014/main" id="{335BBC40-88E3-4457-E28F-279F7071798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82189" b="40836"/>
            <a:stretch>
              <a:fillRect/>
            </a:stretch>
          </p:blipFill>
          <p:spPr bwMode="auto">
            <a:xfrm>
              <a:off x="8644366" y="3511959"/>
              <a:ext cx="502149" cy="1200329"/>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542DD67A-63CD-539A-10CA-67054C3345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6812023" y="2677631"/>
              <a:ext cx="1004474" cy="1408791"/>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8">
              <a:extLst>
                <a:ext uri="{FF2B5EF4-FFF2-40B4-BE49-F238E27FC236}">
                  <a16:creationId xmlns:a16="http://schemas.microsoft.com/office/drawing/2014/main" id="{502714FA-B7A4-D081-2B3F-48AD1D1305E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9158184" y="2311976"/>
              <a:ext cx="2086560" cy="2898000"/>
            </a:xfrm>
            <a:prstGeom prst="rect">
              <a:avLst/>
            </a:prstGeom>
            <a:noFill/>
            <a:extLst>
              <a:ext uri="{909E8E84-426E-40DD-AFC4-6F175D3DCCD1}">
                <a14:hiddenFill xmlns:a14="http://schemas.microsoft.com/office/drawing/2010/main">
                  <a:solidFill>
                    <a:srgbClr val="FFFFFF"/>
                  </a:solidFill>
                </a14:hiddenFill>
              </a:ext>
            </a:extLst>
          </p:spPr>
        </p:pic>
        <p:pic>
          <p:nvPicPr>
            <p:cNvPr id="16" name="図 15" descr="ダイアグラム&#10;&#10;AI 生成コンテンツは誤りを含む可能性があります。">
              <a:extLst>
                <a:ext uri="{FF2B5EF4-FFF2-40B4-BE49-F238E27FC236}">
                  <a16:creationId xmlns:a16="http://schemas.microsoft.com/office/drawing/2014/main" id="{4EE431D6-964D-BE8D-1FB9-B65137CAC2E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146515" y="5014085"/>
              <a:ext cx="1666875" cy="1609725"/>
            </a:xfrm>
            <a:prstGeom prst="rect">
              <a:avLst/>
            </a:prstGeom>
          </p:spPr>
        </p:pic>
        <p:pic>
          <p:nvPicPr>
            <p:cNvPr id="22" name="図 21" descr="レゴ, おもちゃ が含まれている画像&#10;&#10;AI 生成コンテンツは誤りを含む可能性があります。">
              <a:extLst>
                <a:ext uri="{FF2B5EF4-FFF2-40B4-BE49-F238E27FC236}">
                  <a16:creationId xmlns:a16="http://schemas.microsoft.com/office/drawing/2014/main" id="{F85EE887-163A-2A43-8318-8C89739AC0A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497147" y="4712288"/>
              <a:ext cx="1476375" cy="1738313"/>
            </a:xfrm>
            <a:prstGeom prst="rect">
              <a:avLst/>
            </a:prstGeom>
          </p:spPr>
        </p:pic>
      </p:grpSp>
      <p:pic>
        <p:nvPicPr>
          <p:cNvPr id="25" name="図 24" descr="黒い背景と白い文字&#10;&#10;AI 生成コンテンツは誤りを含む可能性があります。">
            <a:extLst>
              <a:ext uri="{FF2B5EF4-FFF2-40B4-BE49-F238E27FC236}">
                <a16:creationId xmlns:a16="http://schemas.microsoft.com/office/drawing/2014/main" id="{25C4BDF6-0B39-4DB0-709F-DF9E118CA730}"/>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840547" y="281815"/>
            <a:ext cx="1019175" cy="305753"/>
          </a:xfrm>
          <a:prstGeom prst="rect">
            <a:avLst/>
          </a:prstGeom>
        </p:spPr>
      </p:pic>
    </p:spTree>
    <p:extLst>
      <p:ext uri="{BB962C8B-B14F-4D97-AF65-F5344CB8AC3E}">
        <p14:creationId xmlns:p14="http://schemas.microsoft.com/office/powerpoint/2010/main" val="7172386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90CEFCB-5F88-9D33-3AB6-FF950D990731}"/>
              </a:ext>
            </a:extLst>
          </p:cNvPr>
          <p:cNvSpPr>
            <a:spLocks noGrp="1"/>
          </p:cNvSpPr>
          <p:nvPr>
            <p:ph type="title"/>
          </p:nvPr>
        </p:nvSpPr>
        <p:spPr>
          <a:xfrm>
            <a:off x="1019175" y="234190"/>
            <a:ext cx="10153650" cy="604519"/>
          </a:xfrm>
        </p:spPr>
        <p:txBody>
          <a:bodyPr/>
          <a:lstStyle/>
          <a:p>
            <a:r>
              <a:rPr lang="en-US" altLang="ja-JP" dirty="0" err="1"/>
              <a:t>Asprova</a:t>
            </a:r>
            <a:r>
              <a:rPr lang="ja-JP" altLang="en-US" dirty="0"/>
              <a:t>の強み</a:t>
            </a:r>
          </a:p>
        </p:txBody>
      </p:sp>
      <p:sp>
        <p:nvSpPr>
          <p:cNvPr id="3" name="スライド番号プレースホルダー 2">
            <a:extLst>
              <a:ext uri="{FF2B5EF4-FFF2-40B4-BE49-F238E27FC236}">
                <a16:creationId xmlns:a16="http://schemas.microsoft.com/office/drawing/2014/main" id="{FFD2C7A9-5582-6A4F-F44C-821AC7DF5781}"/>
              </a:ext>
            </a:extLst>
          </p:cNvPr>
          <p:cNvSpPr>
            <a:spLocks noGrp="1"/>
          </p:cNvSpPr>
          <p:nvPr>
            <p:ph type="sldNum" sz="quarter" idx="7"/>
          </p:nvPr>
        </p:nvSpPr>
        <p:spPr>
          <a:xfrm>
            <a:off x="11521440" y="6518701"/>
            <a:ext cx="375920" cy="150246"/>
          </a:xfrm>
        </p:spPr>
        <p:txBody>
          <a:bodyPr/>
          <a:lstStyle/>
          <a:p>
            <a:fld id="{B6F15528-21DE-4FAA-801E-634DDDAF4B2B}" type="slidenum">
              <a:rPr lang="en-US" altLang="ja-JP" smtClean="0"/>
              <a:pPr/>
              <a:t>24</a:t>
            </a:fld>
            <a:endParaRPr lang="en-US" altLang="ja-JP"/>
          </a:p>
        </p:txBody>
      </p:sp>
      <p:pic>
        <p:nvPicPr>
          <p:cNvPr id="36" name="Image 2" descr="preencoded.png">
            <a:extLst>
              <a:ext uri="{FF2B5EF4-FFF2-40B4-BE49-F238E27FC236}">
                <a16:creationId xmlns:a16="http://schemas.microsoft.com/office/drawing/2014/main" id="{D0E0278C-5EA0-36A0-ED3A-B0115B41F267}"/>
              </a:ext>
            </a:extLst>
          </p:cNvPr>
          <p:cNvPicPr>
            <a:picLocks noChangeAspect="1"/>
          </p:cNvPicPr>
          <p:nvPr/>
        </p:nvPicPr>
        <p:blipFill>
          <a:blip r:embed="rId2"/>
          <a:srcRect l="-13" r="-13"/>
          <a:stretch/>
        </p:blipFill>
        <p:spPr>
          <a:xfrm>
            <a:off x="1379281" y="1731406"/>
            <a:ext cx="4381805" cy="780898"/>
          </a:xfrm>
          <a:prstGeom prst="rect">
            <a:avLst/>
          </a:prstGeom>
          <a:ln>
            <a:solidFill>
              <a:srgbClr val="EAFAEA"/>
            </a:solidFill>
          </a:ln>
        </p:spPr>
      </p:pic>
      <p:sp>
        <p:nvSpPr>
          <p:cNvPr id="37" name="Shape 7">
            <a:extLst>
              <a:ext uri="{FF2B5EF4-FFF2-40B4-BE49-F238E27FC236}">
                <a16:creationId xmlns:a16="http://schemas.microsoft.com/office/drawing/2014/main" id="{CC6FAD94-2EC0-1741-B7AF-6D4C71ED30F2}"/>
              </a:ext>
            </a:extLst>
          </p:cNvPr>
          <p:cNvSpPr/>
          <p:nvPr/>
        </p:nvSpPr>
        <p:spPr>
          <a:xfrm>
            <a:off x="1541130" y="1893255"/>
            <a:ext cx="457200" cy="457200"/>
          </a:xfrm>
          <a:prstGeom prst="ellipse">
            <a:avLst/>
          </a:prstGeom>
          <a:solidFill>
            <a:srgbClr val="EAFAEA"/>
          </a:solidFill>
          <a:ln w="12700">
            <a:solidFill>
              <a:srgbClr val="FFFFFF">
                <a:alpha val="0"/>
              </a:srgbClr>
            </a:solidFill>
            <a:prstDash val="solid"/>
          </a:ln>
        </p:spPr>
        <p:txBody>
          <a:bodyPr/>
          <a:lstStyle/>
          <a:p>
            <a:endParaRPr kumimoji="0" lang="ja-JP" altLang="en-US">
              <a:solidFill>
                <a:prstClr val="black"/>
              </a:solidFill>
              <a:latin typeface="+mn-ea"/>
            </a:endParaRPr>
          </a:p>
        </p:txBody>
      </p:sp>
      <p:pic>
        <p:nvPicPr>
          <p:cNvPr id="38" name="Image 3" descr="preencoded.png">
            <a:extLst>
              <a:ext uri="{FF2B5EF4-FFF2-40B4-BE49-F238E27FC236}">
                <a16:creationId xmlns:a16="http://schemas.microsoft.com/office/drawing/2014/main" id="{51F71EA7-59FE-E43D-CCCB-642E69242D12}"/>
              </a:ext>
            </a:extLst>
          </p:cNvPr>
          <p:cNvPicPr>
            <a:picLocks noChangeAspect="1"/>
          </p:cNvPicPr>
          <p:nvPr/>
        </p:nvPicPr>
        <p:blipFill>
          <a:blip r:embed="rId3">
            <a:duotone>
              <a:prstClr val="black"/>
              <a:schemeClr val="accent3">
                <a:tint val="45000"/>
                <a:satMod val="400000"/>
              </a:schemeClr>
            </a:duotone>
          </a:blip>
          <a:srcRect l="-1282" r="-1282"/>
          <a:stretch/>
        </p:blipFill>
        <p:spPr>
          <a:xfrm>
            <a:off x="1660002" y="2026757"/>
            <a:ext cx="219456" cy="190195"/>
          </a:xfrm>
          <a:prstGeom prst="rect">
            <a:avLst/>
          </a:prstGeom>
        </p:spPr>
      </p:pic>
      <p:sp>
        <p:nvSpPr>
          <p:cNvPr id="39" name="Text 8">
            <a:extLst>
              <a:ext uri="{FF2B5EF4-FFF2-40B4-BE49-F238E27FC236}">
                <a16:creationId xmlns:a16="http://schemas.microsoft.com/office/drawing/2014/main" id="{122F4DD9-A51C-E797-B1E6-2901938F7C5D}"/>
              </a:ext>
            </a:extLst>
          </p:cNvPr>
          <p:cNvSpPr txBox="1"/>
          <p:nvPr/>
        </p:nvSpPr>
        <p:spPr>
          <a:xfrm>
            <a:off x="2151034" y="1931660"/>
            <a:ext cx="2442438" cy="228600"/>
          </a:xfrm>
          <a:prstGeom prst="rect">
            <a:avLst/>
          </a:prstGeom>
          <a:noFill/>
          <a:ln/>
        </p:spPr>
        <p:txBody>
          <a:bodyPr wrap="none" lIns="0" tIns="0" rIns="0" bIns="0" rtlCol="0" anchor="t"/>
          <a:lstStyle/>
          <a:p>
            <a:r>
              <a:rPr kumimoji="0" lang="ja-JP" altLang="en-US" sz="1600" b="1" dirty="0">
                <a:solidFill>
                  <a:srgbClr val="374151"/>
                </a:solidFill>
                <a:latin typeface="+mn-ea"/>
                <a:cs typeface="Noto Sans JP" pitchFamily="34" charset="-120"/>
              </a:rPr>
              <a:t>多機能な計画ロジックを標準装備</a:t>
            </a:r>
            <a:endParaRPr kumimoji="0" lang="en-US" sz="1600" dirty="0">
              <a:solidFill>
                <a:prstClr val="black"/>
              </a:solidFill>
              <a:latin typeface="+mn-ea"/>
            </a:endParaRPr>
          </a:p>
        </p:txBody>
      </p:sp>
      <p:sp>
        <p:nvSpPr>
          <p:cNvPr id="40" name="Text 9">
            <a:extLst>
              <a:ext uri="{FF2B5EF4-FFF2-40B4-BE49-F238E27FC236}">
                <a16:creationId xmlns:a16="http://schemas.microsoft.com/office/drawing/2014/main" id="{3A85D48D-0F70-FECC-1AE0-86A2471A8F30}"/>
              </a:ext>
            </a:extLst>
          </p:cNvPr>
          <p:cNvSpPr txBox="1"/>
          <p:nvPr/>
        </p:nvSpPr>
        <p:spPr>
          <a:xfrm>
            <a:off x="2151034" y="2226895"/>
            <a:ext cx="2093646" cy="151791"/>
          </a:xfrm>
          <a:prstGeom prst="rect">
            <a:avLst/>
          </a:prstGeom>
          <a:noFill/>
          <a:ln/>
        </p:spPr>
        <p:txBody>
          <a:bodyPr wrap="none" lIns="0" tIns="0" rIns="0" bIns="0" rtlCol="0" anchor="t"/>
          <a:lstStyle/>
          <a:p>
            <a:r>
              <a:rPr kumimoji="0" lang="ja-JP" altLang="en-US" sz="1100" dirty="0">
                <a:solidFill>
                  <a:srgbClr val="6B7280"/>
                </a:solidFill>
                <a:latin typeface="+mn-ea"/>
                <a:cs typeface="Noto Sans JP" pitchFamily="34" charset="-120"/>
              </a:rPr>
              <a:t>ローコードによる柔軟な設定で、カスタマイズが可能</a:t>
            </a:r>
            <a:endParaRPr kumimoji="0" lang="en-US" sz="1100" dirty="0">
              <a:solidFill>
                <a:prstClr val="black"/>
              </a:solidFill>
              <a:latin typeface="+mn-ea"/>
            </a:endParaRPr>
          </a:p>
        </p:txBody>
      </p:sp>
      <p:pic>
        <p:nvPicPr>
          <p:cNvPr id="41" name="Image 4" descr="preencoded.png">
            <a:extLst>
              <a:ext uri="{FF2B5EF4-FFF2-40B4-BE49-F238E27FC236}">
                <a16:creationId xmlns:a16="http://schemas.microsoft.com/office/drawing/2014/main" id="{5AFB3D9A-C1F1-6000-348B-2567396D625B}"/>
              </a:ext>
            </a:extLst>
          </p:cNvPr>
          <p:cNvPicPr>
            <a:picLocks noChangeAspect="1"/>
          </p:cNvPicPr>
          <p:nvPr/>
        </p:nvPicPr>
        <p:blipFill>
          <a:blip r:embed="rId2"/>
          <a:srcRect l="-13" r="-13"/>
          <a:stretch/>
        </p:blipFill>
        <p:spPr>
          <a:xfrm>
            <a:off x="1379281" y="2740904"/>
            <a:ext cx="4381805" cy="780898"/>
          </a:xfrm>
          <a:prstGeom prst="rect">
            <a:avLst/>
          </a:prstGeom>
          <a:ln>
            <a:solidFill>
              <a:srgbClr val="EAFAEA"/>
            </a:solidFill>
          </a:ln>
        </p:spPr>
      </p:pic>
      <p:sp>
        <p:nvSpPr>
          <p:cNvPr id="42" name="Shape 10">
            <a:extLst>
              <a:ext uri="{FF2B5EF4-FFF2-40B4-BE49-F238E27FC236}">
                <a16:creationId xmlns:a16="http://schemas.microsoft.com/office/drawing/2014/main" id="{D33FD4D8-EE41-539D-D551-79C585063AE7}"/>
              </a:ext>
            </a:extLst>
          </p:cNvPr>
          <p:cNvSpPr/>
          <p:nvPr/>
        </p:nvSpPr>
        <p:spPr>
          <a:xfrm>
            <a:off x="1541130" y="2902752"/>
            <a:ext cx="457200" cy="457200"/>
          </a:xfrm>
          <a:prstGeom prst="ellipse">
            <a:avLst/>
          </a:prstGeom>
          <a:solidFill>
            <a:srgbClr val="EAFAEA"/>
          </a:solidFill>
          <a:ln w="12700">
            <a:solidFill>
              <a:srgbClr val="FFFFFF">
                <a:alpha val="0"/>
              </a:srgbClr>
            </a:solidFill>
            <a:prstDash val="solid"/>
          </a:ln>
        </p:spPr>
        <p:txBody>
          <a:bodyPr/>
          <a:lstStyle/>
          <a:p>
            <a:endParaRPr kumimoji="0" lang="ja-JP" altLang="en-US">
              <a:solidFill>
                <a:prstClr val="black"/>
              </a:solidFill>
              <a:latin typeface="+mn-ea"/>
            </a:endParaRPr>
          </a:p>
        </p:txBody>
      </p:sp>
      <p:pic>
        <p:nvPicPr>
          <p:cNvPr id="43" name="Image 5" descr="preencoded.png">
            <a:extLst>
              <a:ext uri="{FF2B5EF4-FFF2-40B4-BE49-F238E27FC236}">
                <a16:creationId xmlns:a16="http://schemas.microsoft.com/office/drawing/2014/main" id="{F819DC91-67CF-9D79-083E-7C38AEC3105E}"/>
              </a:ext>
            </a:extLst>
          </p:cNvPr>
          <p:cNvPicPr>
            <a:picLocks noChangeAspect="1"/>
          </p:cNvPicPr>
          <p:nvPr/>
        </p:nvPicPr>
        <p:blipFill>
          <a:blip r:embed="rId4">
            <a:duotone>
              <a:prstClr val="black"/>
              <a:schemeClr val="accent3">
                <a:tint val="45000"/>
                <a:satMod val="400000"/>
              </a:schemeClr>
            </a:duotone>
          </a:blip>
          <a:srcRect l="-1282" r="-1282"/>
          <a:stretch/>
        </p:blipFill>
        <p:spPr>
          <a:xfrm>
            <a:off x="1660002" y="3036255"/>
            <a:ext cx="219456" cy="190195"/>
          </a:xfrm>
          <a:prstGeom prst="rect">
            <a:avLst/>
          </a:prstGeom>
        </p:spPr>
      </p:pic>
      <p:sp>
        <p:nvSpPr>
          <p:cNvPr id="44" name="Text 11">
            <a:extLst>
              <a:ext uri="{FF2B5EF4-FFF2-40B4-BE49-F238E27FC236}">
                <a16:creationId xmlns:a16="http://schemas.microsoft.com/office/drawing/2014/main" id="{4377D0B4-99B7-3F9E-61BB-09B509E6BD44}"/>
              </a:ext>
            </a:extLst>
          </p:cNvPr>
          <p:cNvSpPr txBox="1"/>
          <p:nvPr/>
        </p:nvSpPr>
        <p:spPr>
          <a:xfrm>
            <a:off x="2151034" y="2902981"/>
            <a:ext cx="2813953" cy="228600"/>
          </a:xfrm>
          <a:prstGeom prst="rect">
            <a:avLst/>
          </a:prstGeom>
          <a:noFill/>
          <a:ln/>
        </p:spPr>
        <p:txBody>
          <a:bodyPr wrap="none" lIns="0" tIns="0" rIns="0" bIns="0" rtlCol="0" anchor="t"/>
          <a:lstStyle/>
          <a:p>
            <a:r>
              <a:rPr kumimoji="0" lang="ja-JP" altLang="en-US" sz="1600" b="1" dirty="0">
                <a:solidFill>
                  <a:srgbClr val="374151"/>
                </a:solidFill>
                <a:latin typeface="+mn-ea"/>
                <a:cs typeface="Noto Sans JP" pitchFamily="34" charset="-120"/>
              </a:rPr>
              <a:t>業界トップクラスの処理スピード</a:t>
            </a:r>
            <a:endParaRPr kumimoji="0" lang="en-US" sz="1600" dirty="0">
              <a:solidFill>
                <a:prstClr val="black"/>
              </a:solidFill>
              <a:latin typeface="+mn-ea"/>
            </a:endParaRPr>
          </a:p>
        </p:txBody>
      </p:sp>
      <p:sp>
        <p:nvSpPr>
          <p:cNvPr id="45" name="Text 12">
            <a:extLst>
              <a:ext uri="{FF2B5EF4-FFF2-40B4-BE49-F238E27FC236}">
                <a16:creationId xmlns:a16="http://schemas.microsoft.com/office/drawing/2014/main" id="{E576D986-5555-147E-7393-5141B0C1C9FE}"/>
              </a:ext>
            </a:extLst>
          </p:cNvPr>
          <p:cNvSpPr txBox="1"/>
          <p:nvPr/>
        </p:nvSpPr>
        <p:spPr>
          <a:xfrm>
            <a:off x="2151034" y="3236393"/>
            <a:ext cx="2412107" cy="151791"/>
          </a:xfrm>
          <a:prstGeom prst="rect">
            <a:avLst/>
          </a:prstGeom>
          <a:noFill/>
          <a:ln/>
        </p:spPr>
        <p:txBody>
          <a:bodyPr wrap="none" lIns="0" tIns="0" rIns="0" bIns="0" rtlCol="0" anchor="t"/>
          <a:lstStyle/>
          <a:p>
            <a:r>
              <a:rPr kumimoji="0" lang="ja-JP" altLang="en-US" sz="1100" dirty="0">
                <a:solidFill>
                  <a:srgbClr val="6B7280"/>
                </a:solidFill>
                <a:latin typeface="+mn-ea"/>
                <a:cs typeface="Noto Sans JP" pitchFamily="34" charset="-120"/>
              </a:rPr>
              <a:t>大量データでの処理も可能</a:t>
            </a:r>
          </a:p>
        </p:txBody>
      </p:sp>
      <p:pic>
        <p:nvPicPr>
          <p:cNvPr id="46" name="Image 6" descr="preencoded.png">
            <a:extLst>
              <a:ext uri="{FF2B5EF4-FFF2-40B4-BE49-F238E27FC236}">
                <a16:creationId xmlns:a16="http://schemas.microsoft.com/office/drawing/2014/main" id="{462A4AB0-D761-D47B-85D7-E86DA20E28BE}"/>
              </a:ext>
            </a:extLst>
          </p:cNvPr>
          <p:cNvPicPr>
            <a:picLocks noChangeAspect="1"/>
          </p:cNvPicPr>
          <p:nvPr/>
        </p:nvPicPr>
        <p:blipFill>
          <a:blip r:embed="rId2"/>
          <a:srcRect l="-13" r="-13"/>
          <a:stretch/>
        </p:blipFill>
        <p:spPr>
          <a:xfrm>
            <a:off x="1379281" y="3750401"/>
            <a:ext cx="4381805" cy="780898"/>
          </a:xfrm>
          <a:prstGeom prst="rect">
            <a:avLst/>
          </a:prstGeom>
          <a:ln>
            <a:solidFill>
              <a:srgbClr val="EAFAEA"/>
            </a:solidFill>
          </a:ln>
        </p:spPr>
      </p:pic>
      <p:sp>
        <p:nvSpPr>
          <p:cNvPr id="47" name="Shape 13">
            <a:extLst>
              <a:ext uri="{FF2B5EF4-FFF2-40B4-BE49-F238E27FC236}">
                <a16:creationId xmlns:a16="http://schemas.microsoft.com/office/drawing/2014/main" id="{2C124A4A-5382-5E13-A406-35AC49F9B405}"/>
              </a:ext>
            </a:extLst>
          </p:cNvPr>
          <p:cNvSpPr/>
          <p:nvPr/>
        </p:nvSpPr>
        <p:spPr>
          <a:xfrm>
            <a:off x="1541130" y="3912250"/>
            <a:ext cx="457200" cy="457200"/>
          </a:xfrm>
          <a:prstGeom prst="ellipse">
            <a:avLst/>
          </a:prstGeom>
          <a:solidFill>
            <a:srgbClr val="EAFAEA"/>
          </a:solidFill>
          <a:ln w="12700">
            <a:solidFill>
              <a:srgbClr val="FFFFFF">
                <a:alpha val="0"/>
              </a:srgbClr>
            </a:solidFill>
            <a:prstDash val="solid"/>
          </a:ln>
        </p:spPr>
        <p:txBody>
          <a:bodyPr/>
          <a:lstStyle/>
          <a:p>
            <a:endParaRPr kumimoji="0" lang="ja-JP" altLang="en-US">
              <a:solidFill>
                <a:prstClr val="black"/>
              </a:solidFill>
              <a:latin typeface="+mn-ea"/>
            </a:endParaRPr>
          </a:p>
        </p:txBody>
      </p:sp>
      <p:pic>
        <p:nvPicPr>
          <p:cNvPr id="48" name="Image 7" descr="preencoded.png">
            <a:extLst>
              <a:ext uri="{FF2B5EF4-FFF2-40B4-BE49-F238E27FC236}">
                <a16:creationId xmlns:a16="http://schemas.microsoft.com/office/drawing/2014/main" id="{FA352815-7868-C255-9087-7C9261BDD9AC}"/>
              </a:ext>
            </a:extLst>
          </p:cNvPr>
          <p:cNvPicPr>
            <a:picLocks noChangeAspect="1"/>
          </p:cNvPicPr>
          <p:nvPr/>
        </p:nvPicPr>
        <p:blipFill>
          <a:blip r:embed="rId5">
            <a:duotone>
              <a:prstClr val="black"/>
              <a:schemeClr val="accent3">
                <a:tint val="45000"/>
                <a:satMod val="400000"/>
              </a:schemeClr>
            </a:duotone>
          </a:blip>
          <a:srcRect/>
          <a:stretch/>
        </p:blipFill>
        <p:spPr>
          <a:xfrm>
            <a:off x="1674633" y="4045752"/>
            <a:ext cx="190195" cy="190195"/>
          </a:xfrm>
          <a:prstGeom prst="rect">
            <a:avLst/>
          </a:prstGeom>
        </p:spPr>
      </p:pic>
      <p:sp>
        <p:nvSpPr>
          <p:cNvPr id="49" name="Text 14">
            <a:extLst>
              <a:ext uri="{FF2B5EF4-FFF2-40B4-BE49-F238E27FC236}">
                <a16:creationId xmlns:a16="http://schemas.microsoft.com/office/drawing/2014/main" id="{5A9DBB51-2CD7-690E-CA6C-99883E6A78BD}"/>
              </a:ext>
            </a:extLst>
          </p:cNvPr>
          <p:cNvSpPr txBox="1"/>
          <p:nvPr/>
        </p:nvSpPr>
        <p:spPr>
          <a:xfrm>
            <a:off x="2151034" y="3912479"/>
            <a:ext cx="2813953" cy="228600"/>
          </a:xfrm>
          <a:prstGeom prst="rect">
            <a:avLst/>
          </a:prstGeom>
          <a:noFill/>
          <a:ln/>
        </p:spPr>
        <p:txBody>
          <a:bodyPr wrap="none" lIns="0" tIns="0" rIns="0" bIns="0" rtlCol="0" anchor="t"/>
          <a:lstStyle/>
          <a:p>
            <a:r>
              <a:rPr kumimoji="0" lang="ja-JP" altLang="en-US" sz="1600" b="1" dirty="0">
                <a:solidFill>
                  <a:srgbClr val="374151"/>
                </a:solidFill>
                <a:latin typeface="+mn-ea"/>
                <a:cs typeface="Noto Sans JP" pitchFamily="34" charset="-120"/>
              </a:rPr>
              <a:t>国内トップシェア</a:t>
            </a:r>
            <a:endParaRPr kumimoji="0" lang="en-US" sz="1600" dirty="0">
              <a:solidFill>
                <a:prstClr val="black"/>
              </a:solidFill>
              <a:latin typeface="+mn-ea"/>
            </a:endParaRPr>
          </a:p>
        </p:txBody>
      </p:sp>
      <p:sp>
        <p:nvSpPr>
          <p:cNvPr id="50" name="Text 15">
            <a:extLst>
              <a:ext uri="{FF2B5EF4-FFF2-40B4-BE49-F238E27FC236}">
                <a16:creationId xmlns:a16="http://schemas.microsoft.com/office/drawing/2014/main" id="{5B92E8CE-8A86-1D01-2ABC-5077A8255C5F}"/>
              </a:ext>
            </a:extLst>
          </p:cNvPr>
          <p:cNvSpPr txBox="1"/>
          <p:nvPr/>
        </p:nvSpPr>
        <p:spPr>
          <a:xfrm>
            <a:off x="2151034" y="4243404"/>
            <a:ext cx="2412107" cy="151791"/>
          </a:xfrm>
          <a:prstGeom prst="rect">
            <a:avLst/>
          </a:prstGeom>
          <a:noFill/>
          <a:ln/>
        </p:spPr>
        <p:txBody>
          <a:bodyPr wrap="none" lIns="0" tIns="0" rIns="0" bIns="0" rtlCol="0" anchor="t"/>
          <a:lstStyle/>
          <a:p>
            <a:r>
              <a:rPr kumimoji="0" lang="ja-JP" altLang="en-US" sz="1100" dirty="0">
                <a:solidFill>
                  <a:srgbClr val="6B7280"/>
                </a:solidFill>
                <a:latin typeface="+mn-ea"/>
                <a:cs typeface="Noto Sans JP" pitchFamily="34" charset="-120"/>
              </a:rPr>
              <a:t>国内外</a:t>
            </a:r>
            <a:r>
              <a:rPr kumimoji="0" lang="en-US" altLang="ja-JP" sz="1100" dirty="0">
                <a:solidFill>
                  <a:srgbClr val="6B7280"/>
                </a:solidFill>
                <a:latin typeface="+mn-ea"/>
                <a:cs typeface="Noto Sans JP" pitchFamily="34" charset="-120"/>
              </a:rPr>
              <a:t>5</a:t>
            </a:r>
            <a:r>
              <a:rPr kumimoji="0" lang="ja-JP" altLang="en-US" sz="1100" dirty="0">
                <a:solidFill>
                  <a:srgbClr val="6B7280"/>
                </a:solidFill>
                <a:latin typeface="+mn-ea"/>
                <a:cs typeface="Noto Sans JP" pitchFamily="34" charset="-120"/>
              </a:rPr>
              <a:t>１ヶ国、</a:t>
            </a:r>
            <a:r>
              <a:rPr kumimoji="0" lang="en-US" altLang="ja-JP" sz="1100" dirty="0">
                <a:solidFill>
                  <a:srgbClr val="6B7280"/>
                </a:solidFill>
                <a:latin typeface="+mn-ea"/>
                <a:cs typeface="Noto Sans JP" pitchFamily="34" charset="-120"/>
              </a:rPr>
              <a:t>3,900</a:t>
            </a:r>
            <a:r>
              <a:rPr kumimoji="0" lang="ja-JP" altLang="en-US" sz="1100" dirty="0">
                <a:solidFill>
                  <a:srgbClr val="6B7280"/>
                </a:solidFill>
                <a:latin typeface="+mn-ea"/>
                <a:cs typeface="Noto Sans JP" pitchFamily="34" charset="-120"/>
              </a:rPr>
              <a:t>以上の導入実績。</a:t>
            </a:r>
            <a:endParaRPr kumimoji="0" lang="en-US" sz="1100" dirty="0">
              <a:solidFill>
                <a:prstClr val="black"/>
              </a:solidFill>
              <a:latin typeface="+mn-ea"/>
            </a:endParaRPr>
          </a:p>
        </p:txBody>
      </p:sp>
      <p:pic>
        <p:nvPicPr>
          <p:cNvPr id="51" name="Image 10" descr="preencoded.png">
            <a:extLst>
              <a:ext uri="{FF2B5EF4-FFF2-40B4-BE49-F238E27FC236}">
                <a16:creationId xmlns:a16="http://schemas.microsoft.com/office/drawing/2014/main" id="{D0BD826D-38EE-6E17-779A-5F19343E6E15}"/>
              </a:ext>
            </a:extLst>
          </p:cNvPr>
          <p:cNvPicPr>
            <a:picLocks noChangeAspect="1"/>
          </p:cNvPicPr>
          <p:nvPr/>
        </p:nvPicPr>
        <p:blipFill>
          <a:blip r:embed="rId6"/>
          <a:srcRect l="-13" r="-13"/>
          <a:stretch/>
        </p:blipFill>
        <p:spPr>
          <a:xfrm>
            <a:off x="6362852" y="1731406"/>
            <a:ext cx="4381805" cy="780898"/>
          </a:xfrm>
          <a:prstGeom prst="rect">
            <a:avLst/>
          </a:prstGeom>
        </p:spPr>
      </p:pic>
      <p:sp>
        <p:nvSpPr>
          <p:cNvPr id="52" name="Shape 22">
            <a:extLst>
              <a:ext uri="{FF2B5EF4-FFF2-40B4-BE49-F238E27FC236}">
                <a16:creationId xmlns:a16="http://schemas.microsoft.com/office/drawing/2014/main" id="{EA25C4E0-2A08-ECAC-09AA-8FD674CD31E3}"/>
              </a:ext>
            </a:extLst>
          </p:cNvPr>
          <p:cNvSpPr/>
          <p:nvPr/>
        </p:nvSpPr>
        <p:spPr>
          <a:xfrm>
            <a:off x="6524701" y="1893255"/>
            <a:ext cx="457200" cy="457200"/>
          </a:xfrm>
          <a:prstGeom prst="ellipse">
            <a:avLst/>
          </a:prstGeom>
          <a:solidFill>
            <a:srgbClr val="DBEAFE"/>
          </a:solidFill>
          <a:ln w="12700">
            <a:solidFill>
              <a:srgbClr val="FFFFFF">
                <a:alpha val="0"/>
              </a:srgbClr>
            </a:solidFill>
            <a:prstDash val="solid"/>
          </a:ln>
        </p:spPr>
        <p:txBody>
          <a:bodyPr/>
          <a:lstStyle/>
          <a:p>
            <a:endParaRPr kumimoji="0" lang="ja-JP" altLang="en-US">
              <a:solidFill>
                <a:prstClr val="black"/>
              </a:solidFill>
              <a:latin typeface="+mn-ea"/>
            </a:endParaRPr>
          </a:p>
        </p:txBody>
      </p:sp>
      <p:pic>
        <p:nvPicPr>
          <p:cNvPr id="53" name="Image 11" descr="preencoded.png">
            <a:extLst>
              <a:ext uri="{FF2B5EF4-FFF2-40B4-BE49-F238E27FC236}">
                <a16:creationId xmlns:a16="http://schemas.microsoft.com/office/drawing/2014/main" id="{2B1C6836-4BB8-4F94-8B1A-97A5B118331D}"/>
              </a:ext>
            </a:extLst>
          </p:cNvPr>
          <p:cNvPicPr>
            <a:picLocks noChangeAspect="1"/>
          </p:cNvPicPr>
          <p:nvPr/>
        </p:nvPicPr>
        <p:blipFill>
          <a:blip r:embed="rId7"/>
          <a:srcRect/>
          <a:stretch/>
        </p:blipFill>
        <p:spPr>
          <a:xfrm>
            <a:off x="6634429" y="2026757"/>
            <a:ext cx="237744" cy="190195"/>
          </a:xfrm>
          <a:prstGeom prst="rect">
            <a:avLst/>
          </a:prstGeom>
        </p:spPr>
      </p:pic>
      <p:sp>
        <p:nvSpPr>
          <p:cNvPr id="54" name="Text 23">
            <a:extLst>
              <a:ext uri="{FF2B5EF4-FFF2-40B4-BE49-F238E27FC236}">
                <a16:creationId xmlns:a16="http://schemas.microsoft.com/office/drawing/2014/main" id="{C3A26A2B-6A47-4E04-8E02-125F77C59697}"/>
              </a:ext>
            </a:extLst>
          </p:cNvPr>
          <p:cNvSpPr txBox="1"/>
          <p:nvPr/>
        </p:nvSpPr>
        <p:spPr>
          <a:xfrm>
            <a:off x="7134605" y="1931660"/>
            <a:ext cx="2634940" cy="228600"/>
          </a:xfrm>
          <a:prstGeom prst="rect">
            <a:avLst/>
          </a:prstGeom>
          <a:noFill/>
          <a:ln/>
        </p:spPr>
        <p:txBody>
          <a:bodyPr wrap="none" lIns="0" tIns="0" rIns="0" bIns="0" rtlCol="0" anchor="t"/>
          <a:lstStyle/>
          <a:p>
            <a:r>
              <a:rPr kumimoji="0" lang="ja-JP" altLang="en-US" sz="1600" b="1" dirty="0">
                <a:solidFill>
                  <a:srgbClr val="1F2937"/>
                </a:solidFill>
                <a:latin typeface="+mn-ea"/>
                <a:cs typeface="Noto Sans JP" pitchFamily="34" charset="-120"/>
              </a:rPr>
              <a:t>最適化</a:t>
            </a:r>
            <a:r>
              <a:rPr kumimoji="0" lang="en-US" altLang="ja-JP" sz="1600" b="1" dirty="0">
                <a:solidFill>
                  <a:srgbClr val="1F2937"/>
                </a:solidFill>
                <a:latin typeface="+mn-ea"/>
                <a:cs typeface="Noto Sans JP" pitchFamily="34" charset="-120"/>
              </a:rPr>
              <a:t>AI</a:t>
            </a:r>
            <a:r>
              <a:rPr kumimoji="0" lang="ja-JP" altLang="en-US" sz="1600" b="1" dirty="0">
                <a:solidFill>
                  <a:srgbClr val="1F2937"/>
                </a:solidFill>
                <a:latin typeface="+mn-ea"/>
                <a:cs typeface="Noto Sans JP" pitchFamily="34" charset="-120"/>
              </a:rPr>
              <a:t>の提供</a:t>
            </a:r>
            <a:endParaRPr kumimoji="0" lang="en-US" sz="1600" dirty="0">
              <a:solidFill>
                <a:prstClr val="black"/>
              </a:solidFill>
              <a:latin typeface="+mn-ea"/>
            </a:endParaRPr>
          </a:p>
        </p:txBody>
      </p:sp>
      <p:sp>
        <p:nvSpPr>
          <p:cNvPr id="55" name="Text 24">
            <a:extLst>
              <a:ext uri="{FF2B5EF4-FFF2-40B4-BE49-F238E27FC236}">
                <a16:creationId xmlns:a16="http://schemas.microsoft.com/office/drawing/2014/main" id="{AEFAF215-F9ED-4F84-A492-0A42847D3ACA}"/>
              </a:ext>
            </a:extLst>
          </p:cNvPr>
          <p:cNvSpPr txBox="1"/>
          <p:nvPr/>
        </p:nvSpPr>
        <p:spPr>
          <a:xfrm>
            <a:off x="7134605" y="2226895"/>
            <a:ext cx="2258657" cy="151791"/>
          </a:xfrm>
          <a:prstGeom prst="rect">
            <a:avLst/>
          </a:prstGeom>
          <a:noFill/>
          <a:ln/>
        </p:spPr>
        <p:txBody>
          <a:bodyPr wrap="none" lIns="0" tIns="0" rIns="0" bIns="0" rtlCol="0" anchor="t"/>
          <a:lstStyle/>
          <a:p>
            <a:r>
              <a:rPr kumimoji="0" lang="en-US" altLang="ja-JP" sz="1100" dirty="0">
                <a:solidFill>
                  <a:srgbClr val="6B7280"/>
                </a:solidFill>
                <a:latin typeface="+mn-ea"/>
                <a:cs typeface="Noto Sans JP" pitchFamily="34" charset="-120"/>
              </a:rPr>
              <a:t>Solver</a:t>
            </a:r>
            <a:r>
              <a:rPr kumimoji="0" lang="ja-JP" altLang="en-US" sz="1100" dirty="0">
                <a:solidFill>
                  <a:srgbClr val="6B7280"/>
                </a:solidFill>
                <a:latin typeface="+mn-ea"/>
                <a:cs typeface="Noto Sans JP" pitchFamily="34" charset="-120"/>
              </a:rPr>
              <a:t>オプションで高難度な計画要件が実現可能</a:t>
            </a:r>
            <a:endParaRPr kumimoji="0" lang="en-US" sz="1100" dirty="0">
              <a:solidFill>
                <a:prstClr val="black"/>
              </a:solidFill>
              <a:latin typeface="+mn-ea"/>
            </a:endParaRPr>
          </a:p>
        </p:txBody>
      </p:sp>
      <p:pic>
        <p:nvPicPr>
          <p:cNvPr id="56" name="Image 12" descr="preencoded.png">
            <a:extLst>
              <a:ext uri="{FF2B5EF4-FFF2-40B4-BE49-F238E27FC236}">
                <a16:creationId xmlns:a16="http://schemas.microsoft.com/office/drawing/2014/main" id="{1FE2B000-1C05-B7F7-F866-8E366CF36560}"/>
              </a:ext>
            </a:extLst>
          </p:cNvPr>
          <p:cNvPicPr>
            <a:picLocks noChangeAspect="1"/>
          </p:cNvPicPr>
          <p:nvPr/>
        </p:nvPicPr>
        <p:blipFill>
          <a:blip r:embed="rId6"/>
          <a:srcRect l="-13" r="-13"/>
          <a:stretch/>
        </p:blipFill>
        <p:spPr>
          <a:xfrm>
            <a:off x="6362852" y="2740904"/>
            <a:ext cx="4381805" cy="780898"/>
          </a:xfrm>
          <a:prstGeom prst="rect">
            <a:avLst/>
          </a:prstGeom>
        </p:spPr>
      </p:pic>
      <p:sp>
        <p:nvSpPr>
          <p:cNvPr id="57" name="Shape 25">
            <a:extLst>
              <a:ext uri="{FF2B5EF4-FFF2-40B4-BE49-F238E27FC236}">
                <a16:creationId xmlns:a16="http://schemas.microsoft.com/office/drawing/2014/main" id="{CC74E6CA-13D4-7894-706A-8640CE128F4C}"/>
              </a:ext>
            </a:extLst>
          </p:cNvPr>
          <p:cNvSpPr/>
          <p:nvPr/>
        </p:nvSpPr>
        <p:spPr>
          <a:xfrm>
            <a:off x="6524701" y="2902752"/>
            <a:ext cx="457200" cy="457200"/>
          </a:xfrm>
          <a:prstGeom prst="ellipse">
            <a:avLst/>
          </a:prstGeom>
          <a:solidFill>
            <a:srgbClr val="DBEAFE"/>
          </a:solidFill>
          <a:ln w="12700">
            <a:solidFill>
              <a:srgbClr val="FFFFFF">
                <a:alpha val="0"/>
              </a:srgbClr>
            </a:solidFill>
            <a:prstDash val="solid"/>
          </a:ln>
        </p:spPr>
        <p:txBody>
          <a:bodyPr/>
          <a:lstStyle/>
          <a:p>
            <a:endParaRPr kumimoji="0" lang="ja-JP" altLang="en-US">
              <a:solidFill>
                <a:prstClr val="black"/>
              </a:solidFill>
              <a:latin typeface="+mn-ea"/>
            </a:endParaRPr>
          </a:p>
        </p:txBody>
      </p:sp>
      <p:pic>
        <p:nvPicPr>
          <p:cNvPr id="58" name="Image 13" descr="preencoded.png">
            <a:extLst>
              <a:ext uri="{FF2B5EF4-FFF2-40B4-BE49-F238E27FC236}">
                <a16:creationId xmlns:a16="http://schemas.microsoft.com/office/drawing/2014/main" id="{3D37E893-F103-E5FE-500E-ECCD913A851E}"/>
              </a:ext>
            </a:extLst>
          </p:cNvPr>
          <p:cNvPicPr>
            <a:picLocks noChangeAspect="1"/>
          </p:cNvPicPr>
          <p:nvPr/>
        </p:nvPicPr>
        <p:blipFill>
          <a:blip r:embed="rId8"/>
          <a:srcRect l="-1648" r="-1648"/>
          <a:stretch/>
        </p:blipFill>
        <p:spPr>
          <a:xfrm>
            <a:off x="6667348" y="3036255"/>
            <a:ext cx="171907" cy="190195"/>
          </a:xfrm>
          <a:prstGeom prst="rect">
            <a:avLst/>
          </a:prstGeom>
        </p:spPr>
      </p:pic>
      <p:sp>
        <p:nvSpPr>
          <p:cNvPr id="59" name="Text 26">
            <a:extLst>
              <a:ext uri="{FF2B5EF4-FFF2-40B4-BE49-F238E27FC236}">
                <a16:creationId xmlns:a16="http://schemas.microsoft.com/office/drawing/2014/main" id="{9284D207-8623-1D96-8C3E-E3EDFDD57835}"/>
              </a:ext>
            </a:extLst>
          </p:cNvPr>
          <p:cNvSpPr txBox="1"/>
          <p:nvPr/>
        </p:nvSpPr>
        <p:spPr>
          <a:xfrm>
            <a:off x="7134605" y="2902981"/>
            <a:ext cx="2800466" cy="228600"/>
          </a:xfrm>
          <a:prstGeom prst="rect">
            <a:avLst/>
          </a:prstGeom>
          <a:noFill/>
          <a:ln/>
        </p:spPr>
        <p:txBody>
          <a:bodyPr wrap="none" lIns="0" tIns="0" rIns="0" bIns="0" rtlCol="0" anchor="t"/>
          <a:lstStyle/>
          <a:p>
            <a:r>
              <a:rPr kumimoji="0" lang="ja-JP" altLang="en-US" sz="1600" b="1" dirty="0">
                <a:solidFill>
                  <a:srgbClr val="1F2937"/>
                </a:solidFill>
                <a:latin typeface="+mn-ea"/>
                <a:cs typeface="Noto Sans JP" pitchFamily="34" charset="-120"/>
              </a:rPr>
              <a:t>ユーザーフィードバック</a:t>
            </a:r>
            <a:endParaRPr kumimoji="0" lang="en-US" sz="1600" dirty="0">
              <a:solidFill>
                <a:prstClr val="black"/>
              </a:solidFill>
              <a:latin typeface="+mn-ea"/>
            </a:endParaRPr>
          </a:p>
        </p:txBody>
      </p:sp>
      <p:sp>
        <p:nvSpPr>
          <p:cNvPr id="60" name="Text 27">
            <a:extLst>
              <a:ext uri="{FF2B5EF4-FFF2-40B4-BE49-F238E27FC236}">
                <a16:creationId xmlns:a16="http://schemas.microsoft.com/office/drawing/2014/main" id="{E7A4F321-8468-42C7-44D3-79AE93940006}"/>
              </a:ext>
            </a:extLst>
          </p:cNvPr>
          <p:cNvSpPr txBox="1"/>
          <p:nvPr/>
        </p:nvSpPr>
        <p:spPr>
          <a:xfrm>
            <a:off x="7134605" y="3236393"/>
            <a:ext cx="2400546" cy="151791"/>
          </a:xfrm>
          <a:prstGeom prst="rect">
            <a:avLst/>
          </a:prstGeom>
          <a:noFill/>
          <a:ln/>
        </p:spPr>
        <p:txBody>
          <a:bodyPr wrap="none" lIns="0" tIns="0" rIns="0" bIns="0" rtlCol="0" anchor="t"/>
          <a:lstStyle/>
          <a:p>
            <a:r>
              <a:rPr kumimoji="0" lang="ja-JP" altLang="en-US" sz="1100" dirty="0">
                <a:solidFill>
                  <a:srgbClr val="6B7280"/>
                </a:solidFill>
                <a:latin typeface="+mn-ea"/>
                <a:cs typeface="Noto Sans JP" pitchFamily="34" charset="-120"/>
              </a:rPr>
              <a:t>ユーザー様のご意見・ご要望からパッケージ機能を強化</a:t>
            </a:r>
            <a:endParaRPr kumimoji="0" lang="en-US" sz="1100" dirty="0">
              <a:solidFill>
                <a:prstClr val="black"/>
              </a:solidFill>
              <a:latin typeface="+mn-ea"/>
            </a:endParaRPr>
          </a:p>
        </p:txBody>
      </p:sp>
      <p:pic>
        <p:nvPicPr>
          <p:cNvPr id="61" name="Image 14" descr="preencoded.png">
            <a:extLst>
              <a:ext uri="{FF2B5EF4-FFF2-40B4-BE49-F238E27FC236}">
                <a16:creationId xmlns:a16="http://schemas.microsoft.com/office/drawing/2014/main" id="{A233DADA-48B0-BA46-56FE-B273775278AA}"/>
              </a:ext>
            </a:extLst>
          </p:cNvPr>
          <p:cNvPicPr>
            <a:picLocks noChangeAspect="1"/>
          </p:cNvPicPr>
          <p:nvPr/>
        </p:nvPicPr>
        <p:blipFill>
          <a:blip r:embed="rId6"/>
          <a:srcRect l="-13" r="-13"/>
          <a:stretch/>
        </p:blipFill>
        <p:spPr>
          <a:xfrm>
            <a:off x="6362852" y="3750401"/>
            <a:ext cx="4381805" cy="780898"/>
          </a:xfrm>
          <a:prstGeom prst="rect">
            <a:avLst/>
          </a:prstGeom>
        </p:spPr>
      </p:pic>
      <p:sp>
        <p:nvSpPr>
          <p:cNvPr id="62" name="Shape 28">
            <a:extLst>
              <a:ext uri="{FF2B5EF4-FFF2-40B4-BE49-F238E27FC236}">
                <a16:creationId xmlns:a16="http://schemas.microsoft.com/office/drawing/2014/main" id="{DD20C82D-2553-DAA0-A63C-BEFBE0C1869D}"/>
              </a:ext>
            </a:extLst>
          </p:cNvPr>
          <p:cNvSpPr/>
          <p:nvPr/>
        </p:nvSpPr>
        <p:spPr>
          <a:xfrm>
            <a:off x="6524701" y="3912250"/>
            <a:ext cx="457200" cy="457200"/>
          </a:xfrm>
          <a:prstGeom prst="ellipse">
            <a:avLst/>
          </a:prstGeom>
          <a:solidFill>
            <a:srgbClr val="DBEAFE"/>
          </a:solidFill>
          <a:ln w="12700">
            <a:solidFill>
              <a:srgbClr val="FFFFFF">
                <a:alpha val="0"/>
              </a:srgbClr>
            </a:solidFill>
            <a:prstDash val="solid"/>
          </a:ln>
        </p:spPr>
        <p:txBody>
          <a:bodyPr/>
          <a:lstStyle/>
          <a:p>
            <a:endParaRPr kumimoji="0" lang="ja-JP" altLang="en-US">
              <a:solidFill>
                <a:prstClr val="black"/>
              </a:solidFill>
              <a:latin typeface="+mn-ea"/>
            </a:endParaRPr>
          </a:p>
        </p:txBody>
      </p:sp>
      <p:pic>
        <p:nvPicPr>
          <p:cNvPr id="63" name="Image 15" descr="preencoded.png">
            <a:extLst>
              <a:ext uri="{FF2B5EF4-FFF2-40B4-BE49-F238E27FC236}">
                <a16:creationId xmlns:a16="http://schemas.microsoft.com/office/drawing/2014/main" id="{8AA911FA-5A19-0291-CC16-1B28BC03E254}"/>
              </a:ext>
            </a:extLst>
          </p:cNvPr>
          <p:cNvPicPr>
            <a:picLocks noChangeAspect="1"/>
          </p:cNvPicPr>
          <p:nvPr/>
        </p:nvPicPr>
        <p:blipFill>
          <a:blip r:embed="rId9"/>
          <a:srcRect l="-1648" r="-1648"/>
          <a:stretch/>
        </p:blipFill>
        <p:spPr>
          <a:xfrm>
            <a:off x="6667348" y="4045752"/>
            <a:ext cx="171907" cy="190195"/>
          </a:xfrm>
          <a:prstGeom prst="rect">
            <a:avLst/>
          </a:prstGeom>
        </p:spPr>
      </p:pic>
      <p:sp>
        <p:nvSpPr>
          <p:cNvPr id="64" name="Text 29">
            <a:extLst>
              <a:ext uri="{FF2B5EF4-FFF2-40B4-BE49-F238E27FC236}">
                <a16:creationId xmlns:a16="http://schemas.microsoft.com/office/drawing/2014/main" id="{6CA1AD0C-8B5B-2468-3AFB-2C687E29D0F2}"/>
              </a:ext>
            </a:extLst>
          </p:cNvPr>
          <p:cNvSpPr txBox="1"/>
          <p:nvPr/>
        </p:nvSpPr>
        <p:spPr>
          <a:xfrm>
            <a:off x="7134605" y="3912479"/>
            <a:ext cx="2332087" cy="228600"/>
          </a:xfrm>
          <a:prstGeom prst="rect">
            <a:avLst/>
          </a:prstGeom>
          <a:noFill/>
          <a:ln/>
        </p:spPr>
        <p:txBody>
          <a:bodyPr wrap="none" lIns="0" tIns="0" rIns="0" bIns="0" rtlCol="0" anchor="t"/>
          <a:lstStyle/>
          <a:p>
            <a:r>
              <a:rPr kumimoji="0" lang="ja-JP" altLang="en-US" sz="1600" b="1" dirty="0">
                <a:solidFill>
                  <a:srgbClr val="1F2937"/>
                </a:solidFill>
                <a:latin typeface="+mn-ea"/>
                <a:cs typeface="Noto Sans JP" pitchFamily="34" charset="-120"/>
              </a:rPr>
              <a:t>外部インターフェース</a:t>
            </a:r>
            <a:endParaRPr kumimoji="0" lang="en-US" sz="1600" dirty="0">
              <a:solidFill>
                <a:prstClr val="black"/>
              </a:solidFill>
              <a:latin typeface="+mn-ea"/>
            </a:endParaRPr>
          </a:p>
        </p:txBody>
      </p:sp>
      <p:sp>
        <p:nvSpPr>
          <p:cNvPr id="65" name="Text 30">
            <a:extLst>
              <a:ext uri="{FF2B5EF4-FFF2-40B4-BE49-F238E27FC236}">
                <a16:creationId xmlns:a16="http://schemas.microsoft.com/office/drawing/2014/main" id="{7792BF3F-7C5F-0813-F40B-27BBAB8D5B8E}"/>
              </a:ext>
            </a:extLst>
          </p:cNvPr>
          <p:cNvSpPr txBox="1"/>
          <p:nvPr/>
        </p:nvSpPr>
        <p:spPr>
          <a:xfrm>
            <a:off x="7134605" y="4243404"/>
            <a:ext cx="1999054" cy="151791"/>
          </a:xfrm>
          <a:prstGeom prst="rect">
            <a:avLst/>
          </a:prstGeom>
          <a:noFill/>
          <a:ln/>
        </p:spPr>
        <p:txBody>
          <a:bodyPr wrap="none" lIns="0" tIns="0" rIns="0" bIns="0" rtlCol="0" anchor="t"/>
          <a:lstStyle/>
          <a:p>
            <a:r>
              <a:rPr kumimoji="0" lang="en-US" altLang="ja-JP" sz="1100" dirty="0">
                <a:solidFill>
                  <a:srgbClr val="6B7280"/>
                </a:solidFill>
                <a:latin typeface="+mn-ea"/>
                <a:cs typeface="Noto Sans JP" pitchFamily="34" charset="-120"/>
              </a:rPr>
              <a:t>CSV</a:t>
            </a:r>
            <a:r>
              <a:rPr kumimoji="0" lang="ja-JP" altLang="en-US" sz="1100" dirty="0">
                <a:solidFill>
                  <a:srgbClr val="6B7280"/>
                </a:solidFill>
                <a:latin typeface="+mn-ea"/>
                <a:cs typeface="Noto Sans JP" pitchFamily="34" charset="-120"/>
              </a:rPr>
              <a:t>や</a:t>
            </a:r>
            <a:r>
              <a:rPr kumimoji="0" lang="en-US" altLang="ja-JP" sz="1100" dirty="0">
                <a:solidFill>
                  <a:srgbClr val="6B7280"/>
                </a:solidFill>
                <a:latin typeface="+mn-ea"/>
                <a:cs typeface="Noto Sans JP" pitchFamily="34" charset="-120"/>
              </a:rPr>
              <a:t>OLE DB</a:t>
            </a:r>
            <a:r>
              <a:rPr kumimoji="0" lang="ja-JP" altLang="en-US" sz="1100" dirty="0">
                <a:solidFill>
                  <a:srgbClr val="6B7280"/>
                </a:solidFill>
                <a:latin typeface="+mn-ea"/>
                <a:cs typeface="Noto Sans JP" pitchFamily="34" charset="-120"/>
              </a:rPr>
              <a:t>と設定のみで連携可能な連携機能</a:t>
            </a:r>
            <a:endParaRPr kumimoji="0" lang="en-US" sz="1100" dirty="0">
              <a:solidFill>
                <a:prstClr val="black"/>
              </a:solidFill>
              <a:latin typeface="+mn-ea"/>
            </a:endParaRPr>
          </a:p>
        </p:txBody>
      </p:sp>
      <p:pic>
        <p:nvPicPr>
          <p:cNvPr id="67" name="図 66" descr="黒い背景と白い文字&#10;&#10;AI 生成コンテンツは誤りを含む可能性があります。">
            <a:extLst>
              <a:ext uri="{FF2B5EF4-FFF2-40B4-BE49-F238E27FC236}">
                <a16:creationId xmlns:a16="http://schemas.microsoft.com/office/drawing/2014/main" id="{DB621CDA-35FA-01FD-AC6A-75A26B01AD8E}"/>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10840547" y="281815"/>
            <a:ext cx="1019175" cy="305753"/>
          </a:xfrm>
          <a:prstGeom prst="rect">
            <a:avLst/>
          </a:prstGeom>
        </p:spPr>
      </p:pic>
    </p:spTree>
    <p:extLst>
      <p:ext uri="{BB962C8B-B14F-4D97-AF65-F5344CB8AC3E}">
        <p14:creationId xmlns:p14="http://schemas.microsoft.com/office/powerpoint/2010/main" val="15874982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四角形: 角を丸くする 24">
            <a:extLst>
              <a:ext uri="{FF2B5EF4-FFF2-40B4-BE49-F238E27FC236}">
                <a16:creationId xmlns:a16="http://schemas.microsoft.com/office/drawing/2014/main" id="{BC4955CB-7E58-CEC7-E75A-134231744A64}"/>
              </a:ext>
            </a:extLst>
          </p:cNvPr>
          <p:cNvSpPr/>
          <p:nvPr/>
        </p:nvSpPr>
        <p:spPr>
          <a:xfrm>
            <a:off x="4410123" y="1857836"/>
            <a:ext cx="3377958" cy="4285789"/>
          </a:xfrm>
          <a:prstGeom prst="roundRect">
            <a:avLst>
              <a:gd name="adj" fmla="val 3796"/>
            </a:avLst>
          </a:prstGeom>
          <a:solidFill>
            <a:srgbClr val="F5F5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四角形: 角を丸くする 25">
            <a:extLst>
              <a:ext uri="{FF2B5EF4-FFF2-40B4-BE49-F238E27FC236}">
                <a16:creationId xmlns:a16="http://schemas.microsoft.com/office/drawing/2014/main" id="{0D686664-3D52-3519-CCB2-0A9D6C1AB9B6}"/>
              </a:ext>
            </a:extLst>
          </p:cNvPr>
          <p:cNvSpPr/>
          <p:nvPr/>
        </p:nvSpPr>
        <p:spPr>
          <a:xfrm>
            <a:off x="883480" y="1857836"/>
            <a:ext cx="3377958" cy="4285789"/>
          </a:xfrm>
          <a:prstGeom prst="roundRect">
            <a:avLst>
              <a:gd name="adj" fmla="val 3796"/>
            </a:avLst>
          </a:prstGeom>
          <a:solidFill>
            <a:srgbClr val="F5F5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四角形: 角を丸くする 26">
            <a:extLst>
              <a:ext uri="{FF2B5EF4-FFF2-40B4-BE49-F238E27FC236}">
                <a16:creationId xmlns:a16="http://schemas.microsoft.com/office/drawing/2014/main" id="{62CFBBF8-2715-4ED1-B6BD-EF0782CCF589}"/>
              </a:ext>
            </a:extLst>
          </p:cNvPr>
          <p:cNvSpPr/>
          <p:nvPr/>
        </p:nvSpPr>
        <p:spPr>
          <a:xfrm>
            <a:off x="7930563" y="1857836"/>
            <a:ext cx="3377958" cy="4285789"/>
          </a:xfrm>
          <a:prstGeom prst="roundRect">
            <a:avLst>
              <a:gd name="adj" fmla="val 3796"/>
            </a:avLst>
          </a:prstGeom>
          <a:solidFill>
            <a:srgbClr val="F5F5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0D325113-B45D-DC1F-7861-3E6FC2714621}"/>
              </a:ext>
            </a:extLst>
          </p:cNvPr>
          <p:cNvSpPr>
            <a:spLocks noGrp="1"/>
          </p:cNvSpPr>
          <p:nvPr>
            <p:ph type="title"/>
          </p:nvPr>
        </p:nvSpPr>
        <p:spPr/>
        <p:txBody>
          <a:bodyPr/>
          <a:lstStyle/>
          <a:p>
            <a:r>
              <a:rPr kumimoji="1" lang="en-US" altLang="ja-JP" dirty="0" err="1"/>
              <a:t>Asprova</a:t>
            </a:r>
            <a:r>
              <a:rPr kumimoji="1" lang="ja-JP" altLang="en-US" dirty="0"/>
              <a:t>でできること</a:t>
            </a:r>
          </a:p>
        </p:txBody>
      </p:sp>
      <p:sp>
        <p:nvSpPr>
          <p:cNvPr id="3" name="スライド番号プレースホルダー 2">
            <a:extLst>
              <a:ext uri="{FF2B5EF4-FFF2-40B4-BE49-F238E27FC236}">
                <a16:creationId xmlns:a16="http://schemas.microsoft.com/office/drawing/2014/main" id="{86E38060-8DE2-C2BA-48FF-EB39E2039838}"/>
              </a:ext>
            </a:extLst>
          </p:cNvPr>
          <p:cNvSpPr>
            <a:spLocks noGrp="1"/>
          </p:cNvSpPr>
          <p:nvPr>
            <p:ph type="sldNum" sz="quarter" idx="7"/>
          </p:nvPr>
        </p:nvSpPr>
        <p:spPr/>
        <p:txBody>
          <a:bodyPr/>
          <a:lstStyle/>
          <a:p>
            <a:fld id="{B6F15528-21DE-4FAA-801E-634DDDAF4B2B}" type="slidenum">
              <a:rPr lang="en-US" altLang="ja-JP" smtClean="0"/>
              <a:pPr/>
              <a:t>25</a:t>
            </a:fld>
            <a:endParaRPr lang="en-US" altLang="ja-JP"/>
          </a:p>
        </p:txBody>
      </p:sp>
      <p:pic>
        <p:nvPicPr>
          <p:cNvPr id="9" name="図 8" descr="時計が付いている｜｜｜ｐ&#10;&#10;AI 生成コンテンツは誤りを含む可能性があります。">
            <a:extLst>
              <a:ext uri="{FF2B5EF4-FFF2-40B4-BE49-F238E27FC236}">
                <a16:creationId xmlns:a16="http://schemas.microsoft.com/office/drawing/2014/main" id="{0BE2B972-423E-DCD5-CD16-18DD14AA9DA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55256" y="3048916"/>
            <a:ext cx="1034406" cy="1450772"/>
          </a:xfrm>
          <a:prstGeom prst="rect">
            <a:avLst/>
          </a:prstGeom>
        </p:spPr>
      </p:pic>
      <p:grpSp>
        <p:nvGrpSpPr>
          <p:cNvPr id="12" name="グループ化 11">
            <a:extLst>
              <a:ext uri="{FF2B5EF4-FFF2-40B4-BE49-F238E27FC236}">
                <a16:creationId xmlns:a16="http://schemas.microsoft.com/office/drawing/2014/main" id="{CF6883F2-E0F5-646D-F7C6-95064BCF94CA}"/>
              </a:ext>
            </a:extLst>
          </p:cNvPr>
          <p:cNvGrpSpPr/>
          <p:nvPr/>
        </p:nvGrpSpPr>
        <p:grpSpPr>
          <a:xfrm>
            <a:off x="8754456" y="2945940"/>
            <a:ext cx="1730173" cy="1674351"/>
            <a:chOff x="8292865" y="2325843"/>
            <a:chExt cx="2994616" cy="2898000"/>
          </a:xfrm>
        </p:grpSpPr>
        <p:pic>
          <p:nvPicPr>
            <p:cNvPr id="10" name="Picture 4">
              <a:extLst>
                <a:ext uri="{FF2B5EF4-FFF2-40B4-BE49-F238E27FC236}">
                  <a16:creationId xmlns:a16="http://schemas.microsoft.com/office/drawing/2014/main" id="{C69659F5-F53A-6DF1-472F-A45DEE77A12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82189" b="40836"/>
            <a:stretch>
              <a:fillRect/>
            </a:stretch>
          </p:blipFill>
          <p:spPr bwMode="auto">
            <a:xfrm>
              <a:off x="8292865" y="3511960"/>
              <a:ext cx="502148" cy="1200328"/>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8">
              <a:extLst>
                <a:ext uri="{FF2B5EF4-FFF2-40B4-BE49-F238E27FC236}">
                  <a16:creationId xmlns:a16="http://schemas.microsoft.com/office/drawing/2014/main" id="{F49A5114-9AF0-1DEF-C054-82B824D14ECD}"/>
                </a:ext>
              </a:extLst>
            </p:cNvPr>
            <p:cNvPicPr>
              <a:picLocks noChangeAspect="1" noChangeArrowheads="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flipH="1">
              <a:off x="9200920" y="2325843"/>
              <a:ext cx="2086561" cy="289800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5" name="グループ化 14">
            <a:extLst>
              <a:ext uri="{FF2B5EF4-FFF2-40B4-BE49-F238E27FC236}">
                <a16:creationId xmlns:a16="http://schemas.microsoft.com/office/drawing/2014/main" id="{AA0747E8-C874-CE52-1925-1AA075B65955}"/>
              </a:ext>
            </a:extLst>
          </p:cNvPr>
          <p:cNvGrpSpPr/>
          <p:nvPr/>
        </p:nvGrpSpPr>
        <p:grpSpPr>
          <a:xfrm>
            <a:off x="4921293" y="3042609"/>
            <a:ext cx="2355618" cy="1463386"/>
            <a:chOff x="4979576" y="2542042"/>
            <a:chExt cx="2591180" cy="1609725"/>
          </a:xfrm>
        </p:grpSpPr>
        <p:pic>
          <p:nvPicPr>
            <p:cNvPr id="13" name="図 12" descr="ダイアグラム&#10;&#10;AI 生成コンテンツは誤りを含む可能性があります。">
              <a:extLst>
                <a:ext uri="{FF2B5EF4-FFF2-40B4-BE49-F238E27FC236}">
                  <a16:creationId xmlns:a16="http://schemas.microsoft.com/office/drawing/2014/main" id="{417EAFDB-B9D5-8D73-1027-0995FA97811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979576" y="2542042"/>
              <a:ext cx="1666875" cy="1609725"/>
            </a:xfrm>
            <a:prstGeom prst="rect">
              <a:avLst/>
            </a:prstGeom>
          </p:spPr>
        </p:pic>
        <p:pic>
          <p:nvPicPr>
            <p:cNvPr id="14" name="図 13" descr="レゴ, おもちゃ が含まれている画像&#10;&#10;AI 生成コンテンツは誤りを含む可能性があります。">
              <a:extLst>
                <a:ext uri="{FF2B5EF4-FFF2-40B4-BE49-F238E27FC236}">
                  <a16:creationId xmlns:a16="http://schemas.microsoft.com/office/drawing/2014/main" id="{66859B82-1AC4-53C2-05DC-893EC7467744}"/>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679937" y="3102899"/>
              <a:ext cx="890819" cy="1048868"/>
            </a:xfrm>
            <a:prstGeom prst="rect">
              <a:avLst/>
            </a:prstGeom>
          </p:spPr>
        </p:pic>
      </p:grpSp>
      <p:sp>
        <p:nvSpPr>
          <p:cNvPr id="16" name="テキスト ボックス 15">
            <a:extLst>
              <a:ext uri="{FF2B5EF4-FFF2-40B4-BE49-F238E27FC236}">
                <a16:creationId xmlns:a16="http://schemas.microsoft.com/office/drawing/2014/main" id="{84FC7731-5D58-A68C-BC0E-FF9CAAEDF2BB}"/>
              </a:ext>
            </a:extLst>
          </p:cNvPr>
          <p:cNvSpPr txBox="1"/>
          <p:nvPr/>
        </p:nvSpPr>
        <p:spPr>
          <a:xfrm>
            <a:off x="1146428" y="2120382"/>
            <a:ext cx="2852063" cy="584775"/>
          </a:xfrm>
          <a:prstGeom prst="rect">
            <a:avLst/>
          </a:prstGeom>
          <a:noFill/>
        </p:spPr>
        <p:txBody>
          <a:bodyPr wrap="none" rtlCol="0">
            <a:spAutoFit/>
          </a:bodyPr>
          <a:lstStyle/>
          <a:p>
            <a:pPr algn="ctr"/>
            <a:r>
              <a:rPr lang="ja-JP" altLang="en-US" sz="1600" b="1" dirty="0">
                <a:solidFill>
                  <a:srgbClr val="466EB4"/>
                </a:solidFill>
                <a:latin typeface="+mn-ea"/>
              </a:rPr>
              <a:t>最適な生産計画を短時間</a:t>
            </a:r>
            <a:endParaRPr lang="en-US" altLang="ja-JP" sz="1600" b="1" dirty="0">
              <a:solidFill>
                <a:srgbClr val="466EB4"/>
              </a:solidFill>
              <a:latin typeface="+mn-ea"/>
            </a:endParaRPr>
          </a:p>
          <a:p>
            <a:pPr algn="ctr"/>
            <a:r>
              <a:rPr kumimoji="1" lang="ja-JP" altLang="en-US" sz="1600" b="1" dirty="0">
                <a:solidFill>
                  <a:srgbClr val="466EB4"/>
                </a:solidFill>
                <a:latin typeface="+mn-ea"/>
              </a:rPr>
              <a:t>かつ短サイクルで立案します</a:t>
            </a:r>
          </a:p>
        </p:txBody>
      </p:sp>
      <p:sp>
        <p:nvSpPr>
          <p:cNvPr id="17" name="テキスト ボックス 16">
            <a:extLst>
              <a:ext uri="{FF2B5EF4-FFF2-40B4-BE49-F238E27FC236}">
                <a16:creationId xmlns:a16="http://schemas.microsoft.com/office/drawing/2014/main" id="{89A1E7A6-1FAC-D2D1-08AD-537DC959E2B5}"/>
              </a:ext>
            </a:extLst>
          </p:cNvPr>
          <p:cNvSpPr txBox="1"/>
          <p:nvPr/>
        </p:nvSpPr>
        <p:spPr>
          <a:xfrm>
            <a:off x="4570478" y="2120382"/>
            <a:ext cx="3057248" cy="584775"/>
          </a:xfrm>
          <a:prstGeom prst="rect">
            <a:avLst/>
          </a:prstGeom>
          <a:noFill/>
        </p:spPr>
        <p:txBody>
          <a:bodyPr wrap="none" rtlCol="0">
            <a:spAutoFit/>
          </a:bodyPr>
          <a:lstStyle/>
          <a:p>
            <a:pPr algn="ctr"/>
            <a:r>
              <a:rPr lang="ja-JP" altLang="en-US" sz="1600" b="1" dirty="0">
                <a:solidFill>
                  <a:srgbClr val="466EB4"/>
                </a:solidFill>
                <a:latin typeface="+mn-ea"/>
              </a:rPr>
              <a:t>製造現場の制約条件を考慮した</a:t>
            </a:r>
          </a:p>
          <a:p>
            <a:pPr algn="ctr"/>
            <a:r>
              <a:rPr lang="ja-JP" altLang="en-US" sz="1600" b="1" dirty="0">
                <a:solidFill>
                  <a:srgbClr val="466EB4"/>
                </a:solidFill>
                <a:latin typeface="+mn-ea"/>
              </a:rPr>
              <a:t>計画を自動で立案します</a:t>
            </a:r>
            <a:endParaRPr kumimoji="1" lang="ja-JP" altLang="en-US" sz="1600" b="1" dirty="0">
              <a:solidFill>
                <a:srgbClr val="466EB4"/>
              </a:solidFill>
              <a:latin typeface="+mn-ea"/>
            </a:endParaRPr>
          </a:p>
        </p:txBody>
      </p:sp>
      <p:sp>
        <p:nvSpPr>
          <p:cNvPr id="18" name="テキスト ボックス 17">
            <a:extLst>
              <a:ext uri="{FF2B5EF4-FFF2-40B4-BE49-F238E27FC236}">
                <a16:creationId xmlns:a16="http://schemas.microsoft.com/office/drawing/2014/main" id="{C74748C7-A689-490F-E353-E16E1E1BE573}"/>
              </a:ext>
            </a:extLst>
          </p:cNvPr>
          <p:cNvSpPr txBox="1"/>
          <p:nvPr/>
        </p:nvSpPr>
        <p:spPr>
          <a:xfrm>
            <a:off x="8090918" y="2120382"/>
            <a:ext cx="3057248" cy="584775"/>
          </a:xfrm>
          <a:prstGeom prst="rect">
            <a:avLst/>
          </a:prstGeom>
          <a:noFill/>
        </p:spPr>
        <p:txBody>
          <a:bodyPr wrap="none" rtlCol="0">
            <a:spAutoFit/>
          </a:bodyPr>
          <a:lstStyle/>
          <a:p>
            <a:pPr algn="ctr"/>
            <a:r>
              <a:rPr lang="ja-JP" altLang="en-US" sz="1600" b="1" dirty="0">
                <a:solidFill>
                  <a:srgbClr val="466EB4"/>
                </a:solidFill>
                <a:latin typeface="+mn-ea"/>
              </a:rPr>
              <a:t>ガントチャートや負荷グラフで</a:t>
            </a:r>
          </a:p>
          <a:p>
            <a:pPr algn="ctr"/>
            <a:r>
              <a:rPr lang="ja-JP" altLang="en-US" sz="1600" b="1" dirty="0">
                <a:solidFill>
                  <a:srgbClr val="466EB4"/>
                </a:solidFill>
                <a:latin typeface="+mn-ea"/>
              </a:rPr>
              <a:t>製造現場を可視化できます</a:t>
            </a:r>
          </a:p>
        </p:txBody>
      </p:sp>
      <p:sp>
        <p:nvSpPr>
          <p:cNvPr id="20" name="テキスト ボックス 19">
            <a:extLst>
              <a:ext uri="{FF2B5EF4-FFF2-40B4-BE49-F238E27FC236}">
                <a16:creationId xmlns:a16="http://schemas.microsoft.com/office/drawing/2014/main" id="{464018A4-DD4D-5316-07AC-38EFEDC40571}"/>
              </a:ext>
            </a:extLst>
          </p:cNvPr>
          <p:cNvSpPr txBox="1"/>
          <p:nvPr/>
        </p:nvSpPr>
        <p:spPr>
          <a:xfrm>
            <a:off x="880459" y="4874779"/>
            <a:ext cx="3384000" cy="830997"/>
          </a:xfrm>
          <a:prstGeom prst="rect">
            <a:avLst/>
          </a:prstGeom>
          <a:noFill/>
        </p:spPr>
        <p:txBody>
          <a:bodyPr wrap="square">
            <a:spAutoFit/>
          </a:bodyPr>
          <a:lstStyle/>
          <a:p>
            <a:r>
              <a:rPr lang="ja-JP" altLang="en-US" sz="1200" kern="1400" spc="60" dirty="0">
                <a:latin typeface="游ゴシック Medium" panose="020B0500000000000000" pitchFamily="50" charset="-128"/>
                <a:ea typeface="游ゴシック Medium" panose="020B0500000000000000" pitchFamily="50" charset="-128"/>
              </a:rPr>
              <a:t>様々な条件に対応可能な柔軟な計算ロジックにより、属人的な計算式を排除するだけでなく</a:t>
            </a:r>
            <a:r>
              <a:rPr lang="en-US" altLang="ja-JP" sz="1200" kern="1400" spc="60" dirty="0">
                <a:latin typeface="游ゴシック Medium" panose="020B0500000000000000" pitchFamily="50" charset="-128"/>
                <a:ea typeface="游ゴシック Medium" panose="020B0500000000000000" pitchFamily="50" charset="-128"/>
              </a:rPr>
              <a:t>Excel</a:t>
            </a:r>
            <a:r>
              <a:rPr lang="ja-JP" altLang="en-US" sz="1200" kern="1400" spc="60" dirty="0">
                <a:latin typeface="游ゴシック Medium" panose="020B0500000000000000" pitchFamily="50" charset="-128"/>
                <a:ea typeface="游ゴシック Medium" panose="020B0500000000000000" pitchFamily="50" charset="-128"/>
              </a:rPr>
              <a:t>だと何時間もかかる計画立案作業を自動でこなすことができます。</a:t>
            </a:r>
          </a:p>
        </p:txBody>
      </p:sp>
      <p:sp>
        <p:nvSpPr>
          <p:cNvPr id="22" name="テキスト ボックス 21">
            <a:extLst>
              <a:ext uri="{FF2B5EF4-FFF2-40B4-BE49-F238E27FC236}">
                <a16:creationId xmlns:a16="http://schemas.microsoft.com/office/drawing/2014/main" id="{5EB7484A-9FFF-9BE8-C8AF-17DD7F4E2126}"/>
              </a:ext>
            </a:extLst>
          </p:cNvPr>
          <p:cNvSpPr txBox="1"/>
          <p:nvPr/>
        </p:nvSpPr>
        <p:spPr>
          <a:xfrm>
            <a:off x="4407102" y="4874779"/>
            <a:ext cx="3384000" cy="1015663"/>
          </a:xfrm>
          <a:prstGeom prst="rect">
            <a:avLst/>
          </a:prstGeom>
          <a:noFill/>
        </p:spPr>
        <p:txBody>
          <a:bodyPr wrap="square">
            <a:spAutoFit/>
          </a:bodyPr>
          <a:lstStyle/>
          <a:p>
            <a:r>
              <a:rPr lang="ja-JP" altLang="en-US" sz="1200" kern="1400" spc="60" dirty="0">
                <a:latin typeface="游ゴシック Medium" panose="020B0500000000000000" pitchFamily="50" charset="-128"/>
                <a:ea typeface="游ゴシック Medium" panose="020B0500000000000000" pitchFamily="50" charset="-128"/>
              </a:rPr>
              <a:t>設備や人員に対して、使用可能な工数やカレンダーを考慮した割付けができます。金型交換や洗浄などの段取りパターンも設定可能。生産性の高い計画案を秒単位の粒度で立案可能です。</a:t>
            </a:r>
          </a:p>
        </p:txBody>
      </p:sp>
      <p:sp>
        <p:nvSpPr>
          <p:cNvPr id="24" name="テキスト ボックス 23">
            <a:extLst>
              <a:ext uri="{FF2B5EF4-FFF2-40B4-BE49-F238E27FC236}">
                <a16:creationId xmlns:a16="http://schemas.microsoft.com/office/drawing/2014/main" id="{06910FF7-B25B-7BE1-C995-3751EEB26571}"/>
              </a:ext>
            </a:extLst>
          </p:cNvPr>
          <p:cNvSpPr txBox="1"/>
          <p:nvPr/>
        </p:nvSpPr>
        <p:spPr>
          <a:xfrm>
            <a:off x="7927542" y="4874779"/>
            <a:ext cx="3384000" cy="1015663"/>
          </a:xfrm>
          <a:prstGeom prst="rect">
            <a:avLst/>
          </a:prstGeom>
          <a:noFill/>
        </p:spPr>
        <p:txBody>
          <a:bodyPr wrap="square">
            <a:spAutoFit/>
          </a:bodyPr>
          <a:lstStyle/>
          <a:p>
            <a:r>
              <a:rPr lang="ja-JP" altLang="en-US" sz="1200" kern="1400" spc="60" dirty="0">
                <a:latin typeface="游ゴシック Medium" panose="020B0500000000000000" pitchFamily="50" charset="-128"/>
                <a:ea typeface="游ゴシック Medium" panose="020B0500000000000000" pitchFamily="50" charset="-128"/>
              </a:rPr>
              <a:t>各受注をこなすために割り付けられている工程、および各工程で使用する設備や人員などのリソース配分を直感的に見ることができます。在庫や材料を考慮して計画を自動立案し、過不足についても可視化が可能です。</a:t>
            </a:r>
          </a:p>
        </p:txBody>
      </p:sp>
      <p:sp>
        <p:nvSpPr>
          <p:cNvPr id="29" name="テキスト ボックス 28">
            <a:extLst>
              <a:ext uri="{FF2B5EF4-FFF2-40B4-BE49-F238E27FC236}">
                <a16:creationId xmlns:a16="http://schemas.microsoft.com/office/drawing/2014/main" id="{F8FE664D-FDBF-DEAA-649B-740FA497AF7E}"/>
              </a:ext>
            </a:extLst>
          </p:cNvPr>
          <p:cNvSpPr txBox="1"/>
          <p:nvPr/>
        </p:nvSpPr>
        <p:spPr>
          <a:xfrm>
            <a:off x="880459" y="928849"/>
            <a:ext cx="10502900" cy="733534"/>
          </a:xfrm>
          <a:prstGeom prst="rect">
            <a:avLst/>
          </a:prstGeom>
          <a:noFill/>
        </p:spPr>
        <p:txBody>
          <a:bodyPr wrap="square">
            <a:spAutoFit/>
          </a:bodyPr>
          <a:lstStyle/>
          <a:p>
            <a:pPr>
              <a:spcAft>
                <a:spcPts val="200"/>
              </a:spcAft>
            </a:pPr>
            <a:r>
              <a:rPr lang="ja-JP" altLang="en-US" sz="2000" dirty="0">
                <a:latin typeface="+mn-ea"/>
              </a:rPr>
              <a:t>「計画通り、無駄なく、効率よく」</a:t>
            </a:r>
            <a:endParaRPr lang="en-US" altLang="ja-JP" sz="2000" dirty="0">
              <a:latin typeface="+mn-ea"/>
            </a:endParaRPr>
          </a:p>
          <a:p>
            <a:pPr>
              <a:spcAft>
                <a:spcPts val="200"/>
              </a:spcAft>
            </a:pPr>
            <a:r>
              <a:rPr lang="ja-JP" altLang="en-US" sz="2000" dirty="0">
                <a:latin typeface="+mn-ea"/>
              </a:rPr>
              <a:t>生産スケジューラ「</a:t>
            </a:r>
            <a:r>
              <a:rPr lang="en-US" altLang="ja-JP" sz="2000" dirty="0" err="1">
                <a:latin typeface="+mn-ea"/>
              </a:rPr>
              <a:t>Asprova</a:t>
            </a:r>
            <a:r>
              <a:rPr lang="en-US" altLang="ja-JP" sz="2000" dirty="0">
                <a:latin typeface="+mn-ea"/>
              </a:rPr>
              <a:t> APS</a:t>
            </a:r>
            <a:r>
              <a:rPr lang="ja-JP" altLang="en-US" sz="2000" dirty="0">
                <a:latin typeface="+mn-ea"/>
              </a:rPr>
              <a:t>」は</a:t>
            </a:r>
            <a:r>
              <a:rPr lang="ja-JP" altLang="en-US" sz="2000" b="1" dirty="0">
                <a:latin typeface="+mn-ea"/>
              </a:rPr>
              <a:t>現場のニーズにお応えします</a:t>
            </a:r>
          </a:p>
        </p:txBody>
      </p:sp>
      <p:pic>
        <p:nvPicPr>
          <p:cNvPr id="30" name="図 29" descr="黒い背景と白い文字&#10;&#10;AI 生成コンテンツは誤りを含む可能性があります。">
            <a:extLst>
              <a:ext uri="{FF2B5EF4-FFF2-40B4-BE49-F238E27FC236}">
                <a16:creationId xmlns:a16="http://schemas.microsoft.com/office/drawing/2014/main" id="{2C4619A9-5C9F-4007-C741-916E33112AEA}"/>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840547" y="281815"/>
            <a:ext cx="1019175" cy="305753"/>
          </a:xfrm>
          <a:prstGeom prst="rect">
            <a:avLst/>
          </a:prstGeom>
        </p:spPr>
      </p:pic>
    </p:spTree>
    <p:extLst>
      <p:ext uri="{BB962C8B-B14F-4D97-AF65-F5344CB8AC3E}">
        <p14:creationId xmlns:p14="http://schemas.microsoft.com/office/powerpoint/2010/main" val="23625694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389646-E8B0-EDAF-3199-1FA590FEB88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B63B6F1-2A54-089E-CAFD-96E047B8CD01}"/>
              </a:ext>
            </a:extLst>
          </p:cNvPr>
          <p:cNvSpPr>
            <a:spLocks noGrp="1"/>
          </p:cNvSpPr>
          <p:nvPr>
            <p:ph type="title"/>
          </p:nvPr>
        </p:nvSpPr>
        <p:spPr>
          <a:xfrm>
            <a:off x="1019175" y="234190"/>
            <a:ext cx="10153650" cy="604519"/>
          </a:xfrm>
        </p:spPr>
        <p:txBody>
          <a:bodyPr/>
          <a:lstStyle/>
          <a:p>
            <a:r>
              <a:rPr lang="en-US" altLang="ja-JP" dirty="0" err="1"/>
              <a:t>Asprova</a:t>
            </a:r>
            <a:r>
              <a:rPr lang="ja-JP" altLang="en-US" dirty="0"/>
              <a:t>導入による期待効果（例）</a:t>
            </a:r>
          </a:p>
        </p:txBody>
      </p:sp>
      <p:sp>
        <p:nvSpPr>
          <p:cNvPr id="3" name="スライド番号プレースホルダー 2">
            <a:extLst>
              <a:ext uri="{FF2B5EF4-FFF2-40B4-BE49-F238E27FC236}">
                <a16:creationId xmlns:a16="http://schemas.microsoft.com/office/drawing/2014/main" id="{AE4654AC-07EF-F42F-C61F-28638E0E7B7F}"/>
              </a:ext>
            </a:extLst>
          </p:cNvPr>
          <p:cNvSpPr>
            <a:spLocks noGrp="1"/>
          </p:cNvSpPr>
          <p:nvPr>
            <p:ph type="sldNum" sz="quarter" idx="7"/>
          </p:nvPr>
        </p:nvSpPr>
        <p:spPr>
          <a:xfrm>
            <a:off x="11521440" y="6518701"/>
            <a:ext cx="375920" cy="150246"/>
          </a:xfrm>
        </p:spPr>
        <p:txBody>
          <a:bodyPr/>
          <a:lstStyle/>
          <a:p>
            <a:pPr lvl="0"/>
            <a:fld id="{B6F15528-21DE-4FAA-801E-634DDDAF4B2B}" type="slidenum">
              <a:rPr lang="en-US" altLang="ja-JP" noProof="0" smtClean="0"/>
              <a:pPr lvl="0"/>
              <a:t>26</a:t>
            </a:fld>
            <a:endParaRPr lang="en-US" altLang="ja-JP" noProof="0"/>
          </a:p>
        </p:txBody>
      </p:sp>
      <p:sp>
        <p:nvSpPr>
          <p:cNvPr id="15" name="テキスト プレースホルダー 14">
            <a:extLst>
              <a:ext uri="{FF2B5EF4-FFF2-40B4-BE49-F238E27FC236}">
                <a16:creationId xmlns:a16="http://schemas.microsoft.com/office/drawing/2014/main" id="{5801AE98-F490-A66F-D049-E46357C63B88}"/>
              </a:ext>
            </a:extLst>
          </p:cNvPr>
          <p:cNvSpPr>
            <a:spLocks noGrp="1"/>
          </p:cNvSpPr>
          <p:nvPr>
            <p:ph type="body" sz="quarter" idx="10"/>
          </p:nvPr>
        </p:nvSpPr>
        <p:spPr/>
        <p:txBody>
          <a:bodyPr/>
          <a:lstStyle/>
          <a:p>
            <a:r>
              <a:rPr lang="en-US" altLang="ja-JP" dirty="0" err="1"/>
              <a:t>Asprova</a:t>
            </a:r>
            <a:r>
              <a:rPr lang="ja-JP" altLang="en-US" dirty="0"/>
              <a:t>導入によって、「納期回答」と「計画再現性」を同時に引き上げ、</a:t>
            </a:r>
            <a:endParaRPr lang="en-US" altLang="ja-JP" dirty="0"/>
          </a:p>
          <a:p>
            <a:r>
              <a:rPr lang="ja-JP" altLang="en-US" dirty="0"/>
              <a:t>データドリブンな意思決定が可能なデータ活用を後押しする</a:t>
            </a:r>
          </a:p>
        </p:txBody>
      </p:sp>
      <p:sp>
        <p:nvSpPr>
          <p:cNvPr id="22" name="テキスト ボックス 21">
            <a:extLst>
              <a:ext uri="{FF2B5EF4-FFF2-40B4-BE49-F238E27FC236}">
                <a16:creationId xmlns:a16="http://schemas.microsoft.com/office/drawing/2014/main" id="{4EAC0A9C-3ECA-E51E-4161-460D4C48CDE0}"/>
              </a:ext>
            </a:extLst>
          </p:cNvPr>
          <p:cNvSpPr txBox="1"/>
          <p:nvPr/>
        </p:nvSpPr>
        <p:spPr>
          <a:xfrm>
            <a:off x="1054261" y="1886616"/>
            <a:ext cx="6715124" cy="861774"/>
          </a:xfrm>
          <a:prstGeom prst="rect">
            <a:avLst/>
          </a:prstGeom>
          <a:noFill/>
        </p:spPr>
        <p:txBody>
          <a:bodyPr wrap="square">
            <a:spAutoFit/>
          </a:bodyPr>
          <a:lstStyle/>
          <a:p>
            <a:r>
              <a:rPr lang="ja-JP" altLang="en-US" sz="1600" dirty="0"/>
              <a:t> </a:t>
            </a:r>
            <a:r>
              <a:rPr lang="ja-JP" altLang="en-US" sz="1600" b="1" dirty="0"/>
              <a:t>即時納期回答の実現</a:t>
            </a:r>
          </a:p>
          <a:p>
            <a:pPr marL="180975" indent="-180975">
              <a:buFont typeface="Arial" panose="020B0604020202020204" pitchFamily="34" charset="0"/>
              <a:buChar char="•"/>
            </a:pPr>
            <a:r>
              <a:rPr lang="ja-JP" altLang="en-US" sz="1600" dirty="0"/>
              <a:t>現実的な負荷を加味して納期算出</a:t>
            </a:r>
            <a:endParaRPr lang="en-US" altLang="ja-JP" sz="1600" dirty="0"/>
          </a:p>
          <a:p>
            <a:pPr marL="180975" indent="-180975">
              <a:buFont typeface="Arial" panose="020B0604020202020204" pitchFamily="34" charset="0"/>
              <a:buChar char="•"/>
            </a:pPr>
            <a:r>
              <a:rPr lang="ja-JP" altLang="en-US" sz="1600" dirty="0"/>
              <a:t>営業の即答力を底上げ</a:t>
            </a:r>
          </a:p>
        </p:txBody>
      </p:sp>
      <p:sp>
        <p:nvSpPr>
          <p:cNvPr id="24" name="テキスト ボックス 23">
            <a:extLst>
              <a:ext uri="{FF2B5EF4-FFF2-40B4-BE49-F238E27FC236}">
                <a16:creationId xmlns:a16="http://schemas.microsoft.com/office/drawing/2014/main" id="{9B9EF31C-57CE-1D68-6579-D8CD0B61D9A4}"/>
              </a:ext>
            </a:extLst>
          </p:cNvPr>
          <p:cNvSpPr txBox="1"/>
          <p:nvPr/>
        </p:nvSpPr>
        <p:spPr>
          <a:xfrm>
            <a:off x="1054261" y="2924498"/>
            <a:ext cx="6705600" cy="861774"/>
          </a:xfrm>
          <a:prstGeom prst="rect">
            <a:avLst/>
          </a:prstGeom>
          <a:noFill/>
        </p:spPr>
        <p:txBody>
          <a:bodyPr wrap="square">
            <a:spAutoFit/>
          </a:bodyPr>
          <a:lstStyle/>
          <a:p>
            <a:r>
              <a:rPr lang="ja-JP" altLang="en-US" sz="1600" b="1" dirty="0">
                <a:latin typeface="+mn-ea"/>
              </a:rPr>
              <a:t>組入効率の最大化</a:t>
            </a:r>
          </a:p>
          <a:p>
            <a:pPr marL="180975" indent="-180975">
              <a:buFont typeface="Arial" panose="020B0604020202020204" pitchFamily="34" charset="0"/>
              <a:buChar char="•"/>
            </a:pPr>
            <a:r>
              <a:rPr lang="ja-JP" altLang="en-US" sz="1600" dirty="0">
                <a:latin typeface="+mn-ea"/>
              </a:rPr>
              <a:t>設備稼働率向上、段取り削減、ムダ時間圧縮</a:t>
            </a:r>
            <a:endParaRPr lang="en-US" altLang="ja-JP" sz="1600" dirty="0">
              <a:latin typeface="+mn-ea"/>
            </a:endParaRPr>
          </a:p>
          <a:p>
            <a:pPr marL="180975" indent="-180975">
              <a:buFont typeface="Arial" panose="020B0604020202020204" pitchFamily="34" charset="0"/>
              <a:buChar char="•"/>
            </a:pPr>
            <a:r>
              <a:rPr lang="ja-JP" altLang="en-US" sz="1600" dirty="0">
                <a:latin typeface="+mn-ea"/>
              </a:rPr>
              <a:t>組入効率向上を定量化し、投資回収モデルとして提示可能</a:t>
            </a:r>
          </a:p>
        </p:txBody>
      </p:sp>
      <p:sp>
        <p:nvSpPr>
          <p:cNvPr id="26" name="テキスト ボックス 25">
            <a:extLst>
              <a:ext uri="{FF2B5EF4-FFF2-40B4-BE49-F238E27FC236}">
                <a16:creationId xmlns:a16="http://schemas.microsoft.com/office/drawing/2014/main" id="{B7DF6313-B4A2-34BF-571B-F76D677A0D0A}"/>
              </a:ext>
            </a:extLst>
          </p:cNvPr>
          <p:cNvSpPr txBox="1"/>
          <p:nvPr/>
        </p:nvSpPr>
        <p:spPr>
          <a:xfrm>
            <a:off x="1054261" y="3962380"/>
            <a:ext cx="6705600" cy="861774"/>
          </a:xfrm>
          <a:prstGeom prst="rect">
            <a:avLst/>
          </a:prstGeom>
          <a:noFill/>
        </p:spPr>
        <p:txBody>
          <a:bodyPr wrap="square">
            <a:spAutoFit/>
          </a:bodyPr>
          <a:lstStyle/>
          <a:p>
            <a:r>
              <a:rPr lang="ja-JP" altLang="en-US" sz="1600" b="1" dirty="0"/>
              <a:t>属人化排除と標準化</a:t>
            </a:r>
          </a:p>
          <a:p>
            <a:pPr marL="180975" indent="-180975">
              <a:buFont typeface="Arial" panose="020B0604020202020204" pitchFamily="34" charset="0"/>
              <a:buChar char="•"/>
            </a:pPr>
            <a:r>
              <a:rPr lang="ja-JP" altLang="en-US" sz="1600" dirty="0"/>
              <a:t>ダイス・リール制約をロジック化し、再現性ある計画業務へ転換</a:t>
            </a:r>
            <a:endParaRPr lang="en-US" altLang="ja-JP" sz="1600" dirty="0"/>
          </a:p>
          <a:p>
            <a:pPr marL="180975" indent="-180975">
              <a:buFont typeface="Arial" panose="020B0604020202020204" pitchFamily="34" charset="0"/>
              <a:buChar char="•"/>
            </a:pPr>
            <a:r>
              <a:rPr lang="ja-JP" altLang="en-US" sz="1600" dirty="0"/>
              <a:t>事業継続リスクを低減します</a:t>
            </a:r>
          </a:p>
        </p:txBody>
      </p:sp>
      <p:sp>
        <p:nvSpPr>
          <p:cNvPr id="28" name="テキスト ボックス 27">
            <a:extLst>
              <a:ext uri="{FF2B5EF4-FFF2-40B4-BE49-F238E27FC236}">
                <a16:creationId xmlns:a16="http://schemas.microsoft.com/office/drawing/2014/main" id="{872E7BB0-6BE6-BB37-C3D7-A269FCB43678}"/>
              </a:ext>
            </a:extLst>
          </p:cNvPr>
          <p:cNvSpPr txBox="1"/>
          <p:nvPr/>
        </p:nvSpPr>
        <p:spPr>
          <a:xfrm>
            <a:off x="1054261" y="5000262"/>
            <a:ext cx="6096000" cy="861774"/>
          </a:xfrm>
          <a:prstGeom prst="rect">
            <a:avLst/>
          </a:prstGeom>
          <a:noFill/>
        </p:spPr>
        <p:txBody>
          <a:bodyPr wrap="square">
            <a:spAutoFit/>
          </a:bodyPr>
          <a:lstStyle/>
          <a:p>
            <a:r>
              <a:rPr lang="ja-JP" altLang="en-US" sz="1600" b="1" dirty="0">
                <a:latin typeface="+mn-ea"/>
              </a:rPr>
              <a:t>データドリブン経営への進化</a:t>
            </a:r>
          </a:p>
          <a:p>
            <a:pPr marL="180975" indent="-180975">
              <a:buFont typeface="Arial" panose="020B0604020202020204" pitchFamily="34" charset="0"/>
              <a:buChar char="•"/>
            </a:pPr>
            <a:r>
              <a:rPr lang="ja-JP" altLang="en-US" sz="1600" dirty="0">
                <a:latin typeface="+mn-ea"/>
              </a:rPr>
              <a:t>リアルタイム実績データを活用し、計画精度を継続的に向上</a:t>
            </a:r>
            <a:endParaRPr lang="en-US" altLang="ja-JP" sz="1600" dirty="0">
              <a:latin typeface="+mn-ea"/>
            </a:endParaRPr>
          </a:p>
          <a:p>
            <a:pPr marL="180975" indent="-180975">
              <a:buFont typeface="Arial" panose="020B0604020202020204" pitchFamily="34" charset="0"/>
              <a:buChar char="•"/>
            </a:pPr>
            <a:r>
              <a:rPr lang="ja-JP" altLang="en-US" sz="1600" dirty="0">
                <a:latin typeface="+mn-ea"/>
              </a:rPr>
              <a:t>“経験＋勘”から“データに基づく意思決定”を後押し</a:t>
            </a:r>
          </a:p>
        </p:txBody>
      </p:sp>
      <p:sp>
        <p:nvSpPr>
          <p:cNvPr id="29" name="フリーフォーム: 図形 28">
            <a:extLst>
              <a:ext uri="{FF2B5EF4-FFF2-40B4-BE49-F238E27FC236}">
                <a16:creationId xmlns:a16="http://schemas.microsoft.com/office/drawing/2014/main" id="{FC9A9060-BE6D-05E7-984E-C632289725FB}"/>
              </a:ext>
            </a:extLst>
          </p:cNvPr>
          <p:cNvSpPr/>
          <p:nvPr/>
        </p:nvSpPr>
        <p:spPr>
          <a:xfrm>
            <a:off x="1019174" y="1925366"/>
            <a:ext cx="51124" cy="248791"/>
          </a:xfrm>
          <a:custGeom>
            <a:avLst/>
            <a:gdLst>
              <a:gd name="connsiteX0" fmla="*/ 66499 w 66499"/>
              <a:gd name="connsiteY0" fmla="*/ 0 h 4999946"/>
              <a:gd name="connsiteX1" fmla="*/ 66499 w 66499"/>
              <a:gd name="connsiteY1" fmla="*/ 4999946 h 4999946"/>
              <a:gd name="connsiteX2" fmla="*/ 33034 w 66499"/>
              <a:gd name="connsiteY2" fmla="*/ 4977383 h 4999946"/>
              <a:gd name="connsiteX3" fmla="*/ 0 w 66499"/>
              <a:gd name="connsiteY3" fmla="*/ 4897632 h 4999946"/>
              <a:gd name="connsiteX4" fmla="*/ 0 w 66499"/>
              <a:gd name="connsiteY4" fmla="*/ 102314 h 4999946"/>
              <a:gd name="connsiteX5" fmla="*/ 33034 w 66499"/>
              <a:gd name="connsiteY5" fmla="*/ 22563 h 49999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6499" h="4999946">
                <a:moveTo>
                  <a:pt x="66499" y="0"/>
                </a:moveTo>
                <a:lnTo>
                  <a:pt x="66499" y="4999946"/>
                </a:lnTo>
                <a:lnTo>
                  <a:pt x="33034" y="4977383"/>
                </a:lnTo>
                <a:cubicBezTo>
                  <a:pt x="12624" y="4956973"/>
                  <a:pt x="0" y="4928777"/>
                  <a:pt x="0" y="4897632"/>
                </a:cubicBezTo>
                <a:lnTo>
                  <a:pt x="0" y="102314"/>
                </a:lnTo>
                <a:cubicBezTo>
                  <a:pt x="0" y="71170"/>
                  <a:pt x="12624" y="42973"/>
                  <a:pt x="33034" y="22563"/>
                </a:cubicBezTo>
                <a:close/>
              </a:path>
            </a:pathLst>
          </a:custGeom>
          <a:solidFill>
            <a:srgbClr val="014097"/>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dirty="0"/>
          </a:p>
        </p:txBody>
      </p:sp>
      <p:sp>
        <p:nvSpPr>
          <p:cNvPr id="30" name="フリーフォーム: 図形 29">
            <a:extLst>
              <a:ext uri="{FF2B5EF4-FFF2-40B4-BE49-F238E27FC236}">
                <a16:creationId xmlns:a16="http://schemas.microsoft.com/office/drawing/2014/main" id="{6D904C83-B09D-757A-5024-9F07ED0E51E8}"/>
              </a:ext>
            </a:extLst>
          </p:cNvPr>
          <p:cNvSpPr/>
          <p:nvPr/>
        </p:nvSpPr>
        <p:spPr>
          <a:xfrm>
            <a:off x="1019174" y="2972511"/>
            <a:ext cx="51124" cy="248791"/>
          </a:xfrm>
          <a:custGeom>
            <a:avLst/>
            <a:gdLst>
              <a:gd name="connsiteX0" fmla="*/ 66499 w 66499"/>
              <a:gd name="connsiteY0" fmla="*/ 0 h 4999946"/>
              <a:gd name="connsiteX1" fmla="*/ 66499 w 66499"/>
              <a:gd name="connsiteY1" fmla="*/ 4999946 h 4999946"/>
              <a:gd name="connsiteX2" fmla="*/ 33034 w 66499"/>
              <a:gd name="connsiteY2" fmla="*/ 4977383 h 4999946"/>
              <a:gd name="connsiteX3" fmla="*/ 0 w 66499"/>
              <a:gd name="connsiteY3" fmla="*/ 4897632 h 4999946"/>
              <a:gd name="connsiteX4" fmla="*/ 0 w 66499"/>
              <a:gd name="connsiteY4" fmla="*/ 102314 h 4999946"/>
              <a:gd name="connsiteX5" fmla="*/ 33034 w 66499"/>
              <a:gd name="connsiteY5" fmla="*/ 22563 h 49999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6499" h="4999946">
                <a:moveTo>
                  <a:pt x="66499" y="0"/>
                </a:moveTo>
                <a:lnTo>
                  <a:pt x="66499" y="4999946"/>
                </a:lnTo>
                <a:lnTo>
                  <a:pt x="33034" y="4977383"/>
                </a:lnTo>
                <a:cubicBezTo>
                  <a:pt x="12624" y="4956973"/>
                  <a:pt x="0" y="4928777"/>
                  <a:pt x="0" y="4897632"/>
                </a:cubicBezTo>
                <a:lnTo>
                  <a:pt x="0" y="102314"/>
                </a:lnTo>
                <a:cubicBezTo>
                  <a:pt x="0" y="71170"/>
                  <a:pt x="12624" y="42973"/>
                  <a:pt x="33034" y="22563"/>
                </a:cubicBezTo>
                <a:close/>
              </a:path>
            </a:pathLst>
          </a:custGeom>
          <a:solidFill>
            <a:srgbClr val="014097"/>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dirty="0"/>
          </a:p>
        </p:txBody>
      </p:sp>
      <p:sp>
        <p:nvSpPr>
          <p:cNvPr id="31" name="フリーフォーム: 図形 30">
            <a:extLst>
              <a:ext uri="{FF2B5EF4-FFF2-40B4-BE49-F238E27FC236}">
                <a16:creationId xmlns:a16="http://schemas.microsoft.com/office/drawing/2014/main" id="{ECA82BFE-420D-E422-718A-98B16958293E}"/>
              </a:ext>
            </a:extLst>
          </p:cNvPr>
          <p:cNvSpPr/>
          <p:nvPr/>
        </p:nvSpPr>
        <p:spPr>
          <a:xfrm>
            <a:off x="1019174" y="4010393"/>
            <a:ext cx="51124" cy="248791"/>
          </a:xfrm>
          <a:custGeom>
            <a:avLst/>
            <a:gdLst>
              <a:gd name="connsiteX0" fmla="*/ 66499 w 66499"/>
              <a:gd name="connsiteY0" fmla="*/ 0 h 4999946"/>
              <a:gd name="connsiteX1" fmla="*/ 66499 w 66499"/>
              <a:gd name="connsiteY1" fmla="*/ 4999946 h 4999946"/>
              <a:gd name="connsiteX2" fmla="*/ 33034 w 66499"/>
              <a:gd name="connsiteY2" fmla="*/ 4977383 h 4999946"/>
              <a:gd name="connsiteX3" fmla="*/ 0 w 66499"/>
              <a:gd name="connsiteY3" fmla="*/ 4897632 h 4999946"/>
              <a:gd name="connsiteX4" fmla="*/ 0 w 66499"/>
              <a:gd name="connsiteY4" fmla="*/ 102314 h 4999946"/>
              <a:gd name="connsiteX5" fmla="*/ 33034 w 66499"/>
              <a:gd name="connsiteY5" fmla="*/ 22563 h 49999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6499" h="4999946">
                <a:moveTo>
                  <a:pt x="66499" y="0"/>
                </a:moveTo>
                <a:lnTo>
                  <a:pt x="66499" y="4999946"/>
                </a:lnTo>
                <a:lnTo>
                  <a:pt x="33034" y="4977383"/>
                </a:lnTo>
                <a:cubicBezTo>
                  <a:pt x="12624" y="4956973"/>
                  <a:pt x="0" y="4928777"/>
                  <a:pt x="0" y="4897632"/>
                </a:cubicBezTo>
                <a:lnTo>
                  <a:pt x="0" y="102314"/>
                </a:lnTo>
                <a:cubicBezTo>
                  <a:pt x="0" y="71170"/>
                  <a:pt x="12624" y="42973"/>
                  <a:pt x="33034" y="22563"/>
                </a:cubicBezTo>
                <a:close/>
              </a:path>
            </a:pathLst>
          </a:custGeom>
          <a:solidFill>
            <a:srgbClr val="014097"/>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dirty="0"/>
          </a:p>
        </p:txBody>
      </p:sp>
      <p:sp>
        <p:nvSpPr>
          <p:cNvPr id="32" name="フリーフォーム: 図形 31">
            <a:extLst>
              <a:ext uri="{FF2B5EF4-FFF2-40B4-BE49-F238E27FC236}">
                <a16:creationId xmlns:a16="http://schemas.microsoft.com/office/drawing/2014/main" id="{78364E21-8B18-DECB-4E9F-B3EDC3E54868}"/>
              </a:ext>
            </a:extLst>
          </p:cNvPr>
          <p:cNvSpPr/>
          <p:nvPr/>
        </p:nvSpPr>
        <p:spPr>
          <a:xfrm>
            <a:off x="1019174" y="5019637"/>
            <a:ext cx="51124" cy="248791"/>
          </a:xfrm>
          <a:custGeom>
            <a:avLst/>
            <a:gdLst>
              <a:gd name="connsiteX0" fmla="*/ 66499 w 66499"/>
              <a:gd name="connsiteY0" fmla="*/ 0 h 4999946"/>
              <a:gd name="connsiteX1" fmla="*/ 66499 w 66499"/>
              <a:gd name="connsiteY1" fmla="*/ 4999946 h 4999946"/>
              <a:gd name="connsiteX2" fmla="*/ 33034 w 66499"/>
              <a:gd name="connsiteY2" fmla="*/ 4977383 h 4999946"/>
              <a:gd name="connsiteX3" fmla="*/ 0 w 66499"/>
              <a:gd name="connsiteY3" fmla="*/ 4897632 h 4999946"/>
              <a:gd name="connsiteX4" fmla="*/ 0 w 66499"/>
              <a:gd name="connsiteY4" fmla="*/ 102314 h 4999946"/>
              <a:gd name="connsiteX5" fmla="*/ 33034 w 66499"/>
              <a:gd name="connsiteY5" fmla="*/ 22563 h 49999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6499" h="4999946">
                <a:moveTo>
                  <a:pt x="66499" y="0"/>
                </a:moveTo>
                <a:lnTo>
                  <a:pt x="66499" y="4999946"/>
                </a:lnTo>
                <a:lnTo>
                  <a:pt x="33034" y="4977383"/>
                </a:lnTo>
                <a:cubicBezTo>
                  <a:pt x="12624" y="4956973"/>
                  <a:pt x="0" y="4928777"/>
                  <a:pt x="0" y="4897632"/>
                </a:cubicBezTo>
                <a:lnTo>
                  <a:pt x="0" y="102314"/>
                </a:lnTo>
                <a:cubicBezTo>
                  <a:pt x="0" y="71170"/>
                  <a:pt x="12624" y="42973"/>
                  <a:pt x="33034" y="22563"/>
                </a:cubicBezTo>
                <a:close/>
              </a:path>
            </a:pathLst>
          </a:custGeom>
          <a:solidFill>
            <a:srgbClr val="014097"/>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dirty="0"/>
          </a:p>
        </p:txBody>
      </p:sp>
    </p:spTree>
    <p:extLst>
      <p:ext uri="{BB962C8B-B14F-4D97-AF65-F5344CB8AC3E}">
        <p14:creationId xmlns:p14="http://schemas.microsoft.com/office/powerpoint/2010/main" val="25387770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7B7D06D-25D9-9E4B-F821-EC42D05259F1}"/>
              </a:ext>
            </a:extLst>
          </p:cNvPr>
          <p:cNvSpPr>
            <a:spLocks noGrp="1"/>
          </p:cNvSpPr>
          <p:nvPr>
            <p:ph type="title"/>
          </p:nvPr>
        </p:nvSpPr>
        <p:spPr/>
        <p:txBody>
          <a:bodyPr/>
          <a:lstStyle/>
          <a:p>
            <a:r>
              <a:rPr kumimoji="1" lang="ja-JP" altLang="en-US" dirty="0"/>
              <a:t>導入事例：食品製造　アリアケジャパン様</a:t>
            </a:r>
          </a:p>
        </p:txBody>
      </p:sp>
      <p:sp>
        <p:nvSpPr>
          <p:cNvPr id="3" name="スライド番号プレースホルダー 2">
            <a:extLst>
              <a:ext uri="{FF2B5EF4-FFF2-40B4-BE49-F238E27FC236}">
                <a16:creationId xmlns:a16="http://schemas.microsoft.com/office/drawing/2014/main" id="{907C7E00-4254-F656-3270-04EE517FC688}"/>
              </a:ext>
            </a:extLst>
          </p:cNvPr>
          <p:cNvSpPr>
            <a:spLocks noGrp="1"/>
          </p:cNvSpPr>
          <p:nvPr>
            <p:ph type="sldNum" sz="quarter" idx="7"/>
          </p:nvPr>
        </p:nvSpPr>
        <p:spPr/>
        <p:txBody>
          <a:bodyPr/>
          <a:lstStyle/>
          <a:p>
            <a:fld id="{B6F15528-21DE-4FAA-801E-634DDDAF4B2B}" type="slidenum">
              <a:rPr lang="en-US" altLang="ja-JP" smtClean="0"/>
              <a:pPr/>
              <a:t>27</a:t>
            </a:fld>
            <a:endParaRPr lang="en-US" altLang="ja-JP"/>
          </a:p>
        </p:txBody>
      </p:sp>
      <p:pic>
        <p:nvPicPr>
          <p:cNvPr id="4" name="図 3">
            <a:extLst>
              <a:ext uri="{FF2B5EF4-FFF2-40B4-BE49-F238E27FC236}">
                <a16:creationId xmlns:a16="http://schemas.microsoft.com/office/drawing/2014/main" id="{D264CA2C-2D60-B44C-4AAF-8D01FF40C5F2}"/>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019175" y="1631375"/>
            <a:ext cx="10153650" cy="3386776"/>
          </a:xfrm>
          <a:prstGeom prst="rect">
            <a:avLst/>
          </a:prstGeom>
        </p:spPr>
      </p:pic>
      <p:sp>
        <p:nvSpPr>
          <p:cNvPr id="5" name="テキスト ボックス 4">
            <a:extLst>
              <a:ext uri="{FF2B5EF4-FFF2-40B4-BE49-F238E27FC236}">
                <a16:creationId xmlns:a16="http://schemas.microsoft.com/office/drawing/2014/main" id="{ADBD1BE6-D69F-C607-E594-59A8093D133F}"/>
              </a:ext>
            </a:extLst>
          </p:cNvPr>
          <p:cNvSpPr txBox="1"/>
          <p:nvPr/>
        </p:nvSpPr>
        <p:spPr>
          <a:xfrm>
            <a:off x="6334125" y="5810818"/>
            <a:ext cx="4838701" cy="276999"/>
          </a:xfrm>
          <a:prstGeom prst="rect">
            <a:avLst/>
          </a:prstGeom>
          <a:noFill/>
        </p:spPr>
        <p:txBody>
          <a:bodyPr wrap="square">
            <a:spAutoFit/>
          </a:bodyPr>
          <a:lstStyle/>
          <a:p>
            <a:r>
              <a:rPr lang="ja-JP" altLang="en-US" sz="1200" dirty="0"/>
              <a:t>事例詳細：</a:t>
            </a:r>
            <a:r>
              <a:rPr lang="en-US" altLang="ja-JP" sz="1200" dirty="0"/>
              <a:t>https://www.asprova.jp/casestudies/ariakejapan.html</a:t>
            </a:r>
            <a:endParaRPr lang="ja-JP" altLang="en-US" sz="1200" dirty="0"/>
          </a:p>
        </p:txBody>
      </p:sp>
      <p:pic>
        <p:nvPicPr>
          <p:cNvPr id="6" name="図 5" descr="黒い背景と白い文字&#10;&#10;AI 生成コンテンツは誤りを含む可能性があります。">
            <a:extLst>
              <a:ext uri="{FF2B5EF4-FFF2-40B4-BE49-F238E27FC236}">
                <a16:creationId xmlns:a16="http://schemas.microsoft.com/office/drawing/2014/main" id="{F2F9283C-D3CB-1C25-BE5C-A909BCEF3F6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840547" y="281815"/>
            <a:ext cx="1019175" cy="305753"/>
          </a:xfrm>
          <a:prstGeom prst="rect">
            <a:avLst/>
          </a:prstGeom>
        </p:spPr>
      </p:pic>
    </p:spTree>
    <p:extLst>
      <p:ext uri="{BB962C8B-B14F-4D97-AF65-F5344CB8AC3E}">
        <p14:creationId xmlns:p14="http://schemas.microsoft.com/office/powerpoint/2010/main" val="13104410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1DD45A4-04AF-6702-6E49-B6DA461B04CD}"/>
              </a:ext>
            </a:extLst>
          </p:cNvPr>
          <p:cNvSpPr>
            <a:spLocks noGrp="1"/>
          </p:cNvSpPr>
          <p:nvPr>
            <p:ph type="title"/>
          </p:nvPr>
        </p:nvSpPr>
        <p:spPr/>
        <p:txBody>
          <a:bodyPr/>
          <a:lstStyle/>
          <a:p>
            <a:r>
              <a:rPr kumimoji="1" lang="ja-JP" altLang="en-US" dirty="0"/>
              <a:t>導入事例</a:t>
            </a:r>
          </a:p>
        </p:txBody>
      </p:sp>
      <p:sp>
        <p:nvSpPr>
          <p:cNvPr id="3" name="スライド番号プレースホルダー 2">
            <a:extLst>
              <a:ext uri="{FF2B5EF4-FFF2-40B4-BE49-F238E27FC236}">
                <a16:creationId xmlns:a16="http://schemas.microsoft.com/office/drawing/2014/main" id="{A57335F0-8588-0BD0-6CF0-F8CC74E25A95}"/>
              </a:ext>
            </a:extLst>
          </p:cNvPr>
          <p:cNvSpPr>
            <a:spLocks noGrp="1"/>
          </p:cNvSpPr>
          <p:nvPr>
            <p:ph type="sldNum" sz="quarter" idx="7"/>
          </p:nvPr>
        </p:nvSpPr>
        <p:spPr/>
        <p:txBody>
          <a:bodyPr/>
          <a:lstStyle/>
          <a:p>
            <a:fld id="{B6F15528-21DE-4FAA-801E-634DDDAF4B2B}" type="slidenum">
              <a:rPr lang="en-US" altLang="ja-JP" smtClean="0"/>
              <a:pPr/>
              <a:t>28</a:t>
            </a:fld>
            <a:endParaRPr lang="en-US" altLang="ja-JP"/>
          </a:p>
        </p:txBody>
      </p:sp>
      <p:pic>
        <p:nvPicPr>
          <p:cNvPr id="4" name="図 3">
            <a:extLst>
              <a:ext uri="{FF2B5EF4-FFF2-40B4-BE49-F238E27FC236}">
                <a16:creationId xmlns:a16="http://schemas.microsoft.com/office/drawing/2014/main" id="{A6DF5092-5732-59EE-9DCC-5D800867FE8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019175" y="1164650"/>
            <a:ext cx="10153650" cy="3899093"/>
          </a:xfrm>
          <a:prstGeom prst="rect">
            <a:avLst/>
          </a:prstGeom>
        </p:spPr>
      </p:pic>
      <p:sp>
        <p:nvSpPr>
          <p:cNvPr id="6" name="タイトル 2">
            <a:extLst>
              <a:ext uri="{FF2B5EF4-FFF2-40B4-BE49-F238E27FC236}">
                <a16:creationId xmlns:a16="http://schemas.microsoft.com/office/drawing/2014/main" id="{9907C07C-A1A4-3A62-3569-139765FC9C23}"/>
              </a:ext>
            </a:extLst>
          </p:cNvPr>
          <p:cNvSpPr txBox="1">
            <a:spLocks/>
          </p:cNvSpPr>
          <p:nvPr/>
        </p:nvSpPr>
        <p:spPr>
          <a:xfrm>
            <a:off x="1019175" y="5281646"/>
            <a:ext cx="10921098" cy="979880"/>
          </a:xfrm>
        </p:spPr>
        <p:txBody>
          <a:bodyPr vert="horz" lIns="0" tIns="0" rIns="0" bIns="0" rtlCol="0" anchor="ctr">
            <a:noAutofit/>
          </a:bodyPr>
          <a:lstStyle>
            <a:lvl1pPr eaLnBrk="1" hangingPunct="1">
              <a:defRPr kumimoji="1" lang="ja-JP" altLang="en-US" sz="2400" b="0" i="0" spc="-70" baseline="0">
                <a:solidFill>
                  <a:srgbClr val="014097"/>
                </a:solidFill>
                <a:latin typeface="+mj-ea"/>
                <a:ea typeface="+mj-ea"/>
                <a:cs typeface="游ゴシック" panose="020B0400000000000000" pitchFamily="50" charset="-128"/>
              </a:defRPr>
            </a:lvl1pPr>
          </a:lstStyle>
          <a:p>
            <a:pPr>
              <a:lnSpc>
                <a:spcPct val="150000"/>
              </a:lnSpc>
            </a:pPr>
            <a:r>
              <a:rPr lang="en-US" altLang="ja-JP" sz="1300" kern="0" dirty="0">
                <a:solidFill>
                  <a:schemeClr val="bg1"/>
                </a:solidFill>
                <a:highlight>
                  <a:srgbClr val="014097"/>
                </a:highlight>
              </a:rPr>
              <a:t>C</a:t>
            </a:r>
            <a:r>
              <a:rPr lang="ja-JP" altLang="en-US" sz="1300" kern="0" dirty="0">
                <a:solidFill>
                  <a:schemeClr val="bg1"/>
                </a:solidFill>
                <a:highlight>
                  <a:srgbClr val="014097"/>
                </a:highlight>
              </a:rPr>
              <a:t>社様（飲料品製造）</a:t>
            </a:r>
            <a:r>
              <a:rPr lang="ja-JP" altLang="en-US" sz="1300" kern="0" spc="-150" dirty="0">
                <a:solidFill>
                  <a:schemeClr val="tx1"/>
                </a:solidFill>
              </a:rPr>
              <a:t>：充填工程における移り香（前後品目及び並行製造品目）、日替え洗浄（</a:t>
            </a:r>
            <a:r>
              <a:rPr lang="en-US" altLang="ja-JP" sz="1300" kern="0" spc="-150" dirty="0">
                <a:solidFill>
                  <a:schemeClr val="tx1"/>
                </a:solidFill>
              </a:rPr>
              <a:t>24</a:t>
            </a:r>
            <a:r>
              <a:rPr lang="ja-JP" altLang="en-US" sz="1300" kern="0" spc="-150" dirty="0">
                <a:solidFill>
                  <a:schemeClr val="tx1"/>
                </a:solidFill>
              </a:rPr>
              <a:t>ｈ）等の制約条件を加味した最適な計画立案をサポート</a:t>
            </a:r>
            <a:endParaRPr lang="en-US" altLang="ja-JP" sz="1300" kern="0" spc="-150" dirty="0">
              <a:solidFill>
                <a:schemeClr val="tx1"/>
              </a:solidFill>
            </a:endParaRPr>
          </a:p>
          <a:p>
            <a:pPr>
              <a:lnSpc>
                <a:spcPct val="150000"/>
              </a:lnSpc>
            </a:pPr>
            <a:r>
              <a:rPr lang="en-US" altLang="ja-JP" sz="1300" kern="0" dirty="0">
                <a:solidFill>
                  <a:schemeClr val="bg1"/>
                </a:solidFill>
                <a:highlight>
                  <a:srgbClr val="014097"/>
                </a:highlight>
              </a:rPr>
              <a:t>D</a:t>
            </a:r>
            <a:r>
              <a:rPr lang="ja-JP" altLang="en-US" sz="1300" kern="0" dirty="0">
                <a:solidFill>
                  <a:schemeClr val="bg1"/>
                </a:solidFill>
                <a:highlight>
                  <a:srgbClr val="014097"/>
                </a:highlight>
              </a:rPr>
              <a:t>社様（大手電子部品等製造</a:t>
            </a:r>
            <a:r>
              <a:rPr lang="en-US" altLang="ja-JP" sz="1300" kern="0" dirty="0">
                <a:solidFill>
                  <a:schemeClr val="bg1"/>
                </a:solidFill>
                <a:highlight>
                  <a:srgbClr val="014097"/>
                </a:highlight>
              </a:rPr>
              <a:t>G</a:t>
            </a:r>
            <a:r>
              <a:rPr lang="ja-JP" altLang="en-US" sz="1300" kern="0" dirty="0">
                <a:solidFill>
                  <a:schemeClr val="bg1"/>
                </a:solidFill>
                <a:highlight>
                  <a:srgbClr val="014097"/>
                </a:highlight>
              </a:rPr>
              <a:t>）</a:t>
            </a:r>
            <a:r>
              <a:rPr lang="ja-JP" altLang="en-US" sz="1300" kern="0" spc="-150" dirty="0">
                <a:solidFill>
                  <a:schemeClr val="tx1"/>
                </a:solidFill>
              </a:rPr>
              <a:t>：大手製造</a:t>
            </a:r>
            <a:r>
              <a:rPr lang="en-US" altLang="ja-JP" sz="1300" kern="0" spc="-150" dirty="0">
                <a:solidFill>
                  <a:schemeClr val="tx1"/>
                </a:solidFill>
              </a:rPr>
              <a:t>G</a:t>
            </a:r>
            <a:r>
              <a:rPr lang="ja-JP" altLang="en-US" sz="1300" kern="0" spc="-150" dirty="0">
                <a:solidFill>
                  <a:schemeClr val="tx1"/>
                </a:solidFill>
              </a:rPr>
              <a:t>における計画スケジューラの統合化</a:t>
            </a:r>
            <a:r>
              <a:rPr lang="en-US" altLang="ja-JP" sz="1300" kern="0" spc="-150" dirty="0">
                <a:solidFill>
                  <a:schemeClr val="tx1"/>
                </a:solidFill>
              </a:rPr>
              <a:t>PJ</a:t>
            </a:r>
          </a:p>
          <a:p>
            <a:pPr>
              <a:lnSpc>
                <a:spcPct val="150000"/>
              </a:lnSpc>
            </a:pPr>
            <a:r>
              <a:rPr lang="en-US" altLang="ja-JP" sz="1300" kern="0" dirty="0">
                <a:solidFill>
                  <a:schemeClr val="bg1"/>
                </a:solidFill>
                <a:highlight>
                  <a:srgbClr val="014097"/>
                </a:highlight>
              </a:rPr>
              <a:t>E</a:t>
            </a:r>
            <a:r>
              <a:rPr lang="ja-JP" altLang="en-US" sz="1300" kern="0" dirty="0">
                <a:solidFill>
                  <a:schemeClr val="bg1"/>
                </a:solidFill>
                <a:highlight>
                  <a:srgbClr val="014097"/>
                </a:highlight>
              </a:rPr>
              <a:t>社様（樹脂素材開発・製造）</a:t>
            </a:r>
            <a:r>
              <a:rPr lang="ja-JP" altLang="en-US" sz="1300" kern="0" spc="-150" dirty="0">
                <a:solidFill>
                  <a:schemeClr val="tx1"/>
                </a:solidFill>
              </a:rPr>
              <a:t>：</a:t>
            </a:r>
            <a:r>
              <a:rPr lang="en-US" altLang="ja-JP" sz="1300" kern="0" spc="-150" dirty="0">
                <a:solidFill>
                  <a:schemeClr val="tx1"/>
                </a:solidFill>
              </a:rPr>
              <a:t>Excel</a:t>
            </a:r>
            <a:r>
              <a:rPr lang="ja-JP" altLang="en-US" sz="1300" kern="0" spc="-150" dirty="0">
                <a:solidFill>
                  <a:schemeClr val="tx1"/>
                </a:solidFill>
              </a:rPr>
              <a:t>主体の計画業務から脱却し資源能力を加味した正確な計画立案へ。本社および関連２工場展開　　　　　　　　</a:t>
            </a:r>
            <a:r>
              <a:rPr lang="en-US" altLang="ja-JP" sz="1300" kern="0" spc="-150" dirty="0">
                <a:solidFill>
                  <a:schemeClr val="tx1"/>
                </a:solidFill>
              </a:rPr>
              <a:t>..more</a:t>
            </a:r>
            <a:endParaRPr lang="ja-JP" altLang="en-US" sz="1300" kern="0" spc="-150" dirty="0">
              <a:solidFill>
                <a:schemeClr val="tx1"/>
              </a:solidFill>
            </a:endParaRPr>
          </a:p>
        </p:txBody>
      </p:sp>
      <p:pic>
        <p:nvPicPr>
          <p:cNvPr id="7" name="図 6" descr="黒い背景と白い文字&#10;&#10;AI 生成コンテンツは誤りを含む可能性があります。">
            <a:extLst>
              <a:ext uri="{FF2B5EF4-FFF2-40B4-BE49-F238E27FC236}">
                <a16:creationId xmlns:a16="http://schemas.microsoft.com/office/drawing/2014/main" id="{CAFCEBBA-A112-6C78-2346-668D1567221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840547" y="281815"/>
            <a:ext cx="1019175" cy="305753"/>
          </a:xfrm>
          <a:prstGeom prst="rect">
            <a:avLst/>
          </a:prstGeom>
        </p:spPr>
      </p:pic>
    </p:spTree>
    <p:extLst>
      <p:ext uri="{BB962C8B-B14F-4D97-AF65-F5344CB8AC3E}">
        <p14:creationId xmlns:p14="http://schemas.microsoft.com/office/powerpoint/2010/main" val="26635503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79A8A70-B11D-1691-C216-18334AC8D3B2}"/>
              </a:ext>
            </a:extLst>
          </p:cNvPr>
          <p:cNvSpPr>
            <a:spLocks noGrp="1"/>
          </p:cNvSpPr>
          <p:nvPr>
            <p:ph type="title"/>
          </p:nvPr>
        </p:nvSpPr>
        <p:spPr/>
        <p:txBody>
          <a:bodyPr/>
          <a:lstStyle/>
          <a:p>
            <a:r>
              <a:rPr kumimoji="1" lang="ja-JP" altLang="en-US" dirty="0"/>
              <a:t>導入業界</a:t>
            </a:r>
          </a:p>
        </p:txBody>
      </p:sp>
      <p:sp>
        <p:nvSpPr>
          <p:cNvPr id="3" name="スライド番号プレースホルダー 2">
            <a:extLst>
              <a:ext uri="{FF2B5EF4-FFF2-40B4-BE49-F238E27FC236}">
                <a16:creationId xmlns:a16="http://schemas.microsoft.com/office/drawing/2014/main" id="{AB34B2B6-43AA-9797-AA86-92839686E70D}"/>
              </a:ext>
            </a:extLst>
          </p:cNvPr>
          <p:cNvSpPr>
            <a:spLocks noGrp="1"/>
          </p:cNvSpPr>
          <p:nvPr>
            <p:ph type="sldNum" sz="quarter" idx="7"/>
          </p:nvPr>
        </p:nvSpPr>
        <p:spPr/>
        <p:txBody>
          <a:bodyPr/>
          <a:lstStyle/>
          <a:p>
            <a:fld id="{B6F15528-21DE-4FAA-801E-634DDDAF4B2B}" type="slidenum">
              <a:rPr lang="en-US" altLang="ja-JP" smtClean="0"/>
              <a:pPr/>
              <a:t>29</a:t>
            </a:fld>
            <a:endParaRPr lang="en-US" altLang="ja-JP"/>
          </a:p>
        </p:txBody>
      </p:sp>
      <p:pic>
        <p:nvPicPr>
          <p:cNvPr id="5" name="図 4" descr="黒い背景と白い文字&#10;&#10;AI 生成コンテンツは誤りを含む可能性があります。">
            <a:extLst>
              <a:ext uri="{FF2B5EF4-FFF2-40B4-BE49-F238E27FC236}">
                <a16:creationId xmlns:a16="http://schemas.microsoft.com/office/drawing/2014/main" id="{E86C9F74-D8D4-930F-C982-70BAC51292C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840547" y="281815"/>
            <a:ext cx="1019175" cy="305753"/>
          </a:xfrm>
          <a:prstGeom prst="rect">
            <a:avLst/>
          </a:prstGeom>
        </p:spPr>
      </p:pic>
      <p:sp>
        <p:nvSpPr>
          <p:cNvPr id="9" name="Rectangle 1">
            <a:extLst>
              <a:ext uri="{FF2B5EF4-FFF2-40B4-BE49-F238E27FC236}">
                <a16:creationId xmlns:a16="http://schemas.microsoft.com/office/drawing/2014/main" id="{CB507ADA-45B6-19EE-095F-DB3DC1041259}"/>
              </a:ext>
            </a:extLst>
          </p:cNvPr>
          <p:cNvSpPr>
            <a:spLocks noChangeArrowheads="1"/>
          </p:cNvSpPr>
          <p:nvPr/>
        </p:nvSpPr>
        <p:spPr bwMode="auto">
          <a:xfrm>
            <a:off x="1019175" y="838709"/>
            <a:ext cx="9657174" cy="87716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spcBef>
                <a:spcPct val="0"/>
              </a:spcBef>
              <a:spcAft>
                <a:spcPts val="600"/>
              </a:spcAft>
              <a:buClrTx/>
              <a:buSzTx/>
              <a:buFontTx/>
              <a:buNone/>
              <a:tabLst/>
            </a:pPr>
            <a:r>
              <a:rPr kumimoji="1" lang="ja-JP" altLang="en-US" sz="1400" b="0" i="0" strike="noStrike" cap="none" normalizeH="0" baseline="0" dirty="0">
                <a:ln>
                  <a:noFill/>
                </a:ln>
                <a:solidFill>
                  <a:schemeClr val="tx1"/>
                </a:solidFill>
                <a:effectLst/>
                <a:latin typeface="+mn-ea"/>
                <a:cs typeface="メイリオ" pitchFamily="50" charset="-128"/>
              </a:rPr>
              <a:t>幅広い業種で計</a:t>
            </a:r>
            <a:r>
              <a:rPr kumimoji="1" lang="en-US" altLang="ja-JP" sz="1400" b="1" i="0" strike="noStrike" cap="none" normalizeH="0" baseline="0" dirty="0">
                <a:ln>
                  <a:noFill/>
                </a:ln>
                <a:solidFill>
                  <a:srgbClr val="466EB4"/>
                </a:solidFill>
                <a:effectLst/>
                <a:latin typeface="+mn-ea"/>
                <a:cs typeface="メイリオ" pitchFamily="50" charset="-128"/>
              </a:rPr>
              <a:t>3,900</a:t>
            </a:r>
            <a:r>
              <a:rPr kumimoji="1" lang="ja-JP" altLang="en-US" sz="1400" b="0" i="0" strike="noStrike" cap="none" normalizeH="0" baseline="0" dirty="0">
                <a:ln>
                  <a:noFill/>
                </a:ln>
                <a:solidFill>
                  <a:schemeClr val="tx1"/>
                </a:solidFill>
                <a:effectLst/>
                <a:latin typeface="+mn-ea"/>
                <a:cs typeface="メイリオ" pitchFamily="50" charset="-128"/>
              </a:rPr>
              <a:t>本以上の導入実績</a:t>
            </a:r>
            <a:endParaRPr kumimoji="1" lang="en-US" altLang="ja-JP" sz="1400" b="0" i="0" strike="noStrike" cap="none" normalizeH="0" baseline="0" dirty="0">
              <a:ln>
                <a:noFill/>
              </a:ln>
              <a:solidFill>
                <a:schemeClr val="tx1"/>
              </a:solidFill>
              <a:effectLst/>
              <a:latin typeface="+mn-ea"/>
              <a:cs typeface="メイリオ" pitchFamily="50" charset="-128"/>
            </a:endParaRPr>
          </a:p>
          <a:p>
            <a:pPr marL="0" marR="0" lvl="0" indent="0" algn="l" defTabSz="914400" rtl="0" eaLnBrk="1" fontAlgn="base" latinLnBrk="0" hangingPunct="1">
              <a:spcBef>
                <a:spcPct val="0"/>
              </a:spcBef>
              <a:spcAft>
                <a:spcPts val="600"/>
              </a:spcAft>
              <a:buClrTx/>
              <a:buSzTx/>
              <a:buFontTx/>
              <a:buNone/>
              <a:tabLst/>
            </a:pPr>
            <a:r>
              <a:rPr kumimoji="1" lang="zh-CN" altLang="en-US" sz="1400" b="0" i="0" strike="noStrike" cap="none" normalizeH="0" baseline="0" dirty="0">
                <a:ln>
                  <a:noFill/>
                </a:ln>
                <a:solidFill>
                  <a:schemeClr val="tx1"/>
                </a:solidFill>
                <a:effectLst/>
                <a:latin typeface="+mn-ea"/>
                <a:cs typeface="メイリオ" pitchFamily="50" charset="-128"/>
              </a:rPr>
              <a:t>導入本数：国内</a:t>
            </a:r>
            <a:r>
              <a:rPr kumimoji="1" lang="en-US" altLang="zh-CN" sz="3200" b="1" i="0" strike="noStrike" cap="none" normalizeH="0" baseline="0" dirty="0">
                <a:ln>
                  <a:noFill/>
                </a:ln>
                <a:solidFill>
                  <a:srgbClr val="466EB4"/>
                </a:solidFill>
                <a:effectLst/>
                <a:latin typeface="+mn-ea"/>
                <a:cs typeface="メイリオ" pitchFamily="50" charset="-128"/>
              </a:rPr>
              <a:t>2,754</a:t>
            </a:r>
            <a:r>
              <a:rPr kumimoji="1" lang="zh-CN" altLang="en-US" sz="1400" b="0" i="0" strike="noStrike" cap="none" normalizeH="0" baseline="0" dirty="0">
                <a:ln>
                  <a:noFill/>
                </a:ln>
                <a:solidFill>
                  <a:schemeClr val="tx1"/>
                </a:solidFill>
                <a:effectLst/>
                <a:latin typeface="+mn-ea"/>
                <a:cs typeface="メイリオ" pitchFamily="50" charset="-128"/>
              </a:rPr>
              <a:t>本　海外</a:t>
            </a:r>
            <a:r>
              <a:rPr kumimoji="1" lang="en-US" altLang="zh-CN" sz="3200" b="1" i="0" strike="noStrike" cap="none" normalizeH="0" baseline="0" dirty="0">
                <a:ln>
                  <a:noFill/>
                </a:ln>
                <a:solidFill>
                  <a:srgbClr val="466EB4"/>
                </a:solidFill>
                <a:effectLst/>
                <a:latin typeface="+mn-ea"/>
                <a:cs typeface="メイリオ" pitchFamily="50" charset="-128"/>
              </a:rPr>
              <a:t>1,228</a:t>
            </a:r>
            <a:r>
              <a:rPr kumimoji="1" lang="zh-CN" altLang="en-US" sz="1400" b="0" i="0" strike="noStrike" cap="none" normalizeH="0" baseline="0" dirty="0">
                <a:ln>
                  <a:noFill/>
                </a:ln>
                <a:solidFill>
                  <a:schemeClr val="tx1"/>
                </a:solidFill>
                <a:effectLst/>
                <a:latin typeface="+mn-ea"/>
                <a:cs typeface="メイリオ" pitchFamily="50" charset="-128"/>
              </a:rPr>
              <a:t>本</a:t>
            </a:r>
            <a:r>
              <a:rPr kumimoji="1" lang="ja-JP" altLang="en-US" sz="1400" b="0" i="0" strike="noStrike" cap="none" normalizeH="0" baseline="0" dirty="0">
                <a:ln>
                  <a:noFill/>
                </a:ln>
                <a:solidFill>
                  <a:schemeClr val="tx1"/>
                </a:solidFill>
                <a:effectLst/>
                <a:latin typeface="+mn-ea"/>
                <a:cs typeface="メイリオ" pitchFamily="50" charset="-128"/>
              </a:rPr>
              <a:t>　</a:t>
            </a:r>
            <a:r>
              <a:rPr kumimoji="1" lang="en-US" altLang="zh-CN" sz="1400" b="0" i="0" strike="noStrike" cap="none" normalizeH="0" baseline="0" dirty="0">
                <a:ln>
                  <a:noFill/>
                </a:ln>
                <a:solidFill>
                  <a:schemeClr val="tx1"/>
                </a:solidFill>
                <a:effectLst/>
                <a:latin typeface="+mn-ea"/>
                <a:cs typeface="メイリオ" pitchFamily="50" charset="-128"/>
              </a:rPr>
              <a:t>(2026</a:t>
            </a:r>
            <a:r>
              <a:rPr kumimoji="1" lang="zh-CN" altLang="en-US" sz="1400" b="0" i="0" strike="noStrike" cap="none" normalizeH="0" baseline="0" dirty="0">
                <a:ln>
                  <a:noFill/>
                </a:ln>
                <a:solidFill>
                  <a:schemeClr val="tx1"/>
                </a:solidFill>
                <a:effectLst/>
                <a:latin typeface="+mn-ea"/>
                <a:cs typeface="メイリオ" pitchFamily="50" charset="-128"/>
              </a:rPr>
              <a:t>年</a:t>
            </a:r>
            <a:r>
              <a:rPr lang="en-US" altLang="zh-CN" sz="1400" dirty="0">
                <a:latin typeface="+mn-ea"/>
                <a:cs typeface="メイリオ" pitchFamily="50" charset="-128"/>
              </a:rPr>
              <a:t>2</a:t>
            </a:r>
            <a:r>
              <a:rPr kumimoji="1" lang="zh-CN" altLang="en-US" sz="1400" b="0" i="0" strike="noStrike" cap="none" normalizeH="0" baseline="0" dirty="0">
                <a:ln>
                  <a:noFill/>
                </a:ln>
                <a:solidFill>
                  <a:schemeClr val="tx1"/>
                </a:solidFill>
                <a:effectLst/>
                <a:latin typeface="+mn-ea"/>
                <a:cs typeface="メイリオ" pitchFamily="50" charset="-128"/>
              </a:rPr>
              <a:t>月</a:t>
            </a:r>
            <a:r>
              <a:rPr lang="en-US" altLang="zh-CN" sz="1400" dirty="0">
                <a:latin typeface="+mn-ea"/>
                <a:cs typeface="メイリオ" pitchFamily="50" charset="-128"/>
              </a:rPr>
              <a:t>28</a:t>
            </a:r>
            <a:r>
              <a:rPr kumimoji="1" lang="zh-CN" altLang="en-US" sz="1400" b="0" i="0" strike="noStrike" cap="none" normalizeH="0" baseline="0" dirty="0">
                <a:ln>
                  <a:noFill/>
                </a:ln>
                <a:solidFill>
                  <a:schemeClr val="tx1"/>
                </a:solidFill>
                <a:effectLst/>
                <a:latin typeface="+mn-ea"/>
                <a:cs typeface="メイリオ" pitchFamily="50" charset="-128"/>
              </a:rPr>
              <a:t>日</a:t>
            </a:r>
            <a:r>
              <a:rPr kumimoji="1" lang="en-US" altLang="zh-CN" sz="1400" b="0" i="0" strike="noStrike" cap="none" normalizeH="0" baseline="0" dirty="0">
                <a:ln>
                  <a:noFill/>
                </a:ln>
                <a:solidFill>
                  <a:schemeClr val="tx1"/>
                </a:solidFill>
                <a:effectLst/>
                <a:latin typeface="+mn-ea"/>
                <a:cs typeface="メイリオ" pitchFamily="50" charset="-128"/>
              </a:rPr>
              <a:t>)</a:t>
            </a:r>
          </a:p>
        </p:txBody>
      </p:sp>
      <p:graphicFrame>
        <p:nvGraphicFramePr>
          <p:cNvPr id="13" name="表 12">
            <a:extLst>
              <a:ext uri="{FF2B5EF4-FFF2-40B4-BE49-F238E27FC236}">
                <a16:creationId xmlns:a16="http://schemas.microsoft.com/office/drawing/2014/main" id="{49EB89EC-1D3A-053B-3A66-B548204D226B}"/>
              </a:ext>
            </a:extLst>
          </p:cNvPr>
          <p:cNvGraphicFramePr>
            <a:graphicFrameLocks noGrp="1"/>
          </p:cNvGraphicFramePr>
          <p:nvPr/>
        </p:nvGraphicFramePr>
        <p:xfrm>
          <a:off x="1019175" y="1831361"/>
          <a:ext cx="10153650" cy="4370778"/>
        </p:xfrm>
        <a:graphic>
          <a:graphicData uri="http://schemas.openxmlformats.org/drawingml/2006/table">
            <a:tbl>
              <a:tblPr firstRow="1" bandRow="1"/>
              <a:tblGrid>
                <a:gridCol w="1188953">
                  <a:extLst>
                    <a:ext uri="{9D8B030D-6E8A-4147-A177-3AD203B41FA5}">
                      <a16:colId xmlns:a16="http://schemas.microsoft.com/office/drawing/2014/main" val="3350930835"/>
                    </a:ext>
                  </a:extLst>
                </a:gridCol>
                <a:gridCol w="8964697">
                  <a:extLst>
                    <a:ext uri="{9D8B030D-6E8A-4147-A177-3AD203B41FA5}">
                      <a16:colId xmlns:a16="http://schemas.microsoft.com/office/drawing/2014/main" val="3643086268"/>
                    </a:ext>
                  </a:extLst>
                </a:gridCol>
              </a:tblGrid>
              <a:tr h="430627">
                <a:tc>
                  <a:txBody>
                    <a:bodyPr/>
                    <a:lstStyle>
                      <a:defPPr>
                        <a:defRPr lang="ja-JP"/>
                      </a:defPPr>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pPr marL="0" marR="0" lvl="0" indent="0" algn="ctr" defTabSz="1030288"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ja-JP" altLang="en-US" sz="1000" b="1" u="none" strike="noStrike" cap="none" normalizeH="0" baseline="0" dirty="0">
                          <a:ln>
                            <a:noFill/>
                          </a:ln>
                          <a:solidFill>
                            <a:schemeClr val="tx1">
                              <a:lumMod val="75000"/>
                              <a:lumOff val="25000"/>
                            </a:schemeClr>
                          </a:solidFill>
                          <a:effectLst/>
                          <a:latin typeface="+mn-ea"/>
                          <a:ea typeface="+mn-ea"/>
                          <a:cs typeface="メイリオ" pitchFamily="50" charset="-128"/>
                        </a:rPr>
                        <a:t>電気・電子関係</a:t>
                      </a:r>
                      <a:endParaRPr kumimoji="1" lang="ja-JP" altLang="en-US" sz="1000" b="1" i="0" u="none" strike="noStrike" cap="none" normalizeH="0" baseline="0" dirty="0">
                        <a:ln>
                          <a:noFill/>
                        </a:ln>
                        <a:solidFill>
                          <a:schemeClr val="tx1">
                            <a:lumMod val="75000"/>
                            <a:lumOff val="25000"/>
                          </a:schemeClr>
                        </a:solidFill>
                        <a:effectLst/>
                        <a:latin typeface="+mn-ea"/>
                        <a:ea typeface="+mn-ea"/>
                        <a:cs typeface="メイリオ" pitchFamily="50" charset="-128"/>
                      </a:endParaRPr>
                    </a:p>
                  </a:txBody>
                  <a:tcPr marL="91429" marR="91429" marT="45717" marB="45717" anchor="ctr" horzOverflow="overflow">
                    <a:lnL w="12700" cmpd="sng">
                      <a:solidFill>
                        <a:sysClr val="window" lastClr="FFFFFF"/>
                      </a:solidFill>
                    </a:lnL>
                    <a:lnR w="38100" cap="flat" cmpd="sng" algn="ctr">
                      <a:solidFill>
                        <a:sysClr val="window" lastClr="FFFFFF"/>
                      </a:solidFill>
                      <a:prstDash val="solid"/>
                      <a:round/>
                      <a:headEnd type="none" w="med" len="med"/>
                      <a:tailEnd type="none" w="med" len="med"/>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bg1">
                        <a:lumMod val="95000"/>
                      </a:schemeClr>
                    </a:solidFill>
                  </a:tcPr>
                </a:tc>
                <a:tc>
                  <a:txBody>
                    <a:bodyPr/>
                    <a:lstStyle>
                      <a:defPPr>
                        <a:defRPr lang="ja-JP"/>
                      </a:defPPr>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pPr marL="0" marR="0" lvl="0" indent="0" algn="l" defTabSz="1030288"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en-US" altLang="ja-JP" sz="1200" b="0" u="none" strike="noStrike" cap="none" normalizeH="0" baseline="0" dirty="0">
                          <a:ln>
                            <a:noFill/>
                          </a:ln>
                          <a:solidFill>
                            <a:schemeClr val="tx1">
                              <a:lumMod val="75000"/>
                              <a:lumOff val="25000"/>
                            </a:schemeClr>
                          </a:solidFill>
                          <a:effectLst/>
                          <a:latin typeface="+mn-ea"/>
                          <a:ea typeface="+mn-ea"/>
                          <a:cs typeface="メイリオ" pitchFamily="50" charset="-128"/>
                        </a:rPr>
                        <a:t>LED</a:t>
                      </a:r>
                      <a:r>
                        <a:rPr kumimoji="1" lang="ja-JP" altLang="en-US" sz="1200" b="0" u="none" strike="noStrike" cap="none" normalizeH="0" baseline="0" dirty="0">
                          <a:ln>
                            <a:noFill/>
                          </a:ln>
                          <a:solidFill>
                            <a:schemeClr val="tx1">
                              <a:lumMod val="75000"/>
                              <a:lumOff val="25000"/>
                            </a:schemeClr>
                          </a:solidFill>
                          <a:effectLst/>
                          <a:latin typeface="+mn-ea"/>
                          <a:ea typeface="+mn-ea"/>
                          <a:cs typeface="メイリオ" pitchFamily="50" charset="-128"/>
                        </a:rPr>
                        <a:t>・コネクタ・多極コネクタ・携帯電話用コネクタ・圧着端子・マイクロプロセッサ・半導体・プリント基板</a:t>
                      </a:r>
                      <a:endParaRPr kumimoji="1" lang="en-US" altLang="ja-JP" sz="1200" b="0" u="none" strike="noStrike" cap="none" normalizeH="0" baseline="0" dirty="0">
                        <a:ln>
                          <a:noFill/>
                        </a:ln>
                        <a:solidFill>
                          <a:schemeClr val="tx1">
                            <a:lumMod val="75000"/>
                            <a:lumOff val="25000"/>
                          </a:schemeClr>
                        </a:solidFill>
                        <a:effectLst/>
                        <a:latin typeface="+mn-ea"/>
                        <a:ea typeface="+mn-ea"/>
                        <a:cs typeface="メイリオ" pitchFamily="50" charset="-128"/>
                      </a:endParaRPr>
                    </a:p>
                    <a:p>
                      <a:pPr marL="0" marR="0" lvl="0" indent="0" algn="l" defTabSz="1030288"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ja-JP" altLang="en-US" sz="1200" b="0" u="none" strike="noStrike" kern="1200" cap="none" normalizeH="0" baseline="0" dirty="0">
                          <a:ln>
                            <a:noFill/>
                          </a:ln>
                          <a:solidFill>
                            <a:schemeClr val="tx1">
                              <a:lumMod val="75000"/>
                              <a:lumOff val="25000"/>
                            </a:schemeClr>
                          </a:solidFill>
                          <a:effectLst/>
                          <a:latin typeface="+mn-ea"/>
                          <a:ea typeface="+mn-ea"/>
                          <a:cs typeface="メイリオ" pitchFamily="50" charset="-128"/>
                        </a:rPr>
                        <a:t>マルチファンクションプリンタ用基板  など</a:t>
                      </a:r>
                      <a:endParaRPr kumimoji="1" lang="ja-JP" altLang="en-US" sz="1200" b="0" i="0" u="none" strike="noStrike" cap="none" normalizeH="0" baseline="0" dirty="0">
                        <a:ln>
                          <a:noFill/>
                        </a:ln>
                        <a:solidFill>
                          <a:schemeClr val="tx1">
                            <a:lumMod val="75000"/>
                            <a:lumOff val="25000"/>
                          </a:schemeClr>
                        </a:solidFill>
                        <a:effectLst/>
                        <a:latin typeface="+mn-ea"/>
                        <a:ea typeface="+mn-ea"/>
                        <a:cs typeface="メイリオ" pitchFamily="50" charset="-128"/>
                      </a:endParaRPr>
                    </a:p>
                  </a:txBody>
                  <a:tcPr marL="91429" marR="91429" marT="45717" marB="45717" horzOverflow="overflow">
                    <a:lnL w="38100" cap="flat" cmpd="sng" algn="ctr">
                      <a:solidFill>
                        <a:sysClr val="window" lastClr="FFFFFF"/>
                      </a:solidFill>
                      <a:prstDash val="solid"/>
                      <a:round/>
                      <a:headEnd type="none" w="med" len="med"/>
                      <a:tailEnd type="none" w="med" len="med"/>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293366151"/>
                  </a:ext>
                </a:extLst>
              </a:tr>
              <a:tr h="430627">
                <a:tc>
                  <a:txBody>
                    <a:bodyPr/>
                    <a:lstStyle>
                      <a:defPPr>
                        <a:defRPr lang="ja-JP"/>
                      </a:defPPr>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pPr marL="0" marR="0" lvl="0" indent="0" algn="ctr" defTabSz="1030288"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ja-JP" altLang="en-US" sz="1000" b="1" u="none" strike="noStrike" cap="none" normalizeH="0" baseline="0" dirty="0">
                          <a:ln>
                            <a:noFill/>
                          </a:ln>
                          <a:solidFill>
                            <a:schemeClr val="tx1">
                              <a:lumMod val="75000"/>
                              <a:lumOff val="25000"/>
                            </a:schemeClr>
                          </a:solidFill>
                          <a:effectLst/>
                          <a:latin typeface="+mn-ea"/>
                          <a:ea typeface="+mn-ea"/>
                          <a:cs typeface="メイリオ" pitchFamily="50" charset="-128"/>
                        </a:rPr>
                        <a:t>輸送機器関係</a:t>
                      </a:r>
                      <a:endParaRPr kumimoji="1" lang="ja-JP" altLang="en-US" sz="1000" b="1" i="0" u="none" strike="noStrike" cap="none" normalizeH="0" baseline="0" dirty="0">
                        <a:ln>
                          <a:noFill/>
                        </a:ln>
                        <a:solidFill>
                          <a:schemeClr val="tx1">
                            <a:lumMod val="75000"/>
                            <a:lumOff val="25000"/>
                          </a:schemeClr>
                        </a:solidFill>
                        <a:effectLst/>
                        <a:latin typeface="+mn-ea"/>
                        <a:ea typeface="+mn-ea"/>
                        <a:cs typeface="メイリオ" pitchFamily="50" charset="-128"/>
                      </a:endParaRPr>
                    </a:p>
                  </a:txBody>
                  <a:tcPr marL="91429" marR="91429" marT="45717" marB="45717" anchor="ctr" horzOverflow="overflow">
                    <a:lnL w="12700" cmpd="sng">
                      <a:solidFill>
                        <a:sysClr val="window" lastClr="FFFFFF"/>
                      </a:solidFill>
                    </a:lnL>
                    <a:lnR w="381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9EDF4"/>
                    </a:solidFill>
                  </a:tcPr>
                </a:tc>
                <a:tc>
                  <a:txBody>
                    <a:bodyPr/>
                    <a:lstStyle>
                      <a:defPPr>
                        <a:defRPr lang="ja-JP"/>
                      </a:defPPr>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pPr marL="0" marR="0" lvl="0" indent="0" algn="l" defTabSz="1030288"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ja-JP" altLang="en-US" sz="1200" b="0" u="none" strike="noStrike" cap="none" normalizeH="0" baseline="0" dirty="0">
                          <a:ln>
                            <a:noFill/>
                          </a:ln>
                          <a:solidFill>
                            <a:schemeClr val="tx1">
                              <a:lumMod val="75000"/>
                              <a:lumOff val="25000"/>
                            </a:schemeClr>
                          </a:solidFill>
                          <a:effectLst/>
                          <a:latin typeface="+mn-ea"/>
                          <a:ea typeface="+mn-ea"/>
                          <a:cs typeface="メイリオ" pitchFamily="50" charset="-128"/>
                        </a:rPr>
                        <a:t>エンジン部品・ドア・シャーシ・内装部品・シート地・金型・ショックアブソーバ・チューブ・エンジン</a:t>
                      </a:r>
                      <a:endParaRPr kumimoji="1" lang="en-US" altLang="ja-JP" sz="1200" b="0" u="none" strike="noStrike" cap="none" normalizeH="0" baseline="0" dirty="0">
                        <a:ln>
                          <a:noFill/>
                        </a:ln>
                        <a:solidFill>
                          <a:schemeClr val="tx1">
                            <a:lumMod val="75000"/>
                            <a:lumOff val="25000"/>
                          </a:schemeClr>
                        </a:solidFill>
                        <a:effectLst/>
                        <a:latin typeface="+mn-ea"/>
                        <a:ea typeface="+mn-ea"/>
                        <a:cs typeface="メイリオ" pitchFamily="50" charset="-128"/>
                      </a:endParaRPr>
                    </a:p>
                    <a:p>
                      <a:pPr marL="0" marR="0" lvl="0" indent="0" algn="l" defTabSz="1030288"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ja-JP" altLang="en-US" sz="1200" b="0" u="none" strike="noStrike" cap="none" normalizeH="0" baseline="0" dirty="0">
                          <a:ln>
                            <a:noFill/>
                          </a:ln>
                          <a:solidFill>
                            <a:schemeClr val="tx1">
                              <a:lumMod val="75000"/>
                              <a:lumOff val="25000"/>
                            </a:schemeClr>
                          </a:solidFill>
                          <a:effectLst/>
                          <a:latin typeface="+mn-ea"/>
                          <a:ea typeface="+mn-ea"/>
                          <a:cs typeface="メイリオ" pitchFamily="50" charset="-128"/>
                        </a:rPr>
                        <a:t>クレーン車・ゴム・航空部品・試作ボディ  など</a:t>
                      </a:r>
                      <a:endParaRPr kumimoji="1" lang="ja-JP" altLang="en-US" sz="1200" b="0" i="0" u="none" strike="noStrike" cap="none" normalizeH="0" baseline="0" dirty="0">
                        <a:ln>
                          <a:noFill/>
                        </a:ln>
                        <a:solidFill>
                          <a:schemeClr val="tx1">
                            <a:lumMod val="75000"/>
                            <a:lumOff val="25000"/>
                          </a:schemeClr>
                        </a:solidFill>
                        <a:effectLst/>
                        <a:latin typeface="+mn-ea"/>
                        <a:ea typeface="+mn-ea"/>
                        <a:cs typeface="メイリオ" pitchFamily="50" charset="-128"/>
                      </a:endParaRPr>
                    </a:p>
                  </a:txBody>
                  <a:tcPr marL="91429" marR="91429" marT="45717" marB="45717" horzOverflow="overflow">
                    <a:lnL w="381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9EDF4"/>
                    </a:solidFill>
                  </a:tcPr>
                </a:tc>
                <a:extLst>
                  <a:ext uri="{0D108BD9-81ED-4DB2-BD59-A6C34878D82A}">
                    <a16:rowId xmlns:a16="http://schemas.microsoft.com/office/drawing/2014/main" val="3228654114"/>
                  </a:ext>
                </a:extLst>
              </a:tr>
              <a:tr h="430627">
                <a:tc>
                  <a:txBody>
                    <a:bodyPr/>
                    <a:lstStyle>
                      <a:defPPr>
                        <a:defRPr lang="ja-JP"/>
                      </a:defPPr>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pPr marL="0" marR="0" lvl="0" indent="0" algn="ctr" defTabSz="1030288"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ja-JP" altLang="en-US" sz="1000" b="1" u="none" strike="noStrike" cap="none" normalizeH="0" baseline="0" dirty="0">
                          <a:ln>
                            <a:noFill/>
                          </a:ln>
                          <a:solidFill>
                            <a:schemeClr val="tx1">
                              <a:lumMod val="75000"/>
                              <a:lumOff val="25000"/>
                            </a:schemeClr>
                          </a:solidFill>
                          <a:effectLst/>
                          <a:latin typeface="+mn-ea"/>
                          <a:ea typeface="+mn-ea"/>
                          <a:cs typeface="メイリオ" pitchFamily="50" charset="-128"/>
                        </a:rPr>
                        <a:t>機械関係</a:t>
                      </a:r>
                      <a:endParaRPr kumimoji="1" lang="ja-JP" altLang="en-US" sz="1000" b="1" i="0" u="none" strike="noStrike" cap="none" normalizeH="0" baseline="0" dirty="0">
                        <a:ln>
                          <a:noFill/>
                        </a:ln>
                        <a:solidFill>
                          <a:schemeClr val="tx1">
                            <a:lumMod val="75000"/>
                            <a:lumOff val="25000"/>
                          </a:schemeClr>
                        </a:solidFill>
                        <a:effectLst/>
                        <a:latin typeface="+mn-ea"/>
                        <a:ea typeface="+mn-ea"/>
                        <a:cs typeface="メイリオ" pitchFamily="50" charset="-128"/>
                      </a:endParaRPr>
                    </a:p>
                  </a:txBody>
                  <a:tcPr marL="91429" marR="91429" marT="45717" marB="45717" anchor="ctr" horzOverflow="overflow">
                    <a:lnL w="12700" cmpd="sng">
                      <a:solidFill>
                        <a:sysClr val="window" lastClr="FFFFFF"/>
                      </a:solidFill>
                    </a:lnL>
                    <a:lnR w="381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bg1">
                        <a:lumMod val="95000"/>
                      </a:schemeClr>
                    </a:solidFill>
                  </a:tcPr>
                </a:tc>
                <a:tc>
                  <a:txBody>
                    <a:bodyPr/>
                    <a:lstStyle>
                      <a:defPPr>
                        <a:defRPr lang="ja-JP"/>
                      </a:defPPr>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pPr marL="0" marR="0" lvl="0" indent="0" algn="l" defTabSz="1030288"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ja-JP" altLang="en-US" sz="1200" b="0" u="none" strike="noStrike" cap="none" normalizeH="0" baseline="0" dirty="0">
                          <a:ln>
                            <a:noFill/>
                          </a:ln>
                          <a:solidFill>
                            <a:schemeClr val="tx1">
                              <a:lumMod val="75000"/>
                              <a:lumOff val="25000"/>
                            </a:schemeClr>
                          </a:solidFill>
                          <a:effectLst/>
                          <a:latin typeface="+mn-ea"/>
                          <a:ea typeface="+mn-ea"/>
                          <a:cs typeface="メイリオ" pitchFamily="50" charset="-128"/>
                        </a:rPr>
                        <a:t>編み機・厨房機器・工作機械・農業機械・産業用機械・光学機器・照明装置・事務機のプラスチック部品</a:t>
                      </a:r>
                      <a:endParaRPr kumimoji="1" lang="en-US" altLang="ja-JP" sz="1200" b="0" u="none" strike="noStrike" cap="none" normalizeH="0" baseline="0" dirty="0">
                        <a:ln>
                          <a:noFill/>
                        </a:ln>
                        <a:solidFill>
                          <a:schemeClr val="tx1">
                            <a:lumMod val="75000"/>
                            <a:lumOff val="25000"/>
                          </a:schemeClr>
                        </a:solidFill>
                        <a:effectLst/>
                        <a:latin typeface="+mn-ea"/>
                        <a:ea typeface="+mn-ea"/>
                        <a:cs typeface="メイリオ" pitchFamily="50" charset="-128"/>
                      </a:endParaRPr>
                    </a:p>
                    <a:p>
                      <a:pPr marL="0" marR="0" lvl="0" indent="0" algn="l" defTabSz="1030288"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ja-JP" altLang="en-US" sz="1200" b="0" u="none" strike="noStrike" cap="none" normalizeH="0" baseline="0" dirty="0">
                          <a:ln>
                            <a:noFill/>
                          </a:ln>
                          <a:solidFill>
                            <a:schemeClr val="tx1">
                              <a:lumMod val="75000"/>
                              <a:lumOff val="25000"/>
                            </a:schemeClr>
                          </a:solidFill>
                          <a:effectLst/>
                          <a:latin typeface="+mn-ea"/>
                          <a:ea typeface="+mn-ea"/>
                          <a:cs typeface="メイリオ" pitchFamily="50" charset="-128"/>
                        </a:rPr>
                        <a:t>制御用コンピュータ ・マテハン機器  など</a:t>
                      </a:r>
                      <a:endParaRPr kumimoji="1" lang="ja-JP" altLang="en-US" sz="1200" b="0" i="0" u="none" strike="noStrike" cap="none" normalizeH="0" baseline="0" dirty="0">
                        <a:ln>
                          <a:noFill/>
                        </a:ln>
                        <a:solidFill>
                          <a:schemeClr val="tx1">
                            <a:lumMod val="75000"/>
                            <a:lumOff val="25000"/>
                          </a:schemeClr>
                        </a:solidFill>
                        <a:effectLst/>
                        <a:latin typeface="+mn-ea"/>
                        <a:ea typeface="+mn-ea"/>
                        <a:cs typeface="メイリオ" pitchFamily="50" charset="-128"/>
                      </a:endParaRPr>
                    </a:p>
                  </a:txBody>
                  <a:tcPr marL="91429" marR="91429" marT="45717" marB="45717" horzOverflow="overflow">
                    <a:lnL w="381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927236602"/>
                  </a:ext>
                </a:extLst>
              </a:tr>
              <a:tr h="430627">
                <a:tc>
                  <a:txBody>
                    <a:bodyPr/>
                    <a:lstStyle>
                      <a:defPPr>
                        <a:defRPr lang="ja-JP"/>
                      </a:defPPr>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pPr marL="0" marR="0" lvl="0" indent="0" algn="ctr" defTabSz="1030288"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ja-JP" altLang="en-US" sz="1000" b="1" u="none" strike="noStrike" cap="none" normalizeH="0" baseline="0" dirty="0">
                          <a:ln>
                            <a:noFill/>
                          </a:ln>
                          <a:solidFill>
                            <a:schemeClr val="tx1">
                              <a:lumMod val="75000"/>
                              <a:lumOff val="25000"/>
                            </a:schemeClr>
                          </a:solidFill>
                          <a:effectLst/>
                          <a:latin typeface="+mn-ea"/>
                          <a:ea typeface="+mn-ea"/>
                          <a:cs typeface="メイリオ" pitchFamily="50" charset="-128"/>
                        </a:rPr>
                        <a:t>金属部品関係</a:t>
                      </a:r>
                      <a:endParaRPr kumimoji="1" lang="ja-JP" altLang="en-US" sz="1000" b="1" i="0" u="none" strike="noStrike" cap="none" normalizeH="0" baseline="0" dirty="0">
                        <a:ln>
                          <a:noFill/>
                        </a:ln>
                        <a:solidFill>
                          <a:schemeClr val="tx1">
                            <a:lumMod val="75000"/>
                            <a:lumOff val="25000"/>
                          </a:schemeClr>
                        </a:solidFill>
                        <a:effectLst/>
                        <a:latin typeface="+mn-ea"/>
                        <a:ea typeface="+mn-ea"/>
                        <a:cs typeface="メイリオ" pitchFamily="50" charset="-128"/>
                      </a:endParaRPr>
                    </a:p>
                  </a:txBody>
                  <a:tcPr marL="91429" marR="91429" marT="45717" marB="45717" anchor="ctr" horzOverflow="overflow">
                    <a:lnL w="12700" cmpd="sng">
                      <a:solidFill>
                        <a:sysClr val="window" lastClr="FFFFFF"/>
                      </a:solidFill>
                    </a:lnL>
                    <a:lnR w="381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defPPr>
                        <a:defRPr lang="ja-JP"/>
                      </a:defPPr>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pPr marL="0" marR="0" lvl="0" indent="0" algn="l" defTabSz="1030288"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ja-JP" altLang="en-US" sz="1200" b="0" u="none" strike="noStrike" cap="none" normalizeH="0" baseline="0" dirty="0">
                          <a:ln>
                            <a:noFill/>
                          </a:ln>
                          <a:solidFill>
                            <a:schemeClr val="tx1">
                              <a:lumMod val="75000"/>
                              <a:lumOff val="25000"/>
                            </a:schemeClr>
                          </a:solidFill>
                          <a:effectLst/>
                          <a:latin typeface="+mn-ea"/>
                          <a:ea typeface="+mn-ea"/>
                          <a:cs typeface="メイリオ" pitchFamily="50" charset="-128"/>
                        </a:rPr>
                        <a:t>ドリル・ねじ・ボルト・ナット</a:t>
                      </a:r>
                      <a:r>
                        <a:rPr kumimoji="1" lang="ja-JP" altLang="en-US" sz="1200" b="0" u="none" strike="noStrike" kern="1200" cap="none" normalizeH="0" baseline="0" dirty="0">
                          <a:ln>
                            <a:noFill/>
                          </a:ln>
                          <a:solidFill>
                            <a:schemeClr val="tx1">
                              <a:lumMod val="75000"/>
                              <a:lumOff val="25000"/>
                            </a:schemeClr>
                          </a:solidFill>
                          <a:effectLst/>
                          <a:latin typeface="+mn-ea"/>
                          <a:ea typeface="+mn-ea"/>
                          <a:cs typeface="メイリオ" pitchFamily="50" charset="-128"/>
                        </a:rPr>
                        <a:t>・</a:t>
                      </a:r>
                      <a:r>
                        <a:rPr kumimoji="1" lang="ja-JP" altLang="en-US" sz="1200" b="0" u="none" strike="noStrike" cap="none" normalizeH="0" baseline="0" dirty="0">
                          <a:ln>
                            <a:noFill/>
                          </a:ln>
                          <a:solidFill>
                            <a:schemeClr val="tx1">
                              <a:lumMod val="75000"/>
                              <a:lumOff val="25000"/>
                            </a:schemeClr>
                          </a:solidFill>
                          <a:effectLst/>
                          <a:latin typeface="+mn-ea"/>
                          <a:ea typeface="+mn-ea"/>
                          <a:cs typeface="メイリオ" pitchFamily="50" charset="-128"/>
                        </a:rPr>
                        <a:t>ピストンリング・パイプ・ワイヤ・ボンディングワイヤ・圧着器・水栓金具</a:t>
                      </a:r>
                      <a:endParaRPr kumimoji="1" lang="en-US" altLang="ja-JP" sz="1200" b="0" u="none" strike="noStrike" cap="none" normalizeH="0" baseline="0" dirty="0">
                        <a:ln>
                          <a:noFill/>
                        </a:ln>
                        <a:solidFill>
                          <a:schemeClr val="tx1">
                            <a:lumMod val="75000"/>
                            <a:lumOff val="25000"/>
                          </a:schemeClr>
                        </a:solidFill>
                        <a:effectLst/>
                        <a:latin typeface="+mn-ea"/>
                        <a:ea typeface="+mn-ea"/>
                        <a:cs typeface="メイリオ" pitchFamily="50" charset="-128"/>
                      </a:endParaRPr>
                    </a:p>
                    <a:p>
                      <a:pPr marL="0" marR="0" lvl="0" indent="0" algn="l" defTabSz="1030288"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ja-JP" altLang="en-US" sz="1200" b="0" u="none" strike="noStrike" cap="none" normalizeH="0" baseline="0" dirty="0">
                          <a:ln>
                            <a:noFill/>
                          </a:ln>
                          <a:solidFill>
                            <a:schemeClr val="tx1">
                              <a:lumMod val="75000"/>
                              <a:lumOff val="25000"/>
                            </a:schemeClr>
                          </a:solidFill>
                          <a:effectLst/>
                          <a:latin typeface="+mn-ea"/>
                          <a:ea typeface="+mn-ea"/>
                          <a:cs typeface="メイリオ" pitchFamily="50" charset="-128"/>
                        </a:rPr>
                        <a:t>ガードレール・鉄鋼鋳物・板金パーツ  など</a:t>
                      </a:r>
                      <a:endParaRPr kumimoji="1" lang="ja-JP" altLang="en-US" sz="1200" b="0" i="0" u="none" strike="noStrike" cap="none" normalizeH="0" baseline="0" dirty="0">
                        <a:ln>
                          <a:noFill/>
                        </a:ln>
                        <a:solidFill>
                          <a:schemeClr val="tx1">
                            <a:lumMod val="75000"/>
                            <a:lumOff val="25000"/>
                          </a:schemeClr>
                        </a:solidFill>
                        <a:effectLst/>
                        <a:latin typeface="+mn-ea"/>
                        <a:ea typeface="+mn-ea"/>
                        <a:cs typeface="メイリオ" pitchFamily="50" charset="-128"/>
                      </a:endParaRPr>
                    </a:p>
                  </a:txBody>
                  <a:tcPr marL="91429" marR="91429" marT="45717" marB="45717" horzOverflow="overflow">
                    <a:lnL w="381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9EDF4"/>
                    </a:solidFill>
                  </a:tcPr>
                </a:tc>
                <a:extLst>
                  <a:ext uri="{0D108BD9-81ED-4DB2-BD59-A6C34878D82A}">
                    <a16:rowId xmlns:a16="http://schemas.microsoft.com/office/drawing/2014/main" val="2235004070"/>
                  </a:ext>
                </a:extLst>
              </a:tr>
              <a:tr h="430627">
                <a:tc>
                  <a:txBody>
                    <a:bodyPr/>
                    <a:lstStyle>
                      <a:defPPr>
                        <a:defRPr lang="ja-JP"/>
                      </a:defPPr>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pPr marL="0" marR="0" lvl="0" indent="0" algn="ctr" defTabSz="1030288"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ja-JP" altLang="en-US" sz="1000" b="1" u="none" strike="noStrike" cap="none" normalizeH="0" baseline="0" dirty="0">
                          <a:ln>
                            <a:noFill/>
                          </a:ln>
                          <a:solidFill>
                            <a:schemeClr val="tx1">
                              <a:lumMod val="75000"/>
                              <a:lumOff val="25000"/>
                            </a:schemeClr>
                          </a:solidFill>
                          <a:effectLst/>
                          <a:latin typeface="+mn-ea"/>
                          <a:ea typeface="+mn-ea"/>
                          <a:cs typeface="メイリオ" pitchFamily="50" charset="-128"/>
                        </a:rPr>
                        <a:t>材料関係</a:t>
                      </a:r>
                      <a:endParaRPr kumimoji="1" lang="ja-JP" altLang="en-US" sz="1000" b="1" i="0" u="none" strike="noStrike" cap="none" normalizeH="0" baseline="0" dirty="0">
                        <a:ln>
                          <a:noFill/>
                        </a:ln>
                        <a:solidFill>
                          <a:schemeClr val="tx1">
                            <a:lumMod val="75000"/>
                            <a:lumOff val="25000"/>
                          </a:schemeClr>
                        </a:solidFill>
                        <a:effectLst/>
                        <a:latin typeface="+mn-ea"/>
                        <a:ea typeface="+mn-ea"/>
                        <a:cs typeface="メイリオ" pitchFamily="50" charset="-128"/>
                      </a:endParaRPr>
                    </a:p>
                  </a:txBody>
                  <a:tcPr marL="91429" marR="91429" marT="45717" marB="45717" anchor="ctr" horzOverflow="overflow">
                    <a:lnL w="12700" cmpd="sng">
                      <a:solidFill>
                        <a:sysClr val="window" lastClr="FFFFFF"/>
                      </a:solidFill>
                    </a:lnL>
                    <a:lnR w="381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bg1">
                        <a:lumMod val="95000"/>
                      </a:schemeClr>
                    </a:solidFill>
                  </a:tcPr>
                </a:tc>
                <a:tc>
                  <a:txBody>
                    <a:bodyPr/>
                    <a:lstStyle>
                      <a:defPPr>
                        <a:defRPr lang="ja-JP"/>
                      </a:defPPr>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pPr algn="l"/>
                      <a:r>
                        <a:rPr kumimoji="1" lang="ja-JP" altLang="en-US" sz="1200" b="0" u="none" strike="noStrike" cap="none" normalizeH="0" baseline="0" dirty="0">
                          <a:ln>
                            <a:noFill/>
                          </a:ln>
                          <a:solidFill>
                            <a:schemeClr val="tx1">
                              <a:lumMod val="75000"/>
                              <a:lumOff val="25000"/>
                            </a:schemeClr>
                          </a:solidFill>
                          <a:effectLst/>
                          <a:latin typeface="+mn-ea"/>
                          <a:ea typeface="+mn-ea"/>
                          <a:cs typeface="メイリオ" pitchFamily="50" charset="-128"/>
                        </a:rPr>
                        <a:t>金属粉末・コークス・梱包部品・繊維製品・紙製品・カメラ用フィルム・</a:t>
                      </a:r>
                      <a:r>
                        <a:rPr kumimoji="1" lang="en-US" altLang="ja-JP" sz="1200" b="0" u="none" strike="noStrike" cap="none" normalizeH="0" baseline="0" dirty="0">
                          <a:ln>
                            <a:noFill/>
                          </a:ln>
                          <a:solidFill>
                            <a:schemeClr val="tx1">
                              <a:lumMod val="75000"/>
                              <a:lumOff val="25000"/>
                            </a:schemeClr>
                          </a:solidFill>
                          <a:effectLst/>
                          <a:latin typeface="+mn-ea"/>
                          <a:ea typeface="+mn-ea"/>
                          <a:cs typeface="メイリオ" pitchFamily="50" charset="-128"/>
                        </a:rPr>
                        <a:t>ABS</a:t>
                      </a:r>
                      <a:r>
                        <a:rPr kumimoji="1" lang="ja-JP" altLang="en-US" sz="1200" b="0" u="none" strike="noStrike" cap="none" normalizeH="0" baseline="0" dirty="0">
                          <a:ln>
                            <a:noFill/>
                          </a:ln>
                          <a:solidFill>
                            <a:schemeClr val="tx1">
                              <a:lumMod val="75000"/>
                              <a:lumOff val="25000"/>
                            </a:schemeClr>
                          </a:solidFill>
                          <a:effectLst/>
                          <a:latin typeface="+mn-ea"/>
                          <a:ea typeface="+mn-ea"/>
                          <a:cs typeface="メイリオ" pitchFamily="50" charset="-128"/>
                        </a:rPr>
                        <a:t>樹脂・合成樹脂・</a:t>
                      </a:r>
                      <a:r>
                        <a:rPr kumimoji="1" lang="en-US" altLang="ja-JP" sz="1200" b="0" u="none" strike="noStrike" cap="none" normalizeH="0" baseline="0" dirty="0">
                          <a:ln>
                            <a:noFill/>
                          </a:ln>
                          <a:solidFill>
                            <a:schemeClr val="tx1">
                              <a:lumMod val="75000"/>
                              <a:lumOff val="25000"/>
                            </a:schemeClr>
                          </a:solidFill>
                          <a:effectLst/>
                          <a:latin typeface="+mn-ea"/>
                          <a:ea typeface="+mn-ea"/>
                          <a:cs typeface="メイリオ" pitchFamily="50" charset="-128"/>
                        </a:rPr>
                        <a:t>UV</a:t>
                      </a:r>
                      <a:r>
                        <a:rPr kumimoji="1" lang="ja-JP" altLang="en-US" sz="1200" b="0" u="none" strike="noStrike" cap="none" normalizeH="0" baseline="0" dirty="0">
                          <a:ln>
                            <a:noFill/>
                          </a:ln>
                          <a:solidFill>
                            <a:schemeClr val="tx1">
                              <a:lumMod val="75000"/>
                              <a:lumOff val="25000"/>
                            </a:schemeClr>
                          </a:solidFill>
                          <a:effectLst/>
                          <a:latin typeface="+mn-ea"/>
                          <a:ea typeface="+mn-ea"/>
                          <a:cs typeface="メイリオ" pitchFamily="50" charset="-128"/>
                        </a:rPr>
                        <a:t>インキ</a:t>
                      </a:r>
                      <a:endParaRPr kumimoji="1" lang="en-US" altLang="ja-JP" sz="1200" b="0" u="none" strike="noStrike" cap="none" normalizeH="0" baseline="0" dirty="0">
                        <a:ln>
                          <a:noFill/>
                        </a:ln>
                        <a:solidFill>
                          <a:schemeClr val="tx1">
                            <a:lumMod val="75000"/>
                            <a:lumOff val="25000"/>
                          </a:schemeClr>
                        </a:solidFill>
                        <a:effectLst/>
                        <a:latin typeface="+mn-ea"/>
                        <a:ea typeface="+mn-ea"/>
                        <a:cs typeface="メイリオ" pitchFamily="50" charset="-128"/>
                      </a:endParaRPr>
                    </a:p>
                    <a:p>
                      <a:pPr algn="l"/>
                      <a:r>
                        <a:rPr kumimoji="1" lang="ja-JP" altLang="en-US" sz="1200" b="0" u="none" strike="noStrike" cap="none" normalizeH="0" baseline="0" dirty="0">
                          <a:ln>
                            <a:noFill/>
                          </a:ln>
                          <a:solidFill>
                            <a:schemeClr val="tx1">
                              <a:lumMod val="75000"/>
                              <a:lumOff val="25000"/>
                            </a:schemeClr>
                          </a:solidFill>
                          <a:effectLst/>
                          <a:latin typeface="+mn-ea"/>
                          <a:ea typeface="+mn-ea"/>
                          <a:cs typeface="メイリオ" pitchFamily="50" charset="-128"/>
                        </a:rPr>
                        <a:t>グラビアインキ・包装資材の印刷・研磨布紙  など</a:t>
                      </a:r>
                      <a:endParaRPr kumimoji="1" lang="ja-JP" altLang="en-US" sz="1200" b="0" i="0" u="none" strike="noStrike" cap="none" normalizeH="0" baseline="0" dirty="0">
                        <a:ln>
                          <a:noFill/>
                        </a:ln>
                        <a:solidFill>
                          <a:schemeClr val="tx1">
                            <a:lumMod val="75000"/>
                            <a:lumOff val="25000"/>
                          </a:schemeClr>
                        </a:solidFill>
                        <a:effectLst/>
                        <a:latin typeface="+mn-ea"/>
                        <a:ea typeface="+mn-ea"/>
                        <a:cs typeface="メイリオ" pitchFamily="50" charset="-128"/>
                      </a:endParaRPr>
                    </a:p>
                  </a:txBody>
                  <a:tcPr marL="91429" marR="91429" marT="45717" marB="45717" horzOverflow="overflow">
                    <a:lnL w="381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64740156"/>
                  </a:ext>
                </a:extLst>
              </a:tr>
              <a:tr h="430627">
                <a:tc>
                  <a:txBody>
                    <a:bodyPr/>
                    <a:lstStyle>
                      <a:defPPr>
                        <a:defRPr lang="ja-JP"/>
                      </a:defPPr>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pPr marL="0" marR="0" lvl="0" indent="0" algn="ctr" defTabSz="1030288"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ja-JP" altLang="en-US" sz="1000" b="1" u="none" strike="noStrike" cap="none" normalizeH="0" baseline="0" dirty="0">
                          <a:ln>
                            <a:noFill/>
                          </a:ln>
                          <a:solidFill>
                            <a:schemeClr val="tx1">
                              <a:lumMod val="75000"/>
                              <a:lumOff val="25000"/>
                            </a:schemeClr>
                          </a:solidFill>
                          <a:effectLst/>
                          <a:latin typeface="+mn-ea"/>
                          <a:ea typeface="+mn-ea"/>
                          <a:cs typeface="メイリオ" pitchFamily="50" charset="-128"/>
                        </a:rPr>
                        <a:t>日用品関係</a:t>
                      </a:r>
                      <a:endParaRPr kumimoji="1" lang="ja-JP" altLang="en-US" sz="1000" b="1" i="0" u="none" strike="noStrike" cap="none" normalizeH="0" baseline="0" dirty="0">
                        <a:ln>
                          <a:noFill/>
                        </a:ln>
                        <a:solidFill>
                          <a:schemeClr val="tx1">
                            <a:lumMod val="75000"/>
                            <a:lumOff val="25000"/>
                          </a:schemeClr>
                        </a:solidFill>
                        <a:effectLst/>
                        <a:latin typeface="+mn-ea"/>
                        <a:ea typeface="+mn-ea"/>
                        <a:cs typeface="メイリオ" pitchFamily="50" charset="-128"/>
                      </a:endParaRPr>
                    </a:p>
                  </a:txBody>
                  <a:tcPr marL="91429" marR="91429" marT="45717" marB="45717" anchor="ctr" horzOverflow="overflow">
                    <a:lnL w="12700" cmpd="sng">
                      <a:solidFill>
                        <a:sysClr val="window" lastClr="FFFFFF"/>
                      </a:solidFill>
                    </a:lnL>
                    <a:lnR w="381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defPPr>
                        <a:defRPr lang="ja-JP"/>
                      </a:defPPr>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pPr marL="0" marR="0" lvl="0" indent="0" algn="l" defTabSz="1030288"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ja-JP" altLang="en-US" sz="1200" b="0" u="none" strike="noStrike" cap="none" normalizeH="0" baseline="0" dirty="0">
                          <a:ln>
                            <a:noFill/>
                          </a:ln>
                          <a:solidFill>
                            <a:schemeClr val="tx1">
                              <a:lumMod val="75000"/>
                              <a:lumOff val="25000"/>
                            </a:schemeClr>
                          </a:solidFill>
                          <a:effectLst/>
                          <a:latin typeface="+mn-ea"/>
                          <a:ea typeface="+mn-ea"/>
                          <a:cs typeface="メイリオ" pitchFamily="50" charset="-128"/>
                        </a:rPr>
                        <a:t>事務用品・文具・ボールペン・鉛筆・ゴム印・ラベル製品・タックシール・封筒・洗剤・ビニール袋・ポリ袋</a:t>
                      </a:r>
                      <a:endParaRPr kumimoji="1" lang="en-US" altLang="ja-JP" sz="1200" b="0" u="none" strike="noStrike" cap="none" normalizeH="0" baseline="0" dirty="0">
                        <a:ln>
                          <a:noFill/>
                        </a:ln>
                        <a:solidFill>
                          <a:schemeClr val="tx1">
                            <a:lumMod val="75000"/>
                            <a:lumOff val="25000"/>
                          </a:schemeClr>
                        </a:solidFill>
                        <a:effectLst/>
                        <a:latin typeface="+mn-ea"/>
                        <a:ea typeface="+mn-ea"/>
                        <a:cs typeface="メイリオ" pitchFamily="50" charset="-128"/>
                      </a:endParaRPr>
                    </a:p>
                    <a:p>
                      <a:pPr marL="0" marR="0" lvl="0" indent="0" algn="l" defTabSz="1030288"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ja-JP" altLang="en-US" sz="1200" b="0" u="none" strike="noStrike" cap="none" normalizeH="0" baseline="0" dirty="0">
                          <a:ln>
                            <a:noFill/>
                          </a:ln>
                          <a:solidFill>
                            <a:schemeClr val="tx1">
                              <a:lumMod val="75000"/>
                              <a:lumOff val="25000"/>
                            </a:schemeClr>
                          </a:solidFill>
                          <a:effectLst/>
                          <a:latin typeface="+mn-ea"/>
                          <a:ea typeface="+mn-ea"/>
                          <a:cs typeface="メイリオ" pitchFamily="50" charset="-128"/>
                        </a:rPr>
                        <a:t>食品用ポリ容器・食品トレー・プラモデル  など</a:t>
                      </a:r>
                      <a:endParaRPr kumimoji="1" lang="ja-JP" altLang="en-US" sz="1200" b="0" i="0" u="none" strike="noStrike" cap="none" normalizeH="0" baseline="0" dirty="0">
                        <a:ln>
                          <a:noFill/>
                        </a:ln>
                        <a:solidFill>
                          <a:schemeClr val="tx1">
                            <a:lumMod val="75000"/>
                            <a:lumOff val="25000"/>
                          </a:schemeClr>
                        </a:solidFill>
                        <a:effectLst/>
                        <a:latin typeface="+mn-ea"/>
                        <a:ea typeface="+mn-ea"/>
                        <a:cs typeface="メイリオ" pitchFamily="50" charset="-128"/>
                      </a:endParaRPr>
                    </a:p>
                  </a:txBody>
                  <a:tcPr marL="91429" marR="91429" marT="45717" marB="45717" horzOverflow="overflow">
                    <a:lnL w="381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3276687445"/>
                  </a:ext>
                </a:extLst>
              </a:tr>
              <a:tr h="430627">
                <a:tc>
                  <a:txBody>
                    <a:bodyPr/>
                    <a:lstStyle>
                      <a:defPPr>
                        <a:defRPr lang="ja-JP"/>
                      </a:defPPr>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pPr marL="0" marR="0" lvl="0" indent="0" algn="ctr" defTabSz="1030288"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ja-JP" altLang="en-US" sz="1000" b="1" u="none" strike="noStrike" cap="none" normalizeH="0" baseline="0" dirty="0">
                          <a:ln>
                            <a:noFill/>
                          </a:ln>
                          <a:solidFill>
                            <a:schemeClr val="tx1">
                              <a:lumMod val="75000"/>
                              <a:lumOff val="25000"/>
                            </a:schemeClr>
                          </a:solidFill>
                          <a:effectLst/>
                          <a:latin typeface="+mn-ea"/>
                          <a:ea typeface="+mn-ea"/>
                          <a:cs typeface="メイリオ" pitchFamily="50" charset="-128"/>
                        </a:rPr>
                        <a:t>食料品関係</a:t>
                      </a:r>
                      <a:endParaRPr kumimoji="1" lang="ja-JP" altLang="en-US" sz="1000" b="1" i="0" u="none" strike="noStrike" cap="none" normalizeH="0" baseline="0" dirty="0">
                        <a:ln>
                          <a:noFill/>
                        </a:ln>
                        <a:solidFill>
                          <a:schemeClr val="tx1">
                            <a:lumMod val="75000"/>
                            <a:lumOff val="25000"/>
                          </a:schemeClr>
                        </a:solidFill>
                        <a:effectLst/>
                        <a:latin typeface="+mn-ea"/>
                        <a:ea typeface="+mn-ea"/>
                        <a:cs typeface="メイリオ" pitchFamily="50" charset="-128"/>
                      </a:endParaRPr>
                    </a:p>
                  </a:txBody>
                  <a:tcPr marL="91429" marR="91429" marT="45717" marB="45717" anchor="ctr" horzOverflow="overflow">
                    <a:lnL w="12700" cmpd="sng">
                      <a:solidFill>
                        <a:sysClr val="window" lastClr="FFFFFF"/>
                      </a:solidFill>
                    </a:lnL>
                    <a:lnR w="381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bg1">
                        <a:lumMod val="95000"/>
                      </a:schemeClr>
                    </a:solidFill>
                  </a:tcPr>
                </a:tc>
                <a:tc>
                  <a:txBody>
                    <a:bodyPr/>
                    <a:lstStyle>
                      <a:defPPr>
                        <a:defRPr lang="ja-JP"/>
                      </a:defPPr>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pPr marL="0" marR="0" lvl="0" indent="0" algn="l" defTabSz="1030288"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ja-JP" altLang="en-US" sz="1200" b="0" u="none" strike="noStrike" cap="none" normalizeH="0" baseline="0" dirty="0">
                          <a:ln>
                            <a:noFill/>
                          </a:ln>
                          <a:solidFill>
                            <a:schemeClr val="tx1">
                              <a:lumMod val="75000"/>
                              <a:lumOff val="25000"/>
                            </a:schemeClr>
                          </a:solidFill>
                          <a:effectLst/>
                          <a:latin typeface="+mn-ea"/>
                          <a:ea typeface="+mn-ea"/>
                          <a:cs typeface="メイリオ" pitchFamily="50" charset="-128"/>
                        </a:rPr>
                        <a:t>納豆・珈琲豆・紅茶・飲料水・ウイスキー・飴・グミ・調味料・スナック菓子・ハム・ケーシング・ジュース</a:t>
                      </a:r>
                      <a:endParaRPr kumimoji="1" lang="en-US" altLang="ja-JP" sz="1200" b="0" u="none" strike="noStrike" cap="none" normalizeH="0" baseline="0" dirty="0">
                        <a:ln>
                          <a:noFill/>
                        </a:ln>
                        <a:solidFill>
                          <a:schemeClr val="tx1">
                            <a:lumMod val="75000"/>
                            <a:lumOff val="25000"/>
                          </a:schemeClr>
                        </a:solidFill>
                        <a:effectLst/>
                        <a:latin typeface="+mn-ea"/>
                        <a:ea typeface="+mn-ea"/>
                        <a:cs typeface="メイリオ" pitchFamily="50" charset="-128"/>
                      </a:endParaRPr>
                    </a:p>
                    <a:p>
                      <a:pPr marL="0" marR="0" lvl="0" indent="0" algn="l" defTabSz="1030288"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ja-JP" altLang="en-US" sz="1200" b="0" u="none" strike="noStrike" cap="none" normalizeH="0" baseline="0" dirty="0">
                          <a:ln>
                            <a:noFill/>
                          </a:ln>
                          <a:solidFill>
                            <a:schemeClr val="tx1">
                              <a:lumMod val="75000"/>
                              <a:lumOff val="25000"/>
                            </a:schemeClr>
                          </a:solidFill>
                          <a:effectLst/>
                          <a:latin typeface="+mn-ea"/>
                          <a:ea typeface="+mn-ea"/>
                          <a:cs typeface="メイリオ" pitchFamily="50" charset="-128"/>
                        </a:rPr>
                        <a:t>ジャム・小麦粉・植物油・健康食品  など</a:t>
                      </a:r>
                      <a:endParaRPr kumimoji="1" lang="ja-JP" altLang="en-US" sz="1200" b="0" i="0" u="none" strike="noStrike" cap="none" normalizeH="0" baseline="0" dirty="0">
                        <a:ln>
                          <a:noFill/>
                        </a:ln>
                        <a:solidFill>
                          <a:schemeClr val="tx1">
                            <a:lumMod val="75000"/>
                            <a:lumOff val="25000"/>
                          </a:schemeClr>
                        </a:solidFill>
                        <a:effectLst/>
                        <a:latin typeface="+mn-ea"/>
                        <a:ea typeface="+mn-ea"/>
                        <a:cs typeface="メイリオ" pitchFamily="50" charset="-128"/>
                      </a:endParaRPr>
                    </a:p>
                  </a:txBody>
                  <a:tcPr marL="91429" marR="91429" marT="45717" marB="45717" horzOverflow="overflow">
                    <a:lnL w="381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58713416"/>
                  </a:ext>
                </a:extLst>
              </a:tr>
              <a:tr h="430627">
                <a:tc>
                  <a:txBody>
                    <a:bodyPr/>
                    <a:lstStyle>
                      <a:defPPr>
                        <a:defRPr lang="ja-JP"/>
                      </a:defPPr>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pPr marL="0" marR="0" lvl="0" indent="0" algn="ctr" defTabSz="1030288"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ja-JP" altLang="en-US" sz="1000" b="1" u="none" strike="noStrike" cap="none" normalizeH="0" baseline="0" dirty="0">
                          <a:ln>
                            <a:noFill/>
                          </a:ln>
                          <a:solidFill>
                            <a:schemeClr val="tx1">
                              <a:lumMod val="75000"/>
                              <a:lumOff val="25000"/>
                            </a:schemeClr>
                          </a:solidFill>
                          <a:effectLst/>
                          <a:latin typeface="+mn-ea"/>
                          <a:ea typeface="+mn-ea"/>
                          <a:cs typeface="メイリオ" pitchFamily="50" charset="-128"/>
                        </a:rPr>
                        <a:t>医薬品・</a:t>
                      </a:r>
                      <a:endParaRPr kumimoji="1" lang="en-US" altLang="ja-JP" sz="1000" b="1" u="none" strike="noStrike" cap="none" normalizeH="0" baseline="0" dirty="0">
                        <a:ln>
                          <a:noFill/>
                        </a:ln>
                        <a:solidFill>
                          <a:schemeClr val="tx1">
                            <a:lumMod val="75000"/>
                            <a:lumOff val="25000"/>
                          </a:schemeClr>
                        </a:solidFill>
                        <a:effectLst/>
                        <a:latin typeface="+mn-ea"/>
                        <a:ea typeface="+mn-ea"/>
                        <a:cs typeface="メイリオ" pitchFamily="50" charset="-128"/>
                      </a:endParaRPr>
                    </a:p>
                    <a:p>
                      <a:pPr marL="0" marR="0" lvl="0" indent="0" algn="ctr" defTabSz="1030288"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ja-JP" altLang="en-US" sz="1000" b="1" u="none" strike="noStrike" cap="none" normalizeH="0" baseline="0" dirty="0">
                          <a:ln>
                            <a:noFill/>
                          </a:ln>
                          <a:solidFill>
                            <a:schemeClr val="tx1">
                              <a:lumMod val="75000"/>
                              <a:lumOff val="25000"/>
                            </a:schemeClr>
                          </a:solidFill>
                          <a:effectLst/>
                          <a:latin typeface="+mn-ea"/>
                          <a:ea typeface="+mn-ea"/>
                          <a:cs typeface="メイリオ" pitchFamily="50" charset="-128"/>
                        </a:rPr>
                        <a:t>医療機器関係</a:t>
                      </a:r>
                      <a:endParaRPr kumimoji="1" lang="ja-JP" altLang="en-US" sz="1000" b="1" i="0" u="none" strike="noStrike" cap="none" normalizeH="0" baseline="0" dirty="0">
                        <a:ln>
                          <a:noFill/>
                        </a:ln>
                        <a:solidFill>
                          <a:schemeClr val="tx1">
                            <a:lumMod val="75000"/>
                            <a:lumOff val="25000"/>
                          </a:schemeClr>
                        </a:solidFill>
                        <a:effectLst/>
                        <a:latin typeface="+mn-ea"/>
                        <a:ea typeface="+mn-ea"/>
                        <a:cs typeface="メイリオ" pitchFamily="50" charset="-128"/>
                      </a:endParaRPr>
                    </a:p>
                  </a:txBody>
                  <a:tcPr marL="91429" marR="91429" marT="45717" marB="45717" anchor="ctr" horzOverflow="overflow">
                    <a:lnL w="12700" cmpd="sng">
                      <a:solidFill>
                        <a:sysClr val="window" lastClr="FFFFFF"/>
                      </a:solidFill>
                    </a:lnL>
                    <a:lnR w="381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defPPr>
                        <a:defRPr lang="ja-JP"/>
                      </a:defPPr>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pPr marL="0" marR="0" lvl="0" indent="0" algn="l" defTabSz="1030288"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ja-JP" altLang="en-US" sz="1200" b="0" u="none" strike="noStrike" cap="none" normalizeH="0" baseline="0" dirty="0">
                          <a:ln>
                            <a:noFill/>
                          </a:ln>
                          <a:solidFill>
                            <a:schemeClr val="tx1">
                              <a:lumMod val="75000"/>
                              <a:lumOff val="25000"/>
                            </a:schemeClr>
                          </a:solidFill>
                          <a:effectLst/>
                          <a:latin typeface="+mn-ea"/>
                          <a:ea typeface="+mn-ea"/>
                          <a:cs typeface="メイリオ" pitchFamily="50" charset="-128"/>
                        </a:rPr>
                        <a:t>試験薬・検体検査用試薬・臨床検査薬・歯科材料・医療用具・内視鏡・顕微鏡・医療用テープ・包帯</a:t>
                      </a:r>
                      <a:endParaRPr kumimoji="1" lang="en-US" altLang="ja-JP" sz="1200" b="0" u="none" strike="noStrike" cap="none" normalizeH="0" baseline="0" dirty="0">
                        <a:ln>
                          <a:noFill/>
                        </a:ln>
                        <a:solidFill>
                          <a:schemeClr val="tx1">
                            <a:lumMod val="75000"/>
                            <a:lumOff val="25000"/>
                          </a:schemeClr>
                        </a:solidFill>
                        <a:effectLst/>
                        <a:latin typeface="+mn-ea"/>
                        <a:ea typeface="+mn-ea"/>
                        <a:cs typeface="メイリオ" pitchFamily="50" charset="-128"/>
                      </a:endParaRPr>
                    </a:p>
                    <a:p>
                      <a:pPr marL="0" marR="0" lvl="0" indent="0" algn="l" defTabSz="1030288"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ja-JP" altLang="en-US" sz="1200" b="0" u="none" strike="noStrike" cap="none" normalizeH="0" baseline="0" dirty="0">
                          <a:ln>
                            <a:noFill/>
                          </a:ln>
                          <a:solidFill>
                            <a:schemeClr val="tx1">
                              <a:lumMod val="75000"/>
                              <a:lumOff val="25000"/>
                            </a:schemeClr>
                          </a:solidFill>
                          <a:effectLst/>
                          <a:latin typeface="+mn-ea"/>
                          <a:ea typeface="+mn-ea"/>
                          <a:cs typeface="メイリオ" pitchFamily="50" charset="-128"/>
                        </a:rPr>
                        <a:t>ストーマケア用品･レンズ・</a:t>
                      </a:r>
                      <a:r>
                        <a:rPr kumimoji="1" lang="zh-TW" altLang="en-US" sz="1200" b="0" u="none" strike="noStrike" cap="none" normalizeH="0" baseline="0" dirty="0">
                          <a:ln>
                            <a:noFill/>
                          </a:ln>
                          <a:solidFill>
                            <a:schemeClr val="tx1">
                              <a:lumMod val="75000"/>
                              <a:lumOff val="25000"/>
                            </a:schemeClr>
                          </a:solidFill>
                          <a:effectLst/>
                          <a:latin typeface="+mn-ea"/>
                          <a:ea typeface="+mn-ea"/>
                          <a:cs typeface="メイリオ" pitchFamily="50" charset="-128"/>
                        </a:rPr>
                        <a:t>電子医療機器</a:t>
                      </a:r>
                      <a:r>
                        <a:rPr kumimoji="1" lang="ja-JP" altLang="en-US" sz="1200" b="0" u="none" strike="noStrike" cap="none" normalizeH="0" baseline="0" dirty="0">
                          <a:ln>
                            <a:noFill/>
                          </a:ln>
                          <a:solidFill>
                            <a:schemeClr val="tx1">
                              <a:lumMod val="75000"/>
                              <a:lumOff val="25000"/>
                            </a:schemeClr>
                          </a:solidFill>
                          <a:effectLst/>
                          <a:latin typeface="+mn-ea"/>
                          <a:ea typeface="+mn-ea"/>
                          <a:cs typeface="メイリオ" pitchFamily="50" charset="-128"/>
                        </a:rPr>
                        <a:t>  など</a:t>
                      </a:r>
                      <a:endParaRPr kumimoji="1" lang="ja-JP" altLang="en-US" sz="1200" b="0" i="0" u="none" strike="noStrike" cap="none" normalizeH="0" baseline="0" dirty="0">
                        <a:ln>
                          <a:noFill/>
                        </a:ln>
                        <a:solidFill>
                          <a:schemeClr val="tx1">
                            <a:lumMod val="75000"/>
                            <a:lumOff val="25000"/>
                          </a:schemeClr>
                        </a:solidFill>
                        <a:effectLst/>
                        <a:latin typeface="+mn-ea"/>
                        <a:ea typeface="+mn-ea"/>
                        <a:cs typeface="メイリオ" pitchFamily="50" charset="-128"/>
                      </a:endParaRPr>
                    </a:p>
                  </a:txBody>
                  <a:tcPr marL="91429" marR="91429" marT="45717" marB="45717" horzOverflow="overflow">
                    <a:lnL w="381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35750866"/>
                  </a:ext>
                </a:extLst>
              </a:tr>
              <a:tr h="430627">
                <a:tc>
                  <a:txBody>
                    <a:bodyPr/>
                    <a:lstStyle>
                      <a:defPPr>
                        <a:defRPr lang="ja-JP"/>
                      </a:defPPr>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pPr marL="0" marR="0" lvl="0" indent="0" algn="ctr" defTabSz="1030288"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ja-JP" altLang="en-US" sz="1000" b="1" u="none" strike="noStrike" cap="none" normalizeH="0" baseline="0" dirty="0">
                          <a:ln>
                            <a:noFill/>
                          </a:ln>
                          <a:solidFill>
                            <a:schemeClr val="tx1">
                              <a:lumMod val="75000"/>
                              <a:lumOff val="25000"/>
                            </a:schemeClr>
                          </a:solidFill>
                          <a:effectLst/>
                          <a:latin typeface="+mn-ea"/>
                          <a:ea typeface="+mn-ea"/>
                          <a:cs typeface="メイリオ" pitchFamily="50" charset="-128"/>
                        </a:rPr>
                        <a:t>化学関係</a:t>
                      </a:r>
                      <a:endParaRPr kumimoji="1" lang="ja-JP" altLang="en-US" sz="1000" b="1" i="0" u="none" strike="noStrike" cap="none" normalizeH="0" baseline="0" dirty="0">
                        <a:ln>
                          <a:noFill/>
                        </a:ln>
                        <a:solidFill>
                          <a:schemeClr val="tx1">
                            <a:lumMod val="75000"/>
                            <a:lumOff val="25000"/>
                          </a:schemeClr>
                        </a:solidFill>
                        <a:effectLst/>
                        <a:latin typeface="+mn-ea"/>
                        <a:ea typeface="+mn-ea"/>
                        <a:cs typeface="メイリオ" pitchFamily="50" charset="-128"/>
                      </a:endParaRPr>
                    </a:p>
                  </a:txBody>
                  <a:tcPr marL="91429" marR="91429" marT="45717" marB="45717" anchor="ctr" horzOverflow="overflow">
                    <a:lnL w="12700" cmpd="sng">
                      <a:solidFill>
                        <a:sysClr val="window" lastClr="FFFFFF"/>
                      </a:solidFill>
                    </a:lnL>
                    <a:lnR w="381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bg1">
                        <a:lumMod val="95000"/>
                      </a:schemeClr>
                    </a:solidFill>
                  </a:tcPr>
                </a:tc>
                <a:tc>
                  <a:txBody>
                    <a:bodyPr/>
                    <a:lstStyle>
                      <a:defPPr>
                        <a:defRPr lang="ja-JP"/>
                      </a:defPPr>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pPr marL="0" marR="0" lvl="0" indent="0" algn="l" defTabSz="1030288"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1" lang="ja-JP" altLang="en-US" sz="1200" b="0" u="none" strike="noStrike" cap="none" normalizeH="0" baseline="0" dirty="0">
                          <a:ln>
                            <a:noFill/>
                          </a:ln>
                          <a:solidFill>
                            <a:schemeClr val="tx1">
                              <a:lumMod val="75000"/>
                              <a:lumOff val="25000"/>
                            </a:schemeClr>
                          </a:solidFill>
                          <a:effectLst/>
                          <a:latin typeface="+mn-ea"/>
                          <a:ea typeface="+mn-ea"/>
                          <a:cs typeface="メイリオ" pitchFamily="50" charset="-128"/>
                        </a:rPr>
                        <a:t>接着剤・プラスチック原料・アスファルト・シリコン・エンジンオイル・ポリエチレン・ポリプロピレン</a:t>
                      </a:r>
                      <a:endParaRPr kumimoji="1" lang="en-US" altLang="ja-JP" sz="1200" b="0" u="none" strike="noStrike" cap="none" normalizeH="0" baseline="0" dirty="0">
                        <a:ln>
                          <a:noFill/>
                        </a:ln>
                        <a:solidFill>
                          <a:schemeClr val="tx1">
                            <a:lumMod val="75000"/>
                            <a:lumOff val="25000"/>
                          </a:schemeClr>
                        </a:solidFill>
                        <a:effectLst/>
                        <a:latin typeface="+mn-ea"/>
                        <a:ea typeface="+mn-ea"/>
                        <a:cs typeface="メイリオ" pitchFamily="50" charset="-128"/>
                      </a:endParaRPr>
                    </a:p>
                    <a:p>
                      <a:pPr marL="0" marR="0" lvl="0" indent="0" algn="l" defTabSz="1030288"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1" lang="ja-JP" altLang="en-US" sz="1200" b="0" u="none" strike="noStrike" cap="none" normalizeH="0" baseline="0" dirty="0">
                          <a:ln>
                            <a:noFill/>
                          </a:ln>
                          <a:solidFill>
                            <a:schemeClr val="tx1">
                              <a:lumMod val="75000"/>
                              <a:lumOff val="25000"/>
                            </a:schemeClr>
                          </a:solidFill>
                          <a:effectLst/>
                          <a:latin typeface="+mn-ea"/>
                          <a:ea typeface="+mn-ea"/>
                          <a:cs typeface="メイリオ" pitchFamily="50" charset="-128"/>
                        </a:rPr>
                        <a:t>成形材料・ゴム・フッ素化学製品  など</a:t>
                      </a:r>
                      <a:endParaRPr kumimoji="1" lang="ja-JP" altLang="en-US" sz="1200" b="0" i="0" u="none" strike="noStrike" cap="none" normalizeH="0" baseline="0" dirty="0">
                        <a:ln>
                          <a:noFill/>
                        </a:ln>
                        <a:solidFill>
                          <a:schemeClr val="tx1">
                            <a:lumMod val="75000"/>
                            <a:lumOff val="25000"/>
                          </a:schemeClr>
                        </a:solidFill>
                        <a:effectLst/>
                        <a:latin typeface="+mn-ea"/>
                        <a:ea typeface="+mn-ea"/>
                        <a:cs typeface="メイリオ" pitchFamily="50" charset="-128"/>
                      </a:endParaRPr>
                    </a:p>
                  </a:txBody>
                  <a:tcPr marL="91429" marR="91429" marT="45717" marB="45717" horzOverflow="overflow">
                    <a:lnL w="381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114199058"/>
                  </a:ext>
                </a:extLst>
              </a:tr>
            </a:tbl>
          </a:graphicData>
        </a:graphic>
      </p:graphicFrame>
    </p:spTree>
    <p:extLst>
      <p:ext uri="{BB962C8B-B14F-4D97-AF65-F5344CB8AC3E}">
        <p14:creationId xmlns:p14="http://schemas.microsoft.com/office/powerpoint/2010/main" val="21571747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97FEE5-7D26-3A74-5A9C-523D93921502}"/>
            </a:ext>
          </a:extLst>
        </p:cNvPr>
        <p:cNvGrpSpPr/>
        <p:nvPr/>
      </p:nvGrpSpPr>
      <p:grpSpPr>
        <a:xfrm>
          <a:off x="0" y="0"/>
          <a:ext cx="0" cy="0"/>
          <a:chOff x="0" y="0"/>
          <a:chExt cx="0" cy="0"/>
        </a:xfrm>
      </p:grpSpPr>
      <p:sp>
        <p:nvSpPr>
          <p:cNvPr id="5" name="タイトル 4">
            <a:extLst>
              <a:ext uri="{FF2B5EF4-FFF2-40B4-BE49-F238E27FC236}">
                <a16:creationId xmlns:a16="http://schemas.microsoft.com/office/drawing/2014/main" id="{4EB4C8D1-7428-9DD5-402E-92B72A5D07EA}"/>
              </a:ext>
            </a:extLst>
          </p:cNvPr>
          <p:cNvSpPr>
            <a:spLocks noGrp="1"/>
          </p:cNvSpPr>
          <p:nvPr>
            <p:ph type="title"/>
          </p:nvPr>
        </p:nvSpPr>
        <p:spPr/>
        <p:txBody>
          <a:bodyPr/>
          <a:lstStyle/>
          <a:p>
            <a:r>
              <a:rPr lang="ja-JP" altLang="en-US" dirty="0"/>
              <a:t>主な機能（画面イメージ）</a:t>
            </a:r>
          </a:p>
        </p:txBody>
      </p:sp>
      <p:sp>
        <p:nvSpPr>
          <p:cNvPr id="4" name="スライド番号プレースホルダー 1">
            <a:extLst>
              <a:ext uri="{FF2B5EF4-FFF2-40B4-BE49-F238E27FC236}">
                <a16:creationId xmlns:a16="http://schemas.microsoft.com/office/drawing/2014/main" id="{80CA20A1-99DF-1217-AD93-8AB4926D2BD1}"/>
              </a:ext>
            </a:extLst>
          </p:cNvPr>
          <p:cNvSpPr txBox="1">
            <a:spLocks/>
          </p:cNvSpPr>
          <p:nvPr/>
        </p:nvSpPr>
        <p:spPr bwMode="ltGray">
          <a:xfrm>
            <a:off x="10855405" y="6532510"/>
            <a:ext cx="998971" cy="241300"/>
          </a:xfrm>
          <a:prstGeom prst="rect">
            <a:avLst/>
          </a:prstGeom>
          <a:noFill/>
          <a:ln>
            <a:noFill/>
          </a:ln>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defPPr>
              <a:defRPr lang="ja-JP"/>
            </a:defPPr>
            <a:lvl1pPr marL="0" algn="r" defTabSz="914400" rtl="0" eaLnBrk="1" latinLnBrk="0" hangingPunct="1">
              <a:defRPr kumimoji="1" sz="1800" b="1" i="0" kern="1200">
                <a:solidFill>
                  <a:schemeClr val="bg1"/>
                </a:solidFill>
                <a:latin typeface="Arial" pitchFamily="34" charset="0"/>
                <a:ea typeface="ＭＳ Ｐゴシック" pitchFamily="50" charset="-128"/>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E025C43D-97FC-4CE9-9332-5BE2A99BA935}" type="slidenum">
              <a:rPr lang="en-US" altLang="ja-JP" sz="1400" smtClean="0">
                <a:solidFill>
                  <a:schemeClr val="tx1"/>
                </a:solidFill>
                <a:latin typeface="+mn-ea"/>
                <a:ea typeface="+mn-ea"/>
                <a:cs typeface="メイリオ" pitchFamily="50" charset="-128"/>
              </a:rPr>
              <a:pPr/>
              <a:t>30</a:t>
            </a:fld>
            <a:endParaRPr lang="en-US" altLang="ja-JP" sz="1400">
              <a:solidFill>
                <a:schemeClr val="tx1"/>
              </a:solidFill>
              <a:latin typeface="+mn-ea"/>
              <a:ea typeface="+mn-ea"/>
              <a:cs typeface="メイリオ" pitchFamily="50" charset="-128"/>
            </a:endParaRPr>
          </a:p>
        </p:txBody>
      </p:sp>
      <p:sp>
        <p:nvSpPr>
          <p:cNvPr id="2" name="Rectangle 1">
            <a:extLst>
              <a:ext uri="{FF2B5EF4-FFF2-40B4-BE49-F238E27FC236}">
                <a16:creationId xmlns:a16="http://schemas.microsoft.com/office/drawing/2014/main" id="{2D91FC93-DFF9-19AA-82EA-458AAF416A99}"/>
              </a:ext>
            </a:extLst>
          </p:cNvPr>
          <p:cNvSpPr>
            <a:spLocks noChangeArrowheads="1"/>
          </p:cNvSpPr>
          <p:nvPr/>
        </p:nvSpPr>
        <p:spPr bwMode="auto">
          <a:xfrm>
            <a:off x="1019175" y="1010966"/>
            <a:ext cx="9657174" cy="40011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ja-JP" altLang="en-US" sz="2000" b="0" i="0" u="none" strike="noStrike" cap="none" normalizeH="0" baseline="0" dirty="0">
                <a:ln>
                  <a:noFill/>
                </a:ln>
                <a:solidFill>
                  <a:schemeClr val="tx1"/>
                </a:solidFill>
                <a:effectLst/>
                <a:latin typeface="+mn-ea"/>
                <a:cs typeface="メイリオ" pitchFamily="50" charset="-128"/>
              </a:rPr>
              <a:t>生産計画に求められる機能を網羅し、標準機能でニーズにお応えできます。</a:t>
            </a:r>
            <a:endParaRPr kumimoji="1" lang="ja-JP" altLang="en-US" sz="2000" b="0" i="0" u="none" strike="noStrike" cap="none" normalizeH="0" baseline="0" dirty="0">
              <a:ln>
                <a:noFill/>
              </a:ln>
              <a:solidFill>
                <a:schemeClr val="tx1"/>
              </a:solidFill>
              <a:effectLst/>
              <a:latin typeface="+mn-ea"/>
              <a:cs typeface="ＭＳ Ｐゴシック" pitchFamily="50" charset="-128"/>
            </a:endParaRPr>
          </a:p>
        </p:txBody>
      </p:sp>
      <p:pic>
        <p:nvPicPr>
          <p:cNvPr id="3" name="図 2">
            <a:extLst>
              <a:ext uri="{FF2B5EF4-FFF2-40B4-BE49-F238E27FC236}">
                <a16:creationId xmlns:a16="http://schemas.microsoft.com/office/drawing/2014/main" id="{8738CFE9-A1B8-FF77-D0D2-2CFEA82691D8}"/>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95658" y="1643965"/>
            <a:ext cx="2756688" cy="4497021"/>
          </a:xfrm>
          <a:prstGeom prst="rect">
            <a:avLst/>
          </a:prstGeom>
        </p:spPr>
      </p:pic>
      <p:pic>
        <p:nvPicPr>
          <p:cNvPr id="6" name="図 5">
            <a:extLst>
              <a:ext uri="{FF2B5EF4-FFF2-40B4-BE49-F238E27FC236}">
                <a16:creationId xmlns:a16="http://schemas.microsoft.com/office/drawing/2014/main" id="{C325FD7A-EE6C-4548-AB1F-DFBC7E4EE097}"/>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4556374" y="1648068"/>
            <a:ext cx="2955237" cy="1742832"/>
          </a:xfrm>
          <a:prstGeom prst="rect">
            <a:avLst/>
          </a:prstGeom>
        </p:spPr>
      </p:pic>
      <p:pic>
        <p:nvPicPr>
          <p:cNvPr id="7" name="図 6">
            <a:extLst>
              <a:ext uri="{FF2B5EF4-FFF2-40B4-BE49-F238E27FC236}">
                <a16:creationId xmlns:a16="http://schemas.microsoft.com/office/drawing/2014/main" id="{9B9F97E3-3021-9D66-C5E7-CC20C1051F79}"/>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4556374" y="3763212"/>
            <a:ext cx="2955237" cy="2589641"/>
          </a:xfrm>
          <a:prstGeom prst="rect">
            <a:avLst/>
          </a:prstGeom>
        </p:spPr>
      </p:pic>
      <p:pic>
        <p:nvPicPr>
          <p:cNvPr id="8" name="図 7">
            <a:extLst>
              <a:ext uri="{FF2B5EF4-FFF2-40B4-BE49-F238E27FC236}">
                <a16:creationId xmlns:a16="http://schemas.microsoft.com/office/drawing/2014/main" id="{835C07E5-728E-F3C9-1612-C6C9E04275E4}"/>
              </a:ext>
            </a:extLst>
          </p:cNvPr>
          <p:cNvPicPr>
            <a:picLocks noChangeAspect="1"/>
          </p:cNvPicPr>
          <p:nvPr/>
        </p:nvPicPr>
        <p:blipFill rotWithShape="1">
          <a:blip r:embed="rId6" cstate="email">
            <a:extLst>
              <a:ext uri="{28A0092B-C50C-407E-A947-70E740481C1C}">
                <a14:useLocalDpi xmlns:a14="http://schemas.microsoft.com/office/drawing/2010/main"/>
              </a:ext>
            </a:extLst>
          </a:blip>
          <a:srcRect/>
          <a:stretch/>
        </p:blipFill>
        <p:spPr>
          <a:xfrm>
            <a:off x="8215637" y="1636149"/>
            <a:ext cx="2955236" cy="2176399"/>
          </a:xfrm>
          <a:prstGeom prst="rect">
            <a:avLst/>
          </a:prstGeom>
        </p:spPr>
      </p:pic>
      <p:pic>
        <p:nvPicPr>
          <p:cNvPr id="9" name="図 8">
            <a:extLst>
              <a:ext uri="{FF2B5EF4-FFF2-40B4-BE49-F238E27FC236}">
                <a16:creationId xmlns:a16="http://schemas.microsoft.com/office/drawing/2014/main" id="{4E46F05D-2955-598D-D98C-27B4423D9374}"/>
              </a:ext>
            </a:extLst>
          </p:cNvPr>
          <p:cNvPicPr>
            <a:picLocks noChangeAspect="1"/>
          </p:cNvPicPr>
          <p:nvPr/>
        </p:nvPicPr>
        <p:blipFill rotWithShape="1">
          <a:blip r:embed="rId7" cstate="email">
            <a:extLst>
              <a:ext uri="{28A0092B-C50C-407E-A947-70E740481C1C}">
                <a14:useLocalDpi xmlns:a14="http://schemas.microsoft.com/office/drawing/2010/main"/>
              </a:ext>
            </a:extLst>
          </a:blip>
          <a:srcRect/>
          <a:stretch/>
        </p:blipFill>
        <p:spPr>
          <a:xfrm>
            <a:off x="8215637" y="3778451"/>
            <a:ext cx="2955236" cy="2589641"/>
          </a:xfrm>
          <a:prstGeom prst="rect">
            <a:avLst/>
          </a:prstGeom>
        </p:spPr>
      </p:pic>
      <p:sp>
        <p:nvSpPr>
          <p:cNvPr id="10" name="正方形/長方形 9">
            <a:extLst>
              <a:ext uri="{FF2B5EF4-FFF2-40B4-BE49-F238E27FC236}">
                <a16:creationId xmlns:a16="http://schemas.microsoft.com/office/drawing/2014/main" id="{0A2EEA46-98E9-8FE9-6F0A-7ECE477AC558}"/>
              </a:ext>
            </a:extLst>
          </p:cNvPr>
          <p:cNvSpPr/>
          <p:nvPr/>
        </p:nvSpPr>
        <p:spPr>
          <a:xfrm>
            <a:off x="1150143" y="3792905"/>
            <a:ext cx="2639103" cy="267126"/>
          </a:xfrm>
          <a:prstGeom prst="rect">
            <a:avLst/>
          </a:prstGeom>
          <a:solidFill>
            <a:srgbClr val="3468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200" b="1" dirty="0"/>
              <a:t>製造</a:t>
            </a:r>
            <a:r>
              <a:rPr kumimoji="1" lang="en-US" altLang="ja-JP" sz="1200" b="1" dirty="0"/>
              <a:t>BOM</a:t>
            </a:r>
            <a:r>
              <a:rPr kumimoji="1" lang="ja-JP" altLang="en-US" sz="1200" b="1" dirty="0"/>
              <a:t>ウィンドウ</a:t>
            </a:r>
          </a:p>
        </p:txBody>
      </p:sp>
    </p:spTree>
    <p:extLst>
      <p:ext uri="{BB962C8B-B14F-4D97-AF65-F5344CB8AC3E}">
        <p14:creationId xmlns:p14="http://schemas.microsoft.com/office/powerpoint/2010/main" val="60132293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621165-9961-E944-FC99-40FC625622D4}"/>
            </a:ext>
          </a:extLst>
        </p:cNvPr>
        <p:cNvGrpSpPr/>
        <p:nvPr/>
      </p:nvGrpSpPr>
      <p:grpSpPr>
        <a:xfrm>
          <a:off x="0" y="0"/>
          <a:ext cx="0" cy="0"/>
          <a:chOff x="0" y="0"/>
          <a:chExt cx="0" cy="0"/>
        </a:xfrm>
      </p:grpSpPr>
      <p:sp>
        <p:nvSpPr>
          <p:cNvPr id="5" name="タイトル 4">
            <a:extLst>
              <a:ext uri="{FF2B5EF4-FFF2-40B4-BE49-F238E27FC236}">
                <a16:creationId xmlns:a16="http://schemas.microsoft.com/office/drawing/2014/main" id="{E1049A7E-6C38-D868-A7F4-FA194B800348}"/>
              </a:ext>
            </a:extLst>
          </p:cNvPr>
          <p:cNvSpPr>
            <a:spLocks noGrp="1"/>
          </p:cNvSpPr>
          <p:nvPr>
            <p:ph type="title"/>
          </p:nvPr>
        </p:nvSpPr>
        <p:spPr/>
        <p:txBody>
          <a:bodyPr/>
          <a:lstStyle/>
          <a:p>
            <a:r>
              <a:rPr kumimoji="1" lang="ja-JP" altLang="en-US" dirty="0"/>
              <a:t>高速・多機能なスケジュールエンジン</a:t>
            </a:r>
            <a:endParaRPr lang="ja-JP" altLang="en-US" dirty="0"/>
          </a:p>
        </p:txBody>
      </p:sp>
      <p:sp>
        <p:nvSpPr>
          <p:cNvPr id="4" name="スライド番号プレースホルダー 1">
            <a:extLst>
              <a:ext uri="{FF2B5EF4-FFF2-40B4-BE49-F238E27FC236}">
                <a16:creationId xmlns:a16="http://schemas.microsoft.com/office/drawing/2014/main" id="{1CA05056-B959-DB9E-828C-F28462B46FED}"/>
              </a:ext>
            </a:extLst>
          </p:cNvPr>
          <p:cNvSpPr txBox="1">
            <a:spLocks/>
          </p:cNvSpPr>
          <p:nvPr/>
        </p:nvSpPr>
        <p:spPr bwMode="ltGray">
          <a:xfrm>
            <a:off x="10855405" y="6532510"/>
            <a:ext cx="998971" cy="241300"/>
          </a:xfrm>
          <a:prstGeom prst="rect">
            <a:avLst/>
          </a:prstGeom>
          <a:noFill/>
          <a:ln>
            <a:noFill/>
          </a:ln>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defPPr>
              <a:defRPr lang="ja-JP"/>
            </a:defPPr>
            <a:lvl1pPr marL="0" algn="r" defTabSz="914400" rtl="0" eaLnBrk="1" latinLnBrk="0" hangingPunct="1">
              <a:defRPr kumimoji="1" sz="1800" b="1" i="0" kern="1200">
                <a:solidFill>
                  <a:schemeClr val="bg1"/>
                </a:solidFill>
                <a:latin typeface="Arial" pitchFamily="34" charset="0"/>
                <a:ea typeface="ＭＳ Ｐゴシック" pitchFamily="50" charset="-128"/>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E025C43D-97FC-4CE9-9332-5BE2A99BA935}" type="slidenum">
              <a:rPr lang="en-US" altLang="ja-JP" sz="1400" smtClean="0">
                <a:solidFill>
                  <a:schemeClr val="tx1"/>
                </a:solidFill>
                <a:latin typeface="+mn-ea"/>
                <a:ea typeface="+mn-ea"/>
                <a:cs typeface="メイリオ" pitchFamily="50" charset="-128"/>
              </a:rPr>
              <a:pPr/>
              <a:t>31</a:t>
            </a:fld>
            <a:endParaRPr lang="en-US" altLang="ja-JP" sz="1400">
              <a:solidFill>
                <a:schemeClr val="tx1"/>
              </a:solidFill>
              <a:latin typeface="+mn-ea"/>
              <a:ea typeface="+mn-ea"/>
              <a:cs typeface="メイリオ" pitchFamily="50" charset="-128"/>
            </a:endParaRPr>
          </a:p>
        </p:txBody>
      </p:sp>
      <p:pic>
        <p:nvPicPr>
          <p:cNvPr id="2" name="図 1">
            <a:extLst>
              <a:ext uri="{FF2B5EF4-FFF2-40B4-BE49-F238E27FC236}">
                <a16:creationId xmlns:a16="http://schemas.microsoft.com/office/drawing/2014/main" id="{37F5C3ED-BBF8-0F95-88B1-D7F2B02D8D23}"/>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163960" y="988219"/>
            <a:ext cx="4622041" cy="5376722"/>
          </a:xfrm>
          <a:prstGeom prst="rect">
            <a:avLst/>
          </a:prstGeom>
        </p:spPr>
      </p:pic>
      <p:pic>
        <p:nvPicPr>
          <p:cNvPr id="3" name="図 2">
            <a:extLst>
              <a:ext uri="{FF2B5EF4-FFF2-40B4-BE49-F238E27FC236}">
                <a16:creationId xmlns:a16="http://schemas.microsoft.com/office/drawing/2014/main" id="{D265A3C7-5AEB-FF10-F21D-9E58598C93F8}"/>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970494" y="945584"/>
            <a:ext cx="5859556" cy="2691308"/>
          </a:xfrm>
          <a:prstGeom prst="rect">
            <a:avLst/>
          </a:prstGeom>
        </p:spPr>
      </p:pic>
      <p:pic>
        <p:nvPicPr>
          <p:cNvPr id="6" name="図 5">
            <a:extLst>
              <a:ext uri="{FF2B5EF4-FFF2-40B4-BE49-F238E27FC236}">
                <a16:creationId xmlns:a16="http://schemas.microsoft.com/office/drawing/2014/main" id="{EE45F589-5E06-0293-8886-29D1311BACA2}"/>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7160925" y="3732142"/>
            <a:ext cx="3998733" cy="2691308"/>
          </a:xfrm>
          <a:prstGeom prst="rect">
            <a:avLst/>
          </a:prstGeom>
        </p:spPr>
      </p:pic>
      <p:sp>
        <p:nvSpPr>
          <p:cNvPr id="7" name="タイトル 2">
            <a:extLst>
              <a:ext uri="{FF2B5EF4-FFF2-40B4-BE49-F238E27FC236}">
                <a16:creationId xmlns:a16="http://schemas.microsoft.com/office/drawing/2014/main" id="{03204544-5405-D811-BBED-4337165F3C19}"/>
              </a:ext>
            </a:extLst>
          </p:cNvPr>
          <p:cNvSpPr txBox="1">
            <a:spLocks/>
          </p:cNvSpPr>
          <p:nvPr/>
        </p:nvSpPr>
        <p:spPr>
          <a:xfrm>
            <a:off x="2970825" y="6056858"/>
            <a:ext cx="496275" cy="367757"/>
          </a:xfrm>
        </p:spPr>
        <p:txBody>
          <a:bodyPr vert="horz" lIns="0" tIns="0" rIns="0" bIns="0" rtlCol="0" anchor="ctr">
            <a:normAutofit/>
          </a:bodyPr>
          <a:lstStyle>
            <a:lvl1pPr eaLnBrk="1" hangingPunct="1">
              <a:defRPr kumimoji="1" lang="ja-JP" altLang="en-US" sz="2400" b="0" i="0" spc="-70" baseline="0">
                <a:solidFill>
                  <a:srgbClr val="014097"/>
                </a:solidFill>
                <a:latin typeface="+mj-ea"/>
                <a:ea typeface="+mj-ea"/>
                <a:cs typeface="游ゴシック" panose="020B0400000000000000" pitchFamily="50" charset="-128"/>
              </a:defRPr>
            </a:lvl1pPr>
          </a:lstStyle>
          <a:p>
            <a:r>
              <a:rPr lang="en-US" altLang="ja-JP" sz="1200" kern="0" dirty="0">
                <a:solidFill>
                  <a:schemeClr val="tx1"/>
                </a:solidFill>
              </a:rPr>
              <a:t>.</a:t>
            </a:r>
            <a:r>
              <a:rPr lang="en-US" altLang="ja-JP" sz="1200" kern="0" dirty="0" err="1">
                <a:solidFill>
                  <a:schemeClr val="tx1"/>
                </a:solidFill>
              </a:rPr>
              <a:t>etc</a:t>
            </a:r>
            <a:endParaRPr lang="ja-JP" altLang="en-US" sz="1200" kern="0" dirty="0">
              <a:solidFill>
                <a:schemeClr val="tx1"/>
              </a:solidFill>
            </a:endParaRPr>
          </a:p>
        </p:txBody>
      </p:sp>
      <p:sp>
        <p:nvSpPr>
          <p:cNvPr id="8" name="タイトル 2">
            <a:extLst>
              <a:ext uri="{FF2B5EF4-FFF2-40B4-BE49-F238E27FC236}">
                <a16:creationId xmlns:a16="http://schemas.microsoft.com/office/drawing/2014/main" id="{B6FC6DEE-25D3-F882-EACF-701E03E3E98F}"/>
              </a:ext>
            </a:extLst>
          </p:cNvPr>
          <p:cNvSpPr txBox="1">
            <a:spLocks/>
          </p:cNvSpPr>
          <p:nvPr/>
        </p:nvSpPr>
        <p:spPr>
          <a:xfrm>
            <a:off x="9891332" y="682188"/>
            <a:ext cx="2006028" cy="305037"/>
          </a:xfrm>
        </p:spPr>
        <p:txBody>
          <a:bodyPr vert="horz" lIns="0" tIns="0" rIns="0" bIns="0" rtlCol="0" anchor="ctr">
            <a:normAutofit/>
          </a:bodyPr>
          <a:lstStyle>
            <a:lvl1pPr eaLnBrk="1" hangingPunct="1">
              <a:defRPr kumimoji="1" lang="ja-JP" altLang="en-US" sz="2400" b="0" i="0" spc="-70" baseline="0">
                <a:solidFill>
                  <a:srgbClr val="014097"/>
                </a:solidFill>
                <a:latin typeface="+mj-ea"/>
                <a:ea typeface="+mj-ea"/>
                <a:cs typeface="游ゴシック" panose="020B0400000000000000" pitchFamily="50" charset="-128"/>
              </a:defRPr>
            </a:lvl1pPr>
          </a:lstStyle>
          <a:p>
            <a:r>
              <a:rPr lang="en-US" altLang="ja-JP" sz="1000" kern="0" dirty="0">
                <a:solidFill>
                  <a:schemeClr val="bg1">
                    <a:lumMod val="50000"/>
                  </a:schemeClr>
                </a:solidFill>
              </a:rPr>
              <a:t>※</a:t>
            </a:r>
            <a:r>
              <a:rPr lang="ja-JP" altLang="en-US" sz="1000" kern="0" dirty="0">
                <a:solidFill>
                  <a:schemeClr val="bg1">
                    <a:lumMod val="50000"/>
                  </a:schemeClr>
                </a:solidFill>
              </a:rPr>
              <a:t>　</a:t>
            </a:r>
            <a:r>
              <a:rPr lang="en-US" altLang="ja-JP" sz="1000" kern="0" dirty="0">
                <a:solidFill>
                  <a:schemeClr val="bg1">
                    <a:lumMod val="50000"/>
                  </a:schemeClr>
                </a:solidFill>
              </a:rPr>
              <a:t>ASPROVA</a:t>
            </a:r>
            <a:r>
              <a:rPr lang="ja-JP" altLang="en-US" sz="1000" kern="0" dirty="0">
                <a:solidFill>
                  <a:schemeClr val="bg1">
                    <a:lumMod val="50000"/>
                  </a:schemeClr>
                </a:solidFill>
              </a:rPr>
              <a:t>社製品カタログより</a:t>
            </a:r>
          </a:p>
        </p:txBody>
      </p:sp>
      <p:sp>
        <p:nvSpPr>
          <p:cNvPr id="14" name="正方形/長方形 13">
            <a:extLst>
              <a:ext uri="{FF2B5EF4-FFF2-40B4-BE49-F238E27FC236}">
                <a16:creationId xmlns:a16="http://schemas.microsoft.com/office/drawing/2014/main" id="{5C441C72-F911-3AD5-C4CD-EDEC42BC837D}"/>
              </a:ext>
            </a:extLst>
          </p:cNvPr>
          <p:cNvSpPr/>
          <p:nvPr/>
        </p:nvSpPr>
        <p:spPr>
          <a:xfrm>
            <a:off x="9023684" y="589547"/>
            <a:ext cx="2705678" cy="238225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機能の一覧を掲載すべきか要検討</a:t>
            </a:r>
            <a:endParaRPr kumimoji="1" lang="ja-JP" altLang="en-US" dirty="0"/>
          </a:p>
        </p:txBody>
      </p:sp>
    </p:spTree>
    <p:extLst>
      <p:ext uri="{BB962C8B-B14F-4D97-AF65-F5344CB8AC3E}">
        <p14:creationId xmlns:p14="http://schemas.microsoft.com/office/powerpoint/2010/main" val="16545983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A37523-D48B-AFDC-A053-AF2604BDA9BB}"/>
            </a:ext>
          </a:extLst>
        </p:cNvPr>
        <p:cNvGrpSpPr/>
        <p:nvPr/>
      </p:nvGrpSpPr>
      <p:grpSpPr>
        <a:xfrm>
          <a:off x="0" y="0"/>
          <a:ext cx="0" cy="0"/>
          <a:chOff x="0" y="0"/>
          <a:chExt cx="0" cy="0"/>
        </a:xfrm>
      </p:grpSpPr>
      <p:sp>
        <p:nvSpPr>
          <p:cNvPr id="5" name="タイトル 4">
            <a:extLst>
              <a:ext uri="{FF2B5EF4-FFF2-40B4-BE49-F238E27FC236}">
                <a16:creationId xmlns:a16="http://schemas.microsoft.com/office/drawing/2014/main" id="{9675D067-5BC7-3640-5582-40B2A70C7FED}"/>
              </a:ext>
            </a:extLst>
          </p:cNvPr>
          <p:cNvSpPr>
            <a:spLocks noGrp="1"/>
          </p:cNvSpPr>
          <p:nvPr>
            <p:ph type="title"/>
          </p:nvPr>
        </p:nvSpPr>
        <p:spPr/>
        <p:txBody>
          <a:bodyPr/>
          <a:lstStyle/>
          <a:p>
            <a:r>
              <a:rPr lang="en-US" altLang="ja-JP" dirty="0"/>
              <a:t>ERP-</a:t>
            </a:r>
            <a:r>
              <a:rPr lang="en-US" altLang="ja-JP" dirty="0" err="1"/>
              <a:t>Asprova</a:t>
            </a:r>
            <a:r>
              <a:rPr lang="en-US" altLang="ja-JP" dirty="0"/>
              <a:t>-MES</a:t>
            </a:r>
            <a:r>
              <a:rPr lang="ja-JP" altLang="en-US" dirty="0"/>
              <a:t>の連携</a:t>
            </a:r>
          </a:p>
        </p:txBody>
      </p:sp>
      <p:sp>
        <p:nvSpPr>
          <p:cNvPr id="4" name="スライド番号プレースホルダー 1">
            <a:extLst>
              <a:ext uri="{FF2B5EF4-FFF2-40B4-BE49-F238E27FC236}">
                <a16:creationId xmlns:a16="http://schemas.microsoft.com/office/drawing/2014/main" id="{7B8BFB5D-C591-93B4-E18F-6EBBFA0346CE}"/>
              </a:ext>
            </a:extLst>
          </p:cNvPr>
          <p:cNvSpPr txBox="1">
            <a:spLocks/>
          </p:cNvSpPr>
          <p:nvPr/>
        </p:nvSpPr>
        <p:spPr bwMode="ltGray">
          <a:xfrm>
            <a:off x="10855405" y="6532510"/>
            <a:ext cx="998971" cy="241300"/>
          </a:xfrm>
          <a:prstGeom prst="rect">
            <a:avLst/>
          </a:prstGeom>
          <a:noFill/>
          <a:ln>
            <a:noFill/>
          </a:ln>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defPPr>
              <a:defRPr lang="ja-JP"/>
            </a:defPPr>
            <a:lvl1pPr marL="0" algn="r" defTabSz="914400" rtl="0" eaLnBrk="1" latinLnBrk="0" hangingPunct="1">
              <a:defRPr kumimoji="1" sz="1800" b="1" i="0" kern="1200">
                <a:solidFill>
                  <a:schemeClr val="bg1"/>
                </a:solidFill>
                <a:latin typeface="Arial" pitchFamily="34" charset="0"/>
                <a:ea typeface="ＭＳ Ｐゴシック" pitchFamily="50" charset="-128"/>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E025C43D-97FC-4CE9-9332-5BE2A99BA935}" type="slidenum">
              <a:rPr lang="en-US" altLang="ja-JP" sz="1400" smtClean="0">
                <a:solidFill>
                  <a:schemeClr val="tx1"/>
                </a:solidFill>
                <a:latin typeface="+mn-ea"/>
                <a:ea typeface="+mn-ea"/>
                <a:cs typeface="メイリオ" pitchFamily="50" charset="-128"/>
              </a:rPr>
              <a:pPr/>
              <a:t>32</a:t>
            </a:fld>
            <a:endParaRPr lang="en-US" altLang="ja-JP" sz="1400">
              <a:solidFill>
                <a:schemeClr val="tx1"/>
              </a:solidFill>
              <a:latin typeface="+mn-ea"/>
              <a:ea typeface="+mn-ea"/>
              <a:cs typeface="メイリオ" pitchFamily="50" charset="-128"/>
            </a:endParaRPr>
          </a:p>
        </p:txBody>
      </p:sp>
      <p:sp>
        <p:nvSpPr>
          <p:cNvPr id="2" name="コンテンツ プレースホルダー 2">
            <a:extLst>
              <a:ext uri="{FF2B5EF4-FFF2-40B4-BE49-F238E27FC236}">
                <a16:creationId xmlns:a16="http://schemas.microsoft.com/office/drawing/2014/main" id="{60D352D4-2D1B-2F20-D1FA-A52D1561975D}"/>
              </a:ext>
            </a:extLst>
          </p:cNvPr>
          <p:cNvSpPr txBox="1">
            <a:spLocks/>
          </p:cNvSpPr>
          <p:nvPr/>
        </p:nvSpPr>
        <p:spPr>
          <a:xfrm>
            <a:off x="1019175" y="959558"/>
            <a:ext cx="10805638" cy="1118987"/>
          </a:xfrm>
        </p:spPr>
        <p:txBody>
          <a:bodyPr vert="horz" lIns="0" tIns="0" rIns="0" bIns="0" rtlCol="0" anchor="t">
            <a:noAutofit/>
          </a:bodyPr>
          <a:lstStyle>
            <a:lvl1pPr marL="0" eaLnBrk="1" hangingPunct="1">
              <a:defRPr kumimoji="1" sz="1400">
                <a:latin typeface="+mn-lt"/>
                <a:ea typeface="+mn-ea"/>
                <a:cs typeface="+mn-cs"/>
              </a:defRPr>
            </a:lvl1pPr>
            <a:lvl2pPr marL="457200" eaLnBrk="1" hangingPunct="1">
              <a:defRPr kumimoji="1">
                <a:latin typeface="+mn-lt"/>
                <a:ea typeface="+mn-ea"/>
                <a:cs typeface="+mn-cs"/>
              </a:defRPr>
            </a:lvl2pPr>
            <a:lvl3pPr marL="914400" eaLnBrk="1" hangingPunct="1">
              <a:defRPr kumimoji="1">
                <a:latin typeface="+mn-lt"/>
                <a:ea typeface="+mn-ea"/>
                <a:cs typeface="+mn-cs"/>
              </a:defRPr>
            </a:lvl3pPr>
            <a:lvl4pPr marL="1371600" eaLnBrk="1" hangingPunct="1">
              <a:defRPr kumimoji="1">
                <a:latin typeface="+mn-lt"/>
                <a:ea typeface="+mn-ea"/>
                <a:cs typeface="+mn-cs"/>
              </a:defRPr>
            </a:lvl4pPr>
            <a:lvl5pPr marL="1828800" eaLnBrk="1" hangingPunct="1">
              <a:defRPr kumimoji="1">
                <a:latin typeface="+mn-lt"/>
                <a:ea typeface="+mn-ea"/>
                <a:cs typeface="+mn-cs"/>
              </a:defRPr>
            </a:lvl5pPr>
            <a:lvl6pPr marL="2286000" eaLnBrk="1" hangingPunct="1">
              <a:defRPr kumimoji="1">
                <a:latin typeface="+mn-lt"/>
                <a:ea typeface="+mn-ea"/>
                <a:cs typeface="+mn-cs"/>
              </a:defRPr>
            </a:lvl6pPr>
            <a:lvl7pPr marL="2743200" eaLnBrk="1" hangingPunct="1">
              <a:defRPr kumimoji="1">
                <a:latin typeface="+mn-lt"/>
                <a:ea typeface="+mn-ea"/>
                <a:cs typeface="+mn-cs"/>
              </a:defRPr>
            </a:lvl7pPr>
            <a:lvl8pPr marL="3200400" eaLnBrk="1" hangingPunct="1">
              <a:defRPr kumimoji="1">
                <a:latin typeface="+mn-lt"/>
                <a:ea typeface="+mn-ea"/>
                <a:cs typeface="+mn-cs"/>
              </a:defRPr>
            </a:lvl8pPr>
            <a:lvl9pPr marL="3657600" eaLnBrk="1" hangingPunct="1">
              <a:defRPr kumimoji="1">
                <a:latin typeface="+mn-lt"/>
                <a:ea typeface="+mn-ea"/>
                <a:cs typeface="+mn-cs"/>
              </a:defRPr>
            </a:lvl9pPr>
          </a:lstStyle>
          <a:p>
            <a:pPr algn="l" rtl="0" fontAlgn="base"/>
            <a:r>
              <a:rPr lang="en-US" altLang="ja-JP" sz="2000" kern="0" dirty="0">
                <a:solidFill>
                  <a:srgbClr val="000000"/>
                </a:solidFill>
                <a:highlight>
                  <a:srgbClr val="FFFFFF"/>
                </a:highlight>
                <a:latin typeface="+mj-ea"/>
                <a:ea typeface="+mj-ea"/>
              </a:rPr>
              <a:t>SQL Server</a:t>
            </a:r>
            <a:r>
              <a:rPr lang="ja-JP" altLang="en-US" sz="2000" kern="0" dirty="0">
                <a:solidFill>
                  <a:srgbClr val="000000"/>
                </a:solidFill>
                <a:highlight>
                  <a:srgbClr val="FFFFFF"/>
                </a:highlight>
                <a:latin typeface="+mj-ea"/>
                <a:ea typeface="+mj-ea"/>
              </a:rPr>
              <a:t>、</a:t>
            </a:r>
            <a:r>
              <a:rPr lang="en-US" altLang="ja-JP" sz="2000" kern="0" dirty="0">
                <a:solidFill>
                  <a:srgbClr val="000000"/>
                </a:solidFill>
                <a:highlight>
                  <a:srgbClr val="FFFFFF"/>
                </a:highlight>
                <a:latin typeface="+mj-ea"/>
                <a:ea typeface="+mj-ea"/>
              </a:rPr>
              <a:t>Oracle</a:t>
            </a:r>
            <a:r>
              <a:rPr lang="ja-JP" altLang="en-US" sz="2000" kern="0" dirty="0">
                <a:solidFill>
                  <a:srgbClr val="000000"/>
                </a:solidFill>
                <a:highlight>
                  <a:srgbClr val="FFFFFF"/>
                </a:highlight>
                <a:latin typeface="+mj-ea"/>
                <a:ea typeface="+mj-ea"/>
              </a:rPr>
              <a:t>などの</a:t>
            </a:r>
            <a:r>
              <a:rPr lang="en-US" altLang="ja-JP" sz="2000" kern="0" dirty="0">
                <a:solidFill>
                  <a:srgbClr val="000000"/>
                </a:solidFill>
                <a:highlight>
                  <a:srgbClr val="FFFFFF"/>
                </a:highlight>
                <a:latin typeface="+mj-ea"/>
                <a:ea typeface="+mj-ea"/>
              </a:rPr>
              <a:t>OLE DB</a:t>
            </a:r>
            <a:r>
              <a:rPr lang="ja-JP" altLang="en-US" sz="2000" kern="0" dirty="0">
                <a:solidFill>
                  <a:srgbClr val="000000"/>
                </a:solidFill>
                <a:highlight>
                  <a:srgbClr val="FFFFFF"/>
                </a:highlight>
                <a:latin typeface="+mj-ea"/>
                <a:ea typeface="+mj-ea"/>
              </a:rPr>
              <a:t>やテキストファイルとのプログラムレスな接続が可能</a:t>
            </a:r>
            <a:endParaRPr lang="en-US" altLang="ja-JP" sz="2000" kern="0" dirty="0">
              <a:solidFill>
                <a:srgbClr val="000000"/>
              </a:solidFill>
              <a:highlight>
                <a:srgbClr val="FFFFFF"/>
              </a:highlight>
              <a:latin typeface="+mj-ea"/>
              <a:ea typeface="+mj-ea"/>
            </a:endParaRPr>
          </a:p>
          <a:p>
            <a:pPr algn="l" rtl="0" fontAlgn="base"/>
            <a:r>
              <a:rPr lang="en-US" altLang="ja-JP" sz="2000" kern="0" dirty="0">
                <a:solidFill>
                  <a:srgbClr val="000000"/>
                </a:solidFill>
                <a:highlight>
                  <a:srgbClr val="FFFFFF"/>
                </a:highlight>
                <a:latin typeface="+mj-ea"/>
                <a:ea typeface="+mj-ea"/>
              </a:rPr>
              <a:t>ERP</a:t>
            </a:r>
            <a:r>
              <a:rPr lang="ja-JP" altLang="en-US" sz="2000" kern="0" dirty="0">
                <a:solidFill>
                  <a:srgbClr val="000000"/>
                </a:solidFill>
                <a:highlight>
                  <a:srgbClr val="FFFFFF"/>
                </a:highlight>
                <a:latin typeface="+mj-ea"/>
                <a:ea typeface="+mj-ea"/>
              </a:rPr>
              <a:t>層と</a:t>
            </a:r>
            <a:r>
              <a:rPr lang="en-US" altLang="ja-JP" sz="2000" kern="0" dirty="0">
                <a:solidFill>
                  <a:srgbClr val="000000"/>
                </a:solidFill>
                <a:highlight>
                  <a:srgbClr val="FFFFFF"/>
                </a:highlight>
                <a:latin typeface="+mj-ea"/>
                <a:ea typeface="+mj-ea"/>
              </a:rPr>
              <a:t>MES</a:t>
            </a:r>
            <a:r>
              <a:rPr lang="ja-JP" altLang="en-US" sz="2000" kern="0" dirty="0">
                <a:solidFill>
                  <a:srgbClr val="000000"/>
                </a:solidFill>
                <a:highlight>
                  <a:srgbClr val="FFFFFF"/>
                </a:highlight>
                <a:latin typeface="+mj-ea"/>
                <a:ea typeface="+mj-ea"/>
              </a:rPr>
              <a:t>層のマスタデータの粒度や構造の違いを解消</a:t>
            </a:r>
            <a:endParaRPr lang="ja-JP" altLang="en-US" sz="2000" kern="0" dirty="0">
              <a:solidFill>
                <a:sysClr val="windowText" lastClr="000000"/>
              </a:solidFill>
              <a:latin typeface="+mj-ea"/>
              <a:ea typeface="+mj-ea"/>
            </a:endParaRPr>
          </a:p>
        </p:txBody>
      </p:sp>
      <p:pic>
        <p:nvPicPr>
          <p:cNvPr id="3" name="図 2">
            <a:extLst>
              <a:ext uri="{FF2B5EF4-FFF2-40B4-BE49-F238E27FC236}">
                <a16:creationId xmlns:a16="http://schemas.microsoft.com/office/drawing/2014/main" id="{1497EE58-74A5-DD51-9764-93BBDF8E0C07}"/>
              </a:ext>
            </a:extLst>
          </p:cNvPr>
          <p:cNvPicPr>
            <a:picLocks noChangeAspect="1"/>
          </p:cNvPicPr>
          <p:nvPr/>
        </p:nvPicPr>
        <p:blipFill>
          <a:blip r:embed="rId3"/>
          <a:stretch>
            <a:fillRect/>
          </a:stretch>
        </p:blipFill>
        <p:spPr>
          <a:xfrm>
            <a:off x="1974414" y="1926145"/>
            <a:ext cx="8895160" cy="4104049"/>
          </a:xfrm>
          <a:prstGeom prst="rect">
            <a:avLst/>
          </a:prstGeom>
        </p:spPr>
      </p:pic>
    </p:spTree>
    <p:extLst>
      <p:ext uri="{BB962C8B-B14F-4D97-AF65-F5344CB8AC3E}">
        <p14:creationId xmlns:p14="http://schemas.microsoft.com/office/powerpoint/2010/main" val="42928906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31F466-924E-D28B-545D-B2977C9DAFFF}"/>
            </a:ext>
          </a:extLst>
        </p:cNvPr>
        <p:cNvGrpSpPr/>
        <p:nvPr/>
      </p:nvGrpSpPr>
      <p:grpSpPr>
        <a:xfrm>
          <a:off x="0" y="0"/>
          <a:ext cx="0" cy="0"/>
          <a:chOff x="0" y="0"/>
          <a:chExt cx="0" cy="0"/>
        </a:xfrm>
      </p:grpSpPr>
      <p:sp>
        <p:nvSpPr>
          <p:cNvPr id="17" name="タイトル 4">
            <a:extLst>
              <a:ext uri="{FF2B5EF4-FFF2-40B4-BE49-F238E27FC236}">
                <a16:creationId xmlns:a16="http://schemas.microsoft.com/office/drawing/2014/main" id="{C96ADD85-F71A-C38A-9D31-98E23D8FE852}"/>
              </a:ext>
            </a:extLst>
          </p:cNvPr>
          <p:cNvSpPr txBox="1">
            <a:spLocks/>
          </p:cNvSpPr>
          <p:nvPr/>
        </p:nvSpPr>
        <p:spPr>
          <a:xfrm>
            <a:off x="889000" y="234190"/>
            <a:ext cx="10283825" cy="604519"/>
          </a:xfrm>
          <a:prstGeom prst="rect">
            <a:avLst/>
          </a:prstGeom>
        </p:spPr>
        <p:txBody>
          <a:bodyPr lIns="0" tIns="0" rIns="0" bIns="0"/>
          <a:lstStyle>
            <a:lvl1pPr>
              <a:defRPr sz="3800" b="0" i="0" spc="-70" baseline="0">
                <a:solidFill>
                  <a:schemeClr val="tx2"/>
                </a:solidFill>
                <a:latin typeface="+mj-ea"/>
                <a:ea typeface="+mj-ea"/>
                <a:cs typeface="游ゴシック" panose="020B0400000000000000" pitchFamily="50" charset="-128"/>
              </a:defRPr>
            </a:lvl1pPr>
          </a:lstStyle>
          <a:p>
            <a:r>
              <a:rPr lang="ja-JP" altLang="en-US" sz="3200"/>
              <a:t>生産スケジューラ「</a:t>
            </a:r>
            <a:r>
              <a:rPr lang="en-US" altLang="ja-JP" sz="3200" err="1"/>
              <a:t>Asprova</a:t>
            </a:r>
            <a:r>
              <a:rPr lang="ja-JP" altLang="en-US" sz="3200"/>
              <a:t>」および周辺ソリューション</a:t>
            </a:r>
            <a:endParaRPr kumimoji="0" lang="ja-JP" altLang="en-US" sz="3200" kern="0"/>
          </a:p>
        </p:txBody>
      </p:sp>
      <p:sp>
        <p:nvSpPr>
          <p:cNvPr id="2" name="スライド番号プレースホルダー 1">
            <a:extLst>
              <a:ext uri="{FF2B5EF4-FFF2-40B4-BE49-F238E27FC236}">
                <a16:creationId xmlns:a16="http://schemas.microsoft.com/office/drawing/2014/main" id="{591F2852-AEC5-708D-AA3D-0F383EA3938A}"/>
              </a:ext>
            </a:extLst>
          </p:cNvPr>
          <p:cNvSpPr txBox="1">
            <a:spLocks/>
          </p:cNvSpPr>
          <p:nvPr/>
        </p:nvSpPr>
        <p:spPr bwMode="ltGray">
          <a:xfrm>
            <a:off x="10855405" y="6532510"/>
            <a:ext cx="998971" cy="241300"/>
          </a:xfrm>
          <a:prstGeom prst="rect">
            <a:avLst/>
          </a:prstGeom>
          <a:noFill/>
          <a:ln>
            <a:noFill/>
          </a:ln>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defPPr>
              <a:defRPr lang="ja-JP"/>
            </a:defPPr>
            <a:lvl1pPr marL="0" algn="r" defTabSz="914400" rtl="0" eaLnBrk="1" latinLnBrk="0" hangingPunct="1">
              <a:defRPr kumimoji="1" sz="1800" b="1" i="0" kern="1200">
                <a:solidFill>
                  <a:schemeClr val="bg1"/>
                </a:solidFill>
                <a:latin typeface="Arial" pitchFamily="34" charset="0"/>
                <a:ea typeface="ＭＳ Ｐゴシック" pitchFamily="50" charset="-128"/>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E025C43D-97FC-4CE9-9332-5BE2A99BA935}" type="slidenum">
              <a:rPr lang="en-US" altLang="ja-JP" sz="1400" smtClean="0">
                <a:solidFill>
                  <a:schemeClr val="tx1"/>
                </a:solidFill>
                <a:latin typeface="+mn-ea"/>
                <a:ea typeface="+mn-ea"/>
                <a:cs typeface="メイリオ" pitchFamily="50" charset="-128"/>
              </a:rPr>
              <a:pPr/>
              <a:t>33</a:t>
            </a:fld>
            <a:endParaRPr lang="en-US" altLang="ja-JP" sz="1400">
              <a:solidFill>
                <a:schemeClr val="tx1"/>
              </a:solidFill>
              <a:latin typeface="+mn-ea"/>
              <a:ea typeface="+mn-ea"/>
              <a:cs typeface="メイリオ" pitchFamily="50" charset="-128"/>
            </a:endParaRPr>
          </a:p>
        </p:txBody>
      </p:sp>
      <p:pic>
        <p:nvPicPr>
          <p:cNvPr id="13" name="図 12">
            <a:extLst>
              <a:ext uri="{FF2B5EF4-FFF2-40B4-BE49-F238E27FC236}">
                <a16:creationId xmlns:a16="http://schemas.microsoft.com/office/drawing/2014/main" id="{652C5509-5376-EF47-CE7D-33564A6EEAB3}"/>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913547" y="2468276"/>
            <a:ext cx="9092480" cy="1616648"/>
          </a:xfrm>
          <a:prstGeom prst="rect">
            <a:avLst/>
          </a:prstGeom>
        </p:spPr>
      </p:pic>
      <p:sp>
        <p:nvSpPr>
          <p:cNvPr id="15" name="テキスト ボックス 45">
            <a:extLst>
              <a:ext uri="{FF2B5EF4-FFF2-40B4-BE49-F238E27FC236}">
                <a16:creationId xmlns:a16="http://schemas.microsoft.com/office/drawing/2014/main" id="{A6FED5A2-5035-ED96-0A06-37D21543F01F}"/>
              </a:ext>
            </a:extLst>
          </p:cNvPr>
          <p:cNvSpPr txBox="1"/>
          <p:nvPr/>
        </p:nvSpPr>
        <p:spPr>
          <a:xfrm>
            <a:off x="1210174" y="949885"/>
            <a:ext cx="10499226" cy="1200329"/>
          </a:xfrm>
          <a:prstGeom prst="rect">
            <a:avLst/>
          </a:prstGeom>
          <a:noFill/>
        </p:spPr>
        <p:txBody>
          <a:bodyPr wrap="square">
            <a:spAutoFit/>
          </a:bodyPr>
          <a:lstStyle>
            <a:defPPr>
              <a:defRPr lang="ja-JP"/>
            </a:defPPr>
            <a:lvl1pPr algn="l" rtl="0" fontAlgn="base">
              <a:spcBef>
                <a:spcPct val="0"/>
              </a:spcBef>
              <a:spcAft>
                <a:spcPct val="0"/>
              </a:spcAft>
              <a:defRPr kumimoji="1" sz="1400" kern="1200">
                <a:solidFill>
                  <a:schemeClr val="tx1"/>
                </a:solidFill>
                <a:latin typeface="Arial" pitchFamily="34" charset="0"/>
                <a:ea typeface="ＭＳ Ｐゴシック" pitchFamily="50" charset="-128"/>
                <a:cs typeface="+mn-cs"/>
              </a:defRPr>
            </a:lvl1pPr>
            <a:lvl2pPr marL="457200" algn="l" rtl="0" fontAlgn="base">
              <a:spcBef>
                <a:spcPct val="0"/>
              </a:spcBef>
              <a:spcAft>
                <a:spcPct val="0"/>
              </a:spcAft>
              <a:defRPr kumimoji="1" sz="1400" kern="1200">
                <a:solidFill>
                  <a:schemeClr val="tx1"/>
                </a:solidFill>
                <a:latin typeface="Arial" pitchFamily="34" charset="0"/>
                <a:ea typeface="ＭＳ Ｐゴシック" pitchFamily="50" charset="-128"/>
                <a:cs typeface="+mn-cs"/>
              </a:defRPr>
            </a:lvl2pPr>
            <a:lvl3pPr marL="914400" algn="l" rtl="0" fontAlgn="base">
              <a:spcBef>
                <a:spcPct val="0"/>
              </a:spcBef>
              <a:spcAft>
                <a:spcPct val="0"/>
              </a:spcAft>
              <a:defRPr kumimoji="1" sz="1400" kern="1200">
                <a:solidFill>
                  <a:schemeClr val="tx1"/>
                </a:solidFill>
                <a:latin typeface="Arial" pitchFamily="34" charset="0"/>
                <a:ea typeface="ＭＳ Ｐゴシック" pitchFamily="50" charset="-128"/>
                <a:cs typeface="+mn-cs"/>
              </a:defRPr>
            </a:lvl3pPr>
            <a:lvl4pPr marL="1371600" algn="l" rtl="0" fontAlgn="base">
              <a:spcBef>
                <a:spcPct val="0"/>
              </a:spcBef>
              <a:spcAft>
                <a:spcPct val="0"/>
              </a:spcAft>
              <a:defRPr kumimoji="1" sz="1400" kern="1200">
                <a:solidFill>
                  <a:schemeClr val="tx1"/>
                </a:solidFill>
                <a:latin typeface="Arial" pitchFamily="34" charset="0"/>
                <a:ea typeface="ＭＳ Ｐゴシック" pitchFamily="50" charset="-128"/>
                <a:cs typeface="+mn-cs"/>
              </a:defRPr>
            </a:lvl4pPr>
            <a:lvl5pPr marL="1828800" algn="l" rtl="0" fontAlgn="base">
              <a:spcBef>
                <a:spcPct val="0"/>
              </a:spcBef>
              <a:spcAft>
                <a:spcPct val="0"/>
              </a:spcAft>
              <a:defRPr kumimoji="1" sz="14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4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4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4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400" kern="1200">
                <a:solidFill>
                  <a:schemeClr val="tx1"/>
                </a:solidFill>
                <a:latin typeface="Arial" pitchFamily="34" charset="0"/>
                <a:ea typeface="ＭＳ Ｐゴシック" pitchFamily="50" charset="-128"/>
                <a:cs typeface="+mn-cs"/>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ja-JP" sz="1800" b="0" i="0" u="none" strike="noStrike" kern="1200" cap="none" spc="0" normalizeH="0" baseline="0" noProof="0">
                <a:ln>
                  <a:noFill/>
                </a:ln>
                <a:solidFill>
                  <a:prstClr val="black"/>
                </a:solidFill>
                <a:effectLst/>
                <a:uLnTx/>
                <a:uFillTx/>
                <a:latin typeface="+mn-ea"/>
                <a:ea typeface="+mn-ea"/>
              </a:rPr>
              <a:t>NSW</a:t>
            </a:r>
            <a:r>
              <a:rPr kumimoji="0" lang="ja-JP" altLang="en-US" sz="1800" b="0" i="0" u="none" strike="noStrike" kern="1200" cap="none" spc="0" normalizeH="0" baseline="0" noProof="0">
                <a:ln>
                  <a:noFill/>
                </a:ln>
                <a:solidFill>
                  <a:prstClr val="black"/>
                </a:solidFill>
                <a:effectLst/>
                <a:uLnTx/>
                <a:uFillTx/>
                <a:latin typeface="+mn-ea"/>
                <a:ea typeface="+mn-ea"/>
              </a:rPr>
              <a:t>では</a:t>
            </a:r>
            <a:r>
              <a:rPr kumimoji="0" lang="ja-JP" altLang="en-US" sz="1800" b="1" i="0" u="none" strike="noStrike" kern="1200" cap="none" spc="0" normalizeH="0" baseline="0" noProof="0">
                <a:ln>
                  <a:noFill/>
                </a:ln>
                <a:solidFill>
                  <a:srgbClr val="4472C4"/>
                </a:solidFill>
                <a:effectLst/>
                <a:uLnTx/>
                <a:uFillTx/>
                <a:latin typeface="+mn-ea"/>
                <a:ea typeface="+mn-ea"/>
              </a:rPr>
              <a:t>製造業のお客様、工場の問題・課題を解決するソリューションを豊富に揃えています</a:t>
            </a:r>
            <a:r>
              <a:rPr kumimoji="0" lang="ja-JP" altLang="en-US" sz="1800" b="0" i="0" u="none" strike="noStrike" kern="1200" cap="none" spc="0" normalizeH="0" baseline="0" noProof="0">
                <a:ln>
                  <a:noFill/>
                </a:ln>
                <a:solidFill>
                  <a:srgbClr val="4472C4"/>
                </a:solidFill>
                <a:effectLst/>
                <a:uLnTx/>
                <a:uFillTx/>
                <a:latin typeface="+mn-ea"/>
                <a:ea typeface="+mn-ea"/>
              </a:rPr>
              <a:t>。</a:t>
            </a:r>
            <a:r>
              <a:rPr kumimoji="0" lang="en-US" altLang="ja-JP" sz="1800" b="0" i="0" u="none" strike="noStrike" kern="1200" cap="none" spc="0" normalizeH="0" baseline="0" noProof="0">
                <a:ln>
                  <a:noFill/>
                </a:ln>
                <a:solidFill>
                  <a:prstClr val="black"/>
                </a:solidFill>
                <a:effectLst/>
                <a:uLnTx/>
                <a:uFillTx/>
                <a:latin typeface="+mn-ea"/>
                <a:ea typeface="+mn-ea"/>
              </a:rPr>
              <a:t>ASPROVA</a:t>
            </a:r>
            <a:r>
              <a:rPr kumimoji="0" lang="ja-JP" altLang="en-US" sz="1800" b="0" i="0" u="none" strike="noStrike" kern="1200" cap="none" spc="0" normalizeH="0" baseline="0" noProof="0">
                <a:ln>
                  <a:noFill/>
                </a:ln>
                <a:solidFill>
                  <a:prstClr val="black"/>
                </a:solidFill>
                <a:effectLst/>
                <a:uLnTx/>
                <a:uFillTx/>
                <a:latin typeface="+mn-ea"/>
                <a:ea typeface="+mn-ea"/>
              </a:rPr>
              <a:t>ご提案時も</a:t>
            </a:r>
            <a:r>
              <a:rPr kumimoji="0" lang="en-US" altLang="ja-JP" sz="1800" b="0" i="0" u="none" strike="noStrike" kern="1200" cap="none" spc="0" normalizeH="0" baseline="0" noProof="0">
                <a:ln>
                  <a:noFill/>
                </a:ln>
                <a:solidFill>
                  <a:prstClr val="black"/>
                </a:solidFill>
                <a:effectLst/>
                <a:uLnTx/>
                <a:uFillTx/>
                <a:latin typeface="+mn-ea"/>
                <a:ea typeface="+mn-ea"/>
              </a:rPr>
              <a:t>ERP</a:t>
            </a:r>
            <a:r>
              <a:rPr kumimoji="0" lang="ja-JP" altLang="en-US" sz="1800" b="0" i="0" u="none" strike="noStrike" kern="1200" cap="none" spc="0" normalizeH="0" baseline="0" noProof="0">
                <a:ln>
                  <a:noFill/>
                </a:ln>
                <a:solidFill>
                  <a:prstClr val="black"/>
                </a:solidFill>
                <a:effectLst/>
                <a:uLnTx/>
                <a:uFillTx/>
                <a:latin typeface="+mn-ea"/>
                <a:ea typeface="+mn-ea"/>
              </a:rPr>
              <a:t>や生産管理システムとの連携・マスタ統合、</a:t>
            </a:r>
            <a:r>
              <a:rPr kumimoji="0" lang="en-US" altLang="ja-JP" sz="1800" b="0" i="0" u="none" strike="noStrike" kern="1200" cap="none" spc="0" normalizeH="0" baseline="0" noProof="0">
                <a:ln>
                  <a:noFill/>
                </a:ln>
                <a:solidFill>
                  <a:prstClr val="black"/>
                </a:solidFill>
                <a:effectLst/>
                <a:uLnTx/>
                <a:uFillTx/>
                <a:latin typeface="+mn-ea"/>
                <a:ea typeface="+mn-ea"/>
              </a:rPr>
              <a:t>MES</a:t>
            </a:r>
            <a:r>
              <a:rPr kumimoji="0" lang="ja-JP" altLang="en-US" sz="1800" b="0" i="0" u="none" strike="noStrike" kern="1200" cap="none" spc="0" normalizeH="0" baseline="0" noProof="0">
                <a:ln>
                  <a:noFill/>
                </a:ln>
                <a:solidFill>
                  <a:prstClr val="black"/>
                </a:solidFill>
                <a:effectLst/>
                <a:uLnTx/>
                <a:uFillTx/>
                <a:latin typeface="+mn-ea"/>
                <a:ea typeface="+mn-ea"/>
              </a:rPr>
              <a:t>・</a:t>
            </a:r>
            <a:r>
              <a:rPr kumimoji="0" lang="en-US" altLang="ja-JP" sz="1800" b="0" i="0" u="none" strike="noStrike" kern="1200" cap="none" spc="0" normalizeH="0" baseline="0" noProof="0">
                <a:ln>
                  <a:noFill/>
                </a:ln>
                <a:solidFill>
                  <a:prstClr val="black"/>
                </a:solidFill>
                <a:effectLst/>
                <a:uLnTx/>
                <a:uFillTx/>
                <a:latin typeface="+mn-ea"/>
                <a:ea typeface="+mn-ea"/>
              </a:rPr>
              <a:t>IoT</a:t>
            </a:r>
            <a:r>
              <a:rPr kumimoji="0" lang="ja-JP" altLang="en-US" sz="1800" b="0" i="0" u="none" strike="noStrike" kern="1200" cap="none" spc="0" normalizeH="0" baseline="0" noProof="0">
                <a:ln>
                  <a:noFill/>
                </a:ln>
                <a:solidFill>
                  <a:prstClr val="black"/>
                </a:solidFill>
                <a:effectLst/>
                <a:uLnTx/>
                <a:uFillTx/>
                <a:latin typeface="+mn-ea"/>
                <a:ea typeface="+mn-ea"/>
              </a:rPr>
              <a:t>・実績収集など、周辺システム・ソリューション、その連携や組合せで</a:t>
            </a:r>
            <a:endParaRPr kumimoji="0" lang="en-US" altLang="ja-JP" sz="1800" b="0" i="0" u="none" strike="noStrike" kern="1200" cap="none" spc="0" normalizeH="0" baseline="0" noProof="0">
              <a:ln>
                <a:noFill/>
              </a:ln>
              <a:solidFill>
                <a:prstClr val="black"/>
              </a:solidFill>
              <a:effectLst/>
              <a:uLnTx/>
              <a:uFillTx/>
              <a:latin typeface="+mn-ea"/>
              <a:ea typeface="+mn-ea"/>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ja-JP" altLang="en-US" sz="1800" b="0" i="0" u="none" strike="noStrike" kern="1200" cap="none" spc="0" normalizeH="0" baseline="0" noProof="0">
                <a:ln>
                  <a:noFill/>
                </a:ln>
                <a:solidFill>
                  <a:prstClr val="black"/>
                </a:solidFill>
                <a:effectLst/>
                <a:uLnTx/>
                <a:uFillTx/>
                <a:latin typeface="+mn-ea"/>
                <a:ea typeface="+mn-ea"/>
              </a:rPr>
              <a:t>お客様の</a:t>
            </a:r>
            <a:r>
              <a:rPr kumimoji="0" lang="ja-JP" altLang="en-US" sz="1800" b="1" i="0" u="none" strike="noStrike" kern="1200" cap="none" spc="0" normalizeH="0" baseline="0" noProof="0">
                <a:ln>
                  <a:noFill/>
                </a:ln>
                <a:solidFill>
                  <a:srgbClr val="4472C4"/>
                </a:solidFill>
                <a:effectLst/>
                <a:uLnTx/>
                <a:uFillTx/>
                <a:latin typeface="+mn-ea"/>
                <a:ea typeface="+mn-ea"/>
              </a:rPr>
              <a:t>「</a:t>
            </a:r>
            <a:r>
              <a:rPr kumimoji="0" lang="en-US" altLang="ja-JP" sz="1800" b="1" i="0" u="none" strike="noStrike" kern="1200" cap="none" spc="0" normalizeH="0" baseline="0" noProof="0">
                <a:ln>
                  <a:noFill/>
                </a:ln>
                <a:solidFill>
                  <a:srgbClr val="4472C4"/>
                </a:solidFill>
                <a:effectLst/>
                <a:uLnTx/>
                <a:uFillTx/>
                <a:latin typeface="+mn-ea"/>
                <a:ea typeface="+mn-ea"/>
              </a:rPr>
              <a:t>Smart Factory</a:t>
            </a:r>
            <a:r>
              <a:rPr kumimoji="0" lang="ja-JP" altLang="en-US" sz="1800" b="1" i="0" u="none" strike="noStrike" kern="1200" cap="none" spc="0" normalizeH="0" baseline="0" noProof="0">
                <a:ln>
                  <a:noFill/>
                </a:ln>
                <a:solidFill>
                  <a:srgbClr val="4472C4"/>
                </a:solidFill>
                <a:effectLst/>
                <a:uLnTx/>
                <a:uFillTx/>
                <a:latin typeface="+mn-ea"/>
                <a:ea typeface="+mn-ea"/>
              </a:rPr>
              <a:t>（スマートファクトリー）」の実現をトータルでサポート致します</a:t>
            </a:r>
            <a:r>
              <a:rPr kumimoji="0" lang="ja-JP" altLang="en-US" sz="1800" b="0" i="0" u="none" strike="noStrike" kern="1200" cap="none" spc="0" normalizeH="0" baseline="0" noProof="0">
                <a:ln>
                  <a:noFill/>
                </a:ln>
                <a:solidFill>
                  <a:srgbClr val="4472C4"/>
                </a:solidFill>
                <a:effectLst/>
                <a:uLnTx/>
                <a:uFillTx/>
                <a:latin typeface="+mn-ea"/>
                <a:ea typeface="+mn-ea"/>
              </a:rPr>
              <a:t>。</a:t>
            </a:r>
          </a:p>
        </p:txBody>
      </p:sp>
      <p:pic>
        <p:nvPicPr>
          <p:cNvPr id="18" name="図 17">
            <a:extLst>
              <a:ext uri="{FF2B5EF4-FFF2-40B4-BE49-F238E27FC236}">
                <a16:creationId xmlns:a16="http://schemas.microsoft.com/office/drawing/2014/main" id="{8770834C-CB65-819C-B23E-7D393C45F72B}"/>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887444" y="4497611"/>
            <a:ext cx="2371254" cy="1782949"/>
          </a:xfrm>
          <a:prstGeom prst="rect">
            <a:avLst/>
          </a:prstGeom>
        </p:spPr>
      </p:pic>
      <p:pic>
        <p:nvPicPr>
          <p:cNvPr id="20" name="図 19">
            <a:extLst>
              <a:ext uri="{FF2B5EF4-FFF2-40B4-BE49-F238E27FC236}">
                <a16:creationId xmlns:a16="http://schemas.microsoft.com/office/drawing/2014/main" id="{FFDDA117-1765-3D12-5B25-B93303665276}"/>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4504181" y="4497611"/>
            <a:ext cx="1446242" cy="1782950"/>
          </a:xfrm>
          <a:prstGeom prst="rect">
            <a:avLst/>
          </a:prstGeom>
        </p:spPr>
      </p:pic>
      <p:pic>
        <p:nvPicPr>
          <p:cNvPr id="21" name="図 20">
            <a:extLst>
              <a:ext uri="{FF2B5EF4-FFF2-40B4-BE49-F238E27FC236}">
                <a16:creationId xmlns:a16="http://schemas.microsoft.com/office/drawing/2014/main" id="{691C4562-C2B1-94B2-2B6D-5AD7E019359E}"/>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6097595" y="4498246"/>
            <a:ext cx="1958662" cy="1782314"/>
          </a:xfrm>
          <a:prstGeom prst="rect">
            <a:avLst/>
          </a:prstGeom>
        </p:spPr>
      </p:pic>
      <p:pic>
        <p:nvPicPr>
          <p:cNvPr id="23" name="図 22" descr="テキスト, スコアボード, 屋外, モニター が含まれている画像&#10;&#10;自動的に生成された説明">
            <a:extLst>
              <a:ext uri="{FF2B5EF4-FFF2-40B4-BE49-F238E27FC236}">
                <a16:creationId xmlns:a16="http://schemas.microsoft.com/office/drawing/2014/main" id="{D2A7B4C1-42B4-8667-C808-99BEC8C5DEF9}"/>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8145877" y="4497611"/>
            <a:ext cx="2605073" cy="1406131"/>
          </a:xfrm>
          <a:prstGeom prst="rect">
            <a:avLst/>
          </a:prstGeom>
        </p:spPr>
      </p:pic>
      <p:pic>
        <p:nvPicPr>
          <p:cNvPr id="24" name="Picture 2" descr="Thingworx - ​PLM Central Ltd | We Design Innovation">
            <a:extLst>
              <a:ext uri="{FF2B5EF4-FFF2-40B4-BE49-F238E27FC236}">
                <a16:creationId xmlns:a16="http://schemas.microsoft.com/office/drawing/2014/main" id="{76CCC3A7-1AF9-ACF2-093D-BE33638432AD}"/>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9518667" y="2550301"/>
            <a:ext cx="1091208" cy="2257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8392181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327201-1E25-5A35-3F83-1495E043E4B3}"/>
            </a:ext>
          </a:extLst>
        </p:cNvPr>
        <p:cNvGrpSpPr/>
        <p:nvPr/>
      </p:nvGrpSpPr>
      <p:grpSpPr>
        <a:xfrm>
          <a:off x="0" y="0"/>
          <a:ext cx="0" cy="0"/>
          <a:chOff x="0" y="0"/>
          <a:chExt cx="0" cy="0"/>
        </a:xfrm>
      </p:grpSpPr>
      <p:sp>
        <p:nvSpPr>
          <p:cNvPr id="5" name="タイトル 4">
            <a:extLst>
              <a:ext uri="{FF2B5EF4-FFF2-40B4-BE49-F238E27FC236}">
                <a16:creationId xmlns:a16="http://schemas.microsoft.com/office/drawing/2014/main" id="{ABB8D8AC-82DA-6F4B-91DB-01E8041AF754}"/>
              </a:ext>
            </a:extLst>
          </p:cNvPr>
          <p:cNvSpPr>
            <a:spLocks noGrp="1"/>
          </p:cNvSpPr>
          <p:nvPr>
            <p:ph type="title"/>
          </p:nvPr>
        </p:nvSpPr>
        <p:spPr>
          <a:xfrm>
            <a:off x="0" y="2486162"/>
            <a:ext cx="12192000" cy="1538883"/>
          </a:xfrm>
        </p:spPr>
        <p:txBody>
          <a:bodyPr/>
          <a:lstStyle/>
          <a:p>
            <a:r>
              <a:rPr lang="ja-JP" altLang="en-US" dirty="0"/>
              <a:t>導入の流れと</a:t>
            </a:r>
            <a:br>
              <a:rPr lang="ja-JP" altLang="en-US" dirty="0"/>
            </a:br>
            <a:r>
              <a:rPr lang="en-US" altLang="ja-JP" dirty="0"/>
              <a:t>NSW</a:t>
            </a:r>
            <a:r>
              <a:rPr lang="ja-JP" altLang="en-US" dirty="0"/>
              <a:t>サポート</a:t>
            </a:r>
          </a:p>
        </p:txBody>
      </p:sp>
      <p:sp>
        <p:nvSpPr>
          <p:cNvPr id="2" name="スライド番号プレースホルダー 1">
            <a:extLst>
              <a:ext uri="{FF2B5EF4-FFF2-40B4-BE49-F238E27FC236}">
                <a16:creationId xmlns:a16="http://schemas.microsoft.com/office/drawing/2014/main" id="{E824D690-AA2A-AFF9-C3BE-BD06E004E50B}"/>
              </a:ext>
            </a:extLst>
          </p:cNvPr>
          <p:cNvSpPr txBox="1">
            <a:spLocks/>
          </p:cNvSpPr>
          <p:nvPr/>
        </p:nvSpPr>
        <p:spPr bwMode="ltGray">
          <a:xfrm>
            <a:off x="10855405" y="6532510"/>
            <a:ext cx="998971" cy="241300"/>
          </a:xfrm>
          <a:prstGeom prst="rect">
            <a:avLst/>
          </a:prstGeom>
          <a:noFill/>
          <a:ln>
            <a:noFill/>
          </a:ln>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defPPr>
              <a:defRPr lang="ja-JP"/>
            </a:defPPr>
            <a:lvl1pPr marL="0" algn="r" defTabSz="914400" rtl="0" eaLnBrk="1" latinLnBrk="0" hangingPunct="1">
              <a:defRPr kumimoji="1" sz="1800" b="1" i="0" kern="1200">
                <a:solidFill>
                  <a:schemeClr val="bg1"/>
                </a:solidFill>
                <a:latin typeface="Arial" pitchFamily="34" charset="0"/>
                <a:ea typeface="ＭＳ Ｐゴシック" pitchFamily="50" charset="-128"/>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E025C43D-97FC-4CE9-9332-5BE2A99BA935}" type="slidenum">
              <a:rPr lang="en-US" altLang="ja-JP" sz="1400" smtClean="0">
                <a:solidFill>
                  <a:schemeClr val="tx1"/>
                </a:solidFill>
                <a:latin typeface="+mn-ea"/>
                <a:ea typeface="+mn-ea"/>
                <a:cs typeface="メイリオ" pitchFamily="50" charset="-128"/>
              </a:rPr>
              <a:pPr/>
              <a:t>34</a:t>
            </a:fld>
            <a:endParaRPr lang="en-US" altLang="ja-JP" sz="1400">
              <a:solidFill>
                <a:schemeClr val="tx1"/>
              </a:solidFill>
              <a:latin typeface="+mn-ea"/>
              <a:ea typeface="+mn-ea"/>
              <a:cs typeface="メイリオ" pitchFamily="50" charset="-128"/>
            </a:endParaRPr>
          </a:p>
        </p:txBody>
      </p:sp>
    </p:spTree>
    <p:extLst>
      <p:ext uri="{BB962C8B-B14F-4D97-AF65-F5344CB8AC3E}">
        <p14:creationId xmlns:p14="http://schemas.microsoft.com/office/powerpoint/2010/main" val="111604555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757491-1702-C4C9-9BA6-5F789D777CAC}"/>
            </a:ext>
          </a:extLst>
        </p:cNvPr>
        <p:cNvGrpSpPr/>
        <p:nvPr/>
      </p:nvGrpSpPr>
      <p:grpSpPr>
        <a:xfrm>
          <a:off x="0" y="0"/>
          <a:ext cx="0" cy="0"/>
          <a:chOff x="0" y="0"/>
          <a:chExt cx="0" cy="0"/>
        </a:xfrm>
      </p:grpSpPr>
      <p:sp>
        <p:nvSpPr>
          <p:cNvPr id="5" name="タイトル 4">
            <a:extLst>
              <a:ext uri="{FF2B5EF4-FFF2-40B4-BE49-F238E27FC236}">
                <a16:creationId xmlns:a16="http://schemas.microsoft.com/office/drawing/2014/main" id="{C81F477E-B887-54E3-7C98-58B6D9145A4A}"/>
              </a:ext>
            </a:extLst>
          </p:cNvPr>
          <p:cNvSpPr>
            <a:spLocks noGrp="1"/>
          </p:cNvSpPr>
          <p:nvPr>
            <p:ph type="title"/>
          </p:nvPr>
        </p:nvSpPr>
        <p:spPr>
          <a:xfrm>
            <a:off x="630631" y="230188"/>
            <a:ext cx="11266729" cy="604519"/>
          </a:xfrm>
        </p:spPr>
        <p:txBody>
          <a:bodyPr/>
          <a:lstStyle/>
          <a:p>
            <a:r>
              <a:rPr lang="ja-JP" altLang="en-US" sz="3600" dirty="0"/>
              <a:t>プロトタイピング検証</a:t>
            </a:r>
          </a:p>
        </p:txBody>
      </p:sp>
      <p:sp>
        <p:nvSpPr>
          <p:cNvPr id="4" name="スライド番号プレースホルダー 1">
            <a:extLst>
              <a:ext uri="{FF2B5EF4-FFF2-40B4-BE49-F238E27FC236}">
                <a16:creationId xmlns:a16="http://schemas.microsoft.com/office/drawing/2014/main" id="{2537E8D6-5A08-9566-D680-5273D69885D3}"/>
              </a:ext>
            </a:extLst>
          </p:cNvPr>
          <p:cNvSpPr txBox="1">
            <a:spLocks/>
          </p:cNvSpPr>
          <p:nvPr/>
        </p:nvSpPr>
        <p:spPr bwMode="ltGray">
          <a:xfrm>
            <a:off x="10855405" y="6532510"/>
            <a:ext cx="998971" cy="241300"/>
          </a:xfrm>
          <a:prstGeom prst="rect">
            <a:avLst/>
          </a:prstGeom>
          <a:noFill/>
          <a:ln>
            <a:noFill/>
          </a:ln>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defPPr>
              <a:defRPr lang="ja-JP"/>
            </a:defPPr>
            <a:lvl1pPr marL="0" algn="r" defTabSz="914400" rtl="0" eaLnBrk="1" latinLnBrk="0" hangingPunct="1">
              <a:defRPr kumimoji="1" sz="1800" b="1" i="0" kern="1200">
                <a:solidFill>
                  <a:schemeClr val="bg1"/>
                </a:solidFill>
                <a:latin typeface="Arial" pitchFamily="34" charset="0"/>
                <a:ea typeface="ＭＳ Ｐゴシック" pitchFamily="50" charset="-128"/>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E025C43D-97FC-4CE9-9332-5BE2A99BA935}" type="slidenum">
              <a:rPr lang="en-US" altLang="ja-JP" sz="1400" smtClean="0">
                <a:solidFill>
                  <a:schemeClr val="tx1"/>
                </a:solidFill>
                <a:latin typeface="+mn-ea"/>
                <a:ea typeface="+mn-ea"/>
                <a:cs typeface="メイリオ" pitchFamily="50" charset="-128"/>
              </a:rPr>
              <a:pPr/>
              <a:t>35</a:t>
            </a:fld>
            <a:endParaRPr lang="en-US" altLang="ja-JP" sz="1400">
              <a:solidFill>
                <a:schemeClr val="tx1"/>
              </a:solidFill>
              <a:latin typeface="+mn-ea"/>
              <a:ea typeface="+mn-ea"/>
              <a:cs typeface="メイリオ" pitchFamily="50" charset="-128"/>
            </a:endParaRPr>
          </a:p>
        </p:txBody>
      </p:sp>
      <p:sp>
        <p:nvSpPr>
          <p:cNvPr id="29" name="正方形/長方形 28">
            <a:extLst>
              <a:ext uri="{FF2B5EF4-FFF2-40B4-BE49-F238E27FC236}">
                <a16:creationId xmlns:a16="http://schemas.microsoft.com/office/drawing/2014/main" id="{366F77C7-65D9-2AA1-5BBE-573C608AB1BF}"/>
              </a:ext>
            </a:extLst>
          </p:cNvPr>
          <p:cNvSpPr/>
          <p:nvPr/>
        </p:nvSpPr>
        <p:spPr>
          <a:xfrm>
            <a:off x="2168618" y="2219168"/>
            <a:ext cx="504825" cy="2160588"/>
          </a:xfrm>
          <a:prstGeom prst="rect">
            <a:avLst/>
          </a:prstGeom>
          <a:solidFill>
            <a:srgbClr val="014097"/>
          </a:solidFill>
          <a:ln w="25400" cap="flat" cmpd="sng" algn="ctr">
            <a:noFill/>
            <a:prstDash val="solid"/>
          </a:ln>
          <a:effectLst/>
        </p:spPr>
        <p:txBody>
          <a:bodyPr vert="eaVert"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800" b="0" i="0" u="none" strike="noStrike" kern="0" cap="none" spc="0" normalizeH="0" baseline="0" noProof="0" dirty="0">
                <a:ln>
                  <a:noFill/>
                </a:ln>
                <a:solidFill>
                  <a:sysClr val="window" lastClr="FFFFFF"/>
                </a:solidFill>
                <a:effectLst/>
                <a:uLnTx/>
                <a:uFillTx/>
                <a:latin typeface="+mn-ea"/>
                <a:cs typeface="メイリオ" pitchFamily="50" charset="-128"/>
              </a:rPr>
              <a:t>提案フエーズ</a:t>
            </a:r>
          </a:p>
        </p:txBody>
      </p:sp>
      <p:sp>
        <p:nvSpPr>
          <p:cNvPr id="30" name="正方形/長方形 29">
            <a:extLst>
              <a:ext uri="{FF2B5EF4-FFF2-40B4-BE49-F238E27FC236}">
                <a16:creationId xmlns:a16="http://schemas.microsoft.com/office/drawing/2014/main" id="{FAF4203E-A2C4-F05A-771C-71162C65567A}"/>
              </a:ext>
            </a:extLst>
          </p:cNvPr>
          <p:cNvSpPr/>
          <p:nvPr/>
        </p:nvSpPr>
        <p:spPr>
          <a:xfrm>
            <a:off x="2744881" y="2219168"/>
            <a:ext cx="1296987" cy="2160588"/>
          </a:xfrm>
          <a:prstGeom prst="rect">
            <a:avLst/>
          </a:prstGeom>
          <a:solidFill>
            <a:sysClr val="window" lastClr="FFFFFF"/>
          </a:solidFill>
          <a:ln w="25400" cap="flat" cmpd="sng" algn="ctr">
            <a:solidFill>
              <a:sysClr val="window" lastClr="FFFFFF">
                <a:lumMod val="65000"/>
              </a:sysClr>
            </a:solidFill>
            <a:prstDash val="solid"/>
          </a:ln>
          <a:effectLst/>
        </p:spPr>
        <p:txBody>
          <a:bodyPr/>
          <a:lstStyle/>
          <a:p>
            <a:pPr algn="ctr">
              <a:defRPr/>
            </a:pPr>
            <a:r>
              <a:rPr kumimoji="0" lang="ja-JP" altLang="en-US" kern="0" dirty="0">
                <a:solidFill>
                  <a:sysClr val="window" lastClr="FFFFFF">
                    <a:lumMod val="65000"/>
                  </a:sysClr>
                </a:solidFill>
                <a:latin typeface="+mn-ea"/>
                <a:cs typeface="メイリオ" pitchFamily="50" charset="-128"/>
              </a:rPr>
              <a:t>提案見積</a:t>
            </a:r>
            <a:endParaRPr kumimoji="0" lang="en-US" altLang="ja-JP" kern="0" dirty="0">
              <a:solidFill>
                <a:sysClr val="window" lastClr="FFFFFF">
                  <a:lumMod val="65000"/>
                </a:sysClr>
              </a:solidFill>
              <a:latin typeface="+mn-ea"/>
              <a:cs typeface="メイリオ" pitchFamily="50" charset="-128"/>
            </a:endParaRPr>
          </a:p>
          <a:p>
            <a:pPr algn="ctr">
              <a:defRPr/>
            </a:pPr>
            <a:endParaRPr kumimoji="0" lang="en-US" altLang="ja-JP" kern="0" dirty="0">
              <a:solidFill>
                <a:sysClr val="window" lastClr="FFFFFF">
                  <a:lumMod val="65000"/>
                </a:sysClr>
              </a:solidFill>
              <a:latin typeface="+mn-ea"/>
              <a:cs typeface="メイリオ" pitchFamily="50" charset="-128"/>
            </a:endParaRPr>
          </a:p>
          <a:p>
            <a:pPr>
              <a:defRPr/>
            </a:pPr>
            <a:endParaRPr kumimoji="0" lang="en-US" altLang="ja-JP" sz="1050" kern="0" dirty="0">
              <a:solidFill>
                <a:sysClr val="window" lastClr="FFFFFF">
                  <a:lumMod val="65000"/>
                </a:sysClr>
              </a:solidFill>
              <a:latin typeface="+mn-ea"/>
              <a:cs typeface="メイリオ" pitchFamily="50" charset="-128"/>
            </a:endParaRPr>
          </a:p>
          <a:p>
            <a:pPr>
              <a:defRPr/>
            </a:pPr>
            <a:r>
              <a:rPr kumimoji="0" lang="ja-JP" altLang="en-US" sz="1050" kern="0" dirty="0">
                <a:solidFill>
                  <a:sysClr val="window" lastClr="FFFFFF">
                    <a:lumMod val="65000"/>
                  </a:sysClr>
                </a:solidFill>
                <a:latin typeface="+mn-ea"/>
                <a:cs typeface="メイリオ" pitchFamily="50" charset="-128"/>
              </a:rPr>
              <a:t>ヒアリング</a:t>
            </a:r>
            <a:endParaRPr kumimoji="0" lang="en-US" altLang="ja-JP" sz="1050" kern="0" dirty="0">
              <a:solidFill>
                <a:sysClr val="window" lastClr="FFFFFF">
                  <a:lumMod val="65000"/>
                </a:sysClr>
              </a:solidFill>
              <a:latin typeface="+mn-ea"/>
              <a:cs typeface="メイリオ" pitchFamily="50" charset="-128"/>
            </a:endParaRPr>
          </a:p>
          <a:p>
            <a:pPr>
              <a:defRPr/>
            </a:pPr>
            <a:r>
              <a:rPr kumimoji="0" lang="ja-JP" altLang="en-US" sz="1050" kern="0" dirty="0">
                <a:solidFill>
                  <a:sysClr val="window" lastClr="FFFFFF">
                    <a:lumMod val="65000"/>
                  </a:sysClr>
                </a:solidFill>
                <a:latin typeface="+mn-ea"/>
                <a:cs typeface="メイリオ" pitchFamily="50" charset="-128"/>
              </a:rPr>
              <a:t>提案見積</a:t>
            </a:r>
            <a:endParaRPr kumimoji="0" lang="en-US" altLang="ja-JP" sz="1050" kern="0" dirty="0">
              <a:solidFill>
                <a:sysClr val="window" lastClr="FFFFFF">
                  <a:lumMod val="65000"/>
                </a:sysClr>
              </a:solidFill>
              <a:latin typeface="+mn-ea"/>
              <a:cs typeface="メイリオ" pitchFamily="50" charset="-128"/>
            </a:endParaRPr>
          </a:p>
          <a:p>
            <a:pPr>
              <a:defRPr/>
            </a:pPr>
            <a:r>
              <a:rPr kumimoji="0" lang="ja-JP" altLang="en-US" sz="1050" kern="0" dirty="0">
                <a:solidFill>
                  <a:sysClr val="window" lastClr="FFFFFF">
                    <a:lumMod val="65000"/>
                  </a:sysClr>
                </a:solidFill>
                <a:latin typeface="+mn-ea"/>
                <a:cs typeface="メイリオ" pitchFamily="50" charset="-128"/>
              </a:rPr>
              <a:t>評価</a:t>
            </a:r>
            <a:endParaRPr kumimoji="0" lang="en-US" altLang="ja-JP" sz="1050" kern="0" dirty="0">
              <a:solidFill>
                <a:sysClr val="window" lastClr="FFFFFF">
                  <a:lumMod val="65000"/>
                </a:sysClr>
              </a:solidFill>
              <a:latin typeface="+mn-ea"/>
              <a:cs typeface="メイリオ" pitchFamily="50" charset="-128"/>
            </a:endParaRPr>
          </a:p>
        </p:txBody>
      </p:sp>
      <p:sp>
        <p:nvSpPr>
          <p:cNvPr id="31" name="正方形/長方形 30">
            <a:extLst>
              <a:ext uri="{FF2B5EF4-FFF2-40B4-BE49-F238E27FC236}">
                <a16:creationId xmlns:a16="http://schemas.microsoft.com/office/drawing/2014/main" id="{CEF348DD-F613-0DDC-B3C3-1059796A65DA}"/>
              </a:ext>
            </a:extLst>
          </p:cNvPr>
          <p:cNvSpPr/>
          <p:nvPr/>
        </p:nvSpPr>
        <p:spPr>
          <a:xfrm>
            <a:off x="4186331" y="2219168"/>
            <a:ext cx="503237" cy="2160588"/>
          </a:xfrm>
          <a:prstGeom prst="rect">
            <a:avLst/>
          </a:prstGeom>
          <a:solidFill>
            <a:srgbClr val="014097"/>
          </a:solidFill>
          <a:ln w="25400" cap="flat" cmpd="sng" algn="ctr">
            <a:noFill/>
            <a:prstDash val="solid"/>
          </a:ln>
          <a:effectLst/>
        </p:spPr>
        <p:txBody>
          <a:bodyPr vert="eaVert"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800" b="0" i="0" u="none" strike="noStrike" kern="0" cap="none" spc="0" normalizeH="0" baseline="0" noProof="0" dirty="0">
                <a:ln>
                  <a:noFill/>
                </a:ln>
                <a:solidFill>
                  <a:sysClr val="window" lastClr="FFFFFF"/>
                </a:solidFill>
                <a:effectLst/>
                <a:uLnTx/>
                <a:uFillTx/>
                <a:latin typeface="+mn-ea"/>
                <a:cs typeface="メイリオ" pitchFamily="50" charset="-128"/>
              </a:rPr>
              <a:t>導入フェーズ</a:t>
            </a:r>
          </a:p>
        </p:txBody>
      </p:sp>
      <p:sp>
        <p:nvSpPr>
          <p:cNvPr id="32" name="正方形/長方形 31">
            <a:extLst>
              <a:ext uri="{FF2B5EF4-FFF2-40B4-BE49-F238E27FC236}">
                <a16:creationId xmlns:a16="http://schemas.microsoft.com/office/drawing/2014/main" id="{664AACE0-6395-776B-DBD1-F4F0DFF2A5AB}"/>
              </a:ext>
            </a:extLst>
          </p:cNvPr>
          <p:cNvSpPr/>
          <p:nvPr/>
        </p:nvSpPr>
        <p:spPr>
          <a:xfrm>
            <a:off x="8937718" y="2219168"/>
            <a:ext cx="504825" cy="2160588"/>
          </a:xfrm>
          <a:prstGeom prst="rect">
            <a:avLst/>
          </a:prstGeom>
          <a:solidFill>
            <a:srgbClr val="014097"/>
          </a:solidFill>
          <a:ln w="25400" cap="flat" cmpd="sng" algn="ctr">
            <a:noFill/>
            <a:prstDash val="solid"/>
          </a:ln>
          <a:effectLst/>
        </p:spPr>
        <p:txBody>
          <a:bodyPr vert="eaVert"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800" b="0" i="0" u="none" strike="noStrike" kern="0" cap="none" spc="0" normalizeH="0" baseline="0" noProof="0" dirty="0">
                <a:ln>
                  <a:noFill/>
                </a:ln>
                <a:solidFill>
                  <a:sysClr val="window" lastClr="FFFFFF"/>
                </a:solidFill>
                <a:effectLst/>
                <a:uLnTx/>
                <a:uFillTx/>
                <a:latin typeface="+mn-ea"/>
                <a:cs typeface="メイリオ" pitchFamily="50" charset="-128"/>
              </a:rPr>
              <a:t>保守フェーズ</a:t>
            </a:r>
          </a:p>
        </p:txBody>
      </p:sp>
      <p:sp>
        <p:nvSpPr>
          <p:cNvPr id="33" name="正方形/長方形 32">
            <a:extLst>
              <a:ext uri="{FF2B5EF4-FFF2-40B4-BE49-F238E27FC236}">
                <a16:creationId xmlns:a16="http://schemas.microsoft.com/office/drawing/2014/main" id="{021B7CF8-C96E-9E6D-81D6-579AE4C7835C}"/>
              </a:ext>
            </a:extLst>
          </p:cNvPr>
          <p:cNvSpPr/>
          <p:nvPr/>
        </p:nvSpPr>
        <p:spPr>
          <a:xfrm>
            <a:off x="4761006" y="2219168"/>
            <a:ext cx="1296987" cy="2160588"/>
          </a:xfrm>
          <a:prstGeom prst="rect">
            <a:avLst/>
          </a:prstGeom>
          <a:solidFill>
            <a:sysClr val="window" lastClr="FFFFFF"/>
          </a:solidFill>
          <a:ln w="25400" cap="flat" cmpd="sng" algn="ctr">
            <a:solidFill>
              <a:sysClr val="window" lastClr="FFFFFF">
                <a:lumMod val="65000"/>
              </a:sysClr>
            </a:solidFill>
            <a:prstDash val="solid"/>
          </a:ln>
          <a:effectLst/>
        </p:spPr>
        <p:txBody>
          <a:bodyPr/>
          <a:lstStyle/>
          <a:p>
            <a:pPr algn="ctr">
              <a:defRPr/>
            </a:pPr>
            <a:r>
              <a:rPr kumimoji="0" lang="ja-JP" altLang="en-US" kern="0" dirty="0">
                <a:solidFill>
                  <a:sysClr val="window" lastClr="FFFFFF">
                    <a:lumMod val="65000"/>
                  </a:sysClr>
                </a:solidFill>
                <a:latin typeface="+mn-ea"/>
                <a:cs typeface="メイリオ" pitchFamily="50" charset="-128"/>
              </a:rPr>
              <a:t>設計</a:t>
            </a:r>
            <a:endParaRPr kumimoji="0" lang="en-US" altLang="ja-JP" kern="0" dirty="0">
              <a:solidFill>
                <a:sysClr val="window" lastClr="FFFFFF">
                  <a:lumMod val="65000"/>
                </a:sysClr>
              </a:solidFill>
              <a:latin typeface="+mn-ea"/>
              <a:cs typeface="メイリオ" pitchFamily="50" charset="-128"/>
            </a:endParaRPr>
          </a:p>
          <a:p>
            <a:pPr algn="ctr">
              <a:defRPr/>
            </a:pPr>
            <a:endParaRPr kumimoji="0" lang="en-US" altLang="ja-JP" kern="0" dirty="0">
              <a:solidFill>
                <a:sysClr val="window" lastClr="FFFFFF">
                  <a:lumMod val="65000"/>
                </a:sysClr>
              </a:solidFill>
              <a:latin typeface="+mn-ea"/>
              <a:cs typeface="メイリオ" pitchFamily="50" charset="-128"/>
            </a:endParaRPr>
          </a:p>
          <a:p>
            <a:pPr>
              <a:defRPr/>
            </a:pPr>
            <a:endParaRPr kumimoji="0" lang="en-US" altLang="ja-JP" sz="1050" kern="0" dirty="0">
              <a:solidFill>
                <a:sysClr val="window" lastClr="FFFFFF">
                  <a:lumMod val="65000"/>
                </a:sysClr>
              </a:solidFill>
              <a:latin typeface="+mn-ea"/>
              <a:cs typeface="メイリオ" pitchFamily="50" charset="-128"/>
            </a:endParaRPr>
          </a:p>
          <a:p>
            <a:pPr>
              <a:defRPr/>
            </a:pPr>
            <a:r>
              <a:rPr kumimoji="0" lang="ja-JP" altLang="en-US" sz="1050" kern="0" dirty="0">
                <a:solidFill>
                  <a:sysClr val="window" lastClr="FFFFFF">
                    <a:lumMod val="65000"/>
                  </a:sysClr>
                </a:solidFill>
                <a:latin typeface="+mn-ea"/>
                <a:cs typeface="メイリオ" pitchFamily="50" charset="-128"/>
              </a:rPr>
              <a:t>業務分析</a:t>
            </a:r>
            <a:endParaRPr kumimoji="0" lang="en-US" altLang="ja-JP" sz="1050" kern="0" dirty="0">
              <a:solidFill>
                <a:sysClr val="window" lastClr="FFFFFF">
                  <a:lumMod val="65000"/>
                </a:sysClr>
              </a:solidFill>
              <a:latin typeface="+mn-ea"/>
              <a:cs typeface="メイリオ" pitchFamily="50" charset="-128"/>
            </a:endParaRPr>
          </a:p>
          <a:p>
            <a:pPr>
              <a:defRPr/>
            </a:pPr>
            <a:r>
              <a:rPr kumimoji="0" lang="ja-JP" altLang="en-US" sz="1050" kern="0" dirty="0">
                <a:solidFill>
                  <a:sysClr val="window" lastClr="FFFFFF">
                    <a:lumMod val="65000"/>
                  </a:sysClr>
                </a:solidFill>
                <a:latin typeface="+mn-ea"/>
                <a:cs typeface="メイリオ" pitchFamily="50" charset="-128"/>
              </a:rPr>
              <a:t>システム分析</a:t>
            </a:r>
            <a:endParaRPr kumimoji="0" lang="en-US" altLang="ja-JP" sz="1050" kern="0" dirty="0">
              <a:solidFill>
                <a:sysClr val="window" lastClr="FFFFFF">
                  <a:lumMod val="65000"/>
                </a:sysClr>
              </a:solidFill>
              <a:latin typeface="+mn-ea"/>
              <a:cs typeface="メイリオ" pitchFamily="50" charset="-128"/>
            </a:endParaRPr>
          </a:p>
          <a:p>
            <a:pPr>
              <a:defRPr/>
            </a:pPr>
            <a:r>
              <a:rPr kumimoji="0" lang="ja-JP" altLang="en-US" sz="1050" kern="0" dirty="0">
                <a:solidFill>
                  <a:srgbClr val="FF00FF"/>
                </a:solidFill>
                <a:latin typeface="+mn-ea"/>
                <a:cs typeface="メイリオ" pitchFamily="50" charset="-128"/>
              </a:rPr>
              <a:t>プロトタイピング</a:t>
            </a:r>
            <a:endParaRPr kumimoji="0" lang="en-US" altLang="ja-JP" sz="1050" kern="0" dirty="0">
              <a:solidFill>
                <a:srgbClr val="FF00FF"/>
              </a:solidFill>
              <a:latin typeface="+mn-ea"/>
              <a:cs typeface="メイリオ" pitchFamily="50" charset="-128"/>
            </a:endParaRPr>
          </a:p>
          <a:p>
            <a:pPr>
              <a:defRPr/>
            </a:pPr>
            <a:r>
              <a:rPr kumimoji="0" lang="ja-JP" altLang="en-US" sz="1050" kern="0" dirty="0">
                <a:solidFill>
                  <a:sysClr val="window" lastClr="FFFFFF">
                    <a:lumMod val="65000"/>
                  </a:sysClr>
                </a:solidFill>
                <a:latin typeface="+mn-ea"/>
                <a:cs typeface="メイリオ" pitchFamily="50" charset="-128"/>
              </a:rPr>
              <a:t>業務フロー設計</a:t>
            </a:r>
            <a:endParaRPr kumimoji="0" lang="en-US" altLang="ja-JP" sz="1050" kern="0" dirty="0">
              <a:solidFill>
                <a:sysClr val="window" lastClr="FFFFFF">
                  <a:lumMod val="65000"/>
                </a:sysClr>
              </a:solidFill>
              <a:latin typeface="+mn-ea"/>
              <a:cs typeface="メイリオ" pitchFamily="50" charset="-128"/>
            </a:endParaRPr>
          </a:p>
          <a:p>
            <a:pPr>
              <a:defRPr/>
            </a:pPr>
            <a:r>
              <a:rPr kumimoji="0" lang="ja-JP" altLang="en-US" sz="1050" kern="0" dirty="0">
                <a:solidFill>
                  <a:sysClr val="window" lastClr="FFFFFF">
                    <a:lumMod val="65000"/>
                  </a:sysClr>
                </a:solidFill>
                <a:latin typeface="+mn-ea"/>
                <a:cs typeface="メイリオ" pitchFamily="50" charset="-128"/>
              </a:rPr>
              <a:t>システム設計</a:t>
            </a:r>
            <a:endParaRPr kumimoji="0" lang="en-US" altLang="ja-JP" sz="1050" kern="0" dirty="0">
              <a:solidFill>
                <a:sysClr val="window" lastClr="FFFFFF">
                  <a:lumMod val="65000"/>
                </a:sysClr>
              </a:solidFill>
              <a:latin typeface="+mn-ea"/>
              <a:cs typeface="メイリオ" pitchFamily="50" charset="-128"/>
            </a:endParaRPr>
          </a:p>
          <a:p>
            <a:pPr>
              <a:defRPr/>
            </a:pPr>
            <a:r>
              <a:rPr kumimoji="0" lang="ja-JP" altLang="en-US" sz="900" kern="0" dirty="0">
                <a:solidFill>
                  <a:sysClr val="window" lastClr="FFFFFF">
                    <a:lumMod val="65000"/>
                  </a:sysClr>
                </a:solidFill>
                <a:latin typeface="+mn-ea"/>
                <a:cs typeface="メイリオ" pitchFamily="50" charset="-128"/>
              </a:rPr>
              <a:t>インタフェース設計</a:t>
            </a:r>
            <a:endParaRPr kumimoji="0" lang="en-US" altLang="ja-JP" sz="900" kern="0" dirty="0">
              <a:solidFill>
                <a:sysClr val="window" lastClr="FFFFFF">
                  <a:lumMod val="65000"/>
                </a:sysClr>
              </a:solidFill>
              <a:latin typeface="+mn-ea"/>
              <a:cs typeface="メイリオ" pitchFamily="50" charset="-128"/>
            </a:endParaRPr>
          </a:p>
          <a:p>
            <a:pPr>
              <a:defRPr/>
            </a:pPr>
            <a:r>
              <a:rPr kumimoji="0" lang="ja-JP" altLang="en-US" sz="1050" kern="0" dirty="0">
                <a:solidFill>
                  <a:sysClr val="window" lastClr="FFFFFF">
                    <a:lumMod val="65000"/>
                  </a:sysClr>
                </a:solidFill>
                <a:latin typeface="+mn-ea"/>
                <a:cs typeface="メイリオ" pitchFamily="50" charset="-128"/>
              </a:rPr>
              <a:t>プラグイン設計</a:t>
            </a:r>
            <a:endParaRPr kumimoji="0" lang="en-US" altLang="ja-JP" sz="1050" kern="0" dirty="0">
              <a:solidFill>
                <a:sysClr val="window" lastClr="FFFFFF">
                  <a:lumMod val="65000"/>
                </a:sysClr>
              </a:solidFill>
              <a:latin typeface="+mn-ea"/>
              <a:cs typeface="メイリオ" pitchFamily="50" charset="-128"/>
            </a:endParaRPr>
          </a:p>
        </p:txBody>
      </p:sp>
      <p:sp>
        <p:nvSpPr>
          <p:cNvPr id="34" name="正方形/長方形 33">
            <a:extLst>
              <a:ext uri="{FF2B5EF4-FFF2-40B4-BE49-F238E27FC236}">
                <a16:creationId xmlns:a16="http://schemas.microsoft.com/office/drawing/2014/main" id="{8FE4852A-1F5A-1A2B-0F4A-6DC12A19745C}"/>
              </a:ext>
            </a:extLst>
          </p:cNvPr>
          <p:cNvSpPr/>
          <p:nvPr/>
        </p:nvSpPr>
        <p:spPr>
          <a:xfrm>
            <a:off x="6129431" y="2219168"/>
            <a:ext cx="1296987" cy="2160588"/>
          </a:xfrm>
          <a:prstGeom prst="rect">
            <a:avLst/>
          </a:prstGeom>
          <a:solidFill>
            <a:sysClr val="window" lastClr="FFFFFF"/>
          </a:solidFill>
          <a:ln w="25400" cap="flat" cmpd="sng" algn="ctr">
            <a:solidFill>
              <a:sysClr val="window" lastClr="FFFFFF">
                <a:lumMod val="65000"/>
              </a:sysClr>
            </a:solidFill>
            <a:prstDash val="solid"/>
          </a:ln>
          <a:effectLst/>
        </p:spPr>
        <p:txBody>
          <a:bodyPr/>
          <a:lstStyle/>
          <a:p>
            <a:pPr algn="ctr">
              <a:defRPr/>
            </a:pPr>
            <a:r>
              <a:rPr kumimoji="0" lang="ja-JP" altLang="en-US" kern="0" dirty="0">
                <a:solidFill>
                  <a:sysClr val="window" lastClr="FFFFFF">
                    <a:lumMod val="65000"/>
                  </a:sysClr>
                </a:solidFill>
                <a:latin typeface="+mn-ea"/>
                <a:cs typeface="メイリオ" pitchFamily="50" charset="-128"/>
              </a:rPr>
              <a:t>開発</a:t>
            </a:r>
            <a:endParaRPr kumimoji="0" lang="en-US" altLang="ja-JP" kern="0" dirty="0">
              <a:solidFill>
                <a:sysClr val="window" lastClr="FFFFFF">
                  <a:lumMod val="65000"/>
                </a:sysClr>
              </a:solidFill>
              <a:latin typeface="+mn-ea"/>
              <a:cs typeface="メイリオ" pitchFamily="50" charset="-128"/>
            </a:endParaRPr>
          </a:p>
          <a:p>
            <a:pPr algn="ctr">
              <a:defRPr/>
            </a:pPr>
            <a:endParaRPr kumimoji="0" lang="en-US" altLang="ja-JP" kern="0" dirty="0">
              <a:solidFill>
                <a:sysClr val="window" lastClr="FFFFFF">
                  <a:lumMod val="65000"/>
                </a:sysClr>
              </a:solidFill>
              <a:latin typeface="+mn-ea"/>
              <a:cs typeface="メイリオ" pitchFamily="50" charset="-128"/>
            </a:endParaRPr>
          </a:p>
          <a:p>
            <a:pPr>
              <a:defRPr/>
            </a:pPr>
            <a:endParaRPr kumimoji="0" lang="en-US" altLang="ja-JP" sz="1100" kern="0" dirty="0">
              <a:solidFill>
                <a:sysClr val="window" lastClr="FFFFFF">
                  <a:lumMod val="65000"/>
                </a:sysClr>
              </a:solidFill>
              <a:latin typeface="+mn-ea"/>
              <a:cs typeface="メイリオ" pitchFamily="50" charset="-128"/>
            </a:endParaRPr>
          </a:p>
          <a:p>
            <a:pPr>
              <a:defRPr/>
            </a:pPr>
            <a:r>
              <a:rPr kumimoji="0" lang="ja-JP" altLang="en-US" sz="1000" kern="0" dirty="0">
                <a:solidFill>
                  <a:sysClr val="window" lastClr="FFFFFF">
                    <a:lumMod val="65000"/>
                  </a:sysClr>
                </a:solidFill>
                <a:latin typeface="+mn-ea"/>
                <a:cs typeface="メイリオ" pitchFamily="50" charset="-128"/>
              </a:rPr>
              <a:t>データ整備</a:t>
            </a:r>
            <a:endParaRPr kumimoji="0" lang="en-US" altLang="ja-JP" sz="1000" kern="0" dirty="0">
              <a:solidFill>
                <a:sysClr val="window" lastClr="FFFFFF">
                  <a:lumMod val="65000"/>
                </a:sysClr>
              </a:solidFill>
              <a:latin typeface="+mn-ea"/>
              <a:cs typeface="メイリオ" pitchFamily="50" charset="-128"/>
            </a:endParaRPr>
          </a:p>
          <a:p>
            <a:pPr>
              <a:defRPr/>
            </a:pPr>
            <a:r>
              <a:rPr kumimoji="0" lang="ja-JP" altLang="en-US" sz="1000" kern="0" dirty="0">
                <a:solidFill>
                  <a:sysClr val="window" lastClr="FFFFFF">
                    <a:lumMod val="65000"/>
                  </a:sysClr>
                </a:solidFill>
                <a:latin typeface="+mn-ea"/>
                <a:cs typeface="メイリオ" pitchFamily="50" charset="-128"/>
              </a:rPr>
              <a:t>開発準備</a:t>
            </a:r>
            <a:endParaRPr kumimoji="0" lang="en-US" altLang="ja-JP" sz="1000" kern="0" dirty="0">
              <a:solidFill>
                <a:sysClr val="window" lastClr="FFFFFF">
                  <a:lumMod val="65000"/>
                </a:sysClr>
              </a:solidFill>
              <a:latin typeface="+mn-ea"/>
              <a:cs typeface="メイリオ" pitchFamily="50" charset="-128"/>
            </a:endParaRPr>
          </a:p>
          <a:p>
            <a:pPr>
              <a:defRPr/>
            </a:pPr>
            <a:r>
              <a:rPr kumimoji="0" lang="ja-JP" altLang="en-US" sz="900" kern="0" dirty="0">
                <a:solidFill>
                  <a:sysClr val="window" lastClr="FFFFFF">
                    <a:lumMod val="65000"/>
                  </a:sysClr>
                </a:solidFill>
                <a:latin typeface="+mn-ea"/>
                <a:cs typeface="メイリオ" pitchFamily="50" charset="-128"/>
              </a:rPr>
              <a:t>インタフェース開発</a:t>
            </a:r>
            <a:endParaRPr kumimoji="0" lang="en-US" altLang="ja-JP" sz="900" kern="0" dirty="0">
              <a:solidFill>
                <a:sysClr val="window" lastClr="FFFFFF">
                  <a:lumMod val="65000"/>
                </a:sysClr>
              </a:solidFill>
              <a:latin typeface="+mn-ea"/>
              <a:cs typeface="メイリオ" pitchFamily="50" charset="-128"/>
            </a:endParaRPr>
          </a:p>
          <a:p>
            <a:pPr>
              <a:defRPr/>
            </a:pPr>
            <a:r>
              <a:rPr kumimoji="0" lang="ja-JP" altLang="en-US" sz="1050" kern="0" dirty="0">
                <a:solidFill>
                  <a:sysClr val="window" lastClr="FFFFFF">
                    <a:lumMod val="65000"/>
                  </a:sysClr>
                </a:solidFill>
                <a:latin typeface="+mn-ea"/>
                <a:cs typeface="メイリオ" pitchFamily="50" charset="-128"/>
              </a:rPr>
              <a:t>プラグイン開発</a:t>
            </a:r>
            <a:endParaRPr kumimoji="0" lang="en-US" altLang="ja-JP" sz="1050" kern="0" dirty="0">
              <a:solidFill>
                <a:sysClr val="window" lastClr="FFFFFF">
                  <a:lumMod val="65000"/>
                </a:sysClr>
              </a:solidFill>
              <a:latin typeface="+mn-ea"/>
              <a:cs typeface="メイリオ" pitchFamily="50" charset="-128"/>
            </a:endParaRPr>
          </a:p>
          <a:p>
            <a:pPr>
              <a:defRPr/>
            </a:pPr>
            <a:r>
              <a:rPr kumimoji="0" lang="ja-JP" altLang="en-US" sz="1050" kern="0" dirty="0">
                <a:solidFill>
                  <a:sysClr val="window" lastClr="FFFFFF">
                    <a:lumMod val="65000"/>
                  </a:sysClr>
                </a:solidFill>
                <a:latin typeface="+mn-ea"/>
                <a:cs typeface="メイリオ" pitchFamily="50" charset="-128"/>
              </a:rPr>
              <a:t>テスト</a:t>
            </a:r>
            <a:endParaRPr kumimoji="0" lang="en-US" altLang="ja-JP" sz="1050" kern="0" dirty="0">
              <a:solidFill>
                <a:sysClr val="window" lastClr="FFFFFF">
                  <a:lumMod val="65000"/>
                </a:sysClr>
              </a:solidFill>
              <a:latin typeface="+mn-ea"/>
              <a:cs typeface="メイリオ" pitchFamily="50" charset="-128"/>
            </a:endParaRPr>
          </a:p>
          <a:p>
            <a:pPr algn="ctr">
              <a:defRPr/>
            </a:pPr>
            <a:endParaRPr kumimoji="0" lang="ja-JP" altLang="en-US" sz="1050" kern="0" dirty="0">
              <a:solidFill>
                <a:sysClr val="window" lastClr="FFFFFF">
                  <a:lumMod val="65000"/>
                </a:sysClr>
              </a:solidFill>
              <a:latin typeface="+mn-ea"/>
              <a:cs typeface="メイリオ" pitchFamily="50" charset="-128"/>
            </a:endParaRPr>
          </a:p>
        </p:txBody>
      </p:sp>
      <p:sp>
        <p:nvSpPr>
          <p:cNvPr id="35" name="正方形/長方形 34">
            <a:extLst>
              <a:ext uri="{FF2B5EF4-FFF2-40B4-BE49-F238E27FC236}">
                <a16:creationId xmlns:a16="http://schemas.microsoft.com/office/drawing/2014/main" id="{21E8894B-B045-DB8F-E134-75D4CF7F26D2}"/>
              </a:ext>
            </a:extLst>
          </p:cNvPr>
          <p:cNvSpPr/>
          <p:nvPr/>
        </p:nvSpPr>
        <p:spPr>
          <a:xfrm>
            <a:off x="7497856" y="2219168"/>
            <a:ext cx="1295400" cy="2160588"/>
          </a:xfrm>
          <a:prstGeom prst="rect">
            <a:avLst/>
          </a:prstGeom>
          <a:solidFill>
            <a:sysClr val="window" lastClr="FFFFFF"/>
          </a:solidFill>
          <a:ln w="25400" cap="flat" cmpd="sng" algn="ctr">
            <a:solidFill>
              <a:sysClr val="window" lastClr="FFFFFF">
                <a:lumMod val="65000"/>
              </a:sysClr>
            </a:solidFill>
            <a:prstDash val="solid"/>
          </a:ln>
          <a:effectLst/>
        </p:spPr>
        <p:txBody>
          <a:bodyPr/>
          <a:lstStyle/>
          <a:p>
            <a:pPr algn="ctr">
              <a:defRPr/>
            </a:pPr>
            <a:r>
              <a:rPr kumimoji="0" lang="ja-JP" altLang="en-US" kern="0" dirty="0">
                <a:solidFill>
                  <a:sysClr val="window" lastClr="FFFFFF">
                    <a:lumMod val="65000"/>
                  </a:sysClr>
                </a:solidFill>
                <a:latin typeface="+mn-ea"/>
                <a:cs typeface="メイリオ" pitchFamily="50" charset="-128"/>
              </a:rPr>
              <a:t>導入</a:t>
            </a:r>
            <a:endParaRPr kumimoji="0" lang="en-US" altLang="ja-JP" kern="0" dirty="0">
              <a:solidFill>
                <a:sysClr val="window" lastClr="FFFFFF">
                  <a:lumMod val="65000"/>
                </a:sysClr>
              </a:solidFill>
              <a:latin typeface="+mn-ea"/>
              <a:cs typeface="メイリオ" pitchFamily="50" charset="-128"/>
            </a:endParaRPr>
          </a:p>
          <a:p>
            <a:pPr>
              <a:defRPr/>
            </a:pPr>
            <a:endParaRPr kumimoji="0" lang="en-US" altLang="ja-JP" sz="2000" kern="0" dirty="0">
              <a:solidFill>
                <a:sysClr val="window" lastClr="FFFFFF">
                  <a:lumMod val="65000"/>
                </a:sysClr>
              </a:solidFill>
              <a:latin typeface="+mn-ea"/>
              <a:cs typeface="メイリオ" pitchFamily="50" charset="-128"/>
            </a:endParaRPr>
          </a:p>
          <a:p>
            <a:pPr>
              <a:defRPr/>
            </a:pPr>
            <a:endParaRPr kumimoji="0" lang="en-US" altLang="ja-JP" sz="1050" kern="0" dirty="0">
              <a:solidFill>
                <a:sysClr val="window" lastClr="FFFFFF">
                  <a:lumMod val="65000"/>
                </a:sysClr>
              </a:solidFill>
              <a:latin typeface="+mn-ea"/>
              <a:cs typeface="メイリオ" pitchFamily="50" charset="-128"/>
            </a:endParaRPr>
          </a:p>
          <a:p>
            <a:pPr>
              <a:defRPr/>
            </a:pPr>
            <a:r>
              <a:rPr kumimoji="0" lang="ja-JP" altLang="en-US" sz="1050" kern="0" dirty="0">
                <a:solidFill>
                  <a:sysClr val="window" lastClr="FFFFFF">
                    <a:lumMod val="65000"/>
                  </a:sysClr>
                </a:solidFill>
                <a:latin typeface="+mn-ea"/>
                <a:cs typeface="メイリオ" pitchFamily="50" charset="-128"/>
              </a:rPr>
              <a:t>環境構築</a:t>
            </a:r>
            <a:endParaRPr kumimoji="0" lang="en-US" altLang="ja-JP" sz="1050" kern="0" dirty="0">
              <a:solidFill>
                <a:sysClr val="window" lastClr="FFFFFF">
                  <a:lumMod val="65000"/>
                </a:sysClr>
              </a:solidFill>
              <a:latin typeface="+mn-ea"/>
              <a:cs typeface="メイリオ" pitchFamily="50" charset="-128"/>
            </a:endParaRPr>
          </a:p>
          <a:p>
            <a:pPr>
              <a:defRPr/>
            </a:pPr>
            <a:r>
              <a:rPr kumimoji="0" lang="ja-JP" altLang="en-US" sz="1050" kern="0" dirty="0">
                <a:solidFill>
                  <a:sysClr val="window" lastClr="FFFFFF">
                    <a:lumMod val="65000"/>
                  </a:sysClr>
                </a:solidFill>
                <a:latin typeface="+mn-ea"/>
                <a:cs typeface="メイリオ" pitchFamily="50" charset="-128"/>
              </a:rPr>
              <a:t>並行稼働</a:t>
            </a:r>
            <a:endParaRPr kumimoji="0" lang="en-US" altLang="ja-JP" sz="1050" kern="0" dirty="0">
              <a:solidFill>
                <a:sysClr val="window" lastClr="FFFFFF">
                  <a:lumMod val="65000"/>
                </a:sysClr>
              </a:solidFill>
              <a:latin typeface="+mn-ea"/>
              <a:cs typeface="メイリオ" pitchFamily="50" charset="-128"/>
            </a:endParaRPr>
          </a:p>
          <a:p>
            <a:pPr>
              <a:defRPr/>
            </a:pPr>
            <a:r>
              <a:rPr kumimoji="0" lang="ja-JP" altLang="en-US" sz="1050" kern="0" dirty="0">
                <a:solidFill>
                  <a:sysClr val="window" lastClr="FFFFFF">
                    <a:lumMod val="65000"/>
                  </a:sysClr>
                </a:solidFill>
                <a:latin typeface="+mn-ea"/>
                <a:cs typeface="メイリオ" pitchFamily="50" charset="-128"/>
              </a:rPr>
              <a:t>データ移行</a:t>
            </a:r>
            <a:endParaRPr kumimoji="0" lang="en-US" altLang="ja-JP" sz="1050" kern="0" dirty="0">
              <a:solidFill>
                <a:sysClr val="window" lastClr="FFFFFF">
                  <a:lumMod val="65000"/>
                </a:sysClr>
              </a:solidFill>
              <a:latin typeface="+mn-ea"/>
              <a:cs typeface="メイリオ" pitchFamily="50" charset="-128"/>
            </a:endParaRPr>
          </a:p>
          <a:p>
            <a:pPr>
              <a:defRPr/>
            </a:pPr>
            <a:r>
              <a:rPr kumimoji="0" lang="ja-JP" altLang="en-US" sz="1050" kern="0" dirty="0">
                <a:solidFill>
                  <a:sysClr val="window" lastClr="FFFFFF">
                    <a:lumMod val="65000"/>
                  </a:sysClr>
                </a:solidFill>
                <a:latin typeface="+mn-ea"/>
                <a:cs typeface="メイリオ" pitchFamily="50" charset="-128"/>
              </a:rPr>
              <a:t>トレーニング</a:t>
            </a:r>
            <a:endParaRPr kumimoji="0" lang="en-US" altLang="ja-JP" sz="1050" kern="0" dirty="0">
              <a:solidFill>
                <a:sysClr val="window" lastClr="FFFFFF">
                  <a:lumMod val="65000"/>
                </a:sysClr>
              </a:solidFill>
              <a:latin typeface="+mn-ea"/>
              <a:cs typeface="メイリオ" pitchFamily="50" charset="-128"/>
            </a:endParaRPr>
          </a:p>
          <a:p>
            <a:pPr>
              <a:defRPr/>
            </a:pPr>
            <a:r>
              <a:rPr kumimoji="0" lang="ja-JP" altLang="en-US" sz="1050" kern="0" dirty="0">
                <a:solidFill>
                  <a:sysClr val="window" lastClr="FFFFFF">
                    <a:lumMod val="65000"/>
                  </a:sysClr>
                </a:solidFill>
                <a:latin typeface="+mn-ea"/>
                <a:cs typeface="メイリオ" pitchFamily="50" charset="-128"/>
              </a:rPr>
              <a:t>本番稼働</a:t>
            </a:r>
            <a:endParaRPr kumimoji="0" lang="en-US" altLang="ja-JP" sz="1050" kern="0" dirty="0">
              <a:solidFill>
                <a:sysClr val="window" lastClr="FFFFFF">
                  <a:lumMod val="65000"/>
                </a:sysClr>
              </a:solidFill>
              <a:latin typeface="+mn-ea"/>
              <a:cs typeface="メイリオ" pitchFamily="50" charset="-128"/>
            </a:endParaRPr>
          </a:p>
        </p:txBody>
      </p:sp>
      <p:sp>
        <p:nvSpPr>
          <p:cNvPr id="36" name="右矢印 26">
            <a:extLst>
              <a:ext uri="{FF2B5EF4-FFF2-40B4-BE49-F238E27FC236}">
                <a16:creationId xmlns:a16="http://schemas.microsoft.com/office/drawing/2014/main" id="{E58B076E-66F5-F48A-4F61-F05D1A634A69}"/>
              </a:ext>
            </a:extLst>
          </p:cNvPr>
          <p:cNvSpPr/>
          <p:nvPr/>
        </p:nvSpPr>
        <p:spPr>
          <a:xfrm>
            <a:off x="2673443" y="2616043"/>
            <a:ext cx="1512888" cy="323850"/>
          </a:xfrm>
          <a:prstGeom prst="rightArrow">
            <a:avLst>
              <a:gd name="adj1" fmla="val 50000"/>
              <a:gd name="adj2" fmla="val 70156"/>
            </a:avLst>
          </a:prstGeom>
          <a:solidFill>
            <a:srgbClr val="014097"/>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sysClr val="window" lastClr="FFFFFF"/>
              </a:solidFill>
              <a:effectLst/>
              <a:uLnTx/>
              <a:uFillTx/>
              <a:latin typeface="+mn-ea"/>
              <a:cs typeface="メイリオ" pitchFamily="50" charset="-128"/>
            </a:endParaRPr>
          </a:p>
        </p:txBody>
      </p:sp>
      <p:sp>
        <p:nvSpPr>
          <p:cNvPr id="37" name="右矢印 28">
            <a:extLst>
              <a:ext uri="{FF2B5EF4-FFF2-40B4-BE49-F238E27FC236}">
                <a16:creationId xmlns:a16="http://schemas.microsoft.com/office/drawing/2014/main" id="{943A79EB-C8A5-C41E-CD76-60EB54AFDD8D}"/>
              </a:ext>
            </a:extLst>
          </p:cNvPr>
          <p:cNvSpPr/>
          <p:nvPr/>
        </p:nvSpPr>
        <p:spPr>
          <a:xfrm>
            <a:off x="4689568" y="2616043"/>
            <a:ext cx="4248150" cy="323850"/>
          </a:xfrm>
          <a:prstGeom prst="rightArrow">
            <a:avLst>
              <a:gd name="adj1" fmla="val 50000"/>
              <a:gd name="adj2" fmla="val 70156"/>
            </a:avLst>
          </a:prstGeom>
          <a:solidFill>
            <a:srgbClr val="014097"/>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sysClr val="window" lastClr="FFFFFF"/>
              </a:solidFill>
              <a:effectLst/>
              <a:uLnTx/>
              <a:uFillTx/>
              <a:latin typeface="+mn-ea"/>
              <a:cs typeface="メイリオ" pitchFamily="50" charset="-128"/>
            </a:endParaRPr>
          </a:p>
        </p:txBody>
      </p:sp>
      <p:sp>
        <p:nvSpPr>
          <p:cNvPr id="38" name="正方形/長方形 37">
            <a:extLst>
              <a:ext uri="{FF2B5EF4-FFF2-40B4-BE49-F238E27FC236}">
                <a16:creationId xmlns:a16="http://schemas.microsoft.com/office/drawing/2014/main" id="{55F864E9-9DFE-5A0C-1C74-4A73060667C9}"/>
              </a:ext>
            </a:extLst>
          </p:cNvPr>
          <p:cNvSpPr/>
          <p:nvPr/>
        </p:nvSpPr>
        <p:spPr>
          <a:xfrm>
            <a:off x="1290918" y="1081264"/>
            <a:ext cx="9583270" cy="923330"/>
          </a:xfrm>
          <a:prstGeom prst="rect">
            <a:avLst/>
          </a:prstGeom>
        </p:spPr>
        <p:txBody>
          <a:bodyPr wrap="square">
            <a:spAutoFit/>
          </a:bodyPr>
          <a:lstStyle/>
          <a:p>
            <a:pPr>
              <a:defRPr/>
            </a:pPr>
            <a:r>
              <a:rPr kumimoji="0" lang="ja-JP" altLang="en-US" kern="0" dirty="0">
                <a:solidFill>
                  <a:srgbClr val="EEECE1">
                    <a:lumMod val="10000"/>
                  </a:srgbClr>
                </a:solidFill>
                <a:latin typeface="+mn-ea"/>
                <a:cs typeface="メイリオ" pitchFamily="50" charset="-128"/>
              </a:rPr>
              <a:t>計画に絶対的な答えはありません。そのため、生産計画業務をシステム化する場合は、要件を明確に洗い出せないこともあります。</a:t>
            </a:r>
            <a:r>
              <a:rPr kumimoji="0" lang="en-US" altLang="ja-JP" kern="0" dirty="0" err="1">
                <a:solidFill>
                  <a:srgbClr val="EEECE1">
                    <a:lumMod val="10000"/>
                  </a:srgbClr>
                </a:solidFill>
                <a:latin typeface="+mn-ea"/>
                <a:cs typeface="メイリオ" pitchFamily="50" charset="-128"/>
              </a:rPr>
              <a:t>Asprova</a:t>
            </a:r>
            <a:r>
              <a:rPr kumimoji="0" lang="ja-JP" altLang="en-US" kern="0" dirty="0">
                <a:solidFill>
                  <a:srgbClr val="EEECE1">
                    <a:lumMod val="10000"/>
                  </a:srgbClr>
                </a:solidFill>
                <a:latin typeface="+mn-ea"/>
                <a:cs typeface="メイリオ" pitchFamily="50" charset="-128"/>
              </a:rPr>
              <a:t>の導入は、要求を集め、モデル化し、評価する、のサイクルを回して完成度を高めていくプロトタイピング手法を用います。</a:t>
            </a:r>
            <a:endParaRPr kumimoji="0" lang="en-US" altLang="ja-JP" kern="0" dirty="0">
              <a:solidFill>
                <a:srgbClr val="EEECE1">
                  <a:lumMod val="10000"/>
                </a:srgbClr>
              </a:solidFill>
              <a:latin typeface="+mn-ea"/>
              <a:cs typeface="メイリオ" pitchFamily="50" charset="-128"/>
            </a:endParaRPr>
          </a:p>
        </p:txBody>
      </p:sp>
      <p:sp>
        <p:nvSpPr>
          <p:cNvPr id="39" name="二等辺三角形 38">
            <a:extLst>
              <a:ext uri="{FF2B5EF4-FFF2-40B4-BE49-F238E27FC236}">
                <a16:creationId xmlns:a16="http://schemas.microsoft.com/office/drawing/2014/main" id="{90E7F6A3-2B07-FFFD-2173-08FCC5DF4B67}"/>
              </a:ext>
            </a:extLst>
          </p:cNvPr>
          <p:cNvSpPr/>
          <p:nvPr/>
        </p:nvSpPr>
        <p:spPr>
          <a:xfrm rot="16200000" flipV="1">
            <a:off x="3097373" y="4186875"/>
            <a:ext cx="792163" cy="431800"/>
          </a:xfrm>
          <a:prstGeom prst="triangle">
            <a:avLst>
              <a:gd name="adj" fmla="val 0"/>
            </a:avLst>
          </a:prstGeom>
          <a:solidFill>
            <a:srgbClr val="014097"/>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sysClr val="window" lastClr="FFFFFF"/>
              </a:solidFill>
              <a:effectLst/>
              <a:uLnTx/>
              <a:uFillTx/>
              <a:latin typeface="+mn-ea"/>
              <a:cs typeface="メイリオ" pitchFamily="50" charset="-128"/>
            </a:endParaRPr>
          </a:p>
        </p:txBody>
      </p:sp>
      <p:sp>
        <p:nvSpPr>
          <p:cNvPr id="40" name="角丸四角形 31">
            <a:extLst>
              <a:ext uri="{FF2B5EF4-FFF2-40B4-BE49-F238E27FC236}">
                <a16:creationId xmlns:a16="http://schemas.microsoft.com/office/drawing/2014/main" id="{9A1F1685-654C-8B97-5487-52A56150D9A7}"/>
              </a:ext>
            </a:extLst>
          </p:cNvPr>
          <p:cNvSpPr/>
          <p:nvPr/>
        </p:nvSpPr>
        <p:spPr>
          <a:xfrm>
            <a:off x="2945041" y="4459750"/>
            <a:ext cx="7991900" cy="2058951"/>
          </a:xfrm>
          <a:prstGeom prst="roundRect">
            <a:avLst>
              <a:gd name="adj" fmla="val 9948"/>
            </a:avLst>
          </a:prstGeom>
          <a:solidFill>
            <a:srgbClr val="014097"/>
          </a:solidFill>
          <a:ln w="25400" cap="flat" cmpd="sng" algn="ctr">
            <a:noFill/>
            <a:prstDash val="solid"/>
          </a:ln>
          <a:effectLst/>
        </p:spPr>
        <p:txBody>
          <a:bodyPr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sysClr val="window" lastClr="FFFFFF"/>
                </a:solidFill>
                <a:effectLst/>
                <a:uLnTx/>
                <a:uFillTx/>
                <a:latin typeface="+mn-ea"/>
                <a:cs typeface="メイリオ" pitchFamily="50" charset="-128"/>
              </a:rPr>
              <a:t>生産スケジューラの導入は事前の検証が不可欠です。</a:t>
            </a:r>
            <a:r>
              <a:rPr kumimoji="0" lang="en-US" altLang="ja-JP" sz="1400" b="0" i="0" u="none" strike="noStrike" kern="0" cap="none" spc="0" normalizeH="0" baseline="0" noProof="0" dirty="0" err="1">
                <a:ln>
                  <a:noFill/>
                </a:ln>
                <a:solidFill>
                  <a:sysClr val="window" lastClr="FFFFFF"/>
                </a:solidFill>
                <a:effectLst/>
                <a:uLnTx/>
                <a:uFillTx/>
                <a:latin typeface="+mn-ea"/>
                <a:cs typeface="メイリオ" pitchFamily="50" charset="-128"/>
              </a:rPr>
              <a:t>Asprova</a:t>
            </a:r>
            <a:r>
              <a:rPr kumimoji="0" lang="ja-JP" altLang="en-US" sz="1400" b="0" i="0" u="none" strike="noStrike" kern="0" cap="none" spc="0" normalizeH="0" baseline="0" noProof="0" dirty="0">
                <a:ln>
                  <a:noFill/>
                </a:ln>
                <a:solidFill>
                  <a:sysClr val="window" lastClr="FFFFFF"/>
                </a:solidFill>
                <a:effectLst/>
                <a:uLnTx/>
                <a:uFillTx/>
                <a:latin typeface="+mn-ea"/>
                <a:cs typeface="メイリオ" pitchFamily="50" charset="-128"/>
              </a:rPr>
              <a:t>体験版</a:t>
            </a:r>
            <a:r>
              <a:rPr kumimoji="0" lang="en-US" altLang="ja-JP" sz="1400" b="0" i="0" u="none" strike="noStrike" kern="0" cap="none" spc="0" normalizeH="0" baseline="0" noProof="0" dirty="0">
                <a:ln>
                  <a:noFill/>
                </a:ln>
                <a:solidFill>
                  <a:sysClr val="window" lastClr="FFFFFF"/>
                </a:solidFill>
                <a:effectLst/>
                <a:uLnTx/>
                <a:uFillTx/>
                <a:latin typeface="+mn-ea"/>
                <a:cs typeface="メイリオ" pitchFamily="50" charset="-128"/>
              </a:rPr>
              <a:t>(※)</a:t>
            </a:r>
            <a:r>
              <a:rPr kumimoji="0" lang="ja-JP" altLang="en-US" sz="1400" b="0" i="0" u="none" strike="noStrike" kern="0" cap="none" spc="0" normalizeH="0" baseline="0" noProof="0" dirty="0">
                <a:ln>
                  <a:noFill/>
                </a:ln>
                <a:solidFill>
                  <a:sysClr val="window" lastClr="FFFFFF"/>
                </a:solidFill>
                <a:effectLst/>
                <a:uLnTx/>
                <a:uFillTx/>
                <a:latin typeface="+mn-ea"/>
                <a:cs typeface="メイリオ" pitchFamily="50" charset="-128"/>
              </a:rPr>
              <a:t>は機能の</a:t>
            </a:r>
            <a:endParaRPr kumimoji="0" lang="en-US" altLang="ja-JP" sz="1400" b="0" i="0" u="none" strike="noStrike" kern="0" cap="none" spc="0" normalizeH="0" baseline="0" noProof="0" dirty="0">
              <a:ln>
                <a:noFill/>
              </a:ln>
              <a:solidFill>
                <a:sysClr val="window" lastClr="FFFFFF"/>
              </a:solidFill>
              <a:effectLst/>
              <a:uLnTx/>
              <a:uFillTx/>
              <a:latin typeface="+mn-ea"/>
              <a:cs typeface="メイリオ" pitchFamily="50" charset="-128"/>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sysClr val="window" lastClr="FFFFFF"/>
                </a:solidFill>
                <a:effectLst/>
                <a:uLnTx/>
                <a:uFillTx/>
                <a:latin typeface="+mn-ea"/>
                <a:cs typeface="メイリオ" pitchFamily="50" charset="-128"/>
              </a:rPr>
              <a:t>制限はありませんので、体験版を使って導入可否を検証しましょう。</a:t>
            </a:r>
            <a:endParaRPr kumimoji="0" lang="en-US" altLang="ja-JP" sz="1400" b="0" i="0" u="none" strike="noStrike" kern="0" cap="none" spc="0" normalizeH="0" baseline="0" noProof="0" dirty="0">
              <a:ln>
                <a:noFill/>
              </a:ln>
              <a:solidFill>
                <a:sysClr val="window" lastClr="FFFFFF"/>
              </a:solidFill>
              <a:effectLst/>
              <a:uLnTx/>
              <a:uFillTx/>
              <a:latin typeface="+mn-ea"/>
              <a:cs typeface="メイリオ" pitchFamily="50" charset="-128"/>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sysClr val="window" lastClr="FFFFFF"/>
                </a:solidFill>
                <a:effectLst/>
                <a:uLnTx/>
                <a:uFillTx/>
                <a:latin typeface="+mn-ea"/>
                <a:cs typeface="メイリオ" pitchFamily="50" charset="-128"/>
              </a:rPr>
              <a:t>検証作業はＮＳＷ（アスプローバ社）がサポートします。</a:t>
            </a:r>
            <a:endParaRPr kumimoji="0" lang="en-US" altLang="ja-JP" sz="1400" b="0" i="0" u="none" strike="noStrike" kern="0" cap="none" spc="0" normalizeH="0" baseline="0" noProof="0" dirty="0">
              <a:ln>
                <a:noFill/>
              </a:ln>
              <a:solidFill>
                <a:sysClr val="window" lastClr="FFFFFF"/>
              </a:solidFill>
              <a:effectLst/>
              <a:uLnTx/>
              <a:uFillTx/>
              <a:latin typeface="+mn-ea"/>
              <a:cs typeface="メイリオ" pitchFamily="50" charset="-128"/>
            </a:endParaRPr>
          </a:p>
          <a:p>
            <a:pPr marL="0" marR="0" lvl="0" indent="0" algn="r" defTabSz="914400" eaLnBrk="1" fontAlgn="auto" latinLnBrk="0" hangingPunct="1">
              <a:lnSpc>
                <a:spcPct val="100000"/>
              </a:lnSpc>
              <a:spcBef>
                <a:spcPts val="0"/>
              </a:spcBef>
              <a:spcAft>
                <a:spcPts val="0"/>
              </a:spcAft>
              <a:buClrTx/>
              <a:buSzTx/>
              <a:buFontTx/>
              <a:buNone/>
              <a:tabLst/>
              <a:defRPr/>
            </a:pPr>
            <a:r>
              <a:rPr kumimoji="0" lang="en-US" altLang="ja-JP" sz="1000" b="0" i="0" u="none" strike="noStrike" kern="0" cap="none" spc="0" normalizeH="0" baseline="0" noProof="0" dirty="0">
                <a:ln>
                  <a:noFill/>
                </a:ln>
                <a:solidFill>
                  <a:sysClr val="window" lastClr="FFFFFF"/>
                </a:solidFill>
                <a:effectLst/>
                <a:uLnTx/>
                <a:uFillTx/>
                <a:latin typeface="+mn-ea"/>
                <a:cs typeface="メイリオ" pitchFamily="50" charset="-128"/>
              </a:rPr>
              <a:t>※</a:t>
            </a:r>
            <a:r>
              <a:rPr kumimoji="0" lang="ja-JP" altLang="en-US" sz="1000" b="0" i="0" u="none" strike="noStrike" kern="0" cap="none" spc="0" normalizeH="0" baseline="0" noProof="0" dirty="0">
                <a:ln>
                  <a:noFill/>
                </a:ln>
                <a:solidFill>
                  <a:sysClr val="window" lastClr="FFFFFF"/>
                </a:solidFill>
                <a:effectLst/>
                <a:uLnTx/>
                <a:uFillTx/>
                <a:latin typeface="+mn-ea"/>
                <a:cs typeface="メイリオ" pitchFamily="50" charset="-128"/>
              </a:rPr>
              <a:t>データ量の制限があり、</a:t>
            </a:r>
            <a:r>
              <a:rPr kumimoji="0" lang="en-US" altLang="ja-JP" sz="1000" b="0" i="0" u="none" strike="noStrike" kern="0" cap="none" spc="0" normalizeH="0" baseline="0" noProof="0" dirty="0">
                <a:ln>
                  <a:noFill/>
                </a:ln>
                <a:solidFill>
                  <a:sysClr val="window" lastClr="FFFFFF"/>
                </a:solidFill>
                <a:effectLst/>
                <a:uLnTx/>
                <a:uFillTx/>
                <a:latin typeface="+mn-ea"/>
                <a:cs typeface="メイリオ" pitchFamily="50" charset="-128"/>
              </a:rPr>
              <a:t>100</a:t>
            </a:r>
            <a:r>
              <a:rPr kumimoji="0" lang="ja-JP" altLang="en-US" sz="1000" b="0" i="0" u="none" strike="noStrike" kern="0" cap="none" spc="0" normalizeH="0" baseline="0" noProof="0" dirty="0">
                <a:ln>
                  <a:noFill/>
                </a:ln>
                <a:solidFill>
                  <a:sysClr val="window" lastClr="FFFFFF"/>
                </a:solidFill>
                <a:effectLst/>
                <a:uLnTx/>
                <a:uFillTx/>
                <a:latin typeface="+mn-ea"/>
                <a:cs typeface="メイリオ" pitchFamily="50" charset="-128"/>
              </a:rPr>
              <a:t>オーダ・</a:t>
            </a:r>
            <a:r>
              <a:rPr kumimoji="0" lang="en-US" altLang="ja-JP" sz="1000" b="0" i="0" u="none" strike="noStrike" kern="0" cap="none" spc="0" normalizeH="0" baseline="0" noProof="0" dirty="0">
                <a:ln>
                  <a:noFill/>
                </a:ln>
                <a:solidFill>
                  <a:sysClr val="window" lastClr="FFFFFF"/>
                </a:solidFill>
                <a:effectLst/>
                <a:uLnTx/>
                <a:uFillTx/>
                <a:latin typeface="+mn-ea"/>
                <a:cs typeface="メイリオ" pitchFamily="50" charset="-128"/>
              </a:rPr>
              <a:t>250</a:t>
            </a:r>
            <a:r>
              <a:rPr kumimoji="0" lang="ja-JP" altLang="en-US" sz="1000" b="0" i="0" u="none" strike="noStrike" kern="0" cap="none" spc="0" normalizeH="0" baseline="0" noProof="0" dirty="0">
                <a:ln>
                  <a:noFill/>
                </a:ln>
                <a:solidFill>
                  <a:sysClr val="window" lastClr="FFFFFF"/>
                </a:solidFill>
                <a:effectLst/>
                <a:uLnTx/>
                <a:uFillTx/>
                <a:latin typeface="+mn-ea"/>
                <a:cs typeface="メイリオ" pitchFamily="50" charset="-128"/>
              </a:rPr>
              <a:t>作業までリスケジュールが可能</a:t>
            </a:r>
            <a:endParaRPr kumimoji="0" lang="en-US" altLang="ja-JP" sz="1000" b="0" i="0" u="none" strike="noStrike" kern="0" cap="none" spc="0" normalizeH="0" baseline="0" noProof="0" dirty="0">
              <a:ln>
                <a:noFill/>
              </a:ln>
              <a:solidFill>
                <a:srgbClr val="0066FF"/>
              </a:solidFill>
              <a:effectLst/>
              <a:uLnTx/>
              <a:uFillTx/>
              <a:latin typeface="+mn-ea"/>
              <a:cs typeface="メイリオ" pitchFamily="50" charset="-128"/>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200" b="0" i="0" u="sng" strike="noStrike" kern="0" cap="none" spc="0" normalizeH="0" baseline="0" noProof="0" dirty="0">
                <a:ln>
                  <a:noFill/>
                </a:ln>
                <a:solidFill>
                  <a:sysClr val="window" lastClr="FFFFFF"/>
                </a:solidFill>
                <a:effectLst/>
                <a:uLnTx/>
                <a:uFillTx/>
                <a:latin typeface="+mn-ea"/>
                <a:cs typeface="メイリオ" pitchFamily="50" charset="-128"/>
              </a:rPr>
              <a:t>検証の進め方</a:t>
            </a:r>
            <a:endParaRPr kumimoji="0" lang="en-US" altLang="ja-JP" sz="1200" b="0" i="0" u="sng" strike="noStrike" kern="0" cap="none" spc="0" normalizeH="0" baseline="0" noProof="0" dirty="0">
              <a:ln>
                <a:noFill/>
              </a:ln>
              <a:solidFill>
                <a:sysClr val="window" lastClr="FFFFFF"/>
              </a:solidFill>
              <a:effectLst/>
              <a:uLnTx/>
              <a:uFillTx/>
              <a:latin typeface="+mn-ea"/>
              <a:cs typeface="メイリオ" pitchFamily="50" charset="-128"/>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1200" b="0" i="0" u="none" strike="noStrike" kern="0" cap="none" spc="0" normalizeH="0" baseline="0" noProof="0" dirty="0">
                <a:ln>
                  <a:noFill/>
                </a:ln>
                <a:solidFill>
                  <a:sysClr val="window" lastClr="FFFFFF"/>
                </a:solidFill>
                <a:effectLst/>
                <a:uLnTx/>
                <a:uFillTx/>
                <a:latin typeface="+mn-ea"/>
                <a:cs typeface="メイリオ" pitchFamily="50" charset="-128"/>
              </a:rPr>
              <a:t>1. </a:t>
            </a:r>
            <a:r>
              <a:rPr kumimoji="0" lang="ja-JP" altLang="en-US" sz="1200" b="0" i="0" u="none" strike="noStrike" kern="0" cap="none" spc="0" normalizeH="0" baseline="0" noProof="0" dirty="0">
                <a:ln>
                  <a:noFill/>
                </a:ln>
                <a:solidFill>
                  <a:sysClr val="window" lastClr="FFFFFF"/>
                </a:solidFill>
                <a:effectLst/>
                <a:uLnTx/>
                <a:uFillTx/>
                <a:latin typeface="+mn-ea"/>
                <a:cs typeface="メイリオ" pitchFamily="50" charset="-128"/>
              </a:rPr>
              <a:t>代表数品目の工程情報準備　</a:t>
            </a:r>
            <a:endParaRPr kumimoji="0" lang="en-US" altLang="ja-JP" sz="1200" b="0" i="0" u="none" strike="noStrike" kern="0" cap="none" spc="0" normalizeH="0" baseline="0" noProof="0" dirty="0">
              <a:ln>
                <a:noFill/>
              </a:ln>
              <a:solidFill>
                <a:sysClr val="window" lastClr="FFFFFF"/>
              </a:solidFill>
              <a:effectLst/>
              <a:uLnTx/>
              <a:uFillTx/>
              <a:latin typeface="+mn-ea"/>
              <a:cs typeface="メイリオ" pitchFamily="50" charset="-128"/>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1200" b="0" i="0" u="none" strike="noStrike" kern="0" cap="none" spc="0" normalizeH="0" baseline="0" noProof="0" dirty="0">
                <a:ln>
                  <a:noFill/>
                </a:ln>
                <a:solidFill>
                  <a:sysClr val="window" lastClr="FFFFFF"/>
                </a:solidFill>
                <a:effectLst/>
                <a:uLnTx/>
                <a:uFillTx/>
                <a:latin typeface="+mn-ea"/>
                <a:cs typeface="メイリオ" pitchFamily="50" charset="-128"/>
              </a:rPr>
              <a:t>2. </a:t>
            </a:r>
            <a:r>
              <a:rPr kumimoji="0" lang="ja-JP" altLang="en-US" sz="1200" b="0" i="0" u="none" strike="noStrike" kern="0" cap="none" spc="0" normalizeH="0" baseline="0" noProof="0" dirty="0">
                <a:ln>
                  <a:noFill/>
                </a:ln>
                <a:solidFill>
                  <a:sysClr val="window" lastClr="FFFFFF"/>
                </a:solidFill>
                <a:effectLst/>
                <a:uLnTx/>
                <a:uFillTx/>
                <a:latin typeface="+mn-ea"/>
                <a:cs typeface="メイリオ" pitchFamily="50" charset="-128"/>
              </a:rPr>
              <a:t>代表数品目でプロトタイピング</a:t>
            </a:r>
            <a:endParaRPr kumimoji="0" lang="en-US" altLang="ja-JP" sz="1200" b="0" i="0" u="none" strike="noStrike" kern="0" cap="none" spc="0" normalizeH="0" baseline="0" noProof="0" dirty="0">
              <a:ln>
                <a:noFill/>
              </a:ln>
              <a:solidFill>
                <a:sysClr val="window" lastClr="FFFFFF"/>
              </a:solidFill>
              <a:effectLst/>
              <a:uLnTx/>
              <a:uFillTx/>
              <a:latin typeface="+mn-ea"/>
              <a:cs typeface="メイリオ" pitchFamily="50" charset="-128"/>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1200" b="0" i="0" u="none" strike="noStrike" kern="0" cap="none" spc="0" normalizeH="0" baseline="0" noProof="0" dirty="0">
                <a:ln>
                  <a:noFill/>
                </a:ln>
                <a:solidFill>
                  <a:sysClr val="window" lastClr="FFFFFF"/>
                </a:solidFill>
                <a:effectLst/>
                <a:uLnTx/>
                <a:uFillTx/>
                <a:latin typeface="+mn-ea"/>
                <a:cs typeface="メイリオ" pitchFamily="50" charset="-128"/>
              </a:rPr>
              <a:t>3. </a:t>
            </a:r>
            <a:r>
              <a:rPr kumimoji="0" lang="ja-JP" altLang="en-US" sz="1200" b="0" i="0" u="none" strike="noStrike" kern="0" cap="none" spc="0" normalizeH="0" baseline="0" noProof="0" dirty="0">
                <a:ln>
                  <a:noFill/>
                </a:ln>
                <a:solidFill>
                  <a:sysClr val="window" lastClr="FFFFFF"/>
                </a:solidFill>
                <a:effectLst/>
                <a:uLnTx/>
                <a:uFillTx/>
                <a:latin typeface="+mn-ea"/>
                <a:cs typeface="メイリオ" pitchFamily="50" charset="-128"/>
              </a:rPr>
              <a:t>計画要件（段取り条件、まとめ条件など）のピックアップ</a:t>
            </a:r>
            <a:endParaRPr kumimoji="0" lang="en-US" altLang="ja-JP" sz="1200" b="0" i="0" u="none" strike="noStrike" kern="0" cap="none" spc="0" normalizeH="0" baseline="0" noProof="0" dirty="0">
              <a:ln>
                <a:noFill/>
              </a:ln>
              <a:solidFill>
                <a:sysClr val="window" lastClr="FFFFFF"/>
              </a:solidFill>
              <a:effectLst/>
              <a:uLnTx/>
              <a:uFillTx/>
              <a:latin typeface="+mn-ea"/>
              <a:cs typeface="メイリオ" pitchFamily="50" charset="-128"/>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1200" b="0" i="0" u="none" strike="noStrike" kern="0" cap="none" spc="0" normalizeH="0" baseline="0" noProof="0" dirty="0">
                <a:ln>
                  <a:noFill/>
                </a:ln>
                <a:solidFill>
                  <a:sysClr val="window" lastClr="FFFFFF"/>
                </a:solidFill>
                <a:effectLst/>
                <a:uLnTx/>
                <a:uFillTx/>
                <a:latin typeface="+mn-ea"/>
                <a:cs typeface="メイリオ" pitchFamily="50" charset="-128"/>
              </a:rPr>
              <a:t>4. </a:t>
            </a:r>
            <a:r>
              <a:rPr kumimoji="0" lang="ja-JP" altLang="en-US" sz="1200" b="0" i="0" u="none" strike="noStrike" kern="0" cap="none" spc="0" normalizeH="0" baseline="0" noProof="0" dirty="0">
                <a:ln>
                  <a:noFill/>
                </a:ln>
                <a:solidFill>
                  <a:sysClr val="window" lastClr="FFFFFF"/>
                </a:solidFill>
                <a:effectLst/>
                <a:uLnTx/>
                <a:uFillTx/>
                <a:latin typeface="+mn-ea"/>
                <a:cs typeface="メイリオ" pitchFamily="50" charset="-128"/>
              </a:rPr>
              <a:t>計画要件を盛り込みプロトタイピング</a:t>
            </a:r>
            <a:endParaRPr kumimoji="0" lang="en-US" altLang="ja-JP" sz="1200" b="0" i="0" u="none" strike="noStrike" kern="0" cap="none" spc="0" normalizeH="0" baseline="0" noProof="0" dirty="0">
              <a:ln>
                <a:noFill/>
              </a:ln>
              <a:solidFill>
                <a:sysClr val="window" lastClr="FFFFFF"/>
              </a:solidFill>
              <a:effectLst/>
              <a:uLnTx/>
              <a:uFillTx/>
              <a:latin typeface="+mn-ea"/>
              <a:cs typeface="メイリオ" pitchFamily="50" charset="-128"/>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1200" b="0" i="0" u="none" strike="noStrike" kern="0" cap="none" spc="0" normalizeH="0" baseline="0" noProof="0" dirty="0">
                <a:ln>
                  <a:noFill/>
                </a:ln>
                <a:solidFill>
                  <a:sysClr val="window" lastClr="FFFFFF"/>
                </a:solidFill>
                <a:effectLst/>
                <a:uLnTx/>
                <a:uFillTx/>
                <a:latin typeface="+mn-ea"/>
                <a:cs typeface="メイリオ" pitchFamily="50" charset="-128"/>
              </a:rPr>
              <a:t>5. </a:t>
            </a:r>
            <a:r>
              <a:rPr kumimoji="0" lang="ja-JP" altLang="en-US" sz="1200" b="0" i="0" u="none" strike="noStrike" kern="0" cap="none" spc="0" normalizeH="0" baseline="0" noProof="0" dirty="0">
                <a:ln>
                  <a:noFill/>
                </a:ln>
                <a:solidFill>
                  <a:sysClr val="window" lastClr="FFFFFF"/>
                </a:solidFill>
                <a:effectLst/>
                <a:uLnTx/>
                <a:uFillTx/>
                <a:latin typeface="+mn-ea"/>
                <a:cs typeface="メイリオ" pitchFamily="50" charset="-128"/>
              </a:rPr>
              <a:t>実現方法のご提案と費用見積</a:t>
            </a:r>
            <a:endParaRPr kumimoji="0" lang="en-US" altLang="ja-JP" sz="1200" b="0" i="0" u="none" strike="noStrike" kern="0" cap="none" spc="0" normalizeH="0" baseline="0" noProof="0" dirty="0">
              <a:ln>
                <a:noFill/>
              </a:ln>
              <a:solidFill>
                <a:sysClr val="window" lastClr="FFFFFF"/>
              </a:solidFill>
              <a:effectLst/>
              <a:uLnTx/>
              <a:uFillTx/>
              <a:latin typeface="+mn-ea"/>
              <a:cs typeface="メイリオ" pitchFamily="50" charset="-128"/>
            </a:endParaRPr>
          </a:p>
        </p:txBody>
      </p:sp>
    </p:spTree>
    <p:extLst>
      <p:ext uri="{BB962C8B-B14F-4D97-AF65-F5344CB8AC3E}">
        <p14:creationId xmlns:p14="http://schemas.microsoft.com/office/powerpoint/2010/main" val="11761842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F7BFFE-6CAA-B3B1-55C0-37338542FB44}"/>
            </a:ext>
          </a:extLst>
        </p:cNvPr>
        <p:cNvGrpSpPr/>
        <p:nvPr/>
      </p:nvGrpSpPr>
      <p:grpSpPr>
        <a:xfrm>
          <a:off x="0" y="0"/>
          <a:ext cx="0" cy="0"/>
          <a:chOff x="0" y="0"/>
          <a:chExt cx="0" cy="0"/>
        </a:xfrm>
      </p:grpSpPr>
      <p:sp>
        <p:nvSpPr>
          <p:cNvPr id="5" name="タイトル 4">
            <a:extLst>
              <a:ext uri="{FF2B5EF4-FFF2-40B4-BE49-F238E27FC236}">
                <a16:creationId xmlns:a16="http://schemas.microsoft.com/office/drawing/2014/main" id="{25421EA5-139F-0D8C-C490-F91252E4F2C2}"/>
              </a:ext>
            </a:extLst>
          </p:cNvPr>
          <p:cNvSpPr>
            <a:spLocks noGrp="1"/>
          </p:cNvSpPr>
          <p:nvPr>
            <p:ph type="title"/>
          </p:nvPr>
        </p:nvSpPr>
        <p:spPr>
          <a:xfrm>
            <a:off x="630631" y="230188"/>
            <a:ext cx="11266729" cy="604519"/>
          </a:xfrm>
        </p:spPr>
        <p:txBody>
          <a:bodyPr/>
          <a:lstStyle/>
          <a:p>
            <a:r>
              <a:rPr lang="en-US" altLang="ja-JP" sz="3600" dirty="0" err="1"/>
              <a:t>Asprova</a:t>
            </a:r>
            <a:r>
              <a:rPr lang="ja-JP" altLang="en-US" sz="3600" dirty="0"/>
              <a:t>導入支援パターン</a:t>
            </a:r>
          </a:p>
        </p:txBody>
      </p:sp>
      <p:sp>
        <p:nvSpPr>
          <p:cNvPr id="4" name="スライド番号プレースホルダー 1">
            <a:extLst>
              <a:ext uri="{FF2B5EF4-FFF2-40B4-BE49-F238E27FC236}">
                <a16:creationId xmlns:a16="http://schemas.microsoft.com/office/drawing/2014/main" id="{C4C98718-3982-994A-087A-4D7D38ABEF14}"/>
              </a:ext>
            </a:extLst>
          </p:cNvPr>
          <p:cNvSpPr txBox="1">
            <a:spLocks/>
          </p:cNvSpPr>
          <p:nvPr/>
        </p:nvSpPr>
        <p:spPr bwMode="ltGray">
          <a:xfrm>
            <a:off x="10855405" y="6532510"/>
            <a:ext cx="998971" cy="241300"/>
          </a:xfrm>
          <a:prstGeom prst="rect">
            <a:avLst/>
          </a:prstGeom>
          <a:noFill/>
          <a:ln>
            <a:noFill/>
          </a:ln>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defPPr>
              <a:defRPr lang="ja-JP"/>
            </a:defPPr>
            <a:lvl1pPr marL="0" algn="r" defTabSz="914400" rtl="0" eaLnBrk="1" latinLnBrk="0" hangingPunct="1">
              <a:defRPr kumimoji="1" sz="1800" b="1" i="0" kern="1200">
                <a:solidFill>
                  <a:schemeClr val="bg1"/>
                </a:solidFill>
                <a:latin typeface="Arial" pitchFamily="34" charset="0"/>
                <a:ea typeface="ＭＳ Ｐゴシック" pitchFamily="50" charset="-128"/>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E025C43D-97FC-4CE9-9332-5BE2A99BA935}" type="slidenum">
              <a:rPr lang="en-US" altLang="ja-JP" sz="1400" smtClean="0">
                <a:solidFill>
                  <a:schemeClr val="tx1"/>
                </a:solidFill>
                <a:latin typeface="+mn-ea"/>
                <a:ea typeface="+mn-ea"/>
                <a:cs typeface="メイリオ" pitchFamily="50" charset="-128"/>
              </a:rPr>
              <a:pPr/>
              <a:t>36</a:t>
            </a:fld>
            <a:endParaRPr lang="en-US" altLang="ja-JP" sz="1400">
              <a:solidFill>
                <a:schemeClr val="tx1"/>
              </a:solidFill>
              <a:latin typeface="+mn-ea"/>
              <a:ea typeface="+mn-ea"/>
              <a:cs typeface="メイリオ" pitchFamily="50" charset="-128"/>
            </a:endParaRPr>
          </a:p>
        </p:txBody>
      </p:sp>
      <p:sp>
        <p:nvSpPr>
          <p:cNvPr id="2" name="正方形/長方形 1">
            <a:extLst>
              <a:ext uri="{FF2B5EF4-FFF2-40B4-BE49-F238E27FC236}">
                <a16:creationId xmlns:a16="http://schemas.microsoft.com/office/drawing/2014/main" id="{D2F29412-EFCC-9937-5490-D8B629901835}"/>
              </a:ext>
            </a:extLst>
          </p:cNvPr>
          <p:cNvSpPr/>
          <p:nvPr/>
        </p:nvSpPr>
        <p:spPr>
          <a:xfrm>
            <a:off x="630630" y="927355"/>
            <a:ext cx="10867271" cy="369332"/>
          </a:xfrm>
          <a:prstGeom prst="rect">
            <a:avLst/>
          </a:prstGeom>
        </p:spPr>
        <p:txBody>
          <a:bodyPr wrap="square">
            <a:spAutoFit/>
          </a:bodyPr>
          <a:lstStyle/>
          <a:p>
            <a:pPr>
              <a:defRPr/>
            </a:pPr>
            <a:r>
              <a:rPr kumimoji="0" lang="ja-JP" altLang="en-US" kern="0" dirty="0">
                <a:solidFill>
                  <a:srgbClr val="EEECE1">
                    <a:lumMod val="10000"/>
                  </a:srgbClr>
                </a:solidFill>
                <a:latin typeface="+mn-ea"/>
                <a:cs typeface="メイリオ" pitchFamily="50" charset="-128"/>
              </a:rPr>
              <a:t>お客様の導入方針・ご予算・スケジュール等に合わせて下記２つの支援モデルをご用意しております。</a:t>
            </a:r>
            <a:endParaRPr kumimoji="0" lang="en-US" altLang="ja-JP" kern="0" dirty="0">
              <a:solidFill>
                <a:srgbClr val="EEECE1">
                  <a:lumMod val="10000"/>
                </a:srgbClr>
              </a:solidFill>
              <a:latin typeface="+mn-ea"/>
              <a:cs typeface="メイリオ" pitchFamily="50" charset="-128"/>
            </a:endParaRPr>
          </a:p>
        </p:txBody>
      </p:sp>
      <p:sp>
        <p:nvSpPr>
          <p:cNvPr id="35" name="テキスト ボックス 34">
            <a:extLst>
              <a:ext uri="{FF2B5EF4-FFF2-40B4-BE49-F238E27FC236}">
                <a16:creationId xmlns:a16="http://schemas.microsoft.com/office/drawing/2014/main" id="{DF08A52F-783C-386C-D89D-40C0B5D7EB58}"/>
              </a:ext>
            </a:extLst>
          </p:cNvPr>
          <p:cNvSpPr txBox="1"/>
          <p:nvPr/>
        </p:nvSpPr>
        <p:spPr>
          <a:xfrm>
            <a:off x="1019175" y="1232790"/>
            <a:ext cx="10153650" cy="1077218"/>
          </a:xfrm>
          <a:prstGeom prst="rect">
            <a:avLst/>
          </a:prstGeom>
          <a:noFill/>
        </p:spPr>
        <p:txBody>
          <a:bodyPr wrap="square">
            <a:spAutoFit/>
          </a:bodyPr>
          <a:lstStyle/>
          <a:p>
            <a:r>
              <a:rPr lang="en-US" altLang="ja-JP" sz="1600" dirty="0" err="1"/>
              <a:t>Asprova</a:t>
            </a:r>
            <a:r>
              <a:rPr lang="ja-JP" altLang="en-US" sz="1600" dirty="0"/>
              <a:t>導入支援割合について、</a:t>
            </a:r>
            <a:r>
              <a:rPr lang="en-US" altLang="ja-JP" sz="1600" dirty="0"/>
              <a:t>NSW</a:t>
            </a:r>
            <a:r>
              <a:rPr lang="ja-JP" altLang="en-US" sz="1600" dirty="0"/>
              <a:t>主体と伴走型（家庭教師形式）の</a:t>
            </a:r>
            <a:r>
              <a:rPr lang="en-US" altLang="ja-JP" sz="1600" dirty="0"/>
              <a:t>2</a:t>
            </a:r>
            <a:r>
              <a:rPr lang="ja-JP" altLang="en-US" sz="1600" dirty="0"/>
              <a:t>つの進め方の選択が可能です。</a:t>
            </a:r>
            <a:endParaRPr lang="en-US" altLang="ja-JP" sz="1600" dirty="0"/>
          </a:p>
          <a:p>
            <a:r>
              <a:rPr lang="en-US" altLang="ja-JP" sz="1600" dirty="0"/>
              <a:t>NSW</a:t>
            </a:r>
            <a:r>
              <a:rPr lang="ja-JP" altLang="en-US" sz="1600" dirty="0"/>
              <a:t>主体型では要件確認～</a:t>
            </a:r>
            <a:r>
              <a:rPr lang="en-US" altLang="ja-JP" sz="1600" dirty="0" err="1"/>
              <a:t>Asprova</a:t>
            </a:r>
            <a:r>
              <a:rPr lang="ja-JP" altLang="en-US" sz="1600" dirty="0"/>
              <a:t>プロトタイプ作成・検証～本稼働準備までを包括的に支援し、伴走型ではお客様が主体となり弊社が技術サポートや検証・本稼働フェーズでのアドバイスを提供します。お客様の状況やニーズに合わせて柔軟に対応可能な体制を整えています。</a:t>
            </a:r>
            <a:endParaRPr lang="en-US" altLang="ja-JP" sz="1600" dirty="0">
              <a:latin typeface="游ゴシック" panose="020B0400000000000000" pitchFamily="50" charset="-128"/>
              <a:ea typeface="游ゴシック" panose="020B0400000000000000" pitchFamily="50" charset="-128"/>
            </a:endParaRPr>
          </a:p>
        </p:txBody>
      </p:sp>
      <p:sp>
        <p:nvSpPr>
          <p:cNvPr id="36" name="四角形: 角を丸くする 35">
            <a:extLst>
              <a:ext uri="{FF2B5EF4-FFF2-40B4-BE49-F238E27FC236}">
                <a16:creationId xmlns:a16="http://schemas.microsoft.com/office/drawing/2014/main" id="{84A4F6D2-36BB-0CB4-A3AA-C9CB8C64C45B}"/>
              </a:ext>
            </a:extLst>
          </p:cNvPr>
          <p:cNvSpPr/>
          <p:nvPr/>
        </p:nvSpPr>
        <p:spPr>
          <a:xfrm>
            <a:off x="1019175" y="3207382"/>
            <a:ext cx="4926909" cy="3167830"/>
          </a:xfrm>
          <a:prstGeom prst="roundRect">
            <a:avLst>
              <a:gd name="adj" fmla="val 4965"/>
            </a:avLst>
          </a:prstGeom>
          <a:solidFill>
            <a:schemeClr val="bg1"/>
          </a:solidFill>
          <a:ln w="22225">
            <a:solidFill>
              <a:schemeClr val="bg2"/>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n-ea"/>
            </a:endParaRPr>
          </a:p>
        </p:txBody>
      </p:sp>
      <p:sp>
        <p:nvSpPr>
          <p:cNvPr id="37" name="四角形: 角を丸くする 36">
            <a:extLst>
              <a:ext uri="{FF2B5EF4-FFF2-40B4-BE49-F238E27FC236}">
                <a16:creationId xmlns:a16="http://schemas.microsoft.com/office/drawing/2014/main" id="{2B8D2440-CB1F-82F0-5777-C5AFF360AA2A}"/>
              </a:ext>
            </a:extLst>
          </p:cNvPr>
          <p:cNvSpPr/>
          <p:nvPr/>
        </p:nvSpPr>
        <p:spPr>
          <a:xfrm>
            <a:off x="1253954" y="2845947"/>
            <a:ext cx="4436075" cy="722870"/>
          </a:xfrm>
          <a:prstGeom prst="roundRect">
            <a:avLst/>
          </a:prstGeom>
          <a:solidFill>
            <a:schemeClr val="bg2"/>
          </a:solidFill>
          <a:ln w="22225">
            <a:solidFill>
              <a:schemeClr val="bg2"/>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000" b="1">
                <a:latin typeface="+mn-ea"/>
              </a:rPr>
              <a:t>案①　</a:t>
            </a:r>
            <a:r>
              <a:rPr kumimoji="1" lang="en-US" altLang="ja-JP" sz="2000" b="1">
                <a:latin typeface="+mn-ea"/>
              </a:rPr>
              <a:t>NSW</a:t>
            </a:r>
            <a:r>
              <a:rPr kumimoji="1" lang="ja-JP" altLang="en-US" sz="2000" b="1">
                <a:latin typeface="+mn-ea"/>
              </a:rPr>
              <a:t>主体</a:t>
            </a:r>
            <a:endParaRPr kumimoji="1" lang="en-US" altLang="ja-JP" sz="2000" b="1">
              <a:latin typeface="+mn-ea"/>
            </a:endParaRPr>
          </a:p>
        </p:txBody>
      </p:sp>
      <p:sp>
        <p:nvSpPr>
          <p:cNvPr id="38" name="テキスト ボックス 37">
            <a:extLst>
              <a:ext uri="{FF2B5EF4-FFF2-40B4-BE49-F238E27FC236}">
                <a16:creationId xmlns:a16="http://schemas.microsoft.com/office/drawing/2014/main" id="{F8251CE4-9D3B-5DB2-F465-4060ADDC1627}"/>
              </a:ext>
            </a:extLst>
          </p:cNvPr>
          <p:cNvSpPr txBox="1"/>
          <p:nvPr/>
        </p:nvSpPr>
        <p:spPr>
          <a:xfrm>
            <a:off x="1264435" y="5045875"/>
            <a:ext cx="4436075" cy="1077218"/>
          </a:xfrm>
          <a:prstGeom prst="rect">
            <a:avLst/>
          </a:prstGeom>
          <a:noFill/>
        </p:spPr>
        <p:txBody>
          <a:bodyPr wrap="square">
            <a:spAutoFit/>
          </a:bodyPr>
          <a:lstStyle/>
          <a:p>
            <a:pPr algn="l"/>
            <a:r>
              <a:rPr lang="ja-JP" altLang="en-US" sz="1600" dirty="0"/>
              <a:t>要件確認～</a:t>
            </a:r>
            <a:r>
              <a:rPr lang="en-US" altLang="ja-JP" sz="1600" dirty="0" err="1"/>
              <a:t>Asprova</a:t>
            </a:r>
            <a:r>
              <a:rPr lang="ja-JP" altLang="en-US" sz="1600" dirty="0"/>
              <a:t>プロトタイプ作成・検証～本稼働準備までを弊社が主体的に支援します。要件確認から本稼働準備までを包括的に担当し、お客様の負担を最小限にします。</a:t>
            </a:r>
          </a:p>
        </p:txBody>
      </p:sp>
      <p:sp>
        <p:nvSpPr>
          <p:cNvPr id="39" name="四角形: 角を丸くする 38">
            <a:extLst>
              <a:ext uri="{FF2B5EF4-FFF2-40B4-BE49-F238E27FC236}">
                <a16:creationId xmlns:a16="http://schemas.microsoft.com/office/drawing/2014/main" id="{58C4A0EA-9AFC-031E-2CE3-985721CCE11F}"/>
              </a:ext>
            </a:extLst>
          </p:cNvPr>
          <p:cNvSpPr/>
          <p:nvPr/>
        </p:nvSpPr>
        <p:spPr>
          <a:xfrm>
            <a:off x="6358534" y="3203644"/>
            <a:ext cx="4926909" cy="3167830"/>
          </a:xfrm>
          <a:prstGeom prst="roundRect">
            <a:avLst>
              <a:gd name="adj" fmla="val 4965"/>
            </a:avLst>
          </a:prstGeom>
          <a:solidFill>
            <a:schemeClr val="bg1"/>
          </a:solidFill>
          <a:ln w="22225">
            <a:solidFill>
              <a:schemeClr val="tx2"/>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n-ea"/>
            </a:endParaRPr>
          </a:p>
        </p:txBody>
      </p:sp>
      <p:sp>
        <p:nvSpPr>
          <p:cNvPr id="40" name="四角形: 角を丸くする 39">
            <a:extLst>
              <a:ext uri="{FF2B5EF4-FFF2-40B4-BE49-F238E27FC236}">
                <a16:creationId xmlns:a16="http://schemas.microsoft.com/office/drawing/2014/main" id="{A439C7EB-9FF7-FA08-5C24-59585D2EEF84}"/>
              </a:ext>
            </a:extLst>
          </p:cNvPr>
          <p:cNvSpPr/>
          <p:nvPr/>
        </p:nvSpPr>
        <p:spPr>
          <a:xfrm>
            <a:off x="6593313" y="2842209"/>
            <a:ext cx="4436075" cy="722870"/>
          </a:xfrm>
          <a:prstGeom prst="roundRect">
            <a:avLst/>
          </a:prstGeom>
          <a:solidFill>
            <a:schemeClr val="tx2"/>
          </a:solidFill>
          <a:ln w="22225">
            <a:solidFill>
              <a:schemeClr val="tx2"/>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000" b="1">
                <a:latin typeface="+mn-ea"/>
              </a:rPr>
              <a:t>案②　伴走型</a:t>
            </a:r>
            <a:endParaRPr lang="en-US" altLang="ja-JP" sz="2000" b="1">
              <a:latin typeface="+mn-ea"/>
            </a:endParaRPr>
          </a:p>
        </p:txBody>
      </p:sp>
      <p:sp>
        <p:nvSpPr>
          <p:cNvPr id="41" name="二等辺三角形 40">
            <a:extLst>
              <a:ext uri="{FF2B5EF4-FFF2-40B4-BE49-F238E27FC236}">
                <a16:creationId xmlns:a16="http://schemas.microsoft.com/office/drawing/2014/main" id="{E163E928-89D4-5ECF-F79B-9CB2997A3D99}"/>
              </a:ext>
            </a:extLst>
          </p:cNvPr>
          <p:cNvSpPr/>
          <p:nvPr/>
        </p:nvSpPr>
        <p:spPr>
          <a:xfrm flipV="1">
            <a:off x="8581065" y="3523222"/>
            <a:ext cx="460570" cy="219641"/>
          </a:xfrm>
          <a:prstGeom prst="triangle">
            <a:avLst/>
          </a:prstGeom>
          <a:solidFill>
            <a:schemeClr val="tx2"/>
          </a:solidFill>
          <a:ln w="22225">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n-ea"/>
            </a:endParaRPr>
          </a:p>
        </p:txBody>
      </p:sp>
      <p:sp>
        <p:nvSpPr>
          <p:cNvPr id="42" name="二等辺三角形 41">
            <a:extLst>
              <a:ext uri="{FF2B5EF4-FFF2-40B4-BE49-F238E27FC236}">
                <a16:creationId xmlns:a16="http://schemas.microsoft.com/office/drawing/2014/main" id="{996549C3-21CE-935A-4B04-AF447E6D54BA}"/>
              </a:ext>
            </a:extLst>
          </p:cNvPr>
          <p:cNvSpPr/>
          <p:nvPr/>
        </p:nvSpPr>
        <p:spPr>
          <a:xfrm flipV="1">
            <a:off x="3241706" y="3526960"/>
            <a:ext cx="460570" cy="219641"/>
          </a:xfrm>
          <a:prstGeom prst="triangle">
            <a:avLst/>
          </a:prstGeom>
          <a:solidFill>
            <a:schemeClr val="bg2"/>
          </a:solidFill>
          <a:ln w="22225">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n-ea"/>
            </a:endParaRPr>
          </a:p>
        </p:txBody>
      </p:sp>
      <p:grpSp>
        <p:nvGrpSpPr>
          <p:cNvPr id="43" name="グループ化 42">
            <a:extLst>
              <a:ext uri="{FF2B5EF4-FFF2-40B4-BE49-F238E27FC236}">
                <a16:creationId xmlns:a16="http://schemas.microsoft.com/office/drawing/2014/main" id="{5A673338-807F-1FF0-C98F-9BC7CBA67EE0}"/>
              </a:ext>
            </a:extLst>
          </p:cNvPr>
          <p:cNvGrpSpPr/>
          <p:nvPr/>
        </p:nvGrpSpPr>
        <p:grpSpPr>
          <a:xfrm>
            <a:off x="2390854" y="3742863"/>
            <a:ext cx="2153209" cy="1153729"/>
            <a:chOff x="8681674" y="3365636"/>
            <a:chExt cx="2153209" cy="1153729"/>
          </a:xfrm>
        </p:grpSpPr>
        <p:pic>
          <p:nvPicPr>
            <p:cNvPr id="44" name="グラフィックス 43" descr="オフィス ワーカー (男性) 単色塗りつぶし">
              <a:extLst>
                <a:ext uri="{FF2B5EF4-FFF2-40B4-BE49-F238E27FC236}">
                  <a16:creationId xmlns:a16="http://schemas.microsoft.com/office/drawing/2014/main" id="{F304A46B-1463-994C-87B1-A3385D15B45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13595" y="3654272"/>
              <a:ext cx="540000" cy="540000"/>
            </a:xfrm>
            <a:prstGeom prst="rect">
              <a:avLst/>
            </a:prstGeom>
          </p:spPr>
        </p:pic>
        <p:sp>
          <p:nvSpPr>
            <p:cNvPr id="45" name="二等辺三角形 44">
              <a:extLst>
                <a:ext uri="{FF2B5EF4-FFF2-40B4-BE49-F238E27FC236}">
                  <a16:creationId xmlns:a16="http://schemas.microsoft.com/office/drawing/2014/main" id="{0935991B-4018-DDAC-F37D-D5D40C1F6ACE}"/>
                </a:ext>
              </a:extLst>
            </p:cNvPr>
            <p:cNvSpPr/>
            <p:nvPr/>
          </p:nvSpPr>
          <p:spPr>
            <a:xfrm rot="16200000">
              <a:off x="9551128" y="3884176"/>
              <a:ext cx="276999" cy="167331"/>
            </a:xfrm>
            <a:prstGeom prst="triangle">
              <a:avLst/>
            </a:prstGeom>
            <a:solidFill>
              <a:schemeClr val="bg1">
                <a:lumMod val="75000"/>
              </a:schemeClr>
            </a:solidFill>
            <a:ln w="22225">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n-ea"/>
              </a:endParaRPr>
            </a:p>
          </p:txBody>
        </p:sp>
        <p:pic>
          <p:nvPicPr>
            <p:cNvPr id="46" name="グラフィックス 45" descr="プログラマー男性 単色塗りつぶし">
              <a:extLst>
                <a:ext uri="{FF2B5EF4-FFF2-40B4-BE49-F238E27FC236}">
                  <a16:creationId xmlns:a16="http://schemas.microsoft.com/office/drawing/2014/main" id="{A2DCE80F-9B20-5725-ECC3-024A6B046D3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884821" y="3365636"/>
              <a:ext cx="900000" cy="900000"/>
            </a:xfrm>
            <a:prstGeom prst="rect">
              <a:avLst/>
            </a:prstGeom>
          </p:spPr>
        </p:pic>
        <p:sp>
          <p:nvSpPr>
            <p:cNvPr id="47" name="テキスト ボックス 46">
              <a:extLst>
                <a:ext uri="{FF2B5EF4-FFF2-40B4-BE49-F238E27FC236}">
                  <a16:creationId xmlns:a16="http://schemas.microsoft.com/office/drawing/2014/main" id="{54B63C98-2C88-8DB8-6BB2-476B0BBF40B1}"/>
                </a:ext>
              </a:extLst>
            </p:cNvPr>
            <p:cNvSpPr txBox="1"/>
            <p:nvPr/>
          </p:nvSpPr>
          <p:spPr>
            <a:xfrm>
              <a:off x="8681674" y="4242366"/>
              <a:ext cx="1000124" cy="276999"/>
            </a:xfrm>
            <a:prstGeom prst="rect">
              <a:avLst/>
            </a:prstGeom>
            <a:noFill/>
          </p:spPr>
          <p:txBody>
            <a:bodyPr wrap="square">
              <a:spAutoFit/>
            </a:bodyPr>
            <a:lstStyle/>
            <a:p>
              <a:pPr algn="ctr"/>
              <a:r>
                <a:rPr lang="ja-JP" altLang="en-US" sz="1200" b="1">
                  <a:latin typeface="+mn-ea"/>
                </a:rPr>
                <a:t>お客様</a:t>
              </a:r>
            </a:p>
          </p:txBody>
        </p:sp>
        <p:sp>
          <p:nvSpPr>
            <p:cNvPr id="48" name="テキスト ボックス 47">
              <a:extLst>
                <a:ext uri="{FF2B5EF4-FFF2-40B4-BE49-F238E27FC236}">
                  <a16:creationId xmlns:a16="http://schemas.microsoft.com/office/drawing/2014/main" id="{F8FB23B3-0310-F9FD-7FF5-A1089FECA7D5}"/>
                </a:ext>
              </a:extLst>
            </p:cNvPr>
            <p:cNvSpPr txBox="1"/>
            <p:nvPr/>
          </p:nvSpPr>
          <p:spPr>
            <a:xfrm>
              <a:off x="9834759" y="4242366"/>
              <a:ext cx="1000124" cy="276999"/>
            </a:xfrm>
            <a:prstGeom prst="rect">
              <a:avLst/>
            </a:prstGeom>
            <a:noFill/>
          </p:spPr>
          <p:txBody>
            <a:bodyPr wrap="square">
              <a:spAutoFit/>
            </a:bodyPr>
            <a:lstStyle/>
            <a:p>
              <a:pPr algn="ctr"/>
              <a:r>
                <a:rPr lang="en-US" altLang="ja-JP" sz="1200" b="1">
                  <a:latin typeface="+mn-ea"/>
                </a:rPr>
                <a:t>NSW</a:t>
              </a:r>
              <a:endParaRPr lang="ja-JP" altLang="en-US" sz="1200" b="1">
                <a:latin typeface="+mn-ea"/>
              </a:endParaRPr>
            </a:p>
          </p:txBody>
        </p:sp>
      </p:grpSp>
      <p:grpSp>
        <p:nvGrpSpPr>
          <p:cNvPr id="49" name="グループ化 48">
            <a:extLst>
              <a:ext uri="{FF2B5EF4-FFF2-40B4-BE49-F238E27FC236}">
                <a16:creationId xmlns:a16="http://schemas.microsoft.com/office/drawing/2014/main" id="{FD9916D2-4A8A-87F7-9B8C-2D9219FAD62C}"/>
              </a:ext>
            </a:extLst>
          </p:cNvPr>
          <p:cNvGrpSpPr/>
          <p:nvPr/>
        </p:nvGrpSpPr>
        <p:grpSpPr>
          <a:xfrm>
            <a:off x="7763641" y="3742863"/>
            <a:ext cx="2095418" cy="1153729"/>
            <a:chOff x="1543636" y="3365636"/>
            <a:chExt cx="2095418" cy="1153729"/>
          </a:xfrm>
        </p:grpSpPr>
        <p:pic>
          <p:nvPicPr>
            <p:cNvPr id="50" name="グラフィックス 49" descr="オフィス ワーカー (男性) 単色塗りつぶし">
              <a:extLst>
                <a:ext uri="{FF2B5EF4-FFF2-40B4-BE49-F238E27FC236}">
                  <a16:creationId xmlns:a16="http://schemas.microsoft.com/office/drawing/2014/main" id="{564B6D61-8346-141B-95A7-C8C3EE3F904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603625" y="3365636"/>
              <a:ext cx="900000" cy="900000"/>
            </a:xfrm>
            <a:prstGeom prst="rect">
              <a:avLst/>
            </a:prstGeom>
          </p:spPr>
        </p:pic>
        <p:pic>
          <p:nvPicPr>
            <p:cNvPr id="51" name="グラフィックス 50" descr="プログラマー男性 単色塗りつぶし">
              <a:extLst>
                <a:ext uri="{FF2B5EF4-FFF2-40B4-BE49-F238E27FC236}">
                  <a16:creationId xmlns:a16="http://schemas.microsoft.com/office/drawing/2014/main" id="{E53F0753-6C57-BE00-4482-45C295277AB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868992" y="3620884"/>
              <a:ext cx="540000" cy="540000"/>
            </a:xfrm>
            <a:prstGeom prst="rect">
              <a:avLst/>
            </a:prstGeom>
          </p:spPr>
        </p:pic>
        <p:sp>
          <p:nvSpPr>
            <p:cNvPr id="52" name="二等辺三角形 51">
              <a:extLst>
                <a:ext uri="{FF2B5EF4-FFF2-40B4-BE49-F238E27FC236}">
                  <a16:creationId xmlns:a16="http://schemas.microsoft.com/office/drawing/2014/main" id="{20F5795D-F2FE-ED7A-9B69-9173A8ABADA3}"/>
                </a:ext>
              </a:extLst>
            </p:cNvPr>
            <p:cNvSpPr/>
            <p:nvPr/>
          </p:nvSpPr>
          <p:spPr>
            <a:xfrm rot="5400000">
              <a:off x="2535199" y="3884176"/>
              <a:ext cx="276997" cy="167333"/>
            </a:xfrm>
            <a:prstGeom prst="triangle">
              <a:avLst/>
            </a:prstGeom>
            <a:solidFill>
              <a:schemeClr val="bg1">
                <a:lumMod val="75000"/>
              </a:schemeClr>
            </a:solidFill>
            <a:ln w="22225">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n-ea"/>
              </a:endParaRPr>
            </a:p>
          </p:txBody>
        </p:sp>
        <p:sp>
          <p:nvSpPr>
            <p:cNvPr id="53" name="テキスト ボックス 52">
              <a:extLst>
                <a:ext uri="{FF2B5EF4-FFF2-40B4-BE49-F238E27FC236}">
                  <a16:creationId xmlns:a16="http://schemas.microsoft.com/office/drawing/2014/main" id="{B7C198F5-BE15-37F3-6C7F-C5A0F3988414}"/>
                </a:ext>
              </a:extLst>
            </p:cNvPr>
            <p:cNvSpPr txBox="1"/>
            <p:nvPr/>
          </p:nvSpPr>
          <p:spPr>
            <a:xfrm>
              <a:off x="1543636" y="4242366"/>
              <a:ext cx="1000124" cy="276999"/>
            </a:xfrm>
            <a:prstGeom prst="rect">
              <a:avLst/>
            </a:prstGeom>
            <a:noFill/>
          </p:spPr>
          <p:txBody>
            <a:bodyPr wrap="square">
              <a:spAutoFit/>
            </a:bodyPr>
            <a:lstStyle/>
            <a:p>
              <a:pPr algn="ctr"/>
              <a:r>
                <a:rPr lang="ja-JP" altLang="en-US" sz="1200" b="1">
                  <a:latin typeface="+mn-ea"/>
                </a:rPr>
                <a:t>お客様</a:t>
              </a:r>
            </a:p>
          </p:txBody>
        </p:sp>
        <p:sp>
          <p:nvSpPr>
            <p:cNvPr id="54" name="テキスト ボックス 53">
              <a:extLst>
                <a:ext uri="{FF2B5EF4-FFF2-40B4-BE49-F238E27FC236}">
                  <a16:creationId xmlns:a16="http://schemas.microsoft.com/office/drawing/2014/main" id="{0CE61E07-C71D-0DD3-F687-ACEA15281107}"/>
                </a:ext>
              </a:extLst>
            </p:cNvPr>
            <p:cNvSpPr txBox="1"/>
            <p:nvPr/>
          </p:nvSpPr>
          <p:spPr>
            <a:xfrm>
              <a:off x="2638930" y="4242366"/>
              <a:ext cx="1000124" cy="276999"/>
            </a:xfrm>
            <a:prstGeom prst="rect">
              <a:avLst/>
            </a:prstGeom>
            <a:noFill/>
          </p:spPr>
          <p:txBody>
            <a:bodyPr wrap="square">
              <a:spAutoFit/>
            </a:bodyPr>
            <a:lstStyle/>
            <a:p>
              <a:pPr algn="ctr"/>
              <a:r>
                <a:rPr lang="en-US" altLang="ja-JP" sz="1200" b="1">
                  <a:latin typeface="+mn-ea"/>
                </a:rPr>
                <a:t>NSW</a:t>
              </a:r>
              <a:endParaRPr lang="ja-JP" altLang="en-US" sz="1200" b="1">
                <a:latin typeface="+mn-ea"/>
              </a:endParaRPr>
            </a:p>
          </p:txBody>
        </p:sp>
      </p:grpSp>
      <p:sp>
        <p:nvSpPr>
          <p:cNvPr id="55" name="テキスト ボックス 54">
            <a:extLst>
              <a:ext uri="{FF2B5EF4-FFF2-40B4-BE49-F238E27FC236}">
                <a16:creationId xmlns:a16="http://schemas.microsoft.com/office/drawing/2014/main" id="{212F1338-6107-7A3A-FE9F-94856A6C775B}"/>
              </a:ext>
            </a:extLst>
          </p:cNvPr>
          <p:cNvSpPr txBox="1"/>
          <p:nvPr/>
        </p:nvSpPr>
        <p:spPr>
          <a:xfrm>
            <a:off x="6675664" y="5043870"/>
            <a:ext cx="4436075" cy="1323439"/>
          </a:xfrm>
          <a:prstGeom prst="rect">
            <a:avLst/>
          </a:prstGeom>
          <a:noFill/>
        </p:spPr>
        <p:txBody>
          <a:bodyPr wrap="square">
            <a:spAutoFit/>
          </a:bodyPr>
          <a:lstStyle/>
          <a:p>
            <a:pPr algn="l"/>
            <a:r>
              <a:rPr lang="ja-JP" altLang="en-US" sz="1600" dirty="0"/>
              <a:t>お客様が主体となり、要件確認～</a:t>
            </a:r>
            <a:r>
              <a:rPr lang="en-US" altLang="ja-JP" sz="1600" dirty="0" err="1"/>
              <a:t>Asprova</a:t>
            </a:r>
            <a:r>
              <a:rPr lang="ja-JP" altLang="en-US" sz="1600" dirty="0"/>
              <a:t>プロトタイプ作成・評価～本稼働準備を進めます。弊社はプロト作成支援や技術サポート、評価・本稼働フェーズでのアドバイスを提供し、実行を支援します。</a:t>
            </a:r>
          </a:p>
        </p:txBody>
      </p:sp>
    </p:spTree>
    <p:extLst>
      <p:ext uri="{BB962C8B-B14F-4D97-AF65-F5344CB8AC3E}">
        <p14:creationId xmlns:p14="http://schemas.microsoft.com/office/powerpoint/2010/main" val="1281325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D8A295-A8D7-1EA3-D736-F15DC5C6B3C6}"/>
            </a:ext>
          </a:extLst>
        </p:cNvPr>
        <p:cNvGrpSpPr/>
        <p:nvPr/>
      </p:nvGrpSpPr>
      <p:grpSpPr>
        <a:xfrm>
          <a:off x="0" y="0"/>
          <a:ext cx="0" cy="0"/>
          <a:chOff x="0" y="0"/>
          <a:chExt cx="0" cy="0"/>
        </a:xfrm>
      </p:grpSpPr>
      <p:sp>
        <p:nvSpPr>
          <p:cNvPr id="5" name="タイトル 4">
            <a:extLst>
              <a:ext uri="{FF2B5EF4-FFF2-40B4-BE49-F238E27FC236}">
                <a16:creationId xmlns:a16="http://schemas.microsoft.com/office/drawing/2014/main" id="{227379C5-BCAD-DBC2-7B9D-5671F3A701CC}"/>
              </a:ext>
            </a:extLst>
          </p:cNvPr>
          <p:cNvSpPr>
            <a:spLocks noGrp="1"/>
          </p:cNvSpPr>
          <p:nvPr>
            <p:ph type="title"/>
          </p:nvPr>
        </p:nvSpPr>
        <p:spPr>
          <a:xfrm>
            <a:off x="630631" y="230188"/>
            <a:ext cx="11266729" cy="604519"/>
          </a:xfrm>
        </p:spPr>
        <p:txBody>
          <a:bodyPr/>
          <a:lstStyle/>
          <a:p>
            <a:r>
              <a:rPr lang="en-US" altLang="ja-JP" sz="3600" dirty="0" err="1"/>
              <a:t>Asprova</a:t>
            </a:r>
            <a:r>
              <a:rPr lang="ja-JP" altLang="en-US" sz="3600" dirty="0"/>
              <a:t>導入支援（</a:t>
            </a:r>
            <a:r>
              <a:rPr lang="en-US" altLang="ja-JP" sz="3600" dirty="0"/>
              <a:t>PoC</a:t>
            </a:r>
            <a:r>
              <a:rPr lang="ja-JP" altLang="en-US" sz="3600" dirty="0"/>
              <a:t>パック）</a:t>
            </a:r>
          </a:p>
        </p:txBody>
      </p:sp>
      <p:sp>
        <p:nvSpPr>
          <p:cNvPr id="4" name="スライド番号プレースホルダー 1">
            <a:extLst>
              <a:ext uri="{FF2B5EF4-FFF2-40B4-BE49-F238E27FC236}">
                <a16:creationId xmlns:a16="http://schemas.microsoft.com/office/drawing/2014/main" id="{5CC9D3D2-2762-E723-4213-A9B0712F68A4}"/>
              </a:ext>
            </a:extLst>
          </p:cNvPr>
          <p:cNvSpPr txBox="1">
            <a:spLocks/>
          </p:cNvSpPr>
          <p:nvPr/>
        </p:nvSpPr>
        <p:spPr bwMode="ltGray">
          <a:xfrm>
            <a:off x="10855405" y="6532510"/>
            <a:ext cx="998971" cy="241300"/>
          </a:xfrm>
          <a:prstGeom prst="rect">
            <a:avLst/>
          </a:prstGeom>
          <a:noFill/>
          <a:ln>
            <a:noFill/>
          </a:ln>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defPPr>
              <a:defRPr lang="ja-JP"/>
            </a:defPPr>
            <a:lvl1pPr marL="0" algn="r" defTabSz="914400" rtl="0" eaLnBrk="1" latinLnBrk="0" hangingPunct="1">
              <a:defRPr kumimoji="1" sz="1800" b="1" i="0" kern="1200">
                <a:solidFill>
                  <a:schemeClr val="bg1"/>
                </a:solidFill>
                <a:latin typeface="Arial" pitchFamily="34" charset="0"/>
                <a:ea typeface="ＭＳ Ｐゴシック" pitchFamily="50" charset="-128"/>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E025C43D-97FC-4CE9-9332-5BE2A99BA935}" type="slidenum">
              <a:rPr lang="en-US" altLang="ja-JP" sz="1400" smtClean="0">
                <a:solidFill>
                  <a:schemeClr val="tx1"/>
                </a:solidFill>
                <a:latin typeface="+mn-ea"/>
                <a:ea typeface="+mn-ea"/>
                <a:cs typeface="メイリオ" pitchFamily="50" charset="-128"/>
              </a:rPr>
              <a:pPr/>
              <a:t>37</a:t>
            </a:fld>
            <a:endParaRPr lang="en-US" altLang="ja-JP" sz="1400">
              <a:solidFill>
                <a:schemeClr val="tx1"/>
              </a:solidFill>
              <a:latin typeface="+mn-ea"/>
              <a:ea typeface="+mn-ea"/>
              <a:cs typeface="メイリオ" pitchFamily="50" charset="-128"/>
            </a:endParaRPr>
          </a:p>
        </p:txBody>
      </p:sp>
      <p:sp>
        <p:nvSpPr>
          <p:cNvPr id="2" name="タイトル 1">
            <a:extLst>
              <a:ext uri="{FF2B5EF4-FFF2-40B4-BE49-F238E27FC236}">
                <a16:creationId xmlns:a16="http://schemas.microsoft.com/office/drawing/2014/main" id="{898DB259-4B23-7238-D323-7E0433A65AE5}"/>
              </a:ext>
            </a:extLst>
          </p:cNvPr>
          <p:cNvSpPr txBox="1">
            <a:spLocks/>
          </p:cNvSpPr>
          <p:nvPr/>
        </p:nvSpPr>
        <p:spPr>
          <a:xfrm>
            <a:off x="456225" y="786686"/>
            <a:ext cx="10153650" cy="884694"/>
          </a:xfrm>
          <a:prstGeom prst="rect">
            <a:avLst/>
          </a:prstGeom>
        </p:spPr>
        <p:txBody>
          <a:bodyPr vert="horz" lIns="0" tIns="0" rIns="0" bIns="0" rtlCol="0" anchor="ctr">
            <a:normAutofit/>
          </a:bodyPr>
          <a:lstStyle>
            <a:lvl1pPr eaLnBrk="1" hangingPunct="1">
              <a:defRPr kumimoji="1" lang="ja-JP" altLang="en-US" sz="2400" b="0" i="0" spc="-70" baseline="0">
                <a:solidFill>
                  <a:srgbClr val="014097"/>
                </a:solidFill>
                <a:latin typeface="+mj-ea"/>
                <a:ea typeface="+mj-ea"/>
                <a:cs typeface="游ゴシック" panose="020B0400000000000000" pitchFamily="50" charset="-128"/>
              </a:defRPr>
            </a:lvl1pPr>
          </a:lstStyle>
          <a:p>
            <a:r>
              <a:rPr lang="en-US" altLang="ja-JP" sz="2000" kern="0" dirty="0" err="1">
                <a:solidFill>
                  <a:schemeClr val="tx1"/>
                </a:solidFill>
                <a:latin typeface="+mn-ea"/>
                <a:ea typeface="+mn-ea"/>
              </a:rPr>
              <a:t>AsprovaPoC</a:t>
            </a:r>
            <a:r>
              <a:rPr lang="ja-JP" altLang="en-US" sz="2000" kern="0" dirty="0">
                <a:solidFill>
                  <a:schemeClr val="tx1"/>
                </a:solidFill>
                <a:latin typeface="+mn-ea"/>
                <a:ea typeface="+mn-ea"/>
              </a:rPr>
              <a:t>パックとは、</a:t>
            </a:r>
            <a:r>
              <a:rPr lang="en-US" altLang="ja-JP" sz="2000" kern="0" dirty="0" err="1">
                <a:solidFill>
                  <a:schemeClr val="tx1"/>
                </a:solidFill>
                <a:latin typeface="+mn-ea"/>
                <a:ea typeface="+mn-ea"/>
              </a:rPr>
              <a:t>Asprova</a:t>
            </a:r>
            <a:r>
              <a:rPr lang="ja-JP" altLang="en-US" sz="2000" kern="0" dirty="0">
                <a:solidFill>
                  <a:schemeClr val="tx1"/>
                </a:solidFill>
                <a:latin typeface="+mn-ea"/>
                <a:ea typeface="+mn-ea"/>
              </a:rPr>
              <a:t>の導入ご検討において本</a:t>
            </a:r>
            <a:r>
              <a:rPr lang="en-US" altLang="ja-JP" sz="2000" kern="0" dirty="0">
                <a:solidFill>
                  <a:schemeClr val="tx1"/>
                </a:solidFill>
                <a:latin typeface="+mn-ea"/>
                <a:ea typeface="+mn-ea"/>
              </a:rPr>
              <a:t>PJ</a:t>
            </a:r>
            <a:r>
              <a:rPr lang="ja-JP" altLang="en-US" sz="2000" kern="0" dirty="0">
                <a:solidFill>
                  <a:schemeClr val="tx1"/>
                </a:solidFill>
                <a:latin typeface="+mn-ea"/>
                <a:ea typeface="+mn-ea"/>
              </a:rPr>
              <a:t>開始前の</a:t>
            </a:r>
            <a:r>
              <a:rPr lang="en-US" altLang="ja-JP" sz="2000" kern="0" dirty="0">
                <a:solidFill>
                  <a:schemeClr val="tx1"/>
                </a:solidFill>
                <a:latin typeface="+mn-ea"/>
                <a:ea typeface="+mn-ea"/>
              </a:rPr>
              <a:t>PoC</a:t>
            </a:r>
            <a:r>
              <a:rPr lang="ja-JP" altLang="en-US" sz="2000" kern="0" dirty="0">
                <a:solidFill>
                  <a:schemeClr val="tx1"/>
                </a:solidFill>
                <a:latin typeface="+mn-ea"/>
                <a:ea typeface="+mn-ea"/>
              </a:rPr>
              <a:t>となります。</a:t>
            </a:r>
            <a:endParaRPr lang="en-US" altLang="ja-JP" sz="2000" kern="0" dirty="0">
              <a:solidFill>
                <a:schemeClr val="tx1"/>
              </a:solidFill>
              <a:latin typeface="+mn-ea"/>
              <a:ea typeface="+mn-ea"/>
            </a:endParaRPr>
          </a:p>
          <a:p>
            <a:r>
              <a:rPr lang="ja-JP" altLang="en-US" sz="2000" kern="0" dirty="0">
                <a:solidFill>
                  <a:schemeClr val="tx1"/>
                </a:solidFill>
                <a:latin typeface="+mn-ea"/>
                <a:ea typeface="+mn-ea"/>
              </a:rPr>
              <a:t>本</a:t>
            </a:r>
            <a:r>
              <a:rPr lang="en-US" altLang="ja-JP" sz="2000" kern="0" dirty="0">
                <a:solidFill>
                  <a:schemeClr val="tx1"/>
                </a:solidFill>
                <a:latin typeface="+mn-ea"/>
                <a:ea typeface="+mn-ea"/>
              </a:rPr>
              <a:t>PJ</a:t>
            </a:r>
            <a:r>
              <a:rPr lang="ja-JP" altLang="en-US" sz="2000" kern="0" dirty="0">
                <a:solidFill>
                  <a:schemeClr val="tx1"/>
                </a:solidFill>
                <a:latin typeface="+mn-ea"/>
                <a:ea typeface="+mn-ea"/>
              </a:rPr>
              <a:t>実行前の検討判断や要件や範囲の整理にお役立ていただけます。</a:t>
            </a:r>
          </a:p>
        </p:txBody>
      </p:sp>
      <p:sp>
        <p:nvSpPr>
          <p:cNvPr id="3" name="四角形: 角を丸くする 2">
            <a:extLst>
              <a:ext uri="{FF2B5EF4-FFF2-40B4-BE49-F238E27FC236}">
                <a16:creationId xmlns:a16="http://schemas.microsoft.com/office/drawing/2014/main" id="{14B9C6A2-AEA0-8398-A194-ED2D1E98DE7A}"/>
              </a:ext>
            </a:extLst>
          </p:cNvPr>
          <p:cNvSpPr/>
          <p:nvPr/>
        </p:nvSpPr>
        <p:spPr>
          <a:xfrm>
            <a:off x="1777985" y="4690107"/>
            <a:ext cx="4814047" cy="1683533"/>
          </a:xfrm>
          <a:prstGeom prst="roundRect">
            <a:avLst>
              <a:gd name="adj" fmla="val 4445"/>
            </a:avLst>
          </a:prstGeom>
          <a:solidFill>
            <a:schemeClr val="accent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r>
              <a:rPr kumimoji="1" lang="ja-JP" altLang="en-US" sz="1600" dirty="0">
                <a:latin typeface="+mn-ea"/>
              </a:rPr>
              <a:t>・</a:t>
            </a:r>
            <a:r>
              <a:rPr kumimoji="1" lang="en-US" altLang="ja-JP" sz="1600" dirty="0" err="1">
                <a:latin typeface="+mn-ea"/>
              </a:rPr>
              <a:t>Asprova</a:t>
            </a:r>
            <a:r>
              <a:rPr lang="ja-JP" altLang="en-US" sz="1600" dirty="0">
                <a:latin typeface="+mn-ea"/>
              </a:rPr>
              <a:t>理解度の向上</a:t>
            </a:r>
            <a:endParaRPr lang="en-US" altLang="ja-JP" sz="1600" dirty="0">
              <a:latin typeface="+mn-ea"/>
            </a:endParaRPr>
          </a:p>
          <a:p>
            <a:r>
              <a:rPr lang="ja-JP" altLang="en-US" sz="1600" dirty="0">
                <a:latin typeface="+mn-ea"/>
              </a:rPr>
              <a:t>・費用対効果の算定と</a:t>
            </a:r>
            <a:r>
              <a:rPr kumimoji="1" lang="ja-JP" altLang="en-US" sz="1600" dirty="0">
                <a:latin typeface="+mn-ea"/>
              </a:rPr>
              <a:t>導入可否判断の精度向上</a:t>
            </a:r>
            <a:endParaRPr kumimoji="1" lang="en-US" altLang="ja-JP" sz="1600" dirty="0">
              <a:latin typeface="+mn-ea"/>
            </a:endParaRPr>
          </a:p>
          <a:p>
            <a:r>
              <a:rPr kumimoji="1" lang="ja-JP" altLang="en-US" sz="1600" dirty="0">
                <a:latin typeface="+mn-ea"/>
              </a:rPr>
              <a:t>・精度の高い本実装費用の概算費用算定</a:t>
            </a:r>
            <a:endParaRPr kumimoji="1" lang="en-US" altLang="ja-JP" sz="1600" dirty="0">
              <a:latin typeface="+mn-ea"/>
            </a:endParaRPr>
          </a:p>
          <a:p>
            <a:r>
              <a:rPr lang="ja-JP" altLang="en-US" sz="1600" dirty="0">
                <a:latin typeface="+mn-ea"/>
              </a:rPr>
              <a:t>・本</a:t>
            </a:r>
            <a:r>
              <a:rPr lang="en-US" altLang="ja-JP" sz="1600" dirty="0">
                <a:latin typeface="+mn-ea"/>
              </a:rPr>
              <a:t>PJ</a:t>
            </a:r>
            <a:r>
              <a:rPr lang="ja-JP" altLang="en-US" sz="1600" dirty="0">
                <a:latin typeface="+mn-ea"/>
              </a:rPr>
              <a:t>の要件や範囲のプレ明確化</a:t>
            </a:r>
            <a:endParaRPr kumimoji="1" lang="ja-JP" altLang="en-US" sz="1600" dirty="0">
              <a:latin typeface="+mn-ea"/>
            </a:endParaRPr>
          </a:p>
        </p:txBody>
      </p:sp>
      <p:sp>
        <p:nvSpPr>
          <p:cNvPr id="6" name="四角形: 角を丸くする 5">
            <a:extLst>
              <a:ext uri="{FF2B5EF4-FFF2-40B4-BE49-F238E27FC236}">
                <a16:creationId xmlns:a16="http://schemas.microsoft.com/office/drawing/2014/main" id="{C13AAE05-78E0-EB0C-BFDF-C89BAE08A43C}"/>
              </a:ext>
            </a:extLst>
          </p:cNvPr>
          <p:cNvSpPr/>
          <p:nvPr/>
        </p:nvSpPr>
        <p:spPr>
          <a:xfrm>
            <a:off x="7251626" y="4690107"/>
            <a:ext cx="2996952" cy="1166411"/>
          </a:xfrm>
          <a:prstGeom prst="roundRect">
            <a:avLst>
              <a:gd name="adj" fmla="val 4445"/>
            </a:avLst>
          </a:prstGeom>
          <a:solidFill>
            <a:schemeClr val="bg1">
              <a:lumMod val="65000"/>
            </a:schemeClr>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r>
              <a:rPr lang="ja-JP" altLang="en-US" sz="1600" dirty="0">
                <a:latin typeface="+mn-ea"/>
              </a:rPr>
              <a:t>・</a:t>
            </a:r>
            <a:r>
              <a:rPr lang="en-US" altLang="ja-JP" sz="1600" dirty="0">
                <a:latin typeface="+mn-ea"/>
              </a:rPr>
              <a:t>PoC</a:t>
            </a:r>
            <a:r>
              <a:rPr lang="ja-JP" altLang="en-US" sz="1600" dirty="0">
                <a:latin typeface="+mn-ea"/>
              </a:rPr>
              <a:t>パック費用</a:t>
            </a:r>
            <a:endParaRPr kumimoji="1" lang="ja-JP" altLang="en-US" sz="1600" dirty="0">
              <a:latin typeface="+mn-ea"/>
            </a:endParaRPr>
          </a:p>
        </p:txBody>
      </p:sp>
      <p:sp>
        <p:nvSpPr>
          <p:cNvPr id="7" name="四角形: 角を丸くする 6">
            <a:extLst>
              <a:ext uri="{FF2B5EF4-FFF2-40B4-BE49-F238E27FC236}">
                <a16:creationId xmlns:a16="http://schemas.microsoft.com/office/drawing/2014/main" id="{CF855DD3-9342-16E4-D5B7-AA4B8A5D9240}"/>
              </a:ext>
            </a:extLst>
          </p:cNvPr>
          <p:cNvSpPr/>
          <p:nvPr/>
        </p:nvSpPr>
        <p:spPr>
          <a:xfrm>
            <a:off x="1856841" y="4406752"/>
            <a:ext cx="1690676" cy="566708"/>
          </a:xfrm>
          <a:prstGeom prst="roundRect">
            <a:avLst>
              <a:gd name="adj" fmla="val 4445"/>
            </a:avLst>
          </a:prstGeom>
          <a:solidFill>
            <a:schemeClr val="accent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kumimoji="1" lang="ja-JP" altLang="en-US" dirty="0">
                <a:latin typeface="+mn-ea"/>
              </a:rPr>
              <a:t>メリット</a:t>
            </a:r>
          </a:p>
        </p:txBody>
      </p:sp>
      <p:sp>
        <p:nvSpPr>
          <p:cNvPr id="8" name="四角形: 角を丸くする 7">
            <a:extLst>
              <a:ext uri="{FF2B5EF4-FFF2-40B4-BE49-F238E27FC236}">
                <a16:creationId xmlns:a16="http://schemas.microsoft.com/office/drawing/2014/main" id="{6C86C788-B6C5-C633-9960-F968FD3E628A}"/>
              </a:ext>
            </a:extLst>
          </p:cNvPr>
          <p:cNvSpPr/>
          <p:nvPr/>
        </p:nvSpPr>
        <p:spPr>
          <a:xfrm>
            <a:off x="7330481" y="4406752"/>
            <a:ext cx="1690676" cy="566708"/>
          </a:xfrm>
          <a:prstGeom prst="roundRect">
            <a:avLst>
              <a:gd name="adj" fmla="val 4445"/>
            </a:avLst>
          </a:prstGeom>
          <a:solidFill>
            <a:schemeClr val="bg1">
              <a:lumMod val="65000"/>
            </a:schemeClr>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kumimoji="1" lang="ja-JP" altLang="en-US" dirty="0">
                <a:latin typeface="+mn-ea"/>
              </a:rPr>
              <a:t>ネック</a:t>
            </a:r>
          </a:p>
        </p:txBody>
      </p:sp>
      <p:sp>
        <p:nvSpPr>
          <p:cNvPr id="9" name="タイトル 1">
            <a:extLst>
              <a:ext uri="{FF2B5EF4-FFF2-40B4-BE49-F238E27FC236}">
                <a16:creationId xmlns:a16="http://schemas.microsoft.com/office/drawing/2014/main" id="{76099231-EB4D-4B24-5436-F7ADBFA7A826}"/>
              </a:ext>
            </a:extLst>
          </p:cNvPr>
          <p:cNvSpPr txBox="1">
            <a:spLocks/>
          </p:cNvSpPr>
          <p:nvPr/>
        </p:nvSpPr>
        <p:spPr>
          <a:xfrm>
            <a:off x="311376" y="1572238"/>
            <a:ext cx="11847435" cy="2764870"/>
          </a:xfrm>
          <a:prstGeom prst="rect">
            <a:avLst/>
          </a:prstGeom>
        </p:spPr>
        <p:txBody>
          <a:bodyPr vert="horz" lIns="0" tIns="0" rIns="0" bIns="0" rtlCol="0" anchor="ctr">
            <a:normAutofit/>
          </a:bodyPr>
          <a:lstStyle>
            <a:lvl1pPr eaLnBrk="1" hangingPunct="1">
              <a:defRPr kumimoji="1" lang="ja-JP" altLang="en-US" sz="2400" b="0" i="0" spc="-70" baseline="0">
                <a:solidFill>
                  <a:srgbClr val="014097"/>
                </a:solidFill>
                <a:latin typeface="+mj-ea"/>
                <a:ea typeface="+mj-ea"/>
                <a:cs typeface="游ゴシック" panose="020B0400000000000000" pitchFamily="50" charset="-128"/>
              </a:defRPr>
            </a:lvl1pPr>
          </a:lstStyle>
          <a:p>
            <a:r>
              <a:rPr lang="ja-JP" altLang="en-US" sz="2000" kern="0" dirty="0">
                <a:solidFill>
                  <a:schemeClr val="tx1"/>
                </a:solidFill>
                <a:latin typeface="+mn-ea"/>
                <a:ea typeface="+mn-ea"/>
              </a:rPr>
              <a:t>お客様において下記のような懸念を事前に払しょくするうえで</a:t>
            </a:r>
            <a:r>
              <a:rPr lang="en-US" altLang="ja-JP" sz="2000" kern="0" dirty="0">
                <a:solidFill>
                  <a:schemeClr val="tx1"/>
                </a:solidFill>
                <a:latin typeface="+mn-ea"/>
                <a:ea typeface="+mn-ea"/>
              </a:rPr>
              <a:t>PoC</a:t>
            </a:r>
            <a:r>
              <a:rPr lang="ja-JP" altLang="en-US" sz="2000" kern="0" dirty="0">
                <a:solidFill>
                  <a:schemeClr val="tx1"/>
                </a:solidFill>
                <a:latin typeface="+mn-ea"/>
                <a:ea typeface="+mn-ea"/>
              </a:rPr>
              <a:t>が非常に有効です。</a:t>
            </a:r>
            <a:endParaRPr lang="en-US" altLang="ja-JP" sz="2000" kern="0" dirty="0">
              <a:solidFill>
                <a:schemeClr val="tx1"/>
              </a:solidFill>
              <a:latin typeface="+mn-ea"/>
              <a:ea typeface="+mn-ea"/>
            </a:endParaRPr>
          </a:p>
          <a:p>
            <a:r>
              <a:rPr lang="ja-JP" altLang="en-US" sz="2000" b="1" kern="0" dirty="0">
                <a:solidFill>
                  <a:schemeClr val="tx1"/>
                </a:solidFill>
                <a:latin typeface="+mn-ea"/>
                <a:ea typeface="+mn-ea"/>
              </a:rPr>
              <a:t>・</a:t>
            </a:r>
            <a:r>
              <a:rPr lang="en-US" altLang="ja-JP" sz="2000" b="1" kern="0" dirty="0" err="1">
                <a:solidFill>
                  <a:schemeClr val="tx1"/>
                </a:solidFill>
                <a:latin typeface="+mn-ea"/>
                <a:ea typeface="+mn-ea"/>
              </a:rPr>
              <a:t>Asprova</a:t>
            </a:r>
            <a:r>
              <a:rPr lang="ja-JP" altLang="en-US" sz="2000" b="1" kern="0" dirty="0">
                <a:solidFill>
                  <a:schemeClr val="tx1"/>
                </a:solidFill>
                <a:latin typeface="+mn-ea"/>
                <a:ea typeface="+mn-ea"/>
              </a:rPr>
              <a:t>で自社計画課題がどう解消されるのか、自社特有（と考える）製造要件を取り込んだ</a:t>
            </a:r>
            <a:endParaRPr lang="en-US" altLang="ja-JP" sz="2000" b="1" kern="0" dirty="0">
              <a:solidFill>
                <a:schemeClr val="tx1"/>
              </a:solidFill>
              <a:latin typeface="+mn-ea"/>
              <a:ea typeface="+mn-ea"/>
            </a:endParaRPr>
          </a:p>
          <a:p>
            <a:r>
              <a:rPr lang="ja-JP" altLang="en-US" sz="2000" b="1" kern="0" dirty="0">
                <a:solidFill>
                  <a:schemeClr val="tx1"/>
                </a:solidFill>
                <a:latin typeface="+mn-ea"/>
                <a:ea typeface="+mn-ea"/>
              </a:rPr>
              <a:t>　計画がどこまでできるのか・次期基幹システムとの連携</a:t>
            </a:r>
            <a:r>
              <a:rPr lang="en-US" altLang="ja-JP" sz="2000" b="1" kern="0" dirty="0">
                <a:solidFill>
                  <a:schemeClr val="tx1"/>
                </a:solidFill>
                <a:latin typeface="+mn-ea"/>
                <a:ea typeface="+mn-ea"/>
              </a:rPr>
              <a:t>IF</a:t>
            </a:r>
            <a:r>
              <a:rPr lang="ja-JP" altLang="en-US" sz="2000" b="1" kern="0" dirty="0">
                <a:solidFill>
                  <a:schemeClr val="tx1"/>
                </a:solidFill>
                <a:latin typeface="+mn-ea"/>
                <a:ea typeface="+mn-ea"/>
              </a:rPr>
              <a:t>仕様をどうするか？　現行から修正すべきか？</a:t>
            </a:r>
            <a:endParaRPr lang="en-US" altLang="ja-JP" sz="2000" b="1" kern="0" dirty="0">
              <a:solidFill>
                <a:schemeClr val="tx1"/>
              </a:solidFill>
              <a:latin typeface="+mn-ea"/>
              <a:ea typeface="+mn-ea"/>
            </a:endParaRPr>
          </a:p>
          <a:p>
            <a:r>
              <a:rPr lang="ja-JP" altLang="en-US" sz="2000" b="1" kern="0" dirty="0">
                <a:solidFill>
                  <a:schemeClr val="tx1"/>
                </a:solidFill>
                <a:latin typeface="+mn-ea"/>
                <a:ea typeface="+mn-ea"/>
              </a:rPr>
              <a:t>・システム全体構成の中での</a:t>
            </a:r>
            <a:r>
              <a:rPr lang="en-US" altLang="ja-JP" sz="2000" b="1" kern="0" dirty="0" err="1">
                <a:solidFill>
                  <a:schemeClr val="tx1"/>
                </a:solidFill>
                <a:latin typeface="+mn-ea"/>
                <a:ea typeface="+mn-ea"/>
              </a:rPr>
              <a:t>Asprova</a:t>
            </a:r>
            <a:r>
              <a:rPr lang="ja-JP" altLang="en-US" sz="2000" b="1" kern="0" dirty="0">
                <a:solidFill>
                  <a:schemeClr val="tx1"/>
                </a:solidFill>
                <a:latin typeface="+mn-ea"/>
                <a:ea typeface="+mn-ea"/>
              </a:rPr>
              <a:t>の運用範囲をどう定義すべきか（基幹システムとの役割分担など）</a:t>
            </a:r>
            <a:endParaRPr lang="en-US" altLang="ja-JP" sz="2000" b="1" kern="0" dirty="0">
              <a:solidFill>
                <a:schemeClr val="tx1"/>
              </a:solidFill>
              <a:latin typeface="+mn-ea"/>
              <a:ea typeface="+mn-ea"/>
            </a:endParaRPr>
          </a:p>
          <a:p>
            <a:r>
              <a:rPr lang="ja-JP" altLang="en-US" sz="2000" b="1" kern="0" dirty="0">
                <a:solidFill>
                  <a:schemeClr val="tx1"/>
                </a:solidFill>
                <a:latin typeface="+mn-ea"/>
                <a:ea typeface="+mn-ea"/>
              </a:rPr>
              <a:t>・スケジューラの運用をどう定義すべきか　具体的なイメージを明確にしたい</a:t>
            </a:r>
            <a:endParaRPr lang="en-US" altLang="ja-JP" sz="2000" b="1" kern="0" dirty="0">
              <a:solidFill>
                <a:schemeClr val="tx1"/>
              </a:solidFill>
              <a:latin typeface="+mn-ea"/>
              <a:ea typeface="+mn-ea"/>
            </a:endParaRPr>
          </a:p>
          <a:p>
            <a:r>
              <a:rPr lang="ja-JP" altLang="en-US" sz="2000" b="1" kern="0" dirty="0">
                <a:solidFill>
                  <a:schemeClr val="tx1"/>
                </a:solidFill>
                <a:latin typeface="+mn-ea"/>
                <a:ea typeface="+mn-ea"/>
              </a:rPr>
              <a:t>　　</a:t>
            </a:r>
            <a:r>
              <a:rPr lang="en-US" altLang="ja-JP" sz="2000" b="1" kern="0" dirty="0">
                <a:solidFill>
                  <a:schemeClr val="tx1"/>
                </a:solidFill>
                <a:latin typeface="+mn-ea"/>
                <a:ea typeface="+mn-ea"/>
              </a:rPr>
              <a:t>…</a:t>
            </a:r>
          </a:p>
          <a:p>
            <a:r>
              <a:rPr lang="ja-JP" altLang="en-US" sz="2000" b="1" kern="0" dirty="0">
                <a:solidFill>
                  <a:schemeClr val="tx1"/>
                </a:solidFill>
                <a:latin typeface="+mn-ea"/>
                <a:ea typeface="+mn-ea"/>
              </a:rPr>
              <a:t>　</a:t>
            </a:r>
            <a:r>
              <a:rPr lang="en-US" altLang="ja-JP" sz="2000" b="1" kern="0" dirty="0">
                <a:solidFill>
                  <a:schemeClr val="tx1"/>
                </a:solidFill>
                <a:latin typeface="+mn-ea"/>
                <a:ea typeface="+mn-ea"/>
              </a:rPr>
              <a:t> .</a:t>
            </a:r>
            <a:r>
              <a:rPr lang="en-US" altLang="ja-JP" sz="2000" b="1" kern="0" dirty="0" err="1">
                <a:solidFill>
                  <a:schemeClr val="tx1"/>
                </a:solidFill>
                <a:latin typeface="+mn-ea"/>
                <a:ea typeface="+mn-ea"/>
              </a:rPr>
              <a:t>etc</a:t>
            </a:r>
            <a:endParaRPr lang="en-US" altLang="ja-JP" sz="2000" b="1" kern="0" dirty="0">
              <a:solidFill>
                <a:schemeClr val="tx1"/>
              </a:solidFill>
              <a:latin typeface="+mn-ea"/>
              <a:ea typeface="+mn-ea"/>
            </a:endParaRPr>
          </a:p>
        </p:txBody>
      </p:sp>
    </p:spTree>
    <p:extLst>
      <p:ext uri="{BB962C8B-B14F-4D97-AF65-F5344CB8AC3E}">
        <p14:creationId xmlns:p14="http://schemas.microsoft.com/office/powerpoint/2010/main" val="262136661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48E11C-8B8E-2DE5-9C48-4321E274DB3B}"/>
            </a:ext>
          </a:extLst>
        </p:cNvPr>
        <p:cNvGrpSpPr/>
        <p:nvPr/>
      </p:nvGrpSpPr>
      <p:grpSpPr>
        <a:xfrm>
          <a:off x="0" y="0"/>
          <a:ext cx="0" cy="0"/>
          <a:chOff x="0" y="0"/>
          <a:chExt cx="0" cy="0"/>
        </a:xfrm>
      </p:grpSpPr>
      <p:sp>
        <p:nvSpPr>
          <p:cNvPr id="5" name="タイトル 4">
            <a:extLst>
              <a:ext uri="{FF2B5EF4-FFF2-40B4-BE49-F238E27FC236}">
                <a16:creationId xmlns:a16="http://schemas.microsoft.com/office/drawing/2014/main" id="{A64EC24A-088A-7D0A-713C-B9579D3AC3DD}"/>
              </a:ext>
            </a:extLst>
          </p:cNvPr>
          <p:cNvSpPr>
            <a:spLocks noGrp="1"/>
          </p:cNvSpPr>
          <p:nvPr>
            <p:ph type="title"/>
          </p:nvPr>
        </p:nvSpPr>
        <p:spPr>
          <a:xfrm>
            <a:off x="630631" y="230188"/>
            <a:ext cx="11266729" cy="604519"/>
          </a:xfrm>
        </p:spPr>
        <p:txBody>
          <a:bodyPr/>
          <a:lstStyle/>
          <a:p>
            <a:r>
              <a:rPr lang="en-US" altLang="ja-JP" sz="3600" dirty="0" err="1"/>
              <a:t>Asprova</a:t>
            </a:r>
            <a:r>
              <a:rPr lang="ja-JP" altLang="en-US" sz="3600" dirty="0"/>
              <a:t>導入支援（</a:t>
            </a:r>
            <a:r>
              <a:rPr lang="en-US" altLang="ja-JP" sz="3600" dirty="0"/>
              <a:t>PoC</a:t>
            </a:r>
            <a:r>
              <a:rPr lang="ja-JP" altLang="en-US" sz="3600" dirty="0"/>
              <a:t>パック）</a:t>
            </a:r>
          </a:p>
        </p:txBody>
      </p:sp>
      <p:sp>
        <p:nvSpPr>
          <p:cNvPr id="4" name="スライド番号プレースホルダー 1">
            <a:extLst>
              <a:ext uri="{FF2B5EF4-FFF2-40B4-BE49-F238E27FC236}">
                <a16:creationId xmlns:a16="http://schemas.microsoft.com/office/drawing/2014/main" id="{9624EA2F-B4D9-E67A-87D3-BDD9CBE9570E}"/>
              </a:ext>
            </a:extLst>
          </p:cNvPr>
          <p:cNvSpPr txBox="1">
            <a:spLocks/>
          </p:cNvSpPr>
          <p:nvPr/>
        </p:nvSpPr>
        <p:spPr bwMode="ltGray">
          <a:xfrm>
            <a:off x="10855405" y="6532510"/>
            <a:ext cx="998971" cy="241300"/>
          </a:xfrm>
          <a:prstGeom prst="rect">
            <a:avLst/>
          </a:prstGeom>
          <a:noFill/>
          <a:ln>
            <a:noFill/>
          </a:ln>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defPPr>
              <a:defRPr lang="ja-JP"/>
            </a:defPPr>
            <a:lvl1pPr marL="0" algn="r" defTabSz="914400" rtl="0" eaLnBrk="1" latinLnBrk="0" hangingPunct="1">
              <a:defRPr kumimoji="1" sz="1800" b="1" i="0" kern="1200">
                <a:solidFill>
                  <a:schemeClr val="bg1"/>
                </a:solidFill>
                <a:latin typeface="Arial" pitchFamily="34" charset="0"/>
                <a:ea typeface="ＭＳ Ｐゴシック" pitchFamily="50" charset="-128"/>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E025C43D-97FC-4CE9-9332-5BE2A99BA935}" type="slidenum">
              <a:rPr lang="en-US" altLang="ja-JP" sz="1400" smtClean="0">
                <a:solidFill>
                  <a:schemeClr val="tx1"/>
                </a:solidFill>
                <a:latin typeface="+mn-ea"/>
                <a:ea typeface="+mn-ea"/>
                <a:cs typeface="メイリオ" pitchFamily="50" charset="-128"/>
              </a:rPr>
              <a:pPr/>
              <a:t>38</a:t>
            </a:fld>
            <a:endParaRPr lang="en-US" altLang="ja-JP" sz="1400">
              <a:solidFill>
                <a:schemeClr val="tx1"/>
              </a:solidFill>
              <a:latin typeface="+mn-ea"/>
              <a:ea typeface="+mn-ea"/>
              <a:cs typeface="メイリオ" pitchFamily="50" charset="-128"/>
            </a:endParaRPr>
          </a:p>
        </p:txBody>
      </p:sp>
      <p:sp>
        <p:nvSpPr>
          <p:cNvPr id="10" name="タイトル 1">
            <a:extLst>
              <a:ext uri="{FF2B5EF4-FFF2-40B4-BE49-F238E27FC236}">
                <a16:creationId xmlns:a16="http://schemas.microsoft.com/office/drawing/2014/main" id="{9C3D2773-C7A4-B060-45C8-F7328D53C1A5}"/>
              </a:ext>
            </a:extLst>
          </p:cNvPr>
          <p:cNvSpPr txBox="1">
            <a:spLocks/>
          </p:cNvSpPr>
          <p:nvPr/>
        </p:nvSpPr>
        <p:spPr>
          <a:xfrm>
            <a:off x="456225" y="1013189"/>
            <a:ext cx="10153650" cy="884694"/>
          </a:xfrm>
          <a:prstGeom prst="rect">
            <a:avLst/>
          </a:prstGeom>
        </p:spPr>
        <p:txBody>
          <a:bodyPr vert="horz" lIns="0" tIns="0" rIns="0" bIns="0" rtlCol="0" anchor="ctr">
            <a:normAutofit/>
          </a:bodyPr>
          <a:lstStyle>
            <a:lvl1pPr eaLnBrk="1" hangingPunct="1">
              <a:defRPr kumimoji="1" lang="ja-JP" altLang="en-US" sz="2400" b="0" i="0" spc="-70" baseline="0">
                <a:solidFill>
                  <a:srgbClr val="014097"/>
                </a:solidFill>
                <a:latin typeface="+mj-ea"/>
                <a:ea typeface="+mj-ea"/>
                <a:cs typeface="游ゴシック" panose="020B0400000000000000" pitchFamily="50" charset="-128"/>
              </a:defRPr>
            </a:lvl1pPr>
          </a:lstStyle>
          <a:p>
            <a:r>
              <a:rPr lang="ja-JP" altLang="en-US" sz="2000" kern="0" dirty="0">
                <a:solidFill>
                  <a:schemeClr val="tx1"/>
                </a:solidFill>
                <a:latin typeface="+mn-ea"/>
                <a:ea typeface="+mn-ea"/>
              </a:rPr>
              <a:t>計</a:t>
            </a:r>
            <a:r>
              <a:rPr lang="en-US" altLang="ja-JP" sz="2000" kern="0" dirty="0">
                <a:solidFill>
                  <a:schemeClr val="tx1"/>
                </a:solidFill>
                <a:latin typeface="+mn-ea"/>
                <a:ea typeface="+mn-ea"/>
              </a:rPr>
              <a:t>8</a:t>
            </a:r>
            <a:r>
              <a:rPr lang="ja-JP" altLang="en-US" sz="2000" kern="0" dirty="0">
                <a:solidFill>
                  <a:schemeClr val="tx1"/>
                </a:solidFill>
                <a:latin typeface="+mn-ea"/>
                <a:ea typeface="+mn-ea"/>
              </a:rPr>
              <a:t>回（</a:t>
            </a:r>
            <a:r>
              <a:rPr lang="en-US" altLang="ja-JP" sz="2000" kern="0" dirty="0">
                <a:solidFill>
                  <a:schemeClr val="tx1"/>
                </a:solidFill>
                <a:latin typeface="+mn-ea"/>
                <a:ea typeface="+mn-ea"/>
              </a:rPr>
              <a:t>2h/</a:t>
            </a:r>
            <a:r>
              <a:rPr lang="ja-JP" altLang="en-US" sz="2000" kern="0" dirty="0">
                <a:solidFill>
                  <a:schemeClr val="tx1"/>
                </a:solidFill>
                <a:latin typeface="+mn-ea"/>
                <a:ea typeface="+mn-ea"/>
              </a:rPr>
              <a:t>回）の</a:t>
            </a:r>
            <a:r>
              <a:rPr lang="en-US" altLang="ja-JP" sz="2000" kern="0" dirty="0">
                <a:solidFill>
                  <a:schemeClr val="tx1"/>
                </a:solidFill>
                <a:latin typeface="+mn-ea"/>
                <a:ea typeface="+mn-ea"/>
              </a:rPr>
              <a:t>MTG</a:t>
            </a:r>
            <a:r>
              <a:rPr lang="ja-JP" altLang="en-US" sz="2000" kern="0" dirty="0">
                <a:solidFill>
                  <a:schemeClr val="tx1"/>
                </a:solidFill>
                <a:latin typeface="+mn-ea"/>
                <a:ea typeface="+mn-ea"/>
              </a:rPr>
              <a:t>とお客様データをもとにした</a:t>
            </a:r>
            <a:r>
              <a:rPr lang="en-US" altLang="ja-JP" sz="2000" kern="0" dirty="0">
                <a:solidFill>
                  <a:schemeClr val="tx1"/>
                </a:solidFill>
                <a:latin typeface="+mn-ea"/>
                <a:ea typeface="+mn-ea"/>
              </a:rPr>
              <a:t>PoC</a:t>
            </a:r>
            <a:r>
              <a:rPr lang="ja-JP" altLang="en-US" sz="2000" kern="0" dirty="0">
                <a:solidFill>
                  <a:schemeClr val="tx1"/>
                </a:solidFill>
                <a:latin typeface="+mn-ea"/>
                <a:ea typeface="+mn-ea"/>
              </a:rPr>
              <a:t>プロトタイプを作成します。</a:t>
            </a:r>
            <a:endParaRPr lang="en-US" altLang="ja-JP" sz="2000" kern="0" dirty="0">
              <a:solidFill>
                <a:schemeClr val="tx1"/>
              </a:solidFill>
              <a:latin typeface="+mn-ea"/>
              <a:ea typeface="+mn-ea"/>
            </a:endParaRPr>
          </a:p>
        </p:txBody>
      </p:sp>
      <p:sp>
        <p:nvSpPr>
          <p:cNvPr id="11" name="正方形/長方形 10">
            <a:extLst>
              <a:ext uri="{FF2B5EF4-FFF2-40B4-BE49-F238E27FC236}">
                <a16:creationId xmlns:a16="http://schemas.microsoft.com/office/drawing/2014/main" id="{8BA5E447-55FD-2052-542C-BAB9CC97AD4E}"/>
              </a:ext>
            </a:extLst>
          </p:cNvPr>
          <p:cNvSpPr/>
          <p:nvPr/>
        </p:nvSpPr>
        <p:spPr>
          <a:xfrm>
            <a:off x="342672" y="2303930"/>
            <a:ext cx="1605657" cy="128292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a:solidFill>
                  <a:schemeClr val="tx1"/>
                </a:solidFill>
                <a:latin typeface="+mn-ea"/>
              </a:rPr>
              <a:t>現行業務確認</a:t>
            </a:r>
          </a:p>
          <a:p>
            <a:pPr algn="ctr"/>
            <a:r>
              <a:rPr kumimoji="1" lang="ja-JP" altLang="en-US" sz="1200">
                <a:solidFill>
                  <a:schemeClr val="tx1"/>
                </a:solidFill>
                <a:latin typeface="+mn-ea"/>
              </a:rPr>
              <a:t>システム</a:t>
            </a:r>
          </a:p>
          <a:p>
            <a:pPr algn="ctr"/>
            <a:r>
              <a:rPr kumimoji="1" lang="ja-JP" altLang="en-US" sz="1200">
                <a:solidFill>
                  <a:schemeClr val="tx1"/>
                </a:solidFill>
                <a:latin typeface="+mn-ea"/>
              </a:rPr>
              <a:t>要件確認</a:t>
            </a:r>
          </a:p>
          <a:p>
            <a:pPr algn="ctr"/>
            <a:r>
              <a:rPr kumimoji="1" lang="ja-JP" altLang="en-US" sz="1200">
                <a:solidFill>
                  <a:schemeClr val="tx1"/>
                </a:solidFill>
                <a:latin typeface="+mn-ea"/>
              </a:rPr>
              <a:t>データ確認</a:t>
            </a:r>
          </a:p>
        </p:txBody>
      </p:sp>
      <p:sp>
        <p:nvSpPr>
          <p:cNvPr id="12" name="正方形/長方形 11">
            <a:extLst>
              <a:ext uri="{FF2B5EF4-FFF2-40B4-BE49-F238E27FC236}">
                <a16:creationId xmlns:a16="http://schemas.microsoft.com/office/drawing/2014/main" id="{8244128D-91AD-0423-861D-EA6B6CF76305}"/>
              </a:ext>
            </a:extLst>
          </p:cNvPr>
          <p:cNvSpPr/>
          <p:nvPr/>
        </p:nvSpPr>
        <p:spPr>
          <a:xfrm>
            <a:off x="2359731" y="2303930"/>
            <a:ext cx="1605657" cy="128292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latin typeface="+mn-ea"/>
              </a:rPr>
              <a:t>PoC</a:t>
            </a:r>
            <a:r>
              <a:rPr kumimoji="1" lang="ja-JP" altLang="en-US" sz="1200" dirty="0">
                <a:solidFill>
                  <a:schemeClr val="tx1"/>
                </a:solidFill>
                <a:latin typeface="+mn-ea"/>
              </a:rPr>
              <a:t>プロトタイプ</a:t>
            </a:r>
          </a:p>
          <a:p>
            <a:pPr algn="ctr"/>
            <a:r>
              <a:rPr kumimoji="1" lang="ja-JP" altLang="en-US" sz="1200" dirty="0">
                <a:solidFill>
                  <a:schemeClr val="tx1"/>
                </a:solidFill>
                <a:latin typeface="+mn-ea"/>
              </a:rPr>
              <a:t>作成</a:t>
            </a:r>
          </a:p>
        </p:txBody>
      </p:sp>
      <p:sp>
        <p:nvSpPr>
          <p:cNvPr id="13" name="正方形/長方形 12">
            <a:extLst>
              <a:ext uri="{FF2B5EF4-FFF2-40B4-BE49-F238E27FC236}">
                <a16:creationId xmlns:a16="http://schemas.microsoft.com/office/drawing/2014/main" id="{8FB3CC34-4C8D-E435-5059-E15142B9DABB}"/>
              </a:ext>
            </a:extLst>
          </p:cNvPr>
          <p:cNvSpPr/>
          <p:nvPr/>
        </p:nvSpPr>
        <p:spPr>
          <a:xfrm>
            <a:off x="4376790" y="2303930"/>
            <a:ext cx="1605657" cy="128292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latin typeface="+mn-ea"/>
              </a:rPr>
              <a:t>PoC</a:t>
            </a:r>
            <a:r>
              <a:rPr kumimoji="1" lang="ja-JP" altLang="en-US" sz="1200" dirty="0">
                <a:solidFill>
                  <a:schemeClr val="tx1"/>
                </a:solidFill>
                <a:latin typeface="+mn-ea"/>
              </a:rPr>
              <a:t>プロトタイプ</a:t>
            </a:r>
          </a:p>
          <a:p>
            <a:pPr algn="ctr"/>
            <a:r>
              <a:rPr kumimoji="1" lang="ja-JP" altLang="en-US" sz="1200" dirty="0">
                <a:solidFill>
                  <a:schemeClr val="tx1"/>
                </a:solidFill>
                <a:latin typeface="+mn-ea"/>
              </a:rPr>
              <a:t>レビュー</a:t>
            </a:r>
          </a:p>
        </p:txBody>
      </p:sp>
      <p:sp>
        <p:nvSpPr>
          <p:cNvPr id="14" name="正方形/長方形 13">
            <a:extLst>
              <a:ext uri="{FF2B5EF4-FFF2-40B4-BE49-F238E27FC236}">
                <a16:creationId xmlns:a16="http://schemas.microsoft.com/office/drawing/2014/main" id="{88561E6A-D6FD-5274-1CC9-9AFA9C112FF4}"/>
              </a:ext>
            </a:extLst>
          </p:cNvPr>
          <p:cNvSpPr/>
          <p:nvPr/>
        </p:nvSpPr>
        <p:spPr>
          <a:xfrm>
            <a:off x="6313166" y="2303930"/>
            <a:ext cx="1605657" cy="128292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latin typeface="+mn-ea"/>
              </a:rPr>
              <a:t>PoC</a:t>
            </a:r>
            <a:r>
              <a:rPr kumimoji="1" lang="ja-JP" altLang="en-US" sz="1200" dirty="0">
                <a:solidFill>
                  <a:schemeClr val="tx1"/>
                </a:solidFill>
                <a:latin typeface="+mn-ea"/>
              </a:rPr>
              <a:t>プロトタイプ</a:t>
            </a:r>
          </a:p>
          <a:p>
            <a:pPr algn="ctr"/>
            <a:r>
              <a:rPr kumimoji="1" lang="ja-JP" altLang="en-US" sz="1200" dirty="0">
                <a:solidFill>
                  <a:schemeClr val="tx1"/>
                </a:solidFill>
                <a:latin typeface="+mn-ea"/>
              </a:rPr>
              <a:t>フィードバック</a:t>
            </a:r>
          </a:p>
        </p:txBody>
      </p:sp>
      <p:sp>
        <p:nvSpPr>
          <p:cNvPr id="15" name="正方形/長方形 14">
            <a:extLst>
              <a:ext uri="{FF2B5EF4-FFF2-40B4-BE49-F238E27FC236}">
                <a16:creationId xmlns:a16="http://schemas.microsoft.com/office/drawing/2014/main" id="{CE3C09FD-DE85-524D-06BA-4AC102732009}"/>
              </a:ext>
            </a:extLst>
          </p:cNvPr>
          <p:cNvSpPr/>
          <p:nvPr/>
        </p:nvSpPr>
        <p:spPr>
          <a:xfrm>
            <a:off x="8330225" y="2303930"/>
            <a:ext cx="1605657" cy="128292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mn-ea"/>
              </a:rPr>
              <a:t>システム</a:t>
            </a:r>
          </a:p>
          <a:p>
            <a:pPr algn="ctr"/>
            <a:r>
              <a:rPr kumimoji="1" lang="ja-JP" altLang="en-US" sz="1200" dirty="0">
                <a:solidFill>
                  <a:schemeClr val="tx1"/>
                </a:solidFill>
                <a:latin typeface="+mn-ea"/>
              </a:rPr>
              <a:t>構成要素</a:t>
            </a:r>
          </a:p>
          <a:p>
            <a:pPr algn="ctr"/>
            <a:r>
              <a:rPr kumimoji="1" lang="ja-JP" altLang="en-US" sz="1200" dirty="0">
                <a:solidFill>
                  <a:schemeClr val="tx1"/>
                </a:solidFill>
                <a:latin typeface="+mn-ea"/>
              </a:rPr>
              <a:t>の再抽出</a:t>
            </a:r>
          </a:p>
        </p:txBody>
      </p:sp>
      <p:sp>
        <p:nvSpPr>
          <p:cNvPr id="16" name="正方形/長方形 15">
            <a:extLst>
              <a:ext uri="{FF2B5EF4-FFF2-40B4-BE49-F238E27FC236}">
                <a16:creationId xmlns:a16="http://schemas.microsoft.com/office/drawing/2014/main" id="{2CFDCF66-2D4B-A244-9625-7D8E2BF976A6}"/>
              </a:ext>
            </a:extLst>
          </p:cNvPr>
          <p:cNvSpPr/>
          <p:nvPr/>
        </p:nvSpPr>
        <p:spPr>
          <a:xfrm>
            <a:off x="10347284" y="2303930"/>
            <a:ext cx="1605657" cy="128292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mn-ea"/>
              </a:rPr>
              <a:t>要件定義</a:t>
            </a:r>
            <a:r>
              <a:rPr kumimoji="1" lang="en-US" altLang="ja-JP" sz="1200" dirty="0">
                <a:solidFill>
                  <a:schemeClr val="tx1"/>
                </a:solidFill>
                <a:latin typeface="+mn-ea"/>
              </a:rPr>
              <a:t>Step</a:t>
            </a:r>
          </a:p>
          <a:p>
            <a:pPr algn="ctr"/>
            <a:r>
              <a:rPr kumimoji="1" lang="ja-JP" altLang="en-US" sz="1200" dirty="0">
                <a:solidFill>
                  <a:schemeClr val="tx1"/>
                </a:solidFill>
                <a:latin typeface="+mn-ea"/>
              </a:rPr>
              <a:t>計画</a:t>
            </a:r>
            <a:r>
              <a:rPr kumimoji="1" lang="en-US" altLang="ja-JP" sz="1200" dirty="0">
                <a:solidFill>
                  <a:schemeClr val="tx1"/>
                </a:solidFill>
                <a:latin typeface="+mn-ea"/>
              </a:rPr>
              <a:t>/</a:t>
            </a:r>
            <a:r>
              <a:rPr kumimoji="1" lang="ja-JP" altLang="en-US" sz="1200" dirty="0">
                <a:solidFill>
                  <a:schemeClr val="tx1"/>
                </a:solidFill>
                <a:latin typeface="+mn-ea"/>
              </a:rPr>
              <a:t>見積り</a:t>
            </a:r>
          </a:p>
          <a:p>
            <a:pPr algn="ctr"/>
            <a:r>
              <a:rPr kumimoji="1" lang="ja-JP" altLang="en-US" sz="1200" dirty="0">
                <a:solidFill>
                  <a:schemeClr val="tx1"/>
                </a:solidFill>
                <a:latin typeface="+mn-ea"/>
              </a:rPr>
              <a:t>に反映</a:t>
            </a:r>
          </a:p>
        </p:txBody>
      </p:sp>
      <p:sp>
        <p:nvSpPr>
          <p:cNvPr id="17" name="正方形/長方形 16">
            <a:extLst>
              <a:ext uri="{FF2B5EF4-FFF2-40B4-BE49-F238E27FC236}">
                <a16:creationId xmlns:a16="http://schemas.microsoft.com/office/drawing/2014/main" id="{8230A955-6E97-6F26-4CFC-FD21F3B66184}"/>
              </a:ext>
            </a:extLst>
          </p:cNvPr>
          <p:cNvSpPr/>
          <p:nvPr/>
        </p:nvSpPr>
        <p:spPr>
          <a:xfrm>
            <a:off x="6313166" y="3863789"/>
            <a:ext cx="1605657" cy="128292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latin typeface="+mn-ea"/>
              </a:rPr>
              <a:t>PoC</a:t>
            </a:r>
            <a:r>
              <a:rPr kumimoji="1" lang="ja-JP" altLang="en-US" sz="1200" dirty="0">
                <a:solidFill>
                  <a:schemeClr val="tx1"/>
                </a:solidFill>
                <a:latin typeface="+mn-ea"/>
              </a:rPr>
              <a:t>プロトタイプ</a:t>
            </a:r>
          </a:p>
          <a:p>
            <a:pPr algn="ctr"/>
            <a:r>
              <a:rPr kumimoji="1" lang="ja-JP" altLang="en-US" sz="1200" dirty="0">
                <a:solidFill>
                  <a:schemeClr val="tx1"/>
                </a:solidFill>
                <a:latin typeface="+mn-ea"/>
              </a:rPr>
              <a:t>更新</a:t>
            </a:r>
          </a:p>
        </p:txBody>
      </p:sp>
      <p:cxnSp>
        <p:nvCxnSpPr>
          <p:cNvPr id="18" name="直線矢印コネクタ 17">
            <a:extLst>
              <a:ext uri="{FF2B5EF4-FFF2-40B4-BE49-F238E27FC236}">
                <a16:creationId xmlns:a16="http://schemas.microsoft.com/office/drawing/2014/main" id="{7BDFA767-5171-19EE-9353-AD376994D930}"/>
              </a:ext>
            </a:extLst>
          </p:cNvPr>
          <p:cNvCxnSpPr>
            <a:cxnSpLocks/>
            <a:stCxn id="11" idx="3"/>
            <a:endCxn id="12" idx="1"/>
          </p:cNvCxnSpPr>
          <p:nvPr/>
        </p:nvCxnSpPr>
        <p:spPr>
          <a:xfrm>
            <a:off x="1948329" y="2945394"/>
            <a:ext cx="41140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 name="直線矢印コネクタ 18">
            <a:extLst>
              <a:ext uri="{FF2B5EF4-FFF2-40B4-BE49-F238E27FC236}">
                <a16:creationId xmlns:a16="http://schemas.microsoft.com/office/drawing/2014/main" id="{09905E98-B01A-FC49-57E5-7041E09EECB4}"/>
              </a:ext>
            </a:extLst>
          </p:cNvPr>
          <p:cNvCxnSpPr/>
          <p:nvPr/>
        </p:nvCxnSpPr>
        <p:spPr>
          <a:xfrm>
            <a:off x="3965388" y="2945394"/>
            <a:ext cx="41140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 name="直線矢印コネクタ 19">
            <a:extLst>
              <a:ext uri="{FF2B5EF4-FFF2-40B4-BE49-F238E27FC236}">
                <a16:creationId xmlns:a16="http://schemas.microsoft.com/office/drawing/2014/main" id="{3DC7D293-6CCA-A74A-F177-71E713DA0FC3}"/>
              </a:ext>
            </a:extLst>
          </p:cNvPr>
          <p:cNvCxnSpPr>
            <a:cxnSpLocks/>
          </p:cNvCxnSpPr>
          <p:nvPr/>
        </p:nvCxnSpPr>
        <p:spPr>
          <a:xfrm>
            <a:off x="5982446" y="2945394"/>
            <a:ext cx="41140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 name="直線矢印コネクタ 20">
            <a:extLst>
              <a:ext uri="{FF2B5EF4-FFF2-40B4-BE49-F238E27FC236}">
                <a16:creationId xmlns:a16="http://schemas.microsoft.com/office/drawing/2014/main" id="{9851FE77-2AFE-B472-9F60-143F971180E3}"/>
              </a:ext>
            </a:extLst>
          </p:cNvPr>
          <p:cNvCxnSpPr/>
          <p:nvPr/>
        </p:nvCxnSpPr>
        <p:spPr>
          <a:xfrm>
            <a:off x="7936750" y="2945394"/>
            <a:ext cx="41140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 name="直線矢印コネクタ 21">
            <a:extLst>
              <a:ext uri="{FF2B5EF4-FFF2-40B4-BE49-F238E27FC236}">
                <a16:creationId xmlns:a16="http://schemas.microsoft.com/office/drawing/2014/main" id="{7176641A-347D-0390-7C00-7721AF9BB937}"/>
              </a:ext>
            </a:extLst>
          </p:cNvPr>
          <p:cNvCxnSpPr/>
          <p:nvPr/>
        </p:nvCxnSpPr>
        <p:spPr>
          <a:xfrm>
            <a:off x="9935882" y="2945394"/>
            <a:ext cx="41140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 name="コネクタ: カギ線 22">
            <a:extLst>
              <a:ext uri="{FF2B5EF4-FFF2-40B4-BE49-F238E27FC236}">
                <a16:creationId xmlns:a16="http://schemas.microsoft.com/office/drawing/2014/main" id="{DFBE6DBF-BBE2-CFD9-1216-F5A0A983286A}"/>
              </a:ext>
            </a:extLst>
          </p:cNvPr>
          <p:cNvCxnSpPr>
            <a:stCxn id="15" idx="2"/>
            <a:endCxn id="17" idx="3"/>
          </p:cNvCxnSpPr>
          <p:nvPr/>
        </p:nvCxnSpPr>
        <p:spPr>
          <a:xfrm rot="5400000">
            <a:off x="8066742" y="3438940"/>
            <a:ext cx="918395" cy="1214231"/>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24" name="コネクタ: カギ線 23">
            <a:extLst>
              <a:ext uri="{FF2B5EF4-FFF2-40B4-BE49-F238E27FC236}">
                <a16:creationId xmlns:a16="http://schemas.microsoft.com/office/drawing/2014/main" id="{63D80842-1263-E226-28F2-A18904EB780F}"/>
              </a:ext>
            </a:extLst>
          </p:cNvPr>
          <p:cNvCxnSpPr>
            <a:cxnSpLocks/>
            <a:stCxn id="17" idx="1"/>
            <a:endCxn id="13" idx="2"/>
          </p:cNvCxnSpPr>
          <p:nvPr/>
        </p:nvCxnSpPr>
        <p:spPr>
          <a:xfrm rot="10800000">
            <a:off x="5179620" y="3586859"/>
            <a:ext cx="1133547" cy="918395"/>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25" name="四角形: 角を丸くする 24">
            <a:extLst>
              <a:ext uri="{FF2B5EF4-FFF2-40B4-BE49-F238E27FC236}">
                <a16:creationId xmlns:a16="http://schemas.microsoft.com/office/drawing/2014/main" id="{A5FB460C-AF32-28BF-698B-AE236F398590}"/>
              </a:ext>
            </a:extLst>
          </p:cNvPr>
          <p:cNvSpPr/>
          <p:nvPr/>
        </p:nvSpPr>
        <p:spPr>
          <a:xfrm>
            <a:off x="233082" y="2178424"/>
            <a:ext cx="1795930" cy="1541929"/>
          </a:xfrm>
          <a:prstGeom prst="roundRect">
            <a:avLst>
              <a:gd name="adj" fmla="val 10853"/>
            </a:avLst>
          </a:prstGeom>
          <a:noFill/>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n-ea"/>
            </a:endParaRPr>
          </a:p>
        </p:txBody>
      </p:sp>
      <p:sp>
        <p:nvSpPr>
          <p:cNvPr id="26" name="四角形: 角を丸くする 25">
            <a:extLst>
              <a:ext uri="{FF2B5EF4-FFF2-40B4-BE49-F238E27FC236}">
                <a16:creationId xmlns:a16="http://schemas.microsoft.com/office/drawing/2014/main" id="{1AD14B04-76E8-A712-3C56-5FB85B374A5F}"/>
              </a:ext>
            </a:extLst>
          </p:cNvPr>
          <p:cNvSpPr/>
          <p:nvPr/>
        </p:nvSpPr>
        <p:spPr>
          <a:xfrm>
            <a:off x="4195482" y="2178424"/>
            <a:ext cx="5916706" cy="1541929"/>
          </a:xfrm>
          <a:prstGeom prst="roundRect">
            <a:avLst>
              <a:gd name="adj" fmla="val 10853"/>
            </a:avLst>
          </a:prstGeom>
          <a:noFill/>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n-ea"/>
            </a:endParaRPr>
          </a:p>
        </p:txBody>
      </p:sp>
      <p:sp>
        <p:nvSpPr>
          <p:cNvPr id="27" name="四角形: 角を丸くする 26">
            <a:extLst>
              <a:ext uri="{FF2B5EF4-FFF2-40B4-BE49-F238E27FC236}">
                <a16:creationId xmlns:a16="http://schemas.microsoft.com/office/drawing/2014/main" id="{92584A34-CBA3-6132-BB58-34707B5AA851}"/>
              </a:ext>
            </a:extLst>
          </p:cNvPr>
          <p:cNvSpPr/>
          <p:nvPr/>
        </p:nvSpPr>
        <p:spPr>
          <a:xfrm>
            <a:off x="10243671" y="2178424"/>
            <a:ext cx="1795930" cy="1541929"/>
          </a:xfrm>
          <a:prstGeom prst="roundRect">
            <a:avLst>
              <a:gd name="adj" fmla="val 10853"/>
            </a:avLst>
          </a:prstGeom>
          <a:noFill/>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n-ea"/>
            </a:endParaRPr>
          </a:p>
        </p:txBody>
      </p:sp>
      <p:sp>
        <p:nvSpPr>
          <p:cNvPr id="28" name="テキスト ボックス 27">
            <a:extLst>
              <a:ext uri="{FF2B5EF4-FFF2-40B4-BE49-F238E27FC236}">
                <a16:creationId xmlns:a16="http://schemas.microsoft.com/office/drawing/2014/main" id="{C029B487-E6BE-6370-8401-C6C71DF2E92E}"/>
              </a:ext>
            </a:extLst>
          </p:cNvPr>
          <p:cNvSpPr txBox="1"/>
          <p:nvPr/>
        </p:nvSpPr>
        <p:spPr>
          <a:xfrm>
            <a:off x="364563" y="1801103"/>
            <a:ext cx="2135355" cy="369332"/>
          </a:xfrm>
          <a:prstGeom prst="rect">
            <a:avLst/>
          </a:prstGeom>
          <a:noFill/>
        </p:spPr>
        <p:txBody>
          <a:bodyPr wrap="square">
            <a:spAutoFit/>
          </a:bodyPr>
          <a:lstStyle/>
          <a:p>
            <a:r>
              <a:rPr lang="en-US" altLang="ja-JP" dirty="0">
                <a:latin typeface="+mn-ea"/>
              </a:rPr>
              <a:t>MTG #01~03</a:t>
            </a:r>
            <a:endParaRPr lang="ja-JP" altLang="en-US" dirty="0">
              <a:latin typeface="+mn-ea"/>
            </a:endParaRPr>
          </a:p>
        </p:txBody>
      </p:sp>
      <p:sp>
        <p:nvSpPr>
          <p:cNvPr id="29" name="テキスト ボックス 28">
            <a:extLst>
              <a:ext uri="{FF2B5EF4-FFF2-40B4-BE49-F238E27FC236}">
                <a16:creationId xmlns:a16="http://schemas.microsoft.com/office/drawing/2014/main" id="{FD9C67A6-6AAF-D0FD-D6CD-D00FC240805C}"/>
              </a:ext>
            </a:extLst>
          </p:cNvPr>
          <p:cNvSpPr txBox="1"/>
          <p:nvPr/>
        </p:nvSpPr>
        <p:spPr>
          <a:xfrm>
            <a:off x="4171088" y="1801103"/>
            <a:ext cx="2296823" cy="369332"/>
          </a:xfrm>
          <a:prstGeom prst="rect">
            <a:avLst/>
          </a:prstGeom>
          <a:noFill/>
        </p:spPr>
        <p:txBody>
          <a:bodyPr wrap="square">
            <a:spAutoFit/>
          </a:bodyPr>
          <a:lstStyle/>
          <a:p>
            <a:r>
              <a:rPr lang="en-US" altLang="ja-JP" dirty="0">
                <a:latin typeface="+mn-ea"/>
              </a:rPr>
              <a:t>MTG #04~06</a:t>
            </a:r>
            <a:endParaRPr lang="ja-JP" altLang="en-US" dirty="0">
              <a:latin typeface="+mn-ea"/>
            </a:endParaRPr>
          </a:p>
        </p:txBody>
      </p:sp>
      <p:sp>
        <p:nvSpPr>
          <p:cNvPr id="30" name="テキスト ボックス 29">
            <a:extLst>
              <a:ext uri="{FF2B5EF4-FFF2-40B4-BE49-F238E27FC236}">
                <a16:creationId xmlns:a16="http://schemas.microsoft.com/office/drawing/2014/main" id="{E2429336-75CD-9335-C6E6-B001F4135C78}"/>
              </a:ext>
            </a:extLst>
          </p:cNvPr>
          <p:cNvSpPr txBox="1"/>
          <p:nvPr/>
        </p:nvSpPr>
        <p:spPr>
          <a:xfrm>
            <a:off x="10183907" y="1801103"/>
            <a:ext cx="1855693" cy="369332"/>
          </a:xfrm>
          <a:prstGeom prst="rect">
            <a:avLst/>
          </a:prstGeom>
          <a:noFill/>
        </p:spPr>
        <p:txBody>
          <a:bodyPr wrap="square">
            <a:spAutoFit/>
          </a:bodyPr>
          <a:lstStyle/>
          <a:p>
            <a:r>
              <a:rPr lang="en-US" altLang="ja-JP" dirty="0">
                <a:latin typeface="+mn-ea"/>
              </a:rPr>
              <a:t>MTG #07~08</a:t>
            </a:r>
            <a:endParaRPr lang="ja-JP" altLang="en-US" dirty="0">
              <a:latin typeface="+mn-ea"/>
            </a:endParaRPr>
          </a:p>
        </p:txBody>
      </p:sp>
      <p:sp>
        <p:nvSpPr>
          <p:cNvPr id="31" name="タイトル 1">
            <a:extLst>
              <a:ext uri="{FF2B5EF4-FFF2-40B4-BE49-F238E27FC236}">
                <a16:creationId xmlns:a16="http://schemas.microsoft.com/office/drawing/2014/main" id="{BA65B831-7A36-3BBF-8E7C-800A274D8836}"/>
              </a:ext>
            </a:extLst>
          </p:cNvPr>
          <p:cNvSpPr txBox="1">
            <a:spLocks/>
          </p:cNvSpPr>
          <p:nvPr/>
        </p:nvSpPr>
        <p:spPr>
          <a:xfrm>
            <a:off x="1263048" y="5303186"/>
            <a:ext cx="10153650" cy="884694"/>
          </a:xfrm>
          <a:prstGeom prst="rect">
            <a:avLst/>
          </a:prstGeom>
        </p:spPr>
        <p:txBody>
          <a:bodyPr vert="horz" lIns="0" tIns="0" rIns="0" bIns="0" rtlCol="0" anchor="ctr">
            <a:normAutofit/>
          </a:bodyPr>
          <a:lstStyle>
            <a:lvl1pPr eaLnBrk="1" hangingPunct="1">
              <a:defRPr kumimoji="1" lang="ja-JP" altLang="en-US" sz="2400" b="0" i="0" spc="-70" baseline="0">
                <a:solidFill>
                  <a:srgbClr val="014097"/>
                </a:solidFill>
                <a:latin typeface="+mj-ea"/>
                <a:ea typeface="+mj-ea"/>
                <a:cs typeface="游ゴシック" panose="020B0400000000000000" pitchFamily="50" charset="-128"/>
              </a:defRPr>
            </a:lvl1pPr>
          </a:lstStyle>
          <a:p>
            <a:r>
              <a:rPr lang="ja-JP" altLang="en-US" sz="1600" kern="0" dirty="0">
                <a:solidFill>
                  <a:schemeClr val="tx1"/>
                </a:solidFill>
                <a:latin typeface="+mn-ea"/>
                <a:ea typeface="+mn-ea"/>
              </a:rPr>
              <a:t>・</a:t>
            </a:r>
            <a:r>
              <a:rPr lang="en-US" altLang="ja-JP" sz="1600" kern="0" dirty="0">
                <a:solidFill>
                  <a:schemeClr val="tx1"/>
                </a:solidFill>
                <a:latin typeface="+mn-ea"/>
                <a:ea typeface="+mn-ea"/>
              </a:rPr>
              <a:t>MTG #01~03</a:t>
            </a:r>
            <a:r>
              <a:rPr lang="ja-JP" altLang="en-US" sz="1600" kern="0" dirty="0">
                <a:solidFill>
                  <a:schemeClr val="tx1"/>
                </a:solidFill>
                <a:latin typeface="+mn-ea"/>
                <a:ea typeface="+mn-ea"/>
              </a:rPr>
              <a:t>：</a:t>
            </a:r>
            <a:r>
              <a:rPr lang="en-US" altLang="ja-JP" sz="1600" kern="0" dirty="0" err="1">
                <a:solidFill>
                  <a:schemeClr val="tx1"/>
                </a:solidFill>
                <a:latin typeface="+mn-ea"/>
                <a:ea typeface="+mn-ea"/>
              </a:rPr>
              <a:t>Asprova</a:t>
            </a:r>
            <a:r>
              <a:rPr lang="ja-JP" altLang="en-US" sz="1600" kern="0" dirty="0">
                <a:solidFill>
                  <a:schemeClr val="tx1"/>
                </a:solidFill>
                <a:latin typeface="+mn-ea"/>
                <a:ea typeface="+mn-ea"/>
              </a:rPr>
              <a:t>製品説明及び検証用のデータを準備</a:t>
            </a:r>
          </a:p>
          <a:p>
            <a:r>
              <a:rPr lang="ja-JP" altLang="en-US" sz="1600" kern="0" dirty="0">
                <a:solidFill>
                  <a:schemeClr val="tx1"/>
                </a:solidFill>
                <a:latin typeface="+mn-ea"/>
                <a:ea typeface="+mn-ea"/>
              </a:rPr>
              <a:t>・</a:t>
            </a:r>
            <a:r>
              <a:rPr lang="en-US" altLang="ja-JP" sz="1600" kern="0" dirty="0">
                <a:solidFill>
                  <a:schemeClr val="tx1"/>
                </a:solidFill>
                <a:latin typeface="+mn-ea"/>
                <a:ea typeface="+mn-ea"/>
              </a:rPr>
              <a:t>MTG #04~06</a:t>
            </a:r>
            <a:r>
              <a:rPr lang="ja-JP" altLang="en-US" sz="1600" kern="0" dirty="0">
                <a:solidFill>
                  <a:schemeClr val="tx1"/>
                </a:solidFill>
                <a:latin typeface="+mn-ea"/>
                <a:ea typeface="+mn-ea"/>
              </a:rPr>
              <a:t>：</a:t>
            </a:r>
            <a:r>
              <a:rPr lang="en-US" altLang="ja-JP" sz="1600" kern="0" dirty="0" err="1">
                <a:solidFill>
                  <a:schemeClr val="tx1"/>
                </a:solidFill>
                <a:latin typeface="+mn-ea"/>
                <a:ea typeface="+mn-ea"/>
              </a:rPr>
              <a:t>Asprova</a:t>
            </a:r>
            <a:r>
              <a:rPr lang="ja-JP" altLang="en-US" sz="1600" kern="0" dirty="0">
                <a:solidFill>
                  <a:schemeClr val="tx1"/>
                </a:solidFill>
                <a:latin typeface="+mn-ea"/>
                <a:ea typeface="+mn-ea"/>
              </a:rPr>
              <a:t>プロトタイプ作成</a:t>
            </a:r>
            <a:r>
              <a:rPr lang="en-US" altLang="ja-JP" sz="1600" kern="0" dirty="0">
                <a:solidFill>
                  <a:schemeClr val="tx1"/>
                </a:solidFill>
                <a:latin typeface="+mn-ea"/>
                <a:ea typeface="+mn-ea"/>
              </a:rPr>
              <a:t>/</a:t>
            </a:r>
            <a:r>
              <a:rPr lang="ja-JP" altLang="en-US" sz="1600" kern="0" dirty="0">
                <a:solidFill>
                  <a:schemeClr val="tx1"/>
                </a:solidFill>
                <a:latin typeface="+mn-ea"/>
                <a:ea typeface="+mn-ea"/>
              </a:rPr>
              <a:t>更新、レビュー、フィードバックのサイクル </a:t>
            </a:r>
            <a:r>
              <a:rPr lang="en-US" altLang="ja-JP" sz="1600" kern="0" dirty="0">
                <a:solidFill>
                  <a:schemeClr val="tx1"/>
                </a:solidFill>
                <a:latin typeface="+mn-ea"/>
                <a:ea typeface="+mn-ea"/>
              </a:rPr>
              <a:t>×3</a:t>
            </a:r>
            <a:r>
              <a:rPr lang="ja-JP" altLang="en-US" sz="1600" kern="0" dirty="0">
                <a:solidFill>
                  <a:schemeClr val="tx1"/>
                </a:solidFill>
                <a:latin typeface="+mn-ea"/>
                <a:ea typeface="+mn-ea"/>
              </a:rPr>
              <a:t>。</a:t>
            </a:r>
          </a:p>
          <a:p>
            <a:r>
              <a:rPr lang="ja-JP" altLang="en-US" sz="1600" kern="0" dirty="0">
                <a:solidFill>
                  <a:schemeClr val="tx1"/>
                </a:solidFill>
                <a:latin typeface="+mn-ea"/>
                <a:ea typeface="+mn-ea"/>
              </a:rPr>
              <a:t>・</a:t>
            </a:r>
            <a:r>
              <a:rPr lang="en-US" altLang="ja-JP" sz="1600" kern="0" dirty="0">
                <a:solidFill>
                  <a:schemeClr val="tx1"/>
                </a:solidFill>
                <a:latin typeface="+mn-ea"/>
                <a:ea typeface="+mn-ea"/>
              </a:rPr>
              <a:t>MTG #07~08</a:t>
            </a:r>
            <a:r>
              <a:rPr lang="ja-JP" altLang="en-US" sz="1600" kern="0" dirty="0">
                <a:solidFill>
                  <a:schemeClr val="tx1"/>
                </a:solidFill>
                <a:latin typeface="+mn-ea"/>
                <a:ea typeface="+mn-ea"/>
              </a:rPr>
              <a:t>：</a:t>
            </a:r>
            <a:r>
              <a:rPr lang="en-US" altLang="ja-JP" sz="1600" kern="0" dirty="0">
                <a:solidFill>
                  <a:schemeClr val="tx1"/>
                </a:solidFill>
                <a:latin typeface="+mn-ea"/>
                <a:ea typeface="+mn-ea"/>
              </a:rPr>
              <a:t>#06</a:t>
            </a:r>
            <a:r>
              <a:rPr lang="ja-JP" altLang="en-US" sz="1600" kern="0" dirty="0">
                <a:solidFill>
                  <a:schemeClr val="tx1"/>
                </a:solidFill>
                <a:latin typeface="+mn-ea"/>
                <a:ea typeface="+mn-ea"/>
              </a:rPr>
              <a:t>までの議論を元に、次</a:t>
            </a:r>
            <a:r>
              <a:rPr lang="en-US" altLang="ja-JP" sz="1600" kern="0" dirty="0">
                <a:solidFill>
                  <a:schemeClr val="tx1"/>
                </a:solidFill>
                <a:latin typeface="+mn-ea"/>
                <a:ea typeface="+mn-ea"/>
              </a:rPr>
              <a:t>STEP</a:t>
            </a:r>
            <a:r>
              <a:rPr lang="ja-JP" altLang="en-US" sz="1600" kern="0" dirty="0">
                <a:solidFill>
                  <a:schemeClr val="tx1"/>
                </a:solidFill>
                <a:latin typeface="+mn-ea"/>
                <a:ea typeface="+mn-ea"/>
              </a:rPr>
              <a:t>の計画</a:t>
            </a:r>
            <a:r>
              <a:rPr lang="en-US" altLang="ja-JP" sz="1600" kern="0" dirty="0">
                <a:solidFill>
                  <a:schemeClr val="tx1"/>
                </a:solidFill>
                <a:latin typeface="+mn-ea"/>
                <a:ea typeface="+mn-ea"/>
              </a:rPr>
              <a:t>/</a:t>
            </a:r>
            <a:r>
              <a:rPr lang="ja-JP" altLang="en-US" sz="1600" kern="0" dirty="0">
                <a:solidFill>
                  <a:schemeClr val="tx1"/>
                </a:solidFill>
                <a:latin typeface="+mn-ea"/>
                <a:ea typeface="+mn-ea"/>
              </a:rPr>
              <a:t>見積作成準備</a:t>
            </a:r>
            <a:endParaRPr lang="en-US" altLang="ja-JP" sz="1600" kern="0" dirty="0">
              <a:solidFill>
                <a:schemeClr val="tx1"/>
              </a:solidFill>
              <a:latin typeface="+mn-ea"/>
              <a:ea typeface="+mn-ea"/>
            </a:endParaRPr>
          </a:p>
        </p:txBody>
      </p:sp>
    </p:spTree>
    <p:extLst>
      <p:ext uri="{BB962C8B-B14F-4D97-AF65-F5344CB8AC3E}">
        <p14:creationId xmlns:p14="http://schemas.microsoft.com/office/powerpoint/2010/main" val="37325102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68B82A-7086-4006-6918-5B830C07C1F8}"/>
            </a:ext>
          </a:extLst>
        </p:cNvPr>
        <p:cNvGrpSpPr/>
        <p:nvPr/>
      </p:nvGrpSpPr>
      <p:grpSpPr>
        <a:xfrm>
          <a:off x="0" y="0"/>
          <a:ext cx="0" cy="0"/>
          <a:chOff x="0" y="0"/>
          <a:chExt cx="0" cy="0"/>
        </a:xfrm>
      </p:grpSpPr>
      <p:sp>
        <p:nvSpPr>
          <p:cNvPr id="5" name="タイトル 4">
            <a:extLst>
              <a:ext uri="{FF2B5EF4-FFF2-40B4-BE49-F238E27FC236}">
                <a16:creationId xmlns:a16="http://schemas.microsoft.com/office/drawing/2014/main" id="{5FED9153-242F-07D0-C17A-DCD00A3F518A}"/>
              </a:ext>
            </a:extLst>
          </p:cNvPr>
          <p:cNvSpPr>
            <a:spLocks noGrp="1"/>
          </p:cNvSpPr>
          <p:nvPr>
            <p:ph type="title"/>
          </p:nvPr>
        </p:nvSpPr>
        <p:spPr>
          <a:xfrm>
            <a:off x="630631" y="230188"/>
            <a:ext cx="11266729" cy="604519"/>
          </a:xfrm>
        </p:spPr>
        <p:txBody>
          <a:bodyPr/>
          <a:lstStyle/>
          <a:p>
            <a:r>
              <a:rPr lang="en-US" altLang="ja-JP" sz="3600" dirty="0" err="1"/>
              <a:t>Asprova</a:t>
            </a:r>
            <a:r>
              <a:rPr lang="ja-JP" altLang="en-US" sz="3600" dirty="0"/>
              <a:t>導入支援（</a:t>
            </a:r>
            <a:r>
              <a:rPr lang="en-US" altLang="ja-JP" sz="3600" dirty="0"/>
              <a:t>PoC</a:t>
            </a:r>
            <a:r>
              <a:rPr lang="ja-JP" altLang="en-US" sz="3600" dirty="0"/>
              <a:t>パック）</a:t>
            </a:r>
          </a:p>
        </p:txBody>
      </p:sp>
      <p:sp>
        <p:nvSpPr>
          <p:cNvPr id="4" name="スライド番号プレースホルダー 1">
            <a:extLst>
              <a:ext uri="{FF2B5EF4-FFF2-40B4-BE49-F238E27FC236}">
                <a16:creationId xmlns:a16="http://schemas.microsoft.com/office/drawing/2014/main" id="{5C380F10-BBB6-0968-7AC4-C6D210D2F0A4}"/>
              </a:ext>
            </a:extLst>
          </p:cNvPr>
          <p:cNvSpPr txBox="1">
            <a:spLocks/>
          </p:cNvSpPr>
          <p:nvPr/>
        </p:nvSpPr>
        <p:spPr bwMode="ltGray">
          <a:xfrm>
            <a:off x="10855405" y="6532510"/>
            <a:ext cx="998971" cy="241300"/>
          </a:xfrm>
          <a:prstGeom prst="rect">
            <a:avLst/>
          </a:prstGeom>
          <a:noFill/>
          <a:ln>
            <a:noFill/>
          </a:ln>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defPPr>
              <a:defRPr lang="ja-JP"/>
            </a:defPPr>
            <a:lvl1pPr marL="0" algn="r" defTabSz="914400" rtl="0" eaLnBrk="1" latinLnBrk="0" hangingPunct="1">
              <a:defRPr kumimoji="1" sz="1800" b="1" i="0" kern="1200">
                <a:solidFill>
                  <a:schemeClr val="bg1"/>
                </a:solidFill>
                <a:latin typeface="Arial" pitchFamily="34" charset="0"/>
                <a:ea typeface="ＭＳ Ｐゴシック" pitchFamily="50" charset="-128"/>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E025C43D-97FC-4CE9-9332-5BE2A99BA935}" type="slidenum">
              <a:rPr lang="en-US" altLang="ja-JP" sz="1400" smtClean="0">
                <a:solidFill>
                  <a:schemeClr val="tx1"/>
                </a:solidFill>
                <a:latin typeface="+mn-ea"/>
                <a:ea typeface="+mn-ea"/>
                <a:cs typeface="メイリオ" pitchFamily="50" charset="-128"/>
              </a:rPr>
              <a:pPr/>
              <a:t>39</a:t>
            </a:fld>
            <a:endParaRPr lang="en-US" altLang="ja-JP" sz="1400">
              <a:solidFill>
                <a:schemeClr val="tx1"/>
              </a:solidFill>
              <a:latin typeface="+mn-ea"/>
              <a:ea typeface="+mn-ea"/>
              <a:cs typeface="メイリオ" pitchFamily="50" charset="-128"/>
            </a:endParaRPr>
          </a:p>
        </p:txBody>
      </p:sp>
      <p:graphicFrame>
        <p:nvGraphicFramePr>
          <p:cNvPr id="2" name="表 1">
            <a:extLst>
              <a:ext uri="{FF2B5EF4-FFF2-40B4-BE49-F238E27FC236}">
                <a16:creationId xmlns:a16="http://schemas.microsoft.com/office/drawing/2014/main" id="{F76A456D-3DAB-F071-CCB6-7351969784D7}"/>
              </a:ext>
            </a:extLst>
          </p:cNvPr>
          <p:cNvGraphicFramePr>
            <a:graphicFrameLocks noGrp="1"/>
          </p:cNvGraphicFramePr>
          <p:nvPr>
            <p:extLst>
              <p:ext uri="{D42A27DB-BD31-4B8C-83A1-F6EECF244321}">
                <p14:modId xmlns:p14="http://schemas.microsoft.com/office/powerpoint/2010/main" val="3658389751"/>
              </p:ext>
            </p:extLst>
          </p:nvPr>
        </p:nvGraphicFramePr>
        <p:xfrm>
          <a:off x="465277" y="1022031"/>
          <a:ext cx="11441135" cy="5237480"/>
        </p:xfrm>
        <a:graphic>
          <a:graphicData uri="http://schemas.openxmlformats.org/drawingml/2006/table">
            <a:tbl>
              <a:tblPr firstRow="1" bandRow="1">
                <a:tableStyleId>{21E4AEA4-8DFA-4A89-87EB-49C32662AFE0}</a:tableStyleId>
              </a:tblPr>
              <a:tblGrid>
                <a:gridCol w="916532">
                  <a:extLst>
                    <a:ext uri="{9D8B030D-6E8A-4147-A177-3AD203B41FA5}">
                      <a16:colId xmlns:a16="http://schemas.microsoft.com/office/drawing/2014/main" val="1227337400"/>
                    </a:ext>
                  </a:extLst>
                </a:gridCol>
                <a:gridCol w="2166857">
                  <a:extLst>
                    <a:ext uri="{9D8B030D-6E8A-4147-A177-3AD203B41FA5}">
                      <a16:colId xmlns:a16="http://schemas.microsoft.com/office/drawing/2014/main" val="3055030636"/>
                    </a:ext>
                  </a:extLst>
                </a:gridCol>
                <a:gridCol w="4622875">
                  <a:extLst>
                    <a:ext uri="{9D8B030D-6E8A-4147-A177-3AD203B41FA5}">
                      <a16:colId xmlns:a16="http://schemas.microsoft.com/office/drawing/2014/main" val="3608577899"/>
                    </a:ext>
                  </a:extLst>
                </a:gridCol>
                <a:gridCol w="2365695">
                  <a:extLst>
                    <a:ext uri="{9D8B030D-6E8A-4147-A177-3AD203B41FA5}">
                      <a16:colId xmlns:a16="http://schemas.microsoft.com/office/drawing/2014/main" val="3034681938"/>
                    </a:ext>
                  </a:extLst>
                </a:gridCol>
                <a:gridCol w="1369176">
                  <a:extLst>
                    <a:ext uri="{9D8B030D-6E8A-4147-A177-3AD203B41FA5}">
                      <a16:colId xmlns:a16="http://schemas.microsoft.com/office/drawing/2014/main" val="2133865087"/>
                    </a:ext>
                  </a:extLst>
                </a:gridCol>
              </a:tblGrid>
              <a:tr h="370840">
                <a:tc>
                  <a:txBody>
                    <a:bodyPr/>
                    <a:lstStyle/>
                    <a:p>
                      <a:r>
                        <a:rPr kumimoji="1" lang="en-US" altLang="ja-JP" sz="1600" dirty="0">
                          <a:latin typeface="Meiryo UI" panose="020B0604030504040204" pitchFamily="50" charset="-128"/>
                          <a:ea typeface="Meiryo UI" panose="020B0604030504040204" pitchFamily="50" charset="-128"/>
                        </a:rPr>
                        <a:t>N0.</a:t>
                      </a:r>
                      <a:endParaRPr kumimoji="1" lang="ja-JP" altLang="en-US" sz="1600" dirty="0">
                        <a:latin typeface="Meiryo UI" panose="020B0604030504040204" pitchFamily="50" charset="-128"/>
                        <a:ea typeface="Meiryo UI" panose="020B0604030504040204" pitchFamily="50" charset="-128"/>
                      </a:endParaRPr>
                    </a:p>
                  </a:txBody>
                  <a:tcPr/>
                </a:tc>
                <a:tc>
                  <a:txBody>
                    <a:bodyPr/>
                    <a:lstStyle/>
                    <a:p>
                      <a:r>
                        <a:rPr kumimoji="1" lang="ja-JP" altLang="en-US" sz="1600" dirty="0">
                          <a:latin typeface="Meiryo UI" panose="020B0604030504040204" pitchFamily="50" charset="-128"/>
                          <a:ea typeface="Meiryo UI" panose="020B0604030504040204" pitchFamily="50" charset="-128"/>
                        </a:rPr>
                        <a:t>項目</a:t>
                      </a:r>
                    </a:p>
                  </a:txBody>
                  <a:tcPr/>
                </a:tc>
                <a:tc>
                  <a:txBody>
                    <a:bodyPr/>
                    <a:lstStyle/>
                    <a:p>
                      <a:r>
                        <a:rPr kumimoji="1" lang="ja-JP" altLang="en-US" sz="1600" dirty="0">
                          <a:latin typeface="Meiryo UI" panose="020B0604030504040204" pitchFamily="50" charset="-128"/>
                          <a:ea typeface="Meiryo UI" panose="020B0604030504040204" pitchFamily="50" charset="-128"/>
                        </a:rPr>
                        <a:t>主な内容</a:t>
                      </a:r>
                    </a:p>
                  </a:txBody>
                  <a:tcPr/>
                </a:tc>
                <a:tc>
                  <a:txBody>
                    <a:bodyPr/>
                    <a:lstStyle/>
                    <a:p>
                      <a:r>
                        <a:rPr kumimoji="1" lang="ja-JP" altLang="en-US" sz="1600" dirty="0">
                          <a:latin typeface="Meiryo UI" panose="020B0604030504040204" pitchFamily="50" charset="-128"/>
                          <a:ea typeface="Meiryo UI" panose="020B0604030504040204" pitchFamily="50" charset="-128"/>
                        </a:rPr>
                        <a:t>想定成果物</a:t>
                      </a:r>
                    </a:p>
                  </a:txBody>
                  <a:tcPr/>
                </a:tc>
                <a:tc>
                  <a:txBody>
                    <a:bodyPr/>
                    <a:lstStyle/>
                    <a:p>
                      <a:r>
                        <a:rPr kumimoji="1" lang="ja-JP" altLang="en-US" sz="1600" dirty="0">
                          <a:latin typeface="Meiryo UI" panose="020B0604030504040204" pitchFamily="50" charset="-128"/>
                          <a:ea typeface="Meiryo UI" panose="020B0604030504040204" pitchFamily="50" charset="-128"/>
                        </a:rPr>
                        <a:t>期間</a:t>
                      </a:r>
                    </a:p>
                  </a:txBody>
                  <a:tcPr/>
                </a:tc>
                <a:extLst>
                  <a:ext uri="{0D108BD9-81ED-4DB2-BD59-A6C34878D82A}">
                    <a16:rowId xmlns:a16="http://schemas.microsoft.com/office/drawing/2014/main" val="1092563397"/>
                  </a:ext>
                </a:extLst>
              </a:tr>
              <a:tr h="370840">
                <a:tc>
                  <a:txBody>
                    <a:bodyPr/>
                    <a:lstStyle/>
                    <a:p>
                      <a:r>
                        <a:rPr kumimoji="1" lang="en-US" altLang="ja-JP" sz="1100" dirty="0">
                          <a:latin typeface="Meiryo UI" panose="020B0604030504040204" pitchFamily="50" charset="-128"/>
                          <a:ea typeface="Meiryo UI" panose="020B0604030504040204" pitchFamily="50" charset="-128"/>
                        </a:rPr>
                        <a:t>1</a:t>
                      </a:r>
                      <a:endParaRPr kumimoji="1" lang="ja-JP" altLang="en-US" sz="1100" dirty="0">
                        <a:latin typeface="Meiryo UI" panose="020B0604030504040204" pitchFamily="50" charset="-128"/>
                        <a:ea typeface="Meiryo UI" panose="020B0604030504040204" pitchFamily="50" charset="-128"/>
                      </a:endParaRPr>
                    </a:p>
                  </a:txBody>
                  <a:tcPr/>
                </a:tc>
                <a:tc>
                  <a:txBody>
                    <a:bodyPr/>
                    <a:lstStyle/>
                    <a:p>
                      <a:r>
                        <a:rPr kumimoji="1" lang="en-US" altLang="ja-JP" sz="1100" dirty="0">
                          <a:latin typeface="Meiryo UI" panose="020B0604030504040204" pitchFamily="50" charset="-128"/>
                          <a:ea typeface="Meiryo UI" panose="020B0604030504040204" pitchFamily="50" charset="-128"/>
                        </a:rPr>
                        <a:t>PoC</a:t>
                      </a:r>
                      <a:r>
                        <a:rPr kumimoji="1" lang="ja-JP" altLang="en-US" sz="1100" dirty="0">
                          <a:latin typeface="Meiryo UI" panose="020B0604030504040204" pitchFamily="50" charset="-128"/>
                          <a:ea typeface="Meiryo UI" panose="020B0604030504040204" pitchFamily="50" charset="-128"/>
                        </a:rPr>
                        <a:t>パック</a:t>
                      </a:r>
                      <a:endParaRPr kumimoji="1" lang="en-US" altLang="ja-JP" sz="1100" dirty="0">
                        <a:latin typeface="Meiryo UI" panose="020B0604030504040204" pitchFamily="50" charset="-128"/>
                        <a:ea typeface="Meiryo UI" panose="020B0604030504040204" pitchFamily="50" charset="-128"/>
                      </a:endParaRPr>
                    </a:p>
                    <a:p>
                      <a:r>
                        <a:rPr kumimoji="1" lang="ja-JP" altLang="en-US" sz="1050" dirty="0">
                          <a:latin typeface="Meiryo UI" panose="020B0604030504040204" pitchFamily="50" charset="-128"/>
                          <a:ea typeface="Meiryo UI" panose="020B0604030504040204" pitchFamily="50" charset="-128"/>
                        </a:rPr>
                        <a:t>目的：</a:t>
                      </a:r>
                      <a:r>
                        <a:rPr kumimoji="1" lang="en-US" altLang="ja-JP" sz="1050" dirty="0" err="1">
                          <a:latin typeface="Meiryo UI" panose="020B0604030504040204" pitchFamily="50" charset="-128"/>
                          <a:ea typeface="Meiryo UI" panose="020B0604030504040204" pitchFamily="50" charset="-128"/>
                        </a:rPr>
                        <a:t>Asprova</a:t>
                      </a:r>
                      <a:r>
                        <a:rPr kumimoji="1" lang="ja-JP" altLang="en-US" sz="1050" dirty="0">
                          <a:latin typeface="Meiryo UI" panose="020B0604030504040204" pitchFamily="50" charset="-128"/>
                          <a:ea typeface="Meiryo UI" panose="020B0604030504040204" pitchFamily="50" charset="-128"/>
                        </a:rPr>
                        <a:t>を用いたスケジューラへの要求整理</a:t>
                      </a:r>
                    </a:p>
                  </a:txBody>
                  <a:tcPr/>
                </a:tc>
                <a:tc>
                  <a:txBody>
                    <a:bodyPr/>
                    <a:lstStyle/>
                    <a:p>
                      <a:r>
                        <a:rPr kumimoji="1" lang="ja-JP" altLang="en-US" sz="1100" dirty="0">
                          <a:latin typeface="Meiryo UI" panose="020B0604030504040204" pitchFamily="50" charset="-128"/>
                          <a:ea typeface="Meiryo UI" panose="020B0604030504040204" pitchFamily="50" charset="-128"/>
                        </a:rPr>
                        <a:t>・</a:t>
                      </a:r>
                      <a:r>
                        <a:rPr kumimoji="1" lang="en-US" altLang="ja-JP" sz="1100" dirty="0">
                          <a:latin typeface="Meiryo UI" panose="020B0604030504040204" pitchFamily="50" charset="-128"/>
                          <a:ea typeface="Meiryo UI" panose="020B0604030504040204" pitchFamily="50" charset="-128"/>
                        </a:rPr>
                        <a:t>MTG/</a:t>
                      </a:r>
                      <a:r>
                        <a:rPr kumimoji="1" lang="ja-JP" altLang="en-US" sz="1100" dirty="0">
                          <a:latin typeface="Meiryo UI" panose="020B0604030504040204" pitchFamily="50" charset="-128"/>
                          <a:ea typeface="Meiryo UI" panose="020B0604030504040204" pitchFamily="50" charset="-128"/>
                        </a:rPr>
                        <a:t>ヒアリング</a:t>
                      </a:r>
                      <a:endParaRPr kumimoji="1" lang="en-US" altLang="ja-JP" sz="1100" dirty="0">
                        <a:latin typeface="Meiryo UI" panose="020B0604030504040204" pitchFamily="50" charset="-128"/>
                        <a:ea typeface="Meiryo UI" panose="020B0604030504040204" pitchFamily="50" charset="-128"/>
                      </a:endParaRPr>
                    </a:p>
                    <a:p>
                      <a:r>
                        <a:rPr kumimoji="1" lang="ja-JP" altLang="en-US" sz="1100" dirty="0">
                          <a:latin typeface="Meiryo UI" panose="020B0604030504040204" pitchFamily="50" charset="-128"/>
                          <a:ea typeface="Meiryo UI" panose="020B0604030504040204" pitchFamily="50" charset="-128"/>
                        </a:rPr>
                        <a:t>・</a:t>
                      </a:r>
                      <a:r>
                        <a:rPr kumimoji="1" lang="en-US" altLang="ja-JP" sz="1100" dirty="0" err="1">
                          <a:latin typeface="Meiryo UI" panose="020B0604030504040204" pitchFamily="50" charset="-128"/>
                          <a:ea typeface="Meiryo UI" panose="020B0604030504040204" pitchFamily="50" charset="-128"/>
                        </a:rPr>
                        <a:t>Asprova</a:t>
                      </a:r>
                      <a:r>
                        <a:rPr kumimoji="1" lang="ja-JP" altLang="en-US" sz="1100" dirty="0">
                          <a:latin typeface="Meiryo UI" panose="020B0604030504040204" pitchFamily="50" charset="-128"/>
                          <a:ea typeface="Meiryo UI" panose="020B0604030504040204" pitchFamily="50" charset="-128"/>
                        </a:rPr>
                        <a:t>プロト初版作成</a:t>
                      </a:r>
                    </a:p>
                  </a:txBody>
                  <a:tcPr/>
                </a:tc>
                <a:tc>
                  <a:txBody>
                    <a:bodyPr/>
                    <a:lstStyle/>
                    <a:p>
                      <a:r>
                        <a:rPr kumimoji="1" lang="ja-JP" altLang="en-US" sz="1100" dirty="0">
                          <a:latin typeface="Meiryo UI" panose="020B0604030504040204" pitchFamily="50" charset="-128"/>
                          <a:ea typeface="Meiryo UI" panose="020B0604030504040204" pitchFamily="50" charset="-128"/>
                        </a:rPr>
                        <a:t>・要求仕様（プロト版）</a:t>
                      </a:r>
                      <a:endParaRPr kumimoji="1" lang="en-US" altLang="ja-JP" sz="1100" dirty="0">
                        <a:latin typeface="Meiryo UI" panose="020B0604030504040204" pitchFamily="50" charset="-128"/>
                        <a:ea typeface="Meiryo UI" panose="020B0604030504040204" pitchFamily="50" charset="-128"/>
                      </a:endParaRPr>
                    </a:p>
                    <a:p>
                      <a:r>
                        <a:rPr kumimoji="1" lang="ja-JP" altLang="en-US" sz="1100" dirty="0">
                          <a:latin typeface="Meiryo UI" panose="020B0604030504040204" pitchFamily="50" charset="-128"/>
                          <a:ea typeface="Meiryo UI" panose="020B0604030504040204" pitchFamily="50" charset="-128"/>
                        </a:rPr>
                        <a:t>・概算見積（本導入時）</a:t>
                      </a:r>
                    </a:p>
                  </a:txBody>
                  <a:tcPr/>
                </a:tc>
                <a:tc rowSpan="10">
                  <a:txBody>
                    <a:bodyPr/>
                    <a:lstStyle/>
                    <a:p>
                      <a:pPr algn="ctr"/>
                      <a:r>
                        <a:rPr kumimoji="1" lang="ja-JP" altLang="en-US" sz="1100" dirty="0">
                          <a:latin typeface="Meiryo UI" panose="020B0604030504040204" pitchFamily="50" charset="-128"/>
                          <a:ea typeface="Meiryo UI" panose="020B0604030504040204" pitchFamily="50" charset="-128"/>
                        </a:rPr>
                        <a:t>別途調整</a:t>
                      </a:r>
                    </a:p>
                  </a:txBody>
                  <a:tcPr anchor="ctr"/>
                </a:tc>
                <a:extLst>
                  <a:ext uri="{0D108BD9-81ED-4DB2-BD59-A6C34878D82A}">
                    <a16:rowId xmlns:a16="http://schemas.microsoft.com/office/drawing/2014/main" val="2506394180"/>
                  </a:ext>
                </a:extLst>
              </a:tr>
              <a:tr h="370840">
                <a:tc>
                  <a:txBody>
                    <a:bodyPr/>
                    <a:lstStyle/>
                    <a:p>
                      <a:r>
                        <a:rPr kumimoji="1" lang="en-US" altLang="ja-JP" sz="1100" dirty="0">
                          <a:latin typeface="Meiryo UI" panose="020B0604030504040204" pitchFamily="50" charset="-128"/>
                          <a:ea typeface="Meiryo UI" panose="020B0604030504040204" pitchFamily="50" charset="-128"/>
                        </a:rPr>
                        <a:t>2</a:t>
                      </a:r>
                      <a:endParaRPr kumimoji="1" lang="ja-JP" altLang="en-US" sz="1100" dirty="0">
                        <a:latin typeface="Meiryo UI" panose="020B0604030504040204" pitchFamily="50" charset="-128"/>
                        <a:ea typeface="Meiryo UI" panose="020B0604030504040204" pitchFamily="50" charset="-128"/>
                      </a:endParaRPr>
                    </a:p>
                  </a:txBody>
                  <a:tcPr/>
                </a:tc>
                <a:tc>
                  <a:txBody>
                    <a:bodyPr/>
                    <a:lstStyle/>
                    <a:p>
                      <a:r>
                        <a:rPr kumimoji="1" lang="ja-JP" altLang="en-US" sz="1100" dirty="0">
                          <a:latin typeface="Meiryo UI" panose="020B0604030504040204" pitchFamily="50" charset="-128"/>
                          <a:ea typeface="Meiryo UI" panose="020B0604030504040204" pitchFamily="50" charset="-128"/>
                        </a:rPr>
                        <a:t>本導入のご契約</a:t>
                      </a:r>
                    </a:p>
                  </a:txBody>
                  <a:tcPr/>
                </a:tc>
                <a:tc>
                  <a:txBody>
                    <a:bodyPr/>
                    <a:lstStyle/>
                    <a:p>
                      <a:r>
                        <a:rPr kumimoji="1" lang="ja-JP" altLang="en-US" sz="1100" dirty="0">
                          <a:latin typeface="Meiryo UI" panose="020B0604030504040204" pitchFamily="50" charset="-128"/>
                          <a:ea typeface="Meiryo UI" panose="020B0604030504040204" pitchFamily="50" charset="-128"/>
                        </a:rPr>
                        <a:t>・提案・見積内容説明など</a:t>
                      </a:r>
                    </a:p>
                  </a:txBody>
                  <a:tcPr/>
                </a:tc>
                <a:tc>
                  <a:txBody>
                    <a:bodyPr/>
                    <a:lstStyle/>
                    <a:p>
                      <a:r>
                        <a:rPr kumimoji="1" lang="ja-JP" altLang="en-US" sz="1100" dirty="0">
                          <a:latin typeface="Meiryo UI" panose="020B0604030504040204" pitchFamily="50" charset="-128"/>
                          <a:ea typeface="Meiryo UI" panose="020B0604030504040204" pitchFamily="50" charset="-128"/>
                        </a:rPr>
                        <a:t>・提案・見積書</a:t>
                      </a:r>
                    </a:p>
                  </a:txBody>
                  <a:tcPr/>
                </a:tc>
                <a:tc vMerge="1">
                  <a:txBody>
                    <a:bodyPr/>
                    <a:lstStyle/>
                    <a:p>
                      <a:endParaRPr kumimoji="1" lang="ja-JP" altLang="en-US" sz="1100" dirty="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2268277804"/>
                  </a:ext>
                </a:extLst>
              </a:tr>
              <a:tr h="370840">
                <a:tc rowSpan="2">
                  <a:txBody>
                    <a:bodyPr/>
                    <a:lstStyle/>
                    <a:p>
                      <a:r>
                        <a:rPr kumimoji="1" lang="en-US" altLang="ja-JP" sz="1100" dirty="0">
                          <a:latin typeface="Meiryo UI" panose="020B0604030504040204" pitchFamily="50" charset="-128"/>
                          <a:ea typeface="Meiryo UI" panose="020B0604030504040204" pitchFamily="50" charset="-128"/>
                        </a:rPr>
                        <a:t>3</a:t>
                      </a:r>
                    </a:p>
                    <a:p>
                      <a:endParaRPr kumimoji="1" lang="ja-JP" altLang="en-US" sz="1100" dirty="0">
                        <a:latin typeface="Meiryo UI" panose="020B0604030504040204" pitchFamily="50" charset="-128"/>
                        <a:ea typeface="Meiryo UI" panose="020B0604030504040204" pitchFamily="50" charset="-128"/>
                      </a:endParaRPr>
                    </a:p>
                  </a:txBody>
                  <a:tcPr/>
                </a:tc>
                <a:tc>
                  <a:txBody>
                    <a:bodyPr/>
                    <a:lstStyle/>
                    <a:p>
                      <a:r>
                        <a:rPr kumimoji="1" lang="ja-JP" altLang="en-US" sz="1100" dirty="0">
                          <a:latin typeface="Meiryo UI" panose="020B0604030504040204" pitchFamily="50" charset="-128"/>
                          <a:ea typeface="Meiryo UI" panose="020B0604030504040204" pitchFamily="50" charset="-128"/>
                        </a:rPr>
                        <a:t>要件定義</a:t>
                      </a:r>
                    </a:p>
                  </a:txBody>
                  <a:tcPr/>
                </a:tc>
                <a:tc>
                  <a:txBody>
                    <a:bodyPr/>
                    <a:lstStyle/>
                    <a:p>
                      <a:r>
                        <a:rPr kumimoji="1" lang="ja-JP" altLang="en-US" sz="1100" dirty="0">
                          <a:latin typeface="Meiryo UI" panose="020B0604030504040204" pitchFamily="50" charset="-128"/>
                          <a:ea typeface="Meiryo UI" panose="020B0604030504040204" pitchFamily="50" charset="-128"/>
                        </a:rPr>
                        <a:t>・現状課題の確認および対策毎の</a:t>
                      </a:r>
                      <a:r>
                        <a:rPr kumimoji="1" lang="en-US" altLang="ja-JP" sz="1100" dirty="0" err="1">
                          <a:latin typeface="Meiryo UI" panose="020B0604030504040204" pitchFamily="50" charset="-128"/>
                          <a:ea typeface="Meiryo UI" panose="020B0604030504040204" pitchFamily="50" charset="-128"/>
                        </a:rPr>
                        <a:t>Asprova</a:t>
                      </a:r>
                      <a:r>
                        <a:rPr kumimoji="1" lang="en-US" altLang="ja-JP" sz="1100" dirty="0">
                          <a:latin typeface="Meiryo UI" panose="020B0604030504040204" pitchFamily="50" charset="-128"/>
                          <a:ea typeface="Meiryo UI" panose="020B0604030504040204" pitchFamily="50" charset="-128"/>
                        </a:rPr>
                        <a:t>/</a:t>
                      </a:r>
                      <a:r>
                        <a:rPr kumimoji="1" lang="ja-JP" altLang="en-US" sz="1100" dirty="0">
                          <a:latin typeface="Meiryo UI" panose="020B0604030504040204" pitchFamily="50" charset="-128"/>
                          <a:ea typeface="Meiryo UI" panose="020B0604030504040204" pitchFamily="50" charset="-128"/>
                        </a:rPr>
                        <a:t>システム開発の切り分け</a:t>
                      </a:r>
                      <a:endParaRPr kumimoji="1" lang="en-US" altLang="ja-JP" sz="1100" dirty="0">
                        <a:latin typeface="Meiryo UI" panose="020B0604030504040204" pitchFamily="50" charset="-128"/>
                        <a:ea typeface="Meiryo UI" panose="020B0604030504040204" pitchFamily="50" charset="-128"/>
                      </a:endParaRPr>
                    </a:p>
                    <a:p>
                      <a:r>
                        <a:rPr kumimoji="1" lang="ja-JP" altLang="en-US" sz="1100" dirty="0">
                          <a:latin typeface="Meiryo UI" panose="020B0604030504040204" pitchFamily="50" charset="-128"/>
                          <a:ea typeface="Meiryo UI" panose="020B0604030504040204" pitchFamily="50" charset="-128"/>
                        </a:rPr>
                        <a:t>・現状データ確認（工程・設備・オーダ・実績等）</a:t>
                      </a:r>
                      <a:endParaRPr kumimoji="1" lang="en-US" altLang="ja-JP" sz="1100" dirty="0">
                        <a:latin typeface="Meiryo UI" panose="020B0604030504040204" pitchFamily="50" charset="-128"/>
                        <a:ea typeface="Meiryo UI" panose="020B0604030504040204" pitchFamily="50" charset="-128"/>
                      </a:endParaRPr>
                    </a:p>
                    <a:p>
                      <a:r>
                        <a:rPr kumimoji="1" lang="ja-JP" altLang="en-US" sz="1100" dirty="0">
                          <a:latin typeface="Meiryo UI" panose="020B0604030504040204" pitchFamily="50" charset="-128"/>
                          <a:ea typeface="Meiryo UI" panose="020B0604030504040204" pitchFamily="50" charset="-128"/>
                        </a:rPr>
                        <a:t>・</a:t>
                      </a:r>
                      <a:r>
                        <a:rPr kumimoji="1" lang="en-US" altLang="ja-JP" sz="1100" dirty="0" err="1">
                          <a:latin typeface="Meiryo UI" panose="020B0604030504040204" pitchFamily="50" charset="-128"/>
                          <a:ea typeface="Meiryo UI" panose="020B0604030504040204" pitchFamily="50" charset="-128"/>
                        </a:rPr>
                        <a:t>Asprova</a:t>
                      </a:r>
                      <a:r>
                        <a:rPr kumimoji="1" lang="ja-JP" altLang="en-US" sz="1100" dirty="0">
                          <a:latin typeface="Meiryo UI" panose="020B0604030504040204" pitchFamily="50" charset="-128"/>
                          <a:ea typeface="Meiryo UI" panose="020B0604030504040204" pitchFamily="50" charset="-128"/>
                        </a:rPr>
                        <a:t>を導入したときの業務フロー確定</a:t>
                      </a:r>
                      <a:endParaRPr kumimoji="1" lang="en-US" altLang="ja-JP" sz="1100" dirty="0">
                        <a:latin typeface="Meiryo UI" panose="020B0604030504040204" pitchFamily="50" charset="-128"/>
                        <a:ea typeface="Meiryo UI" panose="020B0604030504040204" pitchFamily="50" charset="-128"/>
                      </a:endParaRPr>
                    </a:p>
                    <a:p>
                      <a:r>
                        <a:rPr kumimoji="1" lang="ja-JP" altLang="en-US" sz="1100" dirty="0">
                          <a:latin typeface="Meiryo UI" panose="020B0604030504040204" pitchFamily="50" charset="-128"/>
                          <a:ea typeface="Meiryo UI" panose="020B0604030504040204" pitchFamily="50" charset="-128"/>
                        </a:rPr>
                        <a:t>・周辺システムとの連携定義</a:t>
                      </a:r>
                      <a:endParaRPr kumimoji="1" lang="en-US" altLang="ja-JP" sz="1100" dirty="0">
                        <a:latin typeface="Meiryo UI" panose="020B0604030504040204" pitchFamily="50" charset="-128"/>
                        <a:ea typeface="Meiryo UI" panose="020B0604030504040204" pitchFamily="50" charset="-128"/>
                      </a:endParaRPr>
                    </a:p>
                    <a:p>
                      <a:r>
                        <a:rPr kumimoji="1" lang="ja-JP" altLang="en-US" sz="1100" dirty="0">
                          <a:latin typeface="Meiryo UI" panose="020B0604030504040204" pitchFamily="50" charset="-128"/>
                          <a:ea typeface="Meiryo UI" panose="020B0604030504040204" pitchFamily="50" charset="-128"/>
                        </a:rPr>
                        <a:t>・プラグインや連携アプリの要件定義</a:t>
                      </a:r>
                      <a:endParaRPr kumimoji="1" lang="en-US" altLang="ja-JP" sz="1100" dirty="0">
                        <a:latin typeface="Meiryo UI" panose="020B0604030504040204" pitchFamily="50" charset="-128"/>
                        <a:ea typeface="Meiryo UI" panose="020B0604030504040204" pitchFamily="50" charset="-128"/>
                      </a:endParaRPr>
                    </a:p>
                    <a:p>
                      <a:r>
                        <a:rPr kumimoji="1" lang="ja-JP" altLang="en-US" sz="1100" dirty="0">
                          <a:latin typeface="Meiryo UI" panose="020B0604030504040204" pitchFamily="50" charset="-128"/>
                          <a:ea typeface="Meiryo UI" panose="020B0604030504040204" pitchFamily="50" charset="-128"/>
                        </a:rPr>
                        <a:t>・要件定義書作成、レビュー</a:t>
                      </a:r>
                      <a:endParaRPr kumimoji="1" lang="en-US" altLang="ja-JP" sz="1100" dirty="0">
                        <a:latin typeface="Meiryo UI" panose="020B0604030504040204" pitchFamily="50" charset="-128"/>
                        <a:ea typeface="Meiryo UI" panose="020B0604030504040204" pitchFamily="50" charset="-128"/>
                      </a:endParaRPr>
                    </a:p>
                  </a:txBody>
                  <a:tcPr/>
                </a:tc>
                <a:tc>
                  <a:txBody>
                    <a:bodyPr/>
                    <a:lstStyle/>
                    <a:p>
                      <a:r>
                        <a:rPr kumimoji="1" lang="ja-JP" altLang="en-US" sz="1100" dirty="0">
                          <a:latin typeface="Meiryo UI" panose="020B0604030504040204" pitchFamily="50" charset="-128"/>
                          <a:ea typeface="Meiryo UI" panose="020B0604030504040204" pitchFamily="50" charset="-128"/>
                        </a:rPr>
                        <a:t>・要件定義書</a:t>
                      </a:r>
                      <a:endParaRPr kumimoji="1" lang="en-US" altLang="ja-JP" sz="1100" dirty="0">
                        <a:latin typeface="Meiryo UI" panose="020B0604030504040204" pitchFamily="50" charset="-128"/>
                        <a:ea typeface="Meiryo UI" panose="020B0604030504040204" pitchFamily="50" charset="-128"/>
                      </a:endParaRPr>
                    </a:p>
                  </a:txBody>
                  <a:tcPr/>
                </a:tc>
                <a:tc vMerge="1">
                  <a:txBody>
                    <a:bodyPr/>
                    <a:lstStyle/>
                    <a:p>
                      <a:endParaRPr kumimoji="1" lang="ja-JP" altLang="en-US" sz="1100" dirty="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2836277133"/>
                  </a:ext>
                </a:extLst>
              </a:tr>
              <a:tr h="370840">
                <a:tc vMerge="1">
                  <a:txBody>
                    <a:bodyPr/>
                    <a:lstStyle/>
                    <a:p>
                      <a:endParaRPr dirty="0"/>
                    </a:p>
                  </a:txBody>
                  <a:tcPr/>
                </a:tc>
                <a:tc>
                  <a:txBody>
                    <a:bodyPr/>
                    <a:lstStyle/>
                    <a:p>
                      <a:r>
                        <a:rPr kumimoji="1" lang="ja-JP" altLang="en-US" sz="1100" dirty="0">
                          <a:latin typeface="Meiryo UI" panose="020B0604030504040204" pitchFamily="50" charset="-128"/>
                          <a:ea typeface="Meiryo UI" panose="020B0604030504040204" pitchFamily="50" charset="-128"/>
                        </a:rPr>
                        <a:t>プロトタイプ作成</a:t>
                      </a:r>
                    </a:p>
                  </a:txBody>
                  <a:tcPr/>
                </a:tc>
                <a:tc>
                  <a:txBody>
                    <a:bodyPr/>
                    <a:lstStyle/>
                    <a:p>
                      <a:r>
                        <a:rPr kumimoji="1" lang="ja-JP" altLang="en-US" sz="1100" dirty="0">
                          <a:latin typeface="Meiryo UI" panose="020B0604030504040204" pitchFamily="50" charset="-128"/>
                          <a:ea typeface="Meiryo UI" panose="020B0604030504040204" pitchFamily="50" charset="-128"/>
                        </a:rPr>
                        <a:t>・プロトタイプデータの整備支援</a:t>
                      </a:r>
                    </a:p>
                  </a:txBody>
                  <a:tcPr/>
                </a:tc>
                <a:tc>
                  <a:txBody>
                    <a:bodyPr/>
                    <a:lstStyle/>
                    <a:p>
                      <a:r>
                        <a:rPr kumimoji="1" lang="ja-JP" altLang="en-US" sz="1100" dirty="0">
                          <a:latin typeface="Meiryo UI" panose="020B0604030504040204" pitchFamily="50" charset="-128"/>
                          <a:ea typeface="Meiryo UI" panose="020B0604030504040204" pitchFamily="50" charset="-128"/>
                        </a:rPr>
                        <a:t>・</a:t>
                      </a:r>
                      <a:r>
                        <a:rPr kumimoji="1" lang="en-US" altLang="ja-JP" sz="1100" dirty="0" err="1">
                          <a:latin typeface="Meiryo UI" panose="020B0604030504040204" pitchFamily="50" charset="-128"/>
                          <a:ea typeface="Meiryo UI" panose="020B0604030504040204" pitchFamily="50" charset="-128"/>
                        </a:rPr>
                        <a:t>Asprova</a:t>
                      </a:r>
                      <a:r>
                        <a:rPr kumimoji="1" lang="ja-JP" altLang="en-US" sz="1100" dirty="0">
                          <a:latin typeface="Meiryo UI" panose="020B0604030504040204" pitchFamily="50" charset="-128"/>
                          <a:ea typeface="Meiryo UI" panose="020B0604030504040204" pitchFamily="50" charset="-128"/>
                        </a:rPr>
                        <a:t>ファイル</a:t>
                      </a:r>
                    </a:p>
                  </a:txBody>
                  <a:tcPr/>
                </a:tc>
                <a:tc vMerge="1">
                  <a:txBody>
                    <a:bodyPr/>
                    <a:lstStyle/>
                    <a:p>
                      <a:endParaRPr kumimoji="1" lang="ja-JP" altLang="en-US" sz="1100" dirty="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248650589"/>
                  </a:ext>
                </a:extLst>
              </a:tr>
              <a:tr h="370840">
                <a:tc rowSpan="2">
                  <a:txBody>
                    <a:bodyPr/>
                    <a:lstStyle/>
                    <a:p>
                      <a:r>
                        <a:rPr kumimoji="1" lang="en-US" altLang="ja-JP" sz="1100" dirty="0">
                          <a:latin typeface="Meiryo UI" panose="020B0604030504040204" pitchFamily="50" charset="-128"/>
                          <a:ea typeface="Meiryo UI" panose="020B0604030504040204" pitchFamily="50" charset="-128"/>
                        </a:rPr>
                        <a:t>4</a:t>
                      </a:r>
                    </a:p>
                    <a:p>
                      <a:endParaRPr kumimoji="1" lang="ja-JP" altLang="en-US" sz="1100" dirty="0">
                        <a:latin typeface="Meiryo UI" panose="020B0604030504040204" pitchFamily="50" charset="-128"/>
                        <a:ea typeface="Meiryo UI" panose="020B0604030504040204" pitchFamily="50" charset="-128"/>
                      </a:endParaRPr>
                    </a:p>
                  </a:txBody>
                  <a:tcPr/>
                </a:tc>
                <a:tc>
                  <a:txBody>
                    <a:bodyPr/>
                    <a:lstStyle/>
                    <a:p>
                      <a:r>
                        <a:rPr kumimoji="1" lang="ja-JP" altLang="en-US" sz="1100" dirty="0">
                          <a:latin typeface="Meiryo UI" panose="020B0604030504040204" pitchFamily="50" charset="-128"/>
                          <a:ea typeface="Meiryo UI" panose="020B0604030504040204" pitchFamily="50" charset="-128"/>
                        </a:rPr>
                        <a:t>データの整備支援</a:t>
                      </a:r>
                    </a:p>
                  </a:txBody>
                  <a:tcPr/>
                </a:tc>
                <a:tc>
                  <a:txBody>
                    <a:bodyPr/>
                    <a:lstStyle/>
                    <a:p>
                      <a:r>
                        <a:rPr kumimoji="1" lang="ja-JP" altLang="en-US" sz="1100" dirty="0">
                          <a:latin typeface="Meiryo UI" panose="020B0604030504040204" pitchFamily="50" charset="-128"/>
                          <a:ea typeface="Meiryo UI" panose="020B0604030504040204" pitchFamily="50" charset="-128"/>
                        </a:rPr>
                        <a:t>・マスタ登録支援</a:t>
                      </a:r>
                      <a:endParaRPr kumimoji="1" lang="en-US" altLang="ja-JP" sz="1100" dirty="0">
                        <a:latin typeface="Meiryo UI" panose="020B0604030504040204" pitchFamily="50" charset="-128"/>
                        <a:ea typeface="Meiryo UI" panose="020B0604030504040204" pitchFamily="50" charset="-128"/>
                      </a:endParaRPr>
                    </a:p>
                    <a:p>
                      <a:r>
                        <a:rPr kumimoji="1" lang="ja-JP" altLang="en-US" sz="1100" dirty="0">
                          <a:latin typeface="Meiryo UI" panose="020B0604030504040204" pitchFamily="50" charset="-128"/>
                          <a:ea typeface="Meiryo UI" panose="020B0604030504040204" pitchFamily="50" charset="-128"/>
                        </a:rPr>
                        <a:t>（品目</a:t>
                      </a:r>
                      <a:r>
                        <a:rPr kumimoji="1" lang="en-US" altLang="ja-JP" sz="1100" dirty="0">
                          <a:latin typeface="Meiryo UI" panose="020B0604030504040204" pitchFamily="50" charset="-128"/>
                          <a:ea typeface="Meiryo UI" panose="020B0604030504040204" pitchFamily="50" charset="-128"/>
                        </a:rPr>
                        <a:t>/</a:t>
                      </a:r>
                      <a:r>
                        <a:rPr kumimoji="1" lang="ja-JP" altLang="en-US" sz="1100" dirty="0">
                          <a:latin typeface="Meiryo UI" panose="020B0604030504040204" pitchFamily="50" charset="-128"/>
                          <a:ea typeface="Meiryo UI" panose="020B0604030504040204" pitchFamily="50" charset="-128"/>
                        </a:rPr>
                        <a:t>資源</a:t>
                      </a:r>
                      <a:r>
                        <a:rPr kumimoji="1" lang="en-US" altLang="ja-JP" sz="1100" dirty="0">
                          <a:latin typeface="Meiryo UI" panose="020B0604030504040204" pitchFamily="50" charset="-128"/>
                          <a:ea typeface="Meiryo UI" panose="020B0604030504040204" pitchFamily="50" charset="-128"/>
                        </a:rPr>
                        <a:t>/</a:t>
                      </a:r>
                      <a:r>
                        <a:rPr kumimoji="1" lang="ja-JP" altLang="en-US" sz="1100" dirty="0">
                          <a:latin typeface="Meiryo UI" panose="020B0604030504040204" pitchFamily="50" charset="-128"/>
                          <a:ea typeface="Meiryo UI" panose="020B0604030504040204" pitchFamily="50" charset="-128"/>
                        </a:rPr>
                        <a:t>製造</a:t>
                      </a:r>
                      <a:r>
                        <a:rPr kumimoji="1" lang="en-US" altLang="ja-JP" sz="1100" dirty="0">
                          <a:latin typeface="Meiryo UI" panose="020B0604030504040204" pitchFamily="50" charset="-128"/>
                          <a:ea typeface="Meiryo UI" panose="020B0604030504040204" pitchFamily="50" charset="-128"/>
                        </a:rPr>
                        <a:t>BOM/</a:t>
                      </a:r>
                      <a:r>
                        <a:rPr kumimoji="1" lang="ja-JP" altLang="en-US" sz="1100" dirty="0">
                          <a:latin typeface="Meiryo UI" panose="020B0604030504040204" pitchFamily="50" charset="-128"/>
                          <a:ea typeface="Meiryo UI" panose="020B0604030504040204" pitchFamily="50" charset="-128"/>
                        </a:rPr>
                        <a:t>オーダ</a:t>
                      </a:r>
                      <a:r>
                        <a:rPr kumimoji="1" lang="en-US" altLang="ja-JP" sz="1100" dirty="0">
                          <a:latin typeface="Meiryo UI" panose="020B0604030504040204" pitchFamily="50" charset="-128"/>
                          <a:ea typeface="Meiryo UI" panose="020B0604030504040204" pitchFamily="50" charset="-128"/>
                        </a:rPr>
                        <a:t>/</a:t>
                      </a:r>
                      <a:r>
                        <a:rPr kumimoji="1" lang="ja-JP" altLang="en-US" sz="1100" dirty="0">
                          <a:latin typeface="Meiryo UI" panose="020B0604030504040204" pitchFamily="50" charset="-128"/>
                          <a:ea typeface="Meiryo UI" panose="020B0604030504040204" pitchFamily="50" charset="-128"/>
                        </a:rPr>
                        <a:t>カレンダ</a:t>
                      </a:r>
                      <a:r>
                        <a:rPr kumimoji="1" lang="en-US" altLang="ja-JP" sz="1100" dirty="0">
                          <a:latin typeface="Meiryo UI" panose="020B0604030504040204" pitchFamily="50" charset="-128"/>
                          <a:ea typeface="Meiryo UI" panose="020B0604030504040204" pitchFamily="50" charset="-128"/>
                        </a:rPr>
                        <a:t>/</a:t>
                      </a:r>
                      <a:r>
                        <a:rPr kumimoji="1" lang="ja-JP" altLang="en-US" sz="1100" dirty="0">
                          <a:latin typeface="Meiryo UI" panose="020B0604030504040204" pitchFamily="50" charset="-128"/>
                          <a:ea typeface="Meiryo UI" panose="020B0604030504040204" pitchFamily="50" charset="-128"/>
                        </a:rPr>
                        <a:t>シフト</a:t>
                      </a:r>
                      <a:r>
                        <a:rPr kumimoji="1" lang="en-US" altLang="ja-JP" sz="1100" dirty="0">
                          <a:latin typeface="Meiryo UI" panose="020B0604030504040204" pitchFamily="50" charset="-128"/>
                          <a:ea typeface="Meiryo UI" panose="020B0604030504040204" pitchFamily="50" charset="-128"/>
                        </a:rPr>
                        <a:t>/</a:t>
                      </a:r>
                      <a:r>
                        <a:rPr kumimoji="1" lang="ja-JP" altLang="en-US" sz="1100" dirty="0">
                          <a:latin typeface="Meiryo UI" panose="020B0604030504040204" pitchFamily="50" charset="-128"/>
                          <a:ea typeface="Meiryo UI" panose="020B0604030504040204" pitchFamily="50" charset="-128"/>
                        </a:rPr>
                        <a:t>作業</a:t>
                      </a:r>
                      <a:r>
                        <a:rPr kumimoji="1" lang="en-US" altLang="ja-JP" sz="1100" dirty="0">
                          <a:latin typeface="Meiryo UI" panose="020B0604030504040204" pitchFamily="50" charset="-128"/>
                          <a:ea typeface="Meiryo UI" panose="020B0604030504040204" pitchFamily="50" charset="-128"/>
                        </a:rPr>
                        <a:t>/</a:t>
                      </a:r>
                      <a:r>
                        <a:rPr kumimoji="1" lang="ja-JP" altLang="en-US" sz="1100" dirty="0">
                          <a:latin typeface="Meiryo UI" panose="020B0604030504040204" pitchFamily="50" charset="-128"/>
                          <a:ea typeface="Meiryo UI" panose="020B0604030504040204" pitchFamily="50" charset="-128"/>
                        </a:rPr>
                        <a:t>計画パラメタ</a:t>
                      </a:r>
                      <a:r>
                        <a:rPr kumimoji="1" lang="en-US" altLang="ja-JP" sz="1100" dirty="0">
                          <a:latin typeface="Meiryo UI" panose="020B0604030504040204" pitchFamily="50" charset="-128"/>
                          <a:ea typeface="Meiryo UI" panose="020B0604030504040204" pitchFamily="50" charset="-128"/>
                        </a:rPr>
                        <a:t>/</a:t>
                      </a:r>
                      <a:r>
                        <a:rPr kumimoji="1" lang="ja-JP" altLang="en-US" sz="1100" dirty="0">
                          <a:latin typeface="Meiryo UI" panose="020B0604030504040204" pitchFamily="50" charset="-128"/>
                          <a:ea typeface="Meiryo UI" panose="020B0604030504040204" pitchFamily="50" charset="-128"/>
                        </a:rPr>
                        <a:t>データ入出力）</a:t>
                      </a:r>
                    </a:p>
                  </a:txBody>
                  <a:tcPr/>
                </a:tc>
                <a:tc rowSpan="2">
                  <a:txBody>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ja-JP" altLang="en-US" sz="1100" dirty="0">
                          <a:latin typeface="Meiryo UI" panose="020B0604030504040204" pitchFamily="50" charset="-128"/>
                          <a:ea typeface="Meiryo UI" panose="020B0604030504040204" pitchFamily="50" charset="-128"/>
                        </a:rPr>
                        <a:t>・</a:t>
                      </a:r>
                      <a:r>
                        <a:rPr kumimoji="1" lang="en-US" altLang="ja-JP" sz="1100" dirty="0" err="1">
                          <a:latin typeface="Meiryo UI" panose="020B0604030504040204" pitchFamily="50" charset="-128"/>
                          <a:ea typeface="Meiryo UI" panose="020B0604030504040204" pitchFamily="50" charset="-128"/>
                        </a:rPr>
                        <a:t>Asprova</a:t>
                      </a:r>
                      <a:r>
                        <a:rPr kumimoji="1" lang="ja-JP" altLang="en-US" sz="1100" dirty="0">
                          <a:latin typeface="Meiryo UI" panose="020B0604030504040204" pitchFamily="50" charset="-128"/>
                          <a:ea typeface="Meiryo UI" panose="020B0604030504040204" pitchFamily="50" charset="-128"/>
                        </a:rPr>
                        <a:t>ファイル</a:t>
                      </a:r>
                    </a:p>
                    <a:p>
                      <a:pPr marL="0" marR="0" lvl="0" indent="0" defTabSz="914400" eaLnBrk="1" fontAlgn="auto" latinLnBrk="0" hangingPunct="1">
                        <a:lnSpc>
                          <a:spcPct val="100000"/>
                        </a:lnSpc>
                        <a:spcBef>
                          <a:spcPts val="0"/>
                        </a:spcBef>
                        <a:spcAft>
                          <a:spcPts val="0"/>
                        </a:spcAft>
                        <a:buClrTx/>
                        <a:buSzTx/>
                        <a:buFontTx/>
                        <a:buNone/>
                        <a:tabLst/>
                        <a:defRPr/>
                      </a:pPr>
                      <a:r>
                        <a:rPr kumimoji="1" lang="ja-JP" altLang="en-US" sz="1100" dirty="0">
                          <a:latin typeface="Meiryo UI" panose="020B0604030504040204" pitchFamily="50" charset="-128"/>
                          <a:ea typeface="Meiryo UI" panose="020B0604030504040204" pitchFamily="50" charset="-128"/>
                        </a:rPr>
                        <a:t>・各種ドキュメント（計画パラメタ設定説明書など）</a:t>
                      </a:r>
                    </a:p>
                    <a:p>
                      <a:endParaRPr kumimoji="1" lang="ja-JP" altLang="en-US" sz="1100" dirty="0">
                        <a:latin typeface="Meiryo UI" panose="020B0604030504040204" pitchFamily="50" charset="-128"/>
                        <a:ea typeface="Meiryo UI" panose="020B0604030504040204" pitchFamily="50" charset="-128"/>
                      </a:endParaRPr>
                    </a:p>
                  </a:txBody>
                  <a:tcPr/>
                </a:tc>
                <a:tc vMerge="1">
                  <a:txBody>
                    <a:bodyPr/>
                    <a:lstStyle/>
                    <a:p>
                      <a:endParaRPr kumimoji="1" lang="ja-JP" altLang="en-US" sz="1100" dirty="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3345891361"/>
                  </a:ext>
                </a:extLst>
              </a:tr>
              <a:tr h="370840">
                <a:tc vMerge="1">
                  <a:txBody>
                    <a:bodyPr/>
                    <a:lstStyle/>
                    <a:p>
                      <a:endParaRPr dirty="0"/>
                    </a:p>
                  </a:txBody>
                  <a:tcPr/>
                </a:tc>
                <a:tc>
                  <a:txBody>
                    <a:bodyPr/>
                    <a:lstStyle/>
                    <a:p>
                      <a:r>
                        <a:rPr kumimoji="1" lang="ja-JP" altLang="en-US" sz="1100" dirty="0">
                          <a:latin typeface="Meiryo UI" panose="020B0604030504040204" pitchFamily="50" charset="-128"/>
                          <a:ea typeface="Meiryo UI" panose="020B0604030504040204" pitchFamily="50" charset="-128"/>
                        </a:rPr>
                        <a:t>計画パラメタの完成</a:t>
                      </a:r>
                    </a:p>
                  </a:txBody>
                  <a:tcPr/>
                </a:tc>
                <a:tc>
                  <a:txBody>
                    <a:bodyPr/>
                    <a:lstStyle/>
                    <a:p>
                      <a:r>
                        <a:rPr kumimoji="1" lang="ja-JP" altLang="en-US" sz="1100" dirty="0">
                          <a:latin typeface="Meiryo UI" panose="020B0604030504040204" pitchFamily="50" charset="-128"/>
                          <a:ea typeface="Meiryo UI" panose="020B0604030504040204" pitchFamily="50" charset="-128"/>
                        </a:rPr>
                        <a:t>・計画パラメタチューニング</a:t>
                      </a:r>
                    </a:p>
                  </a:txBody>
                  <a:tcPr/>
                </a:tc>
                <a:tc vMerge="1">
                  <a:txBody>
                    <a:bodyPr/>
                    <a:lstStyle/>
                    <a:p>
                      <a:endParaRPr kumimoji="1" lang="ja-JP" altLang="en-US" sz="1100" dirty="0"/>
                    </a:p>
                  </a:txBody>
                  <a:tcPr/>
                </a:tc>
                <a:tc vMerge="1">
                  <a:txBody>
                    <a:bodyPr/>
                    <a:lstStyle/>
                    <a:p>
                      <a:endParaRPr kumimoji="1" lang="ja-JP" altLang="en-US" sz="1100" dirty="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4222537730"/>
                  </a:ext>
                </a:extLst>
              </a:tr>
              <a:tr h="370840">
                <a:tc>
                  <a:txBody>
                    <a:bodyPr/>
                    <a:lstStyle/>
                    <a:p>
                      <a:r>
                        <a:rPr kumimoji="1" lang="en-US" altLang="ja-JP" sz="1100" dirty="0">
                          <a:latin typeface="Meiryo UI" panose="020B0604030504040204" pitchFamily="50" charset="-128"/>
                          <a:ea typeface="Meiryo UI" panose="020B0604030504040204" pitchFamily="50" charset="-128"/>
                        </a:rPr>
                        <a:t>5</a:t>
                      </a:r>
                      <a:endParaRPr kumimoji="1" lang="ja-JP" altLang="en-US" sz="1100" dirty="0">
                        <a:latin typeface="Meiryo UI" panose="020B0604030504040204" pitchFamily="50" charset="-128"/>
                        <a:ea typeface="Meiryo UI" panose="020B0604030504040204" pitchFamily="50" charset="-128"/>
                      </a:endParaRPr>
                    </a:p>
                  </a:txBody>
                  <a:tcPr/>
                </a:tc>
                <a:tc>
                  <a:txBody>
                    <a:bodyPr/>
                    <a:lstStyle/>
                    <a:p>
                      <a:r>
                        <a:rPr kumimoji="1" lang="ja-JP" altLang="en-US" sz="1100" dirty="0">
                          <a:latin typeface="Meiryo UI" panose="020B0604030504040204" pitchFamily="50" charset="-128"/>
                          <a:ea typeface="Meiryo UI" panose="020B0604030504040204" pitchFamily="50" charset="-128"/>
                        </a:rPr>
                        <a:t>結合テスト支援</a:t>
                      </a:r>
                    </a:p>
                  </a:txBody>
                  <a:tcPr/>
                </a:tc>
                <a:tc>
                  <a:txBody>
                    <a:bodyPr/>
                    <a:lstStyle/>
                    <a:p>
                      <a:r>
                        <a:rPr kumimoji="1" lang="ja-JP" altLang="en-US" sz="1100" dirty="0">
                          <a:latin typeface="Meiryo UI" panose="020B0604030504040204" pitchFamily="50" charset="-128"/>
                          <a:ea typeface="Meiryo UI" panose="020B0604030504040204" pitchFamily="50" charset="-128"/>
                        </a:rPr>
                        <a:t>・</a:t>
                      </a:r>
                      <a:r>
                        <a:rPr kumimoji="1" lang="en-US" altLang="ja-JP" sz="1100" dirty="0" err="1">
                          <a:latin typeface="Meiryo UI" panose="020B0604030504040204" pitchFamily="50" charset="-128"/>
                          <a:ea typeface="Meiryo UI" panose="020B0604030504040204" pitchFamily="50" charset="-128"/>
                        </a:rPr>
                        <a:t>Asprova</a:t>
                      </a:r>
                      <a:r>
                        <a:rPr kumimoji="1" lang="ja-JP" altLang="en-US" sz="1100" dirty="0">
                          <a:latin typeface="Meiryo UI" panose="020B0604030504040204" pitchFamily="50" charset="-128"/>
                          <a:ea typeface="Meiryo UI" panose="020B0604030504040204" pitchFamily="50" charset="-128"/>
                        </a:rPr>
                        <a:t>と外部システムとの連携テスト、など</a:t>
                      </a:r>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ja-JP" altLang="en-US" sz="1100" dirty="0">
                          <a:latin typeface="Meiryo UI" panose="020B0604030504040204" pitchFamily="50" charset="-128"/>
                          <a:ea typeface="Meiryo UI" panose="020B0604030504040204" pitchFamily="50" charset="-128"/>
                        </a:rPr>
                        <a:t>・テスト結果報告書</a:t>
                      </a:r>
                    </a:p>
                  </a:txBody>
                  <a:tcPr/>
                </a:tc>
                <a:tc vMerge="1">
                  <a:txBody>
                    <a:bodyPr/>
                    <a:lstStyle/>
                    <a:p>
                      <a:endParaRPr kumimoji="1" lang="ja-JP" altLang="en-US" sz="1100" dirty="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3277577966"/>
                  </a:ext>
                </a:extLst>
              </a:tr>
              <a:tr h="370840">
                <a:tc>
                  <a:txBody>
                    <a:bodyPr/>
                    <a:lstStyle/>
                    <a:p>
                      <a:r>
                        <a:rPr kumimoji="1" lang="en-US" altLang="ja-JP" sz="1100" dirty="0">
                          <a:latin typeface="Meiryo UI" panose="020B0604030504040204" pitchFamily="50" charset="-128"/>
                          <a:ea typeface="Meiryo UI" panose="020B0604030504040204" pitchFamily="50" charset="-128"/>
                        </a:rPr>
                        <a:t>6</a:t>
                      </a:r>
                      <a:endParaRPr kumimoji="1" lang="ja-JP" altLang="en-US" sz="1100" dirty="0">
                        <a:latin typeface="Meiryo UI" panose="020B0604030504040204" pitchFamily="50" charset="-128"/>
                        <a:ea typeface="Meiryo UI" panose="020B0604030504040204" pitchFamily="50" charset="-128"/>
                      </a:endParaRPr>
                    </a:p>
                  </a:txBody>
                  <a:tcPr/>
                </a:tc>
                <a:tc>
                  <a:txBody>
                    <a:bodyPr/>
                    <a:lstStyle/>
                    <a:p>
                      <a:r>
                        <a:rPr kumimoji="1" lang="ja-JP" altLang="en-US" sz="1100" dirty="0">
                          <a:latin typeface="Meiryo UI" panose="020B0604030504040204" pitchFamily="50" charset="-128"/>
                          <a:ea typeface="Meiryo UI" panose="020B0604030504040204" pitchFamily="50" charset="-128"/>
                        </a:rPr>
                        <a:t>総合テスト支援</a:t>
                      </a:r>
                    </a:p>
                  </a:txBody>
                  <a:tcPr/>
                </a:tc>
                <a:tc>
                  <a:txBody>
                    <a:bodyPr/>
                    <a:lstStyle/>
                    <a:p>
                      <a:r>
                        <a:rPr kumimoji="1" lang="ja-JP" altLang="en-US" sz="1100" dirty="0">
                          <a:latin typeface="Meiryo UI" panose="020B0604030504040204" pitchFamily="50" charset="-128"/>
                          <a:ea typeface="Meiryo UI" panose="020B0604030504040204" pitchFamily="50" charset="-128"/>
                        </a:rPr>
                        <a:t>・実際の本番に即した運用データによる検証支援（お客様主導）</a:t>
                      </a:r>
                    </a:p>
                  </a:txBody>
                  <a:tcPr/>
                </a:tc>
                <a:tc>
                  <a:txBody>
                    <a:bodyPr/>
                    <a:lstStyle/>
                    <a:p>
                      <a:r>
                        <a:rPr kumimoji="1" lang="ja-JP" altLang="en-US" sz="1100" dirty="0">
                          <a:latin typeface="Meiryo UI" panose="020B0604030504040204" pitchFamily="50" charset="-128"/>
                          <a:ea typeface="Meiryo UI" panose="020B0604030504040204" pitchFamily="50" charset="-128"/>
                        </a:rPr>
                        <a:t>・</a:t>
                      </a:r>
                      <a:r>
                        <a:rPr kumimoji="1" lang="zh-TW" altLang="en-US" sz="1100" dirty="0">
                          <a:latin typeface="Meiryo UI" panose="020B0604030504040204" pitchFamily="50" charset="-128"/>
                          <a:ea typeface="Meiryo UI" panose="020B0604030504040204" pitchFamily="50" charset="-128"/>
                        </a:rPr>
                        <a:t>変更台帳、不具合台帳</a:t>
                      </a:r>
                      <a:endParaRPr kumimoji="1" lang="ja-JP" altLang="en-US" sz="1100" dirty="0">
                        <a:latin typeface="Meiryo UI" panose="020B0604030504040204" pitchFamily="50" charset="-128"/>
                        <a:ea typeface="Meiryo UI" panose="020B0604030504040204" pitchFamily="50" charset="-128"/>
                      </a:endParaRPr>
                    </a:p>
                  </a:txBody>
                  <a:tcPr/>
                </a:tc>
                <a:tc vMerge="1">
                  <a:txBody>
                    <a:bodyPr/>
                    <a:lstStyle/>
                    <a:p>
                      <a:endParaRPr kumimoji="1" lang="ja-JP" altLang="en-US" sz="1100" dirty="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3732091522"/>
                  </a:ext>
                </a:extLst>
              </a:tr>
              <a:tr h="370840">
                <a:tc>
                  <a:txBody>
                    <a:bodyPr/>
                    <a:lstStyle/>
                    <a:p>
                      <a:r>
                        <a:rPr kumimoji="1" lang="en-US" altLang="ja-JP" sz="1100" dirty="0">
                          <a:latin typeface="Meiryo UI" panose="020B0604030504040204" pitchFamily="50" charset="-128"/>
                          <a:ea typeface="Meiryo UI" panose="020B0604030504040204" pitchFamily="50" charset="-128"/>
                        </a:rPr>
                        <a:t>7</a:t>
                      </a:r>
                      <a:endParaRPr kumimoji="1" lang="ja-JP" altLang="en-US" sz="1100" dirty="0">
                        <a:latin typeface="Meiryo UI" panose="020B0604030504040204" pitchFamily="50" charset="-128"/>
                        <a:ea typeface="Meiryo UI" panose="020B0604030504040204" pitchFamily="50" charset="-128"/>
                      </a:endParaRPr>
                    </a:p>
                  </a:txBody>
                  <a:tcPr/>
                </a:tc>
                <a:tc>
                  <a:txBody>
                    <a:bodyPr/>
                    <a:lstStyle/>
                    <a:p>
                      <a:r>
                        <a:rPr kumimoji="1" lang="ja-JP" altLang="en-US" sz="1100" dirty="0">
                          <a:latin typeface="Meiryo UI" panose="020B0604030504040204" pitchFamily="50" charset="-128"/>
                          <a:ea typeface="Meiryo UI" panose="020B0604030504040204" pitchFamily="50" charset="-128"/>
                        </a:rPr>
                        <a:t>操作説明会</a:t>
                      </a:r>
                    </a:p>
                  </a:txBody>
                  <a:tcPr/>
                </a:tc>
                <a:tc>
                  <a:txBody>
                    <a:bodyPr/>
                    <a:lstStyle/>
                    <a:p>
                      <a:r>
                        <a:rPr kumimoji="1" lang="ja-JP" altLang="en-US" sz="1100" dirty="0">
                          <a:latin typeface="Meiryo UI" panose="020B0604030504040204" pitchFamily="50" charset="-128"/>
                          <a:ea typeface="Meiryo UI" panose="020B0604030504040204" pitchFamily="50" charset="-128"/>
                        </a:rPr>
                        <a:t>・操作マニュアル作成</a:t>
                      </a:r>
                    </a:p>
                  </a:txBody>
                  <a:tcPr/>
                </a:tc>
                <a:tc>
                  <a:txBody>
                    <a:bodyPr/>
                    <a:lstStyle/>
                    <a:p>
                      <a:r>
                        <a:rPr kumimoji="1" lang="ja-JP" altLang="en-US" sz="1100" dirty="0">
                          <a:latin typeface="Meiryo UI" panose="020B0604030504040204" pitchFamily="50" charset="-128"/>
                          <a:ea typeface="Meiryo UI" panose="020B0604030504040204" pitchFamily="50" charset="-128"/>
                        </a:rPr>
                        <a:t>・操作マニュアル、マスタ設定説明書</a:t>
                      </a:r>
                    </a:p>
                  </a:txBody>
                  <a:tcPr/>
                </a:tc>
                <a:tc vMerge="1">
                  <a:txBody>
                    <a:bodyPr/>
                    <a:lstStyle/>
                    <a:p>
                      <a:endParaRPr kumimoji="1" lang="ja-JP" altLang="en-US" sz="1100" dirty="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446558071"/>
                  </a:ext>
                </a:extLst>
              </a:tr>
              <a:tr h="370840">
                <a:tc>
                  <a:txBody>
                    <a:bodyPr/>
                    <a:lstStyle/>
                    <a:p>
                      <a:r>
                        <a:rPr kumimoji="1" lang="en-US" altLang="ja-JP" sz="1100" dirty="0">
                          <a:latin typeface="Meiryo UI" panose="020B0604030504040204" pitchFamily="50" charset="-128"/>
                          <a:ea typeface="Meiryo UI" panose="020B0604030504040204" pitchFamily="50" charset="-128"/>
                        </a:rPr>
                        <a:t>8</a:t>
                      </a:r>
                      <a:endParaRPr kumimoji="1" lang="ja-JP" altLang="en-US" sz="1100" dirty="0">
                        <a:latin typeface="Meiryo UI" panose="020B0604030504040204" pitchFamily="50" charset="-128"/>
                        <a:ea typeface="Meiryo UI" panose="020B0604030504040204" pitchFamily="50" charset="-128"/>
                      </a:endParaRPr>
                    </a:p>
                  </a:txBody>
                  <a:tcPr/>
                </a:tc>
                <a:tc>
                  <a:txBody>
                    <a:bodyPr/>
                    <a:lstStyle/>
                    <a:p>
                      <a:r>
                        <a:rPr kumimoji="1" lang="ja-JP" altLang="en-US" sz="1100" dirty="0">
                          <a:latin typeface="Meiryo UI" panose="020B0604030504040204" pitchFamily="50" charset="-128"/>
                          <a:ea typeface="Meiryo UI" panose="020B0604030504040204" pitchFamily="50" charset="-128"/>
                        </a:rPr>
                        <a:t>本稼働支援</a:t>
                      </a:r>
                    </a:p>
                  </a:txBody>
                  <a:tcPr/>
                </a:tc>
                <a:tc>
                  <a:txBody>
                    <a:bodyPr/>
                    <a:lstStyle/>
                    <a:p>
                      <a:r>
                        <a:rPr kumimoji="1" lang="ja-JP" altLang="en-US" sz="1100" dirty="0">
                          <a:latin typeface="Meiryo UI" panose="020B0604030504040204" pitchFamily="50" charset="-128"/>
                          <a:ea typeface="Meiryo UI" panose="020B0604030504040204" pitchFamily="50" charset="-128"/>
                        </a:rPr>
                        <a:t>・本番切替準備～切替実施　本番立合・フォロー</a:t>
                      </a:r>
                    </a:p>
                  </a:txBody>
                  <a:tcPr/>
                </a:tc>
                <a:tc>
                  <a:txBody>
                    <a:bodyPr/>
                    <a:lstStyle/>
                    <a:p>
                      <a:r>
                        <a:rPr kumimoji="1" lang="ja-JP" altLang="en-US" sz="1100" dirty="0">
                          <a:latin typeface="Meiryo UI" panose="020B0604030504040204" pitchFamily="50" charset="-128"/>
                          <a:ea typeface="Meiryo UI" panose="020B0604030504040204" pitchFamily="50" charset="-128"/>
                        </a:rPr>
                        <a:t>・作業報告書（本番フォロー）</a:t>
                      </a:r>
                    </a:p>
                  </a:txBody>
                  <a:tcPr/>
                </a:tc>
                <a:tc vMerge="1">
                  <a:txBody>
                    <a:bodyPr/>
                    <a:lstStyle/>
                    <a:p>
                      <a:endParaRPr kumimoji="1" lang="ja-JP" altLang="en-US" sz="1100" dirty="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61553291"/>
                  </a:ext>
                </a:extLst>
              </a:tr>
            </a:tbl>
          </a:graphicData>
        </a:graphic>
      </p:graphicFrame>
      <p:sp>
        <p:nvSpPr>
          <p:cNvPr id="3" name="正方形/長方形 2">
            <a:extLst>
              <a:ext uri="{FF2B5EF4-FFF2-40B4-BE49-F238E27FC236}">
                <a16:creationId xmlns:a16="http://schemas.microsoft.com/office/drawing/2014/main" id="{D1D35161-2E4A-117A-BD1A-676C6F5596A6}"/>
              </a:ext>
            </a:extLst>
          </p:cNvPr>
          <p:cNvSpPr/>
          <p:nvPr/>
        </p:nvSpPr>
        <p:spPr>
          <a:xfrm>
            <a:off x="465277" y="1013389"/>
            <a:ext cx="11441135" cy="977059"/>
          </a:xfrm>
          <a:prstGeom prst="rect">
            <a:avLst/>
          </a:prstGeom>
          <a:noFill/>
          <a:ln w="38100">
            <a:solidFill>
              <a:srgbClr val="FA001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p>
        </p:txBody>
      </p:sp>
    </p:spTree>
    <p:extLst>
      <p:ext uri="{BB962C8B-B14F-4D97-AF65-F5344CB8AC3E}">
        <p14:creationId xmlns:p14="http://schemas.microsoft.com/office/powerpoint/2010/main" val="180124579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31FA3E0-2E20-EA88-7B5E-A4E3026FDBF4}"/>
              </a:ext>
            </a:extLst>
          </p:cNvPr>
          <p:cNvSpPr>
            <a:spLocks noGrp="1"/>
          </p:cNvSpPr>
          <p:nvPr>
            <p:ph type="title"/>
          </p:nvPr>
        </p:nvSpPr>
        <p:spPr/>
        <p:txBody>
          <a:bodyPr/>
          <a:lstStyle/>
          <a:p>
            <a:r>
              <a:rPr lang="en-US" altLang="ja-JP" dirty="0" err="1">
                <a:solidFill>
                  <a:schemeClr val="tx1"/>
                </a:solidFill>
                <a:latin typeface="+mn-ea"/>
                <a:ea typeface="+mn-ea"/>
              </a:rPr>
              <a:t>Asprova</a:t>
            </a:r>
            <a:r>
              <a:rPr lang="ja-JP" altLang="en-US" dirty="0">
                <a:solidFill>
                  <a:schemeClr val="tx1"/>
                </a:solidFill>
                <a:latin typeface="+mn-ea"/>
                <a:ea typeface="+mn-ea"/>
              </a:rPr>
              <a:t>導入の進め方（案）</a:t>
            </a:r>
            <a:endParaRPr kumimoji="1" lang="ja-JP" altLang="en-US" dirty="0">
              <a:solidFill>
                <a:schemeClr val="tx1"/>
              </a:solidFill>
              <a:latin typeface="+mn-ea"/>
              <a:ea typeface="+mn-ea"/>
            </a:endParaRPr>
          </a:p>
        </p:txBody>
      </p:sp>
      <p:sp>
        <p:nvSpPr>
          <p:cNvPr id="3" name="スライド番号プレースホルダー 2">
            <a:extLst>
              <a:ext uri="{FF2B5EF4-FFF2-40B4-BE49-F238E27FC236}">
                <a16:creationId xmlns:a16="http://schemas.microsoft.com/office/drawing/2014/main" id="{99A74281-3D50-9C09-7E6A-DFD57FFC85C1}"/>
              </a:ext>
            </a:extLst>
          </p:cNvPr>
          <p:cNvSpPr>
            <a:spLocks noGrp="1"/>
          </p:cNvSpPr>
          <p:nvPr>
            <p:ph type="sldNum" sz="quarter" idx="7"/>
          </p:nvPr>
        </p:nvSpPr>
        <p:spPr/>
        <p:txBody>
          <a:bodyPr/>
          <a:lstStyle/>
          <a:p>
            <a:fld id="{16A3B98A-6DFF-402C-99E3-E5C4F9E506D7}" type="slidenum">
              <a:rPr kumimoji="1" lang="ja-JP" altLang="en-US" smtClean="0"/>
              <a:t>40</a:t>
            </a:fld>
            <a:endParaRPr kumimoji="1" lang="ja-JP" altLang="en-US"/>
          </a:p>
        </p:txBody>
      </p:sp>
      <p:sp>
        <p:nvSpPr>
          <p:cNvPr id="4" name="テキスト プレースホルダー 3">
            <a:extLst>
              <a:ext uri="{FF2B5EF4-FFF2-40B4-BE49-F238E27FC236}">
                <a16:creationId xmlns:a16="http://schemas.microsoft.com/office/drawing/2014/main" id="{CFFC0273-9FB2-68E6-4BC6-7A2E6728A927}"/>
              </a:ext>
            </a:extLst>
          </p:cNvPr>
          <p:cNvSpPr>
            <a:spLocks noGrp="1"/>
          </p:cNvSpPr>
          <p:nvPr>
            <p:ph type="body" sz="half" idx="2"/>
          </p:nvPr>
        </p:nvSpPr>
        <p:spPr/>
        <p:txBody>
          <a:bodyPr/>
          <a:lstStyle/>
          <a:p>
            <a:endParaRPr kumimoji="1" lang="ja-JP" altLang="en-US">
              <a:latin typeface="+mn-ea"/>
            </a:endParaRPr>
          </a:p>
        </p:txBody>
      </p:sp>
      <p:graphicFrame>
        <p:nvGraphicFramePr>
          <p:cNvPr id="6" name="表 5">
            <a:extLst>
              <a:ext uri="{FF2B5EF4-FFF2-40B4-BE49-F238E27FC236}">
                <a16:creationId xmlns:a16="http://schemas.microsoft.com/office/drawing/2014/main" id="{F611BC9C-E8AD-A49B-DBB7-6994895CA670}"/>
              </a:ext>
            </a:extLst>
          </p:cNvPr>
          <p:cNvGraphicFramePr>
            <a:graphicFrameLocks noGrp="1"/>
          </p:cNvGraphicFramePr>
          <p:nvPr>
            <p:extLst>
              <p:ext uri="{D42A27DB-BD31-4B8C-83A1-F6EECF244321}">
                <p14:modId xmlns:p14="http://schemas.microsoft.com/office/powerpoint/2010/main" val="414672"/>
              </p:ext>
            </p:extLst>
          </p:nvPr>
        </p:nvGraphicFramePr>
        <p:xfrm>
          <a:off x="546589" y="895386"/>
          <a:ext cx="10974847" cy="5454475"/>
        </p:xfrm>
        <a:graphic>
          <a:graphicData uri="http://schemas.openxmlformats.org/drawingml/2006/table">
            <a:tbl>
              <a:tblPr bandRow="1">
                <a:tableStyleId>{21E4AEA4-8DFA-4A89-87EB-49C32662AFE0}</a:tableStyleId>
              </a:tblPr>
              <a:tblGrid>
                <a:gridCol w="480541">
                  <a:extLst>
                    <a:ext uri="{9D8B030D-6E8A-4147-A177-3AD203B41FA5}">
                      <a16:colId xmlns:a16="http://schemas.microsoft.com/office/drawing/2014/main" val="1479607934"/>
                    </a:ext>
                  </a:extLst>
                </a:gridCol>
                <a:gridCol w="999442">
                  <a:extLst>
                    <a:ext uri="{9D8B030D-6E8A-4147-A177-3AD203B41FA5}">
                      <a16:colId xmlns:a16="http://schemas.microsoft.com/office/drawing/2014/main" val="458129886"/>
                    </a:ext>
                  </a:extLst>
                </a:gridCol>
                <a:gridCol w="1719876">
                  <a:extLst>
                    <a:ext uri="{9D8B030D-6E8A-4147-A177-3AD203B41FA5}">
                      <a16:colId xmlns:a16="http://schemas.microsoft.com/office/drawing/2014/main" val="1893549559"/>
                    </a:ext>
                  </a:extLst>
                </a:gridCol>
                <a:gridCol w="598076">
                  <a:extLst>
                    <a:ext uri="{9D8B030D-6E8A-4147-A177-3AD203B41FA5}">
                      <a16:colId xmlns:a16="http://schemas.microsoft.com/office/drawing/2014/main" val="2518567592"/>
                    </a:ext>
                  </a:extLst>
                </a:gridCol>
                <a:gridCol w="598076">
                  <a:extLst>
                    <a:ext uri="{9D8B030D-6E8A-4147-A177-3AD203B41FA5}">
                      <a16:colId xmlns:a16="http://schemas.microsoft.com/office/drawing/2014/main" val="2148716211"/>
                    </a:ext>
                  </a:extLst>
                </a:gridCol>
                <a:gridCol w="598076">
                  <a:extLst>
                    <a:ext uri="{9D8B030D-6E8A-4147-A177-3AD203B41FA5}">
                      <a16:colId xmlns:a16="http://schemas.microsoft.com/office/drawing/2014/main" val="1514995373"/>
                    </a:ext>
                  </a:extLst>
                </a:gridCol>
                <a:gridCol w="598076">
                  <a:extLst>
                    <a:ext uri="{9D8B030D-6E8A-4147-A177-3AD203B41FA5}">
                      <a16:colId xmlns:a16="http://schemas.microsoft.com/office/drawing/2014/main" val="3901830724"/>
                    </a:ext>
                  </a:extLst>
                </a:gridCol>
                <a:gridCol w="598076">
                  <a:extLst>
                    <a:ext uri="{9D8B030D-6E8A-4147-A177-3AD203B41FA5}">
                      <a16:colId xmlns:a16="http://schemas.microsoft.com/office/drawing/2014/main" val="3554317593"/>
                    </a:ext>
                  </a:extLst>
                </a:gridCol>
                <a:gridCol w="598076">
                  <a:extLst>
                    <a:ext uri="{9D8B030D-6E8A-4147-A177-3AD203B41FA5}">
                      <a16:colId xmlns:a16="http://schemas.microsoft.com/office/drawing/2014/main" val="4239727734"/>
                    </a:ext>
                  </a:extLst>
                </a:gridCol>
                <a:gridCol w="598076">
                  <a:extLst>
                    <a:ext uri="{9D8B030D-6E8A-4147-A177-3AD203B41FA5}">
                      <a16:colId xmlns:a16="http://schemas.microsoft.com/office/drawing/2014/main" val="4090429193"/>
                    </a:ext>
                  </a:extLst>
                </a:gridCol>
                <a:gridCol w="598076">
                  <a:extLst>
                    <a:ext uri="{9D8B030D-6E8A-4147-A177-3AD203B41FA5}">
                      <a16:colId xmlns:a16="http://schemas.microsoft.com/office/drawing/2014/main" val="2324490841"/>
                    </a:ext>
                  </a:extLst>
                </a:gridCol>
                <a:gridCol w="598076">
                  <a:extLst>
                    <a:ext uri="{9D8B030D-6E8A-4147-A177-3AD203B41FA5}">
                      <a16:colId xmlns:a16="http://schemas.microsoft.com/office/drawing/2014/main" val="2160909567"/>
                    </a:ext>
                  </a:extLst>
                </a:gridCol>
                <a:gridCol w="598076">
                  <a:extLst>
                    <a:ext uri="{9D8B030D-6E8A-4147-A177-3AD203B41FA5}">
                      <a16:colId xmlns:a16="http://schemas.microsoft.com/office/drawing/2014/main" val="3886269887"/>
                    </a:ext>
                  </a:extLst>
                </a:gridCol>
                <a:gridCol w="598076">
                  <a:extLst>
                    <a:ext uri="{9D8B030D-6E8A-4147-A177-3AD203B41FA5}">
                      <a16:colId xmlns:a16="http://schemas.microsoft.com/office/drawing/2014/main" val="1288913945"/>
                    </a:ext>
                  </a:extLst>
                </a:gridCol>
                <a:gridCol w="598076">
                  <a:extLst>
                    <a:ext uri="{9D8B030D-6E8A-4147-A177-3AD203B41FA5}">
                      <a16:colId xmlns:a16="http://schemas.microsoft.com/office/drawing/2014/main" val="4145410058"/>
                    </a:ext>
                  </a:extLst>
                </a:gridCol>
                <a:gridCol w="598076">
                  <a:extLst>
                    <a:ext uri="{9D8B030D-6E8A-4147-A177-3AD203B41FA5}">
                      <a16:colId xmlns:a16="http://schemas.microsoft.com/office/drawing/2014/main" val="1318787527"/>
                    </a:ext>
                  </a:extLst>
                </a:gridCol>
              </a:tblGrid>
              <a:tr h="260432">
                <a:tc>
                  <a:txBody>
                    <a:bodyPr/>
                    <a:lstStyle/>
                    <a:p>
                      <a:pPr algn="ctr" rtl="0" fontAlgn="ctr"/>
                      <a:endParaRPr lang="ja-JP" altLang="en-US" sz="1200" b="0" i="0" u="none" strike="noStrike">
                        <a:solidFill>
                          <a:srgbClr val="FFFFFF"/>
                        </a:solidFill>
                        <a:effectLst/>
                        <a:latin typeface="+mn-ea"/>
                        <a:ea typeface="+mn-ea"/>
                      </a:endParaRPr>
                    </a:p>
                  </a:txBody>
                  <a:tcPr marL="7144" marR="7144" marT="7144" marB="0" anchor="ctr">
                    <a:solidFill>
                      <a:schemeClr val="bg2"/>
                    </a:solidFill>
                  </a:tcPr>
                </a:tc>
                <a:tc>
                  <a:txBody>
                    <a:bodyPr/>
                    <a:lstStyle/>
                    <a:p>
                      <a:pPr algn="ctr" rtl="0" fontAlgn="ctr"/>
                      <a:endParaRPr lang="ja-JP" altLang="en-US" sz="1200" b="0" i="0" u="none" strike="noStrike">
                        <a:solidFill>
                          <a:srgbClr val="FFFFFF"/>
                        </a:solidFill>
                        <a:effectLst/>
                        <a:latin typeface="+mn-ea"/>
                        <a:ea typeface="+mn-ea"/>
                      </a:endParaRPr>
                    </a:p>
                  </a:txBody>
                  <a:tcPr>
                    <a:solidFill>
                      <a:schemeClr val="bg2"/>
                    </a:solidFill>
                  </a:tcPr>
                </a:tc>
                <a:tc>
                  <a:txBody>
                    <a:bodyPr/>
                    <a:lstStyle/>
                    <a:p>
                      <a:pPr algn="ctr" rtl="0" fontAlgn="ctr"/>
                      <a:endParaRPr lang="ja-JP" altLang="en-US" sz="1200" b="0" i="0" u="none" strike="noStrike">
                        <a:solidFill>
                          <a:srgbClr val="FFFFFF"/>
                        </a:solidFill>
                        <a:effectLst/>
                        <a:latin typeface="+mn-ea"/>
                        <a:ea typeface="+mn-ea"/>
                      </a:endParaRPr>
                    </a:p>
                  </a:txBody>
                  <a:tcPr>
                    <a:solidFill>
                      <a:schemeClr val="bg2"/>
                    </a:solidFill>
                  </a:tcPr>
                </a:tc>
                <a:tc gridSpan="3">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ja-JP" altLang="en-US" sz="1200" b="0" i="0" u="none" strike="noStrike" dirty="0">
                          <a:solidFill>
                            <a:srgbClr val="FFFFFF"/>
                          </a:solidFill>
                          <a:effectLst/>
                          <a:latin typeface="+mn-ea"/>
                          <a:ea typeface="+mn-ea"/>
                        </a:rPr>
                        <a:t>３カ月</a:t>
                      </a:r>
                      <a:endParaRPr lang="en-US" altLang="ja-JP" sz="1200" b="0" i="0" u="none" strike="noStrike" dirty="0">
                        <a:solidFill>
                          <a:srgbClr val="FFFFFF"/>
                        </a:solidFill>
                        <a:effectLst/>
                        <a:latin typeface="+mn-ea"/>
                        <a:ea typeface="+mn-ea"/>
                      </a:endParaRPr>
                    </a:p>
                  </a:txBody>
                  <a:tcPr marL="7144" marR="7144" marT="7144" marB="0" anchor="ctr">
                    <a:solidFill>
                      <a:schemeClr val="bg2"/>
                    </a:solidFill>
                  </a:tcPr>
                </a:tc>
                <a:tc hMerge="1">
                  <a:txBody>
                    <a:bodyPr/>
                    <a:lstStyle>
                      <a:lvl1pPr marL="0" algn="l" defTabSz="914377" rtl="0" eaLnBrk="1" latinLnBrk="0" hangingPunct="1">
                        <a:defRPr kumimoji="1" sz="1800" b="1" kern="1200">
                          <a:solidFill>
                            <a:schemeClr val="lt1"/>
                          </a:solidFill>
                          <a:latin typeface="Calibri" panose="020F0502020204030204"/>
                        </a:defRPr>
                      </a:lvl1pPr>
                      <a:lvl2pPr marL="457189" algn="l" defTabSz="914377" rtl="0" eaLnBrk="1" latinLnBrk="0" hangingPunct="1">
                        <a:defRPr kumimoji="1" sz="1800" b="1" kern="1200">
                          <a:solidFill>
                            <a:schemeClr val="lt1"/>
                          </a:solidFill>
                          <a:latin typeface="Calibri" panose="020F0502020204030204"/>
                        </a:defRPr>
                      </a:lvl2pPr>
                      <a:lvl3pPr marL="914377" algn="l" defTabSz="914377" rtl="0" eaLnBrk="1" latinLnBrk="0" hangingPunct="1">
                        <a:defRPr kumimoji="1" sz="1800" b="1" kern="1200">
                          <a:solidFill>
                            <a:schemeClr val="lt1"/>
                          </a:solidFill>
                          <a:latin typeface="Calibri" panose="020F0502020204030204"/>
                        </a:defRPr>
                      </a:lvl3pPr>
                      <a:lvl4pPr marL="1371566" algn="l" defTabSz="914377" rtl="0" eaLnBrk="1" latinLnBrk="0" hangingPunct="1">
                        <a:defRPr kumimoji="1" sz="1800" b="1" kern="1200">
                          <a:solidFill>
                            <a:schemeClr val="lt1"/>
                          </a:solidFill>
                          <a:latin typeface="Calibri" panose="020F0502020204030204"/>
                        </a:defRPr>
                      </a:lvl4pPr>
                      <a:lvl5pPr marL="1828754" algn="l" defTabSz="914377" rtl="0" eaLnBrk="1" latinLnBrk="0" hangingPunct="1">
                        <a:defRPr kumimoji="1" sz="1800" b="1" kern="1200">
                          <a:solidFill>
                            <a:schemeClr val="lt1"/>
                          </a:solidFill>
                          <a:latin typeface="Calibri" panose="020F0502020204030204"/>
                        </a:defRPr>
                      </a:lvl5pPr>
                      <a:lvl6pPr marL="2285943" algn="l" defTabSz="914377" rtl="0" eaLnBrk="1" latinLnBrk="0" hangingPunct="1">
                        <a:defRPr kumimoji="1" sz="1800" b="1" kern="1200">
                          <a:solidFill>
                            <a:schemeClr val="lt1"/>
                          </a:solidFill>
                          <a:latin typeface="Calibri" panose="020F0502020204030204"/>
                        </a:defRPr>
                      </a:lvl6pPr>
                      <a:lvl7pPr marL="2743131" algn="l" defTabSz="914377" rtl="0" eaLnBrk="1" latinLnBrk="0" hangingPunct="1">
                        <a:defRPr kumimoji="1" sz="1800" b="1" kern="1200">
                          <a:solidFill>
                            <a:schemeClr val="lt1"/>
                          </a:solidFill>
                          <a:latin typeface="Calibri" panose="020F0502020204030204"/>
                        </a:defRPr>
                      </a:lvl7pPr>
                      <a:lvl8pPr marL="3200320" algn="l" defTabSz="914377" rtl="0" eaLnBrk="1" latinLnBrk="0" hangingPunct="1">
                        <a:defRPr kumimoji="1" sz="1800" b="1" kern="1200">
                          <a:solidFill>
                            <a:schemeClr val="lt1"/>
                          </a:solidFill>
                          <a:latin typeface="Calibri" panose="020F0502020204030204"/>
                        </a:defRPr>
                      </a:lvl8pPr>
                      <a:lvl9pPr marL="3657509" algn="l" defTabSz="914377" rtl="0" eaLnBrk="1" latinLnBrk="0" hangingPunct="1">
                        <a:defRPr kumimoji="1" sz="1800" b="1" kern="1200">
                          <a:solidFill>
                            <a:schemeClr val="lt1"/>
                          </a:solidFill>
                          <a:latin typeface="Calibri" panose="020F0502020204030204"/>
                        </a:defRPr>
                      </a:lvl9pPr>
                    </a:lstStyle>
                    <a:p>
                      <a:endParaRPr/>
                    </a:p>
                  </a:txBody>
                  <a:tcPr marL="7144" marR="7144" marT="7144" marB="0" anchor="ctr">
                    <a:solidFill>
                      <a:schemeClr val="bg2"/>
                    </a:solidFill>
                  </a:tcPr>
                </a:tc>
                <a:tc hMerge="1">
                  <a:txBody>
                    <a:bodyPr/>
                    <a:lstStyle>
                      <a:lvl1pPr marL="0" algn="l" defTabSz="914377" rtl="0" eaLnBrk="1" latinLnBrk="0" hangingPunct="1">
                        <a:defRPr kumimoji="1" sz="1800" b="1" kern="1200">
                          <a:solidFill>
                            <a:schemeClr val="lt1"/>
                          </a:solidFill>
                          <a:latin typeface="Calibri" panose="020F0502020204030204"/>
                        </a:defRPr>
                      </a:lvl1pPr>
                      <a:lvl2pPr marL="457189" algn="l" defTabSz="914377" rtl="0" eaLnBrk="1" latinLnBrk="0" hangingPunct="1">
                        <a:defRPr kumimoji="1" sz="1800" b="1" kern="1200">
                          <a:solidFill>
                            <a:schemeClr val="lt1"/>
                          </a:solidFill>
                          <a:latin typeface="Calibri" panose="020F0502020204030204"/>
                        </a:defRPr>
                      </a:lvl2pPr>
                      <a:lvl3pPr marL="914377" algn="l" defTabSz="914377" rtl="0" eaLnBrk="1" latinLnBrk="0" hangingPunct="1">
                        <a:defRPr kumimoji="1" sz="1800" b="1" kern="1200">
                          <a:solidFill>
                            <a:schemeClr val="lt1"/>
                          </a:solidFill>
                          <a:latin typeface="Calibri" panose="020F0502020204030204"/>
                        </a:defRPr>
                      </a:lvl3pPr>
                      <a:lvl4pPr marL="1371566" algn="l" defTabSz="914377" rtl="0" eaLnBrk="1" latinLnBrk="0" hangingPunct="1">
                        <a:defRPr kumimoji="1" sz="1800" b="1" kern="1200">
                          <a:solidFill>
                            <a:schemeClr val="lt1"/>
                          </a:solidFill>
                          <a:latin typeface="Calibri" panose="020F0502020204030204"/>
                        </a:defRPr>
                      </a:lvl4pPr>
                      <a:lvl5pPr marL="1828754" algn="l" defTabSz="914377" rtl="0" eaLnBrk="1" latinLnBrk="0" hangingPunct="1">
                        <a:defRPr kumimoji="1" sz="1800" b="1" kern="1200">
                          <a:solidFill>
                            <a:schemeClr val="lt1"/>
                          </a:solidFill>
                          <a:latin typeface="Calibri" panose="020F0502020204030204"/>
                        </a:defRPr>
                      </a:lvl5pPr>
                      <a:lvl6pPr marL="2285943" algn="l" defTabSz="914377" rtl="0" eaLnBrk="1" latinLnBrk="0" hangingPunct="1">
                        <a:defRPr kumimoji="1" sz="1800" b="1" kern="1200">
                          <a:solidFill>
                            <a:schemeClr val="lt1"/>
                          </a:solidFill>
                          <a:latin typeface="Calibri" panose="020F0502020204030204"/>
                        </a:defRPr>
                      </a:lvl6pPr>
                      <a:lvl7pPr marL="2743131" algn="l" defTabSz="914377" rtl="0" eaLnBrk="1" latinLnBrk="0" hangingPunct="1">
                        <a:defRPr kumimoji="1" sz="1800" b="1" kern="1200">
                          <a:solidFill>
                            <a:schemeClr val="lt1"/>
                          </a:solidFill>
                          <a:latin typeface="Calibri" panose="020F0502020204030204"/>
                        </a:defRPr>
                      </a:lvl7pPr>
                      <a:lvl8pPr marL="3200320" algn="l" defTabSz="914377" rtl="0" eaLnBrk="1" latinLnBrk="0" hangingPunct="1">
                        <a:defRPr kumimoji="1" sz="1800" b="1" kern="1200">
                          <a:solidFill>
                            <a:schemeClr val="lt1"/>
                          </a:solidFill>
                          <a:latin typeface="Calibri" panose="020F0502020204030204"/>
                        </a:defRPr>
                      </a:lvl8pPr>
                      <a:lvl9pPr marL="3657509" algn="l" defTabSz="914377" rtl="0" eaLnBrk="1" latinLnBrk="0" hangingPunct="1">
                        <a:defRPr kumimoji="1" sz="1800" b="1" kern="1200">
                          <a:solidFill>
                            <a:schemeClr val="lt1"/>
                          </a:solidFill>
                          <a:latin typeface="Calibri" panose="020F0502020204030204"/>
                        </a:defRPr>
                      </a:lvl9pPr>
                    </a:lstStyle>
                    <a:p>
                      <a:endParaRPr dirty="0"/>
                    </a:p>
                  </a:txBody>
                  <a:tcPr marL="7144" marR="7144" marT="7144" marB="0" anchor="ctr">
                    <a:solidFill>
                      <a:schemeClr val="bg2"/>
                    </a:solidFill>
                  </a:tcPr>
                </a:tc>
                <a:tc>
                  <a:txBody>
                    <a:bodyPr/>
                    <a:lstStyle>
                      <a:lvl1pPr marL="0" algn="l" defTabSz="914377" rtl="0" eaLnBrk="1" latinLnBrk="0" hangingPunct="1">
                        <a:defRPr kumimoji="1" sz="1800" b="1" kern="1200">
                          <a:solidFill>
                            <a:schemeClr val="lt1"/>
                          </a:solidFill>
                          <a:latin typeface="Calibri" panose="020F0502020204030204"/>
                        </a:defRPr>
                      </a:lvl1pPr>
                      <a:lvl2pPr marL="457189" algn="l" defTabSz="914377" rtl="0" eaLnBrk="1" latinLnBrk="0" hangingPunct="1">
                        <a:defRPr kumimoji="1" sz="1800" b="1" kern="1200">
                          <a:solidFill>
                            <a:schemeClr val="lt1"/>
                          </a:solidFill>
                          <a:latin typeface="Calibri" panose="020F0502020204030204"/>
                        </a:defRPr>
                      </a:lvl2pPr>
                      <a:lvl3pPr marL="914377" algn="l" defTabSz="914377" rtl="0" eaLnBrk="1" latinLnBrk="0" hangingPunct="1">
                        <a:defRPr kumimoji="1" sz="1800" b="1" kern="1200">
                          <a:solidFill>
                            <a:schemeClr val="lt1"/>
                          </a:solidFill>
                          <a:latin typeface="Calibri" panose="020F0502020204030204"/>
                        </a:defRPr>
                      </a:lvl3pPr>
                      <a:lvl4pPr marL="1371566" algn="l" defTabSz="914377" rtl="0" eaLnBrk="1" latinLnBrk="0" hangingPunct="1">
                        <a:defRPr kumimoji="1" sz="1800" b="1" kern="1200">
                          <a:solidFill>
                            <a:schemeClr val="lt1"/>
                          </a:solidFill>
                          <a:latin typeface="Calibri" panose="020F0502020204030204"/>
                        </a:defRPr>
                      </a:lvl4pPr>
                      <a:lvl5pPr marL="1828754" algn="l" defTabSz="914377" rtl="0" eaLnBrk="1" latinLnBrk="0" hangingPunct="1">
                        <a:defRPr kumimoji="1" sz="1800" b="1" kern="1200">
                          <a:solidFill>
                            <a:schemeClr val="lt1"/>
                          </a:solidFill>
                          <a:latin typeface="Calibri" panose="020F0502020204030204"/>
                        </a:defRPr>
                      </a:lvl5pPr>
                      <a:lvl6pPr marL="2285943" algn="l" defTabSz="914377" rtl="0" eaLnBrk="1" latinLnBrk="0" hangingPunct="1">
                        <a:defRPr kumimoji="1" sz="1800" b="1" kern="1200">
                          <a:solidFill>
                            <a:schemeClr val="lt1"/>
                          </a:solidFill>
                          <a:latin typeface="Calibri" panose="020F0502020204030204"/>
                        </a:defRPr>
                      </a:lvl6pPr>
                      <a:lvl7pPr marL="2743131" algn="l" defTabSz="914377" rtl="0" eaLnBrk="1" latinLnBrk="0" hangingPunct="1">
                        <a:defRPr kumimoji="1" sz="1800" b="1" kern="1200">
                          <a:solidFill>
                            <a:schemeClr val="lt1"/>
                          </a:solidFill>
                          <a:latin typeface="Calibri" panose="020F0502020204030204"/>
                        </a:defRPr>
                      </a:lvl7pPr>
                      <a:lvl8pPr marL="3200320" algn="l" defTabSz="914377" rtl="0" eaLnBrk="1" latinLnBrk="0" hangingPunct="1">
                        <a:defRPr kumimoji="1" sz="1800" b="1" kern="1200">
                          <a:solidFill>
                            <a:schemeClr val="lt1"/>
                          </a:solidFill>
                          <a:latin typeface="Calibri" panose="020F0502020204030204"/>
                        </a:defRPr>
                      </a:lvl8pPr>
                      <a:lvl9pPr marL="3657509" algn="l" defTabSz="914377" rtl="0" eaLnBrk="1" latinLnBrk="0" hangingPunct="1">
                        <a:defRPr kumimoji="1" sz="1800" b="1" kern="1200">
                          <a:solidFill>
                            <a:schemeClr val="lt1"/>
                          </a:solidFill>
                          <a:latin typeface="Calibri" panose="020F0502020204030204"/>
                        </a:defRPr>
                      </a:lvl9pPr>
                    </a:lstStyle>
                    <a:p>
                      <a:pPr marL="0" marR="0" lvl="0" indent="0" algn="ctr" defTabSz="914377" rtl="0" eaLnBrk="1" fontAlgn="ctr" latinLnBrk="0" hangingPunct="1">
                        <a:lnSpc>
                          <a:spcPct val="100000"/>
                        </a:lnSpc>
                        <a:spcBef>
                          <a:spcPts val="0"/>
                        </a:spcBef>
                        <a:spcAft>
                          <a:spcPts val="0"/>
                        </a:spcAft>
                        <a:buClrTx/>
                        <a:buSzTx/>
                        <a:buFontTx/>
                        <a:buNone/>
                        <a:tabLst/>
                        <a:defRPr/>
                      </a:pPr>
                      <a:r>
                        <a:rPr lang="ja-JP" altLang="en-US" sz="1200" b="0" i="0" u="none" strike="noStrike" dirty="0">
                          <a:solidFill>
                            <a:srgbClr val="FFFFFF"/>
                          </a:solidFill>
                          <a:effectLst/>
                          <a:latin typeface="+mn-ea"/>
                          <a:ea typeface="+mn-ea"/>
                        </a:rPr>
                        <a:t>・・・</a:t>
                      </a:r>
                      <a:endParaRPr lang="en-US" altLang="ja-JP" sz="1200" b="0" i="0" u="none" strike="noStrike" dirty="0">
                        <a:solidFill>
                          <a:srgbClr val="FFFFFF"/>
                        </a:solidFill>
                        <a:effectLst/>
                        <a:latin typeface="+mn-ea"/>
                        <a:ea typeface="+mn-ea"/>
                      </a:endParaRPr>
                    </a:p>
                  </a:txBody>
                  <a:tcPr marL="7144" marR="7144" marT="7144" marB="0" anchor="ctr">
                    <a:solidFill>
                      <a:schemeClr val="bg2"/>
                    </a:solidFill>
                  </a:tcPr>
                </a:tc>
                <a:tc gridSpan="3">
                  <a:txBody>
                    <a:bodyPr/>
                    <a:lstStyle>
                      <a:lvl1pPr marL="0" algn="l" defTabSz="914377" rtl="0" eaLnBrk="1" latinLnBrk="0" hangingPunct="1">
                        <a:defRPr kumimoji="1" sz="1800" b="1" kern="1200">
                          <a:solidFill>
                            <a:schemeClr val="lt1"/>
                          </a:solidFill>
                          <a:latin typeface="Calibri" panose="020F0502020204030204"/>
                        </a:defRPr>
                      </a:lvl1pPr>
                      <a:lvl2pPr marL="457189" algn="l" defTabSz="914377" rtl="0" eaLnBrk="1" latinLnBrk="0" hangingPunct="1">
                        <a:defRPr kumimoji="1" sz="1800" b="1" kern="1200">
                          <a:solidFill>
                            <a:schemeClr val="lt1"/>
                          </a:solidFill>
                          <a:latin typeface="Calibri" panose="020F0502020204030204"/>
                        </a:defRPr>
                      </a:lvl2pPr>
                      <a:lvl3pPr marL="914377" algn="l" defTabSz="914377" rtl="0" eaLnBrk="1" latinLnBrk="0" hangingPunct="1">
                        <a:defRPr kumimoji="1" sz="1800" b="1" kern="1200">
                          <a:solidFill>
                            <a:schemeClr val="lt1"/>
                          </a:solidFill>
                          <a:latin typeface="Calibri" panose="020F0502020204030204"/>
                        </a:defRPr>
                      </a:lvl3pPr>
                      <a:lvl4pPr marL="1371566" algn="l" defTabSz="914377" rtl="0" eaLnBrk="1" latinLnBrk="0" hangingPunct="1">
                        <a:defRPr kumimoji="1" sz="1800" b="1" kern="1200">
                          <a:solidFill>
                            <a:schemeClr val="lt1"/>
                          </a:solidFill>
                          <a:latin typeface="Calibri" panose="020F0502020204030204"/>
                        </a:defRPr>
                      </a:lvl4pPr>
                      <a:lvl5pPr marL="1828754" algn="l" defTabSz="914377" rtl="0" eaLnBrk="1" latinLnBrk="0" hangingPunct="1">
                        <a:defRPr kumimoji="1" sz="1800" b="1" kern="1200">
                          <a:solidFill>
                            <a:schemeClr val="lt1"/>
                          </a:solidFill>
                          <a:latin typeface="Calibri" panose="020F0502020204030204"/>
                        </a:defRPr>
                      </a:lvl5pPr>
                      <a:lvl6pPr marL="2285943" algn="l" defTabSz="914377" rtl="0" eaLnBrk="1" latinLnBrk="0" hangingPunct="1">
                        <a:defRPr kumimoji="1" sz="1800" b="1" kern="1200">
                          <a:solidFill>
                            <a:schemeClr val="lt1"/>
                          </a:solidFill>
                          <a:latin typeface="Calibri" panose="020F0502020204030204"/>
                        </a:defRPr>
                      </a:lvl6pPr>
                      <a:lvl7pPr marL="2743131" algn="l" defTabSz="914377" rtl="0" eaLnBrk="1" latinLnBrk="0" hangingPunct="1">
                        <a:defRPr kumimoji="1" sz="1800" b="1" kern="1200">
                          <a:solidFill>
                            <a:schemeClr val="lt1"/>
                          </a:solidFill>
                          <a:latin typeface="Calibri" panose="020F0502020204030204"/>
                        </a:defRPr>
                      </a:lvl7pPr>
                      <a:lvl8pPr marL="3200320" algn="l" defTabSz="914377" rtl="0" eaLnBrk="1" latinLnBrk="0" hangingPunct="1">
                        <a:defRPr kumimoji="1" sz="1800" b="1" kern="1200">
                          <a:solidFill>
                            <a:schemeClr val="lt1"/>
                          </a:solidFill>
                          <a:latin typeface="Calibri" panose="020F0502020204030204"/>
                        </a:defRPr>
                      </a:lvl8pPr>
                      <a:lvl9pPr marL="3657509" algn="l" defTabSz="914377" rtl="0" eaLnBrk="1" latinLnBrk="0" hangingPunct="1">
                        <a:defRPr kumimoji="1" sz="1800" b="1" kern="1200">
                          <a:solidFill>
                            <a:schemeClr val="lt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ja-JP" altLang="en-US" sz="1200" b="0" i="0" u="none" strike="noStrike" kern="0" cap="none" spc="0" normalizeH="0" baseline="0" noProof="0" dirty="0">
                          <a:ln>
                            <a:noFill/>
                          </a:ln>
                          <a:solidFill>
                            <a:srgbClr val="FFFFFF"/>
                          </a:solidFill>
                          <a:effectLst/>
                          <a:uLnTx/>
                          <a:uFillTx/>
                          <a:latin typeface="游ゴシック"/>
                          <a:ea typeface="游ゴシック"/>
                          <a:cs typeface="+mn-cs"/>
                        </a:rPr>
                        <a:t>３カ月</a:t>
                      </a:r>
                    </a:p>
                  </a:txBody>
                  <a:tcPr marL="7144" marR="7144" marT="7144" marB="0" anchor="ctr">
                    <a:solidFill>
                      <a:schemeClr val="bg2"/>
                    </a:solidFill>
                  </a:tcPr>
                </a:tc>
                <a:tc hMerge="1">
                  <a:txBody>
                    <a:bodyPr/>
                    <a:lstStyle>
                      <a:lvl1pPr marL="0" algn="l" defTabSz="914377" rtl="0" eaLnBrk="1" latinLnBrk="0" hangingPunct="1">
                        <a:defRPr kumimoji="1" sz="1800" b="1" kern="1200">
                          <a:solidFill>
                            <a:schemeClr val="lt1"/>
                          </a:solidFill>
                          <a:latin typeface="Calibri" panose="020F0502020204030204"/>
                        </a:defRPr>
                      </a:lvl1pPr>
                      <a:lvl2pPr marL="457189" algn="l" defTabSz="914377" rtl="0" eaLnBrk="1" latinLnBrk="0" hangingPunct="1">
                        <a:defRPr kumimoji="1" sz="1800" b="1" kern="1200">
                          <a:solidFill>
                            <a:schemeClr val="lt1"/>
                          </a:solidFill>
                          <a:latin typeface="Calibri" panose="020F0502020204030204"/>
                        </a:defRPr>
                      </a:lvl2pPr>
                      <a:lvl3pPr marL="914377" algn="l" defTabSz="914377" rtl="0" eaLnBrk="1" latinLnBrk="0" hangingPunct="1">
                        <a:defRPr kumimoji="1" sz="1800" b="1" kern="1200">
                          <a:solidFill>
                            <a:schemeClr val="lt1"/>
                          </a:solidFill>
                          <a:latin typeface="Calibri" panose="020F0502020204030204"/>
                        </a:defRPr>
                      </a:lvl3pPr>
                      <a:lvl4pPr marL="1371566" algn="l" defTabSz="914377" rtl="0" eaLnBrk="1" latinLnBrk="0" hangingPunct="1">
                        <a:defRPr kumimoji="1" sz="1800" b="1" kern="1200">
                          <a:solidFill>
                            <a:schemeClr val="lt1"/>
                          </a:solidFill>
                          <a:latin typeface="Calibri" panose="020F0502020204030204"/>
                        </a:defRPr>
                      </a:lvl4pPr>
                      <a:lvl5pPr marL="1828754" algn="l" defTabSz="914377" rtl="0" eaLnBrk="1" latinLnBrk="0" hangingPunct="1">
                        <a:defRPr kumimoji="1" sz="1800" b="1" kern="1200">
                          <a:solidFill>
                            <a:schemeClr val="lt1"/>
                          </a:solidFill>
                          <a:latin typeface="Calibri" panose="020F0502020204030204"/>
                        </a:defRPr>
                      </a:lvl5pPr>
                      <a:lvl6pPr marL="2285943" algn="l" defTabSz="914377" rtl="0" eaLnBrk="1" latinLnBrk="0" hangingPunct="1">
                        <a:defRPr kumimoji="1" sz="1800" b="1" kern="1200">
                          <a:solidFill>
                            <a:schemeClr val="lt1"/>
                          </a:solidFill>
                          <a:latin typeface="Calibri" panose="020F0502020204030204"/>
                        </a:defRPr>
                      </a:lvl6pPr>
                      <a:lvl7pPr marL="2743131" algn="l" defTabSz="914377" rtl="0" eaLnBrk="1" latinLnBrk="0" hangingPunct="1">
                        <a:defRPr kumimoji="1" sz="1800" b="1" kern="1200">
                          <a:solidFill>
                            <a:schemeClr val="lt1"/>
                          </a:solidFill>
                          <a:latin typeface="Calibri" panose="020F0502020204030204"/>
                        </a:defRPr>
                      </a:lvl7pPr>
                      <a:lvl8pPr marL="3200320" algn="l" defTabSz="914377" rtl="0" eaLnBrk="1" latinLnBrk="0" hangingPunct="1">
                        <a:defRPr kumimoji="1" sz="1800" b="1" kern="1200">
                          <a:solidFill>
                            <a:schemeClr val="lt1"/>
                          </a:solidFill>
                          <a:latin typeface="Calibri" panose="020F0502020204030204"/>
                        </a:defRPr>
                      </a:lvl8pPr>
                      <a:lvl9pPr marL="3657509" algn="l" defTabSz="914377" rtl="0" eaLnBrk="1" latinLnBrk="0" hangingPunct="1">
                        <a:defRPr kumimoji="1" sz="1800" b="1" kern="1200">
                          <a:solidFill>
                            <a:schemeClr val="lt1"/>
                          </a:solidFill>
                          <a:latin typeface="Calibri" panose="020F0502020204030204"/>
                        </a:defRPr>
                      </a:lvl9pPr>
                    </a:lstStyle>
                    <a:p>
                      <a:endParaRPr/>
                    </a:p>
                  </a:txBody>
                  <a:tcPr marL="7144" marR="7144" marT="7144" marB="0" anchor="ctr">
                    <a:solidFill>
                      <a:schemeClr val="bg2"/>
                    </a:solidFill>
                  </a:tcPr>
                </a:tc>
                <a:tc hMerge="1">
                  <a:txBody>
                    <a:bodyPr/>
                    <a:lstStyle>
                      <a:lvl1pPr marL="0" algn="l" defTabSz="914377" rtl="0" eaLnBrk="1" latinLnBrk="0" hangingPunct="1">
                        <a:defRPr kumimoji="1" sz="1800" b="1" kern="1200">
                          <a:solidFill>
                            <a:schemeClr val="lt1"/>
                          </a:solidFill>
                          <a:latin typeface="Calibri" panose="020F0502020204030204"/>
                        </a:defRPr>
                      </a:lvl1pPr>
                      <a:lvl2pPr marL="457189" algn="l" defTabSz="914377" rtl="0" eaLnBrk="1" latinLnBrk="0" hangingPunct="1">
                        <a:defRPr kumimoji="1" sz="1800" b="1" kern="1200">
                          <a:solidFill>
                            <a:schemeClr val="lt1"/>
                          </a:solidFill>
                          <a:latin typeface="Calibri" panose="020F0502020204030204"/>
                        </a:defRPr>
                      </a:lvl2pPr>
                      <a:lvl3pPr marL="914377" algn="l" defTabSz="914377" rtl="0" eaLnBrk="1" latinLnBrk="0" hangingPunct="1">
                        <a:defRPr kumimoji="1" sz="1800" b="1" kern="1200">
                          <a:solidFill>
                            <a:schemeClr val="lt1"/>
                          </a:solidFill>
                          <a:latin typeface="Calibri" panose="020F0502020204030204"/>
                        </a:defRPr>
                      </a:lvl3pPr>
                      <a:lvl4pPr marL="1371566" algn="l" defTabSz="914377" rtl="0" eaLnBrk="1" latinLnBrk="0" hangingPunct="1">
                        <a:defRPr kumimoji="1" sz="1800" b="1" kern="1200">
                          <a:solidFill>
                            <a:schemeClr val="lt1"/>
                          </a:solidFill>
                          <a:latin typeface="Calibri" panose="020F0502020204030204"/>
                        </a:defRPr>
                      </a:lvl4pPr>
                      <a:lvl5pPr marL="1828754" algn="l" defTabSz="914377" rtl="0" eaLnBrk="1" latinLnBrk="0" hangingPunct="1">
                        <a:defRPr kumimoji="1" sz="1800" b="1" kern="1200">
                          <a:solidFill>
                            <a:schemeClr val="lt1"/>
                          </a:solidFill>
                          <a:latin typeface="Calibri" panose="020F0502020204030204"/>
                        </a:defRPr>
                      </a:lvl5pPr>
                      <a:lvl6pPr marL="2285943" algn="l" defTabSz="914377" rtl="0" eaLnBrk="1" latinLnBrk="0" hangingPunct="1">
                        <a:defRPr kumimoji="1" sz="1800" b="1" kern="1200">
                          <a:solidFill>
                            <a:schemeClr val="lt1"/>
                          </a:solidFill>
                          <a:latin typeface="Calibri" panose="020F0502020204030204"/>
                        </a:defRPr>
                      </a:lvl6pPr>
                      <a:lvl7pPr marL="2743131" algn="l" defTabSz="914377" rtl="0" eaLnBrk="1" latinLnBrk="0" hangingPunct="1">
                        <a:defRPr kumimoji="1" sz="1800" b="1" kern="1200">
                          <a:solidFill>
                            <a:schemeClr val="lt1"/>
                          </a:solidFill>
                          <a:latin typeface="Calibri" panose="020F0502020204030204"/>
                        </a:defRPr>
                      </a:lvl7pPr>
                      <a:lvl8pPr marL="3200320" algn="l" defTabSz="914377" rtl="0" eaLnBrk="1" latinLnBrk="0" hangingPunct="1">
                        <a:defRPr kumimoji="1" sz="1800" b="1" kern="1200">
                          <a:solidFill>
                            <a:schemeClr val="lt1"/>
                          </a:solidFill>
                          <a:latin typeface="Calibri" panose="020F0502020204030204"/>
                        </a:defRPr>
                      </a:lvl8pPr>
                      <a:lvl9pPr marL="3657509" algn="l" defTabSz="914377" rtl="0" eaLnBrk="1" latinLnBrk="0" hangingPunct="1">
                        <a:defRPr kumimoji="1" sz="1800" b="1" kern="1200">
                          <a:solidFill>
                            <a:schemeClr val="lt1"/>
                          </a:solidFill>
                          <a:latin typeface="Calibri" panose="020F0502020204030204"/>
                        </a:defRPr>
                      </a:lvl9pPr>
                    </a:lstStyle>
                    <a:p>
                      <a:endParaRPr dirty="0"/>
                    </a:p>
                  </a:txBody>
                  <a:tcPr marL="7144" marR="7144" marT="7144" marB="0" anchor="ctr">
                    <a:solidFill>
                      <a:schemeClr val="bg2"/>
                    </a:solidFill>
                  </a:tcPr>
                </a:tc>
                <a:tc gridSpan="3">
                  <a:txBody>
                    <a:bodyPr/>
                    <a:lstStyle>
                      <a:lvl1pPr marL="0" algn="l" defTabSz="914377" rtl="0" eaLnBrk="1" latinLnBrk="0" hangingPunct="1">
                        <a:defRPr kumimoji="1" sz="1800" b="1" kern="1200">
                          <a:solidFill>
                            <a:schemeClr val="lt1"/>
                          </a:solidFill>
                          <a:latin typeface="Calibri" panose="020F0502020204030204"/>
                        </a:defRPr>
                      </a:lvl1pPr>
                      <a:lvl2pPr marL="457189" algn="l" defTabSz="914377" rtl="0" eaLnBrk="1" latinLnBrk="0" hangingPunct="1">
                        <a:defRPr kumimoji="1" sz="1800" b="1" kern="1200">
                          <a:solidFill>
                            <a:schemeClr val="lt1"/>
                          </a:solidFill>
                          <a:latin typeface="Calibri" panose="020F0502020204030204"/>
                        </a:defRPr>
                      </a:lvl2pPr>
                      <a:lvl3pPr marL="914377" algn="l" defTabSz="914377" rtl="0" eaLnBrk="1" latinLnBrk="0" hangingPunct="1">
                        <a:defRPr kumimoji="1" sz="1800" b="1" kern="1200">
                          <a:solidFill>
                            <a:schemeClr val="lt1"/>
                          </a:solidFill>
                          <a:latin typeface="Calibri" panose="020F0502020204030204"/>
                        </a:defRPr>
                      </a:lvl3pPr>
                      <a:lvl4pPr marL="1371566" algn="l" defTabSz="914377" rtl="0" eaLnBrk="1" latinLnBrk="0" hangingPunct="1">
                        <a:defRPr kumimoji="1" sz="1800" b="1" kern="1200">
                          <a:solidFill>
                            <a:schemeClr val="lt1"/>
                          </a:solidFill>
                          <a:latin typeface="Calibri" panose="020F0502020204030204"/>
                        </a:defRPr>
                      </a:lvl4pPr>
                      <a:lvl5pPr marL="1828754" algn="l" defTabSz="914377" rtl="0" eaLnBrk="1" latinLnBrk="0" hangingPunct="1">
                        <a:defRPr kumimoji="1" sz="1800" b="1" kern="1200">
                          <a:solidFill>
                            <a:schemeClr val="lt1"/>
                          </a:solidFill>
                          <a:latin typeface="Calibri" panose="020F0502020204030204"/>
                        </a:defRPr>
                      </a:lvl5pPr>
                      <a:lvl6pPr marL="2285943" algn="l" defTabSz="914377" rtl="0" eaLnBrk="1" latinLnBrk="0" hangingPunct="1">
                        <a:defRPr kumimoji="1" sz="1800" b="1" kern="1200">
                          <a:solidFill>
                            <a:schemeClr val="lt1"/>
                          </a:solidFill>
                          <a:latin typeface="Calibri" panose="020F0502020204030204"/>
                        </a:defRPr>
                      </a:lvl6pPr>
                      <a:lvl7pPr marL="2743131" algn="l" defTabSz="914377" rtl="0" eaLnBrk="1" latinLnBrk="0" hangingPunct="1">
                        <a:defRPr kumimoji="1" sz="1800" b="1" kern="1200">
                          <a:solidFill>
                            <a:schemeClr val="lt1"/>
                          </a:solidFill>
                          <a:latin typeface="Calibri" panose="020F0502020204030204"/>
                        </a:defRPr>
                      </a:lvl7pPr>
                      <a:lvl8pPr marL="3200320" algn="l" defTabSz="914377" rtl="0" eaLnBrk="1" latinLnBrk="0" hangingPunct="1">
                        <a:defRPr kumimoji="1" sz="1800" b="1" kern="1200">
                          <a:solidFill>
                            <a:schemeClr val="lt1"/>
                          </a:solidFill>
                          <a:latin typeface="Calibri" panose="020F0502020204030204"/>
                        </a:defRPr>
                      </a:lvl8pPr>
                      <a:lvl9pPr marL="3657509" algn="l" defTabSz="914377" rtl="0" eaLnBrk="1" latinLnBrk="0" hangingPunct="1">
                        <a:defRPr kumimoji="1" sz="1800" b="1" kern="1200">
                          <a:solidFill>
                            <a:schemeClr val="lt1"/>
                          </a:solidFill>
                          <a:latin typeface="Calibri" panose="020F0502020204030204"/>
                        </a:defRPr>
                      </a:lvl9pPr>
                    </a:lstStyle>
                    <a:p>
                      <a:pPr marL="0" marR="0" lvl="0" indent="0" algn="ctr" defTabSz="914377" rtl="0" eaLnBrk="1" fontAlgn="ctr" latinLnBrk="0" hangingPunct="1">
                        <a:lnSpc>
                          <a:spcPct val="100000"/>
                        </a:lnSpc>
                        <a:spcBef>
                          <a:spcPts val="0"/>
                        </a:spcBef>
                        <a:spcAft>
                          <a:spcPts val="0"/>
                        </a:spcAft>
                        <a:buClrTx/>
                        <a:buSzTx/>
                        <a:buFontTx/>
                        <a:buNone/>
                        <a:tabLst/>
                        <a:defRPr/>
                      </a:pPr>
                      <a:r>
                        <a:rPr lang="en-US" altLang="ja-JP" sz="1200" b="0" i="0" u="none" strike="noStrike" dirty="0">
                          <a:solidFill>
                            <a:srgbClr val="FFFFFF"/>
                          </a:solidFill>
                          <a:effectLst/>
                          <a:latin typeface="+mn-ea"/>
                          <a:ea typeface="+mn-ea"/>
                        </a:rPr>
                        <a:t>4</a:t>
                      </a:r>
                      <a:r>
                        <a:rPr lang="ja-JP" altLang="en-US" sz="1200" b="0" i="0" u="none" strike="noStrike" dirty="0">
                          <a:solidFill>
                            <a:srgbClr val="FFFFFF"/>
                          </a:solidFill>
                          <a:effectLst/>
                          <a:latin typeface="+mn-ea"/>
                          <a:ea typeface="+mn-ea"/>
                        </a:rPr>
                        <a:t>～</a:t>
                      </a:r>
                      <a:r>
                        <a:rPr lang="en-US" altLang="ja-JP" sz="1200" b="0" i="0" u="none" strike="noStrike" dirty="0">
                          <a:solidFill>
                            <a:srgbClr val="FFFFFF"/>
                          </a:solidFill>
                          <a:effectLst/>
                          <a:latin typeface="+mn-ea"/>
                          <a:ea typeface="+mn-ea"/>
                        </a:rPr>
                        <a:t>5</a:t>
                      </a:r>
                      <a:r>
                        <a:rPr lang="ja-JP" altLang="en-US" sz="1200" b="0" i="0" u="none" strike="noStrike" dirty="0">
                          <a:solidFill>
                            <a:srgbClr val="FFFFFF"/>
                          </a:solidFill>
                          <a:effectLst/>
                          <a:latin typeface="+mn-ea"/>
                          <a:ea typeface="+mn-ea"/>
                        </a:rPr>
                        <a:t>か月</a:t>
                      </a:r>
                      <a:endParaRPr lang="en-US" altLang="ja-JP" sz="1200" b="0" i="0" u="none" strike="noStrike" dirty="0">
                        <a:solidFill>
                          <a:srgbClr val="FFFFFF"/>
                        </a:solidFill>
                        <a:effectLst/>
                        <a:latin typeface="+mn-ea"/>
                        <a:ea typeface="+mn-ea"/>
                      </a:endParaRPr>
                    </a:p>
                  </a:txBody>
                  <a:tcPr marL="7144" marR="7144" marT="7144" marB="0" anchor="ctr">
                    <a:solidFill>
                      <a:schemeClr val="bg2"/>
                    </a:solidFill>
                  </a:tcPr>
                </a:tc>
                <a:tc hMerge="1">
                  <a:txBody>
                    <a:bodyPr/>
                    <a:lstStyle>
                      <a:lvl1pPr marL="0" algn="l" defTabSz="914377" rtl="0" eaLnBrk="1" latinLnBrk="0" hangingPunct="1">
                        <a:defRPr kumimoji="1" sz="1800" b="1" kern="1200">
                          <a:solidFill>
                            <a:schemeClr val="lt1"/>
                          </a:solidFill>
                          <a:latin typeface="Calibri" panose="020F0502020204030204"/>
                        </a:defRPr>
                      </a:lvl1pPr>
                      <a:lvl2pPr marL="457189" algn="l" defTabSz="914377" rtl="0" eaLnBrk="1" latinLnBrk="0" hangingPunct="1">
                        <a:defRPr kumimoji="1" sz="1800" b="1" kern="1200">
                          <a:solidFill>
                            <a:schemeClr val="lt1"/>
                          </a:solidFill>
                          <a:latin typeface="Calibri" panose="020F0502020204030204"/>
                        </a:defRPr>
                      </a:lvl2pPr>
                      <a:lvl3pPr marL="914377" algn="l" defTabSz="914377" rtl="0" eaLnBrk="1" latinLnBrk="0" hangingPunct="1">
                        <a:defRPr kumimoji="1" sz="1800" b="1" kern="1200">
                          <a:solidFill>
                            <a:schemeClr val="lt1"/>
                          </a:solidFill>
                          <a:latin typeface="Calibri" panose="020F0502020204030204"/>
                        </a:defRPr>
                      </a:lvl3pPr>
                      <a:lvl4pPr marL="1371566" algn="l" defTabSz="914377" rtl="0" eaLnBrk="1" latinLnBrk="0" hangingPunct="1">
                        <a:defRPr kumimoji="1" sz="1800" b="1" kern="1200">
                          <a:solidFill>
                            <a:schemeClr val="lt1"/>
                          </a:solidFill>
                          <a:latin typeface="Calibri" panose="020F0502020204030204"/>
                        </a:defRPr>
                      </a:lvl4pPr>
                      <a:lvl5pPr marL="1828754" algn="l" defTabSz="914377" rtl="0" eaLnBrk="1" latinLnBrk="0" hangingPunct="1">
                        <a:defRPr kumimoji="1" sz="1800" b="1" kern="1200">
                          <a:solidFill>
                            <a:schemeClr val="lt1"/>
                          </a:solidFill>
                          <a:latin typeface="Calibri" panose="020F0502020204030204"/>
                        </a:defRPr>
                      </a:lvl5pPr>
                      <a:lvl6pPr marL="2285943" algn="l" defTabSz="914377" rtl="0" eaLnBrk="1" latinLnBrk="0" hangingPunct="1">
                        <a:defRPr kumimoji="1" sz="1800" b="1" kern="1200">
                          <a:solidFill>
                            <a:schemeClr val="lt1"/>
                          </a:solidFill>
                          <a:latin typeface="Calibri" panose="020F0502020204030204"/>
                        </a:defRPr>
                      </a:lvl6pPr>
                      <a:lvl7pPr marL="2743131" algn="l" defTabSz="914377" rtl="0" eaLnBrk="1" latinLnBrk="0" hangingPunct="1">
                        <a:defRPr kumimoji="1" sz="1800" b="1" kern="1200">
                          <a:solidFill>
                            <a:schemeClr val="lt1"/>
                          </a:solidFill>
                          <a:latin typeface="Calibri" panose="020F0502020204030204"/>
                        </a:defRPr>
                      </a:lvl7pPr>
                      <a:lvl8pPr marL="3200320" algn="l" defTabSz="914377" rtl="0" eaLnBrk="1" latinLnBrk="0" hangingPunct="1">
                        <a:defRPr kumimoji="1" sz="1800" b="1" kern="1200">
                          <a:solidFill>
                            <a:schemeClr val="lt1"/>
                          </a:solidFill>
                          <a:latin typeface="Calibri" panose="020F0502020204030204"/>
                        </a:defRPr>
                      </a:lvl8pPr>
                      <a:lvl9pPr marL="3657509" algn="l" defTabSz="914377" rtl="0" eaLnBrk="1" latinLnBrk="0" hangingPunct="1">
                        <a:defRPr kumimoji="1" sz="1800" b="1" kern="1200">
                          <a:solidFill>
                            <a:schemeClr val="lt1"/>
                          </a:solidFill>
                          <a:latin typeface="Calibri" panose="020F0502020204030204"/>
                        </a:defRPr>
                      </a:lvl9pPr>
                    </a:lstStyle>
                    <a:p>
                      <a:endParaRPr/>
                    </a:p>
                  </a:txBody>
                  <a:tcPr marL="7144" marR="7144" marT="7144" marB="0" anchor="ctr">
                    <a:solidFill>
                      <a:schemeClr val="bg2"/>
                    </a:solidFill>
                  </a:tcPr>
                </a:tc>
                <a:tc hMerge="1">
                  <a:txBody>
                    <a:bodyPr/>
                    <a:lstStyle>
                      <a:lvl1pPr marL="0" algn="l" defTabSz="914377" rtl="0" eaLnBrk="1" latinLnBrk="0" hangingPunct="1">
                        <a:defRPr kumimoji="1" sz="1800" b="1" kern="1200">
                          <a:solidFill>
                            <a:schemeClr val="lt1"/>
                          </a:solidFill>
                          <a:latin typeface="Calibri" panose="020F0502020204030204"/>
                        </a:defRPr>
                      </a:lvl1pPr>
                      <a:lvl2pPr marL="457189" algn="l" defTabSz="914377" rtl="0" eaLnBrk="1" latinLnBrk="0" hangingPunct="1">
                        <a:defRPr kumimoji="1" sz="1800" b="1" kern="1200">
                          <a:solidFill>
                            <a:schemeClr val="lt1"/>
                          </a:solidFill>
                          <a:latin typeface="Calibri" panose="020F0502020204030204"/>
                        </a:defRPr>
                      </a:lvl2pPr>
                      <a:lvl3pPr marL="914377" algn="l" defTabSz="914377" rtl="0" eaLnBrk="1" latinLnBrk="0" hangingPunct="1">
                        <a:defRPr kumimoji="1" sz="1800" b="1" kern="1200">
                          <a:solidFill>
                            <a:schemeClr val="lt1"/>
                          </a:solidFill>
                          <a:latin typeface="Calibri" panose="020F0502020204030204"/>
                        </a:defRPr>
                      </a:lvl3pPr>
                      <a:lvl4pPr marL="1371566" algn="l" defTabSz="914377" rtl="0" eaLnBrk="1" latinLnBrk="0" hangingPunct="1">
                        <a:defRPr kumimoji="1" sz="1800" b="1" kern="1200">
                          <a:solidFill>
                            <a:schemeClr val="lt1"/>
                          </a:solidFill>
                          <a:latin typeface="Calibri" panose="020F0502020204030204"/>
                        </a:defRPr>
                      </a:lvl4pPr>
                      <a:lvl5pPr marL="1828754" algn="l" defTabSz="914377" rtl="0" eaLnBrk="1" latinLnBrk="0" hangingPunct="1">
                        <a:defRPr kumimoji="1" sz="1800" b="1" kern="1200">
                          <a:solidFill>
                            <a:schemeClr val="lt1"/>
                          </a:solidFill>
                          <a:latin typeface="Calibri" panose="020F0502020204030204"/>
                        </a:defRPr>
                      </a:lvl5pPr>
                      <a:lvl6pPr marL="2285943" algn="l" defTabSz="914377" rtl="0" eaLnBrk="1" latinLnBrk="0" hangingPunct="1">
                        <a:defRPr kumimoji="1" sz="1800" b="1" kern="1200">
                          <a:solidFill>
                            <a:schemeClr val="lt1"/>
                          </a:solidFill>
                          <a:latin typeface="Calibri" panose="020F0502020204030204"/>
                        </a:defRPr>
                      </a:lvl6pPr>
                      <a:lvl7pPr marL="2743131" algn="l" defTabSz="914377" rtl="0" eaLnBrk="1" latinLnBrk="0" hangingPunct="1">
                        <a:defRPr kumimoji="1" sz="1800" b="1" kern="1200">
                          <a:solidFill>
                            <a:schemeClr val="lt1"/>
                          </a:solidFill>
                          <a:latin typeface="Calibri" panose="020F0502020204030204"/>
                        </a:defRPr>
                      </a:lvl7pPr>
                      <a:lvl8pPr marL="3200320" algn="l" defTabSz="914377" rtl="0" eaLnBrk="1" latinLnBrk="0" hangingPunct="1">
                        <a:defRPr kumimoji="1" sz="1800" b="1" kern="1200">
                          <a:solidFill>
                            <a:schemeClr val="lt1"/>
                          </a:solidFill>
                          <a:latin typeface="Calibri" panose="020F0502020204030204"/>
                        </a:defRPr>
                      </a:lvl8pPr>
                      <a:lvl9pPr marL="3657509" algn="l" defTabSz="914377" rtl="0" eaLnBrk="1" latinLnBrk="0" hangingPunct="1">
                        <a:defRPr kumimoji="1" sz="1800" b="1" kern="1200">
                          <a:solidFill>
                            <a:schemeClr val="lt1"/>
                          </a:solidFill>
                          <a:latin typeface="Calibri" panose="020F0502020204030204"/>
                        </a:defRPr>
                      </a:lvl9pPr>
                    </a:lstStyle>
                    <a:p>
                      <a:endParaRPr dirty="0"/>
                    </a:p>
                  </a:txBody>
                  <a:tcPr marL="7144" marR="7144" marT="7144" marB="0" anchor="ctr">
                    <a:solidFill>
                      <a:schemeClr val="bg2"/>
                    </a:solidFill>
                  </a:tcPr>
                </a:tc>
                <a:tc gridSpan="3">
                  <a:txBody>
                    <a:bodyPr/>
                    <a:lstStyle>
                      <a:lvl1pPr marL="0" algn="l" defTabSz="914377" rtl="0" eaLnBrk="1" latinLnBrk="0" hangingPunct="1">
                        <a:defRPr kumimoji="1" sz="1800" b="1" kern="1200">
                          <a:solidFill>
                            <a:schemeClr val="lt1"/>
                          </a:solidFill>
                          <a:latin typeface="Calibri" panose="020F0502020204030204"/>
                        </a:defRPr>
                      </a:lvl1pPr>
                      <a:lvl2pPr marL="457189" algn="l" defTabSz="914377" rtl="0" eaLnBrk="1" latinLnBrk="0" hangingPunct="1">
                        <a:defRPr kumimoji="1" sz="1800" b="1" kern="1200">
                          <a:solidFill>
                            <a:schemeClr val="lt1"/>
                          </a:solidFill>
                          <a:latin typeface="Calibri" panose="020F0502020204030204"/>
                        </a:defRPr>
                      </a:lvl2pPr>
                      <a:lvl3pPr marL="914377" algn="l" defTabSz="914377" rtl="0" eaLnBrk="1" latinLnBrk="0" hangingPunct="1">
                        <a:defRPr kumimoji="1" sz="1800" b="1" kern="1200">
                          <a:solidFill>
                            <a:schemeClr val="lt1"/>
                          </a:solidFill>
                          <a:latin typeface="Calibri" panose="020F0502020204030204"/>
                        </a:defRPr>
                      </a:lvl3pPr>
                      <a:lvl4pPr marL="1371566" algn="l" defTabSz="914377" rtl="0" eaLnBrk="1" latinLnBrk="0" hangingPunct="1">
                        <a:defRPr kumimoji="1" sz="1800" b="1" kern="1200">
                          <a:solidFill>
                            <a:schemeClr val="lt1"/>
                          </a:solidFill>
                          <a:latin typeface="Calibri" panose="020F0502020204030204"/>
                        </a:defRPr>
                      </a:lvl4pPr>
                      <a:lvl5pPr marL="1828754" algn="l" defTabSz="914377" rtl="0" eaLnBrk="1" latinLnBrk="0" hangingPunct="1">
                        <a:defRPr kumimoji="1" sz="1800" b="1" kern="1200">
                          <a:solidFill>
                            <a:schemeClr val="lt1"/>
                          </a:solidFill>
                          <a:latin typeface="Calibri" panose="020F0502020204030204"/>
                        </a:defRPr>
                      </a:lvl5pPr>
                      <a:lvl6pPr marL="2285943" algn="l" defTabSz="914377" rtl="0" eaLnBrk="1" latinLnBrk="0" hangingPunct="1">
                        <a:defRPr kumimoji="1" sz="1800" b="1" kern="1200">
                          <a:solidFill>
                            <a:schemeClr val="lt1"/>
                          </a:solidFill>
                          <a:latin typeface="Calibri" panose="020F0502020204030204"/>
                        </a:defRPr>
                      </a:lvl6pPr>
                      <a:lvl7pPr marL="2743131" algn="l" defTabSz="914377" rtl="0" eaLnBrk="1" latinLnBrk="0" hangingPunct="1">
                        <a:defRPr kumimoji="1" sz="1800" b="1" kern="1200">
                          <a:solidFill>
                            <a:schemeClr val="lt1"/>
                          </a:solidFill>
                          <a:latin typeface="Calibri" panose="020F0502020204030204"/>
                        </a:defRPr>
                      </a:lvl7pPr>
                      <a:lvl8pPr marL="3200320" algn="l" defTabSz="914377" rtl="0" eaLnBrk="1" latinLnBrk="0" hangingPunct="1">
                        <a:defRPr kumimoji="1" sz="1800" b="1" kern="1200">
                          <a:solidFill>
                            <a:schemeClr val="lt1"/>
                          </a:solidFill>
                          <a:latin typeface="Calibri" panose="020F0502020204030204"/>
                        </a:defRPr>
                      </a:lvl8pPr>
                      <a:lvl9pPr marL="3657509" algn="l" defTabSz="914377" rtl="0" eaLnBrk="1" latinLnBrk="0" hangingPunct="1">
                        <a:defRPr kumimoji="1" sz="1800" b="1" kern="1200">
                          <a:solidFill>
                            <a:schemeClr val="lt1"/>
                          </a:solidFill>
                          <a:latin typeface="Calibri" panose="020F0502020204030204"/>
                        </a:defRPr>
                      </a:lvl9pPr>
                    </a:lstStyle>
                    <a:p>
                      <a:pPr marL="0" marR="0" lvl="0" indent="0" algn="ctr" defTabSz="914377" rtl="0" eaLnBrk="1" fontAlgn="ctr" latinLnBrk="0" hangingPunct="1">
                        <a:lnSpc>
                          <a:spcPct val="100000"/>
                        </a:lnSpc>
                        <a:spcBef>
                          <a:spcPts val="0"/>
                        </a:spcBef>
                        <a:spcAft>
                          <a:spcPts val="0"/>
                        </a:spcAft>
                        <a:buClrTx/>
                        <a:buSzTx/>
                        <a:buFontTx/>
                        <a:buNone/>
                        <a:tabLst/>
                        <a:defRPr/>
                      </a:pPr>
                      <a:r>
                        <a:rPr lang="ja-JP" altLang="en-US" sz="1200" b="0" i="0" u="none" strike="noStrike" dirty="0">
                          <a:solidFill>
                            <a:srgbClr val="FFFFFF"/>
                          </a:solidFill>
                          <a:effectLst/>
                          <a:latin typeface="+mn-ea"/>
                          <a:ea typeface="+mn-ea"/>
                        </a:rPr>
                        <a:t>４か月</a:t>
                      </a:r>
                      <a:endParaRPr lang="en-US" altLang="ja-JP" sz="1200" b="0" i="0" u="none" strike="noStrike" dirty="0">
                        <a:solidFill>
                          <a:srgbClr val="FFFFFF"/>
                        </a:solidFill>
                        <a:effectLst/>
                        <a:latin typeface="+mn-ea"/>
                        <a:ea typeface="+mn-ea"/>
                      </a:endParaRPr>
                    </a:p>
                  </a:txBody>
                  <a:tcPr marL="7144" marR="7144" marT="7144" marB="0" anchor="ctr">
                    <a:solidFill>
                      <a:schemeClr val="bg2"/>
                    </a:solidFill>
                  </a:tcPr>
                </a:tc>
                <a:tc hMerge="1">
                  <a:txBody>
                    <a:bodyPr/>
                    <a:lstStyle>
                      <a:lvl1pPr marL="0" algn="l" defTabSz="914377" rtl="0" eaLnBrk="1" latinLnBrk="0" hangingPunct="1">
                        <a:defRPr kumimoji="1" sz="1800" b="1" kern="1200">
                          <a:solidFill>
                            <a:schemeClr val="lt1"/>
                          </a:solidFill>
                          <a:latin typeface="Calibri" panose="020F0502020204030204"/>
                        </a:defRPr>
                      </a:lvl1pPr>
                      <a:lvl2pPr marL="457189" algn="l" defTabSz="914377" rtl="0" eaLnBrk="1" latinLnBrk="0" hangingPunct="1">
                        <a:defRPr kumimoji="1" sz="1800" b="1" kern="1200">
                          <a:solidFill>
                            <a:schemeClr val="lt1"/>
                          </a:solidFill>
                          <a:latin typeface="Calibri" panose="020F0502020204030204"/>
                        </a:defRPr>
                      </a:lvl2pPr>
                      <a:lvl3pPr marL="914377" algn="l" defTabSz="914377" rtl="0" eaLnBrk="1" latinLnBrk="0" hangingPunct="1">
                        <a:defRPr kumimoji="1" sz="1800" b="1" kern="1200">
                          <a:solidFill>
                            <a:schemeClr val="lt1"/>
                          </a:solidFill>
                          <a:latin typeface="Calibri" panose="020F0502020204030204"/>
                        </a:defRPr>
                      </a:lvl3pPr>
                      <a:lvl4pPr marL="1371566" algn="l" defTabSz="914377" rtl="0" eaLnBrk="1" latinLnBrk="0" hangingPunct="1">
                        <a:defRPr kumimoji="1" sz="1800" b="1" kern="1200">
                          <a:solidFill>
                            <a:schemeClr val="lt1"/>
                          </a:solidFill>
                          <a:latin typeface="Calibri" panose="020F0502020204030204"/>
                        </a:defRPr>
                      </a:lvl4pPr>
                      <a:lvl5pPr marL="1828754" algn="l" defTabSz="914377" rtl="0" eaLnBrk="1" latinLnBrk="0" hangingPunct="1">
                        <a:defRPr kumimoji="1" sz="1800" b="1" kern="1200">
                          <a:solidFill>
                            <a:schemeClr val="lt1"/>
                          </a:solidFill>
                          <a:latin typeface="Calibri" panose="020F0502020204030204"/>
                        </a:defRPr>
                      </a:lvl5pPr>
                      <a:lvl6pPr marL="2285943" algn="l" defTabSz="914377" rtl="0" eaLnBrk="1" latinLnBrk="0" hangingPunct="1">
                        <a:defRPr kumimoji="1" sz="1800" b="1" kern="1200">
                          <a:solidFill>
                            <a:schemeClr val="lt1"/>
                          </a:solidFill>
                          <a:latin typeface="Calibri" panose="020F0502020204030204"/>
                        </a:defRPr>
                      </a:lvl6pPr>
                      <a:lvl7pPr marL="2743131" algn="l" defTabSz="914377" rtl="0" eaLnBrk="1" latinLnBrk="0" hangingPunct="1">
                        <a:defRPr kumimoji="1" sz="1800" b="1" kern="1200">
                          <a:solidFill>
                            <a:schemeClr val="lt1"/>
                          </a:solidFill>
                          <a:latin typeface="Calibri" panose="020F0502020204030204"/>
                        </a:defRPr>
                      </a:lvl7pPr>
                      <a:lvl8pPr marL="3200320" algn="l" defTabSz="914377" rtl="0" eaLnBrk="1" latinLnBrk="0" hangingPunct="1">
                        <a:defRPr kumimoji="1" sz="1800" b="1" kern="1200">
                          <a:solidFill>
                            <a:schemeClr val="lt1"/>
                          </a:solidFill>
                          <a:latin typeface="Calibri" panose="020F0502020204030204"/>
                        </a:defRPr>
                      </a:lvl8pPr>
                      <a:lvl9pPr marL="3657509" algn="l" defTabSz="914377" rtl="0" eaLnBrk="1" latinLnBrk="0" hangingPunct="1">
                        <a:defRPr kumimoji="1" sz="1800" b="1" kern="1200">
                          <a:solidFill>
                            <a:schemeClr val="lt1"/>
                          </a:solidFill>
                          <a:latin typeface="Calibri" panose="020F0502020204030204"/>
                        </a:defRPr>
                      </a:lvl9pPr>
                    </a:lstStyle>
                    <a:p>
                      <a:pPr marL="0" marR="0" lvl="0" indent="0" algn="ctr" defTabSz="914377" rtl="0" eaLnBrk="1" fontAlgn="ctr" latinLnBrk="0" hangingPunct="1">
                        <a:lnSpc>
                          <a:spcPct val="100000"/>
                        </a:lnSpc>
                        <a:spcBef>
                          <a:spcPts val="0"/>
                        </a:spcBef>
                        <a:spcAft>
                          <a:spcPts val="0"/>
                        </a:spcAft>
                        <a:buClrTx/>
                        <a:buSzTx/>
                        <a:buFontTx/>
                        <a:buNone/>
                        <a:tabLst/>
                        <a:defRPr/>
                      </a:pPr>
                      <a:endParaRPr lang="en-US" altLang="ja-JP" sz="1200" b="0" i="0" u="none" strike="noStrike" dirty="0">
                        <a:solidFill>
                          <a:srgbClr val="FFFFFF"/>
                        </a:solidFill>
                        <a:effectLst/>
                        <a:latin typeface="+mn-ea"/>
                        <a:ea typeface="+mn-ea"/>
                      </a:endParaRPr>
                    </a:p>
                  </a:txBody>
                  <a:tcPr marL="7144" marR="7144" marT="7144" marB="0" anchor="ctr">
                    <a:solidFill>
                      <a:schemeClr val="bg2"/>
                    </a:solidFill>
                  </a:tcPr>
                </a:tc>
                <a:tc hMerge="1">
                  <a:txBody>
                    <a:bodyPr/>
                    <a:lstStyle>
                      <a:lvl1pPr marL="0" algn="l" defTabSz="914377" rtl="0" eaLnBrk="1" latinLnBrk="0" hangingPunct="1">
                        <a:defRPr kumimoji="1" sz="1800" b="1" kern="1200">
                          <a:solidFill>
                            <a:schemeClr val="lt1"/>
                          </a:solidFill>
                          <a:latin typeface="Calibri" panose="020F0502020204030204"/>
                        </a:defRPr>
                      </a:lvl1pPr>
                      <a:lvl2pPr marL="457189" algn="l" defTabSz="914377" rtl="0" eaLnBrk="1" latinLnBrk="0" hangingPunct="1">
                        <a:defRPr kumimoji="1" sz="1800" b="1" kern="1200">
                          <a:solidFill>
                            <a:schemeClr val="lt1"/>
                          </a:solidFill>
                          <a:latin typeface="Calibri" panose="020F0502020204030204"/>
                        </a:defRPr>
                      </a:lvl2pPr>
                      <a:lvl3pPr marL="914377" algn="l" defTabSz="914377" rtl="0" eaLnBrk="1" latinLnBrk="0" hangingPunct="1">
                        <a:defRPr kumimoji="1" sz="1800" b="1" kern="1200">
                          <a:solidFill>
                            <a:schemeClr val="lt1"/>
                          </a:solidFill>
                          <a:latin typeface="Calibri" panose="020F0502020204030204"/>
                        </a:defRPr>
                      </a:lvl3pPr>
                      <a:lvl4pPr marL="1371566" algn="l" defTabSz="914377" rtl="0" eaLnBrk="1" latinLnBrk="0" hangingPunct="1">
                        <a:defRPr kumimoji="1" sz="1800" b="1" kern="1200">
                          <a:solidFill>
                            <a:schemeClr val="lt1"/>
                          </a:solidFill>
                          <a:latin typeface="Calibri" panose="020F0502020204030204"/>
                        </a:defRPr>
                      </a:lvl4pPr>
                      <a:lvl5pPr marL="1828754" algn="l" defTabSz="914377" rtl="0" eaLnBrk="1" latinLnBrk="0" hangingPunct="1">
                        <a:defRPr kumimoji="1" sz="1800" b="1" kern="1200">
                          <a:solidFill>
                            <a:schemeClr val="lt1"/>
                          </a:solidFill>
                          <a:latin typeface="Calibri" panose="020F0502020204030204"/>
                        </a:defRPr>
                      </a:lvl5pPr>
                      <a:lvl6pPr marL="2285943" algn="l" defTabSz="914377" rtl="0" eaLnBrk="1" latinLnBrk="0" hangingPunct="1">
                        <a:defRPr kumimoji="1" sz="1800" b="1" kern="1200">
                          <a:solidFill>
                            <a:schemeClr val="lt1"/>
                          </a:solidFill>
                          <a:latin typeface="Calibri" panose="020F0502020204030204"/>
                        </a:defRPr>
                      </a:lvl6pPr>
                      <a:lvl7pPr marL="2743131" algn="l" defTabSz="914377" rtl="0" eaLnBrk="1" latinLnBrk="0" hangingPunct="1">
                        <a:defRPr kumimoji="1" sz="1800" b="1" kern="1200">
                          <a:solidFill>
                            <a:schemeClr val="lt1"/>
                          </a:solidFill>
                          <a:latin typeface="Calibri" panose="020F0502020204030204"/>
                        </a:defRPr>
                      </a:lvl7pPr>
                      <a:lvl8pPr marL="3200320" algn="l" defTabSz="914377" rtl="0" eaLnBrk="1" latinLnBrk="0" hangingPunct="1">
                        <a:defRPr kumimoji="1" sz="1800" b="1" kern="1200">
                          <a:solidFill>
                            <a:schemeClr val="lt1"/>
                          </a:solidFill>
                          <a:latin typeface="Calibri" panose="020F0502020204030204"/>
                        </a:defRPr>
                      </a:lvl8pPr>
                      <a:lvl9pPr marL="3657509" algn="l" defTabSz="914377" rtl="0" eaLnBrk="1" latinLnBrk="0" hangingPunct="1">
                        <a:defRPr kumimoji="1" sz="1800" b="1" kern="1200">
                          <a:solidFill>
                            <a:schemeClr val="lt1"/>
                          </a:solidFill>
                          <a:latin typeface="Calibri" panose="020F0502020204030204"/>
                        </a:defRPr>
                      </a:lvl9pPr>
                    </a:lstStyle>
                    <a:p>
                      <a:pPr marL="0" marR="0" lvl="0" indent="0" algn="ctr" defTabSz="914377" rtl="0" eaLnBrk="1" fontAlgn="ctr" latinLnBrk="0" hangingPunct="1">
                        <a:lnSpc>
                          <a:spcPct val="100000"/>
                        </a:lnSpc>
                        <a:spcBef>
                          <a:spcPts val="0"/>
                        </a:spcBef>
                        <a:spcAft>
                          <a:spcPts val="0"/>
                        </a:spcAft>
                        <a:buClrTx/>
                        <a:buSzTx/>
                        <a:buFontTx/>
                        <a:buNone/>
                        <a:tabLst/>
                        <a:defRPr/>
                      </a:pPr>
                      <a:endParaRPr lang="en-US" altLang="ja-JP" sz="1200" b="0" i="0" u="none" strike="noStrike" dirty="0">
                        <a:solidFill>
                          <a:srgbClr val="FFFFFF"/>
                        </a:solidFill>
                        <a:effectLst/>
                        <a:latin typeface="+mn-ea"/>
                        <a:ea typeface="+mn-ea"/>
                      </a:endParaRPr>
                    </a:p>
                  </a:txBody>
                  <a:tcPr marL="7144" marR="7144" marT="7144" marB="0" anchor="ctr">
                    <a:solidFill>
                      <a:schemeClr val="bg2"/>
                    </a:solidFill>
                  </a:tcPr>
                </a:tc>
                <a:extLst>
                  <a:ext uri="{0D108BD9-81ED-4DB2-BD59-A6C34878D82A}">
                    <a16:rowId xmlns:a16="http://schemas.microsoft.com/office/drawing/2014/main" val="959241953"/>
                  </a:ext>
                </a:extLst>
              </a:tr>
              <a:tr h="892007">
                <a:tc gridSpan="3">
                  <a:txBody>
                    <a:bodyPr/>
                    <a:lstStyle/>
                    <a:p>
                      <a:pPr algn="ctr" rtl="0" fontAlgn="ctr"/>
                      <a:r>
                        <a:rPr lang="ja-JP" altLang="en-US" sz="1200" b="0" i="0" u="none" strike="noStrike" dirty="0">
                          <a:solidFill>
                            <a:srgbClr val="262626"/>
                          </a:solidFill>
                          <a:effectLst/>
                          <a:latin typeface="+mn-ea"/>
                          <a:ea typeface="+mn-ea"/>
                        </a:rPr>
                        <a:t>本</a:t>
                      </a:r>
                      <a:r>
                        <a:rPr lang="en-US" altLang="ja-JP" sz="1200" b="0" i="0" u="none" strike="noStrike" dirty="0">
                          <a:solidFill>
                            <a:srgbClr val="262626"/>
                          </a:solidFill>
                          <a:effectLst/>
                          <a:latin typeface="+mn-ea"/>
                          <a:ea typeface="+mn-ea"/>
                        </a:rPr>
                        <a:t>PJ</a:t>
                      </a:r>
                    </a:p>
                    <a:p>
                      <a:pPr algn="ctr" rtl="0" fontAlgn="ctr"/>
                      <a:r>
                        <a:rPr lang="ja-JP" altLang="en-US" sz="1200" b="0" i="0" u="none" strike="noStrike" dirty="0">
                          <a:solidFill>
                            <a:srgbClr val="262626"/>
                          </a:solidFill>
                          <a:effectLst/>
                          <a:latin typeface="+mn-ea"/>
                          <a:ea typeface="+mn-ea"/>
                        </a:rPr>
                        <a:t>マイルストーン（案）</a:t>
                      </a:r>
                    </a:p>
                  </a:txBody>
                  <a:tcPr marL="7144" marR="7144" marT="7144" marB="0" anchor="ctr"/>
                </a:tc>
                <a:tc hMerge="1">
                  <a:txBody>
                    <a:bodyPr/>
                    <a:lstStyle/>
                    <a:p>
                      <a:endParaRPr kumimoji="1" lang="ja-JP" altLang="en-US"/>
                    </a:p>
                  </a:txBody>
                  <a:tcPr/>
                </a:tc>
                <a:tc hMerge="1">
                  <a:txBody>
                    <a:bodyPr/>
                    <a:lstStyle/>
                    <a:p>
                      <a:endParaRPr kumimoji="1" lang="ja-JP" altLang="en-US"/>
                    </a:p>
                  </a:txBody>
                  <a:tcPr/>
                </a:tc>
                <a:tc>
                  <a:txBody>
                    <a:bodyPr/>
                    <a:lstStyle/>
                    <a:p>
                      <a:pPr algn="ctr" fontAlgn="ctr"/>
                      <a:endParaRPr lang="ja-JP" altLang="en-US" sz="1200" b="0" i="0" u="none" strike="noStrike">
                        <a:solidFill>
                          <a:srgbClr val="000000"/>
                        </a:solidFill>
                        <a:effectLst/>
                        <a:latin typeface="+mn-ea"/>
                        <a:ea typeface="+mn-ea"/>
                      </a:endParaRPr>
                    </a:p>
                  </a:txBody>
                  <a:tcPr marL="7144" marR="7144" marT="7144" marB="0" anchor="ctr"/>
                </a:tc>
                <a:tc>
                  <a:txBody>
                    <a:bodyPr/>
                    <a:lstStyle/>
                    <a:p>
                      <a:pPr algn="ctr" fontAlgn="ctr"/>
                      <a:endParaRPr lang="ja-JP" altLang="en-US" sz="1200" b="0" i="0" u="none" strike="noStrike">
                        <a:solidFill>
                          <a:srgbClr val="000000"/>
                        </a:solidFill>
                        <a:effectLst/>
                        <a:latin typeface="+mn-ea"/>
                        <a:ea typeface="+mn-ea"/>
                      </a:endParaRPr>
                    </a:p>
                  </a:txBody>
                  <a:tcPr marL="7144" marR="7144" marT="7144" marB="0" anchor="ctr"/>
                </a:tc>
                <a:tc>
                  <a:txBody>
                    <a:bodyPr/>
                    <a:lstStyle/>
                    <a:p>
                      <a:pPr algn="ctr" fontAlgn="ctr"/>
                      <a:endParaRPr lang="ja-JP" altLang="en-US" sz="1200" b="0" i="0" u="none" strike="noStrike">
                        <a:solidFill>
                          <a:srgbClr val="000000"/>
                        </a:solidFill>
                        <a:effectLst/>
                        <a:latin typeface="+mn-ea"/>
                        <a:ea typeface="+mn-ea"/>
                      </a:endParaRPr>
                    </a:p>
                  </a:txBody>
                  <a:tcPr marL="7144" marR="7144" marT="7144" marB="0" anchor="ctr"/>
                </a:tc>
                <a:tc>
                  <a:txBody>
                    <a:bodyPr/>
                    <a:lstStyle/>
                    <a:p>
                      <a:pPr algn="ctr" fontAlgn="ctr"/>
                      <a:endParaRPr lang="ja-JP" altLang="en-US" sz="1200" b="0" i="0" u="none" strike="noStrike" dirty="0">
                        <a:solidFill>
                          <a:srgbClr val="000000"/>
                        </a:solidFill>
                        <a:effectLst/>
                        <a:latin typeface="+mn-ea"/>
                        <a:ea typeface="+mn-ea"/>
                      </a:endParaRPr>
                    </a:p>
                  </a:txBody>
                  <a:tcPr marL="7144" marR="7144" marT="7144" marB="0" anchor="ctr"/>
                </a:tc>
                <a:tc>
                  <a:txBody>
                    <a:bodyPr/>
                    <a:lstStyle/>
                    <a:p>
                      <a:pPr algn="ctr" fontAlgn="ctr"/>
                      <a:endParaRPr lang="ja-JP" altLang="en-US" sz="1200" b="0" i="0" u="none" strike="noStrike" dirty="0">
                        <a:solidFill>
                          <a:srgbClr val="000000"/>
                        </a:solidFill>
                        <a:effectLst/>
                        <a:latin typeface="+mn-ea"/>
                        <a:ea typeface="+mn-ea"/>
                      </a:endParaRPr>
                    </a:p>
                  </a:txBody>
                  <a:tcPr marL="7144" marR="7144" marT="7144" marB="0" anchor="ctr"/>
                </a:tc>
                <a:tc>
                  <a:txBody>
                    <a:bodyPr/>
                    <a:lstStyle/>
                    <a:p>
                      <a:pPr algn="ctr" fontAlgn="ctr"/>
                      <a:endParaRPr lang="ja-JP" altLang="en-US" sz="1200" b="0" i="0" u="none" strike="noStrike">
                        <a:solidFill>
                          <a:srgbClr val="000000"/>
                        </a:solidFill>
                        <a:effectLst/>
                        <a:latin typeface="+mn-ea"/>
                        <a:ea typeface="+mn-ea"/>
                      </a:endParaRPr>
                    </a:p>
                  </a:txBody>
                  <a:tcPr marL="7144" marR="7144" marT="7144" marB="0" anchor="ctr"/>
                </a:tc>
                <a:tc>
                  <a:txBody>
                    <a:bodyPr/>
                    <a:lstStyle/>
                    <a:p>
                      <a:pPr algn="ctr" fontAlgn="ctr"/>
                      <a:endParaRPr lang="ja-JP" altLang="en-US" sz="1200" b="0" i="0" u="none" strike="noStrike">
                        <a:solidFill>
                          <a:srgbClr val="000000"/>
                        </a:solidFill>
                        <a:effectLst/>
                        <a:latin typeface="+mn-ea"/>
                        <a:ea typeface="+mn-ea"/>
                      </a:endParaRPr>
                    </a:p>
                  </a:txBody>
                  <a:tcPr marL="7144" marR="7144" marT="7144" marB="0" anchor="ctr"/>
                </a:tc>
                <a:tc>
                  <a:txBody>
                    <a:bodyPr/>
                    <a:lstStyle/>
                    <a:p>
                      <a:pPr algn="ctr" fontAlgn="ctr"/>
                      <a:endParaRPr lang="ja-JP" altLang="en-US" sz="1200" b="0" i="0" u="none" strike="noStrike">
                        <a:solidFill>
                          <a:srgbClr val="000000"/>
                        </a:solidFill>
                        <a:effectLst/>
                        <a:latin typeface="+mn-ea"/>
                        <a:ea typeface="+mn-ea"/>
                      </a:endParaRPr>
                    </a:p>
                  </a:txBody>
                  <a:tcPr marL="7144" marR="7144" marT="7144" marB="0" anchor="ctr"/>
                </a:tc>
                <a:tc>
                  <a:txBody>
                    <a:bodyPr/>
                    <a:lstStyle/>
                    <a:p>
                      <a:pPr algn="ctr" fontAlgn="ctr"/>
                      <a:endParaRPr lang="ja-JP" altLang="en-US" sz="1200" b="0" i="0" u="none" strike="noStrike">
                        <a:solidFill>
                          <a:srgbClr val="000000"/>
                        </a:solidFill>
                        <a:effectLst/>
                        <a:latin typeface="+mn-ea"/>
                        <a:ea typeface="+mn-ea"/>
                      </a:endParaRPr>
                    </a:p>
                  </a:txBody>
                  <a:tcPr marL="7144" marR="7144" marT="7144" marB="0" anchor="ctr"/>
                </a:tc>
                <a:tc>
                  <a:txBody>
                    <a:bodyPr/>
                    <a:lstStyle/>
                    <a:p>
                      <a:pPr algn="ctr" fontAlgn="ctr"/>
                      <a:endParaRPr lang="ja-JP" altLang="en-US" sz="1200" b="0" i="0" u="none" strike="noStrike">
                        <a:solidFill>
                          <a:srgbClr val="000000"/>
                        </a:solidFill>
                        <a:effectLst/>
                        <a:latin typeface="+mn-ea"/>
                        <a:ea typeface="+mn-ea"/>
                      </a:endParaRPr>
                    </a:p>
                  </a:txBody>
                  <a:tcPr marL="7144" marR="7144" marT="7144" marB="0" anchor="ctr"/>
                </a:tc>
                <a:tc>
                  <a:txBody>
                    <a:bodyPr/>
                    <a:lstStyle/>
                    <a:p>
                      <a:pPr algn="ctr" fontAlgn="ctr"/>
                      <a:endParaRPr lang="ja-JP" altLang="en-US" sz="1200" b="0" i="0" u="none" strike="noStrike">
                        <a:solidFill>
                          <a:srgbClr val="000000"/>
                        </a:solidFill>
                        <a:effectLst/>
                        <a:latin typeface="+mn-ea"/>
                        <a:ea typeface="+mn-ea"/>
                      </a:endParaRPr>
                    </a:p>
                  </a:txBody>
                  <a:tcPr marL="7144" marR="7144" marT="7144" marB="0" anchor="ctr"/>
                </a:tc>
                <a:tc>
                  <a:txBody>
                    <a:bodyPr/>
                    <a:lstStyle/>
                    <a:p>
                      <a:pPr algn="ctr" fontAlgn="ctr"/>
                      <a:endParaRPr lang="ja-JP" altLang="en-US" sz="1200" b="0" i="0" u="none" strike="noStrike">
                        <a:solidFill>
                          <a:srgbClr val="000000"/>
                        </a:solidFill>
                        <a:effectLst/>
                        <a:latin typeface="+mn-ea"/>
                        <a:ea typeface="+mn-ea"/>
                      </a:endParaRPr>
                    </a:p>
                  </a:txBody>
                  <a:tcPr marL="7144" marR="7144" marT="7144" marB="0" anchor="ctr"/>
                </a:tc>
                <a:tc>
                  <a:txBody>
                    <a:bodyPr/>
                    <a:lstStyle/>
                    <a:p>
                      <a:pPr algn="ctr" fontAlgn="ctr"/>
                      <a:endParaRPr lang="ja-JP" altLang="en-US" sz="1200" b="0" i="0" u="none" strike="noStrike" dirty="0">
                        <a:solidFill>
                          <a:srgbClr val="000000"/>
                        </a:solidFill>
                        <a:effectLst/>
                        <a:latin typeface="+mn-ea"/>
                        <a:ea typeface="+mn-ea"/>
                      </a:endParaRPr>
                    </a:p>
                  </a:txBody>
                  <a:tcPr marL="7144" marR="7144" marT="7144" marB="0" anchor="ctr"/>
                </a:tc>
                <a:extLst>
                  <a:ext uri="{0D108BD9-81ED-4DB2-BD59-A6C34878D82A}">
                    <a16:rowId xmlns:a16="http://schemas.microsoft.com/office/drawing/2014/main" val="404381385"/>
                  </a:ext>
                </a:extLst>
              </a:tr>
              <a:tr h="335564">
                <a:tc>
                  <a:txBody>
                    <a:bodyPr/>
                    <a:lstStyle/>
                    <a:p>
                      <a:pPr algn="ctr" rtl="0" fontAlgn="ctr"/>
                      <a:r>
                        <a:rPr lang="ja-JP" altLang="en-US" sz="1200" b="0" i="0" u="none" strike="noStrike">
                          <a:solidFill>
                            <a:srgbClr val="262626"/>
                          </a:solidFill>
                          <a:effectLst/>
                          <a:latin typeface="+mn-ea"/>
                          <a:ea typeface="+mn-ea"/>
                        </a:rPr>
                        <a:t>１</a:t>
                      </a:r>
                      <a:endParaRPr lang="en-US" altLang="ja-JP" sz="1200" b="0" i="0" u="none" strike="noStrike">
                        <a:solidFill>
                          <a:srgbClr val="262626"/>
                        </a:solidFill>
                        <a:effectLst/>
                        <a:latin typeface="+mn-ea"/>
                        <a:ea typeface="+mn-ea"/>
                      </a:endParaRPr>
                    </a:p>
                  </a:txBody>
                  <a:tcPr marL="7144" marR="7144" marT="7144"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ja-JP" sz="1200" b="0" i="0" u="none" strike="noStrike" dirty="0">
                          <a:solidFill>
                            <a:srgbClr val="262626"/>
                          </a:solidFill>
                          <a:effectLst/>
                          <a:latin typeface="+mn-ea"/>
                          <a:ea typeface="+mn-ea"/>
                        </a:rPr>
                        <a:t>PoC</a:t>
                      </a:r>
                    </a:p>
                  </a:txBody>
                  <a:tcPr marL="7144" marR="7144" marT="7144" marB="0" anchor="ctr"/>
                </a:tc>
                <a:tc>
                  <a:txBody>
                    <a:bodyPr/>
                    <a:lstStyle/>
                    <a:p>
                      <a:pPr algn="l" rtl="0" fontAlgn="ctr"/>
                      <a:r>
                        <a:rPr lang="ja-JP" altLang="en-US" sz="1200" b="0" i="0" u="none" strike="noStrike" dirty="0">
                          <a:solidFill>
                            <a:srgbClr val="262626"/>
                          </a:solidFill>
                          <a:effectLst/>
                          <a:latin typeface="+mn-ea"/>
                          <a:ea typeface="+mn-ea"/>
                        </a:rPr>
                        <a:t>要件確認～プロト作成</a:t>
                      </a:r>
                      <a:endParaRPr lang="en-US" altLang="ja-JP" sz="1200" b="0" i="0" u="none" strike="noStrike" dirty="0">
                        <a:solidFill>
                          <a:srgbClr val="262626"/>
                        </a:solidFill>
                        <a:effectLst/>
                        <a:latin typeface="+mn-ea"/>
                        <a:ea typeface="+mn-ea"/>
                      </a:endParaRPr>
                    </a:p>
                    <a:p>
                      <a:pPr algn="l" rtl="0" fontAlgn="ctr"/>
                      <a:endParaRPr lang="en-US" altLang="ja-JP" sz="1200" b="0" i="0" u="none" strike="noStrike" dirty="0">
                        <a:solidFill>
                          <a:srgbClr val="262626"/>
                        </a:solidFill>
                        <a:effectLst/>
                        <a:latin typeface="+mn-ea"/>
                        <a:ea typeface="+mn-ea"/>
                      </a:endParaRPr>
                    </a:p>
                  </a:txBody>
                  <a:tcPr marL="7144" marR="7144" marT="7144" marB="0" anchor="ctr"/>
                </a:tc>
                <a:tc>
                  <a:txBody>
                    <a:bodyPr/>
                    <a:lstStyle/>
                    <a:p>
                      <a:pPr algn="ctr" fontAlgn="ctr"/>
                      <a:endParaRPr lang="ja-JP" altLang="en-US" sz="1200" b="0" i="0" u="none" strike="noStrike">
                        <a:solidFill>
                          <a:srgbClr val="000000"/>
                        </a:solidFill>
                        <a:effectLst/>
                        <a:latin typeface="+mn-ea"/>
                        <a:ea typeface="+mn-ea"/>
                      </a:endParaRPr>
                    </a:p>
                  </a:txBody>
                  <a:tcPr marL="7144" marR="7144" marT="7144" marB="0" anchor="ctr"/>
                </a:tc>
                <a:tc>
                  <a:txBody>
                    <a:bodyPr/>
                    <a:lstStyle/>
                    <a:p>
                      <a:pPr algn="ctr" fontAlgn="ctr"/>
                      <a:endParaRPr lang="ja-JP" altLang="en-US" sz="1200" b="0" i="0" u="none" strike="noStrike">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dirty="0">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dirty="0">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dirty="0">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dirty="0">
                        <a:solidFill>
                          <a:srgbClr val="000000"/>
                        </a:solidFill>
                        <a:effectLst/>
                        <a:latin typeface="+mn-ea"/>
                        <a:ea typeface="+mn-ea"/>
                      </a:endParaRPr>
                    </a:p>
                  </a:txBody>
                  <a:tcPr marL="7144" marR="7144" marT="7144" marB="0" anchor="ctr"/>
                </a:tc>
                <a:extLst>
                  <a:ext uri="{0D108BD9-81ED-4DB2-BD59-A6C34878D82A}">
                    <a16:rowId xmlns:a16="http://schemas.microsoft.com/office/drawing/2014/main" val="449961744"/>
                  </a:ext>
                </a:extLst>
              </a:tr>
              <a:tr h="335564">
                <a:tc>
                  <a:txBody>
                    <a:bodyPr/>
                    <a:lstStyle/>
                    <a:p>
                      <a:pPr algn="ctr" rtl="0" fontAlgn="ctr"/>
                      <a:endParaRPr lang="en-US" altLang="ja-JP" sz="1200" b="0" i="0" u="none" strike="noStrike" dirty="0">
                        <a:solidFill>
                          <a:srgbClr val="262626"/>
                        </a:solidFill>
                        <a:effectLst/>
                        <a:latin typeface="+mn-ea"/>
                        <a:ea typeface="+mn-ea"/>
                      </a:endParaRPr>
                    </a:p>
                  </a:txBody>
                  <a:tcPr marL="7144" marR="7144" marT="7144" marB="0" anchor="ctr"/>
                </a:tc>
                <a:tc>
                  <a:txBody>
                    <a:bodyPr/>
                    <a:lstStyle/>
                    <a:p>
                      <a:pPr algn="ctr" rtl="0" fontAlgn="ctr"/>
                      <a:endParaRPr lang="en-US" altLang="ja-JP" sz="1200" b="0" i="0" u="none" strike="noStrike" dirty="0">
                        <a:solidFill>
                          <a:srgbClr val="262626"/>
                        </a:solidFill>
                        <a:effectLst/>
                        <a:latin typeface="+mn-ea"/>
                        <a:ea typeface="+mn-ea"/>
                      </a:endParaRPr>
                    </a:p>
                  </a:txBody>
                  <a:tcPr marL="7144" marR="7144" marT="7144" marB="0" anchor="ctr"/>
                </a:tc>
                <a:tc>
                  <a:txBody>
                    <a:bodyPr/>
                    <a:lstStyle/>
                    <a:p>
                      <a:pPr algn="l" rtl="0" fontAlgn="ctr"/>
                      <a:endParaRPr lang="en-US" altLang="ja-JP" sz="1200" b="0" i="0" u="none" strike="noStrike" dirty="0">
                        <a:solidFill>
                          <a:srgbClr val="262626"/>
                        </a:solidFill>
                        <a:effectLst/>
                        <a:latin typeface="+mn-ea"/>
                        <a:ea typeface="+mn-ea"/>
                      </a:endParaRPr>
                    </a:p>
                  </a:txBody>
                  <a:tcPr marL="7144" marR="7144" marT="7144" marB="0" anchor="ctr"/>
                </a:tc>
                <a:tc>
                  <a:txBody>
                    <a:bodyPr/>
                    <a:lstStyle/>
                    <a:p>
                      <a:pPr algn="ctr" fontAlgn="ctr"/>
                      <a:endParaRPr lang="ja-JP" altLang="en-US" sz="1200" b="0" i="0" u="none" strike="noStrike">
                        <a:solidFill>
                          <a:srgbClr val="000000"/>
                        </a:solidFill>
                        <a:effectLst/>
                        <a:latin typeface="+mn-ea"/>
                        <a:ea typeface="+mn-ea"/>
                      </a:endParaRPr>
                    </a:p>
                  </a:txBody>
                  <a:tcPr marL="7144" marR="7144" marT="7144" marB="0" anchor="ctr"/>
                </a:tc>
                <a:tc>
                  <a:txBody>
                    <a:bodyPr/>
                    <a:lstStyle/>
                    <a:p>
                      <a:pPr algn="ctr" fontAlgn="ctr"/>
                      <a:endParaRPr lang="ja-JP" altLang="en-US" sz="1200" b="0" i="0" u="none" strike="noStrike">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dirty="0">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dirty="0">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dirty="0">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dirty="0">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dirty="0">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dirty="0">
                        <a:solidFill>
                          <a:srgbClr val="000000"/>
                        </a:solidFill>
                        <a:effectLst/>
                        <a:latin typeface="+mn-ea"/>
                        <a:ea typeface="+mn-ea"/>
                      </a:endParaRPr>
                    </a:p>
                  </a:txBody>
                  <a:tcPr marL="7144" marR="7144" marT="7144" marB="0" anchor="ctr"/>
                </a:tc>
                <a:extLst>
                  <a:ext uri="{0D108BD9-81ED-4DB2-BD59-A6C34878D82A}">
                    <a16:rowId xmlns:a16="http://schemas.microsoft.com/office/drawing/2014/main" val="4209105262"/>
                  </a:ext>
                </a:extLst>
              </a:tr>
              <a:tr h="335564">
                <a:tc>
                  <a:txBody>
                    <a:bodyPr/>
                    <a:lstStyle/>
                    <a:p>
                      <a:pPr algn="ctr" rtl="0" fontAlgn="ctr"/>
                      <a:r>
                        <a:rPr lang="ja-JP" altLang="en-US" sz="1200" b="0" i="0" u="none" strike="noStrike" dirty="0">
                          <a:solidFill>
                            <a:srgbClr val="262626"/>
                          </a:solidFill>
                          <a:effectLst/>
                          <a:latin typeface="+mn-ea"/>
                          <a:ea typeface="+mn-ea"/>
                        </a:rPr>
                        <a:t>２</a:t>
                      </a:r>
                      <a:endParaRPr lang="en-US" altLang="ja-JP" sz="1200" b="0" i="0" u="none" strike="noStrike" dirty="0">
                        <a:solidFill>
                          <a:srgbClr val="262626"/>
                        </a:solidFill>
                        <a:effectLst/>
                        <a:latin typeface="+mn-ea"/>
                        <a:ea typeface="+mn-ea"/>
                      </a:endParaRPr>
                    </a:p>
                  </a:txBody>
                  <a:tcPr marL="7144" marR="7144" marT="7144" marB="0" anchor="ctr"/>
                </a:tc>
                <a:tc>
                  <a:txBody>
                    <a:bodyPr/>
                    <a:lstStyle/>
                    <a:p>
                      <a:pPr algn="ctr" rtl="0" fontAlgn="ctr"/>
                      <a:r>
                        <a:rPr lang="ja-JP" altLang="en-US" sz="1200" b="0" i="0" u="none" strike="noStrike" dirty="0">
                          <a:solidFill>
                            <a:srgbClr val="262626"/>
                          </a:solidFill>
                          <a:effectLst/>
                          <a:latin typeface="+mn-ea"/>
                          <a:ea typeface="+mn-ea"/>
                        </a:rPr>
                        <a:t>要件定義</a:t>
                      </a:r>
                      <a:endParaRPr lang="en-US" altLang="ja-JP" sz="1200" b="0" i="0" u="none" strike="noStrike" dirty="0">
                        <a:solidFill>
                          <a:srgbClr val="262626"/>
                        </a:solidFill>
                        <a:effectLst/>
                        <a:latin typeface="+mn-ea"/>
                        <a:ea typeface="+mn-ea"/>
                      </a:endParaRPr>
                    </a:p>
                  </a:txBody>
                  <a:tcPr marL="7144" marR="7144" marT="7144" marB="0" anchor="ctr"/>
                </a:tc>
                <a:tc>
                  <a:txBody>
                    <a:bodyPr/>
                    <a:lstStyle/>
                    <a:p>
                      <a:pPr algn="l" rtl="0" fontAlgn="ctr"/>
                      <a:r>
                        <a:rPr lang="ja-JP" altLang="en-US" sz="1200" b="0" i="0" u="none" strike="noStrike" dirty="0">
                          <a:solidFill>
                            <a:srgbClr val="262626"/>
                          </a:solidFill>
                          <a:effectLst/>
                          <a:latin typeface="+mn-ea"/>
                          <a:ea typeface="+mn-ea"/>
                        </a:rPr>
                        <a:t>要件定義</a:t>
                      </a:r>
                      <a:endParaRPr lang="en-US" altLang="ja-JP" sz="1200" b="0" i="0" u="none" strike="noStrike" dirty="0">
                        <a:solidFill>
                          <a:srgbClr val="262626"/>
                        </a:solidFill>
                        <a:effectLst/>
                        <a:latin typeface="+mn-ea"/>
                        <a:ea typeface="+mn-ea"/>
                      </a:endParaRPr>
                    </a:p>
                    <a:p>
                      <a:pPr algn="l" rtl="0" fontAlgn="ctr"/>
                      <a:r>
                        <a:rPr lang="ja-JP" altLang="en-US" sz="1200" b="0" i="0" u="none" strike="noStrike" dirty="0">
                          <a:solidFill>
                            <a:srgbClr val="262626"/>
                          </a:solidFill>
                          <a:effectLst/>
                          <a:latin typeface="+mn-ea"/>
                          <a:ea typeface="+mn-ea"/>
                        </a:rPr>
                        <a:t>プロト作成</a:t>
                      </a:r>
                      <a:endParaRPr lang="en-US" altLang="ja-JP" sz="1200" b="0" i="0" u="none" strike="noStrike" dirty="0">
                        <a:solidFill>
                          <a:srgbClr val="262626"/>
                        </a:solidFill>
                        <a:effectLst/>
                        <a:latin typeface="+mn-ea"/>
                        <a:ea typeface="+mn-ea"/>
                      </a:endParaRPr>
                    </a:p>
                  </a:txBody>
                  <a:tcPr marL="7144" marR="7144" marT="7144" marB="0" anchor="ctr"/>
                </a:tc>
                <a:tc>
                  <a:txBody>
                    <a:bodyPr/>
                    <a:lstStyle/>
                    <a:p>
                      <a:pPr algn="ctr" fontAlgn="ctr"/>
                      <a:endParaRPr lang="ja-JP" altLang="en-US" sz="1200" b="0" i="0" u="none" strike="noStrike">
                        <a:solidFill>
                          <a:srgbClr val="000000"/>
                        </a:solidFill>
                        <a:effectLst/>
                        <a:latin typeface="+mn-ea"/>
                        <a:ea typeface="+mn-ea"/>
                      </a:endParaRPr>
                    </a:p>
                  </a:txBody>
                  <a:tcPr marL="7144" marR="7144" marT="7144" marB="0" anchor="ctr"/>
                </a:tc>
                <a:tc>
                  <a:txBody>
                    <a:bodyPr/>
                    <a:lstStyle/>
                    <a:p>
                      <a:pPr algn="ctr" fontAlgn="ctr"/>
                      <a:endParaRPr lang="ja-JP" altLang="en-US" sz="1200" b="0" i="0" u="none" strike="noStrike">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dirty="0">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dirty="0">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dirty="0">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dirty="0">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dirty="0">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dirty="0">
                        <a:solidFill>
                          <a:srgbClr val="000000"/>
                        </a:solidFill>
                        <a:effectLst/>
                        <a:latin typeface="+mn-ea"/>
                        <a:ea typeface="+mn-ea"/>
                      </a:endParaRPr>
                    </a:p>
                  </a:txBody>
                  <a:tcPr marL="7144" marR="7144" marT="7144" marB="0" anchor="ctr"/>
                </a:tc>
                <a:extLst>
                  <a:ext uri="{0D108BD9-81ED-4DB2-BD59-A6C34878D82A}">
                    <a16:rowId xmlns:a16="http://schemas.microsoft.com/office/drawing/2014/main" val="1902631333"/>
                  </a:ext>
                </a:extLst>
              </a:tr>
              <a:tr h="351145">
                <a:tc>
                  <a:txBody>
                    <a:bodyPr/>
                    <a:lstStyle/>
                    <a:p>
                      <a:pPr algn="ctr" rtl="0" fontAlgn="ctr"/>
                      <a:r>
                        <a:rPr lang="ja-JP" altLang="en-US" sz="1200" b="0" i="0" u="none" strike="noStrike">
                          <a:solidFill>
                            <a:srgbClr val="262626"/>
                          </a:solidFill>
                          <a:effectLst/>
                          <a:latin typeface="+mn-ea"/>
                          <a:ea typeface="+mn-ea"/>
                        </a:rPr>
                        <a:t>３</a:t>
                      </a:r>
                    </a:p>
                  </a:txBody>
                  <a:tcPr marL="7144" marR="7144" marT="7144" marB="0" anchor="ctr"/>
                </a:tc>
                <a:tc>
                  <a:txBody>
                    <a:bodyPr/>
                    <a:lstStyle/>
                    <a:p>
                      <a:pPr algn="ctr" rtl="0" fontAlgn="ctr"/>
                      <a:r>
                        <a:rPr lang="ja-JP" altLang="en-US" sz="1200" b="0" i="0" u="none" strike="noStrike" dirty="0">
                          <a:solidFill>
                            <a:srgbClr val="262626"/>
                          </a:solidFill>
                          <a:effectLst/>
                          <a:latin typeface="+mn-ea"/>
                          <a:ea typeface="+mn-ea"/>
                        </a:rPr>
                        <a:t>データ整備</a:t>
                      </a:r>
                      <a:endParaRPr lang="en-US" altLang="ja-JP" sz="1200" b="0" i="0" u="none" strike="noStrike" dirty="0">
                        <a:solidFill>
                          <a:srgbClr val="262626"/>
                        </a:solidFill>
                        <a:effectLst/>
                        <a:latin typeface="+mn-ea"/>
                        <a:ea typeface="+mn-ea"/>
                      </a:endParaRPr>
                    </a:p>
                  </a:txBody>
                  <a:tcPr marL="7144" marR="7144" marT="7144" marB="0" anchor="ctr"/>
                </a:tc>
                <a:tc>
                  <a:txBody>
                    <a:bodyPr/>
                    <a:lstStyle/>
                    <a:p>
                      <a:pPr algn="l" rtl="0" fontAlgn="ctr"/>
                      <a:r>
                        <a:rPr lang="ja-JP" altLang="en-US" sz="1200" b="0" i="0" u="none" strike="noStrike" dirty="0">
                          <a:solidFill>
                            <a:srgbClr val="262626"/>
                          </a:solidFill>
                          <a:effectLst/>
                          <a:latin typeface="+mn-ea"/>
                          <a:ea typeface="+mn-ea"/>
                        </a:rPr>
                        <a:t>データ整備支援</a:t>
                      </a:r>
                      <a:endParaRPr lang="en-US" altLang="ja-JP" sz="1200" b="0" i="0" u="none" strike="noStrike" dirty="0">
                        <a:solidFill>
                          <a:srgbClr val="262626"/>
                        </a:solidFill>
                        <a:effectLst/>
                        <a:latin typeface="+mn-ea"/>
                        <a:ea typeface="+mn-ea"/>
                      </a:endParaRPr>
                    </a:p>
                    <a:p>
                      <a:pPr algn="l" rtl="0" fontAlgn="ctr"/>
                      <a:r>
                        <a:rPr lang="ja-JP" altLang="en-US" sz="1200" b="0" i="0" u="none" strike="noStrike" dirty="0">
                          <a:solidFill>
                            <a:srgbClr val="262626"/>
                          </a:solidFill>
                          <a:effectLst/>
                          <a:latin typeface="+mn-ea"/>
                          <a:ea typeface="+mn-ea"/>
                        </a:rPr>
                        <a:t>計画パラメタの完成</a:t>
                      </a:r>
                    </a:p>
                  </a:txBody>
                  <a:tcPr marL="7144" marR="7144" marT="7144" marB="0" anchor="ctr"/>
                </a:tc>
                <a:tc>
                  <a:txBody>
                    <a:bodyPr/>
                    <a:lstStyle/>
                    <a:p>
                      <a:pPr algn="ctr" fontAlgn="ctr"/>
                      <a:endParaRPr lang="ja-JP" altLang="en-US" sz="1200" b="0" i="0" u="none" strike="noStrike" dirty="0">
                        <a:solidFill>
                          <a:srgbClr val="000000"/>
                        </a:solidFill>
                        <a:effectLst/>
                        <a:latin typeface="+mn-ea"/>
                        <a:ea typeface="+mn-ea"/>
                      </a:endParaRPr>
                    </a:p>
                  </a:txBody>
                  <a:tcPr marL="7144" marR="7144" marT="7144" marB="0" anchor="ctr"/>
                </a:tc>
                <a:tc>
                  <a:txBody>
                    <a:bodyPr/>
                    <a:lstStyle/>
                    <a:p>
                      <a:pPr algn="ctr" fontAlgn="ctr"/>
                      <a:endParaRPr lang="ja-JP" altLang="en-US" sz="1200" b="0" i="0" u="none" strike="noStrike" dirty="0">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dirty="0">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dirty="0">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dirty="0">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dirty="0">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dirty="0">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dirty="0">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dirty="0">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dirty="0">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dirty="0">
                        <a:solidFill>
                          <a:srgbClr val="000000"/>
                        </a:solidFill>
                        <a:effectLst/>
                        <a:latin typeface="+mn-ea"/>
                        <a:ea typeface="+mn-ea"/>
                      </a:endParaRPr>
                    </a:p>
                  </a:txBody>
                  <a:tcPr marL="7144" marR="7144" marT="7144" marB="0" anchor="ctr"/>
                </a:tc>
                <a:extLst>
                  <a:ext uri="{0D108BD9-81ED-4DB2-BD59-A6C34878D82A}">
                    <a16:rowId xmlns:a16="http://schemas.microsoft.com/office/drawing/2014/main" val="1093041446"/>
                  </a:ext>
                </a:extLst>
              </a:tr>
              <a:tr h="335564">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ja-JP" altLang="en-US" sz="1200" b="0" i="0" u="none" strike="noStrike">
                          <a:solidFill>
                            <a:srgbClr val="262626"/>
                          </a:solidFill>
                          <a:effectLst/>
                          <a:latin typeface="+mn-ea"/>
                          <a:ea typeface="+mn-ea"/>
                        </a:rPr>
                        <a:t>４</a:t>
                      </a:r>
                    </a:p>
                  </a:txBody>
                  <a:tcPr marL="7144" marR="7144" marT="7144"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ja-JP" altLang="en-US" sz="1200" b="0" i="0" u="none" strike="noStrike" dirty="0">
                          <a:solidFill>
                            <a:srgbClr val="262626"/>
                          </a:solidFill>
                          <a:effectLst/>
                          <a:latin typeface="+mn-ea"/>
                          <a:ea typeface="+mn-ea"/>
                        </a:rPr>
                        <a:t>結合テスト</a:t>
                      </a:r>
                    </a:p>
                  </a:txBody>
                  <a:tcPr marL="7144" marR="7144" marT="7144" marB="0" anchor="ct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ja-JP" altLang="en-US" sz="1200" b="0" i="0" u="none" strike="noStrike" dirty="0">
                          <a:solidFill>
                            <a:srgbClr val="262626"/>
                          </a:solidFill>
                          <a:effectLst/>
                          <a:latin typeface="+mn-ea"/>
                          <a:ea typeface="+mn-ea"/>
                        </a:rPr>
                        <a:t>結合テスト支援</a:t>
                      </a:r>
                      <a:endParaRPr lang="en-US" altLang="ja-JP" sz="1200" b="0" i="0" u="none" strike="noStrike" dirty="0">
                        <a:solidFill>
                          <a:srgbClr val="262626"/>
                        </a:solidFill>
                        <a:effectLst/>
                        <a:latin typeface="+mn-ea"/>
                        <a:ea typeface="+mn-ea"/>
                      </a:endParaRPr>
                    </a:p>
                    <a:p>
                      <a:pPr marL="0" marR="0" lvl="0" indent="0" algn="l" defTabSz="914400" rtl="0" eaLnBrk="1" fontAlgn="ctr" latinLnBrk="0" hangingPunct="1">
                        <a:lnSpc>
                          <a:spcPct val="100000"/>
                        </a:lnSpc>
                        <a:spcBef>
                          <a:spcPts val="0"/>
                        </a:spcBef>
                        <a:spcAft>
                          <a:spcPts val="0"/>
                        </a:spcAft>
                        <a:buClrTx/>
                        <a:buSzTx/>
                        <a:buFontTx/>
                        <a:buNone/>
                        <a:tabLst/>
                        <a:defRPr/>
                      </a:pPr>
                      <a:endParaRPr lang="ja-JP" altLang="en-US" sz="1200" b="0" i="0" u="none" strike="noStrike" dirty="0">
                        <a:solidFill>
                          <a:srgbClr val="262626"/>
                        </a:solidFill>
                        <a:effectLst/>
                        <a:latin typeface="+mn-ea"/>
                        <a:ea typeface="+mn-ea"/>
                      </a:endParaRPr>
                    </a:p>
                  </a:txBody>
                  <a:tcPr marL="7144" marR="7144" marT="7144" marB="0" anchor="ctr"/>
                </a:tc>
                <a:tc>
                  <a:txBody>
                    <a:bodyPr/>
                    <a:lstStyle/>
                    <a:p>
                      <a:pPr algn="ctr" fontAlgn="ctr"/>
                      <a:endParaRPr lang="ja-JP" altLang="en-US" sz="1200" b="0" i="0" u="none" strike="noStrike">
                        <a:solidFill>
                          <a:srgbClr val="000000"/>
                        </a:solidFill>
                        <a:effectLst/>
                        <a:latin typeface="+mn-ea"/>
                        <a:ea typeface="+mn-ea"/>
                      </a:endParaRPr>
                    </a:p>
                  </a:txBody>
                  <a:tcPr marL="7144" marR="7144" marT="7144" marB="0" anchor="ctr"/>
                </a:tc>
                <a:tc>
                  <a:txBody>
                    <a:bodyPr/>
                    <a:lstStyle/>
                    <a:p>
                      <a:pPr algn="ctr" fontAlgn="ctr"/>
                      <a:endParaRPr lang="ja-JP" altLang="en-US" sz="1200" b="0" i="0" u="none" strike="noStrike">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dirty="0">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dirty="0">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dirty="0">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dirty="0">
                        <a:solidFill>
                          <a:srgbClr val="000000"/>
                        </a:solidFill>
                        <a:effectLst/>
                        <a:latin typeface="+mn-ea"/>
                        <a:ea typeface="+mn-ea"/>
                      </a:endParaRPr>
                    </a:p>
                  </a:txBody>
                  <a:tcPr marL="7144" marR="7144" marT="7144" marB="0" anchor="ctr"/>
                </a:tc>
                <a:extLst>
                  <a:ext uri="{0D108BD9-81ED-4DB2-BD59-A6C34878D82A}">
                    <a16:rowId xmlns:a16="http://schemas.microsoft.com/office/drawing/2014/main" val="88912573"/>
                  </a:ext>
                </a:extLst>
              </a:tr>
              <a:tr h="335564">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ja-JP" altLang="en-US" sz="1200" b="0" i="0" u="none" strike="noStrike">
                          <a:solidFill>
                            <a:srgbClr val="262626"/>
                          </a:solidFill>
                          <a:effectLst/>
                          <a:latin typeface="+mn-ea"/>
                          <a:ea typeface="+mn-ea"/>
                        </a:rPr>
                        <a:t>５</a:t>
                      </a:r>
                    </a:p>
                  </a:txBody>
                  <a:tcPr marL="7144" marR="7144" marT="7144"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ja-JP" altLang="en-US" sz="1200" b="0" i="0" u="none" strike="noStrike" dirty="0">
                          <a:solidFill>
                            <a:srgbClr val="262626"/>
                          </a:solidFill>
                          <a:effectLst/>
                          <a:latin typeface="+mn-ea"/>
                          <a:ea typeface="+mn-ea"/>
                        </a:rPr>
                        <a:t>総合テスト</a:t>
                      </a:r>
                    </a:p>
                  </a:txBody>
                  <a:tcPr marL="7144" marR="7144" marT="7144" marB="0" anchor="ct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ja-JP" altLang="en-US" sz="1200" b="0" i="0" u="none" strike="noStrike" dirty="0">
                          <a:solidFill>
                            <a:srgbClr val="262626"/>
                          </a:solidFill>
                          <a:effectLst/>
                          <a:latin typeface="+mn-ea"/>
                          <a:ea typeface="+mn-ea"/>
                        </a:rPr>
                        <a:t>総合テスト支援</a:t>
                      </a:r>
                      <a:endParaRPr lang="en-US" altLang="ja-JP" sz="1200" b="0" i="0" u="none" strike="noStrike" dirty="0">
                        <a:solidFill>
                          <a:srgbClr val="262626"/>
                        </a:solidFill>
                        <a:effectLst/>
                        <a:latin typeface="+mn-ea"/>
                        <a:ea typeface="+mn-ea"/>
                      </a:endParaRPr>
                    </a:p>
                    <a:p>
                      <a:pPr marL="0" marR="0" lvl="0" indent="0" algn="l" defTabSz="914400" rtl="0" eaLnBrk="1" fontAlgn="ctr" latinLnBrk="0" hangingPunct="1">
                        <a:lnSpc>
                          <a:spcPct val="100000"/>
                        </a:lnSpc>
                        <a:spcBef>
                          <a:spcPts val="0"/>
                        </a:spcBef>
                        <a:spcAft>
                          <a:spcPts val="0"/>
                        </a:spcAft>
                        <a:buClrTx/>
                        <a:buSzTx/>
                        <a:buFontTx/>
                        <a:buNone/>
                        <a:tabLst/>
                        <a:defRPr/>
                      </a:pPr>
                      <a:endParaRPr lang="ja-JP" altLang="en-US" sz="1200" b="0" i="0" u="none" strike="noStrike" dirty="0">
                        <a:solidFill>
                          <a:srgbClr val="262626"/>
                        </a:solidFill>
                        <a:effectLst/>
                        <a:latin typeface="+mn-ea"/>
                        <a:ea typeface="+mn-ea"/>
                      </a:endParaRPr>
                    </a:p>
                  </a:txBody>
                  <a:tcPr marL="7144" marR="7144" marT="7144" marB="0" anchor="ctr"/>
                </a:tc>
                <a:tc>
                  <a:txBody>
                    <a:bodyPr/>
                    <a:lstStyle/>
                    <a:p>
                      <a:pPr algn="ctr" fontAlgn="ctr"/>
                      <a:endParaRPr lang="ja-JP" altLang="en-US" sz="1200" b="0" i="0" u="none" strike="noStrike">
                        <a:solidFill>
                          <a:srgbClr val="000000"/>
                        </a:solidFill>
                        <a:effectLst/>
                        <a:latin typeface="+mn-ea"/>
                        <a:ea typeface="+mn-ea"/>
                      </a:endParaRPr>
                    </a:p>
                  </a:txBody>
                  <a:tcPr marL="7144" marR="7144" marT="7144" marB="0" anchor="ctr"/>
                </a:tc>
                <a:tc>
                  <a:txBody>
                    <a:bodyPr/>
                    <a:lstStyle/>
                    <a:p>
                      <a:pPr algn="ctr" fontAlgn="ctr"/>
                      <a:endParaRPr lang="ja-JP" altLang="en-US" sz="1200" b="0" i="0" u="none" strike="noStrike">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dirty="0">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dirty="0">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dirty="0">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dirty="0">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dirty="0">
                        <a:solidFill>
                          <a:srgbClr val="000000"/>
                        </a:solidFill>
                        <a:effectLst/>
                        <a:latin typeface="+mn-ea"/>
                        <a:ea typeface="+mn-ea"/>
                      </a:endParaRPr>
                    </a:p>
                  </a:txBody>
                  <a:tcPr marL="7144" marR="7144" marT="7144" marB="0" anchor="ctr"/>
                </a:tc>
                <a:extLst>
                  <a:ext uri="{0D108BD9-81ED-4DB2-BD59-A6C34878D82A}">
                    <a16:rowId xmlns:a16="http://schemas.microsoft.com/office/drawing/2014/main" val="4167351793"/>
                  </a:ext>
                </a:extLst>
              </a:tr>
              <a:tr h="335564">
                <a:tc>
                  <a:txBody>
                    <a:bodyPr/>
                    <a:lstStyle/>
                    <a:p>
                      <a:pPr algn="ctr" rtl="0" fontAlgn="ctr"/>
                      <a:r>
                        <a:rPr lang="en-US" altLang="ja-JP" sz="1200" b="0" i="0" u="none" strike="noStrike">
                          <a:solidFill>
                            <a:srgbClr val="262626"/>
                          </a:solidFill>
                          <a:effectLst/>
                          <a:latin typeface="+mn-ea"/>
                          <a:ea typeface="+mn-ea"/>
                        </a:rPr>
                        <a:t>6</a:t>
                      </a:r>
                      <a:endParaRPr lang="ja-JP" altLang="en-US" sz="1200" b="0" i="0" u="none" strike="noStrike">
                        <a:solidFill>
                          <a:srgbClr val="262626"/>
                        </a:solidFill>
                        <a:effectLst/>
                        <a:latin typeface="+mn-ea"/>
                        <a:ea typeface="+mn-ea"/>
                      </a:endParaRPr>
                    </a:p>
                  </a:txBody>
                  <a:tcPr marL="7144" marR="7144" marT="7144"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ja-JP" altLang="en-US" sz="1200" b="0" i="0" u="none" strike="noStrike" dirty="0">
                          <a:solidFill>
                            <a:srgbClr val="262626"/>
                          </a:solidFill>
                          <a:effectLst/>
                          <a:latin typeface="+mn-ea"/>
                          <a:ea typeface="+mn-ea"/>
                        </a:rPr>
                        <a:t>本稼働支援</a:t>
                      </a:r>
                    </a:p>
                  </a:txBody>
                  <a:tcPr marL="7144" marR="7144" marT="7144" marB="0" anchor="ct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ja-JP" altLang="en-US" sz="1200" b="0" i="0" u="none" strike="noStrike" dirty="0">
                          <a:solidFill>
                            <a:srgbClr val="262626"/>
                          </a:solidFill>
                          <a:effectLst/>
                          <a:latin typeface="+mn-ea"/>
                          <a:ea typeface="+mn-ea"/>
                        </a:rPr>
                        <a:t>本番切替準備～切替実施　本番立合・フォロー</a:t>
                      </a:r>
                    </a:p>
                  </a:txBody>
                  <a:tcPr marL="7144" marR="7144" marT="7144" marB="0" anchor="ctr"/>
                </a:tc>
                <a:tc>
                  <a:txBody>
                    <a:bodyPr/>
                    <a:lstStyle/>
                    <a:p>
                      <a:pPr algn="ctr" fontAlgn="ctr"/>
                      <a:endParaRPr lang="ja-JP" altLang="en-US" sz="1200" b="0" i="0" u="none" strike="noStrike">
                        <a:solidFill>
                          <a:srgbClr val="000000"/>
                        </a:solidFill>
                        <a:effectLst/>
                        <a:latin typeface="+mn-ea"/>
                        <a:ea typeface="+mn-ea"/>
                      </a:endParaRPr>
                    </a:p>
                  </a:txBody>
                  <a:tcPr marL="7144" marR="7144" marT="7144" marB="0" anchor="ctr"/>
                </a:tc>
                <a:tc>
                  <a:txBody>
                    <a:bodyPr/>
                    <a:lstStyle>
                      <a:lvl1pPr marL="0" algn="l" defTabSz="914377" rtl="0" eaLnBrk="1" latinLnBrk="0" hangingPunct="1">
                        <a:defRPr kumimoji="1" sz="1800" kern="1200">
                          <a:solidFill>
                            <a:schemeClr val="dk1"/>
                          </a:solidFill>
                          <a:latin typeface="Calibri" panose="020F0502020204030204"/>
                        </a:defRPr>
                      </a:lvl1pPr>
                      <a:lvl2pPr marL="457189" algn="l" defTabSz="914377" rtl="0" eaLnBrk="1" latinLnBrk="0" hangingPunct="1">
                        <a:defRPr kumimoji="1" sz="1800" kern="1200">
                          <a:solidFill>
                            <a:schemeClr val="dk1"/>
                          </a:solidFill>
                          <a:latin typeface="Calibri" panose="020F0502020204030204"/>
                        </a:defRPr>
                      </a:lvl2pPr>
                      <a:lvl3pPr marL="914377" algn="l" defTabSz="914377" rtl="0" eaLnBrk="1" latinLnBrk="0" hangingPunct="1">
                        <a:defRPr kumimoji="1" sz="1800" kern="1200">
                          <a:solidFill>
                            <a:schemeClr val="dk1"/>
                          </a:solidFill>
                          <a:latin typeface="Calibri" panose="020F0502020204030204"/>
                        </a:defRPr>
                      </a:lvl3pPr>
                      <a:lvl4pPr marL="1371566" algn="l" defTabSz="914377" rtl="0" eaLnBrk="1" latinLnBrk="0" hangingPunct="1">
                        <a:defRPr kumimoji="1" sz="1800" kern="1200">
                          <a:solidFill>
                            <a:schemeClr val="dk1"/>
                          </a:solidFill>
                          <a:latin typeface="Calibri" panose="020F0502020204030204"/>
                        </a:defRPr>
                      </a:lvl4pPr>
                      <a:lvl5pPr marL="1828754" algn="l" defTabSz="914377" rtl="0" eaLnBrk="1" latinLnBrk="0" hangingPunct="1">
                        <a:defRPr kumimoji="1" sz="1800" kern="1200">
                          <a:solidFill>
                            <a:schemeClr val="dk1"/>
                          </a:solidFill>
                          <a:latin typeface="Calibri" panose="020F0502020204030204"/>
                        </a:defRPr>
                      </a:lvl5pPr>
                      <a:lvl6pPr marL="2285943" algn="l" defTabSz="914377" rtl="0" eaLnBrk="1" latinLnBrk="0" hangingPunct="1">
                        <a:defRPr kumimoji="1" sz="1800" kern="1200">
                          <a:solidFill>
                            <a:schemeClr val="dk1"/>
                          </a:solidFill>
                          <a:latin typeface="Calibri" panose="020F0502020204030204"/>
                        </a:defRPr>
                      </a:lvl6pPr>
                      <a:lvl7pPr marL="2743131" algn="l" defTabSz="914377" rtl="0" eaLnBrk="1" latinLnBrk="0" hangingPunct="1">
                        <a:defRPr kumimoji="1" sz="1800" kern="1200">
                          <a:solidFill>
                            <a:schemeClr val="dk1"/>
                          </a:solidFill>
                          <a:latin typeface="Calibri" panose="020F0502020204030204"/>
                        </a:defRPr>
                      </a:lvl7pPr>
                      <a:lvl8pPr marL="3200320" algn="l" defTabSz="914377" rtl="0" eaLnBrk="1" latinLnBrk="0" hangingPunct="1">
                        <a:defRPr kumimoji="1" sz="1800" kern="1200">
                          <a:solidFill>
                            <a:schemeClr val="dk1"/>
                          </a:solidFill>
                          <a:latin typeface="Calibri" panose="020F0502020204030204"/>
                        </a:defRPr>
                      </a:lvl8pPr>
                      <a:lvl9pPr marL="3657509" algn="l" defTabSz="914377" rtl="0" eaLnBrk="1" latinLnBrk="0" hangingPunct="1">
                        <a:defRPr kumimoji="1" sz="1800" kern="1200">
                          <a:solidFill>
                            <a:schemeClr val="dk1"/>
                          </a:solidFill>
                          <a:latin typeface="Calibri" panose="020F0502020204030204"/>
                        </a:defRPr>
                      </a:lvl9pPr>
                    </a:lstStyle>
                    <a:p>
                      <a:pPr algn="ctr" fontAlgn="ctr"/>
                      <a:endParaRPr lang="ja-JP" altLang="en-US" sz="1200" b="0" i="0" u="none" strike="noStrike">
                        <a:solidFill>
                          <a:srgbClr val="000000"/>
                        </a:solidFill>
                        <a:effectLst/>
                        <a:latin typeface="+mn-ea"/>
                        <a:ea typeface="+mn-ea"/>
                      </a:endParaRPr>
                    </a:p>
                  </a:txBody>
                  <a:tcPr marL="7144" marR="7144" marT="7144" marB="0" anchor="ctr"/>
                </a:tc>
                <a:tc>
                  <a:txBody>
                    <a:bodyPr/>
                    <a:lstStyle>
                      <a:lvl1pPr marL="0" algn="l" defTabSz="914377" rtl="0" eaLnBrk="1" latinLnBrk="0" hangingPunct="1">
                        <a:defRPr kumimoji="1" sz="1800" kern="1200">
                          <a:solidFill>
                            <a:schemeClr val="dk1"/>
                          </a:solidFill>
                          <a:latin typeface="Calibri" panose="020F0502020204030204"/>
                        </a:defRPr>
                      </a:lvl1pPr>
                      <a:lvl2pPr marL="457189" algn="l" defTabSz="914377" rtl="0" eaLnBrk="1" latinLnBrk="0" hangingPunct="1">
                        <a:defRPr kumimoji="1" sz="1800" kern="1200">
                          <a:solidFill>
                            <a:schemeClr val="dk1"/>
                          </a:solidFill>
                          <a:latin typeface="Calibri" panose="020F0502020204030204"/>
                        </a:defRPr>
                      </a:lvl2pPr>
                      <a:lvl3pPr marL="914377" algn="l" defTabSz="914377" rtl="0" eaLnBrk="1" latinLnBrk="0" hangingPunct="1">
                        <a:defRPr kumimoji="1" sz="1800" kern="1200">
                          <a:solidFill>
                            <a:schemeClr val="dk1"/>
                          </a:solidFill>
                          <a:latin typeface="Calibri" panose="020F0502020204030204"/>
                        </a:defRPr>
                      </a:lvl3pPr>
                      <a:lvl4pPr marL="1371566" algn="l" defTabSz="914377" rtl="0" eaLnBrk="1" latinLnBrk="0" hangingPunct="1">
                        <a:defRPr kumimoji="1" sz="1800" kern="1200">
                          <a:solidFill>
                            <a:schemeClr val="dk1"/>
                          </a:solidFill>
                          <a:latin typeface="Calibri" panose="020F0502020204030204"/>
                        </a:defRPr>
                      </a:lvl4pPr>
                      <a:lvl5pPr marL="1828754" algn="l" defTabSz="914377" rtl="0" eaLnBrk="1" latinLnBrk="0" hangingPunct="1">
                        <a:defRPr kumimoji="1" sz="1800" kern="1200">
                          <a:solidFill>
                            <a:schemeClr val="dk1"/>
                          </a:solidFill>
                          <a:latin typeface="Calibri" panose="020F0502020204030204"/>
                        </a:defRPr>
                      </a:lvl5pPr>
                      <a:lvl6pPr marL="2285943" algn="l" defTabSz="914377" rtl="0" eaLnBrk="1" latinLnBrk="0" hangingPunct="1">
                        <a:defRPr kumimoji="1" sz="1800" kern="1200">
                          <a:solidFill>
                            <a:schemeClr val="dk1"/>
                          </a:solidFill>
                          <a:latin typeface="Calibri" panose="020F0502020204030204"/>
                        </a:defRPr>
                      </a:lvl6pPr>
                      <a:lvl7pPr marL="2743131" algn="l" defTabSz="914377" rtl="0" eaLnBrk="1" latinLnBrk="0" hangingPunct="1">
                        <a:defRPr kumimoji="1" sz="1800" kern="1200">
                          <a:solidFill>
                            <a:schemeClr val="dk1"/>
                          </a:solidFill>
                          <a:latin typeface="Calibri" panose="020F0502020204030204"/>
                        </a:defRPr>
                      </a:lvl7pPr>
                      <a:lvl8pPr marL="3200320" algn="l" defTabSz="914377" rtl="0" eaLnBrk="1" latinLnBrk="0" hangingPunct="1">
                        <a:defRPr kumimoji="1" sz="1800" kern="1200">
                          <a:solidFill>
                            <a:schemeClr val="dk1"/>
                          </a:solidFill>
                          <a:latin typeface="Calibri" panose="020F0502020204030204"/>
                        </a:defRPr>
                      </a:lvl8pPr>
                      <a:lvl9pPr marL="3657509" algn="l" defTabSz="914377" rtl="0" eaLnBrk="1" latinLnBrk="0" hangingPunct="1">
                        <a:defRPr kumimoji="1" sz="1800" kern="1200">
                          <a:solidFill>
                            <a:schemeClr val="dk1"/>
                          </a:solidFill>
                          <a:latin typeface="Calibri" panose="020F0502020204030204"/>
                        </a:defRPr>
                      </a:lvl9pPr>
                    </a:lstStyle>
                    <a:p>
                      <a:pPr algn="ctr" fontAlgn="ctr"/>
                      <a:endParaRPr lang="ja-JP" altLang="en-US" sz="1600" b="0" i="0" u="none" strike="noStrike">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dirty="0">
                        <a:solidFill>
                          <a:srgbClr val="000000"/>
                        </a:solidFill>
                        <a:effectLst/>
                        <a:latin typeface="+mn-ea"/>
                        <a:ea typeface="+mn-ea"/>
                      </a:endParaRPr>
                    </a:p>
                  </a:txBody>
                  <a:tcPr marL="7144" marR="7144" marT="7144" marB="0" anchor="ctr"/>
                </a:tc>
                <a:tc>
                  <a:txBody>
                    <a:bodyPr/>
                    <a:lstStyle>
                      <a:lvl1pPr marL="0" algn="l" defTabSz="914377" rtl="0" eaLnBrk="1" latinLnBrk="0" hangingPunct="1">
                        <a:defRPr kumimoji="1" sz="1800" kern="1200">
                          <a:solidFill>
                            <a:schemeClr val="dk1"/>
                          </a:solidFill>
                          <a:latin typeface="Calibri" panose="020F0502020204030204"/>
                        </a:defRPr>
                      </a:lvl1pPr>
                      <a:lvl2pPr marL="457189" algn="l" defTabSz="914377" rtl="0" eaLnBrk="1" latinLnBrk="0" hangingPunct="1">
                        <a:defRPr kumimoji="1" sz="1800" kern="1200">
                          <a:solidFill>
                            <a:schemeClr val="dk1"/>
                          </a:solidFill>
                          <a:latin typeface="Calibri" panose="020F0502020204030204"/>
                        </a:defRPr>
                      </a:lvl2pPr>
                      <a:lvl3pPr marL="914377" algn="l" defTabSz="914377" rtl="0" eaLnBrk="1" latinLnBrk="0" hangingPunct="1">
                        <a:defRPr kumimoji="1" sz="1800" kern="1200">
                          <a:solidFill>
                            <a:schemeClr val="dk1"/>
                          </a:solidFill>
                          <a:latin typeface="Calibri" panose="020F0502020204030204"/>
                        </a:defRPr>
                      </a:lvl3pPr>
                      <a:lvl4pPr marL="1371566" algn="l" defTabSz="914377" rtl="0" eaLnBrk="1" latinLnBrk="0" hangingPunct="1">
                        <a:defRPr kumimoji="1" sz="1800" kern="1200">
                          <a:solidFill>
                            <a:schemeClr val="dk1"/>
                          </a:solidFill>
                          <a:latin typeface="Calibri" panose="020F0502020204030204"/>
                        </a:defRPr>
                      </a:lvl4pPr>
                      <a:lvl5pPr marL="1828754" algn="l" defTabSz="914377" rtl="0" eaLnBrk="1" latinLnBrk="0" hangingPunct="1">
                        <a:defRPr kumimoji="1" sz="1800" kern="1200">
                          <a:solidFill>
                            <a:schemeClr val="dk1"/>
                          </a:solidFill>
                          <a:latin typeface="Calibri" panose="020F0502020204030204"/>
                        </a:defRPr>
                      </a:lvl5pPr>
                      <a:lvl6pPr marL="2285943" algn="l" defTabSz="914377" rtl="0" eaLnBrk="1" latinLnBrk="0" hangingPunct="1">
                        <a:defRPr kumimoji="1" sz="1800" kern="1200">
                          <a:solidFill>
                            <a:schemeClr val="dk1"/>
                          </a:solidFill>
                          <a:latin typeface="Calibri" panose="020F0502020204030204"/>
                        </a:defRPr>
                      </a:lvl6pPr>
                      <a:lvl7pPr marL="2743131" algn="l" defTabSz="914377" rtl="0" eaLnBrk="1" latinLnBrk="0" hangingPunct="1">
                        <a:defRPr kumimoji="1" sz="1800" kern="1200">
                          <a:solidFill>
                            <a:schemeClr val="dk1"/>
                          </a:solidFill>
                          <a:latin typeface="Calibri" panose="020F0502020204030204"/>
                        </a:defRPr>
                      </a:lvl7pPr>
                      <a:lvl8pPr marL="3200320" algn="l" defTabSz="914377" rtl="0" eaLnBrk="1" latinLnBrk="0" hangingPunct="1">
                        <a:defRPr kumimoji="1" sz="1800" kern="1200">
                          <a:solidFill>
                            <a:schemeClr val="dk1"/>
                          </a:solidFill>
                          <a:latin typeface="Calibri" panose="020F0502020204030204"/>
                        </a:defRPr>
                      </a:lvl8pPr>
                      <a:lvl9pPr marL="3657509" algn="l" defTabSz="914377" rtl="0" eaLnBrk="1" latinLnBrk="0" hangingPunct="1">
                        <a:defRPr kumimoji="1" sz="1800" kern="1200">
                          <a:solidFill>
                            <a:schemeClr val="dk1"/>
                          </a:solidFill>
                          <a:latin typeface="Calibri" panose="020F0502020204030204"/>
                        </a:defRPr>
                      </a:lvl9pPr>
                    </a:lstStyle>
                    <a:p>
                      <a:pPr algn="ctr" fontAlgn="ctr"/>
                      <a:endParaRPr lang="ja-JP" altLang="en-US" sz="1600" b="0" i="0" u="none" strike="noStrike" dirty="0">
                        <a:solidFill>
                          <a:srgbClr val="000000"/>
                        </a:solidFill>
                        <a:effectLst/>
                        <a:latin typeface="+mn-ea"/>
                        <a:ea typeface="+mn-ea"/>
                      </a:endParaRPr>
                    </a:p>
                  </a:txBody>
                  <a:tcPr marL="7144" marR="7144" marT="7144" marB="0" anchor="ctr"/>
                </a:tc>
                <a:tc>
                  <a:txBody>
                    <a:bodyPr/>
                    <a:lstStyle>
                      <a:lvl1pPr marL="0" algn="l" defTabSz="914377" rtl="0" eaLnBrk="1" latinLnBrk="0" hangingPunct="1">
                        <a:defRPr kumimoji="1" sz="1800" kern="1200">
                          <a:solidFill>
                            <a:schemeClr val="dk1"/>
                          </a:solidFill>
                          <a:latin typeface="Calibri" panose="020F0502020204030204"/>
                        </a:defRPr>
                      </a:lvl1pPr>
                      <a:lvl2pPr marL="457189" algn="l" defTabSz="914377" rtl="0" eaLnBrk="1" latinLnBrk="0" hangingPunct="1">
                        <a:defRPr kumimoji="1" sz="1800" kern="1200">
                          <a:solidFill>
                            <a:schemeClr val="dk1"/>
                          </a:solidFill>
                          <a:latin typeface="Calibri" panose="020F0502020204030204"/>
                        </a:defRPr>
                      </a:lvl2pPr>
                      <a:lvl3pPr marL="914377" algn="l" defTabSz="914377" rtl="0" eaLnBrk="1" latinLnBrk="0" hangingPunct="1">
                        <a:defRPr kumimoji="1" sz="1800" kern="1200">
                          <a:solidFill>
                            <a:schemeClr val="dk1"/>
                          </a:solidFill>
                          <a:latin typeface="Calibri" panose="020F0502020204030204"/>
                        </a:defRPr>
                      </a:lvl3pPr>
                      <a:lvl4pPr marL="1371566" algn="l" defTabSz="914377" rtl="0" eaLnBrk="1" latinLnBrk="0" hangingPunct="1">
                        <a:defRPr kumimoji="1" sz="1800" kern="1200">
                          <a:solidFill>
                            <a:schemeClr val="dk1"/>
                          </a:solidFill>
                          <a:latin typeface="Calibri" panose="020F0502020204030204"/>
                        </a:defRPr>
                      </a:lvl4pPr>
                      <a:lvl5pPr marL="1828754" algn="l" defTabSz="914377" rtl="0" eaLnBrk="1" latinLnBrk="0" hangingPunct="1">
                        <a:defRPr kumimoji="1" sz="1800" kern="1200">
                          <a:solidFill>
                            <a:schemeClr val="dk1"/>
                          </a:solidFill>
                          <a:latin typeface="Calibri" panose="020F0502020204030204"/>
                        </a:defRPr>
                      </a:lvl5pPr>
                      <a:lvl6pPr marL="2285943" algn="l" defTabSz="914377" rtl="0" eaLnBrk="1" latinLnBrk="0" hangingPunct="1">
                        <a:defRPr kumimoji="1" sz="1800" kern="1200">
                          <a:solidFill>
                            <a:schemeClr val="dk1"/>
                          </a:solidFill>
                          <a:latin typeface="Calibri" panose="020F0502020204030204"/>
                        </a:defRPr>
                      </a:lvl6pPr>
                      <a:lvl7pPr marL="2743131" algn="l" defTabSz="914377" rtl="0" eaLnBrk="1" latinLnBrk="0" hangingPunct="1">
                        <a:defRPr kumimoji="1" sz="1800" kern="1200">
                          <a:solidFill>
                            <a:schemeClr val="dk1"/>
                          </a:solidFill>
                          <a:latin typeface="Calibri" panose="020F0502020204030204"/>
                        </a:defRPr>
                      </a:lvl7pPr>
                      <a:lvl8pPr marL="3200320" algn="l" defTabSz="914377" rtl="0" eaLnBrk="1" latinLnBrk="0" hangingPunct="1">
                        <a:defRPr kumimoji="1" sz="1800" kern="1200">
                          <a:solidFill>
                            <a:schemeClr val="dk1"/>
                          </a:solidFill>
                          <a:latin typeface="Calibri" panose="020F0502020204030204"/>
                        </a:defRPr>
                      </a:lvl8pPr>
                      <a:lvl9pPr marL="3657509" algn="l" defTabSz="914377" rtl="0" eaLnBrk="1" latinLnBrk="0" hangingPunct="1">
                        <a:defRPr kumimoji="1" sz="1800" kern="1200">
                          <a:solidFill>
                            <a:schemeClr val="dk1"/>
                          </a:solidFill>
                          <a:latin typeface="Calibri" panose="020F0502020204030204"/>
                        </a:defRPr>
                      </a:lvl9pPr>
                    </a:lstStyle>
                    <a:p>
                      <a:pPr algn="ctr" fontAlgn="ctr"/>
                      <a:endParaRPr lang="ja-JP" altLang="en-US" sz="1600" b="0" i="0" u="none" strike="noStrike">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dirty="0">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dirty="0">
                        <a:solidFill>
                          <a:srgbClr val="000000"/>
                        </a:solidFill>
                        <a:effectLst/>
                        <a:latin typeface="+mn-ea"/>
                        <a:ea typeface="+mn-ea"/>
                      </a:endParaRPr>
                    </a:p>
                  </a:txBody>
                  <a:tcPr marL="7144" marR="7144" marT="7144" marB="0" anchor="ctr"/>
                </a:tc>
                <a:extLst>
                  <a:ext uri="{0D108BD9-81ED-4DB2-BD59-A6C34878D82A}">
                    <a16:rowId xmlns:a16="http://schemas.microsoft.com/office/drawing/2014/main" val="3812943794"/>
                  </a:ext>
                </a:extLst>
              </a:tr>
              <a:tr h="335564">
                <a:tc>
                  <a:txBody>
                    <a:bodyPr/>
                    <a:lstStyle/>
                    <a:p>
                      <a:pPr algn="ctr" rtl="0" fontAlgn="ctr"/>
                      <a:endParaRPr lang="ja-JP" altLang="en-US" sz="1200" b="0" i="0" u="none" strike="noStrike" dirty="0">
                        <a:solidFill>
                          <a:srgbClr val="262626"/>
                        </a:solidFill>
                        <a:effectLst/>
                        <a:latin typeface="+mn-ea"/>
                        <a:ea typeface="+mn-ea"/>
                      </a:endParaRPr>
                    </a:p>
                  </a:txBody>
                  <a:tcPr marL="7144" marR="7144" marT="7144" marB="0" anchor="ctr"/>
                </a:tc>
                <a:tc>
                  <a:txBody>
                    <a:bodyPr/>
                    <a:lstStyle/>
                    <a:p>
                      <a:pPr algn="ctr" rtl="0" fontAlgn="ctr"/>
                      <a:endParaRPr lang="ja-JP" altLang="en-US" sz="1200" b="0" i="0" u="none" strike="noStrike" dirty="0">
                        <a:solidFill>
                          <a:srgbClr val="262626"/>
                        </a:solidFill>
                        <a:effectLst/>
                        <a:latin typeface="+mn-ea"/>
                        <a:ea typeface="+mn-ea"/>
                      </a:endParaRPr>
                    </a:p>
                  </a:txBody>
                  <a:tcPr marL="7144" marR="7144" marT="7144" marB="0" anchor="ctr"/>
                </a:tc>
                <a:tc>
                  <a:txBody>
                    <a:bodyPr/>
                    <a:lstStyle/>
                    <a:p>
                      <a:pPr algn="l" rtl="0" fontAlgn="ctr"/>
                      <a:endParaRPr lang="ja-JP" altLang="en-US" sz="1200" b="0" i="0" u="none" strike="noStrike" dirty="0">
                        <a:solidFill>
                          <a:srgbClr val="262626"/>
                        </a:solidFill>
                        <a:effectLst/>
                        <a:latin typeface="+mn-ea"/>
                        <a:ea typeface="+mn-ea"/>
                      </a:endParaRPr>
                    </a:p>
                  </a:txBody>
                  <a:tcPr marL="7144" marR="7144" marT="7144" marB="0" anchor="ctr"/>
                </a:tc>
                <a:tc>
                  <a:txBody>
                    <a:bodyPr/>
                    <a:lstStyle/>
                    <a:p>
                      <a:pPr algn="ctr" fontAlgn="ctr"/>
                      <a:endParaRPr lang="ja-JP" altLang="en-US" sz="1200" b="0" i="0" u="none" strike="noStrike" dirty="0">
                        <a:solidFill>
                          <a:srgbClr val="000000"/>
                        </a:solidFill>
                        <a:effectLst/>
                        <a:latin typeface="+mn-ea"/>
                        <a:ea typeface="+mn-ea"/>
                      </a:endParaRPr>
                    </a:p>
                  </a:txBody>
                  <a:tcPr marL="7144" marR="7144" marT="7144" marB="0" anchor="ctr"/>
                </a:tc>
                <a:tc>
                  <a:txBody>
                    <a:bodyPr/>
                    <a:lstStyle/>
                    <a:p>
                      <a:pPr algn="ctr" fontAlgn="ctr"/>
                      <a:endParaRPr lang="ja-JP" altLang="en-US" sz="1200" b="0" i="0" u="none" strike="noStrike" dirty="0">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dirty="0">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dirty="0">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dirty="0">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dirty="0">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dirty="0">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dirty="0">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dirty="0">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dirty="0">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dirty="0">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dirty="0">
                        <a:solidFill>
                          <a:srgbClr val="000000"/>
                        </a:solidFill>
                        <a:effectLst/>
                        <a:latin typeface="+mn-ea"/>
                        <a:ea typeface="+mn-ea"/>
                      </a:endParaRPr>
                    </a:p>
                  </a:txBody>
                  <a:tcPr marL="7144" marR="7144" marT="7144" marB="0" anchor="ctr"/>
                </a:tc>
                <a:extLst>
                  <a:ext uri="{0D108BD9-81ED-4DB2-BD59-A6C34878D82A}">
                    <a16:rowId xmlns:a16="http://schemas.microsoft.com/office/drawing/2014/main" val="356627860"/>
                  </a:ext>
                </a:extLst>
              </a:tr>
              <a:tr h="335564">
                <a:tc>
                  <a:txBody>
                    <a:bodyPr/>
                    <a:lstStyle/>
                    <a:p>
                      <a:pPr algn="ctr" rtl="0" fontAlgn="ctr"/>
                      <a:r>
                        <a:rPr lang="ja-JP" altLang="en-US" sz="1200" b="0" i="0" u="none" strike="noStrike" dirty="0">
                          <a:solidFill>
                            <a:srgbClr val="262626"/>
                          </a:solidFill>
                          <a:effectLst/>
                          <a:latin typeface="+mn-ea"/>
                          <a:ea typeface="+mn-ea"/>
                        </a:rPr>
                        <a:t>７</a:t>
                      </a:r>
                    </a:p>
                  </a:txBody>
                  <a:tcPr marL="7144" marR="7144" marT="7144" marB="0" anchor="ctr"/>
                </a:tc>
                <a:tc>
                  <a:txBody>
                    <a:bodyPr/>
                    <a:lstStyle/>
                    <a:p>
                      <a:pPr algn="ctr" rtl="0" fontAlgn="ctr"/>
                      <a:r>
                        <a:rPr lang="ja-JP" altLang="en-US" sz="1200" b="0" i="0" u="none" strike="noStrike" dirty="0">
                          <a:solidFill>
                            <a:srgbClr val="262626"/>
                          </a:solidFill>
                          <a:effectLst/>
                          <a:latin typeface="+mn-ea"/>
                          <a:ea typeface="+mn-ea"/>
                        </a:rPr>
                        <a:t>追加</a:t>
                      </a:r>
                      <a:r>
                        <a:rPr lang="en-US" altLang="ja-JP" sz="1200" b="0" i="0" u="none" strike="noStrike" dirty="0">
                          <a:solidFill>
                            <a:srgbClr val="262626"/>
                          </a:solidFill>
                          <a:effectLst/>
                          <a:latin typeface="+mn-ea"/>
                          <a:ea typeface="+mn-ea"/>
                        </a:rPr>
                        <a:t>PG</a:t>
                      </a:r>
                      <a:r>
                        <a:rPr lang="ja-JP" altLang="en-US" sz="1200" b="0" i="0" u="none" strike="noStrike" dirty="0">
                          <a:solidFill>
                            <a:srgbClr val="262626"/>
                          </a:solidFill>
                          <a:effectLst/>
                          <a:latin typeface="+mn-ea"/>
                          <a:ea typeface="+mn-ea"/>
                        </a:rPr>
                        <a:t>開発</a:t>
                      </a:r>
                    </a:p>
                  </a:txBody>
                  <a:tcPr marL="7144" marR="7144" marT="7144" marB="0" anchor="ctr"/>
                </a:tc>
                <a:tc>
                  <a:txBody>
                    <a:bodyPr/>
                    <a:lstStyle/>
                    <a:p>
                      <a:pPr algn="l" rtl="0" fontAlgn="ctr"/>
                      <a:r>
                        <a:rPr lang="ja-JP" altLang="en-US" sz="1200" b="0" i="0" u="none" strike="noStrike" dirty="0">
                          <a:solidFill>
                            <a:srgbClr val="262626"/>
                          </a:solidFill>
                          <a:effectLst/>
                          <a:latin typeface="+mn-ea"/>
                          <a:ea typeface="+mn-ea"/>
                        </a:rPr>
                        <a:t>要件定義</a:t>
                      </a:r>
                    </a:p>
                  </a:txBody>
                  <a:tcPr marL="7144" marR="7144" marT="7144" marB="0" anchor="ctr"/>
                </a:tc>
                <a:tc>
                  <a:txBody>
                    <a:bodyPr/>
                    <a:lstStyle/>
                    <a:p>
                      <a:pPr algn="ctr" fontAlgn="ctr"/>
                      <a:endParaRPr lang="ja-JP" altLang="en-US" sz="1200" b="0" i="0" u="none" strike="noStrike" dirty="0">
                        <a:solidFill>
                          <a:srgbClr val="000000"/>
                        </a:solidFill>
                        <a:effectLst/>
                        <a:latin typeface="+mn-ea"/>
                        <a:ea typeface="+mn-ea"/>
                      </a:endParaRPr>
                    </a:p>
                  </a:txBody>
                  <a:tcPr marL="7144" marR="7144" marT="7144" marB="0" anchor="ctr"/>
                </a:tc>
                <a:tc>
                  <a:txBody>
                    <a:bodyPr/>
                    <a:lstStyle/>
                    <a:p>
                      <a:pPr algn="ctr" fontAlgn="ctr"/>
                      <a:endParaRPr lang="ja-JP" altLang="en-US" sz="1200" b="0" i="0" u="none" strike="noStrike">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dirty="0">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dirty="0">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dirty="0">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dirty="0">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dirty="0">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dirty="0">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dirty="0">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dirty="0">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dirty="0">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dirty="0">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dirty="0">
                        <a:solidFill>
                          <a:srgbClr val="000000"/>
                        </a:solidFill>
                        <a:effectLst/>
                        <a:latin typeface="+mn-ea"/>
                        <a:ea typeface="+mn-ea"/>
                      </a:endParaRPr>
                    </a:p>
                  </a:txBody>
                  <a:tcPr marL="7144" marR="7144" marT="7144" marB="0" anchor="ctr"/>
                </a:tc>
                <a:extLst>
                  <a:ext uri="{0D108BD9-81ED-4DB2-BD59-A6C34878D82A}">
                    <a16:rowId xmlns:a16="http://schemas.microsoft.com/office/drawing/2014/main" val="3109944086"/>
                  </a:ext>
                </a:extLst>
              </a:tr>
              <a:tr h="335564">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ja-JP" altLang="en-US" sz="1200" b="0" i="0" u="none" strike="noStrike" dirty="0">
                          <a:solidFill>
                            <a:srgbClr val="262626"/>
                          </a:solidFill>
                          <a:effectLst/>
                          <a:latin typeface="+mn-ea"/>
                          <a:ea typeface="+mn-ea"/>
                        </a:rPr>
                        <a:t>８</a:t>
                      </a:r>
                    </a:p>
                  </a:txBody>
                  <a:tcPr marL="7144" marR="7144" marT="7144" marB="0" anchor="ctr"/>
                </a:tc>
                <a:tc>
                  <a:txBody>
                    <a:bodyPr/>
                    <a:lstStyle/>
                    <a:p>
                      <a:pPr algn="ctr" rtl="0" fontAlgn="ctr"/>
                      <a:r>
                        <a:rPr lang="ja-JP" altLang="en-US" sz="1200" b="0" i="0" u="none" strike="noStrike" dirty="0">
                          <a:solidFill>
                            <a:srgbClr val="262626"/>
                          </a:solidFill>
                          <a:effectLst/>
                          <a:latin typeface="+mn-ea"/>
                          <a:ea typeface="+mn-ea"/>
                        </a:rPr>
                        <a:t>開発</a:t>
                      </a:r>
                    </a:p>
                  </a:txBody>
                  <a:tcPr marL="7144" marR="7144" marT="7144" marB="0" anchor="ctr"/>
                </a:tc>
                <a:tc>
                  <a:txBody>
                    <a:bodyPr/>
                    <a:lstStyle/>
                    <a:p>
                      <a:pPr algn="l" rtl="0" fontAlgn="ctr"/>
                      <a:r>
                        <a:rPr lang="ja-JP" altLang="en-US" sz="1200" b="0" i="0" u="none" strike="noStrike" dirty="0">
                          <a:solidFill>
                            <a:srgbClr val="262626"/>
                          </a:solidFill>
                          <a:effectLst/>
                          <a:latin typeface="+mn-ea"/>
                          <a:ea typeface="+mn-ea"/>
                        </a:rPr>
                        <a:t>概要設計～結合テスト</a:t>
                      </a:r>
                    </a:p>
                  </a:txBody>
                  <a:tcPr marL="7144" marR="7144" marT="7144" marB="0" anchor="ctr"/>
                </a:tc>
                <a:tc>
                  <a:txBody>
                    <a:bodyPr/>
                    <a:lstStyle/>
                    <a:p>
                      <a:pPr algn="ctr" fontAlgn="ctr"/>
                      <a:endParaRPr lang="ja-JP" altLang="en-US" sz="1200" b="0" i="0" u="none" strike="noStrike" dirty="0">
                        <a:solidFill>
                          <a:srgbClr val="000000"/>
                        </a:solidFill>
                        <a:effectLst/>
                        <a:latin typeface="+mn-ea"/>
                        <a:ea typeface="+mn-ea"/>
                      </a:endParaRPr>
                    </a:p>
                  </a:txBody>
                  <a:tcPr marL="7144" marR="7144" marT="7144" marB="0" anchor="ctr"/>
                </a:tc>
                <a:tc>
                  <a:txBody>
                    <a:bodyPr/>
                    <a:lstStyle/>
                    <a:p>
                      <a:pPr algn="ctr" fontAlgn="ctr"/>
                      <a:endParaRPr lang="ja-JP" altLang="en-US" sz="1200" b="0" i="0" u="none" strike="noStrike" dirty="0">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dirty="0">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dirty="0">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dirty="0">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dirty="0">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dirty="0">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dirty="0">
                        <a:solidFill>
                          <a:srgbClr val="000000"/>
                        </a:solidFill>
                        <a:effectLst/>
                        <a:latin typeface="+mn-ea"/>
                        <a:ea typeface="+mn-ea"/>
                      </a:endParaRPr>
                    </a:p>
                  </a:txBody>
                  <a:tcPr marL="7144" marR="7144" marT="7144" marB="0" anchor="ctr"/>
                </a:tc>
                <a:extLst>
                  <a:ext uri="{0D108BD9-81ED-4DB2-BD59-A6C34878D82A}">
                    <a16:rowId xmlns:a16="http://schemas.microsoft.com/office/drawing/2014/main" val="1156187830"/>
                  </a:ext>
                </a:extLst>
              </a:tr>
              <a:tr h="335564">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ja-JP" altLang="en-US" sz="1200" b="0" i="0" u="none" strike="noStrike" dirty="0">
                          <a:solidFill>
                            <a:srgbClr val="262626"/>
                          </a:solidFill>
                          <a:effectLst/>
                          <a:latin typeface="+mn-ea"/>
                          <a:ea typeface="+mn-ea"/>
                        </a:rPr>
                        <a:t>９</a:t>
                      </a:r>
                    </a:p>
                  </a:txBody>
                  <a:tcPr marL="7144" marR="7144" marT="7144"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ja-JP" altLang="en-US" sz="1200" b="0" i="0" u="none" strike="noStrike" dirty="0">
                          <a:solidFill>
                            <a:srgbClr val="262626"/>
                          </a:solidFill>
                          <a:effectLst/>
                          <a:latin typeface="+mn-ea"/>
                          <a:ea typeface="+mn-ea"/>
                        </a:rPr>
                        <a:t>テスト</a:t>
                      </a:r>
                    </a:p>
                  </a:txBody>
                  <a:tcPr marL="7144" marR="7144" marT="7144" marB="0" anchor="ct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ja-JP" altLang="en-US" sz="1200" b="0" i="0" u="none" strike="noStrike" dirty="0">
                          <a:solidFill>
                            <a:srgbClr val="262626"/>
                          </a:solidFill>
                          <a:effectLst/>
                          <a:latin typeface="+mn-ea"/>
                          <a:ea typeface="+mn-ea"/>
                        </a:rPr>
                        <a:t>総合テスト支援</a:t>
                      </a:r>
                    </a:p>
                  </a:txBody>
                  <a:tcPr marL="7144" marR="7144" marT="7144" marB="0" anchor="ctr"/>
                </a:tc>
                <a:tc>
                  <a:txBody>
                    <a:bodyPr/>
                    <a:lstStyle/>
                    <a:p>
                      <a:pPr algn="ctr" fontAlgn="ctr"/>
                      <a:endParaRPr lang="ja-JP" altLang="en-US" sz="1200" b="0" i="0" u="none" strike="noStrike">
                        <a:solidFill>
                          <a:srgbClr val="000000"/>
                        </a:solidFill>
                        <a:effectLst/>
                        <a:latin typeface="+mn-ea"/>
                        <a:ea typeface="+mn-ea"/>
                      </a:endParaRPr>
                    </a:p>
                  </a:txBody>
                  <a:tcPr marL="7144" marR="7144" marT="7144" marB="0" anchor="ctr"/>
                </a:tc>
                <a:tc>
                  <a:txBody>
                    <a:bodyPr/>
                    <a:lstStyle/>
                    <a:p>
                      <a:pPr algn="ctr" fontAlgn="ctr"/>
                      <a:endParaRPr lang="ja-JP" altLang="en-US" sz="1200" b="0" i="0" u="none" strike="noStrike">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dirty="0">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dirty="0">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dirty="0">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dirty="0">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dirty="0">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dirty="0">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dirty="0">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dirty="0">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dirty="0">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dirty="0">
                        <a:solidFill>
                          <a:srgbClr val="000000"/>
                        </a:solidFill>
                        <a:effectLst/>
                        <a:latin typeface="+mn-ea"/>
                        <a:ea typeface="+mn-ea"/>
                      </a:endParaRPr>
                    </a:p>
                  </a:txBody>
                  <a:tcPr marL="7144" marR="7144" marT="7144" marB="0" anchor="ctr"/>
                </a:tc>
                <a:extLst>
                  <a:ext uri="{0D108BD9-81ED-4DB2-BD59-A6C34878D82A}">
                    <a16:rowId xmlns:a16="http://schemas.microsoft.com/office/drawing/2014/main" val="1476642853"/>
                  </a:ext>
                </a:extLst>
              </a:tr>
              <a:tr h="335564">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ja-JP" altLang="en-US" sz="1200" b="0" i="0" u="none" strike="noStrike" dirty="0">
                          <a:solidFill>
                            <a:srgbClr val="262626"/>
                          </a:solidFill>
                          <a:effectLst/>
                          <a:latin typeface="+mn-ea"/>
                          <a:ea typeface="+mn-ea"/>
                        </a:rPr>
                        <a:t>１０</a:t>
                      </a:r>
                    </a:p>
                  </a:txBody>
                  <a:tcPr marL="7144" marR="7144" marT="7144"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ja-JP" altLang="en-US" sz="1200" b="0" i="0" u="none" strike="noStrike" dirty="0">
                          <a:solidFill>
                            <a:srgbClr val="262626"/>
                          </a:solidFill>
                          <a:effectLst/>
                          <a:latin typeface="+mn-ea"/>
                          <a:ea typeface="+mn-ea"/>
                        </a:rPr>
                        <a:t>本稼働支援</a:t>
                      </a:r>
                    </a:p>
                  </a:txBody>
                  <a:tcPr marL="7144" marR="7144" marT="7144" marB="0" anchor="ct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ja-JP" altLang="en-US" sz="1200" b="0" i="0" u="none" strike="noStrike" dirty="0">
                          <a:solidFill>
                            <a:srgbClr val="262626"/>
                          </a:solidFill>
                          <a:effectLst/>
                          <a:latin typeface="+mn-ea"/>
                          <a:ea typeface="+mn-ea"/>
                        </a:rPr>
                        <a:t>本番切替準備～切替実施　本番立合・フォロー</a:t>
                      </a:r>
                    </a:p>
                  </a:txBody>
                  <a:tcPr marL="7144" marR="7144" marT="7144" marB="0" anchor="ctr"/>
                </a:tc>
                <a:tc>
                  <a:txBody>
                    <a:bodyPr/>
                    <a:lstStyle/>
                    <a:p>
                      <a:pPr algn="ctr" fontAlgn="ctr"/>
                      <a:endParaRPr lang="ja-JP" altLang="en-US" sz="1200" b="0" i="0" u="none" strike="noStrike">
                        <a:solidFill>
                          <a:srgbClr val="000000"/>
                        </a:solidFill>
                        <a:effectLst/>
                        <a:latin typeface="+mn-ea"/>
                        <a:ea typeface="+mn-ea"/>
                      </a:endParaRPr>
                    </a:p>
                  </a:txBody>
                  <a:tcPr marL="7144" marR="7144" marT="7144" marB="0" anchor="ctr"/>
                </a:tc>
                <a:tc>
                  <a:txBody>
                    <a:bodyPr/>
                    <a:lstStyle/>
                    <a:p>
                      <a:pPr algn="ctr" fontAlgn="ctr"/>
                      <a:endParaRPr lang="ja-JP" altLang="en-US" sz="1200" b="0" i="0" u="none" strike="noStrike">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dirty="0">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dirty="0">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dirty="0">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dirty="0">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dirty="0">
                        <a:solidFill>
                          <a:srgbClr val="000000"/>
                        </a:solidFill>
                        <a:effectLst/>
                        <a:latin typeface="+mn-ea"/>
                        <a:ea typeface="+mn-ea"/>
                      </a:endParaRPr>
                    </a:p>
                  </a:txBody>
                  <a:tcPr marL="7144" marR="7144" marT="7144" marB="0" anchor="ctr"/>
                </a:tc>
                <a:tc>
                  <a:txBody>
                    <a:bodyPr/>
                    <a:lstStyle/>
                    <a:p>
                      <a:pPr algn="ctr" fontAlgn="ctr"/>
                      <a:endParaRPr lang="ja-JP" altLang="en-US" sz="1600" b="0" i="0" u="none" strike="noStrike" dirty="0">
                        <a:solidFill>
                          <a:srgbClr val="000000"/>
                        </a:solidFill>
                        <a:effectLst/>
                        <a:latin typeface="+mn-ea"/>
                        <a:ea typeface="+mn-ea"/>
                      </a:endParaRPr>
                    </a:p>
                  </a:txBody>
                  <a:tcPr marL="7144" marR="7144" marT="7144" marB="0" anchor="ctr"/>
                </a:tc>
                <a:extLst>
                  <a:ext uri="{0D108BD9-81ED-4DB2-BD59-A6C34878D82A}">
                    <a16:rowId xmlns:a16="http://schemas.microsoft.com/office/drawing/2014/main" val="1451286308"/>
                  </a:ext>
                </a:extLst>
              </a:tr>
            </a:tbl>
          </a:graphicData>
        </a:graphic>
      </p:graphicFrame>
      <p:sp>
        <p:nvSpPr>
          <p:cNvPr id="7" name="テキスト ボックス 6">
            <a:extLst>
              <a:ext uri="{FF2B5EF4-FFF2-40B4-BE49-F238E27FC236}">
                <a16:creationId xmlns:a16="http://schemas.microsoft.com/office/drawing/2014/main" id="{B2905985-0177-DD68-EC29-63BB4390E9B5}"/>
              </a:ext>
            </a:extLst>
          </p:cNvPr>
          <p:cNvSpPr txBox="1"/>
          <p:nvPr/>
        </p:nvSpPr>
        <p:spPr>
          <a:xfrm>
            <a:off x="3655578" y="1464682"/>
            <a:ext cx="2581179" cy="253916"/>
          </a:xfrm>
          <a:prstGeom prst="rect">
            <a:avLst/>
          </a:prstGeom>
          <a:noFill/>
        </p:spPr>
        <p:txBody>
          <a:bodyPr wrap="square">
            <a:spAutoFit/>
          </a:bodyPr>
          <a:lstStyle/>
          <a:p>
            <a:r>
              <a:rPr lang="ja-JP" altLang="en-US" sz="1050" dirty="0">
                <a:latin typeface="+mn-ea"/>
              </a:rPr>
              <a:t>★キックオフ</a:t>
            </a:r>
            <a:endParaRPr lang="en-US" altLang="ja-JP" sz="1050" dirty="0">
              <a:latin typeface="+mn-ea"/>
            </a:endParaRPr>
          </a:p>
        </p:txBody>
      </p:sp>
      <p:sp>
        <p:nvSpPr>
          <p:cNvPr id="9" name="正方形/長方形 8">
            <a:extLst>
              <a:ext uri="{FF2B5EF4-FFF2-40B4-BE49-F238E27FC236}">
                <a16:creationId xmlns:a16="http://schemas.microsoft.com/office/drawing/2014/main" id="{3BA04E17-7689-EF12-95A5-C6402E043ABA}"/>
              </a:ext>
            </a:extLst>
          </p:cNvPr>
          <p:cNvSpPr/>
          <p:nvPr/>
        </p:nvSpPr>
        <p:spPr>
          <a:xfrm>
            <a:off x="3747551" y="1257926"/>
            <a:ext cx="1747475" cy="148052"/>
          </a:xfrm>
          <a:prstGeom prst="rect">
            <a:avLst/>
          </a:prstGeom>
          <a:solidFill>
            <a:schemeClr val="tx1">
              <a:lumMod val="50000"/>
              <a:lumOff val="50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tIns="0" bIns="0" rtlCol="0" anchor="ctr"/>
          <a:lstStyle/>
          <a:p>
            <a:pPr algn="ctr"/>
            <a:r>
              <a:rPr kumimoji="1" lang="en-US" altLang="ja-JP" sz="1200" dirty="0">
                <a:latin typeface="+mn-ea"/>
              </a:rPr>
              <a:t>PoC</a:t>
            </a:r>
            <a:endParaRPr kumimoji="1" lang="ja-JP" altLang="en-US" sz="1200" dirty="0">
              <a:latin typeface="+mn-ea"/>
            </a:endParaRPr>
          </a:p>
        </p:txBody>
      </p:sp>
      <p:sp>
        <p:nvSpPr>
          <p:cNvPr id="12" name="正方形/長方形 11">
            <a:extLst>
              <a:ext uri="{FF2B5EF4-FFF2-40B4-BE49-F238E27FC236}">
                <a16:creationId xmlns:a16="http://schemas.microsoft.com/office/drawing/2014/main" id="{7327DE12-319F-3083-B354-C9B2DAA16A7C}"/>
              </a:ext>
            </a:extLst>
          </p:cNvPr>
          <p:cNvSpPr/>
          <p:nvPr/>
        </p:nvSpPr>
        <p:spPr>
          <a:xfrm>
            <a:off x="6158876" y="1258054"/>
            <a:ext cx="1747475" cy="167674"/>
          </a:xfrm>
          <a:prstGeom prst="rect">
            <a:avLst/>
          </a:prstGeom>
          <a:solidFill>
            <a:schemeClr val="tx1">
              <a:lumMod val="50000"/>
              <a:lumOff val="50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tIns="0" bIns="0" rtlCol="0" anchor="ctr"/>
          <a:lstStyle/>
          <a:p>
            <a:pPr algn="ctr"/>
            <a:r>
              <a:rPr kumimoji="1" lang="ja-JP" altLang="en-US" sz="1200" dirty="0">
                <a:latin typeface="+mn-ea"/>
              </a:rPr>
              <a:t>要件定義</a:t>
            </a:r>
          </a:p>
        </p:txBody>
      </p:sp>
      <p:sp>
        <p:nvSpPr>
          <p:cNvPr id="14" name="テキスト ボックス 13">
            <a:extLst>
              <a:ext uri="{FF2B5EF4-FFF2-40B4-BE49-F238E27FC236}">
                <a16:creationId xmlns:a16="http://schemas.microsoft.com/office/drawing/2014/main" id="{B31ADE86-6859-7B66-F102-0C15A3002CEB}"/>
              </a:ext>
            </a:extLst>
          </p:cNvPr>
          <p:cNvSpPr txBox="1"/>
          <p:nvPr/>
        </p:nvSpPr>
        <p:spPr>
          <a:xfrm>
            <a:off x="7178723" y="1789893"/>
            <a:ext cx="1645971" cy="261610"/>
          </a:xfrm>
          <a:prstGeom prst="rect">
            <a:avLst/>
          </a:prstGeom>
          <a:noFill/>
        </p:spPr>
        <p:txBody>
          <a:bodyPr wrap="square">
            <a:spAutoFit/>
          </a:bodyPr>
          <a:lstStyle/>
          <a:p>
            <a:r>
              <a:rPr lang="ja-JP" altLang="en-US" sz="1050" dirty="0">
                <a:latin typeface="+mn-ea"/>
              </a:rPr>
              <a:t>★ライセンス契約</a:t>
            </a:r>
            <a:endParaRPr lang="en-US" altLang="ja-JP" sz="1050" dirty="0">
              <a:latin typeface="+mn-ea"/>
            </a:endParaRPr>
          </a:p>
        </p:txBody>
      </p:sp>
      <p:sp>
        <p:nvSpPr>
          <p:cNvPr id="18" name="矢印: 右 30">
            <a:extLst>
              <a:ext uri="{FF2B5EF4-FFF2-40B4-BE49-F238E27FC236}">
                <a16:creationId xmlns:a16="http://schemas.microsoft.com/office/drawing/2014/main" id="{B31AEF1E-6AE4-269A-C7BC-62392E1E8D32}"/>
              </a:ext>
            </a:extLst>
          </p:cNvPr>
          <p:cNvSpPr/>
          <p:nvPr/>
        </p:nvSpPr>
        <p:spPr>
          <a:xfrm>
            <a:off x="3761117" y="2143360"/>
            <a:ext cx="1733909" cy="215447"/>
          </a:xfrm>
          <a:prstGeom prst="rightArrow">
            <a:avLst>
              <a:gd name="adj1" fmla="val 93167"/>
              <a:gd name="adj2" fmla="val 31952"/>
            </a:avLst>
          </a:prstGeom>
          <a:solidFill>
            <a:schemeClr val="tx2"/>
          </a:solidFill>
          <a:ln w="25400" cap="flat" cmpd="sng" algn="ctr">
            <a:solidFill>
              <a:schemeClr val="tx2"/>
            </a:solidFill>
            <a:prstDash val="solid"/>
          </a:ln>
          <a:effectLst/>
        </p:spPr>
        <p:txBody>
          <a:bodyPr rtlCol="0" anchor="ctr"/>
          <a:lstStyle/>
          <a:p>
            <a:pPr algn="ctr" defTabSz="685800">
              <a:defRPr/>
            </a:pPr>
            <a:endParaRPr kumimoji="0" lang="ja-JP" altLang="en-US" sz="1050" kern="0" dirty="0">
              <a:solidFill>
                <a:schemeClr val="bg1"/>
              </a:solidFill>
              <a:latin typeface="+mn-ea"/>
            </a:endParaRPr>
          </a:p>
        </p:txBody>
      </p:sp>
      <p:sp>
        <p:nvSpPr>
          <p:cNvPr id="19" name="矢印: 右 30">
            <a:extLst>
              <a:ext uri="{FF2B5EF4-FFF2-40B4-BE49-F238E27FC236}">
                <a16:creationId xmlns:a16="http://schemas.microsoft.com/office/drawing/2014/main" id="{F9CE3653-A91D-2179-3970-3A11B1A41674}"/>
              </a:ext>
            </a:extLst>
          </p:cNvPr>
          <p:cNvSpPr/>
          <p:nvPr/>
        </p:nvSpPr>
        <p:spPr>
          <a:xfrm>
            <a:off x="6158876" y="2853107"/>
            <a:ext cx="1582805" cy="218649"/>
          </a:xfrm>
          <a:prstGeom prst="rightArrow">
            <a:avLst>
              <a:gd name="adj1" fmla="val 93167"/>
              <a:gd name="adj2" fmla="val 31952"/>
            </a:avLst>
          </a:prstGeom>
          <a:solidFill>
            <a:schemeClr val="tx2"/>
          </a:solidFill>
          <a:ln w="25400" cap="flat" cmpd="sng" algn="ctr">
            <a:solidFill>
              <a:schemeClr val="tx2"/>
            </a:solidFill>
            <a:prstDash val="solid"/>
          </a:ln>
          <a:effectLst/>
        </p:spPr>
        <p:txBody>
          <a:bodyPr rtlCol="0" anchor="ctr"/>
          <a:lstStyle/>
          <a:p>
            <a:pPr algn="ctr" defTabSz="685800">
              <a:defRPr/>
            </a:pPr>
            <a:endParaRPr kumimoji="0" lang="ja-JP" altLang="en-US" sz="1050" kern="0" dirty="0">
              <a:solidFill>
                <a:schemeClr val="bg1"/>
              </a:solidFill>
              <a:latin typeface="+mn-ea"/>
            </a:endParaRPr>
          </a:p>
        </p:txBody>
      </p:sp>
      <p:sp>
        <p:nvSpPr>
          <p:cNvPr id="20" name="矢印: 右 30">
            <a:extLst>
              <a:ext uri="{FF2B5EF4-FFF2-40B4-BE49-F238E27FC236}">
                <a16:creationId xmlns:a16="http://schemas.microsoft.com/office/drawing/2014/main" id="{A827A00B-1BE1-C7A9-B2F7-0AAC4B0074FA}"/>
              </a:ext>
            </a:extLst>
          </p:cNvPr>
          <p:cNvSpPr/>
          <p:nvPr/>
        </p:nvSpPr>
        <p:spPr>
          <a:xfrm>
            <a:off x="9743391" y="3953041"/>
            <a:ext cx="1191690" cy="248310"/>
          </a:xfrm>
          <a:prstGeom prst="rightArrow">
            <a:avLst>
              <a:gd name="adj1" fmla="val 93167"/>
              <a:gd name="adj2" fmla="val 31952"/>
            </a:avLst>
          </a:prstGeom>
          <a:solidFill>
            <a:schemeClr val="tx2"/>
          </a:solidFill>
          <a:ln w="25400" cap="flat" cmpd="sng" algn="ctr">
            <a:solidFill>
              <a:schemeClr val="tx2"/>
            </a:solidFill>
            <a:prstDash val="solid"/>
          </a:ln>
          <a:effectLst/>
        </p:spPr>
        <p:txBody>
          <a:bodyPr rtlCol="0" anchor="ctr"/>
          <a:lstStyle/>
          <a:p>
            <a:pPr algn="ctr" defTabSz="685800">
              <a:defRPr/>
            </a:pPr>
            <a:endParaRPr kumimoji="0" lang="ja-JP" altLang="en-US" sz="2000" kern="0">
              <a:solidFill>
                <a:srgbClr val="FF0000"/>
              </a:solidFill>
              <a:latin typeface="+mn-ea"/>
            </a:endParaRPr>
          </a:p>
        </p:txBody>
      </p:sp>
      <p:sp>
        <p:nvSpPr>
          <p:cNvPr id="25" name="矢印: 右 24">
            <a:extLst>
              <a:ext uri="{FF2B5EF4-FFF2-40B4-BE49-F238E27FC236}">
                <a16:creationId xmlns:a16="http://schemas.microsoft.com/office/drawing/2014/main" id="{5546C891-CCBC-F12D-A955-563A62B9E966}"/>
              </a:ext>
            </a:extLst>
          </p:cNvPr>
          <p:cNvSpPr/>
          <p:nvPr/>
        </p:nvSpPr>
        <p:spPr>
          <a:xfrm>
            <a:off x="7946646" y="3214510"/>
            <a:ext cx="1775324" cy="220835"/>
          </a:xfrm>
          <a:prstGeom prst="rightArrow">
            <a:avLst>
              <a:gd name="adj1" fmla="val 93167"/>
              <a:gd name="adj2" fmla="val 31952"/>
            </a:avLst>
          </a:prstGeom>
          <a:solidFill>
            <a:schemeClr val="tx2"/>
          </a:solidFill>
          <a:ln w="25400" cap="flat" cmpd="sng" algn="ctr">
            <a:solidFill>
              <a:schemeClr val="tx2"/>
            </a:solidFill>
            <a:prstDash val="solid"/>
          </a:ln>
          <a:effectLst/>
        </p:spPr>
        <p:txBody>
          <a:bodyPr rtlCol="0" anchor="ctr"/>
          <a:lstStyle/>
          <a:p>
            <a:pPr algn="ctr" defTabSz="685800">
              <a:defRPr/>
            </a:pPr>
            <a:endParaRPr kumimoji="0" lang="ja-JP" altLang="en-US" sz="2000" kern="0">
              <a:solidFill>
                <a:srgbClr val="FF0000"/>
              </a:solidFill>
              <a:latin typeface="+mn-ea"/>
            </a:endParaRPr>
          </a:p>
        </p:txBody>
      </p:sp>
      <p:sp>
        <p:nvSpPr>
          <p:cNvPr id="26" name="矢印: 右 25">
            <a:extLst>
              <a:ext uri="{FF2B5EF4-FFF2-40B4-BE49-F238E27FC236}">
                <a16:creationId xmlns:a16="http://schemas.microsoft.com/office/drawing/2014/main" id="{6096AEDE-E082-C94C-C7F6-FF64145E94D9}"/>
              </a:ext>
            </a:extLst>
          </p:cNvPr>
          <p:cNvSpPr/>
          <p:nvPr/>
        </p:nvSpPr>
        <p:spPr>
          <a:xfrm>
            <a:off x="9031857" y="3611397"/>
            <a:ext cx="690113" cy="218649"/>
          </a:xfrm>
          <a:prstGeom prst="rightArrow">
            <a:avLst>
              <a:gd name="adj1" fmla="val 93167"/>
              <a:gd name="adj2" fmla="val 31952"/>
            </a:avLst>
          </a:prstGeom>
          <a:solidFill>
            <a:schemeClr val="tx2"/>
          </a:solidFill>
          <a:ln w="25400" cap="flat" cmpd="sng" algn="ctr">
            <a:solidFill>
              <a:schemeClr val="tx2"/>
            </a:solidFill>
            <a:prstDash val="solid"/>
          </a:ln>
          <a:effectLst/>
        </p:spPr>
        <p:txBody>
          <a:bodyPr rtlCol="0" anchor="ctr"/>
          <a:lstStyle/>
          <a:p>
            <a:pPr algn="ctr" defTabSz="685800">
              <a:defRPr/>
            </a:pPr>
            <a:endParaRPr kumimoji="0" lang="ja-JP" altLang="en-US" sz="2000" kern="0">
              <a:solidFill>
                <a:srgbClr val="FF0000"/>
              </a:solidFill>
              <a:latin typeface="+mn-ea"/>
            </a:endParaRPr>
          </a:p>
        </p:txBody>
      </p:sp>
      <p:sp>
        <p:nvSpPr>
          <p:cNvPr id="29" name="テキスト ボックス 28">
            <a:extLst>
              <a:ext uri="{FF2B5EF4-FFF2-40B4-BE49-F238E27FC236}">
                <a16:creationId xmlns:a16="http://schemas.microsoft.com/office/drawing/2014/main" id="{60123B03-5310-8038-614B-84F63E68A619}"/>
              </a:ext>
            </a:extLst>
          </p:cNvPr>
          <p:cNvSpPr txBox="1"/>
          <p:nvPr/>
        </p:nvSpPr>
        <p:spPr>
          <a:xfrm>
            <a:off x="6093073" y="1633579"/>
            <a:ext cx="1223905" cy="261610"/>
          </a:xfrm>
          <a:prstGeom prst="rect">
            <a:avLst/>
          </a:prstGeom>
          <a:noFill/>
        </p:spPr>
        <p:txBody>
          <a:bodyPr wrap="square">
            <a:spAutoFit/>
          </a:bodyPr>
          <a:lstStyle/>
          <a:p>
            <a:r>
              <a:rPr lang="ja-JP" altLang="en-US" sz="1050" dirty="0">
                <a:latin typeface="+mn-ea"/>
              </a:rPr>
              <a:t>★キックオフ</a:t>
            </a:r>
            <a:endParaRPr lang="en-US" altLang="ja-JP" sz="1050" dirty="0">
              <a:latin typeface="+mn-ea"/>
            </a:endParaRPr>
          </a:p>
        </p:txBody>
      </p:sp>
      <p:sp>
        <p:nvSpPr>
          <p:cNvPr id="31" name="矢印: 右 30">
            <a:extLst>
              <a:ext uri="{FF2B5EF4-FFF2-40B4-BE49-F238E27FC236}">
                <a16:creationId xmlns:a16="http://schemas.microsoft.com/office/drawing/2014/main" id="{FFB968B6-FF45-79E5-B24F-65AAF3046EAA}"/>
              </a:ext>
            </a:extLst>
          </p:cNvPr>
          <p:cNvSpPr/>
          <p:nvPr/>
        </p:nvSpPr>
        <p:spPr>
          <a:xfrm>
            <a:off x="10935081" y="4326040"/>
            <a:ext cx="611900" cy="248310"/>
          </a:xfrm>
          <a:prstGeom prst="rightArrow">
            <a:avLst>
              <a:gd name="adj1" fmla="val 93167"/>
              <a:gd name="adj2" fmla="val 31952"/>
            </a:avLst>
          </a:prstGeom>
          <a:solidFill>
            <a:schemeClr val="tx2"/>
          </a:solidFill>
          <a:ln w="25400" cap="flat" cmpd="sng" algn="ctr">
            <a:solidFill>
              <a:schemeClr val="tx2"/>
            </a:solidFill>
            <a:prstDash val="solid"/>
          </a:ln>
          <a:effectLst/>
        </p:spPr>
        <p:txBody>
          <a:bodyPr rtlCol="0" anchor="ctr"/>
          <a:lstStyle/>
          <a:p>
            <a:pPr algn="ctr" defTabSz="685800">
              <a:defRPr/>
            </a:pPr>
            <a:endParaRPr kumimoji="0" lang="ja-JP" altLang="en-US" sz="2000" kern="0">
              <a:solidFill>
                <a:srgbClr val="FF0000"/>
              </a:solidFill>
              <a:latin typeface="+mn-ea"/>
            </a:endParaRPr>
          </a:p>
        </p:txBody>
      </p:sp>
      <p:sp>
        <p:nvSpPr>
          <p:cNvPr id="32" name="正方形/長方形 31">
            <a:extLst>
              <a:ext uri="{FF2B5EF4-FFF2-40B4-BE49-F238E27FC236}">
                <a16:creationId xmlns:a16="http://schemas.microsoft.com/office/drawing/2014/main" id="{56ABF178-8DFB-522A-BDD9-6B0A88D05D79}"/>
              </a:ext>
            </a:extLst>
          </p:cNvPr>
          <p:cNvSpPr/>
          <p:nvPr/>
        </p:nvSpPr>
        <p:spPr>
          <a:xfrm>
            <a:off x="7946646" y="1255878"/>
            <a:ext cx="1786291" cy="148052"/>
          </a:xfrm>
          <a:prstGeom prst="rect">
            <a:avLst/>
          </a:prstGeom>
          <a:solidFill>
            <a:schemeClr val="tx1">
              <a:lumMod val="50000"/>
              <a:lumOff val="50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tIns="0" bIns="0" rtlCol="0" anchor="ctr"/>
          <a:lstStyle/>
          <a:p>
            <a:pPr algn="ctr"/>
            <a:r>
              <a:rPr lang="ja-JP" altLang="en-US" sz="1200" dirty="0">
                <a:latin typeface="+mn-ea"/>
              </a:rPr>
              <a:t>プロトタイピング</a:t>
            </a:r>
            <a:endParaRPr kumimoji="1" lang="ja-JP" altLang="en-US" sz="1200" dirty="0">
              <a:latin typeface="+mn-ea"/>
            </a:endParaRPr>
          </a:p>
        </p:txBody>
      </p:sp>
      <p:sp>
        <p:nvSpPr>
          <p:cNvPr id="33" name="正方形/長方形 32">
            <a:extLst>
              <a:ext uri="{FF2B5EF4-FFF2-40B4-BE49-F238E27FC236}">
                <a16:creationId xmlns:a16="http://schemas.microsoft.com/office/drawing/2014/main" id="{4B447081-617F-E5E0-9D8B-95EEADDBE30A}"/>
              </a:ext>
            </a:extLst>
          </p:cNvPr>
          <p:cNvSpPr/>
          <p:nvPr/>
        </p:nvSpPr>
        <p:spPr>
          <a:xfrm>
            <a:off x="9763861" y="1255877"/>
            <a:ext cx="1740328" cy="148052"/>
          </a:xfrm>
          <a:prstGeom prst="rect">
            <a:avLst/>
          </a:prstGeom>
          <a:solidFill>
            <a:schemeClr val="tx1">
              <a:lumMod val="50000"/>
              <a:lumOff val="50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tIns="0" bIns="0" rtlCol="0" anchor="ctr"/>
          <a:lstStyle/>
          <a:p>
            <a:pPr algn="ctr"/>
            <a:r>
              <a:rPr lang="ja-JP" altLang="en-US" sz="1200" dirty="0">
                <a:latin typeface="+mn-ea"/>
              </a:rPr>
              <a:t>テスト～本番</a:t>
            </a:r>
            <a:endParaRPr kumimoji="1" lang="ja-JP" altLang="en-US" sz="1200" dirty="0">
              <a:latin typeface="+mn-ea"/>
            </a:endParaRPr>
          </a:p>
        </p:txBody>
      </p:sp>
      <p:sp>
        <p:nvSpPr>
          <p:cNvPr id="34" name="四角形: 角を丸くする 33">
            <a:extLst>
              <a:ext uri="{FF2B5EF4-FFF2-40B4-BE49-F238E27FC236}">
                <a16:creationId xmlns:a16="http://schemas.microsoft.com/office/drawing/2014/main" id="{33EDCEAC-F672-CA72-9784-4E89F4702758}"/>
              </a:ext>
            </a:extLst>
          </p:cNvPr>
          <p:cNvSpPr/>
          <p:nvPr/>
        </p:nvSpPr>
        <p:spPr>
          <a:xfrm>
            <a:off x="4054415" y="5082635"/>
            <a:ext cx="7384211" cy="117923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latin typeface="+mn-ea"/>
              </a:rPr>
              <a:t>実施必要性確認後にスケジュール提示予定</a:t>
            </a:r>
          </a:p>
        </p:txBody>
      </p:sp>
      <p:sp>
        <p:nvSpPr>
          <p:cNvPr id="35" name="テキスト ボックス 34">
            <a:extLst>
              <a:ext uri="{FF2B5EF4-FFF2-40B4-BE49-F238E27FC236}">
                <a16:creationId xmlns:a16="http://schemas.microsoft.com/office/drawing/2014/main" id="{7F59AD91-D590-CFA8-43DE-A268C03C07BB}"/>
              </a:ext>
            </a:extLst>
          </p:cNvPr>
          <p:cNvSpPr txBox="1"/>
          <p:nvPr/>
        </p:nvSpPr>
        <p:spPr>
          <a:xfrm>
            <a:off x="10784688" y="1826999"/>
            <a:ext cx="835089" cy="261610"/>
          </a:xfrm>
          <a:prstGeom prst="rect">
            <a:avLst/>
          </a:prstGeom>
          <a:noFill/>
        </p:spPr>
        <p:txBody>
          <a:bodyPr wrap="square">
            <a:spAutoFit/>
          </a:bodyPr>
          <a:lstStyle/>
          <a:p>
            <a:r>
              <a:rPr lang="ja-JP" altLang="en-US" sz="1050" dirty="0">
                <a:latin typeface="+mn-ea"/>
              </a:rPr>
              <a:t>★本稼働</a:t>
            </a:r>
            <a:endParaRPr lang="en-US" altLang="ja-JP" sz="1050" dirty="0">
              <a:latin typeface="+mn-ea"/>
            </a:endParaRPr>
          </a:p>
        </p:txBody>
      </p:sp>
      <p:sp>
        <p:nvSpPr>
          <p:cNvPr id="5" name="テキスト ボックス 4">
            <a:extLst>
              <a:ext uri="{FF2B5EF4-FFF2-40B4-BE49-F238E27FC236}">
                <a16:creationId xmlns:a16="http://schemas.microsoft.com/office/drawing/2014/main" id="{CFBCCE80-5FAA-435A-A040-1EB15ABC3715}"/>
              </a:ext>
            </a:extLst>
          </p:cNvPr>
          <p:cNvSpPr txBox="1"/>
          <p:nvPr/>
        </p:nvSpPr>
        <p:spPr>
          <a:xfrm>
            <a:off x="5486278" y="1445205"/>
            <a:ext cx="2581179" cy="253916"/>
          </a:xfrm>
          <a:prstGeom prst="rect">
            <a:avLst/>
          </a:prstGeom>
          <a:noFill/>
        </p:spPr>
        <p:txBody>
          <a:bodyPr wrap="square">
            <a:spAutoFit/>
          </a:bodyPr>
          <a:lstStyle/>
          <a:p>
            <a:r>
              <a:rPr lang="ja-JP" altLang="en-US" sz="1050" dirty="0">
                <a:latin typeface="+mn-ea"/>
              </a:rPr>
              <a:t>★契約調整</a:t>
            </a:r>
            <a:endParaRPr lang="en-US" altLang="ja-JP" sz="1050" dirty="0">
              <a:latin typeface="+mn-ea"/>
            </a:endParaRPr>
          </a:p>
        </p:txBody>
      </p:sp>
    </p:spTree>
    <p:extLst>
      <p:ext uri="{BB962C8B-B14F-4D97-AF65-F5344CB8AC3E}">
        <p14:creationId xmlns:p14="http://schemas.microsoft.com/office/powerpoint/2010/main" val="44535197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461F9F-19E3-BB82-DF7C-8C5A6EB29A20}"/>
            </a:ext>
          </a:extLst>
        </p:cNvPr>
        <p:cNvGrpSpPr/>
        <p:nvPr/>
      </p:nvGrpSpPr>
      <p:grpSpPr>
        <a:xfrm>
          <a:off x="0" y="0"/>
          <a:ext cx="0" cy="0"/>
          <a:chOff x="0" y="0"/>
          <a:chExt cx="0" cy="0"/>
        </a:xfrm>
      </p:grpSpPr>
      <p:sp>
        <p:nvSpPr>
          <p:cNvPr id="5" name="タイトル 4">
            <a:extLst>
              <a:ext uri="{FF2B5EF4-FFF2-40B4-BE49-F238E27FC236}">
                <a16:creationId xmlns:a16="http://schemas.microsoft.com/office/drawing/2014/main" id="{0944684A-C485-7EA0-10E1-43B45284A57C}"/>
              </a:ext>
            </a:extLst>
          </p:cNvPr>
          <p:cNvSpPr>
            <a:spLocks noGrp="1"/>
          </p:cNvSpPr>
          <p:nvPr>
            <p:ph type="title"/>
          </p:nvPr>
        </p:nvSpPr>
        <p:spPr>
          <a:xfrm>
            <a:off x="1019175" y="234190"/>
            <a:ext cx="10153650" cy="604519"/>
          </a:xfrm>
        </p:spPr>
        <p:txBody>
          <a:bodyPr/>
          <a:lstStyle/>
          <a:p>
            <a:r>
              <a:rPr lang="ja-JP" altLang="en-US" dirty="0"/>
              <a:t>プロジェクト導入推進体制（案）</a:t>
            </a:r>
          </a:p>
        </p:txBody>
      </p:sp>
      <p:sp>
        <p:nvSpPr>
          <p:cNvPr id="33" name="テキスト プレースホルダー 32">
            <a:extLst>
              <a:ext uri="{FF2B5EF4-FFF2-40B4-BE49-F238E27FC236}">
                <a16:creationId xmlns:a16="http://schemas.microsoft.com/office/drawing/2014/main" id="{9EE570AF-606D-21FA-B859-ADC4C2C7E416}"/>
              </a:ext>
            </a:extLst>
          </p:cNvPr>
          <p:cNvSpPr>
            <a:spLocks noGrp="1"/>
          </p:cNvSpPr>
          <p:nvPr>
            <p:ph type="body" sz="quarter" idx="4294967295"/>
          </p:nvPr>
        </p:nvSpPr>
        <p:spPr>
          <a:xfrm>
            <a:off x="1019174" y="1010966"/>
            <a:ext cx="10153649" cy="914400"/>
          </a:xfrm>
          <a:prstGeom prst="rect">
            <a:avLst/>
          </a:prstGeom>
        </p:spPr>
        <p:txBody>
          <a:bodyPr/>
          <a:lstStyle/>
          <a:p>
            <a:r>
              <a:rPr kumimoji="1" lang="ja-JP" altLang="en-US" sz="2000" dirty="0">
                <a:latin typeface="+mn-ea"/>
              </a:rPr>
              <a:t>明確な役割と連携体制により、</a:t>
            </a:r>
            <a:r>
              <a:rPr kumimoji="1" lang="en-US" altLang="ja-JP" sz="2000" dirty="0">
                <a:latin typeface="+mn-ea"/>
              </a:rPr>
              <a:t>NSW</a:t>
            </a:r>
            <a:r>
              <a:rPr kumimoji="1" lang="ja-JP" altLang="en-US" sz="2000" dirty="0">
                <a:latin typeface="+mn-ea"/>
              </a:rPr>
              <a:t>が貴社プロジェクトを責任を持って伴走します</a:t>
            </a:r>
          </a:p>
          <a:p>
            <a:endParaRPr lang="ja-JP" altLang="en-US" sz="2000" dirty="0"/>
          </a:p>
        </p:txBody>
      </p:sp>
      <p:sp>
        <p:nvSpPr>
          <p:cNvPr id="4" name="スライド番号プレースホルダー 1">
            <a:extLst>
              <a:ext uri="{FF2B5EF4-FFF2-40B4-BE49-F238E27FC236}">
                <a16:creationId xmlns:a16="http://schemas.microsoft.com/office/drawing/2014/main" id="{F25E09EB-9E7B-C79C-51E5-9219E22262F3}"/>
              </a:ext>
            </a:extLst>
          </p:cNvPr>
          <p:cNvSpPr txBox="1">
            <a:spLocks/>
          </p:cNvSpPr>
          <p:nvPr/>
        </p:nvSpPr>
        <p:spPr bwMode="ltGray">
          <a:xfrm>
            <a:off x="10855405" y="6532510"/>
            <a:ext cx="998971" cy="241300"/>
          </a:xfrm>
          <a:prstGeom prst="rect">
            <a:avLst/>
          </a:prstGeom>
          <a:noFill/>
          <a:ln>
            <a:noFill/>
          </a:ln>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defPPr>
              <a:defRPr lang="ja-JP"/>
            </a:defPPr>
            <a:lvl1pPr marL="0" algn="r" defTabSz="914400" rtl="0" eaLnBrk="1" latinLnBrk="0" hangingPunct="1">
              <a:defRPr kumimoji="1" sz="1800" b="1" i="0" kern="1200">
                <a:solidFill>
                  <a:schemeClr val="bg1"/>
                </a:solidFill>
                <a:latin typeface="Arial" pitchFamily="34" charset="0"/>
                <a:ea typeface="ＭＳ Ｐゴシック" pitchFamily="50" charset="-128"/>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E025C43D-97FC-4CE9-9332-5BE2A99BA935}" type="slidenum">
              <a:rPr lang="en-US" altLang="ja-JP" sz="1400" smtClean="0">
                <a:solidFill>
                  <a:schemeClr val="tx1"/>
                </a:solidFill>
                <a:latin typeface="+mn-ea"/>
                <a:ea typeface="+mn-ea"/>
                <a:cs typeface="メイリオ" pitchFamily="50" charset="-128"/>
              </a:rPr>
              <a:pPr/>
              <a:t>41</a:t>
            </a:fld>
            <a:endParaRPr lang="en-US" altLang="ja-JP" sz="1400">
              <a:solidFill>
                <a:schemeClr val="tx1"/>
              </a:solidFill>
              <a:latin typeface="+mn-ea"/>
              <a:ea typeface="+mn-ea"/>
              <a:cs typeface="メイリオ" pitchFamily="50" charset="-128"/>
            </a:endParaRPr>
          </a:p>
        </p:txBody>
      </p:sp>
      <p:sp>
        <p:nvSpPr>
          <p:cNvPr id="2" name="テキスト プレースホルダー 3">
            <a:extLst>
              <a:ext uri="{FF2B5EF4-FFF2-40B4-BE49-F238E27FC236}">
                <a16:creationId xmlns:a16="http://schemas.microsoft.com/office/drawing/2014/main" id="{7DB7B711-BB3A-0E22-C473-720B25D203F8}"/>
              </a:ext>
            </a:extLst>
          </p:cNvPr>
          <p:cNvSpPr txBox="1">
            <a:spLocks/>
          </p:cNvSpPr>
          <p:nvPr/>
        </p:nvSpPr>
        <p:spPr>
          <a:xfrm>
            <a:off x="1019175" y="904105"/>
            <a:ext cx="11226296" cy="362279"/>
          </a:xfrm>
          <a:prstGeom prst="rect">
            <a:avLst/>
          </a:prstGeom>
        </p:spPr>
        <p:txBody>
          <a:bodyPr/>
          <a:lstStyle>
            <a:lvl1pPr marL="0">
              <a:defRPr sz="1400">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endParaRPr kumimoji="1" lang="ja-JP" altLang="en-US" sz="1800" kern="0" dirty="0">
              <a:solidFill>
                <a:sysClr val="windowText" lastClr="000000"/>
              </a:solidFill>
              <a:latin typeface="+mn-ea"/>
            </a:endParaRPr>
          </a:p>
        </p:txBody>
      </p:sp>
      <p:sp>
        <p:nvSpPr>
          <p:cNvPr id="3" name="正方形/長方形 2">
            <a:extLst>
              <a:ext uri="{FF2B5EF4-FFF2-40B4-BE49-F238E27FC236}">
                <a16:creationId xmlns:a16="http://schemas.microsoft.com/office/drawing/2014/main" id="{7FD11EBA-D4F9-18C1-0C78-23F647266F20}"/>
              </a:ext>
            </a:extLst>
          </p:cNvPr>
          <p:cNvSpPr/>
          <p:nvPr/>
        </p:nvSpPr>
        <p:spPr>
          <a:xfrm>
            <a:off x="1019174" y="1902682"/>
            <a:ext cx="10153650" cy="1048379"/>
          </a:xfrm>
          <a:prstGeom prst="rect">
            <a:avLst/>
          </a:prstGeom>
          <a:solidFill>
            <a:srgbClr val="E7E6E6"/>
          </a:solidFill>
          <a:ln w="25400" cap="flat" cmpd="sng" algn="ctr">
            <a:noFill/>
            <a:prstDash val="solid"/>
          </a:ln>
          <a:effectLst/>
        </p:spPr>
        <p:txBody>
          <a:bodyPr wrap="square" lIns="72000" tIns="36000" rIns="7200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050" b="0" i="0" u="none" strike="noStrike" kern="0" cap="none" spc="0" normalizeH="0" baseline="0" noProof="0">
              <a:ln>
                <a:noFill/>
              </a:ln>
              <a:solidFill>
                <a:prstClr val="black"/>
              </a:solidFill>
              <a:effectLst/>
              <a:uLnTx/>
              <a:uFillTx/>
              <a:latin typeface="+mn-ea"/>
            </a:endParaRPr>
          </a:p>
        </p:txBody>
      </p:sp>
      <p:sp>
        <p:nvSpPr>
          <p:cNvPr id="6" name="正方形/長方形 5">
            <a:extLst>
              <a:ext uri="{FF2B5EF4-FFF2-40B4-BE49-F238E27FC236}">
                <a16:creationId xmlns:a16="http://schemas.microsoft.com/office/drawing/2014/main" id="{C93278F5-38E3-1B96-2B0D-2014A2BFB9A6}"/>
              </a:ext>
            </a:extLst>
          </p:cNvPr>
          <p:cNvSpPr/>
          <p:nvPr/>
        </p:nvSpPr>
        <p:spPr>
          <a:xfrm>
            <a:off x="1019174" y="3001652"/>
            <a:ext cx="10153650" cy="1294008"/>
          </a:xfrm>
          <a:prstGeom prst="rect">
            <a:avLst/>
          </a:prstGeom>
          <a:solidFill>
            <a:srgbClr val="FFC000">
              <a:lumMod val="20000"/>
              <a:lumOff val="80000"/>
            </a:srgbClr>
          </a:solidFill>
          <a:ln w="25400" cap="flat" cmpd="sng" algn="ctr">
            <a:noFill/>
            <a:prstDash val="solid"/>
          </a:ln>
          <a:effectLst/>
        </p:spPr>
        <p:txBody>
          <a:bodyPr wrap="square" lIns="72000" tIns="36000" rIns="7200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050" b="0" i="0" u="none" strike="noStrike" kern="0" cap="none" spc="0" normalizeH="0" baseline="0" noProof="0">
              <a:ln>
                <a:noFill/>
              </a:ln>
              <a:solidFill>
                <a:prstClr val="black"/>
              </a:solidFill>
              <a:effectLst/>
              <a:uLnTx/>
              <a:uFillTx/>
              <a:latin typeface="+mn-ea"/>
            </a:endParaRPr>
          </a:p>
        </p:txBody>
      </p:sp>
      <p:sp>
        <p:nvSpPr>
          <p:cNvPr id="7" name="正方形/長方形 6">
            <a:extLst>
              <a:ext uri="{FF2B5EF4-FFF2-40B4-BE49-F238E27FC236}">
                <a16:creationId xmlns:a16="http://schemas.microsoft.com/office/drawing/2014/main" id="{6383474A-2AD5-A14A-660A-10AE83C1AE34}"/>
              </a:ext>
            </a:extLst>
          </p:cNvPr>
          <p:cNvSpPr/>
          <p:nvPr/>
        </p:nvSpPr>
        <p:spPr>
          <a:xfrm>
            <a:off x="1019174" y="4341467"/>
            <a:ext cx="10153650" cy="1612428"/>
          </a:xfrm>
          <a:prstGeom prst="rect">
            <a:avLst/>
          </a:prstGeom>
          <a:solidFill>
            <a:srgbClr val="FEF0E6"/>
          </a:solidFill>
          <a:ln w="25400" cap="flat" cmpd="sng" algn="ctr">
            <a:noFill/>
            <a:prstDash val="solid"/>
          </a:ln>
          <a:effectLst/>
        </p:spPr>
        <p:txBody>
          <a:bodyPr wrap="square" lIns="72000" tIns="36000" rIns="7200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050" b="0" i="0" u="none" strike="noStrike" kern="0" cap="none" spc="0" normalizeH="0" baseline="0" noProof="0">
              <a:ln>
                <a:noFill/>
              </a:ln>
              <a:solidFill>
                <a:prstClr val="black"/>
              </a:solidFill>
              <a:effectLst/>
              <a:uLnTx/>
              <a:uFillTx/>
              <a:latin typeface="+mn-ea"/>
            </a:endParaRPr>
          </a:p>
        </p:txBody>
      </p:sp>
      <p:sp>
        <p:nvSpPr>
          <p:cNvPr id="8" name="テキスト ボックス 7">
            <a:extLst>
              <a:ext uri="{FF2B5EF4-FFF2-40B4-BE49-F238E27FC236}">
                <a16:creationId xmlns:a16="http://schemas.microsoft.com/office/drawing/2014/main" id="{98E5AB09-C0AA-B9AB-5287-39B5FCCB7BC8}"/>
              </a:ext>
            </a:extLst>
          </p:cNvPr>
          <p:cNvSpPr txBox="1"/>
          <p:nvPr/>
        </p:nvSpPr>
        <p:spPr>
          <a:xfrm>
            <a:off x="1037905" y="1856222"/>
            <a:ext cx="2714400" cy="815608"/>
          </a:xfrm>
          <a:prstGeom prst="rect">
            <a:avLst/>
          </a:prstGeom>
          <a:noFill/>
        </p:spPr>
        <p:txBody>
          <a:bodyPr wrap="square" rtlCol="0">
            <a:spAutoFit/>
          </a:bodyPr>
          <a:lstStyle/>
          <a:p>
            <a:r>
              <a:rPr lang="ja-JP" altLang="en-US" sz="1400">
                <a:solidFill>
                  <a:prstClr val="black"/>
                </a:solidFill>
                <a:latin typeface="+mn-ea"/>
                <a:cs typeface="メイリオ" panose="020B0604030504040204" pitchFamily="50" charset="-128"/>
              </a:rPr>
              <a:t>マネジメントレイヤ</a:t>
            </a:r>
            <a:endParaRPr lang="en-US" altLang="ja-JP" sz="1400">
              <a:solidFill>
                <a:prstClr val="black"/>
              </a:solidFill>
              <a:latin typeface="+mn-ea"/>
              <a:cs typeface="メイリオ" panose="020B0604030504040204" pitchFamily="50" charset="-128"/>
            </a:endParaRPr>
          </a:p>
          <a:p>
            <a:r>
              <a:rPr lang="ja-JP" altLang="en-US" sz="1100">
                <a:solidFill>
                  <a:prstClr val="black"/>
                </a:solidFill>
                <a:latin typeface="+mn-ea"/>
                <a:cs typeface="メイリオ" panose="020B0604030504040204" pitchFamily="50" charset="-128"/>
              </a:rPr>
              <a:t>最終的な意思決定のレイヤ</a:t>
            </a:r>
            <a:endParaRPr lang="en-US" altLang="ja-JP" sz="1100">
              <a:solidFill>
                <a:prstClr val="black"/>
              </a:solidFill>
              <a:latin typeface="+mn-ea"/>
              <a:cs typeface="メイリオ" panose="020B0604030504040204" pitchFamily="50" charset="-128"/>
            </a:endParaRPr>
          </a:p>
          <a:p>
            <a:r>
              <a:rPr lang="ja-JP" altLang="en-US" sz="1100">
                <a:solidFill>
                  <a:prstClr val="black"/>
                </a:solidFill>
                <a:latin typeface="+mn-ea"/>
                <a:cs typeface="メイリオ" panose="020B0604030504040204" pitchFamily="50" charset="-128"/>
              </a:rPr>
              <a:t>ステコミやプロジェクトの重要会議へご参加ください</a:t>
            </a:r>
          </a:p>
        </p:txBody>
      </p:sp>
      <p:sp>
        <p:nvSpPr>
          <p:cNvPr id="9" name="テキスト ボックス 8">
            <a:extLst>
              <a:ext uri="{FF2B5EF4-FFF2-40B4-BE49-F238E27FC236}">
                <a16:creationId xmlns:a16="http://schemas.microsoft.com/office/drawing/2014/main" id="{00F67587-98D2-11C0-8938-1ABE1A907716}"/>
              </a:ext>
            </a:extLst>
          </p:cNvPr>
          <p:cNvSpPr txBox="1"/>
          <p:nvPr/>
        </p:nvSpPr>
        <p:spPr>
          <a:xfrm>
            <a:off x="1037904" y="3047459"/>
            <a:ext cx="2714400" cy="815608"/>
          </a:xfrm>
          <a:prstGeom prst="rect">
            <a:avLst/>
          </a:prstGeom>
          <a:noFill/>
        </p:spPr>
        <p:txBody>
          <a:bodyPr wrap="square" rtlCol="0">
            <a:spAutoFit/>
          </a:bodyPr>
          <a:lstStyle/>
          <a:p>
            <a:r>
              <a:rPr lang="ja-JP" altLang="en-US" sz="1400" dirty="0">
                <a:solidFill>
                  <a:prstClr val="black"/>
                </a:solidFill>
                <a:latin typeface="+mn-ea"/>
                <a:cs typeface="メイリオ" panose="020B0604030504040204" pitchFamily="50" charset="-128"/>
              </a:rPr>
              <a:t>プロマネレイヤ</a:t>
            </a:r>
            <a:endParaRPr lang="en-US" altLang="ja-JP" sz="1400" dirty="0">
              <a:solidFill>
                <a:prstClr val="black"/>
              </a:solidFill>
              <a:latin typeface="+mn-ea"/>
              <a:cs typeface="メイリオ" panose="020B0604030504040204" pitchFamily="50" charset="-128"/>
            </a:endParaRPr>
          </a:p>
          <a:p>
            <a:r>
              <a:rPr lang="ja-JP" altLang="en-US" sz="1100" dirty="0">
                <a:solidFill>
                  <a:prstClr val="black"/>
                </a:solidFill>
                <a:latin typeface="+mn-ea"/>
                <a:cs typeface="メイリオ" panose="020B0604030504040204" pitchFamily="50" charset="-128"/>
              </a:rPr>
              <a:t>見積、契約、その他諸条件の調整、各種変更点等、必要に応じてマネジメントへエスカレーションします</a:t>
            </a:r>
            <a:endParaRPr lang="en-US" altLang="ja-JP" sz="1100" dirty="0">
              <a:solidFill>
                <a:prstClr val="black"/>
              </a:solidFill>
              <a:latin typeface="+mn-ea"/>
              <a:cs typeface="メイリオ" panose="020B0604030504040204" pitchFamily="50" charset="-128"/>
            </a:endParaRPr>
          </a:p>
        </p:txBody>
      </p:sp>
      <p:sp>
        <p:nvSpPr>
          <p:cNvPr id="10" name="テキスト ボックス 9">
            <a:extLst>
              <a:ext uri="{FF2B5EF4-FFF2-40B4-BE49-F238E27FC236}">
                <a16:creationId xmlns:a16="http://schemas.microsoft.com/office/drawing/2014/main" id="{9DB3107A-4C5A-64F1-3793-A76E8360CF20}"/>
              </a:ext>
            </a:extLst>
          </p:cNvPr>
          <p:cNvSpPr txBox="1"/>
          <p:nvPr/>
        </p:nvSpPr>
        <p:spPr>
          <a:xfrm>
            <a:off x="1037905" y="4365854"/>
            <a:ext cx="2714400" cy="1492716"/>
          </a:xfrm>
          <a:prstGeom prst="rect">
            <a:avLst/>
          </a:prstGeom>
          <a:noFill/>
        </p:spPr>
        <p:txBody>
          <a:bodyPr wrap="square" rtlCol="0">
            <a:spAutoFit/>
          </a:bodyPr>
          <a:lstStyle/>
          <a:p>
            <a:r>
              <a:rPr lang="ja-JP" altLang="en-US" sz="1400" dirty="0">
                <a:solidFill>
                  <a:prstClr val="black"/>
                </a:solidFill>
                <a:latin typeface="+mn-ea"/>
                <a:cs typeface="メイリオ" panose="020B0604030504040204" pitchFamily="50" charset="-128"/>
              </a:rPr>
              <a:t>プロジェクトレイヤ</a:t>
            </a:r>
            <a:endParaRPr lang="en-US" altLang="ja-JP" sz="1400" dirty="0">
              <a:solidFill>
                <a:prstClr val="black"/>
              </a:solidFill>
              <a:latin typeface="+mn-ea"/>
              <a:cs typeface="メイリオ" panose="020B0604030504040204" pitchFamily="50" charset="-128"/>
            </a:endParaRPr>
          </a:p>
          <a:p>
            <a:r>
              <a:rPr lang="ja-JP" altLang="en-US" sz="1100" dirty="0">
                <a:solidFill>
                  <a:prstClr val="black"/>
                </a:solidFill>
                <a:latin typeface="+mn-ea"/>
                <a:cs typeface="メイリオ" panose="020B0604030504040204" pitchFamily="50" charset="-128"/>
              </a:rPr>
              <a:t>要件定義、開発、テストにあたる各種調整を実施、</a:t>
            </a:r>
            <a:r>
              <a:rPr lang="en-US" altLang="ja-JP" sz="1100" dirty="0">
                <a:solidFill>
                  <a:prstClr val="black"/>
                </a:solidFill>
                <a:latin typeface="+mn-ea"/>
                <a:cs typeface="メイリオ" panose="020B0604030504040204" pitchFamily="50" charset="-128"/>
              </a:rPr>
              <a:t>QA</a:t>
            </a:r>
            <a:r>
              <a:rPr lang="ja-JP" altLang="en-US" sz="1100" dirty="0">
                <a:solidFill>
                  <a:prstClr val="black"/>
                </a:solidFill>
                <a:latin typeface="+mn-ea"/>
                <a:cs typeface="メイリオ" panose="020B0604030504040204" pitchFamily="50" charset="-128"/>
              </a:rPr>
              <a:t>やトレーニングを担当します</a:t>
            </a:r>
            <a:endParaRPr lang="en-US" altLang="ja-JP" sz="1100" dirty="0">
              <a:solidFill>
                <a:prstClr val="black"/>
              </a:solidFill>
              <a:latin typeface="+mn-ea"/>
              <a:cs typeface="メイリオ" panose="020B0604030504040204" pitchFamily="50" charset="-128"/>
            </a:endParaRPr>
          </a:p>
          <a:p>
            <a:r>
              <a:rPr lang="ja-JP" altLang="en-US" sz="1100" dirty="0">
                <a:solidFill>
                  <a:prstClr val="black"/>
                </a:solidFill>
                <a:latin typeface="+mn-ea"/>
                <a:cs typeface="メイリオ" panose="020B0604030504040204" pitchFamily="50" charset="-128"/>
              </a:rPr>
              <a:t>テクニカルリーダは</a:t>
            </a:r>
            <a:r>
              <a:rPr lang="en-US" altLang="ja-JP" sz="1100" dirty="0" err="1">
                <a:solidFill>
                  <a:prstClr val="black"/>
                </a:solidFill>
                <a:latin typeface="+mn-ea"/>
                <a:cs typeface="メイリオ" panose="020B0604030504040204" pitchFamily="50" charset="-128"/>
              </a:rPr>
              <a:t>Asprova</a:t>
            </a:r>
            <a:r>
              <a:rPr lang="en-US" altLang="ja-JP" sz="1100" dirty="0">
                <a:solidFill>
                  <a:prstClr val="black"/>
                </a:solidFill>
                <a:latin typeface="+mn-ea"/>
                <a:cs typeface="メイリオ" panose="020B0604030504040204" pitchFamily="50" charset="-128"/>
              </a:rPr>
              <a:t> APS</a:t>
            </a:r>
            <a:r>
              <a:rPr lang="ja-JP" altLang="en-US" sz="1100" dirty="0">
                <a:solidFill>
                  <a:prstClr val="black"/>
                </a:solidFill>
                <a:latin typeface="+mn-ea"/>
                <a:cs typeface="メイリオ" panose="020B0604030504040204" pitchFamily="50" charset="-128"/>
              </a:rPr>
              <a:t>の実践トレーニングの内容を理解し、自らプロトタイプ作成や設定変更が行えるスキルレベルが必要です</a:t>
            </a:r>
            <a:endParaRPr lang="en-US" altLang="ja-JP" sz="1100" dirty="0">
              <a:solidFill>
                <a:prstClr val="black"/>
              </a:solidFill>
              <a:latin typeface="+mn-ea"/>
              <a:cs typeface="メイリオ" panose="020B0604030504040204" pitchFamily="50" charset="-128"/>
            </a:endParaRPr>
          </a:p>
        </p:txBody>
      </p:sp>
      <p:grpSp>
        <p:nvGrpSpPr>
          <p:cNvPr id="34" name="グループ化 33">
            <a:extLst>
              <a:ext uri="{FF2B5EF4-FFF2-40B4-BE49-F238E27FC236}">
                <a16:creationId xmlns:a16="http://schemas.microsoft.com/office/drawing/2014/main" id="{42B0A847-B708-3509-4DB1-7F2CE1A06718}"/>
              </a:ext>
            </a:extLst>
          </p:cNvPr>
          <p:cNvGrpSpPr/>
          <p:nvPr/>
        </p:nvGrpSpPr>
        <p:grpSpPr>
          <a:xfrm>
            <a:off x="4210502" y="1568609"/>
            <a:ext cx="6504122" cy="4016159"/>
            <a:chOff x="3987415" y="1568609"/>
            <a:chExt cx="7905416" cy="4016159"/>
          </a:xfrm>
        </p:grpSpPr>
        <p:sp>
          <p:nvSpPr>
            <p:cNvPr id="11" name="Rectangle 14">
              <a:extLst>
                <a:ext uri="{FF2B5EF4-FFF2-40B4-BE49-F238E27FC236}">
                  <a16:creationId xmlns:a16="http://schemas.microsoft.com/office/drawing/2014/main" id="{2B2BE4AD-9903-3270-7121-3DDF4350BBFA}"/>
                </a:ext>
              </a:extLst>
            </p:cNvPr>
            <p:cNvSpPr>
              <a:spLocks noChangeArrowheads="1"/>
            </p:cNvSpPr>
            <p:nvPr/>
          </p:nvSpPr>
          <p:spPr bwMode="auto">
            <a:xfrm>
              <a:off x="8359193" y="3328361"/>
              <a:ext cx="1612605" cy="610396"/>
            </a:xfrm>
            <a:prstGeom prst="rect">
              <a:avLst/>
            </a:prstGeom>
            <a:solidFill>
              <a:schemeClr val="accent4">
                <a:lumMod val="20000"/>
                <a:lumOff val="80000"/>
              </a:schemeClr>
            </a:solidFill>
            <a:ln w="38100" cap="flat" cmpd="sng" algn="ctr">
              <a:solidFill>
                <a:srgbClr val="FFFFFF"/>
              </a:solidFill>
              <a:prstDash val="solid"/>
              <a:headEnd/>
              <a:tailEnd/>
            </a:ln>
            <a:effectLst>
              <a:outerShdw blurRad="40000" dist="20000" dir="5400000" rotWithShape="0">
                <a:srgbClr val="000000">
                  <a:alpha val="38000"/>
                </a:srgbClr>
              </a:outerShdw>
            </a:effectLst>
          </p:spPr>
          <p:txBody>
            <a:bodyPr wrap="none" lIns="91422" tIns="45711" rIns="91422" bIns="45711"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defTabSz="912813" fontAlgn="base">
                <a:lnSpc>
                  <a:spcPts val="1600"/>
                </a:lnSpc>
                <a:spcBef>
                  <a:spcPct val="0"/>
                </a:spcBef>
                <a:spcAft>
                  <a:spcPct val="0"/>
                </a:spcAft>
                <a:defRPr/>
              </a:pPr>
              <a:r>
                <a:rPr lang="en-US" altLang="ja-JP" sz="1200" dirty="0">
                  <a:solidFill>
                    <a:srgbClr val="EEECE1">
                      <a:lumMod val="10000"/>
                    </a:srgbClr>
                  </a:solidFill>
                  <a:latin typeface="+mn-ea"/>
                  <a:cs typeface="Meiryo UI" panose="020B0604030504040204" pitchFamily="50" charset="-128"/>
                </a:rPr>
                <a:t>PM</a:t>
              </a:r>
            </a:p>
            <a:p>
              <a:pPr algn="ctr">
                <a:lnSpc>
                  <a:spcPts val="1600"/>
                </a:lnSpc>
                <a:defRPr/>
              </a:pPr>
              <a:r>
                <a:rPr kumimoji="0" lang="en-US" altLang="ja-JP" sz="1200" kern="0" dirty="0">
                  <a:solidFill>
                    <a:srgbClr val="EEECE1">
                      <a:lumMod val="10000"/>
                    </a:srgbClr>
                  </a:solidFill>
                  <a:latin typeface="+mn-ea"/>
                  <a:cs typeface="Meiryo UI" panose="020B0604030504040204" pitchFamily="50" charset="-128"/>
                </a:rPr>
                <a:t>TBD</a:t>
              </a:r>
              <a:endParaRPr kumimoji="0" lang="ja-JP" altLang="en-US" sz="1200" dirty="0">
                <a:solidFill>
                  <a:srgbClr val="EEECE1">
                    <a:lumMod val="10000"/>
                  </a:srgbClr>
                </a:solidFill>
                <a:latin typeface="+mn-ea"/>
                <a:cs typeface="Meiryo UI" panose="020B0604030504040204" pitchFamily="50" charset="-128"/>
              </a:endParaRPr>
            </a:p>
          </p:txBody>
        </p:sp>
        <p:sp>
          <p:nvSpPr>
            <p:cNvPr id="12" name="Rectangle 14">
              <a:extLst>
                <a:ext uri="{FF2B5EF4-FFF2-40B4-BE49-F238E27FC236}">
                  <a16:creationId xmlns:a16="http://schemas.microsoft.com/office/drawing/2014/main" id="{53144A60-9B49-B883-5032-EE9EC543C5EF}"/>
                </a:ext>
              </a:extLst>
            </p:cNvPr>
            <p:cNvSpPr>
              <a:spLocks noChangeArrowheads="1"/>
            </p:cNvSpPr>
            <p:nvPr/>
          </p:nvSpPr>
          <p:spPr bwMode="auto">
            <a:xfrm>
              <a:off x="7552890" y="4972685"/>
              <a:ext cx="1612605" cy="606609"/>
            </a:xfrm>
            <a:prstGeom prst="rect">
              <a:avLst/>
            </a:prstGeom>
            <a:solidFill>
              <a:schemeClr val="accent4">
                <a:lumMod val="20000"/>
                <a:lumOff val="80000"/>
              </a:schemeClr>
            </a:solidFill>
            <a:ln w="38100" cap="flat" cmpd="sng" algn="ctr">
              <a:solidFill>
                <a:srgbClr val="FFFFFF"/>
              </a:solidFill>
              <a:prstDash val="solid"/>
              <a:headEnd/>
              <a:tailEnd/>
            </a:ln>
            <a:effectLst>
              <a:outerShdw blurRad="40000" dist="20000" dir="5400000" rotWithShape="0">
                <a:srgbClr val="000000">
                  <a:alpha val="38000"/>
                </a:srgbClr>
              </a:outerShdw>
            </a:effectLst>
          </p:spPr>
          <p:txBody>
            <a:bodyPr wrap="none" lIns="91422" tIns="45711" rIns="91422" bIns="45711"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defTabSz="912754" fontAlgn="base">
                <a:lnSpc>
                  <a:spcPts val="1900"/>
                </a:lnSpc>
                <a:spcBef>
                  <a:spcPct val="0"/>
                </a:spcBef>
                <a:spcAft>
                  <a:spcPct val="0"/>
                </a:spcAft>
                <a:defRPr/>
              </a:pPr>
              <a:r>
                <a:rPr kumimoji="0" lang="en-US" altLang="ja-JP" sz="1200" kern="0" dirty="0">
                  <a:solidFill>
                    <a:srgbClr val="EEECE1">
                      <a:lumMod val="10000"/>
                    </a:srgbClr>
                  </a:solidFill>
                  <a:latin typeface="+mn-ea"/>
                  <a:cs typeface="Meiryo UI" panose="020B0604030504040204" pitchFamily="50" charset="-128"/>
                </a:rPr>
                <a:t>TBD</a:t>
              </a:r>
            </a:p>
          </p:txBody>
        </p:sp>
        <p:sp>
          <p:nvSpPr>
            <p:cNvPr id="13" name="Rectangle 14">
              <a:extLst>
                <a:ext uri="{FF2B5EF4-FFF2-40B4-BE49-F238E27FC236}">
                  <a16:creationId xmlns:a16="http://schemas.microsoft.com/office/drawing/2014/main" id="{685D4EC2-C715-0CDE-6D09-508084FC081B}"/>
                </a:ext>
              </a:extLst>
            </p:cNvPr>
            <p:cNvSpPr>
              <a:spLocks noChangeArrowheads="1"/>
            </p:cNvSpPr>
            <p:nvPr/>
          </p:nvSpPr>
          <p:spPr bwMode="auto">
            <a:xfrm>
              <a:off x="9271532" y="4978159"/>
              <a:ext cx="1612605" cy="606609"/>
            </a:xfrm>
            <a:prstGeom prst="rect">
              <a:avLst/>
            </a:prstGeom>
            <a:solidFill>
              <a:schemeClr val="accent4">
                <a:lumMod val="20000"/>
                <a:lumOff val="80000"/>
              </a:schemeClr>
            </a:solidFill>
            <a:ln w="38100" cap="flat" cmpd="sng" algn="ctr">
              <a:solidFill>
                <a:srgbClr val="FFFFFF"/>
              </a:solidFill>
              <a:prstDash val="solid"/>
              <a:headEnd/>
              <a:tailEnd/>
            </a:ln>
            <a:effectLst>
              <a:outerShdw blurRad="40000" dist="20000" dir="5400000" rotWithShape="0">
                <a:srgbClr val="000000">
                  <a:alpha val="38000"/>
                </a:srgbClr>
              </a:outerShdw>
            </a:effectLst>
          </p:spPr>
          <p:txBody>
            <a:bodyPr wrap="none" lIns="91422" tIns="45711" rIns="91422" bIns="45711"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defTabSz="912754" fontAlgn="base">
                <a:lnSpc>
                  <a:spcPts val="1900"/>
                </a:lnSpc>
                <a:spcBef>
                  <a:spcPct val="0"/>
                </a:spcBef>
                <a:spcAft>
                  <a:spcPct val="0"/>
                </a:spcAft>
                <a:defRPr/>
              </a:pPr>
              <a:r>
                <a:rPr lang="en-US" altLang="ja-JP" sz="1200">
                  <a:solidFill>
                    <a:srgbClr val="EEECE1">
                      <a:lumMod val="10000"/>
                    </a:srgbClr>
                  </a:solidFill>
                  <a:latin typeface="+mn-ea"/>
                  <a:cs typeface="Meiryo UI" panose="020B0604030504040204" pitchFamily="50" charset="-128"/>
                </a:rPr>
                <a:t>TBD</a:t>
              </a:r>
              <a:endParaRPr kumimoji="0" lang="en-US" altLang="ja-JP" sz="1200" kern="0">
                <a:solidFill>
                  <a:srgbClr val="EEECE1">
                    <a:lumMod val="10000"/>
                  </a:srgbClr>
                </a:solidFill>
                <a:latin typeface="+mn-ea"/>
                <a:cs typeface="Meiryo UI" panose="020B0604030504040204" pitchFamily="50" charset="-128"/>
              </a:endParaRPr>
            </a:p>
          </p:txBody>
        </p:sp>
        <p:cxnSp>
          <p:nvCxnSpPr>
            <p:cNvPr id="14" name="直線コネクタ 30">
              <a:extLst>
                <a:ext uri="{FF2B5EF4-FFF2-40B4-BE49-F238E27FC236}">
                  <a16:creationId xmlns:a16="http://schemas.microsoft.com/office/drawing/2014/main" id="{CF30C5E1-6F55-0818-A694-A675FD78632A}"/>
                </a:ext>
              </a:extLst>
            </p:cNvPr>
            <p:cNvCxnSpPr>
              <a:cxnSpLocks/>
            </p:cNvCxnSpPr>
            <p:nvPr/>
          </p:nvCxnSpPr>
          <p:spPr bwMode="auto">
            <a:xfrm rot="5400000">
              <a:off x="8245381" y="4052570"/>
              <a:ext cx="1033928" cy="806303"/>
            </a:xfrm>
            <a:prstGeom prst="bentConnector3">
              <a:avLst>
                <a:gd name="adj1" fmla="val 50000"/>
              </a:avLst>
            </a:prstGeom>
            <a:noFill/>
            <a:ln w="28575" cap="flat" cmpd="sng" algn="ctr">
              <a:solidFill>
                <a:srgbClr val="8064A2">
                  <a:lumMod val="75000"/>
                </a:srgbClr>
              </a:solidFill>
              <a:prstDash val="solid"/>
            </a:ln>
            <a:effectLst/>
          </p:spPr>
        </p:cxnSp>
        <p:sp>
          <p:nvSpPr>
            <p:cNvPr id="15" name="Rectangle 14">
              <a:extLst>
                <a:ext uri="{FF2B5EF4-FFF2-40B4-BE49-F238E27FC236}">
                  <a16:creationId xmlns:a16="http://schemas.microsoft.com/office/drawing/2014/main" id="{D07F9613-72E9-A8BB-34AB-1AA8FD93AD7C}"/>
                </a:ext>
              </a:extLst>
            </p:cNvPr>
            <p:cNvSpPr>
              <a:spLocks noChangeArrowheads="1"/>
            </p:cNvSpPr>
            <p:nvPr/>
          </p:nvSpPr>
          <p:spPr bwMode="auto">
            <a:xfrm>
              <a:off x="8359193" y="2117627"/>
              <a:ext cx="1612605" cy="610396"/>
            </a:xfrm>
            <a:prstGeom prst="rect">
              <a:avLst/>
            </a:prstGeom>
            <a:solidFill>
              <a:schemeClr val="accent4">
                <a:lumMod val="20000"/>
                <a:lumOff val="80000"/>
              </a:schemeClr>
            </a:solidFill>
            <a:ln w="38100" cap="flat" cmpd="sng" algn="ctr">
              <a:solidFill>
                <a:srgbClr val="FFFFFF"/>
              </a:solidFill>
              <a:prstDash val="solid"/>
              <a:headEnd/>
              <a:tailEnd/>
            </a:ln>
            <a:effectLst>
              <a:outerShdw blurRad="40000" dist="20000" dir="5400000" rotWithShape="0">
                <a:srgbClr val="000000">
                  <a:alpha val="38000"/>
                </a:srgbClr>
              </a:outerShdw>
            </a:effectLst>
          </p:spPr>
          <p:txBody>
            <a:bodyPr wrap="none" lIns="91422" tIns="45711" rIns="91422" bIns="45711"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defTabSz="912813" fontAlgn="base">
                <a:lnSpc>
                  <a:spcPts val="1600"/>
                </a:lnSpc>
                <a:spcBef>
                  <a:spcPct val="0"/>
                </a:spcBef>
                <a:spcAft>
                  <a:spcPct val="0"/>
                </a:spcAft>
                <a:defRPr/>
              </a:pPr>
              <a:r>
                <a:rPr lang="ja-JP" altLang="en-US" sz="1200" dirty="0">
                  <a:solidFill>
                    <a:srgbClr val="EEECE1">
                      <a:lumMod val="10000"/>
                    </a:srgbClr>
                  </a:solidFill>
                  <a:latin typeface="+mn-ea"/>
                  <a:cs typeface="Meiryo UI" panose="020B0604030504040204" pitchFamily="50" charset="-128"/>
                </a:rPr>
                <a:t>プロジェクト責任者</a:t>
              </a:r>
              <a:endParaRPr lang="en-US" altLang="ja-JP" sz="1200" dirty="0">
                <a:solidFill>
                  <a:srgbClr val="EEECE1">
                    <a:lumMod val="10000"/>
                  </a:srgbClr>
                </a:solidFill>
                <a:latin typeface="+mn-ea"/>
                <a:cs typeface="Meiryo UI" panose="020B0604030504040204" pitchFamily="50" charset="-128"/>
              </a:endParaRPr>
            </a:p>
            <a:p>
              <a:pPr algn="ctr">
                <a:lnSpc>
                  <a:spcPts val="1600"/>
                </a:lnSpc>
                <a:defRPr/>
              </a:pPr>
              <a:r>
                <a:rPr kumimoji="0" lang="en-US" altLang="ja-JP" sz="1200" kern="0" dirty="0">
                  <a:solidFill>
                    <a:srgbClr val="EEECE1">
                      <a:lumMod val="10000"/>
                    </a:srgbClr>
                  </a:solidFill>
                  <a:latin typeface="+mn-ea"/>
                  <a:cs typeface="Meiryo UI" panose="020B0604030504040204" pitchFamily="50" charset="-128"/>
                </a:rPr>
                <a:t>TBD</a:t>
              </a:r>
              <a:endParaRPr kumimoji="0" lang="ja-JP" altLang="en-US" sz="1200" dirty="0">
                <a:solidFill>
                  <a:srgbClr val="EEECE1">
                    <a:lumMod val="10000"/>
                  </a:srgbClr>
                </a:solidFill>
                <a:latin typeface="+mn-ea"/>
                <a:cs typeface="Meiryo UI" panose="020B0604030504040204" pitchFamily="50" charset="-128"/>
              </a:endParaRPr>
            </a:p>
          </p:txBody>
        </p:sp>
        <p:cxnSp>
          <p:nvCxnSpPr>
            <p:cNvPr id="16" name="直線コネクタ 15">
              <a:extLst>
                <a:ext uri="{FF2B5EF4-FFF2-40B4-BE49-F238E27FC236}">
                  <a16:creationId xmlns:a16="http://schemas.microsoft.com/office/drawing/2014/main" id="{81661CB1-45C8-7D45-099C-83B11D25FBC2}"/>
                </a:ext>
              </a:extLst>
            </p:cNvPr>
            <p:cNvCxnSpPr>
              <a:cxnSpLocks/>
            </p:cNvCxnSpPr>
            <p:nvPr/>
          </p:nvCxnSpPr>
          <p:spPr bwMode="auto">
            <a:xfrm>
              <a:off x="9165496" y="2728023"/>
              <a:ext cx="0" cy="600338"/>
            </a:xfrm>
            <a:prstGeom prst="line">
              <a:avLst/>
            </a:prstGeom>
            <a:noFill/>
            <a:ln w="28575" cap="flat" cmpd="sng" algn="ctr">
              <a:solidFill>
                <a:srgbClr val="8064A2">
                  <a:lumMod val="75000"/>
                </a:srgbClr>
              </a:solidFill>
              <a:prstDash val="solid"/>
            </a:ln>
            <a:effectLst/>
          </p:spPr>
        </p:cxnSp>
        <p:cxnSp>
          <p:nvCxnSpPr>
            <p:cNvPr id="17" name="直線コネクタ 16">
              <a:extLst>
                <a:ext uri="{FF2B5EF4-FFF2-40B4-BE49-F238E27FC236}">
                  <a16:creationId xmlns:a16="http://schemas.microsoft.com/office/drawing/2014/main" id="{92D957B3-93AB-0AB4-6BCF-1FC78752FDAB}"/>
                </a:ext>
              </a:extLst>
            </p:cNvPr>
            <p:cNvCxnSpPr>
              <a:cxnSpLocks/>
            </p:cNvCxnSpPr>
            <p:nvPr/>
          </p:nvCxnSpPr>
          <p:spPr bwMode="auto">
            <a:xfrm>
              <a:off x="9165496" y="3938757"/>
              <a:ext cx="1134" cy="508496"/>
            </a:xfrm>
            <a:prstGeom prst="line">
              <a:avLst/>
            </a:prstGeom>
            <a:noFill/>
            <a:ln w="28575" cap="flat" cmpd="sng" algn="ctr">
              <a:solidFill>
                <a:srgbClr val="8064A2">
                  <a:lumMod val="75000"/>
                </a:srgbClr>
              </a:solidFill>
              <a:prstDash val="solid"/>
            </a:ln>
            <a:effectLst/>
          </p:spPr>
        </p:cxnSp>
        <p:cxnSp>
          <p:nvCxnSpPr>
            <p:cNvPr id="18" name="直線コネクタ 30">
              <a:extLst>
                <a:ext uri="{FF2B5EF4-FFF2-40B4-BE49-F238E27FC236}">
                  <a16:creationId xmlns:a16="http://schemas.microsoft.com/office/drawing/2014/main" id="{3D7F7678-9776-31AA-4477-F58A8D1CA19F}"/>
                </a:ext>
              </a:extLst>
            </p:cNvPr>
            <p:cNvCxnSpPr>
              <a:cxnSpLocks/>
            </p:cNvCxnSpPr>
            <p:nvPr/>
          </p:nvCxnSpPr>
          <p:spPr bwMode="auto">
            <a:xfrm rot="16200000" flipH="1">
              <a:off x="9113994" y="4014318"/>
              <a:ext cx="1014776" cy="912906"/>
            </a:xfrm>
            <a:prstGeom prst="bentConnector3">
              <a:avLst>
                <a:gd name="adj1" fmla="val 48216"/>
              </a:avLst>
            </a:prstGeom>
            <a:noFill/>
            <a:ln w="28575" cap="flat" cmpd="sng" algn="ctr">
              <a:solidFill>
                <a:srgbClr val="8064A2">
                  <a:lumMod val="75000"/>
                </a:srgbClr>
              </a:solidFill>
              <a:prstDash val="solid"/>
            </a:ln>
            <a:effectLst/>
          </p:spPr>
        </p:cxnSp>
        <p:sp>
          <p:nvSpPr>
            <p:cNvPr id="19" name="Rectangle 14">
              <a:extLst>
                <a:ext uri="{FF2B5EF4-FFF2-40B4-BE49-F238E27FC236}">
                  <a16:creationId xmlns:a16="http://schemas.microsoft.com/office/drawing/2014/main" id="{FBDD6563-EB1C-C632-DEE1-3D3CFEEC7367}"/>
                </a:ext>
              </a:extLst>
            </p:cNvPr>
            <p:cNvSpPr>
              <a:spLocks noChangeArrowheads="1"/>
            </p:cNvSpPr>
            <p:nvPr/>
          </p:nvSpPr>
          <p:spPr bwMode="auto">
            <a:xfrm>
              <a:off x="4793718" y="3328361"/>
              <a:ext cx="1612605" cy="610396"/>
            </a:xfrm>
            <a:prstGeom prst="rect">
              <a:avLst/>
            </a:prstGeom>
            <a:solidFill>
              <a:schemeClr val="accent4">
                <a:lumMod val="20000"/>
                <a:lumOff val="80000"/>
              </a:schemeClr>
            </a:solidFill>
            <a:ln w="38100" cap="flat" cmpd="sng" algn="ctr">
              <a:solidFill>
                <a:srgbClr val="FFFFFF"/>
              </a:solidFill>
              <a:prstDash val="solid"/>
              <a:headEnd/>
              <a:tailEnd/>
            </a:ln>
            <a:effectLst>
              <a:outerShdw blurRad="40000" dist="20000" dir="5400000" rotWithShape="0">
                <a:srgbClr val="000000">
                  <a:alpha val="38000"/>
                </a:srgbClr>
              </a:outerShdw>
            </a:effectLst>
          </p:spPr>
          <p:txBody>
            <a:bodyPr wrap="none" lIns="91422" tIns="45711" rIns="91422" bIns="45711"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defTabSz="912813" fontAlgn="base">
                <a:lnSpc>
                  <a:spcPts val="1600"/>
                </a:lnSpc>
                <a:spcBef>
                  <a:spcPct val="0"/>
                </a:spcBef>
                <a:spcAft>
                  <a:spcPct val="0"/>
                </a:spcAft>
                <a:defRPr/>
              </a:pPr>
              <a:r>
                <a:rPr kumimoji="0" lang="en-US" altLang="ja-JP" sz="1200">
                  <a:solidFill>
                    <a:srgbClr val="EEECE1">
                      <a:lumMod val="10000"/>
                    </a:srgbClr>
                  </a:solidFill>
                  <a:latin typeface="+mn-ea"/>
                  <a:cs typeface="Meiryo UI" panose="020B0604030504040204" pitchFamily="50" charset="-128"/>
                </a:rPr>
                <a:t>TBD</a:t>
              </a:r>
              <a:endParaRPr kumimoji="0" lang="ja-JP" altLang="en-US" sz="1200">
                <a:solidFill>
                  <a:srgbClr val="EEECE1">
                    <a:lumMod val="10000"/>
                  </a:srgbClr>
                </a:solidFill>
                <a:latin typeface="+mn-ea"/>
                <a:cs typeface="Meiryo UI" panose="020B0604030504040204" pitchFamily="50" charset="-128"/>
              </a:endParaRPr>
            </a:p>
          </p:txBody>
        </p:sp>
        <p:sp>
          <p:nvSpPr>
            <p:cNvPr id="20" name="Rectangle 14">
              <a:extLst>
                <a:ext uri="{FF2B5EF4-FFF2-40B4-BE49-F238E27FC236}">
                  <a16:creationId xmlns:a16="http://schemas.microsoft.com/office/drawing/2014/main" id="{D03A1C79-E62D-2C23-C443-388F59E784FB}"/>
                </a:ext>
              </a:extLst>
            </p:cNvPr>
            <p:cNvSpPr>
              <a:spLocks noChangeArrowheads="1"/>
            </p:cNvSpPr>
            <p:nvPr/>
          </p:nvSpPr>
          <p:spPr bwMode="auto">
            <a:xfrm>
              <a:off x="3987415" y="4972685"/>
              <a:ext cx="1612605" cy="606609"/>
            </a:xfrm>
            <a:prstGeom prst="rect">
              <a:avLst/>
            </a:prstGeom>
            <a:solidFill>
              <a:schemeClr val="accent4">
                <a:lumMod val="20000"/>
                <a:lumOff val="80000"/>
              </a:schemeClr>
            </a:solidFill>
            <a:ln w="38100" cap="flat" cmpd="sng" algn="ctr">
              <a:solidFill>
                <a:srgbClr val="FFFFFF"/>
              </a:solidFill>
              <a:prstDash val="solid"/>
              <a:headEnd/>
              <a:tailEnd/>
            </a:ln>
            <a:effectLst>
              <a:outerShdw blurRad="40000" dist="20000" dir="5400000" rotWithShape="0">
                <a:srgbClr val="000000">
                  <a:alpha val="38000"/>
                </a:srgbClr>
              </a:outerShdw>
            </a:effectLst>
          </p:spPr>
          <p:txBody>
            <a:bodyPr wrap="none" lIns="91422" tIns="45711" rIns="91422" bIns="45711"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defTabSz="912754" fontAlgn="base">
                <a:lnSpc>
                  <a:spcPts val="1900"/>
                </a:lnSpc>
                <a:spcBef>
                  <a:spcPct val="0"/>
                </a:spcBef>
                <a:spcAft>
                  <a:spcPct val="0"/>
                </a:spcAft>
                <a:defRPr/>
              </a:pPr>
              <a:r>
                <a:rPr kumimoji="0" lang="ja-JP" altLang="en-US" sz="1200" kern="0" dirty="0">
                  <a:solidFill>
                    <a:srgbClr val="EEECE1">
                      <a:lumMod val="10000"/>
                    </a:srgbClr>
                  </a:solidFill>
                  <a:latin typeface="+mn-ea"/>
                  <a:cs typeface="Meiryo UI" panose="020B0604030504040204" pitchFamily="50" charset="-128"/>
                </a:rPr>
                <a:t>システム管理者</a:t>
              </a:r>
              <a:endParaRPr kumimoji="0" lang="en-US" altLang="ja-JP" sz="1200" kern="0" dirty="0">
                <a:solidFill>
                  <a:srgbClr val="EEECE1">
                    <a:lumMod val="10000"/>
                  </a:srgbClr>
                </a:solidFill>
                <a:latin typeface="+mn-ea"/>
                <a:cs typeface="Meiryo UI" panose="020B0604030504040204" pitchFamily="50" charset="-128"/>
              </a:endParaRPr>
            </a:p>
            <a:p>
              <a:pPr algn="ctr" defTabSz="912754" fontAlgn="base">
                <a:lnSpc>
                  <a:spcPts val="1900"/>
                </a:lnSpc>
                <a:spcBef>
                  <a:spcPct val="0"/>
                </a:spcBef>
                <a:spcAft>
                  <a:spcPct val="0"/>
                </a:spcAft>
                <a:defRPr/>
              </a:pPr>
              <a:r>
                <a:rPr kumimoji="0" lang="ja-JP" altLang="en-US" sz="1200" kern="0" dirty="0">
                  <a:solidFill>
                    <a:srgbClr val="EEECE1">
                      <a:lumMod val="10000"/>
                    </a:srgbClr>
                  </a:solidFill>
                  <a:latin typeface="+mn-ea"/>
                  <a:cs typeface="Meiryo UI" panose="020B0604030504040204" pitchFamily="50" charset="-128"/>
                </a:rPr>
                <a:t>テクニカルリーダ</a:t>
              </a:r>
              <a:endParaRPr kumimoji="0" lang="en-US" altLang="ja-JP" sz="1200" kern="0" dirty="0">
                <a:solidFill>
                  <a:srgbClr val="EEECE1">
                    <a:lumMod val="10000"/>
                  </a:srgbClr>
                </a:solidFill>
                <a:latin typeface="+mn-ea"/>
                <a:cs typeface="Meiryo UI" panose="020B0604030504040204" pitchFamily="50" charset="-128"/>
              </a:endParaRPr>
            </a:p>
          </p:txBody>
        </p:sp>
        <p:sp>
          <p:nvSpPr>
            <p:cNvPr id="21" name="Rectangle 14">
              <a:extLst>
                <a:ext uri="{FF2B5EF4-FFF2-40B4-BE49-F238E27FC236}">
                  <a16:creationId xmlns:a16="http://schemas.microsoft.com/office/drawing/2014/main" id="{ACF59D3B-FB97-AEC6-5B4E-093A8F2C75DE}"/>
                </a:ext>
              </a:extLst>
            </p:cNvPr>
            <p:cNvSpPr>
              <a:spLocks noChangeArrowheads="1"/>
            </p:cNvSpPr>
            <p:nvPr/>
          </p:nvSpPr>
          <p:spPr bwMode="auto">
            <a:xfrm>
              <a:off x="5706057" y="4978159"/>
              <a:ext cx="1612605" cy="606609"/>
            </a:xfrm>
            <a:prstGeom prst="rect">
              <a:avLst/>
            </a:prstGeom>
            <a:solidFill>
              <a:schemeClr val="accent4">
                <a:lumMod val="20000"/>
                <a:lumOff val="80000"/>
              </a:schemeClr>
            </a:solidFill>
            <a:ln w="38100" cap="flat" cmpd="sng" algn="ctr">
              <a:solidFill>
                <a:srgbClr val="FFFFFF"/>
              </a:solidFill>
              <a:prstDash val="solid"/>
              <a:headEnd/>
              <a:tailEnd/>
            </a:ln>
            <a:effectLst>
              <a:outerShdw blurRad="40000" dist="20000" dir="5400000" rotWithShape="0">
                <a:srgbClr val="000000">
                  <a:alpha val="38000"/>
                </a:srgbClr>
              </a:outerShdw>
            </a:effectLst>
          </p:spPr>
          <p:txBody>
            <a:bodyPr wrap="none" lIns="91422" tIns="45711" rIns="91422" bIns="45711"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defTabSz="912754" fontAlgn="base">
                <a:lnSpc>
                  <a:spcPts val="1900"/>
                </a:lnSpc>
                <a:spcBef>
                  <a:spcPct val="0"/>
                </a:spcBef>
                <a:spcAft>
                  <a:spcPct val="0"/>
                </a:spcAft>
                <a:defRPr/>
              </a:pPr>
              <a:r>
                <a:rPr lang="ja-JP" altLang="en-US" sz="1200" dirty="0">
                  <a:solidFill>
                    <a:srgbClr val="EEECE1">
                      <a:lumMod val="10000"/>
                    </a:srgbClr>
                  </a:solidFill>
                  <a:latin typeface="+mn-ea"/>
                  <a:cs typeface="Meiryo UI" panose="020B0604030504040204" pitchFamily="50" charset="-128"/>
                </a:rPr>
                <a:t>プロジェクト</a:t>
              </a:r>
              <a:endParaRPr lang="en-US" altLang="ja-JP" sz="1200" dirty="0">
                <a:solidFill>
                  <a:srgbClr val="EEECE1">
                    <a:lumMod val="10000"/>
                  </a:srgbClr>
                </a:solidFill>
                <a:latin typeface="+mn-ea"/>
                <a:cs typeface="Meiryo UI" panose="020B0604030504040204" pitchFamily="50" charset="-128"/>
              </a:endParaRPr>
            </a:p>
            <a:p>
              <a:pPr algn="ctr" defTabSz="912754" fontAlgn="base">
                <a:lnSpc>
                  <a:spcPts val="1900"/>
                </a:lnSpc>
                <a:spcBef>
                  <a:spcPct val="0"/>
                </a:spcBef>
                <a:spcAft>
                  <a:spcPct val="0"/>
                </a:spcAft>
                <a:defRPr/>
              </a:pPr>
              <a:r>
                <a:rPr lang="ja-JP" altLang="en-US" sz="1200" dirty="0">
                  <a:solidFill>
                    <a:srgbClr val="EEECE1">
                      <a:lumMod val="10000"/>
                    </a:srgbClr>
                  </a:solidFill>
                  <a:latin typeface="+mn-ea"/>
                  <a:cs typeface="Meiryo UI" panose="020B0604030504040204" pitchFamily="50" charset="-128"/>
                </a:rPr>
                <a:t>メンバー</a:t>
              </a:r>
              <a:endParaRPr kumimoji="0" lang="en-US" altLang="ja-JP" sz="1200" kern="0" dirty="0">
                <a:solidFill>
                  <a:srgbClr val="EEECE1">
                    <a:lumMod val="10000"/>
                  </a:srgbClr>
                </a:solidFill>
                <a:latin typeface="+mn-ea"/>
                <a:cs typeface="Meiryo UI" panose="020B0604030504040204" pitchFamily="50" charset="-128"/>
              </a:endParaRPr>
            </a:p>
          </p:txBody>
        </p:sp>
        <p:cxnSp>
          <p:nvCxnSpPr>
            <p:cNvPr id="22" name="直線コネクタ 30">
              <a:extLst>
                <a:ext uri="{FF2B5EF4-FFF2-40B4-BE49-F238E27FC236}">
                  <a16:creationId xmlns:a16="http://schemas.microsoft.com/office/drawing/2014/main" id="{6D3B145A-29DD-F53E-2572-05479C85841A}"/>
                </a:ext>
              </a:extLst>
            </p:cNvPr>
            <p:cNvCxnSpPr>
              <a:cxnSpLocks/>
            </p:cNvCxnSpPr>
            <p:nvPr/>
          </p:nvCxnSpPr>
          <p:spPr bwMode="auto">
            <a:xfrm rot="5400000">
              <a:off x="4679906" y="4052570"/>
              <a:ext cx="1033928" cy="806303"/>
            </a:xfrm>
            <a:prstGeom prst="bentConnector3">
              <a:avLst>
                <a:gd name="adj1" fmla="val 50000"/>
              </a:avLst>
            </a:prstGeom>
            <a:noFill/>
            <a:ln w="28575" cap="flat" cmpd="sng" algn="ctr">
              <a:solidFill>
                <a:srgbClr val="8064A2">
                  <a:lumMod val="75000"/>
                </a:srgbClr>
              </a:solidFill>
              <a:prstDash val="solid"/>
            </a:ln>
            <a:effectLst/>
          </p:spPr>
        </p:cxnSp>
        <p:sp>
          <p:nvSpPr>
            <p:cNvPr id="23" name="Rectangle 14">
              <a:extLst>
                <a:ext uri="{FF2B5EF4-FFF2-40B4-BE49-F238E27FC236}">
                  <a16:creationId xmlns:a16="http://schemas.microsoft.com/office/drawing/2014/main" id="{06436895-A2B8-25E6-5A6F-71AC61183604}"/>
                </a:ext>
              </a:extLst>
            </p:cNvPr>
            <p:cNvSpPr>
              <a:spLocks noChangeArrowheads="1"/>
            </p:cNvSpPr>
            <p:nvPr/>
          </p:nvSpPr>
          <p:spPr bwMode="auto">
            <a:xfrm>
              <a:off x="4793718" y="2117627"/>
              <a:ext cx="1612605" cy="610396"/>
            </a:xfrm>
            <a:prstGeom prst="rect">
              <a:avLst/>
            </a:prstGeom>
            <a:solidFill>
              <a:schemeClr val="accent4">
                <a:lumMod val="20000"/>
                <a:lumOff val="80000"/>
              </a:schemeClr>
            </a:solidFill>
            <a:ln w="38100" cap="flat" cmpd="sng" algn="ctr">
              <a:solidFill>
                <a:srgbClr val="FFFFFF"/>
              </a:solidFill>
              <a:prstDash val="solid"/>
              <a:headEnd/>
              <a:tailEnd/>
            </a:ln>
            <a:effectLst>
              <a:outerShdw blurRad="40000" dist="20000" dir="5400000" rotWithShape="0">
                <a:srgbClr val="000000">
                  <a:alpha val="38000"/>
                </a:srgbClr>
              </a:outerShdw>
            </a:effectLst>
          </p:spPr>
          <p:txBody>
            <a:bodyPr wrap="none" lIns="91422" tIns="45711" rIns="91422" bIns="45711"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defTabSz="912813" fontAlgn="base">
                <a:lnSpc>
                  <a:spcPts val="1600"/>
                </a:lnSpc>
                <a:spcBef>
                  <a:spcPct val="0"/>
                </a:spcBef>
                <a:spcAft>
                  <a:spcPct val="0"/>
                </a:spcAft>
                <a:defRPr/>
              </a:pPr>
              <a:r>
                <a:rPr kumimoji="0" lang="en-US" altLang="ja-JP" sz="1200" dirty="0">
                  <a:solidFill>
                    <a:srgbClr val="EEECE1">
                      <a:lumMod val="10000"/>
                    </a:srgbClr>
                  </a:solidFill>
                  <a:latin typeface="+mn-ea"/>
                  <a:cs typeface="Meiryo UI" panose="020B0604030504040204" pitchFamily="50" charset="-128"/>
                </a:rPr>
                <a:t>TBD</a:t>
              </a:r>
              <a:endParaRPr kumimoji="0" lang="ja-JP" altLang="en-US" sz="1200" dirty="0">
                <a:solidFill>
                  <a:srgbClr val="EEECE1">
                    <a:lumMod val="10000"/>
                  </a:srgbClr>
                </a:solidFill>
                <a:latin typeface="+mn-ea"/>
                <a:cs typeface="Meiryo UI" panose="020B0604030504040204" pitchFamily="50" charset="-128"/>
              </a:endParaRPr>
            </a:p>
          </p:txBody>
        </p:sp>
        <p:cxnSp>
          <p:nvCxnSpPr>
            <p:cNvPr id="24" name="直線コネクタ 23">
              <a:extLst>
                <a:ext uri="{FF2B5EF4-FFF2-40B4-BE49-F238E27FC236}">
                  <a16:creationId xmlns:a16="http://schemas.microsoft.com/office/drawing/2014/main" id="{638EB22B-9894-C54D-A9AF-DE8F2040FD2B}"/>
                </a:ext>
              </a:extLst>
            </p:cNvPr>
            <p:cNvCxnSpPr>
              <a:cxnSpLocks/>
            </p:cNvCxnSpPr>
            <p:nvPr/>
          </p:nvCxnSpPr>
          <p:spPr bwMode="auto">
            <a:xfrm>
              <a:off x="5600021" y="2728023"/>
              <a:ext cx="0" cy="600338"/>
            </a:xfrm>
            <a:prstGeom prst="line">
              <a:avLst/>
            </a:prstGeom>
            <a:noFill/>
            <a:ln w="28575" cap="flat" cmpd="sng" algn="ctr">
              <a:solidFill>
                <a:srgbClr val="8064A2">
                  <a:lumMod val="75000"/>
                </a:srgbClr>
              </a:solidFill>
              <a:prstDash val="solid"/>
            </a:ln>
            <a:effectLst/>
          </p:spPr>
        </p:cxnSp>
        <p:cxnSp>
          <p:nvCxnSpPr>
            <p:cNvPr id="25" name="直線コネクタ 24">
              <a:extLst>
                <a:ext uri="{FF2B5EF4-FFF2-40B4-BE49-F238E27FC236}">
                  <a16:creationId xmlns:a16="http://schemas.microsoft.com/office/drawing/2014/main" id="{4458D096-6BDB-82F9-CC58-C5EDAB8AFB69}"/>
                </a:ext>
              </a:extLst>
            </p:cNvPr>
            <p:cNvCxnSpPr>
              <a:cxnSpLocks/>
            </p:cNvCxnSpPr>
            <p:nvPr/>
          </p:nvCxnSpPr>
          <p:spPr bwMode="auto">
            <a:xfrm>
              <a:off x="5600021" y="3938757"/>
              <a:ext cx="1134" cy="508496"/>
            </a:xfrm>
            <a:prstGeom prst="line">
              <a:avLst/>
            </a:prstGeom>
            <a:noFill/>
            <a:ln w="28575" cap="flat" cmpd="sng" algn="ctr">
              <a:solidFill>
                <a:srgbClr val="8064A2">
                  <a:lumMod val="75000"/>
                </a:srgbClr>
              </a:solidFill>
              <a:prstDash val="solid"/>
            </a:ln>
            <a:effectLst/>
          </p:spPr>
        </p:cxnSp>
        <p:cxnSp>
          <p:nvCxnSpPr>
            <p:cNvPr id="26" name="直線コネクタ 30">
              <a:extLst>
                <a:ext uri="{FF2B5EF4-FFF2-40B4-BE49-F238E27FC236}">
                  <a16:creationId xmlns:a16="http://schemas.microsoft.com/office/drawing/2014/main" id="{88022AA3-A5E6-1C3F-79C7-089CB562A443}"/>
                </a:ext>
              </a:extLst>
            </p:cNvPr>
            <p:cNvCxnSpPr>
              <a:cxnSpLocks/>
            </p:cNvCxnSpPr>
            <p:nvPr/>
          </p:nvCxnSpPr>
          <p:spPr bwMode="auto">
            <a:xfrm rot="16200000" flipH="1">
              <a:off x="5548519" y="4014318"/>
              <a:ext cx="1014776" cy="912906"/>
            </a:xfrm>
            <a:prstGeom prst="bentConnector3">
              <a:avLst>
                <a:gd name="adj1" fmla="val 48216"/>
              </a:avLst>
            </a:prstGeom>
            <a:noFill/>
            <a:ln w="28575" cap="flat" cmpd="sng" algn="ctr">
              <a:solidFill>
                <a:srgbClr val="8064A2">
                  <a:lumMod val="75000"/>
                </a:srgbClr>
              </a:solidFill>
              <a:prstDash val="solid"/>
            </a:ln>
            <a:effectLst/>
          </p:spPr>
        </p:cxnSp>
        <p:sp>
          <p:nvSpPr>
            <p:cNvPr id="27" name="Rectangle 14">
              <a:extLst>
                <a:ext uri="{FF2B5EF4-FFF2-40B4-BE49-F238E27FC236}">
                  <a16:creationId xmlns:a16="http://schemas.microsoft.com/office/drawing/2014/main" id="{42F41E68-1F82-1019-AD00-1D40CD8766AB}"/>
                </a:ext>
              </a:extLst>
            </p:cNvPr>
            <p:cNvSpPr>
              <a:spLocks noChangeArrowheads="1"/>
            </p:cNvSpPr>
            <p:nvPr/>
          </p:nvSpPr>
          <p:spPr bwMode="auto">
            <a:xfrm>
              <a:off x="10280226" y="3314427"/>
              <a:ext cx="1612605" cy="610396"/>
            </a:xfrm>
            <a:prstGeom prst="rect">
              <a:avLst/>
            </a:prstGeom>
            <a:solidFill>
              <a:schemeClr val="accent4">
                <a:lumMod val="20000"/>
                <a:lumOff val="80000"/>
              </a:schemeClr>
            </a:solidFill>
            <a:ln w="38100" cap="flat" cmpd="sng" algn="ctr">
              <a:solidFill>
                <a:srgbClr val="FFFFFF"/>
              </a:solidFill>
              <a:prstDash val="solid"/>
              <a:headEnd/>
              <a:tailEnd/>
            </a:ln>
            <a:effectLst>
              <a:outerShdw blurRad="40000" dist="20000" dir="5400000" rotWithShape="0">
                <a:srgbClr val="000000">
                  <a:alpha val="38000"/>
                </a:srgbClr>
              </a:outerShdw>
            </a:effectLst>
          </p:spPr>
          <p:txBody>
            <a:bodyPr wrap="none" lIns="91422" tIns="45711" rIns="91422" bIns="45711"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defTabSz="912813" fontAlgn="base">
                <a:lnSpc>
                  <a:spcPts val="1600"/>
                </a:lnSpc>
                <a:spcBef>
                  <a:spcPct val="0"/>
                </a:spcBef>
                <a:spcAft>
                  <a:spcPct val="0"/>
                </a:spcAft>
                <a:defRPr/>
              </a:pPr>
              <a:r>
                <a:rPr lang="ja-JP" altLang="en-US" sz="1200" dirty="0">
                  <a:solidFill>
                    <a:srgbClr val="EEECE1">
                      <a:lumMod val="10000"/>
                    </a:srgbClr>
                  </a:solidFill>
                  <a:latin typeface="+mn-ea"/>
                  <a:cs typeface="Meiryo UI" panose="020B0604030504040204" pitchFamily="50" charset="-128"/>
                </a:rPr>
                <a:t>営業</a:t>
              </a:r>
              <a:endParaRPr lang="en-US" altLang="ja-JP" sz="1200" dirty="0">
                <a:solidFill>
                  <a:srgbClr val="EEECE1">
                    <a:lumMod val="10000"/>
                  </a:srgbClr>
                </a:solidFill>
                <a:latin typeface="+mn-ea"/>
                <a:cs typeface="Meiryo UI" panose="020B0604030504040204" pitchFamily="50" charset="-128"/>
              </a:endParaRPr>
            </a:p>
            <a:p>
              <a:pPr algn="ctr">
                <a:lnSpc>
                  <a:spcPts val="1600"/>
                </a:lnSpc>
                <a:defRPr/>
              </a:pPr>
              <a:r>
                <a:rPr kumimoji="0" lang="en-US" altLang="ja-JP" sz="1200" kern="0" dirty="0">
                  <a:solidFill>
                    <a:srgbClr val="EEECE1">
                      <a:lumMod val="10000"/>
                    </a:srgbClr>
                  </a:solidFill>
                  <a:latin typeface="+mn-ea"/>
                  <a:cs typeface="Meiryo UI" panose="020B0604030504040204" pitchFamily="50" charset="-128"/>
                </a:rPr>
                <a:t>TBD</a:t>
              </a:r>
              <a:endParaRPr kumimoji="0" lang="ja-JP" altLang="en-US" sz="1200" dirty="0">
                <a:solidFill>
                  <a:srgbClr val="EEECE1">
                    <a:lumMod val="10000"/>
                  </a:srgbClr>
                </a:solidFill>
                <a:latin typeface="+mn-ea"/>
                <a:cs typeface="Meiryo UI" panose="020B0604030504040204" pitchFamily="50" charset="-128"/>
              </a:endParaRPr>
            </a:p>
          </p:txBody>
        </p:sp>
        <p:cxnSp>
          <p:nvCxnSpPr>
            <p:cNvPr id="28" name="直線コネクタ 27">
              <a:extLst>
                <a:ext uri="{FF2B5EF4-FFF2-40B4-BE49-F238E27FC236}">
                  <a16:creationId xmlns:a16="http://schemas.microsoft.com/office/drawing/2014/main" id="{4C98BDEF-8C02-5854-F3EB-C3F7E26DAA50}"/>
                </a:ext>
              </a:extLst>
            </p:cNvPr>
            <p:cNvCxnSpPr>
              <a:cxnSpLocks/>
            </p:cNvCxnSpPr>
            <p:nvPr/>
          </p:nvCxnSpPr>
          <p:spPr>
            <a:xfrm>
              <a:off x="9971798" y="3633559"/>
              <a:ext cx="269663" cy="0"/>
            </a:xfrm>
            <a:prstGeom prst="line">
              <a:avLst/>
            </a:prstGeom>
            <a:noFill/>
            <a:ln w="28575" cap="flat" cmpd="sng" algn="ctr">
              <a:solidFill>
                <a:srgbClr val="4472C4">
                  <a:shade val="95000"/>
                  <a:satMod val="105000"/>
                </a:srgbClr>
              </a:solidFill>
              <a:prstDash val="solid"/>
            </a:ln>
            <a:effectLst/>
          </p:spPr>
        </p:cxnSp>
        <p:sp>
          <p:nvSpPr>
            <p:cNvPr id="29" name="四角形: 角を丸くする 28">
              <a:extLst>
                <a:ext uri="{FF2B5EF4-FFF2-40B4-BE49-F238E27FC236}">
                  <a16:creationId xmlns:a16="http://schemas.microsoft.com/office/drawing/2014/main" id="{66DB7DD5-9042-7CD7-8EE1-AF610D69D6BF}"/>
                </a:ext>
              </a:extLst>
            </p:cNvPr>
            <p:cNvSpPr/>
            <p:nvPr/>
          </p:nvSpPr>
          <p:spPr>
            <a:xfrm>
              <a:off x="4786793" y="1593051"/>
              <a:ext cx="1612604" cy="423558"/>
            </a:xfrm>
            <a:prstGeom prst="round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ja-JP" altLang="en-US" b="1" dirty="0">
                  <a:latin typeface="+mn-ea"/>
                </a:rPr>
                <a:t>貴社</a:t>
              </a:r>
              <a:endParaRPr kumimoji="1" lang="ja-JP" altLang="en-US" b="1" dirty="0">
                <a:latin typeface="+mn-ea"/>
              </a:endParaRPr>
            </a:p>
          </p:txBody>
        </p:sp>
        <p:sp>
          <p:nvSpPr>
            <p:cNvPr id="30" name="四角形: 角を丸くする 29">
              <a:extLst>
                <a:ext uri="{FF2B5EF4-FFF2-40B4-BE49-F238E27FC236}">
                  <a16:creationId xmlns:a16="http://schemas.microsoft.com/office/drawing/2014/main" id="{A46B4608-4CE4-D5C5-6BBF-AC9C17F058F0}"/>
                </a:ext>
              </a:extLst>
            </p:cNvPr>
            <p:cNvSpPr/>
            <p:nvPr/>
          </p:nvSpPr>
          <p:spPr>
            <a:xfrm>
              <a:off x="8359194" y="1568609"/>
              <a:ext cx="1612604" cy="423558"/>
            </a:xfrm>
            <a:prstGeom prst="roundRect">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en-US" altLang="ja-JP" b="1">
                  <a:latin typeface="+mn-ea"/>
                </a:rPr>
                <a:t>NSW</a:t>
              </a:r>
              <a:endParaRPr kumimoji="1" lang="ja-JP" altLang="en-US" b="1">
                <a:latin typeface="+mn-ea"/>
              </a:endParaRPr>
            </a:p>
          </p:txBody>
        </p:sp>
      </p:grpSp>
    </p:spTree>
    <p:extLst>
      <p:ext uri="{BB962C8B-B14F-4D97-AF65-F5344CB8AC3E}">
        <p14:creationId xmlns:p14="http://schemas.microsoft.com/office/powerpoint/2010/main" val="159923980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65A12C-9715-BD28-F800-A56E72A8B265}"/>
            </a:ext>
          </a:extLst>
        </p:cNvPr>
        <p:cNvGrpSpPr/>
        <p:nvPr/>
      </p:nvGrpSpPr>
      <p:grpSpPr>
        <a:xfrm>
          <a:off x="0" y="0"/>
          <a:ext cx="0" cy="0"/>
          <a:chOff x="0" y="0"/>
          <a:chExt cx="0" cy="0"/>
        </a:xfrm>
      </p:grpSpPr>
      <p:sp>
        <p:nvSpPr>
          <p:cNvPr id="5" name="タイトル 4">
            <a:extLst>
              <a:ext uri="{FF2B5EF4-FFF2-40B4-BE49-F238E27FC236}">
                <a16:creationId xmlns:a16="http://schemas.microsoft.com/office/drawing/2014/main" id="{54355535-9EF4-8A8F-7E69-1A1D8D8F7DD1}"/>
              </a:ext>
            </a:extLst>
          </p:cNvPr>
          <p:cNvSpPr>
            <a:spLocks noGrp="1"/>
          </p:cNvSpPr>
          <p:nvPr>
            <p:ph type="title"/>
          </p:nvPr>
        </p:nvSpPr>
        <p:spPr>
          <a:xfrm>
            <a:off x="1019175" y="234190"/>
            <a:ext cx="10153650" cy="604519"/>
          </a:xfrm>
        </p:spPr>
        <p:txBody>
          <a:bodyPr/>
          <a:lstStyle/>
          <a:p>
            <a:r>
              <a:rPr lang="ja-JP" altLang="en-US" dirty="0"/>
              <a:t>運用保守体制について</a:t>
            </a:r>
          </a:p>
        </p:txBody>
      </p:sp>
      <p:sp>
        <p:nvSpPr>
          <p:cNvPr id="6" name="テキスト プレースホルダー 5">
            <a:extLst>
              <a:ext uri="{FF2B5EF4-FFF2-40B4-BE49-F238E27FC236}">
                <a16:creationId xmlns:a16="http://schemas.microsoft.com/office/drawing/2014/main" id="{D6514ACC-4E7A-30AB-A425-7798F5CC8723}"/>
              </a:ext>
            </a:extLst>
          </p:cNvPr>
          <p:cNvSpPr>
            <a:spLocks noGrp="1"/>
          </p:cNvSpPr>
          <p:nvPr>
            <p:ph type="body" sz="quarter" idx="10"/>
          </p:nvPr>
        </p:nvSpPr>
        <p:spPr/>
        <p:txBody>
          <a:bodyPr/>
          <a:lstStyle/>
          <a:p>
            <a:pPr algn="l" rtl="0"/>
            <a:r>
              <a:rPr kumimoji="1" lang="ja-JP" altLang="en-US" dirty="0"/>
              <a:t>問い合わせ・障害を一元管理し、</a:t>
            </a:r>
            <a:r>
              <a:rPr kumimoji="1" lang="en-US" altLang="ja-JP" dirty="0"/>
              <a:t>NSW</a:t>
            </a:r>
            <a:r>
              <a:rPr kumimoji="1" lang="ja-JP" altLang="en-US" dirty="0"/>
              <a:t>が迅速な保守対応で安定運用を支えます</a:t>
            </a:r>
          </a:p>
        </p:txBody>
      </p:sp>
      <p:sp>
        <p:nvSpPr>
          <p:cNvPr id="4" name="スライド番号プレースホルダー 1">
            <a:extLst>
              <a:ext uri="{FF2B5EF4-FFF2-40B4-BE49-F238E27FC236}">
                <a16:creationId xmlns:a16="http://schemas.microsoft.com/office/drawing/2014/main" id="{AC26F62C-5BDF-3DE6-BD82-5F329E487355}"/>
              </a:ext>
            </a:extLst>
          </p:cNvPr>
          <p:cNvSpPr txBox="1">
            <a:spLocks/>
          </p:cNvSpPr>
          <p:nvPr/>
        </p:nvSpPr>
        <p:spPr bwMode="ltGray">
          <a:xfrm>
            <a:off x="10855405" y="6532510"/>
            <a:ext cx="998971" cy="241300"/>
          </a:xfrm>
          <a:prstGeom prst="rect">
            <a:avLst/>
          </a:prstGeom>
          <a:noFill/>
          <a:ln>
            <a:noFill/>
          </a:ln>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defPPr>
              <a:defRPr lang="ja-JP"/>
            </a:defPPr>
            <a:lvl1pPr marL="0" algn="r" defTabSz="914400" rtl="0" eaLnBrk="1" latinLnBrk="0" hangingPunct="1">
              <a:defRPr kumimoji="1" sz="1800" b="1" i="0" kern="1200">
                <a:solidFill>
                  <a:schemeClr val="bg1"/>
                </a:solidFill>
                <a:latin typeface="Arial" pitchFamily="34" charset="0"/>
                <a:ea typeface="ＭＳ Ｐゴシック" pitchFamily="50" charset="-128"/>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E025C43D-97FC-4CE9-9332-5BE2A99BA935}" type="slidenum">
              <a:rPr kumimoji="1" lang="en-US" altLang="ja-JP" sz="1400" b="1" i="0" u="none" strike="noStrike" kern="1200" cap="none" spc="0" normalizeH="0" baseline="0" noProof="0" smtClean="0">
                <a:ln>
                  <a:noFill/>
                </a:ln>
                <a:solidFill>
                  <a:srgbClr val="000000"/>
                </a:solidFill>
                <a:effectLst/>
                <a:uLnTx/>
                <a:uFillTx/>
                <a:latin typeface="游ゴシック"/>
                <a:ea typeface="游ゴシック"/>
                <a:cs typeface="メイリオ" pitchFamily="50" charset="-128"/>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1" lang="en-US" altLang="ja-JP" sz="1400" b="1" i="0" u="none" strike="noStrike" kern="1200" cap="none" spc="0" normalizeH="0" baseline="0" noProof="0">
              <a:ln>
                <a:noFill/>
              </a:ln>
              <a:solidFill>
                <a:srgbClr val="000000"/>
              </a:solidFill>
              <a:effectLst/>
              <a:uLnTx/>
              <a:uFillTx/>
              <a:latin typeface="游ゴシック"/>
              <a:ea typeface="游ゴシック"/>
              <a:cs typeface="メイリオ" pitchFamily="50" charset="-128"/>
            </a:endParaRPr>
          </a:p>
        </p:txBody>
      </p:sp>
      <p:sp>
        <p:nvSpPr>
          <p:cNvPr id="24" name="正方形/長方形 23">
            <a:extLst>
              <a:ext uri="{FF2B5EF4-FFF2-40B4-BE49-F238E27FC236}">
                <a16:creationId xmlns:a16="http://schemas.microsoft.com/office/drawing/2014/main" id="{915D4639-25CB-7817-A823-A72C96CD7D00}"/>
              </a:ext>
            </a:extLst>
          </p:cNvPr>
          <p:cNvSpPr/>
          <p:nvPr/>
        </p:nvSpPr>
        <p:spPr>
          <a:xfrm>
            <a:off x="1019174" y="1714309"/>
            <a:ext cx="661451" cy="4494474"/>
          </a:xfrm>
          <a:prstGeom prst="rect">
            <a:avLst/>
          </a:prstGeom>
          <a:solidFill>
            <a:srgbClr val="2ABD76"/>
          </a:solidFill>
          <a:ln w="25400" cap="flat" cmpd="sng" algn="ctr">
            <a:solidFill>
              <a:srgbClr val="2ABD76"/>
            </a:solidFill>
            <a:prstDash val="solid"/>
          </a:ln>
          <a:effectLst/>
        </p:spPr>
        <p:txBody>
          <a:bodyPr vert="wordArtVertRtl"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JP" altLang="en-US" sz="1800" b="0" i="0" u="none" strike="noStrike" kern="0" cap="none" spc="0" normalizeH="0" baseline="0" noProof="0">
                <a:ln>
                  <a:noFill/>
                </a:ln>
                <a:solidFill>
                  <a:srgbClr val="FFFFFF"/>
                </a:solidFill>
                <a:effectLst/>
                <a:uLnTx/>
                <a:uFillTx/>
                <a:latin typeface="游ゴシック"/>
                <a:ea typeface="游ゴシック"/>
                <a:cs typeface="+mn-cs"/>
              </a:rPr>
              <a:t>システム利用者</a:t>
            </a:r>
          </a:p>
        </p:txBody>
      </p:sp>
      <p:sp>
        <p:nvSpPr>
          <p:cNvPr id="25" name="正方形/長方形 24">
            <a:extLst>
              <a:ext uri="{FF2B5EF4-FFF2-40B4-BE49-F238E27FC236}">
                <a16:creationId xmlns:a16="http://schemas.microsoft.com/office/drawing/2014/main" id="{42B002E4-641C-18B3-47D6-72F355579553}"/>
              </a:ext>
            </a:extLst>
          </p:cNvPr>
          <p:cNvSpPr/>
          <p:nvPr/>
        </p:nvSpPr>
        <p:spPr>
          <a:xfrm>
            <a:off x="2925837" y="1714309"/>
            <a:ext cx="8236800" cy="1200642"/>
          </a:xfrm>
          <a:prstGeom prst="rect">
            <a:avLst/>
          </a:prstGeom>
          <a:pattFill prst="dkUpDiag">
            <a:fgClr>
              <a:srgbClr val="DCE6F2"/>
            </a:fgClr>
            <a:bgClr>
              <a:srgbClr val="FFFFFF"/>
            </a:bgClr>
          </a:pattFill>
          <a:ln w="25400" cap="flat" cmpd="sng" algn="ctr">
            <a:solidFill>
              <a:srgbClr val="296FBC"/>
            </a:solidFill>
            <a:prstDash val="solid"/>
          </a:ln>
          <a:effectLst/>
        </p:spPr>
        <p:txBody>
          <a:bodyPr rtlCol="0" anchor="t"/>
          <a:lstStyle/>
          <a:p>
            <a:pPr marL="685817" marR="0" lvl="1" indent="-263776"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ja-JP" sz="1600" b="0" i="0" u="none" strike="noStrike" kern="0" cap="none" spc="0" normalizeH="0" baseline="0" noProof="0" dirty="0">
              <a:ln>
                <a:noFill/>
              </a:ln>
              <a:solidFill>
                <a:srgbClr val="535353"/>
              </a:solidFill>
              <a:effectLst/>
              <a:uLnTx/>
              <a:uFillTx/>
              <a:latin typeface="游ゴシック"/>
              <a:ea typeface="游ゴシック"/>
              <a:cs typeface="+mn-cs"/>
            </a:endParaRPr>
          </a:p>
          <a:p>
            <a:pPr marL="685817" marR="0" lvl="1" indent="-263776"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ja-JP" sz="1600" kern="0" dirty="0">
              <a:solidFill>
                <a:srgbClr val="535353"/>
              </a:solidFill>
              <a:latin typeface="游ゴシック"/>
              <a:ea typeface="游ゴシック"/>
            </a:endParaRPr>
          </a:p>
          <a:p>
            <a:pPr marL="685817" marR="0" lvl="1" indent="-263776"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ja-JP" altLang="en-US" sz="1600" b="0" i="0" u="none" strike="noStrike" kern="0" cap="none" spc="0" normalizeH="0" baseline="0" noProof="0" dirty="0">
                <a:ln>
                  <a:noFill/>
                </a:ln>
                <a:solidFill>
                  <a:srgbClr val="535353"/>
                </a:solidFill>
                <a:effectLst/>
                <a:uLnTx/>
                <a:uFillTx/>
                <a:latin typeface="游ゴシック"/>
                <a:ea typeface="游ゴシック"/>
                <a:cs typeface="+mn-cs"/>
              </a:rPr>
              <a:t>操作</a:t>
            </a:r>
            <a:r>
              <a:rPr kumimoji="0" lang="en-US" altLang="ja-JP" sz="1600" b="0" i="0" u="none" strike="noStrike" kern="0" cap="none" spc="0" normalizeH="0" baseline="0" noProof="0" dirty="0">
                <a:ln>
                  <a:noFill/>
                </a:ln>
                <a:solidFill>
                  <a:srgbClr val="535353"/>
                </a:solidFill>
                <a:effectLst/>
                <a:uLnTx/>
                <a:uFillTx/>
                <a:latin typeface="游ゴシック"/>
                <a:ea typeface="游ゴシック"/>
                <a:cs typeface="+mn-cs"/>
              </a:rPr>
              <a:t>/</a:t>
            </a:r>
            <a:r>
              <a:rPr kumimoji="0" lang="ja-JP" altLang="en-US" sz="1600" b="0" i="0" u="none" strike="noStrike" kern="0" cap="none" spc="0" normalizeH="0" baseline="0" noProof="0" dirty="0">
                <a:ln>
                  <a:noFill/>
                </a:ln>
                <a:solidFill>
                  <a:srgbClr val="535353"/>
                </a:solidFill>
                <a:effectLst/>
                <a:uLnTx/>
                <a:uFillTx/>
                <a:latin typeface="游ゴシック"/>
                <a:ea typeface="游ゴシック"/>
                <a:cs typeface="+mn-cs"/>
              </a:rPr>
              <a:t>運用Ｑ＆Ａ</a:t>
            </a:r>
            <a:r>
              <a:rPr kumimoji="0" lang="ja-JP" altLang="en-US" sz="1600" kern="0" dirty="0">
                <a:solidFill>
                  <a:srgbClr val="535353"/>
                </a:solidFill>
                <a:latin typeface="游ゴシック"/>
                <a:ea typeface="游ゴシック"/>
              </a:rPr>
              <a:t>対応</a:t>
            </a:r>
            <a:endParaRPr kumimoji="0" lang="ja-JP" altLang="en-US" sz="1600" b="0" i="0" u="none" strike="noStrike" kern="0" cap="none" spc="0" normalizeH="0" baseline="0" noProof="0" dirty="0">
              <a:ln>
                <a:noFill/>
              </a:ln>
              <a:solidFill>
                <a:srgbClr val="535353"/>
              </a:solidFill>
              <a:effectLst/>
              <a:uLnTx/>
              <a:uFillTx/>
              <a:latin typeface="游ゴシック"/>
              <a:ea typeface="游ゴシック"/>
              <a:cs typeface="+mn-cs"/>
            </a:endParaRPr>
          </a:p>
          <a:p>
            <a:pPr marL="685817" marR="0" lvl="1" indent="-263776"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TW" altLang="en-US" sz="1600" b="0" i="0" u="none" strike="noStrike" kern="0" cap="none" spc="0" normalizeH="0" baseline="0" noProof="0" dirty="0">
                <a:ln>
                  <a:noFill/>
                </a:ln>
                <a:solidFill>
                  <a:srgbClr val="535353"/>
                </a:solidFill>
                <a:effectLst/>
                <a:uLnTx/>
                <a:uFillTx/>
                <a:latin typeface="游ゴシック"/>
                <a:ea typeface="游ゴシック"/>
                <a:cs typeface="+mn-cs"/>
              </a:rPr>
              <a:t>受付内容分析、</a:t>
            </a:r>
            <a:r>
              <a:rPr kumimoji="0" lang="ja-JP" altLang="en-US" sz="1600" b="0" i="0" u="none" strike="noStrike" kern="0" cap="none" spc="0" normalizeH="0" baseline="0" noProof="0" dirty="0">
                <a:ln>
                  <a:noFill/>
                </a:ln>
                <a:solidFill>
                  <a:srgbClr val="535353"/>
                </a:solidFill>
                <a:effectLst/>
                <a:uLnTx/>
                <a:uFillTx/>
                <a:latin typeface="游ゴシック"/>
                <a:ea typeface="游ゴシック"/>
                <a:cs typeface="+mn-cs"/>
              </a:rPr>
              <a:t>振り分け</a:t>
            </a:r>
            <a:r>
              <a:rPr kumimoji="0" lang="zh-TW" altLang="en-US" sz="1600" b="0" i="0" u="none" strike="noStrike" kern="0" cap="none" spc="0" normalizeH="0" baseline="0" noProof="0" dirty="0">
                <a:ln>
                  <a:noFill/>
                </a:ln>
                <a:solidFill>
                  <a:srgbClr val="535353"/>
                </a:solidFill>
                <a:effectLst/>
                <a:uLnTx/>
                <a:uFillTx/>
                <a:latin typeface="游ゴシック"/>
                <a:ea typeface="游ゴシック"/>
                <a:cs typeface="+mn-cs"/>
              </a:rPr>
              <a:t>、連絡</a:t>
            </a:r>
          </a:p>
        </p:txBody>
      </p:sp>
      <p:sp>
        <p:nvSpPr>
          <p:cNvPr id="26" name="AutoShape 98">
            <a:extLst>
              <a:ext uri="{FF2B5EF4-FFF2-40B4-BE49-F238E27FC236}">
                <a16:creationId xmlns:a16="http://schemas.microsoft.com/office/drawing/2014/main" id="{AA3CF30F-2B8B-671D-DE24-A74FF75A0E6C}"/>
              </a:ext>
            </a:extLst>
          </p:cNvPr>
          <p:cNvSpPr>
            <a:spLocks noChangeArrowheads="1"/>
          </p:cNvSpPr>
          <p:nvPr/>
        </p:nvSpPr>
        <p:spPr bwMode="auto">
          <a:xfrm>
            <a:off x="1720394" y="1678593"/>
            <a:ext cx="1400741" cy="438152"/>
          </a:xfrm>
          <a:prstGeom prst="roundRect">
            <a:avLst>
              <a:gd name="adj" fmla="val 622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83077" tIns="43200" rIns="83077" bIns="43200">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1" lang="ja-JP" altLang="en-US" sz="1050" b="0" i="0" u="none" strike="noStrike" kern="1200" cap="none" spc="0" normalizeH="0" baseline="0" noProof="0" dirty="0">
                <a:ln>
                  <a:noFill/>
                </a:ln>
                <a:solidFill>
                  <a:srgbClr val="535353"/>
                </a:solidFill>
                <a:effectLst/>
                <a:uLnTx/>
                <a:uFillTx/>
                <a:latin typeface="游ゴシック"/>
                <a:ea typeface="游ゴシック"/>
                <a:cs typeface="Meiryo UI" pitchFamily="50" charset="-128"/>
              </a:rPr>
              <a:t>障害連絡</a:t>
            </a:r>
          </a:p>
          <a:p>
            <a:pPr marL="0" marR="0" lvl="0" indent="0" algn="l" defTabSz="914400" rtl="0" eaLnBrk="1" fontAlgn="auto" latinLnBrk="0" hangingPunct="1">
              <a:lnSpc>
                <a:spcPct val="100000"/>
              </a:lnSpc>
              <a:spcBef>
                <a:spcPct val="0"/>
              </a:spcBef>
              <a:spcAft>
                <a:spcPts val="0"/>
              </a:spcAft>
              <a:buClrTx/>
              <a:buSzTx/>
              <a:buFontTx/>
              <a:buNone/>
              <a:tabLst/>
              <a:defRPr/>
            </a:pPr>
            <a:r>
              <a:rPr kumimoji="1" lang="ja-JP" altLang="en-US" sz="1050" b="0" i="0" u="none" strike="noStrike" kern="1200" cap="none" spc="0" normalizeH="0" baseline="0" noProof="0" dirty="0">
                <a:ln>
                  <a:noFill/>
                </a:ln>
                <a:solidFill>
                  <a:srgbClr val="535353"/>
                </a:solidFill>
                <a:effectLst/>
                <a:uLnTx/>
                <a:uFillTx/>
                <a:latin typeface="游ゴシック"/>
                <a:ea typeface="游ゴシック"/>
                <a:cs typeface="Meiryo UI" pitchFamily="50" charset="-128"/>
              </a:rPr>
              <a:t>運用・操作問合せ</a:t>
            </a:r>
          </a:p>
        </p:txBody>
      </p:sp>
      <p:sp>
        <p:nvSpPr>
          <p:cNvPr id="27" name="正方形/長方形 26">
            <a:extLst>
              <a:ext uri="{FF2B5EF4-FFF2-40B4-BE49-F238E27FC236}">
                <a16:creationId xmlns:a16="http://schemas.microsoft.com/office/drawing/2014/main" id="{7D9D878E-BB21-F3B1-B034-EB6DE01B9875}"/>
              </a:ext>
            </a:extLst>
          </p:cNvPr>
          <p:cNvSpPr/>
          <p:nvPr/>
        </p:nvSpPr>
        <p:spPr>
          <a:xfrm>
            <a:off x="2925837" y="3843600"/>
            <a:ext cx="8236800" cy="1886589"/>
          </a:xfrm>
          <a:prstGeom prst="rect">
            <a:avLst/>
          </a:prstGeom>
          <a:pattFill prst="dkUpDiag">
            <a:fgClr>
              <a:srgbClr val="DCE6F2"/>
            </a:fgClr>
            <a:bgClr>
              <a:srgbClr val="FFFFFF"/>
            </a:bgClr>
          </a:pattFill>
          <a:ln w="25400" cap="flat" cmpd="sng" algn="ctr">
            <a:solidFill>
              <a:srgbClr val="296FBC"/>
            </a:solidFill>
            <a:prstDash val="solid"/>
          </a:ln>
          <a:effectLst/>
        </p:spPr>
        <p:txBody>
          <a:bodyPr rtlCol="0" anchor="b"/>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92" b="0" i="0" u="none" strike="noStrike" kern="0" cap="none" spc="0" normalizeH="0" baseline="0" noProof="0">
              <a:ln>
                <a:noFill/>
              </a:ln>
              <a:solidFill>
                <a:srgbClr val="DA6272"/>
              </a:solidFill>
              <a:effectLst/>
              <a:uLnTx/>
              <a:uFillTx/>
              <a:latin typeface="游ゴシック"/>
              <a:ea typeface="游ゴシック"/>
              <a:cs typeface="+mn-cs"/>
            </a:endParaRPr>
          </a:p>
        </p:txBody>
      </p:sp>
      <p:sp>
        <p:nvSpPr>
          <p:cNvPr id="28" name="正方形/長方形 27">
            <a:extLst>
              <a:ext uri="{FF2B5EF4-FFF2-40B4-BE49-F238E27FC236}">
                <a16:creationId xmlns:a16="http://schemas.microsoft.com/office/drawing/2014/main" id="{68511586-240D-9AE4-4E47-68244AD24FAD}"/>
              </a:ext>
            </a:extLst>
          </p:cNvPr>
          <p:cNvSpPr/>
          <p:nvPr/>
        </p:nvSpPr>
        <p:spPr>
          <a:xfrm>
            <a:off x="4385685" y="4446034"/>
            <a:ext cx="1874507" cy="1116585"/>
          </a:xfrm>
          <a:prstGeom prst="rect">
            <a:avLst/>
          </a:prstGeom>
          <a:solidFill>
            <a:srgbClr val="D96271"/>
          </a:solidFill>
          <a:ln w="25400" cap="flat" cmpd="sng" algn="ctr">
            <a:solidFill>
              <a:srgbClr val="D96271"/>
            </a:solidFill>
            <a:prstDash val="solid"/>
          </a:ln>
          <a:effectLst/>
        </p:spPr>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JP" altLang="en-US" sz="1292" b="1" i="0" u="sng" strike="noStrike" kern="0" cap="none" spc="0" normalizeH="0" baseline="0" noProof="0" dirty="0">
                <a:ln>
                  <a:noFill/>
                </a:ln>
                <a:solidFill>
                  <a:srgbClr val="FFFFFF"/>
                </a:solidFill>
                <a:effectLst/>
                <a:uLnTx/>
                <a:uFillTx/>
                <a:latin typeface="游ゴシック"/>
                <a:ea typeface="游ゴシック"/>
                <a:cs typeface="+mn-cs"/>
              </a:rPr>
              <a:t>第一営業部</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292" b="0" i="0" u="none" strike="noStrike" kern="0" cap="none" spc="0" normalizeH="0" baseline="0" noProof="0" dirty="0">
              <a:ln>
                <a:noFill/>
              </a:ln>
              <a:solidFill>
                <a:srgbClr val="FFFFFF"/>
              </a:solidFill>
              <a:effectLst/>
              <a:uLnTx/>
              <a:uFillTx/>
              <a:latin typeface="游ゴシック"/>
              <a:ea typeface="游ゴシック"/>
              <a:cs typeface="+mn-cs"/>
            </a:endParaRPr>
          </a:p>
          <a:p>
            <a:pPr marL="263776" marR="0" lvl="0" indent="-263776"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ja-JP" altLang="en-US" sz="1292" b="0" i="0" u="none" strike="noStrike" kern="0" cap="none" spc="0" normalizeH="0" baseline="0" noProof="0" dirty="0">
                <a:ln>
                  <a:noFill/>
                </a:ln>
                <a:solidFill>
                  <a:srgbClr val="FFFFFF"/>
                </a:solidFill>
                <a:effectLst/>
                <a:uLnTx/>
                <a:uFillTx/>
                <a:latin typeface="游ゴシック"/>
                <a:ea typeface="游ゴシック"/>
                <a:cs typeface="+mn-cs"/>
              </a:rPr>
              <a:t>商談、全体調整</a:t>
            </a:r>
          </a:p>
          <a:p>
            <a:pPr marL="263776" marR="0" lvl="0" indent="-263776"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ja-JP" altLang="en-US" sz="1292" b="0" i="0" u="none" strike="noStrike" kern="0" cap="none" spc="0" normalizeH="0" baseline="0" noProof="0" dirty="0">
                <a:ln>
                  <a:noFill/>
                </a:ln>
                <a:solidFill>
                  <a:srgbClr val="FFFFFF"/>
                </a:solidFill>
                <a:effectLst/>
                <a:uLnTx/>
                <a:uFillTx/>
                <a:latin typeface="游ゴシック"/>
                <a:ea typeface="游ゴシック"/>
                <a:cs typeface="+mn-cs"/>
              </a:rPr>
              <a:t>営業系対応</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292" b="0" i="0" u="none" strike="noStrike" kern="0" cap="none" spc="0" normalizeH="0" baseline="0" noProof="0" dirty="0">
              <a:ln>
                <a:noFill/>
              </a:ln>
              <a:solidFill>
                <a:srgbClr val="FFFFFF"/>
              </a:solidFill>
              <a:effectLst/>
              <a:uLnTx/>
              <a:uFillTx/>
              <a:latin typeface="游ゴシック"/>
              <a:ea typeface="游ゴシック"/>
              <a:cs typeface="+mn-cs"/>
            </a:endParaRPr>
          </a:p>
        </p:txBody>
      </p:sp>
      <p:sp>
        <p:nvSpPr>
          <p:cNvPr id="29" name="正方形/長方形 28">
            <a:extLst>
              <a:ext uri="{FF2B5EF4-FFF2-40B4-BE49-F238E27FC236}">
                <a16:creationId xmlns:a16="http://schemas.microsoft.com/office/drawing/2014/main" id="{6FC3E585-40C3-4822-EB6D-3355CC7984F4}"/>
              </a:ext>
            </a:extLst>
          </p:cNvPr>
          <p:cNvSpPr/>
          <p:nvPr/>
        </p:nvSpPr>
        <p:spPr>
          <a:xfrm>
            <a:off x="6496343" y="4446034"/>
            <a:ext cx="2967707" cy="1116585"/>
          </a:xfrm>
          <a:prstGeom prst="rect">
            <a:avLst/>
          </a:prstGeom>
          <a:solidFill>
            <a:srgbClr val="D96271"/>
          </a:solidFill>
          <a:ln w="25400" cap="flat" cmpd="sng" algn="ctr">
            <a:solidFill>
              <a:srgbClr val="D96271"/>
            </a:solidFill>
            <a:prstDash val="solid"/>
          </a:ln>
          <a:effectLst/>
        </p:spPr>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1050" b="1" u="sng" kern="0" dirty="0">
                <a:solidFill>
                  <a:srgbClr val="FFFFFF"/>
                </a:solidFill>
                <a:latin typeface="游ゴシック"/>
                <a:ea typeface="游ゴシック"/>
              </a:rPr>
              <a:t>BI</a:t>
            </a:r>
            <a:r>
              <a:rPr kumimoji="0" lang="ja-JP" altLang="en-US" sz="1050" b="1" i="0" u="sng" strike="noStrike" kern="0" cap="none" spc="0" normalizeH="0" baseline="0" noProof="0" dirty="0">
                <a:ln>
                  <a:noFill/>
                </a:ln>
                <a:solidFill>
                  <a:srgbClr val="FFFFFF"/>
                </a:solidFill>
                <a:effectLst/>
                <a:uLnTx/>
                <a:uFillTx/>
                <a:latin typeface="游ゴシック"/>
                <a:ea typeface="游ゴシック"/>
                <a:cs typeface="+mn-cs"/>
              </a:rPr>
              <a:t>事業部プロダクションシステム部</a:t>
            </a:r>
            <a:endParaRPr kumimoji="0" lang="en-US" altLang="ja-JP" sz="1050" b="1" i="0" u="sng" strike="noStrike" kern="0" cap="none" spc="0" normalizeH="0" baseline="0" noProof="0" dirty="0">
              <a:ln>
                <a:noFill/>
              </a:ln>
              <a:solidFill>
                <a:srgbClr val="FFFFFF"/>
              </a:solidFill>
              <a:effectLst/>
              <a:uLnTx/>
              <a:uFillTx/>
              <a:latin typeface="游ゴシック"/>
              <a:ea typeface="游ゴシック"/>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292" b="1" i="0" u="sng" strike="noStrike" kern="0" cap="none" spc="0" normalizeH="0" baseline="0" noProof="0" dirty="0">
              <a:ln>
                <a:noFill/>
              </a:ln>
              <a:solidFill>
                <a:srgbClr val="FFFFFF"/>
              </a:solidFill>
              <a:effectLst/>
              <a:uLnTx/>
              <a:uFillTx/>
              <a:latin typeface="游ゴシック"/>
              <a:ea typeface="游ゴシック"/>
              <a:cs typeface="+mn-cs"/>
            </a:endParaRPr>
          </a:p>
          <a:p>
            <a:pPr marL="263776" marR="0" lvl="0" indent="-263776"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ja-JP" altLang="en-US" sz="1292" b="0" i="0" u="none" strike="noStrike" kern="0" cap="none" spc="0" normalizeH="0" baseline="0" noProof="0" dirty="0">
                <a:ln>
                  <a:noFill/>
                </a:ln>
                <a:solidFill>
                  <a:srgbClr val="FFFFFF"/>
                </a:solidFill>
                <a:effectLst/>
                <a:uLnTx/>
                <a:uFillTx/>
                <a:latin typeface="游ゴシック"/>
                <a:ea typeface="游ゴシック"/>
                <a:cs typeface="+mn-cs"/>
              </a:rPr>
              <a:t>システム開発、問合せ対応</a:t>
            </a:r>
          </a:p>
          <a:p>
            <a:pPr marL="263776" marR="0" lvl="0" indent="-263776"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ja-JP" altLang="en-US" sz="1292" b="0" i="0" u="none" strike="noStrike" kern="0" cap="none" spc="0" normalizeH="0" baseline="0" noProof="0" dirty="0">
                <a:ln>
                  <a:noFill/>
                </a:ln>
                <a:solidFill>
                  <a:srgbClr val="FFFFFF"/>
                </a:solidFill>
                <a:effectLst/>
                <a:uLnTx/>
                <a:uFillTx/>
                <a:latin typeface="游ゴシック"/>
                <a:ea typeface="游ゴシック"/>
                <a:cs typeface="+mn-cs"/>
              </a:rPr>
              <a:t>システム障害対応</a:t>
            </a:r>
            <a:endParaRPr kumimoji="0" lang="en-US" altLang="ja-JP" sz="1292" b="0" i="0" u="none" strike="noStrike" kern="0" cap="none" spc="0" normalizeH="0" baseline="0" noProof="0" dirty="0">
              <a:ln>
                <a:noFill/>
              </a:ln>
              <a:solidFill>
                <a:srgbClr val="FFFFFF"/>
              </a:solidFill>
              <a:effectLst/>
              <a:uLnTx/>
              <a:uFillTx/>
              <a:latin typeface="游ゴシック"/>
              <a:ea typeface="游ゴシック"/>
              <a:cs typeface="+mn-cs"/>
            </a:endParaRPr>
          </a:p>
          <a:p>
            <a:pPr marL="263776" marR="0" lvl="0" indent="-263776"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ja-JP" altLang="en-US" sz="1292" b="0" i="0" u="none" strike="noStrike" kern="0" cap="none" spc="0" normalizeH="0" baseline="0" noProof="0" dirty="0">
                <a:ln>
                  <a:noFill/>
                </a:ln>
                <a:solidFill>
                  <a:srgbClr val="FFFFFF"/>
                </a:solidFill>
                <a:effectLst/>
                <a:uLnTx/>
                <a:uFillTx/>
                <a:latin typeface="游ゴシック"/>
                <a:ea typeface="游ゴシック"/>
                <a:cs typeface="+mn-cs"/>
              </a:rPr>
              <a:t>ソフトウェア保守</a:t>
            </a:r>
          </a:p>
        </p:txBody>
      </p:sp>
      <p:sp>
        <p:nvSpPr>
          <p:cNvPr id="33" name="下矢印 110">
            <a:extLst>
              <a:ext uri="{FF2B5EF4-FFF2-40B4-BE49-F238E27FC236}">
                <a16:creationId xmlns:a16="http://schemas.microsoft.com/office/drawing/2014/main" id="{00B2E087-7426-75C8-D3D9-7EED2C790069}"/>
              </a:ext>
            </a:extLst>
          </p:cNvPr>
          <p:cNvSpPr/>
          <p:nvPr/>
        </p:nvSpPr>
        <p:spPr>
          <a:xfrm rot="16200000">
            <a:off x="2162416" y="1710892"/>
            <a:ext cx="257552" cy="969132"/>
          </a:xfrm>
          <a:prstGeom prst="downArrow">
            <a:avLst/>
          </a:prstGeom>
          <a:solidFill>
            <a:srgbClr val="2ABABD"/>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662" b="0" i="0" u="none" strike="noStrike" kern="0" cap="none" spc="0" normalizeH="0" baseline="0" noProof="0" err="1">
              <a:ln>
                <a:noFill/>
              </a:ln>
              <a:solidFill>
                <a:srgbClr val="535353"/>
              </a:solidFill>
              <a:effectLst/>
              <a:uLnTx/>
              <a:uFillTx/>
              <a:latin typeface="游ゴシック"/>
              <a:ea typeface="游ゴシック"/>
              <a:cs typeface="+mn-cs"/>
            </a:endParaRPr>
          </a:p>
        </p:txBody>
      </p:sp>
      <p:sp>
        <p:nvSpPr>
          <p:cNvPr id="34" name="AutoShape 97">
            <a:extLst>
              <a:ext uri="{FF2B5EF4-FFF2-40B4-BE49-F238E27FC236}">
                <a16:creationId xmlns:a16="http://schemas.microsoft.com/office/drawing/2014/main" id="{D27DB046-2C82-70AF-894F-6AA45BDAFF30}"/>
              </a:ext>
            </a:extLst>
          </p:cNvPr>
          <p:cNvSpPr>
            <a:spLocks noChangeArrowheads="1"/>
          </p:cNvSpPr>
          <p:nvPr/>
        </p:nvSpPr>
        <p:spPr bwMode="auto">
          <a:xfrm>
            <a:off x="1744616" y="2392467"/>
            <a:ext cx="1216517" cy="438152"/>
          </a:xfrm>
          <a:prstGeom prst="roundRect">
            <a:avLst>
              <a:gd name="adj" fmla="val 622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83077" tIns="43200" rIns="83077" bIns="43200">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1" lang="ja-JP" altLang="en-US" sz="1050" b="0" i="0" u="none" strike="noStrike" kern="1200" cap="none" spc="0" normalizeH="0" baseline="0" noProof="0">
                <a:ln>
                  <a:noFill/>
                </a:ln>
                <a:solidFill>
                  <a:srgbClr val="535353"/>
                </a:solidFill>
                <a:effectLst/>
                <a:uLnTx/>
                <a:uFillTx/>
                <a:latin typeface="游ゴシック"/>
                <a:ea typeface="游ゴシック"/>
                <a:cs typeface="Meiryo UI" pitchFamily="50" charset="-128"/>
              </a:rPr>
              <a:t>障害対応報告</a:t>
            </a:r>
          </a:p>
          <a:p>
            <a:pPr marL="0" marR="0" lvl="0" indent="0" algn="l" defTabSz="914400" rtl="0" eaLnBrk="1" fontAlgn="auto" latinLnBrk="0" hangingPunct="1">
              <a:lnSpc>
                <a:spcPct val="100000"/>
              </a:lnSpc>
              <a:spcBef>
                <a:spcPct val="0"/>
              </a:spcBef>
              <a:spcAft>
                <a:spcPts val="0"/>
              </a:spcAft>
              <a:buClrTx/>
              <a:buSzTx/>
              <a:buFontTx/>
              <a:buNone/>
              <a:tabLst/>
              <a:defRPr/>
            </a:pPr>
            <a:r>
              <a:rPr kumimoji="1" lang="ja-JP" altLang="en-US" sz="1050" b="0" i="0" u="none" strike="noStrike" kern="1200" cap="none" spc="0" normalizeH="0" baseline="0" noProof="0">
                <a:ln>
                  <a:noFill/>
                </a:ln>
                <a:solidFill>
                  <a:srgbClr val="535353"/>
                </a:solidFill>
                <a:effectLst/>
                <a:uLnTx/>
                <a:uFillTx/>
                <a:latin typeface="游ゴシック"/>
                <a:ea typeface="游ゴシック"/>
                <a:cs typeface="Meiryo UI" pitchFamily="50" charset="-128"/>
              </a:rPr>
              <a:t>運用・操作解答</a:t>
            </a:r>
          </a:p>
        </p:txBody>
      </p:sp>
      <p:sp>
        <p:nvSpPr>
          <p:cNvPr id="35" name="Rectangle 5">
            <a:extLst>
              <a:ext uri="{FF2B5EF4-FFF2-40B4-BE49-F238E27FC236}">
                <a16:creationId xmlns:a16="http://schemas.microsoft.com/office/drawing/2014/main" id="{DB8F5550-115F-869C-1E07-D7869486462D}"/>
              </a:ext>
            </a:extLst>
          </p:cNvPr>
          <p:cNvSpPr>
            <a:spLocks noChangeArrowheads="1"/>
          </p:cNvSpPr>
          <p:nvPr/>
        </p:nvSpPr>
        <p:spPr bwMode="auto">
          <a:xfrm>
            <a:off x="4903646" y="5988735"/>
            <a:ext cx="4291369" cy="280735"/>
          </a:xfrm>
          <a:prstGeom prst="rect">
            <a:avLst/>
          </a:prstGeom>
          <a:solidFill>
            <a:srgbClr val="62ADD9"/>
          </a:solidFill>
          <a:ln w="25400" cap="flat" cmpd="sng" algn="ctr">
            <a:solidFill>
              <a:srgbClr val="62ADD9"/>
            </a:solidFill>
            <a:prstDash val="solid"/>
          </a:ln>
          <a:effectLst/>
        </p:spPr>
        <p:txBody>
          <a:bodyPr rot="0" spcFirstLastPara="0" vertOverflow="overflow" horzOverflow="overflow" vert="horz" wrap="square" lIns="84406" tIns="42203" rIns="84406" bIns="42203"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JP" altLang="en-US" sz="1292" b="1" i="0" u="sng" strike="noStrike" kern="0" cap="none" spc="0" normalizeH="0" baseline="0" noProof="0">
                <a:ln>
                  <a:noFill/>
                </a:ln>
                <a:solidFill>
                  <a:srgbClr val="FFFFFF"/>
                </a:solidFill>
                <a:effectLst/>
                <a:uLnTx/>
                <a:uFillTx/>
                <a:latin typeface="游ゴシック"/>
                <a:ea typeface="游ゴシック"/>
                <a:cs typeface="+mn-cs"/>
              </a:rPr>
              <a:t>各種メーカー、ベンダー</a:t>
            </a:r>
            <a:r>
              <a:rPr kumimoji="0" lang="ja-JP" altLang="en-US" sz="1292" b="0" i="0" u="none" strike="noStrike" kern="0" cap="none" spc="0" normalizeH="0" baseline="0" noProof="0">
                <a:ln>
                  <a:noFill/>
                </a:ln>
                <a:solidFill>
                  <a:srgbClr val="FFFFFF"/>
                </a:solidFill>
                <a:effectLst/>
                <a:uLnTx/>
                <a:uFillTx/>
                <a:latin typeface="游ゴシック"/>
                <a:ea typeface="游ゴシック"/>
                <a:cs typeface="+mn-cs"/>
              </a:rPr>
              <a:t>　  ・各種製品提供</a:t>
            </a:r>
          </a:p>
        </p:txBody>
      </p:sp>
      <p:grpSp>
        <p:nvGrpSpPr>
          <p:cNvPr id="36" name="Group 114">
            <a:extLst>
              <a:ext uri="{FF2B5EF4-FFF2-40B4-BE49-F238E27FC236}">
                <a16:creationId xmlns:a16="http://schemas.microsoft.com/office/drawing/2014/main" id="{FDF59E3D-4C90-54D5-2215-EE5060CF4CC3}"/>
              </a:ext>
            </a:extLst>
          </p:cNvPr>
          <p:cNvGrpSpPr>
            <a:grpSpLocks/>
          </p:cNvGrpSpPr>
          <p:nvPr/>
        </p:nvGrpSpPr>
        <p:grpSpPr bwMode="auto">
          <a:xfrm rot="19361118">
            <a:off x="6849667" y="5613053"/>
            <a:ext cx="399326" cy="395929"/>
            <a:chOff x="3081" y="2568"/>
            <a:chExt cx="615" cy="615"/>
          </a:xfrm>
          <a:solidFill>
            <a:srgbClr val="762ABD"/>
          </a:solidFill>
        </p:grpSpPr>
        <p:sp>
          <p:nvSpPr>
            <p:cNvPr id="37" name="AutoShape 115">
              <a:extLst>
                <a:ext uri="{FF2B5EF4-FFF2-40B4-BE49-F238E27FC236}">
                  <a16:creationId xmlns:a16="http://schemas.microsoft.com/office/drawing/2014/main" id="{8437AA0C-17A8-46CD-F901-8DC9B8014064}"/>
                </a:ext>
              </a:extLst>
            </p:cNvPr>
            <p:cNvSpPr>
              <a:spLocks noChangeArrowheads="1"/>
            </p:cNvSpPr>
            <p:nvPr/>
          </p:nvSpPr>
          <p:spPr bwMode="auto">
            <a:xfrm rot="-2152115">
              <a:off x="3081" y="2568"/>
              <a:ext cx="615" cy="615"/>
            </a:xfrm>
            <a:custGeom>
              <a:avLst/>
              <a:gdLst>
                <a:gd name="T0" fmla="*/ 307 w 21600"/>
                <a:gd name="T1" fmla="*/ 0 h 21600"/>
                <a:gd name="T2" fmla="*/ 77 w 21600"/>
                <a:gd name="T3" fmla="*/ 308 h 21600"/>
                <a:gd name="T4" fmla="*/ 307 w 21600"/>
                <a:gd name="T5" fmla="*/ 154 h 21600"/>
                <a:gd name="T6" fmla="*/ 692 w 21600"/>
                <a:gd name="T7" fmla="*/ 308 h 21600"/>
                <a:gd name="T8" fmla="*/ 538 w 21600"/>
                <a:gd name="T9" fmla="*/ 461 h 21600"/>
                <a:gd name="T10" fmla="*/ 384 w 21600"/>
                <a:gd name="T11" fmla="*/ 308 h 21600"/>
                <a:gd name="T12" fmla="*/ 0 60000 65536"/>
                <a:gd name="T13" fmla="*/ 0 60000 65536"/>
                <a:gd name="T14" fmla="*/ 0 60000 65536"/>
                <a:gd name="T15" fmla="*/ 0 60000 65536"/>
                <a:gd name="T16" fmla="*/ 0 60000 65536"/>
                <a:gd name="T17" fmla="*/ 0 60000 65536"/>
                <a:gd name="T18" fmla="*/ 3161 w 21600"/>
                <a:gd name="T19" fmla="*/ 3161 h 21600"/>
                <a:gd name="T20" fmla="*/ 18439 w 21600"/>
                <a:gd name="T21" fmla="*/ 18439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200" y="10800"/>
                  </a:moveTo>
                  <a:cubicBezTo>
                    <a:pt x="16200" y="7817"/>
                    <a:pt x="13782" y="5400"/>
                    <a:pt x="10800" y="5400"/>
                  </a:cubicBezTo>
                  <a:cubicBezTo>
                    <a:pt x="7817" y="5400"/>
                    <a:pt x="5400" y="7817"/>
                    <a:pt x="5400" y="10800"/>
                  </a:cubicBezTo>
                  <a:lnTo>
                    <a:pt x="0" y="10800"/>
                  </a:lnTo>
                  <a:cubicBezTo>
                    <a:pt x="0" y="4835"/>
                    <a:pt x="4835" y="0"/>
                    <a:pt x="10800" y="0"/>
                  </a:cubicBezTo>
                  <a:cubicBezTo>
                    <a:pt x="16764" y="0"/>
                    <a:pt x="21599" y="4835"/>
                    <a:pt x="21600" y="10799"/>
                  </a:cubicBezTo>
                  <a:lnTo>
                    <a:pt x="21600" y="10800"/>
                  </a:lnTo>
                  <a:lnTo>
                    <a:pt x="24300" y="10800"/>
                  </a:lnTo>
                  <a:lnTo>
                    <a:pt x="18900" y="16200"/>
                  </a:lnTo>
                  <a:lnTo>
                    <a:pt x="13500" y="10800"/>
                  </a:lnTo>
                  <a:lnTo>
                    <a:pt x="16200" y="10800"/>
                  </a:lnTo>
                  <a:close/>
                </a:path>
              </a:pathLst>
            </a:custGeom>
            <a:solidFill>
              <a:schemeClr val="tx2">
                <a:lumMod val="60000"/>
                <a:lumOff val="40000"/>
              </a:schemeClr>
            </a:solidFill>
            <a:ln w="9525">
              <a:solidFill>
                <a:srgbClr val="FFFFFF"/>
              </a:solidFill>
              <a:miter lim="800000"/>
              <a:headEnd/>
              <a:tailEnd/>
            </a:ln>
          </p:spPr>
          <p:txBody>
            <a:bodyPr vert="eaVert"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292" b="0" i="0" u="none" strike="noStrike" kern="0" cap="none" spc="0" normalizeH="0" baseline="0" noProof="0">
                <a:ln>
                  <a:noFill/>
                </a:ln>
                <a:solidFill>
                  <a:prstClr val="black"/>
                </a:solidFill>
                <a:effectLst/>
                <a:uLnTx/>
                <a:uFillTx/>
                <a:latin typeface="游ゴシック"/>
                <a:ea typeface="游ゴシック"/>
                <a:cs typeface="メイリオ" panose="020B0604030504040204" pitchFamily="50" charset="-128"/>
              </a:endParaRPr>
            </a:p>
          </p:txBody>
        </p:sp>
        <p:sp>
          <p:nvSpPr>
            <p:cNvPr id="38" name="AutoShape 116">
              <a:extLst>
                <a:ext uri="{FF2B5EF4-FFF2-40B4-BE49-F238E27FC236}">
                  <a16:creationId xmlns:a16="http://schemas.microsoft.com/office/drawing/2014/main" id="{4151D27D-FC34-3893-3175-2764AA9BD7B1}"/>
                </a:ext>
              </a:extLst>
            </p:cNvPr>
            <p:cNvSpPr>
              <a:spLocks noChangeArrowheads="1"/>
            </p:cNvSpPr>
            <p:nvPr/>
          </p:nvSpPr>
          <p:spPr bwMode="auto">
            <a:xfrm rot="10800000">
              <a:off x="3081" y="2568"/>
              <a:ext cx="615" cy="615"/>
            </a:xfrm>
            <a:custGeom>
              <a:avLst/>
              <a:gdLst>
                <a:gd name="T0" fmla="*/ 307 w 21600"/>
                <a:gd name="T1" fmla="*/ 0 h 21600"/>
                <a:gd name="T2" fmla="*/ 77 w 21600"/>
                <a:gd name="T3" fmla="*/ 308 h 21600"/>
                <a:gd name="T4" fmla="*/ 307 w 21600"/>
                <a:gd name="T5" fmla="*/ 154 h 21600"/>
                <a:gd name="T6" fmla="*/ 692 w 21600"/>
                <a:gd name="T7" fmla="*/ 308 h 21600"/>
                <a:gd name="T8" fmla="*/ 538 w 21600"/>
                <a:gd name="T9" fmla="*/ 461 h 21600"/>
                <a:gd name="T10" fmla="*/ 384 w 21600"/>
                <a:gd name="T11" fmla="*/ 308 h 21600"/>
                <a:gd name="T12" fmla="*/ 0 60000 65536"/>
                <a:gd name="T13" fmla="*/ 0 60000 65536"/>
                <a:gd name="T14" fmla="*/ 0 60000 65536"/>
                <a:gd name="T15" fmla="*/ 0 60000 65536"/>
                <a:gd name="T16" fmla="*/ 0 60000 65536"/>
                <a:gd name="T17" fmla="*/ 0 60000 65536"/>
                <a:gd name="T18" fmla="*/ 3161 w 21600"/>
                <a:gd name="T19" fmla="*/ 3161 h 21600"/>
                <a:gd name="T20" fmla="*/ 18439 w 21600"/>
                <a:gd name="T21" fmla="*/ 18439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200" y="10800"/>
                  </a:moveTo>
                  <a:cubicBezTo>
                    <a:pt x="16200" y="7817"/>
                    <a:pt x="13782" y="5400"/>
                    <a:pt x="10800" y="5400"/>
                  </a:cubicBezTo>
                  <a:cubicBezTo>
                    <a:pt x="7817" y="5400"/>
                    <a:pt x="5400" y="7817"/>
                    <a:pt x="5400" y="10800"/>
                  </a:cubicBezTo>
                  <a:lnTo>
                    <a:pt x="0" y="10800"/>
                  </a:lnTo>
                  <a:cubicBezTo>
                    <a:pt x="0" y="4835"/>
                    <a:pt x="4835" y="0"/>
                    <a:pt x="10800" y="0"/>
                  </a:cubicBezTo>
                  <a:cubicBezTo>
                    <a:pt x="16764" y="0"/>
                    <a:pt x="21599" y="4835"/>
                    <a:pt x="21600" y="10799"/>
                  </a:cubicBezTo>
                  <a:lnTo>
                    <a:pt x="21600" y="10800"/>
                  </a:lnTo>
                  <a:lnTo>
                    <a:pt x="24300" y="10800"/>
                  </a:lnTo>
                  <a:lnTo>
                    <a:pt x="18900" y="16200"/>
                  </a:lnTo>
                  <a:lnTo>
                    <a:pt x="13500" y="10800"/>
                  </a:lnTo>
                  <a:lnTo>
                    <a:pt x="16200" y="10800"/>
                  </a:lnTo>
                  <a:close/>
                </a:path>
              </a:pathLst>
            </a:custGeom>
            <a:solidFill>
              <a:schemeClr val="tx2">
                <a:lumMod val="60000"/>
                <a:lumOff val="40000"/>
              </a:schemeClr>
            </a:solidFill>
            <a:ln w="9525">
              <a:solidFill>
                <a:srgbClr val="FFFFFF"/>
              </a:solidFill>
              <a:miter lim="800000"/>
              <a:headEnd/>
              <a:tailEnd/>
            </a:ln>
          </p:spPr>
          <p:txBody>
            <a:bodyPr rot="10800000"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292" b="0" i="0" u="none" strike="noStrike" kern="0" cap="none" spc="0" normalizeH="0" baseline="0" noProof="0">
                <a:ln>
                  <a:noFill/>
                </a:ln>
                <a:solidFill>
                  <a:prstClr val="black"/>
                </a:solidFill>
                <a:effectLst/>
                <a:uLnTx/>
                <a:uFillTx/>
                <a:latin typeface="游ゴシック"/>
                <a:ea typeface="游ゴシック"/>
                <a:cs typeface="メイリオ" panose="020B0604030504040204" pitchFamily="50" charset="-128"/>
              </a:endParaRPr>
            </a:p>
          </p:txBody>
        </p:sp>
      </p:grpSp>
      <p:sp>
        <p:nvSpPr>
          <p:cNvPr id="39" name="テキスト ボックス 38">
            <a:extLst>
              <a:ext uri="{FF2B5EF4-FFF2-40B4-BE49-F238E27FC236}">
                <a16:creationId xmlns:a16="http://schemas.microsoft.com/office/drawing/2014/main" id="{4170A403-FB8D-C854-601B-B56AB2CFA183}"/>
              </a:ext>
            </a:extLst>
          </p:cNvPr>
          <p:cNvSpPr txBox="1"/>
          <p:nvPr/>
        </p:nvSpPr>
        <p:spPr>
          <a:xfrm>
            <a:off x="7268873" y="5712561"/>
            <a:ext cx="816442" cy="2577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83077" tIns="43200" rIns="83077" bIns="43200">
            <a:spAutoFit/>
          </a:bodyPr>
          <a:lstStyle>
            <a:defPPr>
              <a:defRPr lang="ja-JP"/>
            </a:defPPr>
            <a:lvl1pPr>
              <a:spcBef>
                <a:spcPct val="0"/>
              </a:spcBef>
              <a:defRPr sz="1200">
                <a:solidFill>
                  <a:srgbClr val="296FBC"/>
                </a:solidFill>
                <a:latin typeface="+mn-ea"/>
                <a:cs typeface="Meiryo UI" pitchFamily="50" charset="-128"/>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1" lang="ja-JP" altLang="en-US" sz="1108" b="0" i="0" u="none" strike="noStrike" kern="1200" cap="none" spc="0" normalizeH="0" baseline="0" noProof="0">
                <a:ln>
                  <a:noFill/>
                </a:ln>
                <a:solidFill>
                  <a:srgbClr val="535353"/>
                </a:solidFill>
                <a:effectLst/>
                <a:uLnTx/>
                <a:uFillTx/>
                <a:latin typeface="游ゴシック"/>
                <a:ea typeface="游ゴシック"/>
              </a:rPr>
              <a:t>連携</a:t>
            </a:r>
          </a:p>
        </p:txBody>
      </p:sp>
      <p:sp>
        <p:nvSpPr>
          <p:cNvPr id="40" name="下矢印 118">
            <a:extLst>
              <a:ext uri="{FF2B5EF4-FFF2-40B4-BE49-F238E27FC236}">
                <a16:creationId xmlns:a16="http://schemas.microsoft.com/office/drawing/2014/main" id="{55436C69-06B9-E9C3-BB3A-C9761B850A5D}"/>
              </a:ext>
            </a:extLst>
          </p:cNvPr>
          <p:cNvSpPr/>
          <p:nvPr/>
        </p:nvSpPr>
        <p:spPr>
          <a:xfrm rot="5400000" flipH="1">
            <a:off x="2155250" y="2383746"/>
            <a:ext cx="257552" cy="969132"/>
          </a:xfrm>
          <a:prstGeom prst="downArrow">
            <a:avLst/>
          </a:prstGeom>
          <a:solidFill>
            <a:srgbClr val="2ABABD"/>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662" b="0" i="0" u="none" strike="noStrike" kern="0" cap="none" spc="0" normalizeH="0" baseline="0" noProof="0" err="1">
              <a:ln>
                <a:noFill/>
              </a:ln>
              <a:solidFill>
                <a:srgbClr val="535353"/>
              </a:solidFill>
              <a:effectLst/>
              <a:uLnTx/>
              <a:uFillTx/>
              <a:latin typeface="游ゴシック"/>
              <a:ea typeface="游ゴシック"/>
              <a:cs typeface="+mn-cs"/>
            </a:endParaRPr>
          </a:p>
        </p:txBody>
      </p:sp>
      <p:grpSp>
        <p:nvGrpSpPr>
          <p:cNvPr id="8" name="グループ化 7">
            <a:extLst>
              <a:ext uri="{FF2B5EF4-FFF2-40B4-BE49-F238E27FC236}">
                <a16:creationId xmlns:a16="http://schemas.microsoft.com/office/drawing/2014/main" id="{D872EA05-CEFE-0D3F-5835-0D00E39FDFEC}"/>
              </a:ext>
            </a:extLst>
          </p:cNvPr>
          <p:cNvGrpSpPr/>
          <p:nvPr/>
        </p:nvGrpSpPr>
        <p:grpSpPr>
          <a:xfrm>
            <a:off x="4128133" y="3004963"/>
            <a:ext cx="6397079" cy="748625"/>
            <a:chOff x="4659942" y="3064893"/>
            <a:chExt cx="6397079" cy="748625"/>
          </a:xfrm>
        </p:grpSpPr>
        <p:sp>
          <p:nvSpPr>
            <p:cNvPr id="30" name="Text Box 16">
              <a:extLst>
                <a:ext uri="{FF2B5EF4-FFF2-40B4-BE49-F238E27FC236}">
                  <a16:creationId xmlns:a16="http://schemas.microsoft.com/office/drawing/2014/main" id="{6F126D51-C78B-7599-5E57-852B7792AFB7}"/>
                </a:ext>
              </a:extLst>
            </p:cNvPr>
            <p:cNvSpPr txBox="1">
              <a:spLocks noChangeArrowheads="1"/>
            </p:cNvSpPr>
            <p:nvPr/>
          </p:nvSpPr>
          <p:spPr bwMode="auto">
            <a:xfrm>
              <a:off x="4816582" y="3238219"/>
              <a:ext cx="758540" cy="4019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83077" tIns="43200" rIns="83077" bIns="43200">
              <a:spAutoFit/>
            </a:bodyPr>
            <a:lstStyle>
              <a:defPPr>
                <a:defRPr lang="ja-JP"/>
              </a:defPPr>
              <a:lvl1pPr>
                <a:spcBef>
                  <a:spcPct val="0"/>
                </a:spcBef>
                <a:defRPr sz="1200">
                  <a:solidFill>
                    <a:srgbClr val="296FBC"/>
                  </a:solidFill>
                  <a:latin typeface="+mn-ea"/>
                  <a:cs typeface="Meiryo UI" pitchFamily="50" charset="-128"/>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1" lang="ja-JP" altLang="en-US" sz="1108" b="0" i="0" u="none" strike="noStrike" kern="1200" cap="none" spc="0" normalizeH="0" baseline="0" noProof="0">
                  <a:ln>
                    <a:noFill/>
                  </a:ln>
                  <a:solidFill>
                    <a:srgbClr val="535353"/>
                  </a:solidFill>
                  <a:effectLst/>
                  <a:uLnTx/>
                  <a:uFillTx/>
                  <a:latin typeface="游ゴシック"/>
                  <a:ea typeface="游ゴシック"/>
                </a:rPr>
                <a:t>　商談</a:t>
              </a:r>
            </a:p>
            <a:p>
              <a:pPr marL="0" marR="0" lvl="0" indent="0" algn="l" defTabSz="914400" rtl="0" eaLnBrk="1" fontAlgn="auto" latinLnBrk="0" hangingPunct="1">
                <a:lnSpc>
                  <a:spcPct val="100000"/>
                </a:lnSpc>
                <a:spcBef>
                  <a:spcPct val="0"/>
                </a:spcBef>
                <a:spcAft>
                  <a:spcPts val="0"/>
                </a:spcAft>
                <a:buClrTx/>
                <a:buSzTx/>
                <a:buFontTx/>
                <a:buNone/>
                <a:tabLst/>
                <a:defRPr/>
              </a:pPr>
              <a:r>
                <a:rPr kumimoji="1" lang="ja-JP" altLang="en-US" sz="1108" b="0" i="0" u="none" strike="noStrike" kern="1200" cap="none" spc="0" normalizeH="0" baseline="0" noProof="0">
                  <a:ln>
                    <a:noFill/>
                  </a:ln>
                  <a:solidFill>
                    <a:srgbClr val="535353"/>
                  </a:solidFill>
                  <a:effectLst/>
                  <a:uLnTx/>
                  <a:uFillTx/>
                  <a:latin typeface="游ゴシック"/>
                  <a:ea typeface="游ゴシック"/>
                </a:rPr>
                <a:t>一般依頼</a:t>
              </a:r>
            </a:p>
          </p:txBody>
        </p:sp>
        <p:sp>
          <p:nvSpPr>
            <p:cNvPr id="31" name="Text Box 10">
              <a:extLst>
                <a:ext uri="{FF2B5EF4-FFF2-40B4-BE49-F238E27FC236}">
                  <a16:creationId xmlns:a16="http://schemas.microsoft.com/office/drawing/2014/main" id="{D8BE8FE1-5E12-43E9-16FF-11C791E2C7C9}"/>
                </a:ext>
              </a:extLst>
            </p:cNvPr>
            <p:cNvSpPr txBox="1">
              <a:spLocks noChangeArrowheads="1"/>
            </p:cNvSpPr>
            <p:nvPr/>
          </p:nvSpPr>
          <p:spPr bwMode="auto">
            <a:xfrm>
              <a:off x="8794162" y="3158200"/>
              <a:ext cx="966975" cy="5620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83077" tIns="43200" rIns="83077" bIns="43200">
              <a:spAutoFit/>
            </a:bodyPr>
            <a:lstStyle>
              <a:defPPr>
                <a:defRPr lang="ja-JP"/>
              </a:defPPr>
              <a:lvl1pPr>
                <a:spcBef>
                  <a:spcPct val="0"/>
                </a:spcBef>
                <a:defRPr sz="1200">
                  <a:solidFill>
                    <a:srgbClr val="296FBC"/>
                  </a:solidFill>
                  <a:latin typeface="+mn-ea"/>
                  <a:cs typeface="Meiryo UI" pitchFamily="50" charset="-128"/>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1" lang="ja-JP" altLang="en-US" sz="1108" b="0" i="0" u="none" strike="noStrike" kern="1200" cap="none" spc="0" normalizeH="0" baseline="0" noProof="0">
                  <a:ln>
                    <a:noFill/>
                  </a:ln>
                  <a:solidFill>
                    <a:srgbClr val="535353"/>
                  </a:solidFill>
                  <a:effectLst/>
                  <a:uLnTx/>
                  <a:uFillTx/>
                  <a:latin typeface="游ゴシック"/>
                  <a:ea typeface="游ゴシック"/>
                </a:rPr>
                <a:t>問合せ</a:t>
              </a:r>
              <a:endParaRPr kumimoji="1" lang="en-US" altLang="ja-JP" sz="1108" b="0" i="0" u="none" strike="noStrike" kern="1200" cap="none" spc="0" normalizeH="0" baseline="0" noProof="0">
                <a:ln>
                  <a:noFill/>
                </a:ln>
                <a:solidFill>
                  <a:srgbClr val="535353"/>
                </a:solidFill>
                <a:effectLst/>
                <a:uLnTx/>
                <a:uFillTx/>
                <a:latin typeface="游ゴシック"/>
                <a:ea typeface="游ゴシック"/>
              </a:endParaRPr>
            </a:p>
            <a:p>
              <a:pPr marL="0" marR="0" lvl="0" indent="0" algn="l" defTabSz="914400" rtl="0" eaLnBrk="1" fontAlgn="auto" latinLnBrk="0" hangingPunct="1">
                <a:lnSpc>
                  <a:spcPct val="100000"/>
                </a:lnSpc>
                <a:spcBef>
                  <a:spcPct val="0"/>
                </a:spcBef>
                <a:spcAft>
                  <a:spcPts val="0"/>
                </a:spcAft>
                <a:buClrTx/>
                <a:buSzTx/>
                <a:buFontTx/>
                <a:buNone/>
                <a:tabLst/>
                <a:defRPr/>
              </a:pPr>
              <a:r>
                <a:rPr kumimoji="1" lang="ja-JP" altLang="en-US" sz="1108" b="0" i="0" u="none" strike="noStrike" kern="1200" cap="none" spc="0" normalizeH="0" baseline="0" noProof="0">
                  <a:ln>
                    <a:noFill/>
                  </a:ln>
                  <a:solidFill>
                    <a:srgbClr val="535353"/>
                  </a:solidFill>
                  <a:effectLst/>
                  <a:uLnTx/>
                  <a:uFillTx/>
                  <a:latin typeface="游ゴシック"/>
                  <a:ea typeface="游ゴシック"/>
                </a:rPr>
                <a:t>各種障害</a:t>
              </a:r>
              <a:endParaRPr kumimoji="1" lang="en-US" altLang="ja-JP" sz="1108" b="0" i="0" u="none" strike="noStrike" kern="1200" cap="none" spc="0" normalizeH="0" baseline="0" noProof="0">
                <a:ln>
                  <a:noFill/>
                </a:ln>
                <a:solidFill>
                  <a:srgbClr val="535353"/>
                </a:solidFill>
                <a:effectLst/>
                <a:uLnTx/>
                <a:uFillTx/>
                <a:latin typeface="游ゴシック"/>
                <a:ea typeface="游ゴシック"/>
              </a:endParaRPr>
            </a:p>
            <a:p>
              <a:pPr marL="0" marR="0" lvl="0" indent="0" algn="l" defTabSz="914400" rtl="0" eaLnBrk="1" fontAlgn="auto" latinLnBrk="0" hangingPunct="1">
                <a:lnSpc>
                  <a:spcPct val="100000"/>
                </a:lnSpc>
                <a:spcBef>
                  <a:spcPct val="0"/>
                </a:spcBef>
                <a:spcAft>
                  <a:spcPts val="0"/>
                </a:spcAft>
                <a:buClrTx/>
                <a:buSzTx/>
                <a:buFontTx/>
                <a:buNone/>
                <a:tabLst/>
                <a:defRPr/>
              </a:pPr>
              <a:r>
                <a:rPr kumimoji="1" lang="ja-JP" altLang="en-US" sz="1108" b="0" i="0" u="none" strike="noStrike" kern="1200" cap="none" spc="0" normalizeH="0" baseline="0" noProof="0">
                  <a:ln>
                    <a:noFill/>
                  </a:ln>
                  <a:solidFill>
                    <a:srgbClr val="535353"/>
                  </a:solidFill>
                  <a:effectLst/>
                  <a:uLnTx/>
                  <a:uFillTx/>
                  <a:latin typeface="游ゴシック"/>
                  <a:ea typeface="游ゴシック"/>
                </a:rPr>
                <a:t>対応依頼</a:t>
              </a:r>
            </a:p>
          </p:txBody>
        </p:sp>
        <p:sp>
          <p:nvSpPr>
            <p:cNvPr id="32" name="Text Box 41">
              <a:extLst>
                <a:ext uri="{FF2B5EF4-FFF2-40B4-BE49-F238E27FC236}">
                  <a16:creationId xmlns:a16="http://schemas.microsoft.com/office/drawing/2014/main" id="{0D9B894C-4190-EC59-5AD2-86EE66526470}"/>
                </a:ext>
              </a:extLst>
            </p:cNvPr>
            <p:cNvSpPr txBox="1">
              <a:spLocks noChangeArrowheads="1"/>
            </p:cNvSpPr>
            <p:nvPr/>
          </p:nvSpPr>
          <p:spPr bwMode="auto">
            <a:xfrm>
              <a:off x="5660834" y="3238219"/>
              <a:ext cx="966975" cy="4019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83077" tIns="43200" rIns="83077" bIns="43200">
              <a:spAutoFit/>
            </a:bodyPr>
            <a:lstStyle>
              <a:defPPr>
                <a:defRPr lang="ja-JP"/>
              </a:defPPr>
              <a:lvl1pPr>
                <a:spcBef>
                  <a:spcPct val="0"/>
                </a:spcBef>
                <a:defRPr sz="1200">
                  <a:solidFill>
                    <a:srgbClr val="296FBC"/>
                  </a:solidFill>
                  <a:latin typeface="+mn-ea"/>
                  <a:cs typeface="Meiryo UI" pitchFamily="50" charset="-128"/>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1" lang="ja-JP" altLang="en-US" sz="1108" b="0" i="0" u="none" strike="noStrike" kern="1200" cap="none" spc="0" normalizeH="0" baseline="0" noProof="0" dirty="0">
                  <a:ln>
                    <a:noFill/>
                  </a:ln>
                  <a:solidFill>
                    <a:srgbClr val="535353"/>
                  </a:solidFill>
                  <a:effectLst/>
                  <a:uLnTx/>
                  <a:uFillTx/>
                  <a:latin typeface="游ゴシック"/>
                  <a:ea typeface="游ゴシック"/>
                </a:rPr>
                <a:t>報告、連絡</a:t>
              </a:r>
            </a:p>
            <a:p>
              <a:pPr marL="0" marR="0" lvl="0" indent="0" algn="l" defTabSz="914400" rtl="0" eaLnBrk="1" fontAlgn="auto" latinLnBrk="0" hangingPunct="1">
                <a:lnSpc>
                  <a:spcPct val="100000"/>
                </a:lnSpc>
                <a:spcBef>
                  <a:spcPct val="0"/>
                </a:spcBef>
                <a:spcAft>
                  <a:spcPts val="0"/>
                </a:spcAft>
                <a:buClrTx/>
                <a:buSzTx/>
                <a:buFontTx/>
                <a:buNone/>
                <a:tabLst/>
                <a:defRPr/>
              </a:pPr>
              <a:r>
                <a:rPr kumimoji="1" lang="ja-JP" altLang="en-US" sz="1108" b="0" i="0" u="none" strike="noStrike" kern="1200" cap="none" spc="0" normalizeH="0" baseline="0" noProof="0" dirty="0">
                  <a:ln>
                    <a:noFill/>
                  </a:ln>
                  <a:solidFill>
                    <a:srgbClr val="535353"/>
                  </a:solidFill>
                  <a:effectLst/>
                  <a:uLnTx/>
                  <a:uFillTx/>
                  <a:latin typeface="游ゴシック"/>
                  <a:ea typeface="游ゴシック"/>
                </a:rPr>
                <a:t>ご提案等</a:t>
              </a:r>
            </a:p>
          </p:txBody>
        </p:sp>
        <p:sp>
          <p:nvSpPr>
            <p:cNvPr id="41" name="下矢印 119">
              <a:extLst>
                <a:ext uri="{FF2B5EF4-FFF2-40B4-BE49-F238E27FC236}">
                  <a16:creationId xmlns:a16="http://schemas.microsoft.com/office/drawing/2014/main" id="{6C07A5B3-67B2-6822-167A-58D902930D4C}"/>
                </a:ext>
              </a:extLst>
            </p:cNvPr>
            <p:cNvSpPr/>
            <p:nvPr/>
          </p:nvSpPr>
          <p:spPr>
            <a:xfrm>
              <a:off x="8597054" y="3064893"/>
              <a:ext cx="257552" cy="748625"/>
            </a:xfrm>
            <a:prstGeom prst="downArrow">
              <a:avLst/>
            </a:prstGeom>
            <a:solidFill>
              <a:srgbClr val="2ABABD"/>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662" b="0" i="0" u="none" strike="noStrike" kern="0" cap="none" spc="0" normalizeH="0" baseline="0" noProof="0" err="1">
                <a:ln>
                  <a:noFill/>
                </a:ln>
                <a:solidFill>
                  <a:srgbClr val="535353"/>
                </a:solidFill>
                <a:effectLst/>
                <a:uLnTx/>
                <a:uFillTx/>
                <a:latin typeface="游ゴシック"/>
                <a:ea typeface="游ゴシック"/>
                <a:cs typeface="+mn-cs"/>
              </a:endParaRPr>
            </a:p>
          </p:txBody>
        </p:sp>
        <p:sp>
          <p:nvSpPr>
            <p:cNvPr id="42" name="下矢印 120">
              <a:extLst>
                <a:ext uri="{FF2B5EF4-FFF2-40B4-BE49-F238E27FC236}">
                  <a16:creationId xmlns:a16="http://schemas.microsoft.com/office/drawing/2014/main" id="{E257EE1F-C112-B21C-F2A5-52D6FA9F5635}"/>
                </a:ext>
              </a:extLst>
            </p:cNvPr>
            <p:cNvSpPr/>
            <p:nvPr/>
          </p:nvSpPr>
          <p:spPr>
            <a:xfrm flipV="1">
              <a:off x="9453537" y="3064893"/>
              <a:ext cx="257552" cy="748625"/>
            </a:xfrm>
            <a:prstGeom prst="downArrow">
              <a:avLst/>
            </a:prstGeom>
            <a:solidFill>
              <a:srgbClr val="2ABABD"/>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662" b="0" i="0" u="none" strike="noStrike" kern="0" cap="none" spc="0" normalizeH="0" baseline="0" noProof="0" err="1">
                <a:ln>
                  <a:noFill/>
                </a:ln>
                <a:solidFill>
                  <a:srgbClr val="535353"/>
                </a:solidFill>
                <a:effectLst/>
                <a:uLnTx/>
                <a:uFillTx/>
                <a:latin typeface="游ゴシック"/>
                <a:ea typeface="游ゴシック"/>
                <a:cs typeface="+mn-cs"/>
              </a:endParaRPr>
            </a:p>
          </p:txBody>
        </p:sp>
        <p:sp>
          <p:nvSpPr>
            <p:cNvPr id="43" name="Text Box 10">
              <a:extLst>
                <a:ext uri="{FF2B5EF4-FFF2-40B4-BE49-F238E27FC236}">
                  <a16:creationId xmlns:a16="http://schemas.microsoft.com/office/drawing/2014/main" id="{1CBCDFF7-177A-DB71-EC54-B52E7A5CDB30}"/>
                </a:ext>
              </a:extLst>
            </p:cNvPr>
            <p:cNvSpPr txBox="1">
              <a:spLocks noChangeArrowheads="1"/>
            </p:cNvSpPr>
            <p:nvPr/>
          </p:nvSpPr>
          <p:spPr bwMode="auto">
            <a:xfrm>
              <a:off x="9691800" y="3139840"/>
              <a:ext cx="1365221" cy="598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83077" tIns="43200" rIns="83077" bIns="43200">
              <a:spAutoFit/>
            </a:bodyPr>
            <a:lstStyle>
              <a:defPPr>
                <a:defRPr lang="ja-JP"/>
              </a:defPPr>
              <a:lvl1pPr>
                <a:spcBef>
                  <a:spcPct val="0"/>
                </a:spcBef>
                <a:defRPr sz="1200">
                  <a:solidFill>
                    <a:srgbClr val="296FBC"/>
                  </a:solidFill>
                  <a:latin typeface="+mn-ea"/>
                  <a:cs typeface="Meiryo UI" pitchFamily="50" charset="-128"/>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1" lang="ja-JP" altLang="en-US" sz="1108" b="0" i="0" u="none" strike="noStrike" kern="1200" cap="none" spc="0" normalizeH="0" baseline="0" noProof="0" dirty="0">
                  <a:ln>
                    <a:noFill/>
                  </a:ln>
                  <a:solidFill>
                    <a:srgbClr val="535353"/>
                  </a:solidFill>
                  <a:effectLst/>
                  <a:uLnTx/>
                  <a:uFillTx/>
                  <a:latin typeface="游ゴシック"/>
                  <a:ea typeface="游ゴシック"/>
                </a:rPr>
                <a:t>問合せ回答</a:t>
              </a:r>
              <a:endParaRPr kumimoji="1" lang="en-US" altLang="ja-JP" sz="1108" b="0" i="0" u="none" strike="noStrike" kern="1200" cap="none" spc="0" normalizeH="0" baseline="0" noProof="0" dirty="0">
                <a:ln>
                  <a:noFill/>
                </a:ln>
                <a:solidFill>
                  <a:srgbClr val="535353"/>
                </a:solidFill>
                <a:effectLst/>
                <a:uLnTx/>
                <a:uFillTx/>
                <a:latin typeface="游ゴシック"/>
                <a:ea typeface="游ゴシック"/>
              </a:endParaRPr>
            </a:p>
            <a:p>
              <a:pPr marL="0" marR="0" lvl="0" indent="0" algn="l" defTabSz="914400" rtl="0" eaLnBrk="1" fontAlgn="auto" latinLnBrk="0" hangingPunct="1">
                <a:lnSpc>
                  <a:spcPct val="100000"/>
                </a:lnSpc>
                <a:spcBef>
                  <a:spcPct val="0"/>
                </a:spcBef>
                <a:spcAft>
                  <a:spcPts val="0"/>
                </a:spcAft>
                <a:buClrTx/>
                <a:buSzTx/>
                <a:buFontTx/>
                <a:buNone/>
                <a:tabLst/>
                <a:defRPr/>
              </a:pPr>
              <a:r>
                <a:rPr kumimoji="1" lang="ja-JP" altLang="en-US" sz="1108" b="0" i="0" u="none" strike="noStrike" kern="1200" cap="none" spc="0" normalizeH="0" baseline="0" noProof="0" dirty="0">
                  <a:ln>
                    <a:noFill/>
                  </a:ln>
                  <a:solidFill>
                    <a:srgbClr val="535353"/>
                  </a:solidFill>
                  <a:effectLst/>
                  <a:uLnTx/>
                  <a:uFillTx/>
                  <a:latin typeface="游ゴシック"/>
                  <a:ea typeface="游ゴシック"/>
                </a:rPr>
                <a:t>障害対応報告</a:t>
              </a:r>
            </a:p>
            <a:p>
              <a:pPr marL="0" marR="0" lvl="0" indent="0" algn="l" defTabSz="914400" rtl="0" eaLnBrk="1" fontAlgn="auto" latinLnBrk="0" hangingPunct="1">
                <a:lnSpc>
                  <a:spcPct val="100000"/>
                </a:lnSpc>
                <a:spcBef>
                  <a:spcPct val="0"/>
                </a:spcBef>
                <a:spcAft>
                  <a:spcPts val="0"/>
                </a:spcAft>
                <a:buClrTx/>
                <a:buSzTx/>
                <a:buFontTx/>
                <a:buNone/>
                <a:tabLst/>
                <a:defRPr/>
              </a:pPr>
              <a:r>
                <a:rPr kumimoji="1" lang="ja-JP" altLang="en-US" sz="1108" b="0" i="0" u="none" strike="noStrike" kern="1200" cap="none" spc="0" normalizeH="0" baseline="0" noProof="0" dirty="0">
                  <a:ln>
                    <a:noFill/>
                  </a:ln>
                  <a:solidFill>
                    <a:srgbClr val="535353"/>
                  </a:solidFill>
                  <a:effectLst/>
                  <a:uLnTx/>
                  <a:uFillTx/>
                  <a:latin typeface="游ゴシック"/>
                  <a:ea typeface="游ゴシック"/>
                </a:rPr>
                <a:t>対応報告</a:t>
              </a:r>
            </a:p>
          </p:txBody>
        </p:sp>
        <p:sp>
          <p:nvSpPr>
            <p:cNvPr id="44" name="下矢印 122">
              <a:extLst>
                <a:ext uri="{FF2B5EF4-FFF2-40B4-BE49-F238E27FC236}">
                  <a16:creationId xmlns:a16="http://schemas.microsoft.com/office/drawing/2014/main" id="{7E461C8F-2531-7A06-4065-BBFD3B031CB3}"/>
                </a:ext>
              </a:extLst>
            </p:cNvPr>
            <p:cNvSpPr/>
            <p:nvPr/>
          </p:nvSpPr>
          <p:spPr>
            <a:xfrm>
              <a:off x="4659942" y="3064893"/>
              <a:ext cx="257552" cy="748625"/>
            </a:xfrm>
            <a:prstGeom prst="downArrow">
              <a:avLst/>
            </a:prstGeom>
            <a:solidFill>
              <a:srgbClr val="D9C962"/>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662" b="0" i="0" u="none" strike="noStrike" kern="0" cap="none" spc="0" normalizeH="0" baseline="0" noProof="0" err="1">
                <a:ln>
                  <a:noFill/>
                </a:ln>
                <a:solidFill>
                  <a:srgbClr val="535353"/>
                </a:solidFill>
                <a:effectLst/>
                <a:uLnTx/>
                <a:uFillTx/>
                <a:latin typeface="游ゴシック"/>
                <a:ea typeface="游ゴシック"/>
                <a:cs typeface="+mn-cs"/>
              </a:endParaRPr>
            </a:p>
          </p:txBody>
        </p:sp>
        <p:sp>
          <p:nvSpPr>
            <p:cNvPr id="45" name="下矢印 123">
              <a:extLst>
                <a:ext uri="{FF2B5EF4-FFF2-40B4-BE49-F238E27FC236}">
                  <a16:creationId xmlns:a16="http://schemas.microsoft.com/office/drawing/2014/main" id="{BDF41FC3-A364-6B43-46AC-48A8F2B1BC2A}"/>
                </a:ext>
              </a:extLst>
            </p:cNvPr>
            <p:cNvSpPr/>
            <p:nvPr/>
          </p:nvSpPr>
          <p:spPr>
            <a:xfrm flipV="1">
              <a:off x="5479281" y="3064893"/>
              <a:ext cx="257552" cy="748625"/>
            </a:xfrm>
            <a:prstGeom prst="downArrow">
              <a:avLst/>
            </a:prstGeom>
            <a:solidFill>
              <a:srgbClr val="D9C962"/>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662" b="0" i="0" u="none" strike="noStrike" kern="0" cap="none" spc="0" normalizeH="0" baseline="0" noProof="0" err="1">
                <a:ln>
                  <a:noFill/>
                </a:ln>
                <a:solidFill>
                  <a:srgbClr val="535353"/>
                </a:solidFill>
                <a:effectLst/>
                <a:uLnTx/>
                <a:uFillTx/>
                <a:latin typeface="游ゴシック"/>
                <a:ea typeface="游ゴシック"/>
                <a:cs typeface="+mn-cs"/>
              </a:endParaRPr>
            </a:p>
          </p:txBody>
        </p:sp>
      </p:grpSp>
      <p:sp>
        <p:nvSpPr>
          <p:cNvPr id="46" name="正方形/長方形 45">
            <a:extLst>
              <a:ext uri="{FF2B5EF4-FFF2-40B4-BE49-F238E27FC236}">
                <a16:creationId xmlns:a16="http://schemas.microsoft.com/office/drawing/2014/main" id="{628C6777-400B-EF3E-6291-C0C9CF9E2B42}"/>
              </a:ext>
            </a:extLst>
          </p:cNvPr>
          <p:cNvSpPr/>
          <p:nvPr/>
        </p:nvSpPr>
        <p:spPr>
          <a:xfrm>
            <a:off x="2925837" y="1719869"/>
            <a:ext cx="8236800" cy="247635"/>
          </a:xfrm>
          <a:prstGeom prst="rect">
            <a:avLst/>
          </a:prstGeom>
          <a:solidFill>
            <a:srgbClr val="296FBC"/>
          </a:solidFill>
          <a:ln w="25400" cap="flat" cmpd="sng" algn="ctr">
            <a:solidFill>
              <a:srgbClr val="296FBC"/>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JP" altLang="en-US" sz="1477" b="0" i="0" u="none" strike="noStrike" kern="0" cap="none" spc="0" normalizeH="0" baseline="0" noProof="0" dirty="0">
                <a:ln>
                  <a:noFill/>
                </a:ln>
                <a:solidFill>
                  <a:srgbClr val="FFFFFF"/>
                </a:solidFill>
                <a:effectLst/>
                <a:uLnTx/>
                <a:uFillTx/>
                <a:latin typeface="游ゴシック"/>
                <a:ea typeface="游ゴシック"/>
                <a:cs typeface="+mn-cs"/>
              </a:rPr>
              <a:t>お客様</a:t>
            </a:r>
          </a:p>
        </p:txBody>
      </p:sp>
      <p:sp>
        <p:nvSpPr>
          <p:cNvPr id="47" name="正方形/長方形 46">
            <a:extLst>
              <a:ext uri="{FF2B5EF4-FFF2-40B4-BE49-F238E27FC236}">
                <a16:creationId xmlns:a16="http://schemas.microsoft.com/office/drawing/2014/main" id="{169D0466-900A-CC42-A607-BAE86BD76FA5}"/>
              </a:ext>
            </a:extLst>
          </p:cNvPr>
          <p:cNvSpPr/>
          <p:nvPr/>
        </p:nvSpPr>
        <p:spPr>
          <a:xfrm>
            <a:off x="2925837" y="3853425"/>
            <a:ext cx="8236800" cy="270378"/>
          </a:xfrm>
          <a:prstGeom prst="rect">
            <a:avLst/>
          </a:prstGeom>
          <a:solidFill>
            <a:srgbClr val="296FBC"/>
          </a:solidFill>
          <a:ln w="25400" cap="flat" cmpd="sng" algn="ctr">
            <a:solidFill>
              <a:srgbClr val="296FBC"/>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1477" b="0" i="0" u="none" strike="noStrike" kern="0" cap="none" spc="0" normalizeH="0" baseline="0" noProof="0" dirty="0">
                <a:ln>
                  <a:noFill/>
                </a:ln>
                <a:solidFill>
                  <a:srgbClr val="FFFFFF"/>
                </a:solidFill>
                <a:effectLst/>
                <a:uLnTx/>
                <a:uFillTx/>
                <a:latin typeface="游ゴシック"/>
                <a:ea typeface="游ゴシック"/>
                <a:cs typeface="+mn-cs"/>
              </a:rPr>
              <a:t>NSW</a:t>
            </a:r>
            <a:r>
              <a:rPr kumimoji="0" lang="ja-JP" altLang="en-US" sz="1477" b="0" i="0" u="none" strike="noStrike" kern="0" cap="none" spc="0" normalizeH="0" baseline="0" noProof="0" dirty="0">
                <a:ln>
                  <a:noFill/>
                </a:ln>
                <a:solidFill>
                  <a:srgbClr val="FFFFFF"/>
                </a:solidFill>
                <a:effectLst/>
                <a:uLnTx/>
                <a:uFillTx/>
                <a:latin typeface="游ゴシック"/>
                <a:ea typeface="游ゴシック"/>
                <a:cs typeface="+mn-cs"/>
              </a:rPr>
              <a:t>　サービスソリューション</a:t>
            </a:r>
            <a:r>
              <a:rPr kumimoji="0" lang="zh-TW" altLang="en-US" sz="1477" b="0" i="0" u="none" strike="noStrike" kern="0" cap="none" spc="0" normalizeH="0" baseline="0" noProof="0" dirty="0">
                <a:ln>
                  <a:noFill/>
                </a:ln>
                <a:solidFill>
                  <a:srgbClr val="FFFFFF"/>
                </a:solidFill>
                <a:effectLst/>
                <a:uLnTx/>
                <a:uFillTx/>
                <a:latin typeface="游ゴシック"/>
                <a:ea typeface="游ゴシック"/>
                <a:cs typeface="+mn-cs"/>
              </a:rPr>
              <a:t>事業本部</a:t>
            </a:r>
            <a:endParaRPr kumimoji="0" lang="ja-JP" altLang="en-US" sz="1477" b="0" i="0" u="none" strike="noStrike" kern="0" cap="none" spc="0" normalizeH="0" baseline="0" noProof="0" dirty="0">
              <a:ln>
                <a:noFill/>
              </a:ln>
              <a:solidFill>
                <a:srgbClr val="FFFFFF"/>
              </a:solidFill>
              <a:effectLst/>
              <a:uLnTx/>
              <a:uFillTx/>
              <a:latin typeface="游ゴシック"/>
              <a:ea typeface="游ゴシック"/>
              <a:cs typeface="+mn-cs"/>
            </a:endParaRPr>
          </a:p>
        </p:txBody>
      </p:sp>
      <p:sp>
        <p:nvSpPr>
          <p:cNvPr id="48" name="正方形/長方形 47">
            <a:extLst>
              <a:ext uri="{FF2B5EF4-FFF2-40B4-BE49-F238E27FC236}">
                <a16:creationId xmlns:a16="http://schemas.microsoft.com/office/drawing/2014/main" id="{005B0126-0152-8741-60C5-4DEB07DFCBD0}"/>
              </a:ext>
            </a:extLst>
          </p:cNvPr>
          <p:cNvSpPr/>
          <p:nvPr/>
        </p:nvSpPr>
        <p:spPr>
          <a:xfrm>
            <a:off x="4779632" y="2038000"/>
            <a:ext cx="4308691" cy="249542"/>
          </a:xfrm>
          <a:prstGeom prst="rect">
            <a:avLst/>
          </a:prstGeom>
          <a:no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srgbClr val="DA6272"/>
                </a:solidFill>
                <a:effectLst/>
                <a:uLnTx/>
                <a:uFillTx/>
                <a:latin typeface="游ゴシック"/>
                <a:ea typeface="游ゴシック"/>
                <a:cs typeface="+mn-cs"/>
              </a:rPr>
              <a:t>システム運用管理者</a:t>
            </a:r>
          </a:p>
        </p:txBody>
      </p:sp>
      <p:sp>
        <p:nvSpPr>
          <p:cNvPr id="49" name="正方形/長方形 48">
            <a:extLst>
              <a:ext uri="{FF2B5EF4-FFF2-40B4-BE49-F238E27FC236}">
                <a16:creationId xmlns:a16="http://schemas.microsoft.com/office/drawing/2014/main" id="{DDFBF1E8-201B-7AFF-442A-7DBB9557F5DB}"/>
              </a:ext>
            </a:extLst>
          </p:cNvPr>
          <p:cNvSpPr/>
          <p:nvPr/>
        </p:nvSpPr>
        <p:spPr>
          <a:xfrm>
            <a:off x="4673228" y="4180845"/>
            <a:ext cx="4284505" cy="249542"/>
          </a:xfrm>
          <a:prstGeom prst="rect">
            <a:avLst/>
          </a:prstGeom>
          <a:no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JP" altLang="en-US" sz="1477" b="1" i="1" u="none" strike="noStrike" kern="0" cap="none" spc="0" normalizeH="0" baseline="0" noProof="0">
                <a:ln>
                  <a:noFill/>
                </a:ln>
                <a:solidFill>
                  <a:srgbClr val="DA6272"/>
                </a:solidFill>
                <a:effectLst/>
                <a:uLnTx/>
                <a:uFillTx/>
                <a:latin typeface="游ゴシック"/>
                <a:ea typeface="游ゴシック"/>
                <a:cs typeface="+mn-cs"/>
              </a:rPr>
              <a:t>保守サービス</a:t>
            </a:r>
          </a:p>
        </p:txBody>
      </p:sp>
    </p:spTree>
    <p:extLst>
      <p:ext uri="{BB962C8B-B14F-4D97-AF65-F5344CB8AC3E}">
        <p14:creationId xmlns:p14="http://schemas.microsoft.com/office/powerpoint/2010/main" val="138720002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2ED5EF-8664-D627-BD18-1B1A49D417B8}"/>
            </a:ext>
          </a:extLst>
        </p:cNvPr>
        <p:cNvGrpSpPr/>
        <p:nvPr/>
      </p:nvGrpSpPr>
      <p:grpSpPr>
        <a:xfrm>
          <a:off x="0" y="0"/>
          <a:ext cx="0" cy="0"/>
          <a:chOff x="0" y="0"/>
          <a:chExt cx="0" cy="0"/>
        </a:xfrm>
      </p:grpSpPr>
      <p:sp>
        <p:nvSpPr>
          <p:cNvPr id="5" name="タイトル 4">
            <a:extLst>
              <a:ext uri="{FF2B5EF4-FFF2-40B4-BE49-F238E27FC236}">
                <a16:creationId xmlns:a16="http://schemas.microsoft.com/office/drawing/2014/main" id="{EEC210A4-CAF5-FE57-0866-EFB6314FF410}"/>
              </a:ext>
            </a:extLst>
          </p:cNvPr>
          <p:cNvSpPr>
            <a:spLocks noGrp="1"/>
          </p:cNvSpPr>
          <p:nvPr>
            <p:ph type="title"/>
          </p:nvPr>
        </p:nvSpPr>
        <p:spPr>
          <a:xfrm>
            <a:off x="630631" y="230188"/>
            <a:ext cx="11266729" cy="604519"/>
          </a:xfrm>
        </p:spPr>
        <p:txBody>
          <a:bodyPr/>
          <a:lstStyle/>
          <a:p>
            <a:r>
              <a:rPr lang="ja-JP" altLang="en-US" sz="3600" dirty="0"/>
              <a:t>豊富な学習メニューをご用意</a:t>
            </a:r>
          </a:p>
        </p:txBody>
      </p:sp>
      <p:sp>
        <p:nvSpPr>
          <p:cNvPr id="4" name="スライド番号プレースホルダー 1">
            <a:extLst>
              <a:ext uri="{FF2B5EF4-FFF2-40B4-BE49-F238E27FC236}">
                <a16:creationId xmlns:a16="http://schemas.microsoft.com/office/drawing/2014/main" id="{1C9718F3-1AC4-2DDC-E298-26247855CAA8}"/>
              </a:ext>
            </a:extLst>
          </p:cNvPr>
          <p:cNvSpPr txBox="1">
            <a:spLocks/>
          </p:cNvSpPr>
          <p:nvPr/>
        </p:nvSpPr>
        <p:spPr bwMode="ltGray">
          <a:xfrm>
            <a:off x="10855405" y="6532510"/>
            <a:ext cx="998971" cy="241300"/>
          </a:xfrm>
          <a:prstGeom prst="rect">
            <a:avLst/>
          </a:prstGeom>
          <a:noFill/>
          <a:ln>
            <a:noFill/>
          </a:ln>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defPPr>
              <a:defRPr lang="ja-JP"/>
            </a:defPPr>
            <a:lvl1pPr marL="0" algn="r" defTabSz="914400" rtl="0" eaLnBrk="1" latinLnBrk="0" hangingPunct="1">
              <a:defRPr kumimoji="1" sz="1800" b="1" i="0" kern="1200">
                <a:solidFill>
                  <a:schemeClr val="bg1"/>
                </a:solidFill>
                <a:latin typeface="Arial" pitchFamily="34" charset="0"/>
                <a:ea typeface="ＭＳ Ｐゴシック" pitchFamily="50" charset="-128"/>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E025C43D-97FC-4CE9-9332-5BE2A99BA935}" type="slidenum">
              <a:rPr lang="en-US" altLang="ja-JP" sz="1400" smtClean="0">
                <a:solidFill>
                  <a:schemeClr val="tx1"/>
                </a:solidFill>
                <a:latin typeface="+mn-ea"/>
                <a:ea typeface="+mn-ea"/>
                <a:cs typeface="メイリオ" pitchFamily="50" charset="-128"/>
              </a:rPr>
              <a:pPr/>
              <a:t>43</a:t>
            </a:fld>
            <a:endParaRPr lang="en-US" altLang="ja-JP" sz="1400">
              <a:solidFill>
                <a:schemeClr val="tx1"/>
              </a:solidFill>
              <a:latin typeface="+mn-ea"/>
              <a:ea typeface="+mn-ea"/>
              <a:cs typeface="メイリオ" pitchFamily="50" charset="-128"/>
            </a:endParaRPr>
          </a:p>
        </p:txBody>
      </p:sp>
      <p:pic>
        <p:nvPicPr>
          <p:cNvPr id="2" name="グラフィックス 1" descr="男性">
            <a:extLst>
              <a:ext uri="{FF2B5EF4-FFF2-40B4-BE49-F238E27FC236}">
                <a16:creationId xmlns:a16="http://schemas.microsoft.com/office/drawing/2014/main" id="{3C2C70FC-E83A-1780-F263-907C292A73C6}"/>
              </a:ext>
            </a:extLst>
          </p:cNvPr>
          <p:cNvPicPr>
            <a:picLocks noChangeAspect="1"/>
          </p:cNvPicPr>
          <p:nvPr/>
        </p:nvPicPr>
        <p:blipFill>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041231" y="1286564"/>
            <a:ext cx="501956" cy="501956"/>
          </a:xfrm>
          <a:prstGeom prst="rect">
            <a:avLst/>
          </a:prstGeom>
        </p:spPr>
      </p:pic>
      <p:pic>
        <p:nvPicPr>
          <p:cNvPr id="3" name="グラフィックス 2" descr="男性">
            <a:extLst>
              <a:ext uri="{FF2B5EF4-FFF2-40B4-BE49-F238E27FC236}">
                <a16:creationId xmlns:a16="http://schemas.microsoft.com/office/drawing/2014/main" id="{67AB4A4A-C42F-F984-C625-E4E35A121C60}"/>
              </a:ext>
            </a:extLst>
          </p:cNvPr>
          <p:cNvPicPr>
            <a:picLocks noChangeAspect="1"/>
          </p:cNvPicPr>
          <p:nvPr/>
        </p:nvPicPr>
        <p:blipFill>
          <a:blip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428025" y="1286564"/>
            <a:ext cx="501956" cy="501956"/>
          </a:xfrm>
          <a:prstGeom prst="rect">
            <a:avLst/>
          </a:prstGeom>
        </p:spPr>
      </p:pic>
      <p:pic>
        <p:nvPicPr>
          <p:cNvPr id="6" name="グラフィックス 5" descr="男性">
            <a:extLst>
              <a:ext uri="{FF2B5EF4-FFF2-40B4-BE49-F238E27FC236}">
                <a16:creationId xmlns:a16="http://schemas.microsoft.com/office/drawing/2014/main" id="{707FCF3D-31CE-0890-6FF9-721B06C95850}"/>
              </a:ext>
            </a:extLst>
          </p:cNvPr>
          <p:cNvPicPr>
            <a:picLocks noChangeAspect="1"/>
          </p:cNvPicPr>
          <p:nvPr/>
        </p:nvPicPr>
        <p:blipFill>
          <a:blip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4750651" y="1286564"/>
            <a:ext cx="501956" cy="501956"/>
          </a:xfrm>
          <a:prstGeom prst="rect">
            <a:avLst/>
          </a:prstGeom>
        </p:spPr>
      </p:pic>
      <p:sp>
        <p:nvSpPr>
          <p:cNvPr id="7" name="テキスト ボックス 6">
            <a:extLst>
              <a:ext uri="{FF2B5EF4-FFF2-40B4-BE49-F238E27FC236}">
                <a16:creationId xmlns:a16="http://schemas.microsoft.com/office/drawing/2014/main" id="{0F6F5ABB-166A-6076-8F54-ECFE4D5B1560}"/>
              </a:ext>
            </a:extLst>
          </p:cNvPr>
          <p:cNvSpPr txBox="1"/>
          <p:nvPr/>
        </p:nvSpPr>
        <p:spPr>
          <a:xfrm>
            <a:off x="3257368" y="1874150"/>
            <a:ext cx="954107" cy="276999"/>
          </a:xfrm>
          <a:prstGeom prst="rect">
            <a:avLst/>
          </a:prstGeom>
          <a:noFill/>
        </p:spPr>
        <p:txBody>
          <a:bodyPr wrap="none" rtlCol="0">
            <a:spAutoFit/>
          </a:bodyPr>
          <a:lstStyle/>
          <a:p>
            <a:r>
              <a:rPr kumimoji="1" lang="ja-JP" altLang="en-US" sz="1200" dirty="0">
                <a:latin typeface="+mn-ea"/>
              </a:rPr>
              <a:t>計画担当者</a:t>
            </a:r>
          </a:p>
        </p:txBody>
      </p:sp>
      <p:sp>
        <p:nvSpPr>
          <p:cNvPr id="8" name="テキスト ボックス 7">
            <a:extLst>
              <a:ext uri="{FF2B5EF4-FFF2-40B4-BE49-F238E27FC236}">
                <a16:creationId xmlns:a16="http://schemas.microsoft.com/office/drawing/2014/main" id="{14976A94-02F4-0DC7-2279-F926762442A9}"/>
              </a:ext>
            </a:extLst>
          </p:cNvPr>
          <p:cNvSpPr txBox="1"/>
          <p:nvPr/>
        </p:nvSpPr>
        <p:spPr>
          <a:xfrm>
            <a:off x="1640307" y="1781818"/>
            <a:ext cx="1422185" cy="461665"/>
          </a:xfrm>
          <a:prstGeom prst="rect">
            <a:avLst/>
          </a:prstGeom>
          <a:noFill/>
        </p:spPr>
        <p:txBody>
          <a:bodyPr wrap="none" rtlCol="0">
            <a:spAutoFit/>
          </a:bodyPr>
          <a:lstStyle/>
          <a:p>
            <a:pPr algn="ctr"/>
            <a:r>
              <a:rPr kumimoji="1" lang="ja-JP" altLang="en-US" sz="1200" dirty="0">
                <a:latin typeface="+mn-ea"/>
              </a:rPr>
              <a:t>推進者</a:t>
            </a:r>
            <a:endParaRPr kumimoji="1" lang="en-US" altLang="ja-JP" sz="1200" dirty="0">
              <a:latin typeface="+mn-ea"/>
            </a:endParaRPr>
          </a:p>
          <a:p>
            <a:pPr algn="ctr"/>
            <a:r>
              <a:rPr lang="ja-JP" altLang="en-US" sz="1200" dirty="0">
                <a:latin typeface="+mn-ea"/>
              </a:rPr>
              <a:t>（企画・</a:t>
            </a:r>
            <a:r>
              <a:rPr lang="en-US" altLang="ja-JP" sz="1200" dirty="0">
                <a:latin typeface="+mn-ea"/>
              </a:rPr>
              <a:t>IT</a:t>
            </a:r>
            <a:r>
              <a:rPr lang="ja-JP" altLang="en-US" sz="1200" dirty="0">
                <a:latin typeface="+mn-ea"/>
              </a:rPr>
              <a:t>部門）</a:t>
            </a:r>
            <a:endParaRPr kumimoji="1" lang="ja-JP" altLang="en-US" sz="1200" dirty="0">
              <a:latin typeface="+mn-ea"/>
            </a:endParaRPr>
          </a:p>
        </p:txBody>
      </p:sp>
      <p:sp>
        <p:nvSpPr>
          <p:cNvPr id="9" name="テキスト ボックス 8">
            <a:extLst>
              <a:ext uri="{FF2B5EF4-FFF2-40B4-BE49-F238E27FC236}">
                <a16:creationId xmlns:a16="http://schemas.microsoft.com/office/drawing/2014/main" id="{DF2AF2BD-10D0-5FE9-0E02-048E9B9290B8}"/>
              </a:ext>
            </a:extLst>
          </p:cNvPr>
          <p:cNvSpPr txBox="1"/>
          <p:nvPr/>
        </p:nvSpPr>
        <p:spPr>
          <a:xfrm>
            <a:off x="4551684" y="1742750"/>
            <a:ext cx="954107" cy="461665"/>
          </a:xfrm>
          <a:prstGeom prst="rect">
            <a:avLst/>
          </a:prstGeom>
          <a:noFill/>
        </p:spPr>
        <p:txBody>
          <a:bodyPr wrap="none" rtlCol="0">
            <a:spAutoFit/>
          </a:bodyPr>
          <a:lstStyle/>
          <a:p>
            <a:pPr algn="ctr"/>
            <a:r>
              <a:rPr kumimoji="1" lang="en-US" altLang="ja-JP" sz="1200" dirty="0">
                <a:latin typeface="+mn-ea"/>
              </a:rPr>
              <a:t>Asprova</a:t>
            </a:r>
          </a:p>
          <a:p>
            <a:pPr algn="ctr"/>
            <a:r>
              <a:rPr kumimoji="1" lang="ja-JP" altLang="en-US" sz="1200" dirty="0">
                <a:latin typeface="+mn-ea"/>
              </a:rPr>
              <a:t>エンジニア</a:t>
            </a:r>
          </a:p>
        </p:txBody>
      </p:sp>
      <p:sp>
        <p:nvSpPr>
          <p:cNvPr id="10" name="正方形/長方形 9">
            <a:extLst>
              <a:ext uri="{FF2B5EF4-FFF2-40B4-BE49-F238E27FC236}">
                <a16:creationId xmlns:a16="http://schemas.microsoft.com/office/drawing/2014/main" id="{A78C57A9-4FDF-E99C-1680-443B9DA48A1D}"/>
              </a:ext>
            </a:extLst>
          </p:cNvPr>
          <p:cNvSpPr/>
          <p:nvPr/>
        </p:nvSpPr>
        <p:spPr>
          <a:xfrm>
            <a:off x="1579830" y="2473459"/>
            <a:ext cx="4403634" cy="307777"/>
          </a:xfrm>
          <a:prstGeom prst="rect">
            <a:avLst/>
          </a:prstGeom>
          <a:solidFill>
            <a:srgbClr val="1B478C">
              <a:alpha val="50000"/>
            </a:srgbClr>
          </a:solidFill>
          <a:ln>
            <a:noFill/>
          </a:ln>
        </p:spPr>
        <p:style>
          <a:lnRef idx="2">
            <a:schemeClr val="accent1"/>
          </a:lnRef>
          <a:fillRef idx="1">
            <a:schemeClr val="lt1"/>
          </a:fillRef>
          <a:effectRef idx="0">
            <a:schemeClr val="accent1"/>
          </a:effectRef>
          <a:fontRef idx="minor">
            <a:schemeClr val="dk1"/>
          </a:fontRef>
        </p:style>
        <p:txBody>
          <a:bodyPr wrap="square" rtlCol="0" anchor="ctr">
            <a:spAutoFit/>
          </a:bodyPr>
          <a:lstStyle/>
          <a:p>
            <a:pPr algn="ctr"/>
            <a:r>
              <a:rPr lang="ja-JP" altLang="en-US" sz="1400" b="1" dirty="0">
                <a:solidFill>
                  <a:schemeClr val="bg1"/>
                </a:solidFill>
                <a:latin typeface="+mn-ea"/>
              </a:rPr>
              <a:t>製品紹介</a:t>
            </a:r>
            <a:r>
              <a:rPr kumimoji="1" lang="ja-JP" altLang="en-US" sz="1400" b="1" dirty="0">
                <a:solidFill>
                  <a:schemeClr val="bg1"/>
                </a:solidFill>
                <a:latin typeface="+mn-ea"/>
              </a:rPr>
              <a:t>セミナー・ソリューションセミナー</a:t>
            </a:r>
          </a:p>
        </p:txBody>
      </p:sp>
      <p:cxnSp>
        <p:nvCxnSpPr>
          <p:cNvPr id="11" name="直線矢印コネクタ 10">
            <a:extLst>
              <a:ext uri="{FF2B5EF4-FFF2-40B4-BE49-F238E27FC236}">
                <a16:creationId xmlns:a16="http://schemas.microsoft.com/office/drawing/2014/main" id="{7C330A06-B8FF-2DA8-15FC-28F23AA565AB}"/>
              </a:ext>
            </a:extLst>
          </p:cNvPr>
          <p:cNvCxnSpPr>
            <a:cxnSpLocks/>
          </p:cNvCxnSpPr>
          <p:nvPr/>
        </p:nvCxnSpPr>
        <p:spPr>
          <a:xfrm>
            <a:off x="2343446" y="2204415"/>
            <a:ext cx="0" cy="25200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2" name="直線矢印コネクタ 11">
            <a:extLst>
              <a:ext uri="{FF2B5EF4-FFF2-40B4-BE49-F238E27FC236}">
                <a16:creationId xmlns:a16="http://schemas.microsoft.com/office/drawing/2014/main" id="{DE81733F-EC14-11B9-A19A-ACAA3531B913}"/>
              </a:ext>
            </a:extLst>
          </p:cNvPr>
          <p:cNvCxnSpPr>
            <a:cxnSpLocks/>
          </p:cNvCxnSpPr>
          <p:nvPr/>
        </p:nvCxnSpPr>
        <p:spPr>
          <a:xfrm>
            <a:off x="3726468" y="2204415"/>
            <a:ext cx="0" cy="252000"/>
          </a:xfrm>
          <a:prstGeom prst="straightConnector1">
            <a:avLst/>
          </a:prstGeom>
          <a:ln w="1905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線矢印コネクタ 12">
            <a:extLst>
              <a:ext uri="{FF2B5EF4-FFF2-40B4-BE49-F238E27FC236}">
                <a16:creationId xmlns:a16="http://schemas.microsoft.com/office/drawing/2014/main" id="{453C72FA-0D3F-D796-C2E8-CC901B018D7C}"/>
              </a:ext>
            </a:extLst>
          </p:cNvPr>
          <p:cNvCxnSpPr>
            <a:cxnSpLocks/>
          </p:cNvCxnSpPr>
          <p:nvPr/>
        </p:nvCxnSpPr>
        <p:spPr>
          <a:xfrm>
            <a:off x="5004197" y="2204415"/>
            <a:ext cx="0" cy="252000"/>
          </a:xfrm>
          <a:prstGeom prst="straightConnector1">
            <a:avLst/>
          </a:prstGeom>
          <a:ln w="19050">
            <a:solidFill>
              <a:srgbClr val="F68EF4"/>
            </a:solidFill>
            <a:tailEnd type="triangle"/>
          </a:ln>
        </p:spPr>
        <p:style>
          <a:lnRef idx="1">
            <a:schemeClr val="accent1"/>
          </a:lnRef>
          <a:fillRef idx="0">
            <a:schemeClr val="accent1"/>
          </a:fillRef>
          <a:effectRef idx="0">
            <a:schemeClr val="accent1"/>
          </a:effectRef>
          <a:fontRef idx="minor">
            <a:schemeClr val="tx1"/>
          </a:fontRef>
        </p:style>
      </p:cxnSp>
      <p:sp>
        <p:nvSpPr>
          <p:cNvPr id="14" name="正方形/長方形 13">
            <a:extLst>
              <a:ext uri="{FF2B5EF4-FFF2-40B4-BE49-F238E27FC236}">
                <a16:creationId xmlns:a16="http://schemas.microsoft.com/office/drawing/2014/main" id="{C98FEF06-E364-D893-CA04-544BF81E796D}"/>
              </a:ext>
            </a:extLst>
          </p:cNvPr>
          <p:cNvSpPr/>
          <p:nvPr/>
        </p:nvSpPr>
        <p:spPr>
          <a:xfrm>
            <a:off x="1579830" y="3047580"/>
            <a:ext cx="4403634" cy="307777"/>
          </a:xfrm>
          <a:prstGeom prst="rect">
            <a:avLst/>
          </a:prstGeom>
          <a:solidFill>
            <a:srgbClr val="1B478C">
              <a:alpha val="60000"/>
            </a:srgbClr>
          </a:solidFill>
          <a:ln>
            <a:noFill/>
          </a:ln>
        </p:spPr>
        <p:style>
          <a:lnRef idx="2">
            <a:schemeClr val="accent1"/>
          </a:lnRef>
          <a:fillRef idx="1">
            <a:schemeClr val="lt1"/>
          </a:fillRef>
          <a:effectRef idx="0">
            <a:schemeClr val="accent1"/>
          </a:effectRef>
          <a:fontRef idx="minor">
            <a:schemeClr val="dk1"/>
          </a:fontRef>
        </p:style>
        <p:txBody>
          <a:bodyPr wrap="square" rtlCol="0" anchor="ctr">
            <a:spAutoFit/>
          </a:bodyPr>
          <a:lstStyle/>
          <a:p>
            <a:pPr algn="ctr"/>
            <a:r>
              <a:rPr lang="ja-JP" altLang="en-US" sz="1400" b="1" dirty="0">
                <a:solidFill>
                  <a:schemeClr val="bg1"/>
                </a:solidFill>
                <a:latin typeface="+mn-ea"/>
              </a:rPr>
              <a:t>製品体験セミナー</a:t>
            </a:r>
            <a:endParaRPr kumimoji="1" lang="ja-JP" altLang="en-US" sz="1400" b="1" dirty="0">
              <a:solidFill>
                <a:schemeClr val="bg1"/>
              </a:solidFill>
              <a:latin typeface="+mn-ea"/>
            </a:endParaRPr>
          </a:p>
        </p:txBody>
      </p:sp>
      <p:cxnSp>
        <p:nvCxnSpPr>
          <p:cNvPr id="15" name="直線矢印コネクタ 14">
            <a:extLst>
              <a:ext uri="{FF2B5EF4-FFF2-40B4-BE49-F238E27FC236}">
                <a16:creationId xmlns:a16="http://schemas.microsoft.com/office/drawing/2014/main" id="{5FDEF20C-1984-1057-F481-9B130479FBF0}"/>
              </a:ext>
            </a:extLst>
          </p:cNvPr>
          <p:cNvCxnSpPr>
            <a:cxnSpLocks/>
          </p:cNvCxnSpPr>
          <p:nvPr/>
        </p:nvCxnSpPr>
        <p:spPr>
          <a:xfrm>
            <a:off x="2343446" y="2776409"/>
            <a:ext cx="0" cy="25200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6" name="直線矢印コネクタ 15">
            <a:extLst>
              <a:ext uri="{FF2B5EF4-FFF2-40B4-BE49-F238E27FC236}">
                <a16:creationId xmlns:a16="http://schemas.microsoft.com/office/drawing/2014/main" id="{483FD3AE-F201-AFCA-55B4-BF53ABB41278}"/>
              </a:ext>
            </a:extLst>
          </p:cNvPr>
          <p:cNvCxnSpPr>
            <a:cxnSpLocks/>
          </p:cNvCxnSpPr>
          <p:nvPr/>
        </p:nvCxnSpPr>
        <p:spPr>
          <a:xfrm>
            <a:off x="3726468" y="2776409"/>
            <a:ext cx="0" cy="252000"/>
          </a:xfrm>
          <a:prstGeom prst="straightConnector1">
            <a:avLst/>
          </a:prstGeom>
          <a:ln w="1905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線矢印コネクタ 16">
            <a:extLst>
              <a:ext uri="{FF2B5EF4-FFF2-40B4-BE49-F238E27FC236}">
                <a16:creationId xmlns:a16="http://schemas.microsoft.com/office/drawing/2014/main" id="{FE7802E1-4CA1-13D1-34E2-07DE70D81CB3}"/>
              </a:ext>
            </a:extLst>
          </p:cNvPr>
          <p:cNvCxnSpPr>
            <a:cxnSpLocks/>
          </p:cNvCxnSpPr>
          <p:nvPr/>
        </p:nvCxnSpPr>
        <p:spPr>
          <a:xfrm>
            <a:off x="5004197" y="2776409"/>
            <a:ext cx="0" cy="252000"/>
          </a:xfrm>
          <a:prstGeom prst="straightConnector1">
            <a:avLst/>
          </a:prstGeom>
          <a:ln w="19050">
            <a:solidFill>
              <a:srgbClr val="F68EF4"/>
            </a:solidFill>
            <a:tailEnd type="triangle"/>
          </a:ln>
        </p:spPr>
        <p:style>
          <a:lnRef idx="1">
            <a:schemeClr val="accent1"/>
          </a:lnRef>
          <a:fillRef idx="0">
            <a:schemeClr val="accent1"/>
          </a:fillRef>
          <a:effectRef idx="0">
            <a:schemeClr val="accent1"/>
          </a:effectRef>
          <a:fontRef idx="minor">
            <a:schemeClr val="tx1"/>
          </a:fontRef>
        </p:style>
      </p:cxnSp>
      <p:sp>
        <p:nvSpPr>
          <p:cNvPr id="18" name="正方形/長方形 17">
            <a:extLst>
              <a:ext uri="{FF2B5EF4-FFF2-40B4-BE49-F238E27FC236}">
                <a16:creationId xmlns:a16="http://schemas.microsoft.com/office/drawing/2014/main" id="{A1D275A7-B7E6-FAE9-6466-DC1E419B647F}"/>
              </a:ext>
            </a:extLst>
          </p:cNvPr>
          <p:cNvSpPr/>
          <p:nvPr/>
        </p:nvSpPr>
        <p:spPr>
          <a:xfrm>
            <a:off x="1564330" y="3617001"/>
            <a:ext cx="4403634" cy="307777"/>
          </a:xfrm>
          <a:prstGeom prst="rect">
            <a:avLst/>
          </a:prstGeom>
          <a:solidFill>
            <a:srgbClr val="1B478C">
              <a:alpha val="70000"/>
            </a:srgbClr>
          </a:solidFill>
          <a:ln>
            <a:noFill/>
          </a:ln>
        </p:spPr>
        <p:style>
          <a:lnRef idx="2">
            <a:schemeClr val="accent1"/>
          </a:lnRef>
          <a:fillRef idx="1">
            <a:schemeClr val="lt1"/>
          </a:fillRef>
          <a:effectRef idx="0">
            <a:schemeClr val="accent1"/>
          </a:effectRef>
          <a:fontRef idx="minor">
            <a:schemeClr val="dk1"/>
          </a:fontRef>
        </p:style>
        <p:txBody>
          <a:bodyPr wrap="square" rtlCol="0" anchor="ctr">
            <a:spAutoFit/>
          </a:bodyPr>
          <a:lstStyle/>
          <a:p>
            <a:pPr algn="ctr"/>
            <a:r>
              <a:rPr kumimoji="1" lang="ja-JP" altLang="en-US" sz="1400" b="1" dirty="0">
                <a:solidFill>
                  <a:schemeClr val="bg1"/>
                </a:solidFill>
                <a:latin typeface="+mn-ea"/>
              </a:rPr>
              <a:t>プロトタイプ体験</a:t>
            </a:r>
            <a:r>
              <a:rPr lang="ja-JP" altLang="en-US" sz="1400" b="1" dirty="0">
                <a:solidFill>
                  <a:schemeClr val="bg1"/>
                </a:solidFill>
                <a:latin typeface="+mn-ea"/>
              </a:rPr>
              <a:t>セミナー</a:t>
            </a:r>
            <a:endParaRPr kumimoji="1" lang="ja-JP" altLang="en-US" sz="1400" b="1" dirty="0">
              <a:solidFill>
                <a:schemeClr val="bg1"/>
              </a:solidFill>
              <a:latin typeface="+mn-ea"/>
            </a:endParaRPr>
          </a:p>
        </p:txBody>
      </p:sp>
      <p:cxnSp>
        <p:nvCxnSpPr>
          <p:cNvPr id="19" name="直線矢印コネクタ 18">
            <a:extLst>
              <a:ext uri="{FF2B5EF4-FFF2-40B4-BE49-F238E27FC236}">
                <a16:creationId xmlns:a16="http://schemas.microsoft.com/office/drawing/2014/main" id="{CB2252A7-D77B-255C-B313-2DCA0EFFC600}"/>
              </a:ext>
            </a:extLst>
          </p:cNvPr>
          <p:cNvCxnSpPr>
            <a:cxnSpLocks/>
          </p:cNvCxnSpPr>
          <p:nvPr/>
        </p:nvCxnSpPr>
        <p:spPr>
          <a:xfrm>
            <a:off x="2343446" y="3345830"/>
            <a:ext cx="0" cy="25200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0" name="直線矢印コネクタ 19">
            <a:extLst>
              <a:ext uri="{FF2B5EF4-FFF2-40B4-BE49-F238E27FC236}">
                <a16:creationId xmlns:a16="http://schemas.microsoft.com/office/drawing/2014/main" id="{0C77EADD-48FC-E10F-F054-C965023D216B}"/>
              </a:ext>
            </a:extLst>
          </p:cNvPr>
          <p:cNvCxnSpPr>
            <a:cxnSpLocks/>
          </p:cNvCxnSpPr>
          <p:nvPr/>
        </p:nvCxnSpPr>
        <p:spPr>
          <a:xfrm>
            <a:off x="3726468" y="3345830"/>
            <a:ext cx="0" cy="252000"/>
          </a:xfrm>
          <a:prstGeom prst="straightConnector1">
            <a:avLst/>
          </a:prstGeom>
          <a:ln w="1905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線矢印コネクタ 20">
            <a:extLst>
              <a:ext uri="{FF2B5EF4-FFF2-40B4-BE49-F238E27FC236}">
                <a16:creationId xmlns:a16="http://schemas.microsoft.com/office/drawing/2014/main" id="{CADB24DA-D319-914E-4477-CAAA2F066C4C}"/>
              </a:ext>
            </a:extLst>
          </p:cNvPr>
          <p:cNvCxnSpPr>
            <a:cxnSpLocks/>
          </p:cNvCxnSpPr>
          <p:nvPr/>
        </p:nvCxnSpPr>
        <p:spPr>
          <a:xfrm>
            <a:off x="5004197" y="3345830"/>
            <a:ext cx="0" cy="252000"/>
          </a:xfrm>
          <a:prstGeom prst="straightConnector1">
            <a:avLst/>
          </a:prstGeom>
          <a:ln w="19050">
            <a:solidFill>
              <a:srgbClr val="F68EF4"/>
            </a:solidFill>
            <a:tailEnd type="triangle"/>
          </a:ln>
        </p:spPr>
        <p:style>
          <a:lnRef idx="1">
            <a:schemeClr val="accent1"/>
          </a:lnRef>
          <a:fillRef idx="0">
            <a:schemeClr val="accent1"/>
          </a:fillRef>
          <a:effectRef idx="0">
            <a:schemeClr val="accent1"/>
          </a:effectRef>
          <a:fontRef idx="minor">
            <a:schemeClr val="tx1"/>
          </a:fontRef>
        </p:style>
      </p:cxnSp>
      <p:sp>
        <p:nvSpPr>
          <p:cNvPr id="22" name="正方形/長方形 21">
            <a:extLst>
              <a:ext uri="{FF2B5EF4-FFF2-40B4-BE49-F238E27FC236}">
                <a16:creationId xmlns:a16="http://schemas.microsoft.com/office/drawing/2014/main" id="{0295B2AB-7685-BF83-DC54-C6AC7CA1ED0E}"/>
              </a:ext>
            </a:extLst>
          </p:cNvPr>
          <p:cNvSpPr/>
          <p:nvPr/>
        </p:nvSpPr>
        <p:spPr>
          <a:xfrm>
            <a:off x="1564330" y="4187343"/>
            <a:ext cx="4403634" cy="307777"/>
          </a:xfrm>
          <a:prstGeom prst="rect">
            <a:avLst/>
          </a:prstGeom>
          <a:solidFill>
            <a:srgbClr val="1B478C">
              <a:alpha val="80000"/>
            </a:srgbClr>
          </a:solidFill>
          <a:ln>
            <a:noFill/>
          </a:ln>
        </p:spPr>
        <p:style>
          <a:lnRef idx="2">
            <a:schemeClr val="accent1"/>
          </a:lnRef>
          <a:fillRef idx="1">
            <a:schemeClr val="lt1"/>
          </a:fillRef>
          <a:effectRef idx="0">
            <a:schemeClr val="accent1"/>
          </a:effectRef>
          <a:fontRef idx="minor">
            <a:schemeClr val="dk1"/>
          </a:fontRef>
        </p:style>
        <p:txBody>
          <a:bodyPr wrap="square" rtlCol="0" anchor="ctr">
            <a:spAutoFit/>
          </a:bodyPr>
          <a:lstStyle/>
          <a:p>
            <a:pPr algn="ctr"/>
            <a:r>
              <a:rPr kumimoji="1" lang="ja-JP" altLang="en-US" sz="1400" b="1" dirty="0">
                <a:solidFill>
                  <a:schemeClr val="bg1"/>
                </a:solidFill>
                <a:latin typeface="+mn-ea"/>
              </a:rPr>
              <a:t>実践トレーニング・基本編</a:t>
            </a:r>
          </a:p>
        </p:txBody>
      </p:sp>
      <p:cxnSp>
        <p:nvCxnSpPr>
          <p:cNvPr id="23" name="直線矢印コネクタ 22">
            <a:extLst>
              <a:ext uri="{FF2B5EF4-FFF2-40B4-BE49-F238E27FC236}">
                <a16:creationId xmlns:a16="http://schemas.microsoft.com/office/drawing/2014/main" id="{C8695D26-2BD6-2380-3DAF-75385A894FA2}"/>
              </a:ext>
            </a:extLst>
          </p:cNvPr>
          <p:cNvCxnSpPr>
            <a:cxnSpLocks/>
          </p:cNvCxnSpPr>
          <p:nvPr/>
        </p:nvCxnSpPr>
        <p:spPr>
          <a:xfrm>
            <a:off x="2343446" y="3916172"/>
            <a:ext cx="0" cy="25200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DD366BAD-31CE-5443-7C12-F7650312EA6A}"/>
              </a:ext>
            </a:extLst>
          </p:cNvPr>
          <p:cNvCxnSpPr>
            <a:cxnSpLocks/>
          </p:cNvCxnSpPr>
          <p:nvPr/>
        </p:nvCxnSpPr>
        <p:spPr>
          <a:xfrm>
            <a:off x="3726468" y="3916172"/>
            <a:ext cx="0" cy="252000"/>
          </a:xfrm>
          <a:prstGeom prst="straightConnector1">
            <a:avLst/>
          </a:prstGeom>
          <a:ln w="1905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線矢印コネクタ 24">
            <a:extLst>
              <a:ext uri="{FF2B5EF4-FFF2-40B4-BE49-F238E27FC236}">
                <a16:creationId xmlns:a16="http://schemas.microsoft.com/office/drawing/2014/main" id="{176398C9-BC1E-6A01-A666-6B7A3CD62972}"/>
              </a:ext>
            </a:extLst>
          </p:cNvPr>
          <p:cNvCxnSpPr>
            <a:cxnSpLocks/>
          </p:cNvCxnSpPr>
          <p:nvPr/>
        </p:nvCxnSpPr>
        <p:spPr>
          <a:xfrm>
            <a:off x="5004197" y="3916172"/>
            <a:ext cx="0" cy="252000"/>
          </a:xfrm>
          <a:prstGeom prst="straightConnector1">
            <a:avLst/>
          </a:prstGeom>
          <a:ln w="19050">
            <a:solidFill>
              <a:srgbClr val="F68EF4"/>
            </a:solidFill>
            <a:tailEnd type="triangle"/>
          </a:ln>
        </p:spPr>
        <p:style>
          <a:lnRef idx="1">
            <a:schemeClr val="accent1"/>
          </a:lnRef>
          <a:fillRef idx="0">
            <a:schemeClr val="accent1"/>
          </a:fillRef>
          <a:effectRef idx="0">
            <a:schemeClr val="accent1"/>
          </a:effectRef>
          <a:fontRef idx="minor">
            <a:schemeClr val="tx1"/>
          </a:fontRef>
        </p:style>
      </p:cxnSp>
      <p:sp>
        <p:nvSpPr>
          <p:cNvPr id="26" name="正方形/長方形 25">
            <a:extLst>
              <a:ext uri="{FF2B5EF4-FFF2-40B4-BE49-F238E27FC236}">
                <a16:creationId xmlns:a16="http://schemas.microsoft.com/office/drawing/2014/main" id="{339994C2-CC01-06A5-8A15-09EAA00AEAA8}"/>
              </a:ext>
            </a:extLst>
          </p:cNvPr>
          <p:cNvSpPr/>
          <p:nvPr/>
        </p:nvSpPr>
        <p:spPr>
          <a:xfrm>
            <a:off x="3257368" y="4785942"/>
            <a:ext cx="2701402" cy="307777"/>
          </a:xfrm>
          <a:prstGeom prst="rect">
            <a:avLst/>
          </a:prstGeom>
          <a:solidFill>
            <a:srgbClr val="1B478C">
              <a:alpha val="90000"/>
            </a:srgbClr>
          </a:solidFill>
          <a:ln>
            <a:noFill/>
          </a:ln>
        </p:spPr>
        <p:style>
          <a:lnRef idx="2">
            <a:schemeClr val="accent1"/>
          </a:lnRef>
          <a:fillRef idx="1">
            <a:schemeClr val="lt1"/>
          </a:fillRef>
          <a:effectRef idx="0">
            <a:schemeClr val="accent1"/>
          </a:effectRef>
          <a:fontRef idx="minor">
            <a:schemeClr val="dk1"/>
          </a:fontRef>
        </p:style>
        <p:txBody>
          <a:bodyPr wrap="square" rtlCol="0" anchor="ctr">
            <a:spAutoFit/>
          </a:bodyPr>
          <a:lstStyle/>
          <a:p>
            <a:pPr algn="ctr"/>
            <a:r>
              <a:rPr kumimoji="1" lang="ja-JP" altLang="en-US" sz="1400" b="1" dirty="0">
                <a:solidFill>
                  <a:schemeClr val="bg1"/>
                </a:solidFill>
                <a:latin typeface="+mn-ea"/>
              </a:rPr>
              <a:t>実践トレーニング・</a:t>
            </a:r>
            <a:r>
              <a:rPr lang="ja-JP" altLang="en-US" sz="1400" b="1" dirty="0">
                <a:solidFill>
                  <a:schemeClr val="bg1"/>
                </a:solidFill>
                <a:latin typeface="+mn-ea"/>
              </a:rPr>
              <a:t>基本</a:t>
            </a:r>
            <a:r>
              <a:rPr kumimoji="1" lang="ja-JP" altLang="en-US" sz="1400" b="1" dirty="0">
                <a:solidFill>
                  <a:schemeClr val="bg1"/>
                </a:solidFill>
                <a:latin typeface="+mn-ea"/>
              </a:rPr>
              <a:t>編</a:t>
            </a:r>
          </a:p>
        </p:txBody>
      </p:sp>
      <p:cxnSp>
        <p:nvCxnSpPr>
          <p:cNvPr id="27" name="直線矢印コネクタ 26">
            <a:extLst>
              <a:ext uri="{FF2B5EF4-FFF2-40B4-BE49-F238E27FC236}">
                <a16:creationId xmlns:a16="http://schemas.microsoft.com/office/drawing/2014/main" id="{B91C3C41-3B39-83C8-C8FE-7FAB6850E091}"/>
              </a:ext>
            </a:extLst>
          </p:cNvPr>
          <p:cNvCxnSpPr>
            <a:cxnSpLocks/>
          </p:cNvCxnSpPr>
          <p:nvPr/>
        </p:nvCxnSpPr>
        <p:spPr>
          <a:xfrm>
            <a:off x="3726468" y="4494433"/>
            <a:ext cx="0" cy="252000"/>
          </a:xfrm>
          <a:prstGeom prst="straightConnector1">
            <a:avLst/>
          </a:prstGeom>
          <a:ln w="1905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線矢印コネクタ 27">
            <a:extLst>
              <a:ext uri="{FF2B5EF4-FFF2-40B4-BE49-F238E27FC236}">
                <a16:creationId xmlns:a16="http://schemas.microsoft.com/office/drawing/2014/main" id="{265C7517-4F1E-C1E9-3067-5CB7D9C87347}"/>
              </a:ext>
            </a:extLst>
          </p:cNvPr>
          <p:cNvCxnSpPr>
            <a:cxnSpLocks/>
          </p:cNvCxnSpPr>
          <p:nvPr/>
        </p:nvCxnSpPr>
        <p:spPr>
          <a:xfrm>
            <a:off x="5004197" y="4494433"/>
            <a:ext cx="0" cy="252000"/>
          </a:xfrm>
          <a:prstGeom prst="straightConnector1">
            <a:avLst/>
          </a:prstGeom>
          <a:ln w="19050">
            <a:solidFill>
              <a:srgbClr val="F68EF4"/>
            </a:solidFill>
            <a:tailEnd type="triangle"/>
          </a:ln>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CC4D1728-71A6-4858-C1F5-64C83D5B0689}"/>
              </a:ext>
            </a:extLst>
          </p:cNvPr>
          <p:cNvSpPr/>
          <p:nvPr/>
        </p:nvSpPr>
        <p:spPr>
          <a:xfrm>
            <a:off x="4237166" y="5231666"/>
            <a:ext cx="1712563" cy="677108"/>
          </a:xfrm>
          <a:prstGeom prst="rect">
            <a:avLst/>
          </a:prstGeom>
          <a:solidFill>
            <a:srgbClr val="1B478C"/>
          </a:solidFill>
          <a:ln>
            <a:noFill/>
          </a:ln>
        </p:spPr>
        <p:style>
          <a:lnRef idx="2">
            <a:schemeClr val="accent1"/>
          </a:lnRef>
          <a:fillRef idx="1">
            <a:schemeClr val="lt1"/>
          </a:fillRef>
          <a:effectRef idx="0">
            <a:schemeClr val="accent1"/>
          </a:effectRef>
          <a:fontRef idx="minor">
            <a:schemeClr val="dk1"/>
          </a:fontRef>
        </p:style>
        <p:txBody>
          <a:bodyPr wrap="square" rtlCol="0" anchor="ctr">
            <a:spAutoFit/>
          </a:bodyPr>
          <a:lstStyle/>
          <a:p>
            <a:pPr algn="ctr"/>
            <a:r>
              <a:rPr kumimoji="1" lang="ja-JP" altLang="en-US" sz="1400" b="1" dirty="0">
                <a:solidFill>
                  <a:schemeClr val="bg1"/>
                </a:solidFill>
                <a:latin typeface="+mn-ea"/>
              </a:rPr>
              <a:t>実践トレーニング</a:t>
            </a:r>
            <a:endParaRPr kumimoji="1" lang="en-US" altLang="ja-JP" sz="1400" b="1" dirty="0">
              <a:solidFill>
                <a:schemeClr val="bg1"/>
              </a:solidFill>
              <a:latin typeface="+mn-ea"/>
            </a:endParaRPr>
          </a:p>
          <a:p>
            <a:pPr algn="ctr"/>
            <a:r>
              <a:rPr lang="ja-JP" altLang="en-US" sz="1200" b="1" dirty="0">
                <a:solidFill>
                  <a:schemeClr val="bg1"/>
                </a:solidFill>
                <a:latin typeface="+mn-ea"/>
              </a:rPr>
              <a:t>データ連携</a:t>
            </a:r>
            <a:r>
              <a:rPr kumimoji="1" lang="ja-JP" altLang="en-US" sz="1200" b="1" dirty="0">
                <a:solidFill>
                  <a:schemeClr val="bg1"/>
                </a:solidFill>
                <a:latin typeface="+mn-ea"/>
              </a:rPr>
              <a:t>編</a:t>
            </a:r>
            <a:endParaRPr lang="en-US" altLang="ja-JP" sz="1200" b="1" dirty="0">
              <a:solidFill>
                <a:schemeClr val="bg1"/>
              </a:solidFill>
              <a:latin typeface="+mn-ea"/>
            </a:endParaRPr>
          </a:p>
          <a:p>
            <a:pPr algn="ctr"/>
            <a:r>
              <a:rPr kumimoji="1" lang="ja-JP" altLang="en-US" sz="1200" b="1" dirty="0">
                <a:solidFill>
                  <a:schemeClr val="bg1"/>
                </a:solidFill>
                <a:latin typeface="+mn-ea"/>
              </a:rPr>
              <a:t>計画パラメタ編</a:t>
            </a:r>
          </a:p>
        </p:txBody>
      </p:sp>
      <p:cxnSp>
        <p:nvCxnSpPr>
          <p:cNvPr id="30" name="直線矢印コネクタ 29">
            <a:extLst>
              <a:ext uri="{FF2B5EF4-FFF2-40B4-BE49-F238E27FC236}">
                <a16:creationId xmlns:a16="http://schemas.microsoft.com/office/drawing/2014/main" id="{021A44EF-64DE-EEC5-29BC-0E8CADCE23C6}"/>
              </a:ext>
            </a:extLst>
          </p:cNvPr>
          <p:cNvCxnSpPr>
            <a:cxnSpLocks/>
          </p:cNvCxnSpPr>
          <p:nvPr/>
        </p:nvCxnSpPr>
        <p:spPr>
          <a:xfrm>
            <a:off x="5004197" y="5066134"/>
            <a:ext cx="0" cy="252000"/>
          </a:xfrm>
          <a:prstGeom prst="straightConnector1">
            <a:avLst/>
          </a:prstGeom>
          <a:ln w="19050">
            <a:solidFill>
              <a:srgbClr val="F68EF4"/>
            </a:solidFill>
            <a:tailEnd type="triangle"/>
          </a:ln>
        </p:spPr>
        <p:style>
          <a:lnRef idx="1">
            <a:schemeClr val="accent1"/>
          </a:lnRef>
          <a:fillRef idx="0">
            <a:schemeClr val="accent1"/>
          </a:fillRef>
          <a:effectRef idx="0">
            <a:schemeClr val="accent1"/>
          </a:effectRef>
          <a:fontRef idx="minor">
            <a:schemeClr val="tx1"/>
          </a:fontRef>
        </p:style>
      </p:cxnSp>
      <p:sp>
        <p:nvSpPr>
          <p:cNvPr id="31" name="テキスト ボックス 30">
            <a:extLst>
              <a:ext uri="{FF2B5EF4-FFF2-40B4-BE49-F238E27FC236}">
                <a16:creationId xmlns:a16="http://schemas.microsoft.com/office/drawing/2014/main" id="{24B4D686-D5E4-5186-B320-39565EEDBE72}"/>
              </a:ext>
            </a:extLst>
          </p:cNvPr>
          <p:cNvSpPr txBox="1"/>
          <p:nvPr/>
        </p:nvSpPr>
        <p:spPr>
          <a:xfrm>
            <a:off x="2492705" y="1474041"/>
            <a:ext cx="1107996" cy="369332"/>
          </a:xfrm>
          <a:prstGeom prst="rect">
            <a:avLst/>
          </a:prstGeom>
          <a:noFill/>
        </p:spPr>
        <p:txBody>
          <a:bodyPr wrap="none" rtlCol="0">
            <a:spAutoFit/>
          </a:bodyPr>
          <a:lstStyle/>
          <a:p>
            <a:r>
              <a:rPr kumimoji="1" lang="ja-JP" altLang="en-US" dirty="0">
                <a:latin typeface="+mn-ea"/>
              </a:rPr>
              <a:t>ユーザ様</a:t>
            </a:r>
          </a:p>
        </p:txBody>
      </p:sp>
      <p:sp>
        <p:nvSpPr>
          <p:cNvPr id="32" name="テキスト ボックス 31">
            <a:extLst>
              <a:ext uri="{FF2B5EF4-FFF2-40B4-BE49-F238E27FC236}">
                <a16:creationId xmlns:a16="http://schemas.microsoft.com/office/drawing/2014/main" id="{2742246C-E848-B930-A6E5-920785A68B5B}"/>
              </a:ext>
            </a:extLst>
          </p:cNvPr>
          <p:cNvSpPr txBox="1"/>
          <p:nvPr/>
        </p:nvSpPr>
        <p:spPr>
          <a:xfrm>
            <a:off x="6432259" y="651990"/>
            <a:ext cx="5237655" cy="6355586"/>
          </a:xfrm>
          <a:prstGeom prst="rect">
            <a:avLst/>
          </a:prstGeom>
          <a:noFill/>
        </p:spPr>
        <p:txBody>
          <a:bodyPr wrap="square" rtlCol="0">
            <a:spAutoFit/>
          </a:bodyPr>
          <a:lstStyle/>
          <a:p>
            <a:pPr marL="285750" indent="-285750">
              <a:buFont typeface="Wingdings" panose="05000000000000000000" pitchFamily="2" charset="2"/>
              <a:buChar char="Ø"/>
            </a:pPr>
            <a:r>
              <a:rPr kumimoji="1" lang="ja-JP" altLang="en-US" sz="1100" dirty="0">
                <a:solidFill>
                  <a:srgbClr val="0070C0"/>
                </a:solidFill>
                <a:latin typeface="+mn-ea"/>
              </a:rPr>
              <a:t>製品紹介セミナー</a:t>
            </a:r>
            <a:endParaRPr kumimoji="1" lang="en-US" altLang="ja-JP" sz="1100" dirty="0">
              <a:solidFill>
                <a:srgbClr val="0070C0"/>
              </a:solidFill>
              <a:latin typeface="+mn-ea"/>
            </a:endParaRPr>
          </a:p>
          <a:p>
            <a:r>
              <a:rPr lang="ja-JP" altLang="en-US" sz="1100" dirty="0">
                <a:latin typeface="+mn-ea"/>
              </a:rPr>
              <a:t>生産スケジューラ</a:t>
            </a:r>
            <a:r>
              <a:rPr lang="en-US" altLang="ja-JP" sz="1100" dirty="0" err="1">
                <a:latin typeface="+mn-ea"/>
              </a:rPr>
              <a:t>Asprova</a:t>
            </a:r>
            <a:r>
              <a:rPr lang="ja-JP" altLang="en-US" sz="1100" dirty="0">
                <a:latin typeface="+mn-ea"/>
              </a:rPr>
              <a:t>の基本をデモを交えながら、わかりやすく紹介させていただきます。</a:t>
            </a:r>
            <a:endParaRPr lang="en-US" altLang="ja-JP" sz="1100" dirty="0">
              <a:latin typeface="+mn-ea"/>
            </a:endParaRPr>
          </a:p>
          <a:p>
            <a:endParaRPr lang="en-US" altLang="ja-JP" sz="1100" dirty="0">
              <a:latin typeface="+mn-ea"/>
            </a:endParaRPr>
          </a:p>
          <a:p>
            <a:pPr marL="171450" indent="-171450">
              <a:buFont typeface="Wingdings" panose="05000000000000000000" pitchFamily="2" charset="2"/>
              <a:buChar char="Ø"/>
            </a:pPr>
            <a:r>
              <a:rPr kumimoji="1" lang="ja-JP" altLang="en-US" sz="1100" dirty="0">
                <a:solidFill>
                  <a:srgbClr val="0070C0"/>
                </a:solidFill>
                <a:latin typeface="+mn-ea"/>
              </a:rPr>
              <a:t>　ソリューションセミナー</a:t>
            </a:r>
            <a:endParaRPr kumimoji="1" lang="en-US" altLang="ja-JP" sz="1100" dirty="0">
              <a:solidFill>
                <a:srgbClr val="0070C0"/>
              </a:solidFill>
              <a:latin typeface="+mn-ea"/>
            </a:endParaRPr>
          </a:p>
          <a:p>
            <a:r>
              <a:rPr lang="ja-JP" altLang="en-US" sz="1100" dirty="0">
                <a:latin typeface="+mn-ea"/>
              </a:rPr>
              <a:t>生産スケジューリングの高度な自動化を実現するための</a:t>
            </a:r>
            <a:r>
              <a:rPr lang="en-US" altLang="ja-JP" sz="1100" dirty="0">
                <a:latin typeface="+mn-ea"/>
              </a:rPr>
              <a:t>Solver</a:t>
            </a:r>
            <a:r>
              <a:rPr lang="ja-JP" altLang="en-US" sz="1100" dirty="0">
                <a:latin typeface="+mn-ea"/>
              </a:rPr>
              <a:t>オプションについてシリーズでご紹介します。</a:t>
            </a:r>
            <a:endParaRPr lang="en-US" altLang="ja-JP" sz="1100" dirty="0">
              <a:latin typeface="+mn-ea"/>
            </a:endParaRPr>
          </a:p>
          <a:p>
            <a:endParaRPr lang="en-US" altLang="ja-JP" sz="1100" dirty="0">
              <a:latin typeface="+mn-ea"/>
            </a:endParaRPr>
          </a:p>
          <a:p>
            <a:pPr marL="285750" indent="-285750">
              <a:buFont typeface="Wingdings" panose="05000000000000000000" pitchFamily="2" charset="2"/>
              <a:buChar char="Ø"/>
            </a:pPr>
            <a:r>
              <a:rPr kumimoji="1" lang="ja-JP" altLang="en-US" sz="1100" dirty="0">
                <a:solidFill>
                  <a:srgbClr val="0070C0"/>
                </a:solidFill>
                <a:latin typeface="+mn-ea"/>
              </a:rPr>
              <a:t>製品体験セミナー</a:t>
            </a:r>
            <a:endParaRPr kumimoji="1" lang="en-US" altLang="ja-JP" sz="1100" dirty="0">
              <a:solidFill>
                <a:srgbClr val="0070C0"/>
              </a:solidFill>
              <a:latin typeface="+mn-ea"/>
            </a:endParaRPr>
          </a:p>
          <a:p>
            <a:r>
              <a:rPr lang="en-US" altLang="ja-JP" sz="1100" dirty="0" err="1">
                <a:latin typeface="+mn-ea"/>
              </a:rPr>
              <a:t>Asprova</a:t>
            </a:r>
            <a:r>
              <a:rPr lang="ja-JP" altLang="en-US" sz="1100" dirty="0">
                <a:latin typeface="+mn-ea"/>
              </a:rPr>
              <a:t>をまだ操作したことがない方向けに、</a:t>
            </a:r>
            <a:r>
              <a:rPr lang="en-US" altLang="ja-JP" sz="1100" dirty="0" err="1">
                <a:latin typeface="+mn-ea"/>
              </a:rPr>
              <a:t>Asprova</a:t>
            </a:r>
            <a:r>
              <a:rPr lang="ja-JP" altLang="en-US" sz="1100" dirty="0">
                <a:latin typeface="+mn-ea"/>
              </a:rPr>
              <a:t>を使用したスケジュール作成業務を体験していただくセミナーです。</a:t>
            </a:r>
            <a:r>
              <a:rPr lang="en-US" altLang="ja-JP" sz="1100" dirty="0" err="1">
                <a:latin typeface="+mn-ea"/>
              </a:rPr>
              <a:t>Asprova</a:t>
            </a:r>
            <a:r>
              <a:rPr lang="ja-JP" altLang="en-US" sz="1100" dirty="0">
                <a:latin typeface="+mn-ea"/>
              </a:rPr>
              <a:t>無料体験版を使って、日常業務を進める手順に沿って実際に操作しながら、基本的な機能をひと通り体験していただくことができます。</a:t>
            </a:r>
            <a:endParaRPr lang="en-US" altLang="ja-JP" sz="1100" dirty="0">
              <a:latin typeface="+mn-ea"/>
            </a:endParaRPr>
          </a:p>
          <a:p>
            <a:endParaRPr lang="en-US" altLang="ja-JP" sz="1100" dirty="0">
              <a:latin typeface="+mn-ea"/>
            </a:endParaRPr>
          </a:p>
          <a:p>
            <a:pPr marL="285750" indent="-285750">
              <a:buFont typeface="Wingdings" panose="05000000000000000000" pitchFamily="2" charset="2"/>
              <a:buChar char="Ø"/>
            </a:pPr>
            <a:r>
              <a:rPr lang="ja-JP" altLang="en-US" sz="1100" dirty="0">
                <a:solidFill>
                  <a:srgbClr val="0070C0"/>
                </a:solidFill>
                <a:latin typeface="+mn-ea"/>
              </a:rPr>
              <a:t>プロトタイプ体験セミナー</a:t>
            </a:r>
            <a:endParaRPr lang="en-US" altLang="ja-JP" sz="1100" dirty="0">
              <a:solidFill>
                <a:srgbClr val="0070C0"/>
              </a:solidFill>
              <a:latin typeface="+mn-ea"/>
            </a:endParaRPr>
          </a:p>
          <a:p>
            <a:r>
              <a:rPr lang="en-US" altLang="ja-JP" sz="1100" dirty="0" err="1">
                <a:latin typeface="+mn-ea"/>
              </a:rPr>
              <a:t>Asprova</a:t>
            </a:r>
            <a:r>
              <a:rPr lang="ja-JP" altLang="en-US" sz="1100" dirty="0">
                <a:latin typeface="+mn-ea"/>
              </a:rPr>
              <a:t>を使って、プロトタイプ作成を体験いただくセミナーです。</a:t>
            </a:r>
          </a:p>
          <a:p>
            <a:r>
              <a:rPr lang="ja-JP" altLang="en-US" sz="1100" dirty="0">
                <a:latin typeface="+mn-ea"/>
              </a:rPr>
              <a:t>直感的な操作でデータ入力を体験いただきながら、スケジューラで設定する内容を理解いただけます。自社プロトタイプ検討する際に参考になれます。</a:t>
            </a:r>
          </a:p>
          <a:p>
            <a:endParaRPr lang="en-US" altLang="ja-JP" sz="1100" dirty="0">
              <a:latin typeface="+mn-ea"/>
            </a:endParaRPr>
          </a:p>
          <a:p>
            <a:pPr marL="285750" indent="-285750">
              <a:buFont typeface="Wingdings" panose="05000000000000000000" pitchFamily="2" charset="2"/>
              <a:buChar char="Ø"/>
            </a:pPr>
            <a:r>
              <a:rPr lang="ja-JP" altLang="en-US" sz="1100" dirty="0">
                <a:solidFill>
                  <a:srgbClr val="0070C0"/>
                </a:solidFill>
                <a:latin typeface="+mn-ea"/>
              </a:rPr>
              <a:t>実践トレーニング・基本編</a:t>
            </a:r>
            <a:endParaRPr lang="en-US" altLang="ja-JP" sz="1100" dirty="0">
              <a:solidFill>
                <a:srgbClr val="0070C0"/>
              </a:solidFill>
              <a:latin typeface="+mn-ea"/>
            </a:endParaRPr>
          </a:p>
          <a:p>
            <a:r>
              <a:rPr lang="ja-JP" altLang="en-US" sz="1100" b="0" i="0" dirty="0">
                <a:solidFill>
                  <a:srgbClr val="333333"/>
                </a:solidFill>
                <a:effectLst/>
                <a:latin typeface="+mn-ea"/>
              </a:rPr>
              <a:t>実践トレーニング基本編</a:t>
            </a:r>
            <a:r>
              <a:rPr lang="en-US" altLang="ja-JP" sz="1100" b="0" i="0" dirty="0">
                <a:solidFill>
                  <a:srgbClr val="333333"/>
                </a:solidFill>
                <a:effectLst/>
                <a:latin typeface="+mn-ea"/>
              </a:rPr>
              <a:t>Web</a:t>
            </a:r>
            <a:r>
              <a:rPr lang="ja-JP" altLang="en-US" sz="1100" b="0" i="0" dirty="0">
                <a:solidFill>
                  <a:srgbClr val="333333"/>
                </a:solidFill>
                <a:effectLst/>
                <a:latin typeface="+mn-ea"/>
              </a:rPr>
              <a:t>セミナーでは、二日にわたって、</a:t>
            </a:r>
            <a:r>
              <a:rPr lang="en-US" altLang="ja-JP" sz="1100" b="0" i="0" dirty="0" err="1">
                <a:solidFill>
                  <a:srgbClr val="333333"/>
                </a:solidFill>
                <a:effectLst/>
                <a:latin typeface="+mn-ea"/>
              </a:rPr>
              <a:t>Asprova</a:t>
            </a:r>
            <a:r>
              <a:rPr lang="ja-JP" altLang="en-US" sz="1100" b="0" i="0" dirty="0">
                <a:solidFill>
                  <a:srgbClr val="333333"/>
                </a:solidFill>
                <a:effectLst/>
                <a:latin typeface="+mn-ea"/>
              </a:rPr>
              <a:t>をご使用いただくまでに習得すべき中～高度の機能のご説明します。 </a:t>
            </a:r>
            <a:r>
              <a:rPr lang="en-US" altLang="ja-JP" sz="1100" b="0" i="0" dirty="0">
                <a:solidFill>
                  <a:srgbClr val="333333"/>
                </a:solidFill>
                <a:effectLst/>
                <a:latin typeface="+mn-ea"/>
              </a:rPr>
              <a:t>Web</a:t>
            </a:r>
            <a:r>
              <a:rPr lang="ja-JP" altLang="en-US" sz="1100" b="0" i="0" dirty="0">
                <a:solidFill>
                  <a:srgbClr val="333333"/>
                </a:solidFill>
                <a:effectLst/>
                <a:latin typeface="+mn-ea"/>
              </a:rPr>
              <a:t>セミナーでは一部の内容をお客様に自習いただきます。 </a:t>
            </a:r>
            <a:r>
              <a:rPr lang="ja-JP" altLang="en-US" sz="1100" b="0" i="0" u="none" strike="noStrike" dirty="0">
                <a:solidFill>
                  <a:srgbClr val="1F3EC2"/>
                </a:solidFill>
                <a:effectLst/>
                <a:latin typeface="+mn-ea"/>
                <a:hlinkClick r:id="rId6"/>
              </a:rPr>
              <a:t>同じコース内容を</a:t>
            </a:r>
            <a:r>
              <a:rPr lang="en-US" altLang="ja-JP" sz="1100" b="0" i="0" u="none" strike="noStrike" dirty="0">
                <a:solidFill>
                  <a:srgbClr val="1F3EC2"/>
                </a:solidFill>
                <a:effectLst/>
                <a:latin typeface="+mn-ea"/>
                <a:hlinkClick r:id="rId6"/>
              </a:rPr>
              <a:t>e-Learning</a:t>
            </a:r>
            <a:r>
              <a:rPr lang="ja-JP" altLang="en-US" sz="1100" b="0" i="0" u="none" strike="noStrike" dirty="0">
                <a:solidFill>
                  <a:srgbClr val="1F3EC2"/>
                </a:solidFill>
                <a:effectLst/>
                <a:latin typeface="+mn-ea"/>
                <a:hlinkClick r:id="rId6"/>
              </a:rPr>
              <a:t>でも掲載しております。</a:t>
            </a:r>
            <a:r>
              <a:rPr lang="ja-JP" altLang="en-US" sz="1100" b="0" i="0" dirty="0">
                <a:solidFill>
                  <a:srgbClr val="333333"/>
                </a:solidFill>
                <a:effectLst/>
                <a:latin typeface="+mn-ea"/>
              </a:rPr>
              <a:t>ぜひご利用ください。</a:t>
            </a:r>
            <a:endParaRPr lang="en-US" altLang="ja-JP" sz="1100" dirty="0">
              <a:latin typeface="+mn-ea"/>
            </a:endParaRPr>
          </a:p>
          <a:p>
            <a:endParaRPr lang="en-US" altLang="ja-JP" sz="1100" dirty="0">
              <a:latin typeface="+mn-ea"/>
            </a:endParaRPr>
          </a:p>
          <a:p>
            <a:pPr marL="285750" indent="-285750">
              <a:buFont typeface="Wingdings" panose="05000000000000000000" pitchFamily="2" charset="2"/>
              <a:buChar char="Ø"/>
            </a:pPr>
            <a:r>
              <a:rPr lang="ja-JP" altLang="en-US" sz="1100" dirty="0">
                <a:solidFill>
                  <a:srgbClr val="0070C0"/>
                </a:solidFill>
                <a:latin typeface="+mn-ea"/>
              </a:rPr>
              <a:t>実践トレーニング・データ連携編</a:t>
            </a:r>
            <a:endParaRPr lang="en-US" altLang="ja-JP" sz="1100" dirty="0">
              <a:solidFill>
                <a:srgbClr val="0070C0"/>
              </a:solidFill>
              <a:latin typeface="+mn-ea"/>
            </a:endParaRPr>
          </a:p>
          <a:p>
            <a:r>
              <a:rPr lang="ja-JP" altLang="en-US" sz="1100" b="0" i="0" dirty="0">
                <a:solidFill>
                  <a:srgbClr val="333333"/>
                </a:solidFill>
                <a:effectLst/>
                <a:latin typeface="+mn-ea"/>
              </a:rPr>
              <a:t>実践トレーニング データ連携編 </a:t>
            </a:r>
            <a:r>
              <a:rPr lang="en-US" altLang="ja-JP" sz="1100" b="0" i="0" dirty="0">
                <a:solidFill>
                  <a:srgbClr val="333333"/>
                </a:solidFill>
                <a:effectLst/>
                <a:latin typeface="+mn-ea"/>
              </a:rPr>
              <a:t>WEB</a:t>
            </a:r>
            <a:r>
              <a:rPr lang="ja-JP" altLang="en-US" sz="1100" b="0" i="0" dirty="0">
                <a:solidFill>
                  <a:srgbClr val="333333"/>
                </a:solidFill>
                <a:effectLst/>
                <a:latin typeface="+mn-ea"/>
              </a:rPr>
              <a:t>セミナーでは、テキストファイルを含めたデータベースとの接続方法について説明します。</a:t>
            </a:r>
            <a:br>
              <a:rPr lang="ja-JP" altLang="en-US" sz="1100" dirty="0">
                <a:latin typeface="+mn-ea"/>
              </a:rPr>
            </a:br>
            <a:r>
              <a:rPr lang="ja-JP" altLang="en-US" sz="1100" b="1" i="0" dirty="0">
                <a:solidFill>
                  <a:srgbClr val="333333"/>
                </a:solidFill>
                <a:effectLst/>
                <a:latin typeface="+mn-ea"/>
              </a:rPr>
              <a:t>本セミナーはシステム担当されるお客様のご参加を推奨します。</a:t>
            </a:r>
            <a:endParaRPr lang="en-US" altLang="ja-JP" sz="1100" dirty="0">
              <a:latin typeface="+mn-ea"/>
            </a:endParaRPr>
          </a:p>
          <a:p>
            <a:endParaRPr kumimoji="1" lang="en-US" altLang="ja-JP" sz="1100" dirty="0">
              <a:latin typeface="+mn-ea"/>
            </a:endParaRPr>
          </a:p>
          <a:p>
            <a:pPr marL="285750" indent="-285750">
              <a:buFont typeface="Wingdings" panose="05000000000000000000" pitchFamily="2" charset="2"/>
              <a:buChar char="Ø"/>
            </a:pPr>
            <a:r>
              <a:rPr lang="ja-JP" altLang="en-US" sz="1100" dirty="0">
                <a:solidFill>
                  <a:srgbClr val="0070C0"/>
                </a:solidFill>
                <a:latin typeface="+mn-ea"/>
              </a:rPr>
              <a:t>実践トレーニング・計画パラメタ編</a:t>
            </a:r>
            <a:endParaRPr lang="en-US" altLang="ja-JP" sz="1100" dirty="0">
              <a:solidFill>
                <a:srgbClr val="0070C0"/>
              </a:solidFill>
              <a:latin typeface="+mn-ea"/>
            </a:endParaRPr>
          </a:p>
          <a:p>
            <a:r>
              <a:rPr lang="en-US" altLang="ja-JP" sz="1100" dirty="0" err="1">
                <a:latin typeface="+mn-ea"/>
              </a:rPr>
              <a:t>Asprova</a:t>
            </a:r>
            <a:r>
              <a:rPr lang="ja-JP" altLang="en-US" sz="1100" dirty="0">
                <a:latin typeface="+mn-ea"/>
              </a:rPr>
              <a:t>実践トレーニング計画パラメタ編</a:t>
            </a:r>
            <a:r>
              <a:rPr lang="en-US" altLang="ja-JP" sz="1100" dirty="0">
                <a:latin typeface="+mn-ea"/>
              </a:rPr>
              <a:t>Web</a:t>
            </a:r>
            <a:r>
              <a:rPr lang="ja-JP" altLang="en-US" sz="1100" dirty="0">
                <a:latin typeface="+mn-ea"/>
              </a:rPr>
              <a:t>セミナーでは、参加者の皆様にパソコンをご使用いただき、計画パラメタ集中講義を中心に、以下の内容で進めます。 計画パラメタ集中講義では、実践トレーニング基本編までの内容を踏まえ、より実践的な計画の立て方、計画パラメタの設定の仕方について、ご説明いたします。</a:t>
            </a:r>
            <a:endParaRPr kumimoji="1" lang="ja-JP" altLang="en-US" sz="1100" dirty="0">
              <a:latin typeface="+mn-ea"/>
            </a:endParaRPr>
          </a:p>
        </p:txBody>
      </p:sp>
      <p:sp>
        <p:nvSpPr>
          <p:cNvPr id="33" name="テキスト ボックス 32">
            <a:extLst>
              <a:ext uri="{FF2B5EF4-FFF2-40B4-BE49-F238E27FC236}">
                <a16:creationId xmlns:a16="http://schemas.microsoft.com/office/drawing/2014/main" id="{B6C9CEFC-7D18-6008-F3C4-2B7440B8C1EA}"/>
              </a:ext>
            </a:extLst>
          </p:cNvPr>
          <p:cNvSpPr txBox="1"/>
          <p:nvPr/>
        </p:nvSpPr>
        <p:spPr>
          <a:xfrm>
            <a:off x="1560544" y="5954385"/>
            <a:ext cx="3730508" cy="553998"/>
          </a:xfrm>
          <a:prstGeom prst="rect">
            <a:avLst/>
          </a:prstGeom>
          <a:noFill/>
        </p:spPr>
        <p:txBody>
          <a:bodyPr wrap="none" rtlCol="0">
            <a:spAutoFit/>
          </a:bodyPr>
          <a:lstStyle/>
          <a:p>
            <a:r>
              <a:rPr lang="en-US" altLang="ja-JP" dirty="0">
                <a:latin typeface="+mn-ea"/>
              </a:rPr>
              <a:t>e</a:t>
            </a:r>
            <a:r>
              <a:rPr kumimoji="1" lang="en-US" altLang="ja-JP" dirty="0">
                <a:latin typeface="+mn-ea"/>
              </a:rPr>
              <a:t>-Learning</a:t>
            </a:r>
            <a:r>
              <a:rPr kumimoji="1" lang="ja-JP" altLang="en-US" dirty="0">
                <a:latin typeface="+mn-ea"/>
              </a:rPr>
              <a:t>もご活用ください！</a:t>
            </a:r>
            <a:endParaRPr kumimoji="1" lang="en-US" altLang="ja-JP" dirty="0">
              <a:latin typeface="+mn-ea"/>
            </a:endParaRPr>
          </a:p>
          <a:p>
            <a:r>
              <a:rPr lang="en-US" altLang="ja-JP" sz="1200" dirty="0">
                <a:latin typeface="+mn-ea"/>
              </a:rPr>
              <a:t>https://www.asprova.jp/products/e-learning.html</a:t>
            </a:r>
            <a:endParaRPr kumimoji="1" lang="ja-JP" altLang="en-US" sz="1200" dirty="0">
              <a:latin typeface="+mn-ea"/>
            </a:endParaRPr>
          </a:p>
        </p:txBody>
      </p:sp>
    </p:spTree>
    <p:extLst>
      <p:ext uri="{BB962C8B-B14F-4D97-AF65-F5344CB8AC3E}">
        <p14:creationId xmlns:p14="http://schemas.microsoft.com/office/powerpoint/2010/main" val="210790416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7C2D35-2EC5-E8E8-98A2-7A2E8E3577A8}"/>
            </a:ext>
          </a:extLst>
        </p:cNvPr>
        <p:cNvGrpSpPr/>
        <p:nvPr/>
      </p:nvGrpSpPr>
      <p:grpSpPr>
        <a:xfrm>
          <a:off x="0" y="0"/>
          <a:ext cx="0" cy="0"/>
          <a:chOff x="0" y="0"/>
          <a:chExt cx="0" cy="0"/>
        </a:xfrm>
      </p:grpSpPr>
      <p:sp>
        <p:nvSpPr>
          <p:cNvPr id="5" name="タイトル 4">
            <a:extLst>
              <a:ext uri="{FF2B5EF4-FFF2-40B4-BE49-F238E27FC236}">
                <a16:creationId xmlns:a16="http://schemas.microsoft.com/office/drawing/2014/main" id="{9D8C98AC-3D55-677C-DBE4-EAC477EC698B}"/>
              </a:ext>
            </a:extLst>
          </p:cNvPr>
          <p:cNvSpPr>
            <a:spLocks noGrp="1"/>
          </p:cNvSpPr>
          <p:nvPr>
            <p:ph type="title"/>
          </p:nvPr>
        </p:nvSpPr>
        <p:spPr>
          <a:xfrm>
            <a:off x="630631" y="230188"/>
            <a:ext cx="11266729" cy="604519"/>
          </a:xfrm>
        </p:spPr>
        <p:txBody>
          <a:bodyPr/>
          <a:lstStyle/>
          <a:p>
            <a:r>
              <a:rPr lang="ja-JP" altLang="en-US" sz="3600" dirty="0"/>
              <a:t>豊富な学習メニューをご用意</a:t>
            </a:r>
          </a:p>
        </p:txBody>
      </p:sp>
      <p:sp>
        <p:nvSpPr>
          <p:cNvPr id="4" name="スライド番号プレースホルダー 1">
            <a:extLst>
              <a:ext uri="{FF2B5EF4-FFF2-40B4-BE49-F238E27FC236}">
                <a16:creationId xmlns:a16="http://schemas.microsoft.com/office/drawing/2014/main" id="{7825977A-A5A9-17DF-C30A-543A60871070}"/>
              </a:ext>
            </a:extLst>
          </p:cNvPr>
          <p:cNvSpPr txBox="1">
            <a:spLocks/>
          </p:cNvSpPr>
          <p:nvPr/>
        </p:nvSpPr>
        <p:spPr bwMode="ltGray">
          <a:xfrm>
            <a:off x="10855405" y="6532510"/>
            <a:ext cx="998971" cy="241300"/>
          </a:xfrm>
          <a:prstGeom prst="rect">
            <a:avLst/>
          </a:prstGeom>
          <a:noFill/>
          <a:ln>
            <a:noFill/>
          </a:ln>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defPPr>
              <a:defRPr lang="ja-JP"/>
            </a:defPPr>
            <a:lvl1pPr marL="0" algn="r" defTabSz="914400" rtl="0" eaLnBrk="1" latinLnBrk="0" hangingPunct="1">
              <a:defRPr kumimoji="1" sz="1800" b="1" i="0" kern="1200">
                <a:solidFill>
                  <a:schemeClr val="bg1"/>
                </a:solidFill>
                <a:latin typeface="Arial" pitchFamily="34" charset="0"/>
                <a:ea typeface="ＭＳ Ｐゴシック" pitchFamily="50" charset="-128"/>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E025C43D-97FC-4CE9-9332-5BE2A99BA935}" type="slidenum">
              <a:rPr lang="en-US" altLang="ja-JP" sz="1400" smtClean="0">
                <a:solidFill>
                  <a:schemeClr val="tx1"/>
                </a:solidFill>
                <a:latin typeface="+mn-ea"/>
                <a:ea typeface="+mn-ea"/>
                <a:cs typeface="メイリオ" pitchFamily="50" charset="-128"/>
              </a:rPr>
              <a:pPr/>
              <a:t>44</a:t>
            </a:fld>
            <a:endParaRPr lang="en-US" altLang="ja-JP" sz="1400">
              <a:solidFill>
                <a:schemeClr val="tx1"/>
              </a:solidFill>
              <a:latin typeface="+mn-ea"/>
              <a:ea typeface="+mn-ea"/>
              <a:cs typeface="メイリオ" pitchFamily="50" charset="-128"/>
            </a:endParaRPr>
          </a:p>
        </p:txBody>
      </p:sp>
      <p:pic>
        <p:nvPicPr>
          <p:cNvPr id="10" name="図 9">
            <a:extLst>
              <a:ext uri="{FF2B5EF4-FFF2-40B4-BE49-F238E27FC236}">
                <a16:creationId xmlns:a16="http://schemas.microsoft.com/office/drawing/2014/main" id="{3E63CC37-5CFB-3779-93EC-0C0726B993BD}"/>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701564" y="1132698"/>
            <a:ext cx="8735084" cy="4691366"/>
          </a:xfrm>
          <a:prstGeom prst="rect">
            <a:avLst/>
          </a:prstGeom>
        </p:spPr>
      </p:pic>
      <p:sp>
        <p:nvSpPr>
          <p:cNvPr id="11" name="四角形: 角を丸くする 10">
            <a:extLst>
              <a:ext uri="{FF2B5EF4-FFF2-40B4-BE49-F238E27FC236}">
                <a16:creationId xmlns:a16="http://schemas.microsoft.com/office/drawing/2014/main" id="{6443FD7A-4438-BCC4-5EB9-C6FCBA202CC2}"/>
              </a:ext>
            </a:extLst>
          </p:cNvPr>
          <p:cNvSpPr/>
          <p:nvPr/>
        </p:nvSpPr>
        <p:spPr>
          <a:xfrm>
            <a:off x="3823616" y="5218966"/>
            <a:ext cx="2178767" cy="647277"/>
          </a:xfrm>
          <a:prstGeom prst="roundRect">
            <a:avLst/>
          </a:prstGeom>
          <a:noFill/>
          <a:ln w="25400" cap="flat" cmpd="sng" algn="ctr">
            <a:solidFill>
              <a:srgbClr val="FF6600"/>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dirty="0">
              <a:ln>
                <a:noFill/>
              </a:ln>
              <a:solidFill>
                <a:srgbClr val="FFFFFF"/>
              </a:solidFill>
              <a:effectLst/>
              <a:uLnTx/>
              <a:uFillTx/>
              <a:latin typeface="+mn-ea"/>
              <a:cs typeface="+mn-cs"/>
            </a:endParaRPr>
          </a:p>
        </p:txBody>
      </p:sp>
      <p:sp>
        <p:nvSpPr>
          <p:cNvPr id="12" name="四角形: 角を丸くする 11">
            <a:extLst>
              <a:ext uri="{FF2B5EF4-FFF2-40B4-BE49-F238E27FC236}">
                <a16:creationId xmlns:a16="http://schemas.microsoft.com/office/drawing/2014/main" id="{404DB787-13EF-11A2-7567-36B3C206559E}"/>
              </a:ext>
            </a:extLst>
          </p:cNvPr>
          <p:cNvSpPr/>
          <p:nvPr/>
        </p:nvSpPr>
        <p:spPr>
          <a:xfrm>
            <a:off x="8164067" y="4363472"/>
            <a:ext cx="1464758" cy="377005"/>
          </a:xfrm>
          <a:prstGeom prst="roundRect">
            <a:avLst/>
          </a:prstGeom>
          <a:noFill/>
          <a:ln w="25400" cap="flat" cmpd="sng" algn="ctr">
            <a:solidFill>
              <a:srgbClr val="FF6600"/>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dirty="0">
              <a:ln>
                <a:noFill/>
              </a:ln>
              <a:solidFill>
                <a:srgbClr val="FFFFFF"/>
              </a:solidFill>
              <a:effectLst/>
              <a:uLnTx/>
              <a:uFillTx/>
              <a:latin typeface="+mn-ea"/>
              <a:cs typeface="+mn-cs"/>
            </a:endParaRPr>
          </a:p>
        </p:txBody>
      </p:sp>
      <p:sp>
        <p:nvSpPr>
          <p:cNvPr id="13" name="吹き出し: 線 (枠なし) 12">
            <a:extLst>
              <a:ext uri="{FF2B5EF4-FFF2-40B4-BE49-F238E27FC236}">
                <a16:creationId xmlns:a16="http://schemas.microsoft.com/office/drawing/2014/main" id="{65AB55E0-42A0-4078-2608-9C24097D5256}"/>
              </a:ext>
            </a:extLst>
          </p:cNvPr>
          <p:cNvSpPr/>
          <p:nvPr/>
        </p:nvSpPr>
        <p:spPr>
          <a:xfrm>
            <a:off x="9324914" y="5556344"/>
            <a:ext cx="1665816" cy="647277"/>
          </a:xfrm>
          <a:prstGeom prst="callout1">
            <a:avLst>
              <a:gd name="adj1" fmla="val 29830"/>
              <a:gd name="adj2" fmla="val 1892"/>
              <a:gd name="adj3" fmla="val 6003"/>
              <a:gd name="adj4" fmla="val -227619"/>
            </a:avLst>
          </a:prstGeom>
          <a:solidFill>
            <a:srgbClr val="E1690D"/>
          </a:solidFill>
          <a:ln w="25400" cap="flat" cmpd="sng" algn="ctr">
            <a:solidFill>
              <a:srgbClr val="FF6600"/>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800" b="0" i="0" u="none" strike="noStrike" kern="0" cap="none" spc="0" normalizeH="0" baseline="0" noProof="0" dirty="0">
                <a:ln>
                  <a:noFill/>
                </a:ln>
                <a:solidFill>
                  <a:srgbClr val="FFFFFF"/>
                </a:solidFill>
                <a:effectLst/>
                <a:uLnTx/>
                <a:uFillTx/>
                <a:latin typeface="+mn-ea"/>
                <a:cs typeface="+mn-cs"/>
              </a:rPr>
              <a:t>学習サイト</a:t>
            </a:r>
          </a:p>
        </p:txBody>
      </p:sp>
      <p:cxnSp>
        <p:nvCxnSpPr>
          <p:cNvPr id="14" name="直線コネクタ 13">
            <a:extLst>
              <a:ext uri="{FF2B5EF4-FFF2-40B4-BE49-F238E27FC236}">
                <a16:creationId xmlns:a16="http://schemas.microsoft.com/office/drawing/2014/main" id="{7F34ADC6-0B67-7ED2-53C2-BE879270D30C}"/>
              </a:ext>
            </a:extLst>
          </p:cNvPr>
          <p:cNvCxnSpPr>
            <a:cxnSpLocks/>
          </p:cNvCxnSpPr>
          <p:nvPr/>
        </p:nvCxnSpPr>
        <p:spPr>
          <a:xfrm>
            <a:off x="8569152" y="4768990"/>
            <a:ext cx="1059673" cy="787354"/>
          </a:xfrm>
          <a:prstGeom prst="line">
            <a:avLst/>
          </a:prstGeom>
          <a:noFill/>
          <a:ln w="25400" cap="flat" cmpd="sng" algn="ctr">
            <a:solidFill>
              <a:srgbClr val="FF6600"/>
            </a:solidFill>
            <a:prstDash val="solid"/>
          </a:ln>
          <a:effectLst/>
        </p:spPr>
      </p:cxnSp>
      <p:sp>
        <p:nvSpPr>
          <p:cNvPr id="15" name="吹き出し: 線 (枠なし) 14">
            <a:extLst>
              <a:ext uri="{FF2B5EF4-FFF2-40B4-BE49-F238E27FC236}">
                <a16:creationId xmlns:a16="http://schemas.microsoft.com/office/drawing/2014/main" id="{438C6A58-1350-F500-21C4-4CC7BF425048}"/>
              </a:ext>
            </a:extLst>
          </p:cNvPr>
          <p:cNvSpPr/>
          <p:nvPr/>
        </p:nvSpPr>
        <p:spPr>
          <a:xfrm>
            <a:off x="10355856" y="3299012"/>
            <a:ext cx="1423768" cy="503007"/>
          </a:xfrm>
          <a:prstGeom prst="callout1">
            <a:avLst>
              <a:gd name="adj1" fmla="val 29830"/>
              <a:gd name="adj2" fmla="val 1892"/>
              <a:gd name="adj3" fmla="val 138962"/>
              <a:gd name="adj4" fmla="val -29577"/>
            </a:avLst>
          </a:prstGeom>
          <a:solidFill>
            <a:srgbClr val="E1690D"/>
          </a:solidFill>
          <a:ln w="25400" cap="flat" cmpd="sng" algn="ctr">
            <a:solidFill>
              <a:srgbClr val="FF6600"/>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800" b="0" i="0" u="none" strike="noStrike" kern="0" cap="none" spc="0" normalizeH="0" baseline="0" noProof="0" dirty="0">
                <a:ln>
                  <a:noFill/>
                </a:ln>
                <a:solidFill>
                  <a:srgbClr val="FFFFFF"/>
                </a:solidFill>
                <a:effectLst/>
                <a:uLnTx/>
                <a:uFillTx/>
                <a:latin typeface="+mn-ea"/>
                <a:cs typeface="+mn-cs"/>
              </a:rPr>
              <a:t>体験版</a:t>
            </a:r>
            <a:r>
              <a:rPr kumimoji="0" lang="en-US" altLang="ja-JP" sz="1800" b="0" i="0" u="none" strike="noStrike" kern="0" cap="none" spc="0" normalizeH="0" baseline="0" noProof="0" dirty="0">
                <a:ln>
                  <a:noFill/>
                </a:ln>
                <a:solidFill>
                  <a:srgbClr val="FFFFFF"/>
                </a:solidFill>
                <a:effectLst/>
                <a:uLnTx/>
                <a:uFillTx/>
                <a:latin typeface="+mn-ea"/>
                <a:cs typeface="+mn-cs"/>
              </a:rPr>
              <a:t>DL</a:t>
            </a:r>
            <a:endParaRPr kumimoji="0" lang="ja-JP" altLang="en-US" sz="1800" b="0" i="0" u="none" strike="noStrike" kern="0" cap="none" spc="0" normalizeH="0" baseline="0" noProof="0" dirty="0">
              <a:ln>
                <a:noFill/>
              </a:ln>
              <a:solidFill>
                <a:srgbClr val="FFFFFF"/>
              </a:solidFill>
              <a:effectLst/>
              <a:uLnTx/>
              <a:uFillTx/>
              <a:latin typeface="+mn-ea"/>
              <a:cs typeface="+mn-cs"/>
            </a:endParaRPr>
          </a:p>
        </p:txBody>
      </p:sp>
    </p:spTree>
    <p:extLst>
      <p:ext uri="{BB962C8B-B14F-4D97-AF65-F5344CB8AC3E}">
        <p14:creationId xmlns:p14="http://schemas.microsoft.com/office/powerpoint/2010/main" val="404407943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987A9D-D6DD-51D6-688C-4342029AE8C4}"/>
            </a:ext>
          </a:extLst>
        </p:cNvPr>
        <p:cNvGrpSpPr/>
        <p:nvPr/>
      </p:nvGrpSpPr>
      <p:grpSpPr>
        <a:xfrm>
          <a:off x="0" y="0"/>
          <a:ext cx="0" cy="0"/>
          <a:chOff x="0" y="0"/>
          <a:chExt cx="0" cy="0"/>
        </a:xfrm>
      </p:grpSpPr>
      <p:sp>
        <p:nvSpPr>
          <p:cNvPr id="5" name="タイトル 4">
            <a:extLst>
              <a:ext uri="{FF2B5EF4-FFF2-40B4-BE49-F238E27FC236}">
                <a16:creationId xmlns:a16="http://schemas.microsoft.com/office/drawing/2014/main" id="{F510DF84-3AB4-9BD9-962D-506462263AEF}"/>
              </a:ext>
            </a:extLst>
          </p:cNvPr>
          <p:cNvSpPr>
            <a:spLocks noGrp="1"/>
          </p:cNvSpPr>
          <p:nvPr>
            <p:ph type="title"/>
          </p:nvPr>
        </p:nvSpPr>
        <p:spPr>
          <a:xfrm>
            <a:off x="0" y="2486162"/>
            <a:ext cx="12192000" cy="1538883"/>
          </a:xfrm>
        </p:spPr>
        <p:txBody>
          <a:bodyPr/>
          <a:lstStyle/>
          <a:p>
            <a:r>
              <a:rPr lang="ja-JP" altLang="en-US" dirty="0"/>
              <a:t>ローコード開発・</a:t>
            </a:r>
            <a:r>
              <a:rPr lang="en-US" altLang="ja-JP" dirty="0" err="1"/>
              <a:t>Asprova</a:t>
            </a:r>
            <a:r>
              <a:rPr lang="ja-JP" altLang="en-US" dirty="0"/>
              <a:t>運用支援ツール</a:t>
            </a:r>
            <a:br>
              <a:rPr lang="ja-JP" altLang="en-US" dirty="0"/>
            </a:br>
            <a:r>
              <a:rPr lang="en-US" altLang="ja-JP" dirty="0"/>
              <a:t>TALON</a:t>
            </a:r>
            <a:r>
              <a:rPr lang="ja-JP" altLang="en-US" dirty="0"/>
              <a:t>について</a:t>
            </a:r>
          </a:p>
        </p:txBody>
      </p:sp>
      <p:sp>
        <p:nvSpPr>
          <p:cNvPr id="2" name="スライド番号プレースホルダー 1">
            <a:extLst>
              <a:ext uri="{FF2B5EF4-FFF2-40B4-BE49-F238E27FC236}">
                <a16:creationId xmlns:a16="http://schemas.microsoft.com/office/drawing/2014/main" id="{1877F6C2-16AB-CC61-E04E-651777854CDF}"/>
              </a:ext>
            </a:extLst>
          </p:cNvPr>
          <p:cNvSpPr txBox="1">
            <a:spLocks/>
          </p:cNvSpPr>
          <p:nvPr/>
        </p:nvSpPr>
        <p:spPr bwMode="ltGray">
          <a:xfrm>
            <a:off x="10855405" y="6532510"/>
            <a:ext cx="998971" cy="241300"/>
          </a:xfrm>
          <a:prstGeom prst="rect">
            <a:avLst/>
          </a:prstGeom>
          <a:noFill/>
          <a:ln>
            <a:noFill/>
          </a:ln>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defPPr>
              <a:defRPr lang="ja-JP"/>
            </a:defPPr>
            <a:lvl1pPr marL="0" algn="r" defTabSz="914400" rtl="0" eaLnBrk="1" latinLnBrk="0" hangingPunct="1">
              <a:defRPr kumimoji="1" sz="1800" b="1" i="0" kern="1200">
                <a:solidFill>
                  <a:schemeClr val="bg1"/>
                </a:solidFill>
                <a:latin typeface="Arial" pitchFamily="34" charset="0"/>
                <a:ea typeface="ＭＳ Ｐゴシック" pitchFamily="50" charset="-128"/>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E025C43D-97FC-4CE9-9332-5BE2A99BA935}" type="slidenum">
              <a:rPr lang="en-US" altLang="ja-JP" sz="1400" smtClean="0">
                <a:solidFill>
                  <a:schemeClr val="tx1"/>
                </a:solidFill>
                <a:latin typeface="+mn-ea"/>
                <a:ea typeface="+mn-ea"/>
                <a:cs typeface="メイリオ" pitchFamily="50" charset="-128"/>
              </a:rPr>
              <a:pPr/>
              <a:t>45</a:t>
            </a:fld>
            <a:endParaRPr lang="en-US" altLang="ja-JP" sz="1400">
              <a:solidFill>
                <a:schemeClr val="tx1"/>
              </a:solidFill>
              <a:latin typeface="+mn-ea"/>
              <a:ea typeface="+mn-ea"/>
              <a:cs typeface="メイリオ" pitchFamily="50" charset="-128"/>
            </a:endParaRPr>
          </a:p>
        </p:txBody>
      </p:sp>
    </p:spTree>
    <p:extLst>
      <p:ext uri="{BB962C8B-B14F-4D97-AF65-F5344CB8AC3E}">
        <p14:creationId xmlns:p14="http://schemas.microsoft.com/office/powerpoint/2010/main" val="373122261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042BF6-9A6E-6A10-4568-6A17BBC051FE}"/>
            </a:ext>
          </a:extLst>
        </p:cNvPr>
        <p:cNvGrpSpPr/>
        <p:nvPr/>
      </p:nvGrpSpPr>
      <p:grpSpPr>
        <a:xfrm>
          <a:off x="0" y="0"/>
          <a:ext cx="0" cy="0"/>
          <a:chOff x="0" y="0"/>
          <a:chExt cx="0" cy="0"/>
        </a:xfrm>
      </p:grpSpPr>
      <p:sp>
        <p:nvSpPr>
          <p:cNvPr id="5" name="タイトル 4">
            <a:extLst>
              <a:ext uri="{FF2B5EF4-FFF2-40B4-BE49-F238E27FC236}">
                <a16:creationId xmlns:a16="http://schemas.microsoft.com/office/drawing/2014/main" id="{F191820D-43FD-880B-8EA4-7E608365E849}"/>
              </a:ext>
            </a:extLst>
          </p:cNvPr>
          <p:cNvSpPr>
            <a:spLocks noGrp="1"/>
          </p:cNvSpPr>
          <p:nvPr>
            <p:ph type="title"/>
          </p:nvPr>
        </p:nvSpPr>
        <p:spPr>
          <a:xfrm>
            <a:off x="630631" y="230188"/>
            <a:ext cx="11266729" cy="604519"/>
          </a:xfrm>
        </p:spPr>
        <p:txBody>
          <a:bodyPr/>
          <a:lstStyle/>
          <a:p>
            <a:r>
              <a:rPr lang="ja-JP" altLang="en-US" sz="3600" dirty="0"/>
              <a:t>ローコード開発ツール導入イメージ</a:t>
            </a:r>
          </a:p>
        </p:txBody>
      </p:sp>
      <p:sp>
        <p:nvSpPr>
          <p:cNvPr id="4" name="スライド番号プレースホルダー 1">
            <a:extLst>
              <a:ext uri="{FF2B5EF4-FFF2-40B4-BE49-F238E27FC236}">
                <a16:creationId xmlns:a16="http://schemas.microsoft.com/office/drawing/2014/main" id="{02626F10-A13C-5FEC-2D03-86D0C2DF3A7D}"/>
              </a:ext>
            </a:extLst>
          </p:cNvPr>
          <p:cNvSpPr txBox="1">
            <a:spLocks/>
          </p:cNvSpPr>
          <p:nvPr/>
        </p:nvSpPr>
        <p:spPr bwMode="ltGray">
          <a:xfrm>
            <a:off x="10855405" y="6532510"/>
            <a:ext cx="998971" cy="241300"/>
          </a:xfrm>
          <a:prstGeom prst="rect">
            <a:avLst/>
          </a:prstGeom>
          <a:noFill/>
          <a:ln>
            <a:noFill/>
          </a:ln>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defPPr>
              <a:defRPr lang="ja-JP"/>
            </a:defPPr>
            <a:lvl1pPr marL="0" algn="r" defTabSz="914400" rtl="0" eaLnBrk="1" latinLnBrk="0" hangingPunct="1">
              <a:defRPr kumimoji="1" sz="1800" b="1" i="0" kern="1200">
                <a:solidFill>
                  <a:schemeClr val="bg1"/>
                </a:solidFill>
                <a:latin typeface="Arial" pitchFamily="34" charset="0"/>
                <a:ea typeface="ＭＳ Ｐゴシック" pitchFamily="50" charset="-128"/>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E025C43D-97FC-4CE9-9332-5BE2A99BA935}" type="slidenum">
              <a:rPr lang="en-US" altLang="ja-JP" sz="1400" smtClean="0">
                <a:solidFill>
                  <a:schemeClr val="tx1"/>
                </a:solidFill>
                <a:latin typeface="+mn-ea"/>
                <a:ea typeface="+mn-ea"/>
                <a:cs typeface="メイリオ" pitchFamily="50" charset="-128"/>
              </a:rPr>
              <a:pPr/>
              <a:t>46</a:t>
            </a:fld>
            <a:endParaRPr lang="en-US" altLang="ja-JP" sz="1400">
              <a:solidFill>
                <a:schemeClr val="tx1"/>
              </a:solidFill>
              <a:latin typeface="+mn-ea"/>
              <a:ea typeface="+mn-ea"/>
              <a:cs typeface="メイリオ" pitchFamily="50" charset="-128"/>
            </a:endParaRPr>
          </a:p>
        </p:txBody>
      </p:sp>
      <p:grpSp>
        <p:nvGrpSpPr>
          <p:cNvPr id="2" name="グループ化 1">
            <a:extLst>
              <a:ext uri="{FF2B5EF4-FFF2-40B4-BE49-F238E27FC236}">
                <a16:creationId xmlns:a16="http://schemas.microsoft.com/office/drawing/2014/main" id="{496BC49E-40F6-29E2-DAC5-19D55A1F6511}"/>
              </a:ext>
            </a:extLst>
          </p:cNvPr>
          <p:cNvGrpSpPr/>
          <p:nvPr/>
        </p:nvGrpSpPr>
        <p:grpSpPr>
          <a:xfrm>
            <a:off x="1303951" y="1090797"/>
            <a:ext cx="9584099" cy="649102"/>
            <a:chOff x="1402127" y="901097"/>
            <a:chExt cx="9584099" cy="649102"/>
          </a:xfrm>
        </p:grpSpPr>
        <p:sp>
          <p:nvSpPr>
            <p:cNvPr id="3" name="矢印: 左右 2">
              <a:extLst>
                <a:ext uri="{FF2B5EF4-FFF2-40B4-BE49-F238E27FC236}">
                  <a16:creationId xmlns:a16="http://schemas.microsoft.com/office/drawing/2014/main" id="{2E849F96-12B7-0A09-8187-40139824F7AF}"/>
                </a:ext>
              </a:extLst>
            </p:cNvPr>
            <p:cNvSpPr/>
            <p:nvPr/>
          </p:nvSpPr>
          <p:spPr>
            <a:xfrm>
              <a:off x="1402127" y="901097"/>
              <a:ext cx="9584099" cy="648000"/>
            </a:xfrm>
            <a:prstGeom prst="leftRightArrow">
              <a:avLst>
                <a:gd name="adj1" fmla="val 100000"/>
                <a:gd name="adj2" fmla="val 22044"/>
              </a:avLst>
            </a:prstGeom>
            <a:solidFill>
              <a:srgbClr val="2DA1C5"/>
            </a:solidFill>
            <a:ln w="19050" cap="flat" cmpd="sng" algn="ctr">
              <a:solidFill>
                <a:srgbClr val="2DA1C5"/>
              </a:solidFill>
              <a:prstDash val="solid"/>
            </a:ln>
            <a:effectLst/>
          </p:spPr>
          <p:txBody>
            <a:bodyPr rtlCol="0" anchor="ctr"/>
            <a:lstStyle>
              <a:defPPr>
                <a:defRPr lang="ja-JP"/>
              </a:defPPr>
              <a:lvl1pPr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1pPr>
              <a:lvl2pPr marL="4572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2pPr>
              <a:lvl3pPr marL="9144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3pPr>
              <a:lvl4pPr marL="13716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4pPr>
              <a:lvl5pPr marL="18288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5pPr>
              <a:lvl6pPr marL="2286000" algn="l" defTabSz="914400" rtl="0" eaLnBrk="1" latinLnBrk="0" hangingPunct="1">
                <a:defRPr kumimoji="1" sz="1200" kern="1200">
                  <a:solidFill>
                    <a:schemeClr val="tx1"/>
                  </a:solidFill>
                  <a:latin typeface="Verdana" pitchFamily="34" charset="0"/>
                  <a:ea typeface="ＭＳ ゴシック" pitchFamily="49" charset="-128"/>
                  <a:cs typeface="+mn-cs"/>
                </a:defRPr>
              </a:lvl6pPr>
              <a:lvl7pPr marL="2743200" algn="l" defTabSz="914400" rtl="0" eaLnBrk="1" latinLnBrk="0" hangingPunct="1">
                <a:defRPr kumimoji="1" sz="1200" kern="1200">
                  <a:solidFill>
                    <a:schemeClr val="tx1"/>
                  </a:solidFill>
                  <a:latin typeface="Verdana" pitchFamily="34" charset="0"/>
                  <a:ea typeface="ＭＳ ゴシック" pitchFamily="49" charset="-128"/>
                  <a:cs typeface="+mn-cs"/>
                </a:defRPr>
              </a:lvl7pPr>
              <a:lvl8pPr marL="3200400" algn="l" defTabSz="914400" rtl="0" eaLnBrk="1" latinLnBrk="0" hangingPunct="1">
                <a:defRPr kumimoji="1" sz="1200" kern="1200">
                  <a:solidFill>
                    <a:schemeClr val="tx1"/>
                  </a:solidFill>
                  <a:latin typeface="Verdana" pitchFamily="34" charset="0"/>
                  <a:ea typeface="ＭＳ ゴシック" pitchFamily="49" charset="-128"/>
                  <a:cs typeface="+mn-cs"/>
                </a:defRPr>
              </a:lvl8pPr>
              <a:lvl9pPr marL="3657600" algn="l" defTabSz="914400" rtl="0" eaLnBrk="1" latinLnBrk="0" hangingPunct="1">
                <a:defRPr kumimoji="1" sz="1200" kern="1200">
                  <a:solidFill>
                    <a:schemeClr val="tx1"/>
                  </a:solidFill>
                  <a:latin typeface="Verdana" pitchFamily="34" charset="0"/>
                  <a:ea typeface="ＭＳ ゴシック" pitchFamily="49" charset="-128"/>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srgbClr val="FFFFFF"/>
                </a:solidFill>
                <a:effectLst/>
                <a:uLnTx/>
                <a:uFillTx/>
                <a:latin typeface="+mn-ea"/>
                <a:ea typeface="+mn-ea"/>
              </a:endParaRPr>
            </a:p>
          </p:txBody>
        </p:sp>
        <p:sp>
          <p:nvSpPr>
            <p:cNvPr id="6" name="角丸四角形 12">
              <a:extLst>
                <a:ext uri="{FF2B5EF4-FFF2-40B4-BE49-F238E27FC236}">
                  <a16:creationId xmlns:a16="http://schemas.microsoft.com/office/drawing/2014/main" id="{63462300-746A-81C6-D873-0DE703BA8845}"/>
                </a:ext>
              </a:extLst>
            </p:cNvPr>
            <p:cNvSpPr/>
            <p:nvPr/>
          </p:nvSpPr>
          <p:spPr>
            <a:xfrm>
              <a:off x="1592627" y="1097959"/>
              <a:ext cx="1152000" cy="243585"/>
            </a:xfrm>
            <a:prstGeom prst="leftRightArrow">
              <a:avLst>
                <a:gd name="adj1" fmla="val 100000"/>
                <a:gd name="adj2" fmla="val 23400"/>
              </a:avLst>
            </a:prstGeom>
            <a:solidFill>
              <a:srgbClr val="FFFFFF"/>
            </a:solidFill>
            <a:ln w="25400" cap="flat" cmpd="sng" algn="ctr">
              <a:noFill/>
              <a:prstDash val="solid"/>
            </a:ln>
            <a:effectLst/>
          </p:spPr>
          <p:txBody>
            <a:bodyPr rtlCol="0" anchor="ctr"/>
            <a:lstStyle>
              <a:defPPr>
                <a:defRPr lang="ja-JP"/>
              </a:defPPr>
              <a:lvl1pPr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1pPr>
              <a:lvl2pPr marL="4572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2pPr>
              <a:lvl3pPr marL="9144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3pPr>
              <a:lvl4pPr marL="13716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4pPr>
              <a:lvl5pPr marL="18288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5pPr>
              <a:lvl6pPr marL="2286000" algn="l" defTabSz="914400" rtl="0" eaLnBrk="1" latinLnBrk="0" hangingPunct="1">
                <a:defRPr kumimoji="1" sz="1200" kern="1200">
                  <a:solidFill>
                    <a:schemeClr val="tx1"/>
                  </a:solidFill>
                  <a:latin typeface="Verdana" pitchFamily="34" charset="0"/>
                  <a:ea typeface="ＭＳ ゴシック" pitchFamily="49" charset="-128"/>
                  <a:cs typeface="+mn-cs"/>
                </a:defRPr>
              </a:lvl6pPr>
              <a:lvl7pPr marL="2743200" algn="l" defTabSz="914400" rtl="0" eaLnBrk="1" latinLnBrk="0" hangingPunct="1">
                <a:defRPr kumimoji="1" sz="1200" kern="1200">
                  <a:solidFill>
                    <a:schemeClr val="tx1"/>
                  </a:solidFill>
                  <a:latin typeface="Verdana" pitchFamily="34" charset="0"/>
                  <a:ea typeface="ＭＳ ゴシック" pitchFamily="49" charset="-128"/>
                  <a:cs typeface="+mn-cs"/>
                </a:defRPr>
              </a:lvl7pPr>
              <a:lvl8pPr marL="3200400" algn="l" defTabSz="914400" rtl="0" eaLnBrk="1" latinLnBrk="0" hangingPunct="1">
                <a:defRPr kumimoji="1" sz="1200" kern="1200">
                  <a:solidFill>
                    <a:schemeClr val="tx1"/>
                  </a:solidFill>
                  <a:latin typeface="Verdana" pitchFamily="34" charset="0"/>
                  <a:ea typeface="ＭＳ ゴシック" pitchFamily="49" charset="-128"/>
                  <a:cs typeface="+mn-cs"/>
                </a:defRPr>
              </a:lvl8pPr>
              <a:lvl9pPr marL="3657600" algn="l" defTabSz="914400" rtl="0" eaLnBrk="1" latinLnBrk="0" hangingPunct="1">
                <a:defRPr kumimoji="1" sz="1200" kern="1200">
                  <a:solidFill>
                    <a:schemeClr val="tx1"/>
                  </a:solidFill>
                  <a:latin typeface="Verdana" pitchFamily="34" charset="0"/>
                  <a:ea typeface="ＭＳ ゴシック" pitchFamily="49" charset="-128"/>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0" i="1" u="none" strike="noStrike" kern="0" cap="none" spc="0" normalizeH="0" baseline="0" noProof="0" dirty="0">
                  <a:ln>
                    <a:noFill/>
                  </a:ln>
                  <a:solidFill>
                    <a:srgbClr val="2DA1C5"/>
                  </a:solidFill>
                  <a:effectLst/>
                  <a:uLnTx/>
                  <a:uFillTx/>
                  <a:latin typeface="+mn-ea"/>
                  <a:ea typeface="+mn-ea"/>
                  <a:cs typeface="Arial" panose="020B0604020202020204" pitchFamily="34" charset="0"/>
                </a:rPr>
                <a:t>Point!</a:t>
              </a:r>
              <a:endParaRPr kumimoji="0" lang="ja-JP" altLang="en-US" sz="1400" b="0" i="1" u="none" strike="noStrike" kern="0" cap="none" spc="0" normalizeH="0" baseline="0" noProof="0" dirty="0">
                <a:ln>
                  <a:noFill/>
                </a:ln>
                <a:solidFill>
                  <a:srgbClr val="2DA1C5"/>
                </a:solidFill>
                <a:effectLst/>
                <a:uLnTx/>
                <a:uFillTx/>
                <a:latin typeface="+mn-ea"/>
                <a:ea typeface="+mn-ea"/>
                <a:cs typeface="Arial" panose="020B0604020202020204" pitchFamily="34" charset="0"/>
              </a:endParaRPr>
            </a:p>
          </p:txBody>
        </p:sp>
        <p:sp>
          <p:nvSpPr>
            <p:cNvPr id="7" name="テキスト プレースホルダー 3">
              <a:extLst>
                <a:ext uri="{FF2B5EF4-FFF2-40B4-BE49-F238E27FC236}">
                  <a16:creationId xmlns:a16="http://schemas.microsoft.com/office/drawing/2014/main" id="{EC893628-7D1A-8318-5706-E8460CB7EF1D}"/>
                </a:ext>
              </a:extLst>
            </p:cNvPr>
            <p:cNvSpPr txBox="1">
              <a:spLocks/>
            </p:cNvSpPr>
            <p:nvPr/>
          </p:nvSpPr>
          <p:spPr>
            <a:xfrm>
              <a:off x="2935127" y="901097"/>
              <a:ext cx="7860600" cy="649102"/>
            </a:xfrm>
            <a:prstGeom prst="rect">
              <a:avLst/>
            </a:prstGeom>
          </p:spPr>
          <p:txBody>
            <a:bodyPr vert="horz" lIns="0" tIns="45720" rIns="0" bIns="0" rtlCol="0" anchor="ctr">
              <a:normAutofit/>
            </a:bodyPr>
            <a:lstStyle>
              <a:defPPr>
                <a:defRPr lang="ja-JP"/>
              </a:defPPr>
              <a:lvl1pPr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1pPr>
              <a:lvl2pPr marL="4572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2pPr>
              <a:lvl3pPr marL="9144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3pPr>
              <a:lvl4pPr marL="13716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4pPr>
              <a:lvl5pPr marL="18288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5pPr>
              <a:lvl6pPr marL="2286000" algn="l" defTabSz="914400" rtl="0" eaLnBrk="1" latinLnBrk="0" hangingPunct="1">
                <a:defRPr kumimoji="1" sz="1200" kern="1200">
                  <a:solidFill>
                    <a:schemeClr val="tx1"/>
                  </a:solidFill>
                  <a:latin typeface="Verdana" pitchFamily="34" charset="0"/>
                  <a:ea typeface="ＭＳ ゴシック" pitchFamily="49" charset="-128"/>
                  <a:cs typeface="+mn-cs"/>
                </a:defRPr>
              </a:lvl6pPr>
              <a:lvl7pPr marL="2743200" algn="l" defTabSz="914400" rtl="0" eaLnBrk="1" latinLnBrk="0" hangingPunct="1">
                <a:defRPr kumimoji="1" sz="1200" kern="1200">
                  <a:solidFill>
                    <a:schemeClr val="tx1"/>
                  </a:solidFill>
                  <a:latin typeface="Verdana" pitchFamily="34" charset="0"/>
                  <a:ea typeface="ＭＳ ゴシック" pitchFamily="49" charset="-128"/>
                  <a:cs typeface="+mn-cs"/>
                </a:defRPr>
              </a:lvl7pPr>
              <a:lvl8pPr marL="3200400" algn="l" defTabSz="914400" rtl="0" eaLnBrk="1" latinLnBrk="0" hangingPunct="1">
                <a:defRPr kumimoji="1" sz="1200" kern="1200">
                  <a:solidFill>
                    <a:schemeClr val="tx1"/>
                  </a:solidFill>
                  <a:latin typeface="Verdana" pitchFamily="34" charset="0"/>
                  <a:ea typeface="ＭＳ ゴシック" pitchFamily="49" charset="-128"/>
                  <a:cs typeface="+mn-cs"/>
                </a:defRPr>
              </a:lvl8pPr>
              <a:lvl9pPr marL="3657600" algn="l" defTabSz="914400" rtl="0" eaLnBrk="1" latinLnBrk="0" hangingPunct="1">
                <a:defRPr kumimoji="1" sz="1200" kern="1200">
                  <a:solidFill>
                    <a:schemeClr val="tx1"/>
                  </a:solidFill>
                  <a:latin typeface="Verdana" pitchFamily="34" charset="0"/>
                  <a:ea typeface="ＭＳ ゴシック" pitchFamily="49" charset="-128"/>
                  <a:cs typeface="+mn-cs"/>
                </a:defRPr>
              </a:lvl9pPr>
            </a:lstStyle>
            <a:p>
              <a:pPr marL="0" marR="0" lvl="0" indent="0" algn="l" defTabSz="914400" rtl="0" eaLnBrk="1" fontAlgn="auto" latinLnBrk="0" hangingPunct="1">
                <a:lnSpc>
                  <a:spcPts val="1500"/>
                </a:lnSpc>
                <a:spcBef>
                  <a:spcPct val="20000"/>
                </a:spcBef>
                <a:spcAft>
                  <a:spcPts val="0"/>
                </a:spcAft>
                <a:buClrTx/>
                <a:buSzTx/>
                <a:buFont typeface="Arial" panose="020B0604020202020204" pitchFamily="34" charset="0"/>
                <a:buNone/>
                <a:tabLst/>
                <a:defRPr/>
              </a:pPr>
              <a:r>
                <a:rPr kumimoji="1" lang="ja-JP" altLang="en-US" sz="1600" b="0" i="0" u="none" strike="noStrike" kern="1200" cap="none" spc="0" normalizeH="0" baseline="0" noProof="0">
                  <a:ln>
                    <a:noFill/>
                  </a:ln>
                  <a:solidFill>
                    <a:srgbClr val="FFFFFF"/>
                  </a:solidFill>
                  <a:effectLst/>
                  <a:uLnTx/>
                  <a:uFillTx/>
                  <a:latin typeface="+mn-ea"/>
                  <a:ea typeface="+mn-ea"/>
                </a:rPr>
                <a:t>アプリケーション自動生成による工期短縮</a:t>
              </a:r>
            </a:p>
            <a:p>
              <a:pPr marL="0" marR="0" lvl="0" indent="0" algn="l" defTabSz="914400" rtl="0" eaLnBrk="1" fontAlgn="auto" latinLnBrk="0" hangingPunct="1">
                <a:lnSpc>
                  <a:spcPts val="1500"/>
                </a:lnSpc>
                <a:spcBef>
                  <a:spcPct val="20000"/>
                </a:spcBef>
                <a:spcAft>
                  <a:spcPts val="0"/>
                </a:spcAft>
                <a:buClrTx/>
                <a:buSzTx/>
                <a:buFont typeface="Arial" panose="020B0604020202020204" pitchFamily="34" charset="0"/>
                <a:buNone/>
                <a:tabLst/>
                <a:defRPr/>
              </a:pPr>
              <a:r>
                <a:rPr kumimoji="1" lang="ja-JP" altLang="en-US" sz="1600" b="0" i="0" u="none" strike="noStrike" kern="1200" cap="none" spc="0" normalizeH="0" baseline="0" noProof="0">
                  <a:ln>
                    <a:noFill/>
                  </a:ln>
                  <a:solidFill>
                    <a:srgbClr val="FFFFFF"/>
                  </a:solidFill>
                  <a:effectLst/>
                  <a:uLnTx/>
                  <a:uFillTx/>
                  <a:latin typeface="+mn-ea"/>
                  <a:ea typeface="+mn-ea"/>
                </a:rPr>
                <a:t>開発と運用の一元マネジメントにより、継続的なビジネス変化への追従を実現</a:t>
              </a:r>
            </a:p>
          </p:txBody>
        </p:sp>
      </p:grpSp>
      <p:sp>
        <p:nvSpPr>
          <p:cNvPr id="8" name="直角三角形 7">
            <a:extLst>
              <a:ext uri="{FF2B5EF4-FFF2-40B4-BE49-F238E27FC236}">
                <a16:creationId xmlns:a16="http://schemas.microsoft.com/office/drawing/2014/main" id="{5CC46F50-06A5-D9B3-7193-01EDA6023767}"/>
              </a:ext>
            </a:extLst>
          </p:cNvPr>
          <p:cNvSpPr/>
          <p:nvPr/>
        </p:nvSpPr>
        <p:spPr>
          <a:xfrm>
            <a:off x="3465304" y="2334884"/>
            <a:ext cx="1515035" cy="1500400"/>
          </a:xfrm>
          <a:prstGeom prst="rtTriangle">
            <a:avLst/>
          </a:prstGeom>
          <a:solidFill>
            <a:srgbClr val="CD2323">
              <a:lumMod val="40000"/>
              <a:lumOff val="60000"/>
            </a:srgbClr>
          </a:solidFill>
          <a:ln w="25400" cap="flat" cmpd="sng" algn="ctr">
            <a:noFill/>
            <a:prstDash val="solid"/>
          </a:ln>
          <a:effectLst/>
        </p:spPr>
        <p:txBody>
          <a:bodyPr rtlCol="0" anchor="ctr"/>
          <a:lstStyle>
            <a:defPPr>
              <a:defRPr lang="ja-JP"/>
            </a:defPPr>
            <a:lvl1pPr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1pPr>
            <a:lvl2pPr marL="4572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2pPr>
            <a:lvl3pPr marL="9144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3pPr>
            <a:lvl4pPr marL="13716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4pPr>
            <a:lvl5pPr marL="18288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5pPr>
            <a:lvl6pPr marL="2286000" algn="l" defTabSz="914400" rtl="0" eaLnBrk="1" latinLnBrk="0" hangingPunct="1">
              <a:defRPr kumimoji="1" sz="1200" kern="1200">
                <a:solidFill>
                  <a:schemeClr val="tx1"/>
                </a:solidFill>
                <a:latin typeface="Verdana" pitchFamily="34" charset="0"/>
                <a:ea typeface="ＭＳ ゴシック" pitchFamily="49" charset="-128"/>
                <a:cs typeface="+mn-cs"/>
              </a:defRPr>
            </a:lvl6pPr>
            <a:lvl7pPr marL="2743200" algn="l" defTabSz="914400" rtl="0" eaLnBrk="1" latinLnBrk="0" hangingPunct="1">
              <a:defRPr kumimoji="1" sz="1200" kern="1200">
                <a:solidFill>
                  <a:schemeClr val="tx1"/>
                </a:solidFill>
                <a:latin typeface="Verdana" pitchFamily="34" charset="0"/>
                <a:ea typeface="ＭＳ ゴシック" pitchFamily="49" charset="-128"/>
                <a:cs typeface="+mn-cs"/>
              </a:defRPr>
            </a:lvl7pPr>
            <a:lvl8pPr marL="3200400" algn="l" defTabSz="914400" rtl="0" eaLnBrk="1" latinLnBrk="0" hangingPunct="1">
              <a:defRPr kumimoji="1" sz="1200" kern="1200">
                <a:solidFill>
                  <a:schemeClr val="tx1"/>
                </a:solidFill>
                <a:latin typeface="Verdana" pitchFamily="34" charset="0"/>
                <a:ea typeface="ＭＳ ゴシック" pitchFamily="49" charset="-128"/>
                <a:cs typeface="+mn-cs"/>
              </a:defRPr>
            </a:lvl8pPr>
            <a:lvl9pPr marL="3657600" algn="l" defTabSz="914400" rtl="0" eaLnBrk="1" latinLnBrk="0" hangingPunct="1">
              <a:defRPr kumimoji="1" sz="1200" kern="1200">
                <a:solidFill>
                  <a:schemeClr val="tx1"/>
                </a:solidFill>
                <a:latin typeface="Verdana" pitchFamily="34" charset="0"/>
                <a:ea typeface="ＭＳ ゴシック" pitchFamily="49" charset="-128"/>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srgbClr val="FFFFFF"/>
              </a:solidFill>
              <a:effectLst/>
              <a:uLnTx/>
              <a:uFillTx/>
              <a:latin typeface="+mn-ea"/>
              <a:ea typeface="+mn-ea"/>
            </a:endParaRPr>
          </a:p>
        </p:txBody>
      </p:sp>
      <p:sp>
        <p:nvSpPr>
          <p:cNvPr id="9" name="テキスト ボックス 30">
            <a:extLst>
              <a:ext uri="{FF2B5EF4-FFF2-40B4-BE49-F238E27FC236}">
                <a16:creationId xmlns:a16="http://schemas.microsoft.com/office/drawing/2014/main" id="{10B80677-1E27-FFD3-AB63-1EB860013E71}"/>
              </a:ext>
            </a:extLst>
          </p:cNvPr>
          <p:cNvSpPr txBox="1"/>
          <p:nvPr/>
        </p:nvSpPr>
        <p:spPr>
          <a:xfrm>
            <a:off x="2175374" y="4846769"/>
            <a:ext cx="902811" cy="307777"/>
          </a:xfrm>
          <a:prstGeom prst="rect">
            <a:avLst/>
          </a:prstGeom>
          <a:noFill/>
        </p:spPr>
        <p:txBody>
          <a:bodyPr wrap="none" rtlCol="0">
            <a:spAutoFit/>
          </a:bodyPr>
          <a:lstStyle>
            <a:defPPr>
              <a:defRPr lang="ja-JP"/>
            </a:defPPr>
            <a:lvl1pPr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1pPr>
            <a:lvl2pPr marL="4572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2pPr>
            <a:lvl3pPr marL="9144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3pPr>
            <a:lvl4pPr marL="13716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4pPr>
            <a:lvl5pPr marL="18288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5pPr>
            <a:lvl6pPr marL="2286000" algn="l" defTabSz="914400" rtl="0" eaLnBrk="1" latinLnBrk="0" hangingPunct="1">
              <a:defRPr kumimoji="1" sz="1200" kern="1200">
                <a:solidFill>
                  <a:schemeClr val="tx1"/>
                </a:solidFill>
                <a:latin typeface="Verdana" pitchFamily="34" charset="0"/>
                <a:ea typeface="ＭＳ ゴシック" pitchFamily="49" charset="-128"/>
                <a:cs typeface="+mn-cs"/>
              </a:defRPr>
            </a:lvl6pPr>
            <a:lvl7pPr marL="2743200" algn="l" defTabSz="914400" rtl="0" eaLnBrk="1" latinLnBrk="0" hangingPunct="1">
              <a:defRPr kumimoji="1" sz="1200" kern="1200">
                <a:solidFill>
                  <a:schemeClr val="tx1"/>
                </a:solidFill>
                <a:latin typeface="Verdana" pitchFamily="34" charset="0"/>
                <a:ea typeface="ＭＳ ゴシック" pitchFamily="49" charset="-128"/>
                <a:cs typeface="+mn-cs"/>
              </a:defRPr>
            </a:lvl7pPr>
            <a:lvl8pPr marL="3200400" algn="l" defTabSz="914400" rtl="0" eaLnBrk="1" latinLnBrk="0" hangingPunct="1">
              <a:defRPr kumimoji="1" sz="1200" kern="1200">
                <a:solidFill>
                  <a:schemeClr val="tx1"/>
                </a:solidFill>
                <a:latin typeface="Verdana" pitchFamily="34" charset="0"/>
                <a:ea typeface="ＭＳ ゴシック" pitchFamily="49" charset="-128"/>
                <a:cs typeface="+mn-cs"/>
              </a:defRPr>
            </a:lvl8pPr>
            <a:lvl9pPr marL="3657600" algn="l" defTabSz="914400" rtl="0" eaLnBrk="1" latinLnBrk="0" hangingPunct="1">
              <a:defRPr kumimoji="1" sz="1200" kern="1200">
                <a:solidFill>
                  <a:schemeClr val="tx1"/>
                </a:solidFill>
                <a:latin typeface="Verdana" pitchFamily="34" charset="0"/>
                <a:ea typeface="ＭＳ ゴシック" pitchFamily="49" charset="-128"/>
                <a:cs typeface="+mn-cs"/>
              </a:defRPr>
            </a:lvl9pPr>
          </a:lstStyle>
          <a:p>
            <a:pPr fontAlgn="auto">
              <a:spcBef>
                <a:spcPts val="0"/>
              </a:spcBef>
              <a:spcAft>
                <a:spcPts val="0"/>
              </a:spcAft>
              <a:defRPr/>
            </a:pPr>
            <a:r>
              <a:rPr kumimoji="0" lang="ja-JP" altLang="en-US" sz="1400" b="1" kern="0">
                <a:solidFill>
                  <a:srgbClr val="3F3F3F"/>
                </a:solidFill>
                <a:latin typeface="+mn-ea"/>
                <a:ea typeface="+mn-ea"/>
              </a:rPr>
              <a:t>従来開発</a:t>
            </a:r>
          </a:p>
        </p:txBody>
      </p:sp>
      <p:sp>
        <p:nvSpPr>
          <p:cNvPr id="10" name="テキスト ボックス 31">
            <a:extLst>
              <a:ext uri="{FF2B5EF4-FFF2-40B4-BE49-F238E27FC236}">
                <a16:creationId xmlns:a16="http://schemas.microsoft.com/office/drawing/2014/main" id="{D1F10A6D-D49D-C170-5926-A60B8459541E}"/>
              </a:ext>
            </a:extLst>
          </p:cNvPr>
          <p:cNvSpPr txBox="1"/>
          <p:nvPr/>
        </p:nvSpPr>
        <p:spPr>
          <a:xfrm>
            <a:off x="3993086" y="4846769"/>
            <a:ext cx="1797287" cy="307777"/>
          </a:xfrm>
          <a:prstGeom prst="rect">
            <a:avLst/>
          </a:prstGeom>
          <a:noFill/>
        </p:spPr>
        <p:txBody>
          <a:bodyPr wrap="none" rtlCol="0">
            <a:spAutoFit/>
          </a:bodyPr>
          <a:lstStyle>
            <a:defPPr>
              <a:defRPr lang="ja-JP"/>
            </a:defPPr>
            <a:lvl1pPr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1pPr>
            <a:lvl2pPr marL="4572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2pPr>
            <a:lvl3pPr marL="9144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3pPr>
            <a:lvl4pPr marL="13716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4pPr>
            <a:lvl5pPr marL="18288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5pPr>
            <a:lvl6pPr marL="2286000" algn="l" defTabSz="914400" rtl="0" eaLnBrk="1" latinLnBrk="0" hangingPunct="1">
              <a:defRPr kumimoji="1" sz="1200" kern="1200">
                <a:solidFill>
                  <a:schemeClr val="tx1"/>
                </a:solidFill>
                <a:latin typeface="Verdana" pitchFamily="34" charset="0"/>
                <a:ea typeface="ＭＳ ゴシック" pitchFamily="49" charset="-128"/>
                <a:cs typeface="+mn-cs"/>
              </a:defRPr>
            </a:lvl6pPr>
            <a:lvl7pPr marL="2743200" algn="l" defTabSz="914400" rtl="0" eaLnBrk="1" latinLnBrk="0" hangingPunct="1">
              <a:defRPr kumimoji="1" sz="1200" kern="1200">
                <a:solidFill>
                  <a:schemeClr val="tx1"/>
                </a:solidFill>
                <a:latin typeface="Verdana" pitchFamily="34" charset="0"/>
                <a:ea typeface="ＭＳ ゴシック" pitchFamily="49" charset="-128"/>
                <a:cs typeface="+mn-cs"/>
              </a:defRPr>
            </a:lvl7pPr>
            <a:lvl8pPr marL="3200400" algn="l" defTabSz="914400" rtl="0" eaLnBrk="1" latinLnBrk="0" hangingPunct="1">
              <a:defRPr kumimoji="1" sz="1200" kern="1200">
                <a:solidFill>
                  <a:schemeClr val="tx1"/>
                </a:solidFill>
                <a:latin typeface="Verdana" pitchFamily="34" charset="0"/>
                <a:ea typeface="ＭＳ ゴシック" pitchFamily="49" charset="-128"/>
                <a:cs typeface="+mn-cs"/>
              </a:defRPr>
            </a:lvl8pPr>
            <a:lvl9pPr marL="3657600" algn="l" defTabSz="914400" rtl="0" eaLnBrk="1" latinLnBrk="0" hangingPunct="1">
              <a:defRPr kumimoji="1" sz="1200" kern="1200">
                <a:solidFill>
                  <a:schemeClr val="tx1"/>
                </a:solidFill>
                <a:latin typeface="Verdana" pitchFamily="34" charset="0"/>
                <a:ea typeface="ＭＳ ゴシック" pitchFamily="49" charset="-128"/>
                <a:cs typeface="+mn-cs"/>
              </a:defRPr>
            </a:lvl9pPr>
          </a:lstStyle>
          <a:p>
            <a:pPr fontAlgn="auto">
              <a:spcBef>
                <a:spcPts val="0"/>
              </a:spcBef>
              <a:spcAft>
                <a:spcPts val="0"/>
              </a:spcAft>
              <a:defRPr/>
            </a:pPr>
            <a:r>
              <a:rPr kumimoji="0" lang="en-US" altLang="ja-JP" sz="1400" b="1" kern="0">
                <a:solidFill>
                  <a:srgbClr val="E7B209">
                    <a:lumMod val="75000"/>
                  </a:srgbClr>
                </a:solidFill>
                <a:latin typeface="+mn-ea"/>
                <a:ea typeface="+mn-ea"/>
              </a:rPr>
              <a:t>LCP</a:t>
            </a:r>
            <a:r>
              <a:rPr kumimoji="0" lang="ja-JP" altLang="en-US" sz="1400" b="1" kern="0">
                <a:solidFill>
                  <a:srgbClr val="E7B209">
                    <a:lumMod val="75000"/>
                  </a:srgbClr>
                </a:solidFill>
                <a:latin typeface="+mn-ea"/>
                <a:ea typeface="+mn-ea"/>
              </a:rPr>
              <a:t>を活用した開発</a:t>
            </a:r>
          </a:p>
        </p:txBody>
      </p:sp>
      <p:cxnSp>
        <p:nvCxnSpPr>
          <p:cNvPr id="11" name="直線コネクタ 10">
            <a:extLst>
              <a:ext uri="{FF2B5EF4-FFF2-40B4-BE49-F238E27FC236}">
                <a16:creationId xmlns:a16="http://schemas.microsoft.com/office/drawing/2014/main" id="{EE11F8DA-FAFF-B9E8-32F7-D12F78480574}"/>
              </a:ext>
            </a:extLst>
          </p:cNvPr>
          <p:cNvCxnSpPr/>
          <p:nvPr/>
        </p:nvCxnSpPr>
        <p:spPr>
          <a:xfrm>
            <a:off x="1654361" y="4828297"/>
            <a:ext cx="4276237" cy="0"/>
          </a:xfrm>
          <a:prstGeom prst="line">
            <a:avLst/>
          </a:prstGeom>
          <a:noFill/>
          <a:ln w="12700" cap="flat" cmpd="sng" algn="ctr">
            <a:solidFill>
              <a:srgbClr val="000000"/>
            </a:solidFill>
            <a:prstDash val="solid"/>
          </a:ln>
          <a:effectLst/>
        </p:spPr>
      </p:cxnSp>
      <p:sp>
        <p:nvSpPr>
          <p:cNvPr id="12" name="正方形/長方形 11">
            <a:extLst>
              <a:ext uri="{FF2B5EF4-FFF2-40B4-BE49-F238E27FC236}">
                <a16:creationId xmlns:a16="http://schemas.microsoft.com/office/drawing/2014/main" id="{81086F4D-BCC3-A080-BA99-B224D7B9FA27}"/>
              </a:ext>
            </a:extLst>
          </p:cNvPr>
          <p:cNvSpPr/>
          <p:nvPr/>
        </p:nvSpPr>
        <p:spPr>
          <a:xfrm>
            <a:off x="1844587" y="4462561"/>
            <a:ext cx="1620717" cy="365735"/>
          </a:xfrm>
          <a:prstGeom prst="rect">
            <a:avLst/>
          </a:prstGeom>
          <a:solidFill>
            <a:srgbClr val="002060"/>
          </a:solidFill>
          <a:ln w="12700" cap="flat" cmpd="sng" algn="ctr">
            <a:solidFill>
              <a:srgbClr val="002060"/>
            </a:solidFill>
            <a:prstDash val="solid"/>
            <a:miter lim="800000"/>
          </a:ln>
          <a:effectLst/>
        </p:spPr>
        <p:txBody>
          <a:bodyPr rtlCol="0" anchor="ctr"/>
          <a:lstStyle>
            <a:defPPr>
              <a:defRPr lang="ja-JP"/>
            </a:defPPr>
            <a:lvl1pPr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1pPr>
            <a:lvl2pPr marL="4572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2pPr>
            <a:lvl3pPr marL="9144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3pPr>
            <a:lvl4pPr marL="13716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4pPr>
            <a:lvl5pPr marL="18288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5pPr>
            <a:lvl6pPr marL="2286000" algn="l" defTabSz="914400" rtl="0" eaLnBrk="1" latinLnBrk="0" hangingPunct="1">
              <a:defRPr kumimoji="1" sz="1200" kern="1200">
                <a:solidFill>
                  <a:schemeClr val="tx1"/>
                </a:solidFill>
                <a:latin typeface="Verdana" pitchFamily="34" charset="0"/>
                <a:ea typeface="ＭＳ ゴシック" pitchFamily="49" charset="-128"/>
                <a:cs typeface="+mn-cs"/>
              </a:defRPr>
            </a:lvl6pPr>
            <a:lvl7pPr marL="2743200" algn="l" defTabSz="914400" rtl="0" eaLnBrk="1" latinLnBrk="0" hangingPunct="1">
              <a:defRPr kumimoji="1" sz="1200" kern="1200">
                <a:solidFill>
                  <a:schemeClr val="tx1"/>
                </a:solidFill>
                <a:latin typeface="Verdana" pitchFamily="34" charset="0"/>
                <a:ea typeface="ＭＳ ゴシック" pitchFamily="49" charset="-128"/>
                <a:cs typeface="+mn-cs"/>
              </a:defRPr>
            </a:lvl7pPr>
            <a:lvl8pPr marL="3200400" algn="l" defTabSz="914400" rtl="0" eaLnBrk="1" latinLnBrk="0" hangingPunct="1">
              <a:defRPr kumimoji="1" sz="1200" kern="1200">
                <a:solidFill>
                  <a:schemeClr val="tx1"/>
                </a:solidFill>
                <a:latin typeface="Verdana" pitchFamily="34" charset="0"/>
                <a:ea typeface="ＭＳ ゴシック" pitchFamily="49" charset="-128"/>
                <a:cs typeface="+mn-cs"/>
              </a:defRPr>
            </a:lvl8pPr>
            <a:lvl9pPr marL="3657600" algn="l" defTabSz="914400" rtl="0" eaLnBrk="1" latinLnBrk="0" hangingPunct="1">
              <a:defRPr kumimoji="1" sz="1200" kern="1200">
                <a:solidFill>
                  <a:schemeClr val="tx1"/>
                </a:solidFill>
                <a:latin typeface="Verdana" pitchFamily="34" charset="0"/>
                <a:ea typeface="ＭＳ ゴシック" pitchFamily="49" charset="-128"/>
                <a:cs typeface="+mn-cs"/>
              </a:defRPr>
            </a:lvl9pPr>
          </a:lstStyle>
          <a:p>
            <a:pPr algn="ctr" fontAlgn="auto">
              <a:spcBef>
                <a:spcPts val="0"/>
              </a:spcBef>
              <a:spcAft>
                <a:spcPts val="0"/>
              </a:spcAft>
              <a:defRPr/>
            </a:pPr>
            <a:r>
              <a:rPr kumimoji="0" lang="ja-JP" altLang="en-US" kern="0">
                <a:solidFill>
                  <a:prstClr val="white"/>
                </a:solidFill>
                <a:latin typeface="+mn-ea"/>
                <a:ea typeface="+mn-ea"/>
              </a:rPr>
              <a:t>要件定義</a:t>
            </a:r>
          </a:p>
        </p:txBody>
      </p:sp>
      <p:sp>
        <p:nvSpPr>
          <p:cNvPr id="13" name="正方形/長方形 12">
            <a:extLst>
              <a:ext uri="{FF2B5EF4-FFF2-40B4-BE49-F238E27FC236}">
                <a16:creationId xmlns:a16="http://schemas.microsoft.com/office/drawing/2014/main" id="{9DA058BD-DAC5-41FE-2C49-72523E3A90D1}"/>
              </a:ext>
            </a:extLst>
          </p:cNvPr>
          <p:cNvSpPr/>
          <p:nvPr/>
        </p:nvSpPr>
        <p:spPr>
          <a:xfrm>
            <a:off x="1844587" y="3887824"/>
            <a:ext cx="1620717" cy="532639"/>
          </a:xfrm>
          <a:prstGeom prst="rect">
            <a:avLst/>
          </a:prstGeom>
          <a:solidFill>
            <a:srgbClr val="002060"/>
          </a:solidFill>
          <a:ln w="12700" cap="flat" cmpd="sng" algn="ctr">
            <a:solidFill>
              <a:srgbClr val="002060"/>
            </a:solidFill>
            <a:prstDash val="solid"/>
            <a:miter lim="800000"/>
          </a:ln>
          <a:effectLst/>
        </p:spPr>
        <p:txBody>
          <a:bodyPr rtlCol="0" anchor="ctr"/>
          <a:lstStyle>
            <a:defPPr>
              <a:defRPr lang="ja-JP"/>
            </a:defPPr>
            <a:lvl1pPr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1pPr>
            <a:lvl2pPr marL="4572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2pPr>
            <a:lvl3pPr marL="9144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3pPr>
            <a:lvl4pPr marL="13716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4pPr>
            <a:lvl5pPr marL="18288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5pPr>
            <a:lvl6pPr marL="2286000" algn="l" defTabSz="914400" rtl="0" eaLnBrk="1" latinLnBrk="0" hangingPunct="1">
              <a:defRPr kumimoji="1" sz="1200" kern="1200">
                <a:solidFill>
                  <a:schemeClr val="tx1"/>
                </a:solidFill>
                <a:latin typeface="Verdana" pitchFamily="34" charset="0"/>
                <a:ea typeface="ＭＳ ゴシック" pitchFamily="49" charset="-128"/>
                <a:cs typeface="+mn-cs"/>
              </a:defRPr>
            </a:lvl6pPr>
            <a:lvl7pPr marL="2743200" algn="l" defTabSz="914400" rtl="0" eaLnBrk="1" latinLnBrk="0" hangingPunct="1">
              <a:defRPr kumimoji="1" sz="1200" kern="1200">
                <a:solidFill>
                  <a:schemeClr val="tx1"/>
                </a:solidFill>
                <a:latin typeface="Verdana" pitchFamily="34" charset="0"/>
                <a:ea typeface="ＭＳ ゴシック" pitchFamily="49" charset="-128"/>
                <a:cs typeface="+mn-cs"/>
              </a:defRPr>
            </a:lvl7pPr>
            <a:lvl8pPr marL="3200400" algn="l" defTabSz="914400" rtl="0" eaLnBrk="1" latinLnBrk="0" hangingPunct="1">
              <a:defRPr kumimoji="1" sz="1200" kern="1200">
                <a:solidFill>
                  <a:schemeClr val="tx1"/>
                </a:solidFill>
                <a:latin typeface="Verdana" pitchFamily="34" charset="0"/>
                <a:ea typeface="ＭＳ ゴシック" pitchFamily="49" charset="-128"/>
                <a:cs typeface="+mn-cs"/>
              </a:defRPr>
            </a:lvl8pPr>
            <a:lvl9pPr marL="3657600" algn="l" defTabSz="914400" rtl="0" eaLnBrk="1" latinLnBrk="0" hangingPunct="1">
              <a:defRPr kumimoji="1" sz="1200" kern="1200">
                <a:solidFill>
                  <a:schemeClr val="tx1"/>
                </a:solidFill>
                <a:latin typeface="Verdana" pitchFamily="34" charset="0"/>
                <a:ea typeface="ＭＳ ゴシック" pitchFamily="49" charset="-128"/>
                <a:cs typeface="+mn-cs"/>
              </a:defRPr>
            </a:lvl9pPr>
          </a:lstStyle>
          <a:p>
            <a:pPr algn="ctr" fontAlgn="auto">
              <a:spcBef>
                <a:spcPts val="0"/>
              </a:spcBef>
              <a:spcAft>
                <a:spcPts val="0"/>
              </a:spcAft>
              <a:defRPr/>
            </a:pPr>
            <a:r>
              <a:rPr kumimoji="0" lang="ja-JP" altLang="en-US" kern="0">
                <a:solidFill>
                  <a:prstClr val="white"/>
                </a:solidFill>
                <a:latin typeface="+mn-ea"/>
                <a:ea typeface="+mn-ea"/>
              </a:rPr>
              <a:t>設計</a:t>
            </a:r>
          </a:p>
        </p:txBody>
      </p:sp>
      <p:sp>
        <p:nvSpPr>
          <p:cNvPr id="14" name="正方形/長方形 13">
            <a:extLst>
              <a:ext uri="{FF2B5EF4-FFF2-40B4-BE49-F238E27FC236}">
                <a16:creationId xmlns:a16="http://schemas.microsoft.com/office/drawing/2014/main" id="{B6AAC5D7-4751-08A5-C2BE-C7EE3A12B28C}"/>
              </a:ext>
            </a:extLst>
          </p:cNvPr>
          <p:cNvSpPr/>
          <p:nvPr/>
        </p:nvSpPr>
        <p:spPr>
          <a:xfrm>
            <a:off x="1844587" y="2923897"/>
            <a:ext cx="1620717" cy="920364"/>
          </a:xfrm>
          <a:prstGeom prst="rect">
            <a:avLst/>
          </a:prstGeom>
          <a:solidFill>
            <a:srgbClr val="002060"/>
          </a:solidFill>
          <a:ln w="12700" cap="flat" cmpd="sng" algn="ctr">
            <a:solidFill>
              <a:srgbClr val="002060"/>
            </a:solidFill>
            <a:prstDash val="solid"/>
            <a:miter lim="800000"/>
          </a:ln>
          <a:effectLst/>
        </p:spPr>
        <p:txBody>
          <a:bodyPr rtlCol="0" anchor="ctr"/>
          <a:lstStyle>
            <a:defPPr>
              <a:defRPr lang="ja-JP"/>
            </a:defPPr>
            <a:lvl1pPr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1pPr>
            <a:lvl2pPr marL="4572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2pPr>
            <a:lvl3pPr marL="9144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3pPr>
            <a:lvl4pPr marL="13716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4pPr>
            <a:lvl5pPr marL="18288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5pPr>
            <a:lvl6pPr marL="2286000" algn="l" defTabSz="914400" rtl="0" eaLnBrk="1" latinLnBrk="0" hangingPunct="1">
              <a:defRPr kumimoji="1" sz="1200" kern="1200">
                <a:solidFill>
                  <a:schemeClr val="tx1"/>
                </a:solidFill>
                <a:latin typeface="Verdana" pitchFamily="34" charset="0"/>
                <a:ea typeface="ＭＳ ゴシック" pitchFamily="49" charset="-128"/>
                <a:cs typeface="+mn-cs"/>
              </a:defRPr>
            </a:lvl6pPr>
            <a:lvl7pPr marL="2743200" algn="l" defTabSz="914400" rtl="0" eaLnBrk="1" latinLnBrk="0" hangingPunct="1">
              <a:defRPr kumimoji="1" sz="1200" kern="1200">
                <a:solidFill>
                  <a:schemeClr val="tx1"/>
                </a:solidFill>
                <a:latin typeface="Verdana" pitchFamily="34" charset="0"/>
                <a:ea typeface="ＭＳ ゴシック" pitchFamily="49" charset="-128"/>
                <a:cs typeface="+mn-cs"/>
              </a:defRPr>
            </a:lvl7pPr>
            <a:lvl8pPr marL="3200400" algn="l" defTabSz="914400" rtl="0" eaLnBrk="1" latinLnBrk="0" hangingPunct="1">
              <a:defRPr kumimoji="1" sz="1200" kern="1200">
                <a:solidFill>
                  <a:schemeClr val="tx1"/>
                </a:solidFill>
                <a:latin typeface="Verdana" pitchFamily="34" charset="0"/>
                <a:ea typeface="ＭＳ ゴシック" pitchFamily="49" charset="-128"/>
                <a:cs typeface="+mn-cs"/>
              </a:defRPr>
            </a:lvl8pPr>
            <a:lvl9pPr marL="3657600" algn="l" defTabSz="914400" rtl="0" eaLnBrk="1" latinLnBrk="0" hangingPunct="1">
              <a:defRPr kumimoji="1" sz="1200" kern="1200">
                <a:solidFill>
                  <a:schemeClr val="tx1"/>
                </a:solidFill>
                <a:latin typeface="Verdana" pitchFamily="34" charset="0"/>
                <a:ea typeface="ＭＳ ゴシック" pitchFamily="49" charset="-128"/>
                <a:cs typeface="+mn-cs"/>
              </a:defRPr>
            </a:lvl9pPr>
          </a:lstStyle>
          <a:p>
            <a:pPr algn="ctr" fontAlgn="auto">
              <a:spcBef>
                <a:spcPts val="0"/>
              </a:spcBef>
              <a:spcAft>
                <a:spcPts val="0"/>
              </a:spcAft>
              <a:defRPr/>
            </a:pPr>
            <a:r>
              <a:rPr kumimoji="0" lang="ja-JP" altLang="en-US" kern="0">
                <a:solidFill>
                  <a:prstClr val="white"/>
                </a:solidFill>
                <a:latin typeface="+mn-ea"/>
                <a:ea typeface="+mn-ea"/>
              </a:rPr>
              <a:t>コーディング</a:t>
            </a:r>
            <a:endParaRPr kumimoji="0" lang="en-US" altLang="ja-JP" kern="0">
              <a:solidFill>
                <a:prstClr val="white"/>
              </a:solidFill>
              <a:latin typeface="+mn-ea"/>
              <a:ea typeface="+mn-ea"/>
            </a:endParaRPr>
          </a:p>
          <a:p>
            <a:pPr algn="ctr" fontAlgn="auto">
              <a:spcBef>
                <a:spcPts val="0"/>
              </a:spcBef>
              <a:spcAft>
                <a:spcPts val="0"/>
              </a:spcAft>
              <a:defRPr/>
            </a:pPr>
            <a:r>
              <a:rPr kumimoji="0" lang="ja-JP" altLang="en-US" kern="0">
                <a:solidFill>
                  <a:prstClr val="white"/>
                </a:solidFill>
                <a:latin typeface="+mn-ea"/>
                <a:ea typeface="+mn-ea"/>
              </a:rPr>
              <a:t>（手動）</a:t>
            </a:r>
          </a:p>
        </p:txBody>
      </p:sp>
      <p:sp>
        <p:nvSpPr>
          <p:cNvPr id="15" name="正方形/長方形 14">
            <a:extLst>
              <a:ext uri="{FF2B5EF4-FFF2-40B4-BE49-F238E27FC236}">
                <a16:creationId xmlns:a16="http://schemas.microsoft.com/office/drawing/2014/main" id="{133F046C-EB9C-40D0-A3FE-B89EF9697DA3}"/>
              </a:ext>
            </a:extLst>
          </p:cNvPr>
          <p:cNvSpPr/>
          <p:nvPr/>
        </p:nvSpPr>
        <p:spPr>
          <a:xfrm>
            <a:off x="1844587" y="2343849"/>
            <a:ext cx="1620717" cy="532639"/>
          </a:xfrm>
          <a:prstGeom prst="rect">
            <a:avLst/>
          </a:prstGeom>
          <a:solidFill>
            <a:srgbClr val="002060"/>
          </a:solidFill>
          <a:ln w="12700" cap="flat" cmpd="sng" algn="ctr">
            <a:solidFill>
              <a:srgbClr val="002060"/>
            </a:solidFill>
            <a:prstDash val="solid"/>
            <a:miter lim="800000"/>
          </a:ln>
          <a:effectLst/>
        </p:spPr>
        <p:txBody>
          <a:bodyPr rtlCol="0" anchor="ctr"/>
          <a:lstStyle>
            <a:defPPr>
              <a:defRPr lang="ja-JP"/>
            </a:defPPr>
            <a:lvl1pPr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1pPr>
            <a:lvl2pPr marL="4572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2pPr>
            <a:lvl3pPr marL="9144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3pPr>
            <a:lvl4pPr marL="13716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4pPr>
            <a:lvl5pPr marL="18288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5pPr>
            <a:lvl6pPr marL="2286000" algn="l" defTabSz="914400" rtl="0" eaLnBrk="1" latinLnBrk="0" hangingPunct="1">
              <a:defRPr kumimoji="1" sz="1200" kern="1200">
                <a:solidFill>
                  <a:schemeClr val="tx1"/>
                </a:solidFill>
                <a:latin typeface="Verdana" pitchFamily="34" charset="0"/>
                <a:ea typeface="ＭＳ ゴシック" pitchFamily="49" charset="-128"/>
                <a:cs typeface="+mn-cs"/>
              </a:defRPr>
            </a:lvl6pPr>
            <a:lvl7pPr marL="2743200" algn="l" defTabSz="914400" rtl="0" eaLnBrk="1" latinLnBrk="0" hangingPunct="1">
              <a:defRPr kumimoji="1" sz="1200" kern="1200">
                <a:solidFill>
                  <a:schemeClr val="tx1"/>
                </a:solidFill>
                <a:latin typeface="Verdana" pitchFamily="34" charset="0"/>
                <a:ea typeface="ＭＳ ゴシック" pitchFamily="49" charset="-128"/>
                <a:cs typeface="+mn-cs"/>
              </a:defRPr>
            </a:lvl7pPr>
            <a:lvl8pPr marL="3200400" algn="l" defTabSz="914400" rtl="0" eaLnBrk="1" latinLnBrk="0" hangingPunct="1">
              <a:defRPr kumimoji="1" sz="1200" kern="1200">
                <a:solidFill>
                  <a:schemeClr val="tx1"/>
                </a:solidFill>
                <a:latin typeface="Verdana" pitchFamily="34" charset="0"/>
                <a:ea typeface="ＭＳ ゴシック" pitchFamily="49" charset="-128"/>
                <a:cs typeface="+mn-cs"/>
              </a:defRPr>
            </a:lvl8pPr>
            <a:lvl9pPr marL="3657600" algn="l" defTabSz="914400" rtl="0" eaLnBrk="1" latinLnBrk="0" hangingPunct="1">
              <a:defRPr kumimoji="1" sz="1200" kern="1200">
                <a:solidFill>
                  <a:schemeClr val="tx1"/>
                </a:solidFill>
                <a:latin typeface="Verdana" pitchFamily="34" charset="0"/>
                <a:ea typeface="ＭＳ ゴシック" pitchFamily="49" charset="-128"/>
                <a:cs typeface="+mn-cs"/>
              </a:defRPr>
            </a:lvl9pPr>
          </a:lstStyle>
          <a:p>
            <a:pPr algn="ctr" fontAlgn="auto">
              <a:spcBef>
                <a:spcPts val="0"/>
              </a:spcBef>
              <a:spcAft>
                <a:spcPts val="0"/>
              </a:spcAft>
              <a:defRPr/>
            </a:pPr>
            <a:r>
              <a:rPr kumimoji="0" lang="ja-JP" altLang="en-US" kern="0">
                <a:solidFill>
                  <a:prstClr val="white"/>
                </a:solidFill>
                <a:latin typeface="+mn-ea"/>
                <a:ea typeface="+mn-ea"/>
              </a:rPr>
              <a:t>テスト</a:t>
            </a:r>
          </a:p>
        </p:txBody>
      </p:sp>
      <p:sp>
        <p:nvSpPr>
          <p:cNvPr id="16" name="正方形/長方形 15">
            <a:extLst>
              <a:ext uri="{FF2B5EF4-FFF2-40B4-BE49-F238E27FC236}">
                <a16:creationId xmlns:a16="http://schemas.microsoft.com/office/drawing/2014/main" id="{E416793D-E967-04D4-AA2A-E9EE3EB4BAF3}"/>
              </a:ext>
            </a:extLst>
          </p:cNvPr>
          <p:cNvSpPr/>
          <p:nvPr/>
        </p:nvSpPr>
        <p:spPr>
          <a:xfrm>
            <a:off x="4032200" y="4462561"/>
            <a:ext cx="1620717" cy="365735"/>
          </a:xfrm>
          <a:prstGeom prst="rect">
            <a:avLst/>
          </a:prstGeom>
          <a:solidFill>
            <a:srgbClr val="002060"/>
          </a:solidFill>
          <a:ln w="12700" cap="flat" cmpd="sng" algn="ctr">
            <a:solidFill>
              <a:srgbClr val="002060"/>
            </a:solidFill>
            <a:prstDash val="solid"/>
            <a:miter lim="800000"/>
          </a:ln>
          <a:effectLst/>
        </p:spPr>
        <p:txBody>
          <a:bodyPr rtlCol="0" anchor="ctr"/>
          <a:lstStyle>
            <a:defPPr>
              <a:defRPr lang="ja-JP"/>
            </a:defPPr>
            <a:lvl1pPr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1pPr>
            <a:lvl2pPr marL="4572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2pPr>
            <a:lvl3pPr marL="9144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3pPr>
            <a:lvl4pPr marL="13716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4pPr>
            <a:lvl5pPr marL="18288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5pPr>
            <a:lvl6pPr marL="2286000" algn="l" defTabSz="914400" rtl="0" eaLnBrk="1" latinLnBrk="0" hangingPunct="1">
              <a:defRPr kumimoji="1" sz="1200" kern="1200">
                <a:solidFill>
                  <a:schemeClr val="tx1"/>
                </a:solidFill>
                <a:latin typeface="Verdana" pitchFamily="34" charset="0"/>
                <a:ea typeface="ＭＳ ゴシック" pitchFamily="49" charset="-128"/>
                <a:cs typeface="+mn-cs"/>
              </a:defRPr>
            </a:lvl6pPr>
            <a:lvl7pPr marL="2743200" algn="l" defTabSz="914400" rtl="0" eaLnBrk="1" latinLnBrk="0" hangingPunct="1">
              <a:defRPr kumimoji="1" sz="1200" kern="1200">
                <a:solidFill>
                  <a:schemeClr val="tx1"/>
                </a:solidFill>
                <a:latin typeface="Verdana" pitchFamily="34" charset="0"/>
                <a:ea typeface="ＭＳ ゴシック" pitchFamily="49" charset="-128"/>
                <a:cs typeface="+mn-cs"/>
              </a:defRPr>
            </a:lvl7pPr>
            <a:lvl8pPr marL="3200400" algn="l" defTabSz="914400" rtl="0" eaLnBrk="1" latinLnBrk="0" hangingPunct="1">
              <a:defRPr kumimoji="1" sz="1200" kern="1200">
                <a:solidFill>
                  <a:schemeClr val="tx1"/>
                </a:solidFill>
                <a:latin typeface="Verdana" pitchFamily="34" charset="0"/>
                <a:ea typeface="ＭＳ ゴシック" pitchFamily="49" charset="-128"/>
                <a:cs typeface="+mn-cs"/>
              </a:defRPr>
            </a:lvl8pPr>
            <a:lvl9pPr marL="3657600" algn="l" defTabSz="914400" rtl="0" eaLnBrk="1" latinLnBrk="0" hangingPunct="1">
              <a:defRPr kumimoji="1" sz="1200" kern="1200">
                <a:solidFill>
                  <a:schemeClr val="tx1"/>
                </a:solidFill>
                <a:latin typeface="Verdana" pitchFamily="34" charset="0"/>
                <a:ea typeface="ＭＳ ゴシック" pitchFamily="49" charset="-128"/>
                <a:cs typeface="+mn-cs"/>
              </a:defRPr>
            </a:lvl9pPr>
          </a:lstStyle>
          <a:p>
            <a:pPr algn="ctr" fontAlgn="auto">
              <a:spcBef>
                <a:spcPts val="0"/>
              </a:spcBef>
              <a:spcAft>
                <a:spcPts val="0"/>
              </a:spcAft>
              <a:defRPr/>
            </a:pPr>
            <a:r>
              <a:rPr kumimoji="0" lang="ja-JP" altLang="en-US" kern="0">
                <a:solidFill>
                  <a:prstClr val="white"/>
                </a:solidFill>
                <a:latin typeface="+mn-ea"/>
                <a:ea typeface="+mn-ea"/>
              </a:rPr>
              <a:t>要件定義</a:t>
            </a:r>
          </a:p>
        </p:txBody>
      </p:sp>
      <p:sp>
        <p:nvSpPr>
          <p:cNvPr id="17" name="正方形/長方形 16">
            <a:extLst>
              <a:ext uri="{FF2B5EF4-FFF2-40B4-BE49-F238E27FC236}">
                <a16:creationId xmlns:a16="http://schemas.microsoft.com/office/drawing/2014/main" id="{6BAB5641-9A8D-5031-C40A-CA7C34E1D7BB}"/>
              </a:ext>
            </a:extLst>
          </p:cNvPr>
          <p:cNvSpPr/>
          <p:nvPr/>
        </p:nvSpPr>
        <p:spPr>
          <a:xfrm>
            <a:off x="4032200" y="3887824"/>
            <a:ext cx="1620717" cy="532639"/>
          </a:xfrm>
          <a:prstGeom prst="rect">
            <a:avLst/>
          </a:prstGeom>
          <a:solidFill>
            <a:srgbClr val="002060"/>
          </a:solidFill>
          <a:ln w="12700" cap="flat" cmpd="sng" algn="ctr">
            <a:solidFill>
              <a:srgbClr val="002060"/>
            </a:solidFill>
            <a:prstDash val="solid"/>
            <a:miter lim="800000"/>
          </a:ln>
          <a:effectLst/>
        </p:spPr>
        <p:txBody>
          <a:bodyPr rtlCol="0" anchor="ctr"/>
          <a:lstStyle>
            <a:defPPr>
              <a:defRPr lang="ja-JP"/>
            </a:defPPr>
            <a:lvl1pPr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1pPr>
            <a:lvl2pPr marL="4572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2pPr>
            <a:lvl3pPr marL="9144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3pPr>
            <a:lvl4pPr marL="13716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4pPr>
            <a:lvl5pPr marL="18288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5pPr>
            <a:lvl6pPr marL="2286000" algn="l" defTabSz="914400" rtl="0" eaLnBrk="1" latinLnBrk="0" hangingPunct="1">
              <a:defRPr kumimoji="1" sz="1200" kern="1200">
                <a:solidFill>
                  <a:schemeClr val="tx1"/>
                </a:solidFill>
                <a:latin typeface="Verdana" pitchFamily="34" charset="0"/>
                <a:ea typeface="ＭＳ ゴシック" pitchFamily="49" charset="-128"/>
                <a:cs typeface="+mn-cs"/>
              </a:defRPr>
            </a:lvl6pPr>
            <a:lvl7pPr marL="2743200" algn="l" defTabSz="914400" rtl="0" eaLnBrk="1" latinLnBrk="0" hangingPunct="1">
              <a:defRPr kumimoji="1" sz="1200" kern="1200">
                <a:solidFill>
                  <a:schemeClr val="tx1"/>
                </a:solidFill>
                <a:latin typeface="Verdana" pitchFamily="34" charset="0"/>
                <a:ea typeface="ＭＳ ゴシック" pitchFamily="49" charset="-128"/>
                <a:cs typeface="+mn-cs"/>
              </a:defRPr>
            </a:lvl7pPr>
            <a:lvl8pPr marL="3200400" algn="l" defTabSz="914400" rtl="0" eaLnBrk="1" latinLnBrk="0" hangingPunct="1">
              <a:defRPr kumimoji="1" sz="1200" kern="1200">
                <a:solidFill>
                  <a:schemeClr val="tx1"/>
                </a:solidFill>
                <a:latin typeface="Verdana" pitchFamily="34" charset="0"/>
                <a:ea typeface="ＭＳ ゴシック" pitchFamily="49" charset="-128"/>
                <a:cs typeface="+mn-cs"/>
              </a:defRPr>
            </a:lvl8pPr>
            <a:lvl9pPr marL="3657600" algn="l" defTabSz="914400" rtl="0" eaLnBrk="1" latinLnBrk="0" hangingPunct="1">
              <a:defRPr kumimoji="1" sz="1200" kern="1200">
                <a:solidFill>
                  <a:schemeClr val="tx1"/>
                </a:solidFill>
                <a:latin typeface="Verdana" pitchFamily="34" charset="0"/>
                <a:ea typeface="ＭＳ ゴシック" pitchFamily="49" charset="-128"/>
                <a:cs typeface="+mn-cs"/>
              </a:defRPr>
            </a:lvl9pPr>
          </a:lstStyle>
          <a:p>
            <a:pPr algn="ctr" fontAlgn="auto">
              <a:spcBef>
                <a:spcPts val="0"/>
              </a:spcBef>
              <a:spcAft>
                <a:spcPts val="0"/>
              </a:spcAft>
              <a:defRPr/>
            </a:pPr>
            <a:r>
              <a:rPr kumimoji="0" lang="ja-JP" altLang="en-US" kern="0">
                <a:solidFill>
                  <a:prstClr val="white"/>
                </a:solidFill>
                <a:latin typeface="+mn-ea"/>
                <a:ea typeface="+mn-ea"/>
              </a:rPr>
              <a:t>設計</a:t>
            </a:r>
          </a:p>
        </p:txBody>
      </p:sp>
      <p:sp>
        <p:nvSpPr>
          <p:cNvPr id="18" name="正方形/長方形 17">
            <a:extLst>
              <a:ext uri="{FF2B5EF4-FFF2-40B4-BE49-F238E27FC236}">
                <a16:creationId xmlns:a16="http://schemas.microsoft.com/office/drawing/2014/main" id="{B03DD47B-1530-350E-3821-EF436BA37228}"/>
              </a:ext>
            </a:extLst>
          </p:cNvPr>
          <p:cNvSpPr/>
          <p:nvPr/>
        </p:nvSpPr>
        <p:spPr>
          <a:xfrm>
            <a:off x="4032199" y="3311622"/>
            <a:ext cx="1620717" cy="532639"/>
          </a:xfrm>
          <a:prstGeom prst="rect">
            <a:avLst/>
          </a:prstGeom>
          <a:solidFill>
            <a:srgbClr val="E1690D"/>
          </a:solidFill>
          <a:ln w="12700" cap="flat" cmpd="sng" algn="ctr">
            <a:solidFill>
              <a:srgbClr val="014097">
                <a:lumMod val="75000"/>
              </a:srgbClr>
            </a:solidFill>
            <a:prstDash val="solid"/>
          </a:ln>
          <a:effectLst/>
        </p:spPr>
        <p:txBody>
          <a:bodyPr rtlCol="0" anchor="ctr"/>
          <a:lstStyle>
            <a:defPPr>
              <a:defRPr lang="ja-JP"/>
            </a:defPPr>
            <a:lvl1pPr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1pPr>
            <a:lvl2pPr marL="4572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2pPr>
            <a:lvl3pPr marL="9144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3pPr>
            <a:lvl4pPr marL="13716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4pPr>
            <a:lvl5pPr marL="18288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5pPr>
            <a:lvl6pPr marL="2286000" algn="l" defTabSz="914400" rtl="0" eaLnBrk="1" latinLnBrk="0" hangingPunct="1">
              <a:defRPr kumimoji="1" sz="1200" kern="1200">
                <a:solidFill>
                  <a:schemeClr val="tx1"/>
                </a:solidFill>
                <a:latin typeface="Verdana" pitchFamily="34" charset="0"/>
                <a:ea typeface="ＭＳ ゴシック" pitchFamily="49" charset="-128"/>
                <a:cs typeface="+mn-cs"/>
              </a:defRPr>
            </a:lvl6pPr>
            <a:lvl7pPr marL="2743200" algn="l" defTabSz="914400" rtl="0" eaLnBrk="1" latinLnBrk="0" hangingPunct="1">
              <a:defRPr kumimoji="1" sz="1200" kern="1200">
                <a:solidFill>
                  <a:schemeClr val="tx1"/>
                </a:solidFill>
                <a:latin typeface="Verdana" pitchFamily="34" charset="0"/>
                <a:ea typeface="ＭＳ ゴシック" pitchFamily="49" charset="-128"/>
                <a:cs typeface="+mn-cs"/>
              </a:defRPr>
            </a:lvl7pPr>
            <a:lvl8pPr marL="3200400" algn="l" defTabSz="914400" rtl="0" eaLnBrk="1" latinLnBrk="0" hangingPunct="1">
              <a:defRPr kumimoji="1" sz="1200" kern="1200">
                <a:solidFill>
                  <a:schemeClr val="tx1"/>
                </a:solidFill>
                <a:latin typeface="Verdana" pitchFamily="34" charset="0"/>
                <a:ea typeface="ＭＳ ゴシック" pitchFamily="49" charset="-128"/>
                <a:cs typeface="+mn-cs"/>
              </a:defRPr>
            </a:lvl8pPr>
            <a:lvl9pPr marL="3657600" algn="l" defTabSz="914400" rtl="0" eaLnBrk="1" latinLnBrk="0" hangingPunct="1">
              <a:defRPr kumimoji="1" sz="1200" kern="1200">
                <a:solidFill>
                  <a:schemeClr val="tx1"/>
                </a:solidFill>
                <a:latin typeface="Verdana" pitchFamily="34" charset="0"/>
                <a:ea typeface="ＭＳ ゴシック" pitchFamily="49" charset="-128"/>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800" b="0" i="0" u="none" strike="noStrike" kern="0" cap="none" spc="0" normalizeH="0" baseline="0" noProof="0">
                <a:ln>
                  <a:noFill/>
                </a:ln>
                <a:solidFill>
                  <a:srgbClr val="FFFFFF"/>
                </a:solidFill>
                <a:effectLst/>
                <a:uLnTx/>
                <a:uFillTx/>
                <a:latin typeface="+mn-ea"/>
                <a:ea typeface="+mn-ea"/>
              </a:rPr>
              <a:t>自動実装</a:t>
            </a:r>
          </a:p>
        </p:txBody>
      </p:sp>
      <p:sp>
        <p:nvSpPr>
          <p:cNvPr id="19" name="正方形/長方形 18">
            <a:extLst>
              <a:ext uri="{FF2B5EF4-FFF2-40B4-BE49-F238E27FC236}">
                <a16:creationId xmlns:a16="http://schemas.microsoft.com/office/drawing/2014/main" id="{17310E5E-F585-13E7-5F9F-52E5321BFECA}"/>
              </a:ext>
            </a:extLst>
          </p:cNvPr>
          <p:cNvSpPr/>
          <p:nvPr/>
        </p:nvSpPr>
        <p:spPr>
          <a:xfrm>
            <a:off x="4032199" y="2899634"/>
            <a:ext cx="1620717" cy="368425"/>
          </a:xfrm>
          <a:prstGeom prst="rect">
            <a:avLst/>
          </a:prstGeom>
          <a:solidFill>
            <a:srgbClr val="E1690D"/>
          </a:solidFill>
          <a:ln w="12700" cap="flat" cmpd="sng" algn="ctr">
            <a:solidFill>
              <a:srgbClr val="014097">
                <a:lumMod val="75000"/>
              </a:srgbClr>
            </a:solidFill>
            <a:prstDash val="solid"/>
          </a:ln>
          <a:effectLst/>
        </p:spPr>
        <p:txBody>
          <a:bodyPr rtlCol="0" anchor="ctr"/>
          <a:lstStyle>
            <a:defPPr>
              <a:defRPr lang="ja-JP"/>
            </a:defPPr>
            <a:lvl1pPr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1pPr>
            <a:lvl2pPr marL="4572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2pPr>
            <a:lvl3pPr marL="9144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3pPr>
            <a:lvl4pPr marL="13716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4pPr>
            <a:lvl5pPr marL="18288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5pPr>
            <a:lvl6pPr marL="2286000" algn="l" defTabSz="914400" rtl="0" eaLnBrk="1" latinLnBrk="0" hangingPunct="1">
              <a:defRPr kumimoji="1" sz="1200" kern="1200">
                <a:solidFill>
                  <a:schemeClr val="tx1"/>
                </a:solidFill>
                <a:latin typeface="Verdana" pitchFamily="34" charset="0"/>
                <a:ea typeface="ＭＳ ゴシック" pitchFamily="49" charset="-128"/>
                <a:cs typeface="+mn-cs"/>
              </a:defRPr>
            </a:lvl6pPr>
            <a:lvl7pPr marL="2743200" algn="l" defTabSz="914400" rtl="0" eaLnBrk="1" latinLnBrk="0" hangingPunct="1">
              <a:defRPr kumimoji="1" sz="1200" kern="1200">
                <a:solidFill>
                  <a:schemeClr val="tx1"/>
                </a:solidFill>
                <a:latin typeface="Verdana" pitchFamily="34" charset="0"/>
                <a:ea typeface="ＭＳ ゴシック" pitchFamily="49" charset="-128"/>
                <a:cs typeface="+mn-cs"/>
              </a:defRPr>
            </a:lvl7pPr>
            <a:lvl8pPr marL="3200400" algn="l" defTabSz="914400" rtl="0" eaLnBrk="1" latinLnBrk="0" hangingPunct="1">
              <a:defRPr kumimoji="1" sz="1200" kern="1200">
                <a:solidFill>
                  <a:schemeClr val="tx1"/>
                </a:solidFill>
                <a:latin typeface="Verdana" pitchFamily="34" charset="0"/>
                <a:ea typeface="ＭＳ ゴシック" pitchFamily="49" charset="-128"/>
                <a:cs typeface="+mn-cs"/>
              </a:defRPr>
            </a:lvl8pPr>
            <a:lvl9pPr marL="3657600" algn="l" defTabSz="914400" rtl="0" eaLnBrk="1" latinLnBrk="0" hangingPunct="1">
              <a:defRPr kumimoji="1" sz="1200" kern="1200">
                <a:solidFill>
                  <a:schemeClr val="tx1"/>
                </a:solidFill>
                <a:latin typeface="Verdana" pitchFamily="34" charset="0"/>
                <a:ea typeface="ＭＳ ゴシック" pitchFamily="49" charset="-128"/>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800" b="0" i="0" u="none" strike="noStrike" kern="0" cap="none" spc="0" normalizeH="0" baseline="0" noProof="0">
                <a:ln>
                  <a:noFill/>
                </a:ln>
                <a:solidFill>
                  <a:srgbClr val="FFFFFF"/>
                </a:solidFill>
                <a:effectLst/>
                <a:uLnTx/>
                <a:uFillTx/>
                <a:latin typeface="+mn-ea"/>
                <a:ea typeface="+mn-ea"/>
              </a:rPr>
              <a:t>テスト</a:t>
            </a:r>
          </a:p>
        </p:txBody>
      </p:sp>
      <p:sp>
        <p:nvSpPr>
          <p:cNvPr id="20" name="フローチャート: 結合子 19">
            <a:extLst>
              <a:ext uri="{FF2B5EF4-FFF2-40B4-BE49-F238E27FC236}">
                <a16:creationId xmlns:a16="http://schemas.microsoft.com/office/drawing/2014/main" id="{511B9EB2-2ECB-13B4-2D0A-26D5C02E9371}"/>
              </a:ext>
            </a:extLst>
          </p:cNvPr>
          <p:cNvSpPr/>
          <p:nvPr/>
        </p:nvSpPr>
        <p:spPr>
          <a:xfrm>
            <a:off x="8252842" y="2878751"/>
            <a:ext cx="1620717" cy="1620717"/>
          </a:xfrm>
          <a:prstGeom prst="flowChartConnector">
            <a:avLst/>
          </a:prstGeom>
          <a:solidFill>
            <a:srgbClr val="07AEE9">
              <a:lumMod val="75000"/>
            </a:srgbClr>
          </a:solidFill>
          <a:ln w="25400" cap="flat" cmpd="sng" algn="ctr">
            <a:noFill/>
            <a:prstDash val="solid"/>
          </a:ln>
          <a:effectLst/>
        </p:spPr>
        <p:txBody>
          <a:bodyPr rtlCol="0" anchor="ctr"/>
          <a:lstStyle>
            <a:defPPr>
              <a:defRPr lang="ja-JP"/>
            </a:defPPr>
            <a:lvl1pPr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1pPr>
            <a:lvl2pPr marL="4572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2pPr>
            <a:lvl3pPr marL="9144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3pPr>
            <a:lvl4pPr marL="13716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4pPr>
            <a:lvl5pPr marL="18288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5pPr>
            <a:lvl6pPr marL="2286000" algn="l" defTabSz="914400" rtl="0" eaLnBrk="1" latinLnBrk="0" hangingPunct="1">
              <a:defRPr kumimoji="1" sz="1200" kern="1200">
                <a:solidFill>
                  <a:schemeClr val="tx1"/>
                </a:solidFill>
                <a:latin typeface="Verdana" pitchFamily="34" charset="0"/>
                <a:ea typeface="ＭＳ ゴシック" pitchFamily="49" charset="-128"/>
                <a:cs typeface="+mn-cs"/>
              </a:defRPr>
            </a:lvl6pPr>
            <a:lvl7pPr marL="2743200" algn="l" defTabSz="914400" rtl="0" eaLnBrk="1" latinLnBrk="0" hangingPunct="1">
              <a:defRPr kumimoji="1" sz="1200" kern="1200">
                <a:solidFill>
                  <a:schemeClr val="tx1"/>
                </a:solidFill>
                <a:latin typeface="Verdana" pitchFamily="34" charset="0"/>
                <a:ea typeface="ＭＳ ゴシック" pitchFamily="49" charset="-128"/>
                <a:cs typeface="+mn-cs"/>
              </a:defRPr>
            </a:lvl7pPr>
            <a:lvl8pPr marL="3200400" algn="l" defTabSz="914400" rtl="0" eaLnBrk="1" latinLnBrk="0" hangingPunct="1">
              <a:defRPr kumimoji="1" sz="1200" kern="1200">
                <a:solidFill>
                  <a:schemeClr val="tx1"/>
                </a:solidFill>
                <a:latin typeface="Verdana" pitchFamily="34" charset="0"/>
                <a:ea typeface="ＭＳ ゴシック" pitchFamily="49" charset="-128"/>
                <a:cs typeface="+mn-cs"/>
              </a:defRPr>
            </a:lvl8pPr>
            <a:lvl9pPr marL="3657600" algn="l" defTabSz="914400" rtl="0" eaLnBrk="1" latinLnBrk="0" hangingPunct="1">
              <a:defRPr kumimoji="1" sz="1200" kern="1200">
                <a:solidFill>
                  <a:schemeClr val="tx1"/>
                </a:solidFill>
                <a:latin typeface="Verdana" pitchFamily="34" charset="0"/>
                <a:ea typeface="ＭＳ ゴシック" pitchFamily="49" charset="-128"/>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800" b="0" i="0" u="none" strike="noStrike" kern="0" cap="none" spc="0" normalizeH="0" baseline="0" noProof="0">
                <a:ln>
                  <a:noFill/>
                </a:ln>
                <a:solidFill>
                  <a:srgbClr val="FFFFFF"/>
                </a:solidFill>
                <a:effectLst/>
                <a:uLnTx/>
                <a:uFillTx/>
                <a:latin typeface="+mn-ea"/>
                <a:ea typeface="+mn-ea"/>
              </a:rPr>
              <a:t>LCP</a:t>
            </a:r>
            <a:endParaRPr kumimoji="0" lang="ja-JP" altLang="en-US" sz="1800" b="0" i="0" u="none" strike="noStrike" kern="0" cap="none" spc="0" normalizeH="0" baseline="0" noProof="0">
              <a:ln>
                <a:noFill/>
              </a:ln>
              <a:solidFill>
                <a:srgbClr val="FFFFFF"/>
              </a:solidFill>
              <a:effectLst/>
              <a:uLnTx/>
              <a:uFillTx/>
              <a:latin typeface="+mn-ea"/>
              <a:ea typeface="+mn-ea"/>
            </a:endParaRPr>
          </a:p>
        </p:txBody>
      </p:sp>
      <p:sp>
        <p:nvSpPr>
          <p:cNvPr id="21" name="テキスト ボックス 42">
            <a:extLst>
              <a:ext uri="{FF2B5EF4-FFF2-40B4-BE49-F238E27FC236}">
                <a16:creationId xmlns:a16="http://schemas.microsoft.com/office/drawing/2014/main" id="{0C5336F1-7F8F-945D-861C-F8C89059E655}"/>
              </a:ext>
            </a:extLst>
          </p:cNvPr>
          <p:cNvSpPr txBox="1"/>
          <p:nvPr/>
        </p:nvSpPr>
        <p:spPr>
          <a:xfrm>
            <a:off x="1753257" y="5144668"/>
            <a:ext cx="4648371" cy="907941"/>
          </a:xfrm>
          <a:prstGeom prst="rect">
            <a:avLst/>
          </a:prstGeom>
          <a:noFill/>
        </p:spPr>
        <p:txBody>
          <a:bodyPr wrap="square" rtlCol="0">
            <a:spAutoFit/>
          </a:bodyPr>
          <a:lstStyle>
            <a:defPPr>
              <a:defRPr lang="ja-JP"/>
            </a:defPPr>
            <a:lvl1pPr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1pPr>
            <a:lvl2pPr marL="4572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2pPr>
            <a:lvl3pPr marL="9144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3pPr>
            <a:lvl4pPr marL="13716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4pPr>
            <a:lvl5pPr marL="18288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5pPr>
            <a:lvl6pPr marL="2286000" algn="l" defTabSz="914400" rtl="0" eaLnBrk="1" latinLnBrk="0" hangingPunct="1">
              <a:defRPr kumimoji="1" sz="1200" kern="1200">
                <a:solidFill>
                  <a:schemeClr val="tx1"/>
                </a:solidFill>
                <a:latin typeface="Verdana" pitchFamily="34" charset="0"/>
                <a:ea typeface="ＭＳ ゴシック" pitchFamily="49" charset="-128"/>
                <a:cs typeface="+mn-cs"/>
              </a:defRPr>
            </a:lvl6pPr>
            <a:lvl7pPr marL="2743200" algn="l" defTabSz="914400" rtl="0" eaLnBrk="1" latinLnBrk="0" hangingPunct="1">
              <a:defRPr kumimoji="1" sz="1200" kern="1200">
                <a:solidFill>
                  <a:schemeClr val="tx1"/>
                </a:solidFill>
                <a:latin typeface="Verdana" pitchFamily="34" charset="0"/>
                <a:ea typeface="ＭＳ ゴシック" pitchFamily="49" charset="-128"/>
                <a:cs typeface="+mn-cs"/>
              </a:defRPr>
            </a:lvl7pPr>
            <a:lvl8pPr marL="3200400" algn="l" defTabSz="914400" rtl="0" eaLnBrk="1" latinLnBrk="0" hangingPunct="1">
              <a:defRPr kumimoji="1" sz="1200" kern="1200">
                <a:solidFill>
                  <a:schemeClr val="tx1"/>
                </a:solidFill>
                <a:latin typeface="Verdana" pitchFamily="34" charset="0"/>
                <a:ea typeface="ＭＳ ゴシック" pitchFamily="49" charset="-128"/>
                <a:cs typeface="+mn-cs"/>
              </a:defRPr>
            </a:lvl8pPr>
            <a:lvl9pPr marL="3657600" algn="l" defTabSz="914400" rtl="0" eaLnBrk="1" latinLnBrk="0" hangingPunct="1">
              <a:defRPr kumimoji="1" sz="1200" kern="1200">
                <a:solidFill>
                  <a:schemeClr val="tx1"/>
                </a:solidFill>
                <a:latin typeface="Verdana" pitchFamily="34" charset="0"/>
                <a:ea typeface="ＭＳ ゴシック" pitchFamily="49" charset="-128"/>
                <a:cs typeface="+mn-cs"/>
              </a:defRPr>
            </a:lvl9pPr>
          </a:lstStyle>
          <a:p>
            <a:pPr marL="285750" indent="-285750" fontAlgn="auto">
              <a:spcBef>
                <a:spcPts val="0"/>
              </a:spcBef>
              <a:spcAft>
                <a:spcPts val="0"/>
              </a:spcAft>
              <a:buSzPct val="80000"/>
              <a:buFont typeface="Wingdings" panose="05000000000000000000" pitchFamily="2" charset="2"/>
              <a:buChar char="ü"/>
            </a:pPr>
            <a:r>
              <a:rPr lang="ja-JP" altLang="en-US" sz="1600" u="sng" dirty="0">
                <a:solidFill>
                  <a:srgbClr val="000000"/>
                </a:solidFill>
                <a:latin typeface="+mn-ea"/>
                <a:ea typeface="+mn-ea"/>
                <a:cs typeface="Times New Roman" panose="02020603050405020304" pitchFamily="18" charset="0"/>
              </a:rPr>
              <a:t>開発期間の短縮</a:t>
            </a:r>
            <a:endParaRPr lang="en-US" altLang="ja-JP" sz="1600" u="sng" dirty="0">
              <a:solidFill>
                <a:srgbClr val="000000"/>
              </a:solidFill>
              <a:latin typeface="+mn-ea"/>
              <a:ea typeface="+mn-ea"/>
              <a:cs typeface="Times New Roman" panose="02020603050405020304" pitchFamily="18" charset="0"/>
            </a:endParaRPr>
          </a:p>
          <a:p>
            <a:pPr marL="288000" fontAlgn="auto">
              <a:spcBef>
                <a:spcPts val="0"/>
              </a:spcBef>
              <a:spcAft>
                <a:spcPts val="0"/>
              </a:spcAft>
              <a:buSzPct val="80000"/>
            </a:pPr>
            <a:r>
              <a:rPr lang="ja-JP" altLang="en-US" sz="1600" dirty="0">
                <a:solidFill>
                  <a:srgbClr val="000000"/>
                </a:solidFill>
                <a:latin typeface="+mn-ea"/>
                <a:ea typeface="+mn-ea"/>
                <a:cs typeface="Times New Roman" panose="02020603050405020304" pitchFamily="18" charset="0"/>
              </a:rPr>
              <a:t>設計からの</a:t>
            </a:r>
            <a:r>
              <a:rPr lang="en-US" altLang="ja-JP" sz="1600" dirty="0">
                <a:solidFill>
                  <a:srgbClr val="000000"/>
                </a:solidFill>
                <a:latin typeface="+mn-ea"/>
                <a:ea typeface="+mn-ea"/>
                <a:cs typeface="Times New Roman" panose="02020603050405020304" pitchFamily="18" charset="0"/>
              </a:rPr>
              <a:t>LCP</a:t>
            </a:r>
            <a:r>
              <a:rPr lang="ja-JP" altLang="en-US" sz="1600" dirty="0">
                <a:solidFill>
                  <a:srgbClr val="000000"/>
                </a:solidFill>
                <a:latin typeface="+mn-ea"/>
                <a:ea typeface="+mn-ea"/>
                <a:cs typeface="Times New Roman" panose="02020603050405020304" pitchFamily="18" charset="0"/>
              </a:rPr>
              <a:t>活用により、</a:t>
            </a:r>
            <a:r>
              <a:rPr lang="en-US" altLang="ja-JP" sz="1600" dirty="0">
                <a:solidFill>
                  <a:srgbClr val="000000"/>
                </a:solidFill>
                <a:latin typeface="+mn-ea"/>
                <a:ea typeface="+mn-ea"/>
                <a:cs typeface="Times New Roman" panose="02020603050405020304" pitchFamily="18" charset="0"/>
              </a:rPr>
              <a:t>AP</a:t>
            </a:r>
            <a:r>
              <a:rPr lang="ja-JP" altLang="en-US" sz="1600" dirty="0">
                <a:solidFill>
                  <a:srgbClr val="000000"/>
                </a:solidFill>
                <a:latin typeface="+mn-ea"/>
                <a:ea typeface="+mn-ea"/>
                <a:cs typeface="Times New Roman" panose="02020603050405020304" pitchFamily="18" charset="0"/>
              </a:rPr>
              <a:t>開発を自動化</a:t>
            </a:r>
            <a:endParaRPr lang="en-US" altLang="ja-JP" sz="1600" dirty="0">
              <a:solidFill>
                <a:srgbClr val="000000"/>
              </a:solidFill>
              <a:latin typeface="+mn-ea"/>
              <a:ea typeface="+mn-ea"/>
              <a:cs typeface="Times New Roman" panose="02020603050405020304" pitchFamily="18" charset="0"/>
            </a:endParaRPr>
          </a:p>
          <a:p>
            <a:pPr marL="285750" indent="-285750" fontAlgn="auto">
              <a:spcBef>
                <a:spcPts val="600"/>
              </a:spcBef>
              <a:spcAft>
                <a:spcPts val="0"/>
              </a:spcAft>
              <a:buSzPct val="80000"/>
              <a:buFont typeface="Wingdings" panose="05000000000000000000" pitchFamily="2" charset="2"/>
              <a:buChar char="ü"/>
            </a:pPr>
            <a:r>
              <a:rPr lang="ja-JP" altLang="en-US" sz="1600" u="sng" dirty="0">
                <a:solidFill>
                  <a:srgbClr val="000000"/>
                </a:solidFill>
                <a:latin typeface="+mn-ea"/>
                <a:ea typeface="+mn-ea"/>
                <a:cs typeface="Times New Roman" panose="02020603050405020304" pitchFamily="18" charset="0"/>
              </a:rPr>
              <a:t>ビジネスニーズへの素早い追従が可能</a:t>
            </a:r>
            <a:endParaRPr lang="en-US" altLang="ja-JP" sz="1600" u="sng" dirty="0">
              <a:solidFill>
                <a:srgbClr val="000000"/>
              </a:solidFill>
              <a:latin typeface="+mn-ea"/>
              <a:ea typeface="+mn-ea"/>
              <a:cs typeface="Times New Roman" panose="02020603050405020304" pitchFamily="18" charset="0"/>
            </a:endParaRPr>
          </a:p>
        </p:txBody>
      </p:sp>
      <p:sp>
        <p:nvSpPr>
          <p:cNvPr id="22" name="フリーフォーム: 図形 21">
            <a:extLst>
              <a:ext uri="{FF2B5EF4-FFF2-40B4-BE49-F238E27FC236}">
                <a16:creationId xmlns:a16="http://schemas.microsoft.com/office/drawing/2014/main" id="{06640A69-AF7C-CC79-F06D-76006CE9CA17}"/>
              </a:ext>
            </a:extLst>
          </p:cNvPr>
          <p:cNvSpPr/>
          <p:nvPr/>
        </p:nvSpPr>
        <p:spPr>
          <a:xfrm>
            <a:off x="8623463" y="2152238"/>
            <a:ext cx="977025" cy="656522"/>
          </a:xfrm>
          <a:custGeom>
            <a:avLst/>
            <a:gdLst>
              <a:gd name="connsiteX0" fmla="*/ 0 w 965349"/>
              <a:gd name="connsiteY0" fmla="*/ 80447 h 482674"/>
              <a:gd name="connsiteX1" fmla="*/ 80447 w 965349"/>
              <a:gd name="connsiteY1" fmla="*/ 0 h 482674"/>
              <a:gd name="connsiteX2" fmla="*/ 884902 w 965349"/>
              <a:gd name="connsiteY2" fmla="*/ 0 h 482674"/>
              <a:gd name="connsiteX3" fmla="*/ 965349 w 965349"/>
              <a:gd name="connsiteY3" fmla="*/ 80447 h 482674"/>
              <a:gd name="connsiteX4" fmla="*/ 965349 w 965349"/>
              <a:gd name="connsiteY4" fmla="*/ 402227 h 482674"/>
              <a:gd name="connsiteX5" fmla="*/ 884902 w 965349"/>
              <a:gd name="connsiteY5" fmla="*/ 482674 h 482674"/>
              <a:gd name="connsiteX6" fmla="*/ 80447 w 965349"/>
              <a:gd name="connsiteY6" fmla="*/ 482674 h 482674"/>
              <a:gd name="connsiteX7" fmla="*/ 0 w 965349"/>
              <a:gd name="connsiteY7" fmla="*/ 402227 h 482674"/>
              <a:gd name="connsiteX8" fmla="*/ 0 w 965349"/>
              <a:gd name="connsiteY8" fmla="*/ 80447 h 482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65349" h="482674">
                <a:moveTo>
                  <a:pt x="0" y="80447"/>
                </a:moveTo>
                <a:cubicBezTo>
                  <a:pt x="0" y="36017"/>
                  <a:pt x="36017" y="0"/>
                  <a:pt x="80447" y="0"/>
                </a:cubicBezTo>
                <a:lnTo>
                  <a:pt x="884902" y="0"/>
                </a:lnTo>
                <a:cubicBezTo>
                  <a:pt x="929332" y="0"/>
                  <a:pt x="965349" y="36017"/>
                  <a:pt x="965349" y="80447"/>
                </a:cubicBezTo>
                <a:lnTo>
                  <a:pt x="965349" y="402227"/>
                </a:lnTo>
                <a:cubicBezTo>
                  <a:pt x="965349" y="446657"/>
                  <a:pt x="929332" y="482674"/>
                  <a:pt x="884902" y="482674"/>
                </a:cubicBezTo>
                <a:lnTo>
                  <a:pt x="80447" y="482674"/>
                </a:lnTo>
                <a:cubicBezTo>
                  <a:pt x="36017" y="482674"/>
                  <a:pt x="0" y="446657"/>
                  <a:pt x="0" y="402227"/>
                </a:cubicBezTo>
                <a:lnTo>
                  <a:pt x="0" y="80447"/>
                </a:lnTo>
                <a:close/>
              </a:path>
            </a:pathLst>
          </a:custGeom>
          <a:solidFill>
            <a:srgbClr val="E1690D">
              <a:hueOff val="0"/>
              <a:satOff val="0"/>
              <a:lumOff val="0"/>
              <a:alphaOff val="0"/>
            </a:srgbClr>
          </a:solidFill>
          <a:ln w="25400" cap="flat" cmpd="sng" algn="ctr">
            <a:solidFill>
              <a:srgbClr val="E1690D">
                <a:lumMod val="40000"/>
                <a:lumOff val="60000"/>
              </a:srgbClr>
            </a:solidFill>
            <a:prstDash val="solid"/>
          </a:ln>
          <a:effectLst/>
        </p:spPr>
        <p:txBody>
          <a:bodyPr spcFirstLastPara="0" vert="horz" wrap="square" lIns="76902" tIns="76902" rIns="76902" bIns="76902" numCol="1" spcCol="1270" anchor="ctr" anchorCtr="0">
            <a:noAutofit/>
          </a:bodyPr>
          <a:lstStyle>
            <a:defPPr>
              <a:defRPr lang="ja-JP"/>
            </a:defPPr>
            <a:lvl1pPr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1pPr>
            <a:lvl2pPr marL="4572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2pPr>
            <a:lvl3pPr marL="9144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3pPr>
            <a:lvl4pPr marL="13716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4pPr>
            <a:lvl5pPr marL="18288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5pPr>
            <a:lvl6pPr marL="2286000" algn="l" defTabSz="914400" rtl="0" eaLnBrk="1" latinLnBrk="0" hangingPunct="1">
              <a:defRPr kumimoji="1" sz="1200" kern="1200">
                <a:solidFill>
                  <a:schemeClr val="tx1"/>
                </a:solidFill>
                <a:latin typeface="Verdana" pitchFamily="34" charset="0"/>
                <a:ea typeface="ＭＳ ゴシック" pitchFamily="49" charset="-128"/>
                <a:cs typeface="+mn-cs"/>
              </a:defRPr>
            </a:lvl6pPr>
            <a:lvl7pPr marL="2743200" algn="l" defTabSz="914400" rtl="0" eaLnBrk="1" latinLnBrk="0" hangingPunct="1">
              <a:defRPr kumimoji="1" sz="1200" kern="1200">
                <a:solidFill>
                  <a:schemeClr val="tx1"/>
                </a:solidFill>
                <a:latin typeface="Verdana" pitchFamily="34" charset="0"/>
                <a:ea typeface="ＭＳ ゴシック" pitchFamily="49" charset="-128"/>
                <a:cs typeface="+mn-cs"/>
              </a:defRPr>
            </a:lvl7pPr>
            <a:lvl8pPr marL="3200400" algn="l" defTabSz="914400" rtl="0" eaLnBrk="1" latinLnBrk="0" hangingPunct="1">
              <a:defRPr kumimoji="1" sz="1200" kern="1200">
                <a:solidFill>
                  <a:schemeClr val="tx1"/>
                </a:solidFill>
                <a:latin typeface="Verdana" pitchFamily="34" charset="0"/>
                <a:ea typeface="ＭＳ ゴシック" pitchFamily="49" charset="-128"/>
                <a:cs typeface="+mn-cs"/>
              </a:defRPr>
            </a:lvl8pPr>
            <a:lvl9pPr marL="3657600" algn="l" defTabSz="914400" rtl="0" eaLnBrk="1" latinLnBrk="0" hangingPunct="1">
              <a:defRPr kumimoji="1" sz="1200" kern="1200">
                <a:solidFill>
                  <a:schemeClr val="tx1"/>
                </a:solidFill>
                <a:latin typeface="Verdana" pitchFamily="34" charset="0"/>
                <a:ea typeface="ＭＳ ゴシック" pitchFamily="49" charset="-128"/>
                <a:cs typeface="+mn-cs"/>
              </a:defRPr>
            </a:lvl9pPr>
          </a:lstStyle>
          <a:p>
            <a:pPr marL="0" marR="0" lvl="0" indent="0" algn="ctr" defTabSz="622300" eaLnBrk="1" fontAlgn="auto" latinLnBrk="0" hangingPunct="1">
              <a:lnSpc>
                <a:spcPct val="90000"/>
              </a:lnSpc>
              <a:spcBef>
                <a:spcPts val="0"/>
              </a:spcBef>
              <a:spcAft>
                <a:spcPct val="35000"/>
              </a:spcAft>
              <a:buClrTx/>
              <a:buSzTx/>
              <a:buFontTx/>
              <a:buNone/>
              <a:tabLst/>
              <a:defRPr/>
            </a:pPr>
            <a:r>
              <a:rPr kumimoji="0" lang="ja-JP" altLang="en-US" sz="1600" b="0" i="0" u="none" strike="noStrike" kern="0" cap="none" spc="0" normalizeH="0" baseline="0" noProof="0">
                <a:ln>
                  <a:noFill/>
                </a:ln>
                <a:solidFill>
                  <a:srgbClr val="FFFFFF"/>
                </a:solidFill>
                <a:effectLst/>
                <a:uLnTx/>
                <a:uFillTx/>
                <a:latin typeface="+mn-ea"/>
                <a:ea typeface="+mn-ea"/>
              </a:rPr>
              <a:t>計画</a:t>
            </a:r>
          </a:p>
        </p:txBody>
      </p:sp>
      <p:sp>
        <p:nvSpPr>
          <p:cNvPr id="23" name="フリーフォーム: 図形 22">
            <a:extLst>
              <a:ext uri="{FF2B5EF4-FFF2-40B4-BE49-F238E27FC236}">
                <a16:creationId xmlns:a16="http://schemas.microsoft.com/office/drawing/2014/main" id="{AE460317-8B69-BA29-D647-E62D99929298}"/>
              </a:ext>
            </a:extLst>
          </p:cNvPr>
          <p:cNvSpPr/>
          <p:nvPr/>
        </p:nvSpPr>
        <p:spPr>
          <a:xfrm>
            <a:off x="9982980" y="2954220"/>
            <a:ext cx="977025" cy="656522"/>
          </a:xfrm>
          <a:custGeom>
            <a:avLst/>
            <a:gdLst>
              <a:gd name="connsiteX0" fmla="*/ 0 w 965349"/>
              <a:gd name="connsiteY0" fmla="*/ 80447 h 482674"/>
              <a:gd name="connsiteX1" fmla="*/ 80447 w 965349"/>
              <a:gd name="connsiteY1" fmla="*/ 0 h 482674"/>
              <a:gd name="connsiteX2" fmla="*/ 884902 w 965349"/>
              <a:gd name="connsiteY2" fmla="*/ 0 h 482674"/>
              <a:gd name="connsiteX3" fmla="*/ 965349 w 965349"/>
              <a:gd name="connsiteY3" fmla="*/ 80447 h 482674"/>
              <a:gd name="connsiteX4" fmla="*/ 965349 w 965349"/>
              <a:gd name="connsiteY4" fmla="*/ 402227 h 482674"/>
              <a:gd name="connsiteX5" fmla="*/ 884902 w 965349"/>
              <a:gd name="connsiteY5" fmla="*/ 482674 h 482674"/>
              <a:gd name="connsiteX6" fmla="*/ 80447 w 965349"/>
              <a:gd name="connsiteY6" fmla="*/ 482674 h 482674"/>
              <a:gd name="connsiteX7" fmla="*/ 0 w 965349"/>
              <a:gd name="connsiteY7" fmla="*/ 402227 h 482674"/>
              <a:gd name="connsiteX8" fmla="*/ 0 w 965349"/>
              <a:gd name="connsiteY8" fmla="*/ 80447 h 482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65349" h="482674">
                <a:moveTo>
                  <a:pt x="0" y="80447"/>
                </a:moveTo>
                <a:cubicBezTo>
                  <a:pt x="0" y="36017"/>
                  <a:pt x="36017" y="0"/>
                  <a:pt x="80447" y="0"/>
                </a:cubicBezTo>
                <a:lnTo>
                  <a:pt x="884902" y="0"/>
                </a:lnTo>
                <a:cubicBezTo>
                  <a:pt x="929332" y="0"/>
                  <a:pt x="965349" y="36017"/>
                  <a:pt x="965349" y="80447"/>
                </a:cubicBezTo>
                <a:lnTo>
                  <a:pt x="965349" y="402227"/>
                </a:lnTo>
                <a:cubicBezTo>
                  <a:pt x="965349" y="446657"/>
                  <a:pt x="929332" y="482674"/>
                  <a:pt x="884902" y="482674"/>
                </a:cubicBezTo>
                <a:lnTo>
                  <a:pt x="80447" y="482674"/>
                </a:lnTo>
                <a:cubicBezTo>
                  <a:pt x="36017" y="482674"/>
                  <a:pt x="0" y="446657"/>
                  <a:pt x="0" y="402227"/>
                </a:cubicBezTo>
                <a:lnTo>
                  <a:pt x="0" y="80447"/>
                </a:lnTo>
                <a:close/>
              </a:path>
            </a:pathLst>
          </a:custGeom>
          <a:solidFill>
            <a:srgbClr val="E1690D">
              <a:hueOff val="0"/>
              <a:satOff val="0"/>
              <a:lumOff val="0"/>
              <a:alphaOff val="0"/>
            </a:srgbClr>
          </a:solidFill>
          <a:ln w="25400" cap="flat" cmpd="sng" algn="ctr">
            <a:solidFill>
              <a:srgbClr val="E1690D">
                <a:lumMod val="40000"/>
                <a:lumOff val="60000"/>
              </a:srgbClr>
            </a:solidFill>
            <a:prstDash val="solid"/>
          </a:ln>
          <a:effectLst/>
        </p:spPr>
        <p:txBody>
          <a:bodyPr spcFirstLastPara="0" vert="horz" wrap="square" lIns="76902" tIns="76902" rIns="76902" bIns="76902" numCol="1" spcCol="1270" anchor="ctr" anchorCtr="0">
            <a:noAutofit/>
          </a:bodyPr>
          <a:lstStyle>
            <a:defPPr>
              <a:defRPr lang="ja-JP"/>
            </a:defPPr>
            <a:lvl1pPr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1pPr>
            <a:lvl2pPr marL="4572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2pPr>
            <a:lvl3pPr marL="9144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3pPr>
            <a:lvl4pPr marL="13716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4pPr>
            <a:lvl5pPr marL="18288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5pPr>
            <a:lvl6pPr marL="2286000" algn="l" defTabSz="914400" rtl="0" eaLnBrk="1" latinLnBrk="0" hangingPunct="1">
              <a:defRPr kumimoji="1" sz="1200" kern="1200">
                <a:solidFill>
                  <a:schemeClr val="tx1"/>
                </a:solidFill>
                <a:latin typeface="Verdana" pitchFamily="34" charset="0"/>
                <a:ea typeface="ＭＳ ゴシック" pitchFamily="49" charset="-128"/>
                <a:cs typeface="+mn-cs"/>
              </a:defRPr>
            </a:lvl6pPr>
            <a:lvl7pPr marL="2743200" algn="l" defTabSz="914400" rtl="0" eaLnBrk="1" latinLnBrk="0" hangingPunct="1">
              <a:defRPr kumimoji="1" sz="1200" kern="1200">
                <a:solidFill>
                  <a:schemeClr val="tx1"/>
                </a:solidFill>
                <a:latin typeface="Verdana" pitchFamily="34" charset="0"/>
                <a:ea typeface="ＭＳ ゴシック" pitchFamily="49" charset="-128"/>
                <a:cs typeface="+mn-cs"/>
              </a:defRPr>
            </a:lvl7pPr>
            <a:lvl8pPr marL="3200400" algn="l" defTabSz="914400" rtl="0" eaLnBrk="1" latinLnBrk="0" hangingPunct="1">
              <a:defRPr kumimoji="1" sz="1200" kern="1200">
                <a:solidFill>
                  <a:schemeClr val="tx1"/>
                </a:solidFill>
                <a:latin typeface="Verdana" pitchFamily="34" charset="0"/>
                <a:ea typeface="ＭＳ ゴシック" pitchFamily="49" charset="-128"/>
                <a:cs typeface="+mn-cs"/>
              </a:defRPr>
            </a:lvl8pPr>
            <a:lvl9pPr marL="3657600" algn="l" defTabSz="914400" rtl="0" eaLnBrk="1" latinLnBrk="0" hangingPunct="1">
              <a:defRPr kumimoji="1" sz="1200" kern="1200">
                <a:solidFill>
                  <a:schemeClr val="tx1"/>
                </a:solidFill>
                <a:latin typeface="Verdana" pitchFamily="34" charset="0"/>
                <a:ea typeface="ＭＳ ゴシック" pitchFamily="49" charset="-128"/>
                <a:cs typeface="+mn-cs"/>
              </a:defRPr>
            </a:lvl9pPr>
          </a:lstStyle>
          <a:p>
            <a:pPr marL="0" marR="0" lvl="0" indent="0" algn="ctr" defTabSz="622300" eaLnBrk="1" fontAlgn="auto" latinLnBrk="0" hangingPunct="1">
              <a:lnSpc>
                <a:spcPct val="90000"/>
              </a:lnSpc>
              <a:spcBef>
                <a:spcPts val="0"/>
              </a:spcBef>
              <a:spcAft>
                <a:spcPct val="35000"/>
              </a:spcAft>
              <a:buClrTx/>
              <a:buSzTx/>
              <a:buFontTx/>
              <a:buNone/>
              <a:tabLst/>
              <a:defRPr/>
            </a:pPr>
            <a:r>
              <a:rPr kumimoji="0" lang="ja-JP" altLang="en-US" sz="1600" b="0" i="0" u="none" strike="noStrike" kern="0" cap="none" spc="0" normalizeH="0" baseline="0" noProof="0">
                <a:ln>
                  <a:noFill/>
                </a:ln>
                <a:solidFill>
                  <a:srgbClr val="FFFFFF"/>
                </a:solidFill>
                <a:effectLst/>
                <a:uLnTx/>
                <a:uFillTx/>
                <a:latin typeface="+mn-ea"/>
                <a:ea typeface="+mn-ea"/>
              </a:rPr>
              <a:t>開発</a:t>
            </a:r>
          </a:p>
        </p:txBody>
      </p:sp>
      <p:sp>
        <p:nvSpPr>
          <p:cNvPr id="24" name="フリーフォーム: 図形 23">
            <a:extLst>
              <a:ext uri="{FF2B5EF4-FFF2-40B4-BE49-F238E27FC236}">
                <a16:creationId xmlns:a16="http://schemas.microsoft.com/office/drawing/2014/main" id="{721AFD99-62A2-F00F-28C1-2396B1392575}"/>
              </a:ext>
            </a:extLst>
          </p:cNvPr>
          <p:cNvSpPr/>
          <p:nvPr/>
        </p:nvSpPr>
        <p:spPr>
          <a:xfrm>
            <a:off x="9506295" y="4458019"/>
            <a:ext cx="977025" cy="656522"/>
          </a:xfrm>
          <a:custGeom>
            <a:avLst/>
            <a:gdLst>
              <a:gd name="connsiteX0" fmla="*/ 0 w 965349"/>
              <a:gd name="connsiteY0" fmla="*/ 80447 h 482674"/>
              <a:gd name="connsiteX1" fmla="*/ 80447 w 965349"/>
              <a:gd name="connsiteY1" fmla="*/ 0 h 482674"/>
              <a:gd name="connsiteX2" fmla="*/ 884902 w 965349"/>
              <a:gd name="connsiteY2" fmla="*/ 0 h 482674"/>
              <a:gd name="connsiteX3" fmla="*/ 965349 w 965349"/>
              <a:gd name="connsiteY3" fmla="*/ 80447 h 482674"/>
              <a:gd name="connsiteX4" fmla="*/ 965349 w 965349"/>
              <a:gd name="connsiteY4" fmla="*/ 402227 h 482674"/>
              <a:gd name="connsiteX5" fmla="*/ 884902 w 965349"/>
              <a:gd name="connsiteY5" fmla="*/ 482674 h 482674"/>
              <a:gd name="connsiteX6" fmla="*/ 80447 w 965349"/>
              <a:gd name="connsiteY6" fmla="*/ 482674 h 482674"/>
              <a:gd name="connsiteX7" fmla="*/ 0 w 965349"/>
              <a:gd name="connsiteY7" fmla="*/ 402227 h 482674"/>
              <a:gd name="connsiteX8" fmla="*/ 0 w 965349"/>
              <a:gd name="connsiteY8" fmla="*/ 80447 h 482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65349" h="482674">
                <a:moveTo>
                  <a:pt x="0" y="80447"/>
                </a:moveTo>
                <a:cubicBezTo>
                  <a:pt x="0" y="36017"/>
                  <a:pt x="36017" y="0"/>
                  <a:pt x="80447" y="0"/>
                </a:cubicBezTo>
                <a:lnTo>
                  <a:pt x="884902" y="0"/>
                </a:lnTo>
                <a:cubicBezTo>
                  <a:pt x="929332" y="0"/>
                  <a:pt x="965349" y="36017"/>
                  <a:pt x="965349" y="80447"/>
                </a:cubicBezTo>
                <a:lnTo>
                  <a:pt x="965349" y="402227"/>
                </a:lnTo>
                <a:cubicBezTo>
                  <a:pt x="965349" y="446657"/>
                  <a:pt x="929332" y="482674"/>
                  <a:pt x="884902" y="482674"/>
                </a:cubicBezTo>
                <a:lnTo>
                  <a:pt x="80447" y="482674"/>
                </a:lnTo>
                <a:cubicBezTo>
                  <a:pt x="36017" y="482674"/>
                  <a:pt x="0" y="446657"/>
                  <a:pt x="0" y="402227"/>
                </a:cubicBezTo>
                <a:lnTo>
                  <a:pt x="0" y="80447"/>
                </a:lnTo>
                <a:close/>
              </a:path>
            </a:pathLst>
          </a:custGeom>
          <a:solidFill>
            <a:srgbClr val="E1690D">
              <a:hueOff val="0"/>
              <a:satOff val="0"/>
              <a:lumOff val="0"/>
              <a:alphaOff val="0"/>
            </a:srgbClr>
          </a:solidFill>
          <a:ln w="25400" cap="flat" cmpd="sng" algn="ctr">
            <a:solidFill>
              <a:srgbClr val="E1690D">
                <a:lumMod val="40000"/>
                <a:lumOff val="60000"/>
              </a:srgbClr>
            </a:solidFill>
            <a:prstDash val="solid"/>
          </a:ln>
          <a:effectLst/>
        </p:spPr>
        <p:txBody>
          <a:bodyPr spcFirstLastPara="0" vert="horz" wrap="square" lIns="76902" tIns="76902" rIns="76902" bIns="76902" numCol="1" spcCol="1270" anchor="ctr" anchorCtr="0">
            <a:noAutofit/>
          </a:bodyPr>
          <a:lstStyle>
            <a:defPPr>
              <a:defRPr lang="ja-JP"/>
            </a:defPPr>
            <a:lvl1pPr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1pPr>
            <a:lvl2pPr marL="4572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2pPr>
            <a:lvl3pPr marL="9144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3pPr>
            <a:lvl4pPr marL="13716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4pPr>
            <a:lvl5pPr marL="18288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5pPr>
            <a:lvl6pPr marL="2286000" algn="l" defTabSz="914400" rtl="0" eaLnBrk="1" latinLnBrk="0" hangingPunct="1">
              <a:defRPr kumimoji="1" sz="1200" kern="1200">
                <a:solidFill>
                  <a:schemeClr val="tx1"/>
                </a:solidFill>
                <a:latin typeface="Verdana" pitchFamily="34" charset="0"/>
                <a:ea typeface="ＭＳ ゴシック" pitchFamily="49" charset="-128"/>
                <a:cs typeface="+mn-cs"/>
              </a:defRPr>
            </a:lvl6pPr>
            <a:lvl7pPr marL="2743200" algn="l" defTabSz="914400" rtl="0" eaLnBrk="1" latinLnBrk="0" hangingPunct="1">
              <a:defRPr kumimoji="1" sz="1200" kern="1200">
                <a:solidFill>
                  <a:schemeClr val="tx1"/>
                </a:solidFill>
                <a:latin typeface="Verdana" pitchFamily="34" charset="0"/>
                <a:ea typeface="ＭＳ ゴシック" pitchFamily="49" charset="-128"/>
                <a:cs typeface="+mn-cs"/>
              </a:defRPr>
            </a:lvl7pPr>
            <a:lvl8pPr marL="3200400" algn="l" defTabSz="914400" rtl="0" eaLnBrk="1" latinLnBrk="0" hangingPunct="1">
              <a:defRPr kumimoji="1" sz="1200" kern="1200">
                <a:solidFill>
                  <a:schemeClr val="tx1"/>
                </a:solidFill>
                <a:latin typeface="Verdana" pitchFamily="34" charset="0"/>
                <a:ea typeface="ＭＳ ゴシック" pitchFamily="49" charset="-128"/>
                <a:cs typeface="+mn-cs"/>
              </a:defRPr>
            </a:lvl8pPr>
            <a:lvl9pPr marL="3657600" algn="l" defTabSz="914400" rtl="0" eaLnBrk="1" latinLnBrk="0" hangingPunct="1">
              <a:defRPr kumimoji="1" sz="1200" kern="1200">
                <a:solidFill>
                  <a:schemeClr val="tx1"/>
                </a:solidFill>
                <a:latin typeface="Verdana" pitchFamily="34" charset="0"/>
                <a:ea typeface="ＭＳ ゴシック" pitchFamily="49" charset="-128"/>
                <a:cs typeface="+mn-cs"/>
              </a:defRPr>
            </a:lvl9pPr>
          </a:lstStyle>
          <a:p>
            <a:pPr marL="0" marR="0" lvl="0" indent="0" algn="ctr" defTabSz="622300" eaLnBrk="1" fontAlgn="auto" latinLnBrk="0" hangingPunct="1">
              <a:lnSpc>
                <a:spcPct val="90000"/>
              </a:lnSpc>
              <a:spcBef>
                <a:spcPts val="0"/>
              </a:spcBef>
              <a:spcAft>
                <a:spcPct val="35000"/>
              </a:spcAft>
              <a:buClrTx/>
              <a:buSzTx/>
              <a:buFontTx/>
              <a:buNone/>
              <a:tabLst/>
              <a:defRPr/>
            </a:pPr>
            <a:r>
              <a:rPr kumimoji="0" lang="ja-JP" altLang="en-US" sz="1600" b="0" i="0" u="none" strike="noStrike" kern="0" cap="none" spc="0" normalizeH="0" baseline="0" noProof="0">
                <a:ln>
                  <a:noFill/>
                </a:ln>
                <a:solidFill>
                  <a:srgbClr val="FFFFFF"/>
                </a:solidFill>
                <a:effectLst/>
                <a:uLnTx/>
                <a:uFillTx/>
                <a:latin typeface="+mn-ea"/>
                <a:ea typeface="+mn-ea"/>
              </a:rPr>
              <a:t>テスト</a:t>
            </a:r>
          </a:p>
        </p:txBody>
      </p:sp>
      <p:sp>
        <p:nvSpPr>
          <p:cNvPr id="25" name="フリーフォーム: 図形 24">
            <a:extLst>
              <a:ext uri="{FF2B5EF4-FFF2-40B4-BE49-F238E27FC236}">
                <a16:creationId xmlns:a16="http://schemas.microsoft.com/office/drawing/2014/main" id="{2E02608C-DB47-CD86-1618-A5208E3ECFF4}"/>
              </a:ext>
            </a:extLst>
          </p:cNvPr>
          <p:cNvSpPr/>
          <p:nvPr/>
        </p:nvSpPr>
        <p:spPr>
          <a:xfrm>
            <a:off x="7736990" y="4461314"/>
            <a:ext cx="977025" cy="656522"/>
          </a:xfrm>
          <a:custGeom>
            <a:avLst/>
            <a:gdLst>
              <a:gd name="connsiteX0" fmla="*/ 0 w 965349"/>
              <a:gd name="connsiteY0" fmla="*/ 80447 h 482674"/>
              <a:gd name="connsiteX1" fmla="*/ 80447 w 965349"/>
              <a:gd name="connsiteY1" fmla="*/ 0 h 482674"/>
              <a:gd name="connsiteX2" fmla="*/ 884902 w 965349"/>
              <a:gd name="connsiteY2" fmla="*/ 0 h 482674"/>
              <a:gd name="connsiteX3" fmla="*/ 965349 w 965349"/>
              <a:gd name="connsiteY3" fmla="*/ 80447 h 482674"/>
              <a:gd name="connsiteX4" fmla="*/ 965349 w 965349"/>
              <a:gd name="connsiteY4" fmla="*/ 402227 h 482674"/>
              <a:gd name="connsiteX5" fmla="*/ 884902 w 965349"/>
              <a:gd name="connsiteY5" fmla="*/ 482674 h 482674"/>
              <a:gd name="connsiteX6" fmla="*/ 80447 w 965349"/>
              <a:gd name="connsiteY6" fmla="*/ 482674 h 482674"/>
              <a:gd name="connsiteX7" fmla="*/ 0 w 965349"/>
              <a:gd name="connsiteY7" fmla="*/ 402227 h 482674"/>
              <a:gd name="connsiteX8" fmla="*/ 0 w 965349"/>
              <a:gd name="connsiteY8" fmla="*/ 80447 h 482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65349" h="482674">
                <a:moveTo>
                  <a:pt x="0" y="80447"/>
                </a:moveTo>
                <a:cubicBezTo>
                  <a:pt x="0" y="36017"/>
                  <a:pt x="36017" y="0"/>
                  <a:pt x="80447" y="0"/>
                </a:cubicBezTo>
                <a:lnTo>
                  <a:pt x="884902" y="0"/>
                </a:lnTo>
                <a:cubicBezTo>
                  <a:pt x="929332" y="0"/>
                  <a:pt x="965349" y="36017"/>
                  <a:pt x="965349" y="80447"/>
                </a:cubicBezTo>
                <a:lnTo>
                  <a:pt x="965349" y="402227"/>
                </a:lnTo>
                <a:cubicBezTo>
                  <a:pt x="965349" y="446657"/>
                  <a:pt x="929332" y="482674"/>
                  <a:pt x="884902" y="482674"/>
                </a:cubicBezTo>
                <a:lnTo>
                  <a:pt x="80447" y="482674"/>
                </a:lnTo>
                <a:cubicBezTo>
                  <a:pt x="36017" y="482674"/>
                  <a:pt x="0" y="446657"/>
                  <a:pt x="0" y="402227"/>
                </a:cubicBezTo>
                <a:lnTo>
                  <a:pt x="0" y="80447"/>
                </a:lnTo>
                <a:close/>
              </a:path>
            </a:pathLst>
          </a:custGeom>
          <a:solidFill>
            <a:srgbClr val="E1690D">
              <a:hueOff val="0"/>
              <a:satOff val="0"/>
              <a:lumOff val="0"/>
              <a:alphaOff val="0"/>
            </a:srgbClr>
          </a:solidFill>
          <a:ln w="25400" cap="flat" cmpd="sng" algn="ctr">
            <a:solidFill>
              <a:srgbClr val="E1690D">
                <a:lumMod val="40000"/>
                <a:lumOff val="60000"/>
              </a:srgbClr>
            </a:solidFill>
            <a:prstDash val="solid"/>
          </a:ln>
          <a:effectLst/>
        </p:spPr>
        <p:txBody>
          <a:bodyPr spcFirstLastPara="0" vert="horz" wrap="square" lIns="76902" tIns="76902" rIns="76902" bIns="76902" numCol="1" spcCol="1270" anchor="ctr" anchorCtr="0">
            <a:noAutofit/>
          </a:bodyPr>
          <a:lstStyle>
            <a:defPPr>
              <a:defRPr lang="ja-JP"/>
            </a:defPPr>
            <a:lvl1pPr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1pPr>
            <a:lvl2pPr marL="4572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2pPr>
            <a:lvl3pPr marL="9144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3pPr>
            <a:lvl4pPr marL="13716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4pPr>
            <a:lvl5pPr marL="18288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5pPr>
            <a:lvl6pPr marL="2286000" algn="l" defTabSz="914400" rtl="0" eaLnBrk="1" latinLnBrk="0" hangingPunct="1">
              <a:defRPr kumimoji="1" sz="1200" kern="1200">
                <a:solidFill>
                  <a:schemeClr val="tx1"/>
                </a:solidFill>
                <a:latin typeface="Verdana" pitchFamily="34" charset="0"/>
                <a:ea typeface="ＭＳ ゴシック" pitchFamily="49" charset="-128"/>
                <a:cs typeface="+mn-cs"/>
              </a:defRPr>
            </a:lvl6pPr>
            <a:lvl7pPr marL="2743200" algn="l" defTabSz="914400" rtl="0" eaLnBrk="1" latinLnBrk="0" hangingPunct="1">
              <a:defRPr kumimoji="1" sz="1200" kern="1200">
                <a:solidFill>
                  <a:schemeClr val="tx1"/>
                </a:solidFill>
                <a:latin typeface="Verdana" pitchFamily="34" charset="0"/>
                <a:ea typeface="ＭＳ ゴシック" pitchFamily="49" charset="-128"/>
                <a:cs typeface="+mn-cs"/>
              </a:defRPr>
            </a:lvl7pPr>
            <a:lvl8pPr marL="3200400" algn="l" defTabSz="914400" rtl="0" eaLnBrk="1" latinLnBrk="0" hangingPunct="1">
              <a:defRPr kumimoji="1" sz="1200" kern="1200">
                <a:solidFill>
                  <a:schemeClr val="tx1"/>
                </a:solidFill>
                <a:latin typeface="Verdana" pitchFamily="34" charset="0"/>
                <a:ea typeface="ＭＳ ゴシック" pitchFamily="49" charset="-128"/>
                <a:cs typeface="+mn-cs"/>
              </a:defRPr>
            </a:lvl8pPr>
            <a:lvl9pPr marL="3657600" algn="l" defTabSz="914400" rtl="0" eaLnBrk="1" latinLnBrk="0" hangingPunct="1">
              <a:defRPr kumimoji="1" sz="1200" kern="1200">
                <a:solidFill>
                  <a:schemeClr val="tx1"/>
                </a:solidFill>
                <a:latin typeface="Verdana" pitchFamily="34" charset="0"/>
                <a:ea typeface="ＭＳ ゴシック" pitchFamily="49" charset="-128"/>
                <a:cs typeface="+mn-cs"/>
              </a:defRPr>
            </a:lvl9pPr>
          </a:lstStyle>
          <a:p>
            <a:pPr marL="0" marR="0" lvl="0" indent="0" algn="ctr" defTabSz="622300" eaLnBrk="1" fontAlgn="auto" latinLnBrk="0" hangingPunct="1">
              <a:lnSpc>
                <a:spcPct val="90000"/>
              </a:lnSpc>
              <a:spcBef>
                <a:spcPts val="0"/>
              </a:spcBef>
              <a:spcAft>
                <a:spcPct val="35000"/>
              </a:spcAft>
              <a:buClrTx/>
              <a:buSzTx/>
              <a:buFontTx/>
              <a:buNone/>
              <a:tabLst/>
              <a:defRPr/>
            </a:pPr>
            <a:r>
              <a:rPr kumimoji="0" lang="ja-JP" altLang="en-US" sz="1600" b="0" i="0" u="none" strike="noStrike" kern="0" cap="none" spc="0" normalizeH="0" baseline="0" noProof="0" dirty="0">
                <a:ln>
                  <a:noFill/>
                </a:ln>
                <a:solidFill>
                  <a:srgbClr val="FFFFFF"/>
                </a:solidFill>
                <a:effectLst/>
                <a:uLnTx/>
                <a:uFillTx/>
                <a:latin typeface="+mn-ea"/>
                <a:ea typeface="+mn-ea"/>
              </a:rPr>
              <a:t>リリース</a:t>
            </a:r>
          </a:p>
        </p:txBody>
      </p:sp>
      <p:sp>
        <p:nvSpPr>
          <p:cNvPr id="26" name="フリーフォーム: 図形 25">
            <a:extLst>
              <a:ext uri="{FF2B5EF4-FFF2-40B4-BE49-F238E27FC236}">
                <a16:creationId xmlns:a16="http://schemas.microsoft.com/office/drawing/2014/main" id="{BF6D38EE-6C65-9381-A16E-781A83757212}"/>
              </a:ext>
            </a:extLst>
          </p:cNvPr>
          <p:cNvSpPr/>
          <p:nvPr/>
        </p:nvSpPr>
        <p:spPr>
          <a:xfrm>
            <a:off x="7185878" y="2996243"/>
            <a:ext cx="977025" cy="656522"/>
          </a:xfrm>
          <a:custGeom>
            <a:avLst/>
            <a:gdLst>
              <a:gd name="connsiteX0" fmla="*/ 0 w 965349"/>
              <a:gd name="connsiteY0" fmla="*/ 80447 h 482674"/>
              <a:gd name="connsiteX1" fmla="*/ 80447 w 965349"/>
              <a:gd name="connsiteY1" fmla="*/ 0 h 482674"/>
              <a:gd name="connsiteX2" fmla="*/ 884902 w 965349"/>
              <a:gd name="connsiteY2" fmla="*/ 0 h 482674"/>
              <a:gd name="connsiteX3" fmla="*/ 965349 w 965349"/>
              <a:gd name="connsiteY3" fmla="*/ 80447 h 482674"/>
              <a:gd name="connsiteX4" fmla="*/ 965349 w 965349"/>
              <a:gd name="connsiteY4" fmla="*/ 402227 h 482674"/>
              <a:gd name="connsiteX5" fmla="*/ 884902 w 965349"/>
              <a:gd name="connsiteY5" fmla="*/ 482674 h 482674"/>
              <a:gd name="connsiteX6" fmla="*/ 80447 w 965349"/>
              <a:gd name="connsiteY6" fmla="*/ 482674 h 482674"/>
              <a:gd name="connsiteX7" fmla="*/ 0 w 965349"/>
              <a:gd name="connsiteY7" fmla="*/ 402227 h 482674"/>
              <a:gd name="connsiteX8" fmla="*/ 0 w 965349"/>
              <a:gd name="connsiteY8" fmla="*/ 80447 h 482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65349" h="482674">
                <a:moveTo>
                  <a:pt x="0" y="80447"/>
                </a:moveTo>
                <a:cubicBezTo>
                  <a:pt x="0" y="36017"/>
                  <a:pt x="36017" y="0"/>
                  <a:pt x="80447" y="0"/>
                </a:cubicBezTo>
                <a:lnTo>
                  <a:pt x="884902" y="0"/>
                </a:lnTo>
                <a:cubicBezTo>
                  <a:pt x="929332" y="0"/>
                  <a:pt x="965349" y="36017"/>
                  <a:pt x="965349" y="80447"/>
                </a:cubicBezTo>
                <a:lnTo>
                  <a:pt x="965349" y="402227"/>
                </a:lnTo>
                <a:cubicBezTo>
                  <a:pt x="965349" y="446657"/>
                  <a:pt x="929332" y="482674"/>
                  <a:pt x="884902" y="482674"/>
                </a:cubicBezTo>
                <a:lnTo>
                  <a:pt x="80447" y="482674"/>
                </a:lnTo>
                <a:cubicBezTo>
                  <a:pt x="36017" y="482674"/>
                  <a:pt x="0" y="446657"/>
                  <a:pt x="0" y="402227"/>
                </a:cubicBezTo>
                <a:lnTo>
                  <a:pt x="0" y="80447"/>
                </a:lnTo>
                <a:close/>
              </a:path>
            </a:pathLst>
          </a:custGeom>
          <a:solidFill>
            <a:srgbClr val="E1690D">
              <a:hueOff val="0"/>
              <a:satOff val="0"/>
              <a:lumOff val="0"/>
              <a:alphaOff val="0"/>
            </a:srgbClr>
          </a:solidFill>
          <a:ln w="25400" cap="flat" cmpd="sng" algn="ctr">
            <a:solidFill>
              <a:srgbClr val="E1690D">
                <a:lumMod val="40000"/>
                <a:lumOff val="60000"/>
              </a:srgbClr>
            </a:solidFill>
            <a:prstDash val="solid"/>
          </a:ln>
          <a:effectLst/>
        </p:spPr>
        <p:txBody>
          <a:bodyPr spcFirstLastPara="0" vert="horz" wrap="square" lIns="76902" tIns="76902" rIns="76902" bIns="76902" numCol="1" spcCol="1270" anchor="ctr" anchorCtr="0">
            <a:noAutofit/>
          </a:bodyPr>
          <a:lstStyle>
            <a:defPPr>
              <a:defRPr lang="ja-JP"/>
            </a:defPPr>
            <a:lvl1pPr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1pPr>
            <a:lvl2pPr marL="4572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2pPr>
            <a:lvl3pPr marL="9144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3pPr>
            <a:lvl4pPr marL="13716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4pPr>
            <a:lvl5pPr marL="18288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5pPr>
            <a:lvl6pPr marL="2286000" algn="l" defTabSz="914400" rtl="0" eaLnBrk="1" latinLnBrk="0" hangingPunct="1">
              <a:defRPr kumimoji="1" sz="1200" kern="1200">
                <a:solidFill>
                  <a:schemeClr val="tx1"/>
                </a:solidFill>
                <a:latin typeface="Verdana" pitchFamily="34" charset="0"/>
                <a:ea typeface="ＭＳ ゴシック" pitchFamily="49" charset="-128"/>
                <a:cs typeface="+mn-cs"/>
              </a:defRPr>
            </a:lvl6pPr>
            <a:lvl7pPr marL="2743200" algn="l" defTabSz="914400" rtl="0" eaLnBrk="1" latinLnBrk="0" hangingPunct="1">
              <a:defRPr kumimoji="1" sz="1200" kern="1200">
                <a:solidFill>
                  <a:schemeClr val="tx1"/>
                </a:solidFill>
                <a:latin typeface="Verdana" pitchFamily="34" charset="0"/>
                <a:ea typeface="ＭＳ ゴシック" pitchFamily="49" charset="-128"/>
                <a:cs typeface="+mn-cs"/>
              </a:defRPr>
            </a:lvl7pPr>
            <a:lvl8pPr marL="3200400" algn="l" defTabSz="914400" rtl="0" eaLnBrk="1" latinLnBrk="0" hangingPunct="1">
              <a:defRPr kumimoji="1" sz="1200" kern="1200">
                <a:solidFill>
                  <a:schemeClr val="tx1"/>
                </a:solidFill>
                <a:latin typeface="Verdana" pitchFamily="34" charset="0"/>
                <a:ea typeface="ＭＳ ゴシック" pitchFamily="49" charset="-128"/>
                <a:cs typeface="+mn-cs"/>
              </a:defRPr>
            </a:lvl8pPr>
            <a:lvl9pPr marL="3657600" algn="l" defTabSz="914400" rtl="0" eaLnBrk="1" latinLnBrk="0" hangingPunct="1">
              <a:defRPr kumimoji="1" sz="1200" kern="1200">
                <a:solidFill>
                  <a:schemeClr val="tx1"/>
                </a:solidFill>
                <a:latin typeface="Verdana" pitchFamily="34" charset="0"/>
                <a:ea typeface="ＭＳ ゴシック" pitchFamily="49" charset="-128"/>
                <a:cs typeface="+mn-cs"/>
              </a:defRPr>
            </a:lvl9pPr>
          </a:lstStyle>
          <a:p>
            <a:pPr marL="0" marR="0" lvl="0" indent="0" algn="ctr" defTabSz="622300" eaLnBrk="1" fontAlgn="auto" latinLnBrk="0" hangingPunct="1">
              <a:lnSpc>
                <a:spcPct val="90000"/>
              </a:lnSpc>
              <a:spcBef>
                <a:spcPts val="0"/>
              </a:spcBef>
              <a:spcAft>
                <a:spcPct val="35000"/>
              </a:spcAft>
              <a:buClrTx/>
              <a:buSzTx/>
              <a:buFontTx/>
              <a:buNone/>
              <a:tabLst/>
              <a:defRPr/>
            </a:pPr>
            <a:r>
              <a:rPr kumimoji="0" lang="ja-JP" altLang="en-US" sz="1600" b="0" i="0" u="none" strike="noStrike" kern="0" cap="none" spc="0" normalizeH="0" baseline="0" noProof="0">
                <a:ln>
                  <a:noFill/>
                </a:ln>
                <a:solidFill>
                  <a:srgbClr val="FFFFFF"/>
                </a:solidFill>
                <a:effectLst/>
                <a:uLnTx/>
                <a:uFillTx/>
                <a:latin typeface="+mn-ea"/>
                <a:ea typeface="+mn-ea"/>
              </a:rPr>
              <a:t>監視</a:t>
            </a:r>
          </a:p>
        </p:txBody>
      </p:sp>
    </p:spTree>
    <p:extLst>
      <p:ext uri="{BB962C8B-B14F-4D97-AF65-F5344CB8AC3E}">
        <p14:creationId xmlns:p14="http://schemas.microsoft.com/office/powerpoint/2010/main" val="168358079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2B8C73-A8BE-1B55-386C-BE7827184A90}"/>
            </a:ext>
          </a:extLst>
        </p:cNvPr>
        <p:cNvGrpSpPr/>
        <p:nvPr/>
      </p:nvGrpSpPr>
      <p:grpSpPr>
        <a:xfrm>
          <a:off x="0" y="0"/>
          <a:ext cx="0" cy="0"/>
          <a:chOff x="0" y="0"/>
          <a:chExt cx="0" cy="0"/>
        </a:xfrm>
      </p:grpSpPr>
      <p:sp>
        <p:nvSpPr>
          <p:cNvPr id="5" name="タイトル 4">
            <a:extLst>
              <a:ext uri="{FF2B5EF4-FFF2-40B4-BE49-F238E27FC236}">
                <a16:creationId xmlns:a16="http://schemas.microsoft.com/office/drawing/2014/main" id="{F39E74E6-D89D-98C9-3760-9E5902FBC54C}"/>
              </a:ext>
            </a:extLst>
          </p:cNvPr>
          <p:cNvSpPr>
            <a:spLocks noGrp="1"/>
          </p:cNvSpPr>
          <p:nvPr>
            <p:ph type="title"/>
          </p:nvPr>
        </p:nvSpPr>
        <p:spPr>
          <a:xfrm>
            <a:off x="630631" y="230188"/>
            <a:ext cx="11266729" cy="604519"/>
          </a:xfrm>
        </p:spPr>
        <p:txBody>
          <a:bodyPr/>
          <a:lstStyle/>
          <a:p>
            <a:r>
              <a:rPr lang="ja-JP" altLang="en-US" sz="3600" dirty="0"/>
              <a:t>スマートファクトリー構想実現イメージ</a:t>
            </a:r>
          </a:p>
        </p:txBody>
      </p:sp>
      <p:sp>
        <p:nvSpPr>
          <p:cNvPr id="4" name="スライド番号プレースホルダー 1">
            <a:extLst>
              <a:ext uri="{FF2B5EF4-FFF2-40B4-BE49-F238E27FC236}">
                <a16:creationId xmlns:a16="http://schemas.microsoft.com/office/drawing/2014/main" id="{03E7416C-6AB9-DB38-E9EB-0AD85C8DC72A}"/>
              </a:ext>
            </a:extLst>
          </p:cNvPr>
          <p:cNvSpPr txBox="1">
            <a:spLocks/>
          </p:cNvSpPr>
          <p:nvPr/>
        </p:nvSpPr>
        <p:spPr bwMode="ltGray">
          <a:xfrm>
            <a:off x="10855405" y="6532510"/>
            <a:ext cx="998971" cy="241300"/>
          </a:xfrm>
          <a:prstGeom prst="rect">
            <a:avLst/>
          </a:prstGeom>
          <a:noFill/>
          <a:ln>
            <a:noFill/>
          </a:ln>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defPPr>
              <a:defRPr lang="ja-JP"/>
            </a:defPPr>
            <a:lvl1pPr marL="0" algn="r" defTabSz="914400" rtl="0" eaLnBrk="1" latinLnBrk="0" hangingPunct="1">
              <a:defRPr kumimoji="1" sz="1800" b="1" i="0" kern="1200">
                <a:solidFill>
                  <a:schemeClr val="bg1"/>
                </a:solidFill>
                <a:latin typeface="Arial" pitchFamily="34" charset="0"/>
                <a:ea typeface="ＭＳ Ｐゴシック" pitchFamily="50" charset="-128"/>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E025C43D-97FC-4CE9-9332-5BE2A99BA935}" type="slidenum">
              <a:rPr lang="en-US" altLang="ja-JP" sz="1400" smtClean="0">
                <a:solidFill>
                  <a:schemeClr val="tx1"/>
                </a:solidFill>
                <a:latin typeface="+mn-ea"/>
                <a:ea typeface="+mn-ea"/>
                <a:cs typeface="メイリオ" pitchFamily="50" charset="-128"/>
              </a:rPr>
              <a:pPr/>
              <a:t>47</a:t>
            </a:fld>
            <a:endParaRPr lang="en-US" altLang="ja-JP" sz="1400">
              <a:solidFill>
                <a:schemeClr val="tx1"/>
              </a:solidFill>
              <a:latin typeface="+mn-ea"/>
              <a:ea typeface="+mn-ea"/>
              <a:cs typeface="メイリオ" pitchFamily="50" charset="-128"/>
            </a:endParaRPr>
          </a:p>
        </p:txBody>
      </p:sp>
      <p:grpSp>
        <p:nvGrpSpPr>
          <p:cNvPr id="25" name="グループ化 24">
            <a:extLst>
              <a:ext uri="{FF2B5EF4-FFF2-40B4-BE49-F238E27FC236}">
                <a16:creationId xmlns:a16="http://schemas.microsoft.com/office/drawing/2014/main" id="{78FC1054-BF36-66FE-7E05-4564C7324805}"/>
              </a:ext>
            </a:extLst>
          </p:cNvPr>
          <p:cNvGrpSpPr>
            <a:grpSpLocks noChangeAspect="1"/>
          </p:cNvGrpSpPr>
          <p:nvPr/>
        </p:nvGrpSpPr>
        <p:grpSpPr>
          <a:xfrm>
            <a:off x="566069" y="880831"/>
            <a:ext cx="11059862" cy="5605554"/>
            <a:chOff x="1" y="487519"/>
            <a:chExt cx="21325691" cy="10808663"/>
          </a:xfrm>
        </p:grpSpPr>
        <p:sp>
          <p:nvSpPr>
            <p:cNvPr id="26" name="角丸四角形 11">
              <a:extLst>
                <a:ext uri="{FF2B5EF4-FFF2-40B4-BE49-F238E27FC236}">
                  <a16:creationId xmlns:a16="http://schemas.microsoft.com/office/drawing/2014/main" id="{BBD0948A-3BC0-A218-0D53-1013BFB5AF2B}"/>
                </a:ext>
              </a:extLst>
            </p:cNvPr>
            <p:cNvSpPr/>
            <p:nvPr/>
          </p:nvSpPr>
          <p:spPr>
            <a:xfrm>
              <a:off x="1" y="544536"/>
              <a:ext cx="21325691" cy="7440559"/>
            </a:xfrm>
            <a:prstGeom prst="roundRect">
              <a:avLst>
                <a:gd name="adj" fmla="val 0"/>
              </a:avLst>
            </a:prstGeom>
            <a:solidFill>
              <a:srgbClr val="C9CEEC"/>
            </a:solidFill>
            <a:ln w="25400" cap="flat" cmpd="sng" algn="ctr">
              <a:noFill/>
              <a:prstDash val="solid"/>
            </a:ln>
            <a:effectLst/>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algn="l" rtl="0" fontAlgn="base">
                <a:spcBef>
                  <a:spcPct val="0"/>
                </a:spcBef>
                <a:spcAft>
                  <a:spcPct val="0"/>
                </a:spcAft>
                <a:defRPr kumimoji="1" sz="1200" kern="1200">
                  <a:solidFill>
                    <a:schemeClr val="lt1"/>
                  </a:solidFill>
                  <a:latin typeface="+mn-lt"/>
                  <a:ea typeface="+mn-ea"/>
                  <a:cs typeface="+mn-cs"/>
                </a:defRPr>
              </a:lvl1pPr>
              <a:lvl2pPr marL="457200" algn="l" rtl="0" fontAlgn="base">
                <a:spcBef>
                  <a:spcPct val="0"/>
                </a:spcBef>
                <a:spcAft>
                  <a:spcPct val="0"/>
                </a:spcAft>
                <a:defRPr kumimoji="1" sz="1200" kern="1200">
                  <a:solidFill>
                    <a:schemeClr val="lt1"/>
                  </a:solidFill>
                  <a:latin typeface="+mn-lt"/>
                  <a:ea typeface="+mn-ea"/>
                  <a:cs typeface="+mn-cs"/>
                </a:defRPr>
              </a:lvl2pPr>
              <a:lvl3pPr marL="914400" algn="l" rtl="0" fontAlgn="base">
                <a:spcBef>
                  <a:spcPct val="0"/>
                </a:spcBef>
                <a:spcAft>
                  <a:spcPct val="0"/>
                </a:spcAft>
                <a:defRPr kumimoji="1" sz="1200" kern="1200">
                  <a:solidFill>
                    <a:schemeClr val="lt1"/>
                  </a:solidFill>
                  <a:latin typeface="+mn-lt"/>
                  <a:ea typeface="+mn-ea"/>
                  <a:cs typeface="+mn-cs"/>
                </a:defRPr>
              </a:lvl3pPr>
              <a:lvl4pPr marL="1371600" algn="l" rtl="0" fontAlgn="base">
                <a:spcBef>
                  <a:spcPct val="0"/>
                </a:spcBef>
                <a:spcAft>
                  <a:spcPct val="0"/>
                </a:spcAft>
                <a:defRPr kumimoji="1" sz="1200" kern="1200">
                  <a:solidFill>
                    <a:schemeClr val="lt1"/>
                  </a:solidFill>
                  <a:latin typeface="+mn-lt"/>
                  <a:ea typeface="+mn-ea"/>
                  <a:cs typeface="+mn-cs"/>
                </a:defRPr>
              </a:lvl4pPr>
              <a:lvl5pPr marL="1828800" algn="l" rtl="0" fontAlgn="base">
                <a:spcBef>
                  <a:spcPct val="0"/>
                </a:spcBef>
                <a:spcAft>
                  <a:spcPct val="0"/>
                </a:spcAft>
                <a:defRPr kumimoji="1" sz="1200" kern="1200">
                  <a:solidFill>
                    <a:schemeClr val="lt1"/>
                  </a:solidFill>
                  <a:latin typeface="+mn-lt"/>
                  <a:ea typeface="+mn-ea"/>
                  <a:cs typeface="+mn-cs"/>
                </a:defRPr>
              </a:lvl5pPr>
              <a:lvl6pPr marL="2286000" algn="l" defTabSz="914400" rtl="0" eaLnBrk="1" latinLnBrk="0" hangingPunct="1">
                <a:defRPr kumimoji="1" sz="1200" kern="1200">
                  <a:solidFill>
                    <a:schemeClr val="lt1"/>
                  </a:solidFill>
                  <a:latin typeface="+mn-lt"/>
                  <a:ea typeface="+mn-ea"/>
                  <a:cs typeface="+mn-cs"/>
                </a:defRPr>
              </a:lvl6pPr>
              <a:lvl7pPr marL="2743200" algn="l" defTabSz="914400" rtl="0" eaLnBrk="1" latinLnBrk="0" hangingPunct="1">
                <a:defRPr kumimoji="1" sz="1200" kern="1200">
                  <a:solidFill>
                    <a:schemeClr val="lt1"/>
                  </a:solidFill>
                  <a:latin typeface="+mn-lt"/>
                  <a:ea typeface="+mn-ea"/>
                  <a:cs typeface="+mn-cs"/>
                </a:defRPr>
              </a:lvl7pPr>
              <a:lvl8pPr marL="3200400" algn="l" defTabSz="914400" rtl="0" eaLnBrk="1" latinLnBrk="0" hangingPunct="1">
                <a:defRPr kumimoji="1" sz="1200" kern="1200">
                  <a:solidFill>
                    <a:schemeClr val="lt1"/>
                  </a:solidFill>
                  <a:latin typeface="+mn-lt"/>
                  <a:ea typeface="+mn-ea"/>
                  <a:cs typeface="+mn-cs"/>
                </a:defRPr>
              </a:lvl8pPr>
              <a:lvl9pPr marL="3657600" algn="l" defTabSz="914400" rtl="0" eaLnBrk="1" latinLnBrk="0" hangingPunct="1">
                <a:defRPr kumimoji="1" sz="12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ja-JP" altLang="en-US" sz="1000" b="0" i="0" u="none" strike="noStrike" kern="1200" cap="none" spc="0" normalizeH="0" baseline="0" noProof="0" dirty="0">
                <a:ln>
                  <a:noFill/>
                </a:ln>
                <a:solidFill>
                  <a:srgbClr val="000000">
                    <a:lumMod val="65000"/>
                    <a:lumOff val="35000"/>
                  </a:srgbClr>
                </a:solidFill>
                <a:effectLst/>
                <a:uLnTx/>
                <a:uFillTx/>
                <a:latin typeface="+mn-ea"/>
                <a:cs typeface="メイリオ" panose="020B0604030504040204" pitchFamily="50" charset="-128"/>
              </a:endParaRPr>
            </a:p>
          </p:txBody>
        </p:sp>
        <p:sp>
          <p:nvSpPr>
            <p:cNvPr id="27" name="正方形/長方形 26">
              <a:extLst>
                <a:ext uri="{FF2B5EF4-FFF2-40B4-BE49-F238E27FC236}">
                  <a16:creationId xmlns:a16="http://schemas.microsoft.com/office/drawing/2014/main" id="{A0077C92-A930-6353-BEAE-999B54EB318A}"/>
                </a:ext>
              </a:extLst>
            </p:cNvPr>
            <p:cNvSpPr/>
            <p:nvPr/>
          </p:nvSpPr>
          <p:spPr>
            <a:xfrm>
              <a:off x="171344" y="701252"/>
              <a:ext cx="21059120" cy="7030163"/>
            </a:xfrm>
            <a:prstGeom prst="rect">
              <a:avLst/>
            </a:prstGeom>
            <a:solidFill>
              <a:srgbClr val="FFFFFF"/>
            </a:solidFill>
            <a:ln w="25400" cap="flat" cmpd="sng" algn="ctr">
              <a:noFill/>
              <a:prstDash val="solid"/>
            </a:ln>
            <a:effectLst/>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algn="l" rtl="0" fontAlgn="base">
                <a:spcBef>
                  <a:spcPct val="0"/>
                </a:spcBef>
                <a:spcAft>
                  <a:spcPct val="0"/>
                </a:spcAft>
                <a:defRPr kumimoji="1" sz="1200" kern="1200">
                  <a:solidFill>
                    <a:schemeClr val="lt1"/>
                  </a:solidFill>
                  <a:latin typeface="+mn-lt"/>
                  <a:ea typeface="+mn-ea"/>
                  <a:cs typeface="+mn-cs"/>
                </a:defRPr>
              </a:lvl1pPr>
              <a:lvl2pPr marL="457200" algn="l" rtl="0" fontAlgn="base">
                <a:spcBef>
                  <a:spcPct val="0"/>
                </a:spcBef>
                <a:spcAft>
                  <a:spcPct val="0"/>
                </a:spcAft>
                <a:defRPr kumimoji="1" sz="1200" kern="1200">
                  <a:solidFill>
                    <a:schemeClr val="lt1"/>
                  </a:solidFill>
                  <a:latin typeface="+mn-lt"/>
                  <a:ea typeface="+mn-ea"/>
                  <a:cs typeface="+mn-cs"/>
                </a:defRPr>
              </a:lvl2pPr>
              <a:lvl3pPr marL="914400" algn="l" rtl="0" fontAlgn="base">
                <a:spcBef>
                  <a:spcPct val="0"/>
                </a:spcBef>
                <a:spcAft>
                  <a:spcPct val="0"/>
                </a:spcAft>
                <a:defRPr kumimoji="1" sz="1200" kern="1200">
                  <a:solidFill>
                    <a:schemeClr val="lt1"/>
                  </a:solidFill>
                  <a:latin typeface="+mn-lt"/>
                  <a:ea typeface="+mn-ea"/>
                  <a:cs typeface="+mn-cs"/>
                </a:defRPr>
              </a:lvl3pPr>
              <a:lvl4pPr marL="1371600" algn="l" rtl="0" fontAlgn="base">
                <a:spcBef>
                  <a:spcPct val="0"/>
                </a:spcBef>
                <a:spcAft>
                  <a:spcPct val="0"/>
                </a:spcAft>
                <a:defRPr kumimoji="1" sz="1200" kern="1200">
                  <a:solidFill>
                    <a:schemeClr val="lt1"/>
                  </a:solidFill>
                  <a:latin typeface="+mn-lt"/>
                  <a:ea typeface="+mn-ea"/>
                  <a:cs typeface="+mn-cs"/>
                </a:defRPr>
              </a:lvl4pPr>
              <a:lvl5pPr marL="1828800" algn="l" rtl="0" fontAlgn="base">
                <a:spcBef>
                  <a:spcPct val="0"/>
                </a:spcBef>
                <a:spcAft>
                  <a:spcPct val="0"/>
                </a:spcAft>
                <a:defRPr kumimoji="1" sz="1200" kern="1200">
                  <a:solidFill>
                    <a:schemeClr val="lt1"/>
                  </a:solidFill>
                  <a:latin typeface="+mn-lt"/>
                  <a:ea typeface="+mn-ea"/>
                  <a:cs typeface="+mn-cs"/>
                </a:defRPr>
              </a:lvl5pPr>
              <a:lvl6pPr marL="2286000" algn="l" defTabSz="914400" rtl="0" eaLnBrk="1" latinLnBrk="0" hangingPunct="1">
                <a:defRPr kumimoji="1" sz="1200" kern="1200">
                  <a:solidFill>
                    <a:schemeClr val="lt1"/>
                  </a:solidFill>
                  <a:latin typeface="+mn-lt"/>
                  <a:ea typeface="+mn-ea"/>
                  <a:cs typeface="+mn-cs"/>
                </a:defRPr>
              </a:lvl6pPr>
              <a:lvl7pPr marL="2743200" algn="l" defTabSz="914400" rtl="0" eaLnBrk="1" latinLnBrk="0" hangingPunct="1">
                <a:defRPr kumimoji="1" sz="1200" kern="1200">
                  <a:solidFill>
                    <a:schemeClr val="lt1"/>
                  </a:solidFill>
                  <a:latin typeface="+mn-lt"/>
                  <a:ea typeface="+mn-ea"/>
                  <a:cs typeface="+mn-cs"/>
                </a:defRPr>
              </a:lvl7pPr>
              <a:lvl8pPr marL="3200400" algn="l" defTabSz="914400" rtl="0" eaLnBrk="1" latinLnBrk="0" hangingPunct="1">
                <a:defRPr kumimoji="1" sz="1200" kern="1200">
                  <a:solidFill>
                    <a:schemeClr val="lt1"/>
                  </a:solidFill>
                  <a:latin typeface="+mn-lt"/>
                  <a:ea typeface="+mn-ea"/>
                  <a:cs typeface="+mn-cs"/>
                </a:defRPr>
              </a:lvl8pPr>
              <a:lvl9pPr marL="3657600" algn="l" defTabSz="914400" rtl="0" eaLnBrk="1" latinLnBrk="0" hangingPunct="1">
                <a:defRPr kumimoji="1" sz="12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ja-JP" altLang="en-US" sz="1000" b="0" i="0" u="none" strike="noStrike" kern="1200" cap="none" spc="0" normalizeH="0" baseline="0" noProof="0">
                <a:ln>
                  <a:noFill/>
                </a:ln>
                <a:solidFill>
                  <a:srgbClr val="000000">
                    <a:lumMod val="65000"/>
                    <a:lumOff val="35000"/>
                  </a:srgbClr>
                </a:solidFill>
                <a:effectLst/>
                <a:uLnTx/>
                <a:uFillTx/>
                <a:latin typeface="+mn-ea"/>
                <a:cs typeface="メイリオ" panose="020B0604030504040204" pitchFamily="50" charset="-128"/>
              </a:endParaRPr>
            </a:p>
          </p:txBody>
        </p:sp>
        <p:pic>
          <p:nvPicPr>
            <p:cNvPr id="28" name="図 27">
              <a:extLst>
                <a:ext uri="{FF2B5EF4-FFF2-40B4-BE49-F238E27FC236}">
                  <a16:creationId xmlns:a16="http://schemas.microsoft.com/office/drawing/2014/main" id="{7830F949-A84C-58B6-7A32-C60C61AE8A13}"/>
                </a:ext>
              </a:extLst>
            </p:cNvPr>
            <p:cNvPicPr>
              <a:picLocks noChangeAspect="1"/>
            </p:cNvPicPr>
            <p:nvPr/>
          </p:nvPicPr>
          <p:blipFill>
            <a:blip r:embed="rId3"/>
            <a:stretch>
              <a:fillRect/>
            </a:stretch>
          </p:blipFill>
          <p:spPr>
            <a:xfrm>
              <a:off x="8253605" y="3685798"/>
              <a:ext cx="5076109" cy="3773342"/>
            </a:xfrm>
            <a:prstGeom prst="rect">
              <a:avLst/>
            </a:prstGeom>
          </p:spPr>
        </p:pic>
        <p:pic>
          <p:nvPicPr>
            <p:cNvPr id="29" name="図 28">
              <a:extLst>
                <a:ext uri="{FF2B5EF4-FFF2-40B4-BE49-F238E27FC236}">
                  <a16:creationId xmlns:a16="http://schemas.microsoft.com/office/drawing/2014/main" id="{520B9368-B3F8-14A5-483F-6C1B11FF6D3E}"/>
                </a:ext>
              </a:extLst>
            </p:cNvPr>
            <p:cNvPicPr preferRelativeResize="0">
              <a:picLocks/>
            </p:cNvPicPr>
            <p:nvPr/>
          </p:nvPicPr>
          <p:blipFill rotWithShape="1">
            <a:blip r:embed="rId4"/>
            <a:srcRect l="3773" t="1972" r="2000" b="18054"/>
            <a:stretch/>
          </p:blipFill>
          <p:spPr>
            <a:xfrm>
              <a:off x="8253605" y="4506479"/>
              <a:ext cx="4665585" cy="2604756"/>
            </a:xfrm>
            <a:prstGeom prst="rect">
              <a:avLst/>
            </a:prstGeom>
          </p:spPr>
        </p:pic>
        <p:pic>
          <p:nvPicPr>
            <p:cNvPr id="30" name="図 29" descr="時計, 挿絵 が含まれている画像&#10;&#10;自動的に生成された説明">
              <a:extLst>
                <a:ext uri="{FF2B5EF4-FFF2-40B4-BE49-F238E27FC236}">
                  <a16:creationId xmlns:a16="http://schemas.microsoft.com/office/drawing/2014/main" id="{50BE3508-48EE-FE34-C3B2-E84FA0C0FF7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71816" y="828571"/>
              <a:ext cx="3867505" cy="902321"/>
            </a:xfrm>
            <a:prstGeom prst="rect">
              <a:avLst/>
            </a:prstGeom>
          </p:spPr>
        </p:pic>
        <p:sp>
          <p:nvSpPr>
            <p:cNvPr id="31" name="正方形/長方形 30">
              <a:extLst>
                <a:ext uri="{FF2B5EF4-FFF2-40B4-BE49-F238E27FC236}">
                  <a16:creationId xmlns:a16="http://schemas.microsoft.com/office/drawing/2014/main" id="{E7B996B9-E8BB-B0D1-3EBC-5F564A9F1C6E}"/>
                </a:ext>
              </a:extLst>
            </p:cNvPr>
            <p:cNvSpPr/>
            <p:nvPr/>
          </p:nvSpPr>
          <p:spPr>
            <a:xfrm>
              <a:off x="3850723" y="8522340"/>
              <a:ext cx="14206279" cy="2773842"/>
            </a:xfrm>
            <a:prstGeom prst="rect">
              <a:avLst/>
            </a:prstGeom>
            <a:solidFill>
              <a:srgbClr val="EFEFEF"/>
            </a:solidFill>
            <a:ln w="25400" cap="flat" cmpd="sng" algn="ctr">
              <a:noFill/>
              <a:prstDash val="solid"/>
            </a:ln>
            <a:effectLst>
              <a:outerShdw blurRad="50800" dist="38100" dir="2700000" algn="tl" rotWithShape="0">
                <a:prstClr val="black">
                  <a:alpha val="40000"/>
                </a:prstClr>
              </a:outerShdw>
            </a:effectLst>
          </p:spPr>
          <p:txBody>
            <a:bodyPr rtlCol="0" anchor="ctr"/>
            <a:lstStyle>
              <a:defPPr>
                <a:defRPr lang="ja-JP"/>
              </a:defPPr>
              <a:lvl1pPr algn="l" rtl="0" fontAlgn="base">
                <a:spcBef>
                  <a:spcPct val="0"/>
                </a:spcBef>
                <a:spcAft>
                  <a:spcPct val="0"/>
                </a:spcAft>
                <a:defRPr kumimoji="1" sz="1200" kern="1200">
                  <a:solidFill>
                    <a:schemeClr val="lt1"/>
                  </a:solidFill>
                  <a:latin typeface="+mn-lt"/>
                  <a:ea typeface="+mn-ea"/>
                  <a:cs typeface="+mn-cs"/>
                </a:defRPr>
              </a:lvl1pPr>
              <a:lvl2pPr marL="457200" algn="l" rtl="0" fontAlgn="base">
                <a:spcBef>
                  <a:spcPct val="0"/>
                </a:spcBef>
                <a:spcAft>
                  <a:spcPct val="0"/>
                </a:spcAft>
                <a:defRPr kumimoji="1" sz="1200" kern="1200">
                  <a:solidFill>
                    <a:schemeClr val="lt1"/>
                  </a:solidFill>
                  <a:latin typeface="+mn-lt"/>
                  <a:ea typeface="+mn-ea"/>
                  <a:cs typeface="+mn-cs"/>
                </a:defRPr>
              </a:lvl2pPr>
              <a:lvl3pPr marL="914400" algn="l" rtl="0" fontAlgn="base">
                <a:spcBef>
                  <a:spcPct val="0"/>
                </a:spcBef>
                <a:spcAft>
                  <a:spcPct val="0"/>
                </a:spcAft>
                <a:defRPr kumimoji="1" sz="1200" kern="1200">
                  <a:solidFill>
                    <a:schemeClr val="lt1"/>
                  </a:solidFill>
                  <a:latin typeface="+mn-lt"/>
                  <a:ea typeface="+mn-ea"/>
                  <a:cs typeface="+mn-cs"/>
                </a:defRPr>
              </a:lvl3pPr>
              <a:lvl4pPr marL="1371600" algn="l" rtl="0" fontAlgn="base">
                <a:spcBef>
                  <a:spcPct val="0"/>
                </a:spcBef>
                <a:spcAft>
                  <a:spcPct val="0"/>
                </a:spcAft>
                <a:defRPr kumimoji="1" sz="1200" kern="1200">
                  <a:solidFill>
                    <a:schemeClr val="lt1"/>
                  </a:solidFill>
                  <a:latin typeface="+mn-lt"/>
                  <a:ea typeface="+mn-ea"/>
                  <a:cs typeface="+mn-cs"/>
                </a:defRPr>
              </a:lvl4pPr>
              <a:lvl5pPr marL="1828800" algn="l" rtl="0" fontAlgn="base">
                <a:spcBef>
                  <a:spcPct val="0"/>
                </a:spcBef>
                <a:spcAft>
                  <a:spcPct val="0"/>
                </a:spcAft>
                <a:defRPr kumimoji="1" sz="1200" kern="1200">
                  <a:solidFill>
                    <a:schemeClr val="lt1"/>
                  </a:solidFill>
                  <a:latin typeface="+mn-lt"/>
                  <a:ea typeface="+mn-ea"/>
                  <a:cs typeface="+mn-cs"/>
                </a:defRPr>
              </a:lvl5pPr>
              <a:lvl6pPr marL="2286000" algn="l" defTabSz="914400" rtl="0" eaLnBrk="1" latinLnBrk="0" hangingPunct="1">
                <a:defRPr kumimoji="1" sz="1200" kern="1200">
                  <a:solidFill>
                    <a:schemeClr val="lt1"/>
                  </a:solidFill>
                  <a:latin typeface="+mn-lt"/>
                  <a:ea typeface="+mn-ea"/>
                  <a:cs typeface="+mn-cs"/>
                </a:defRPr>
              </a:lvl6pPr>
              <a:lvl7pPr marL="2743200" algn="l" defTabSz="914400" rtl="0" eaLnBrk="1" latinLnBrk="0" hangingPunct="1">
                <a:defRPr kumimoji="1" sz="1200" kern="1200">
                  <a:solidFill>
                    <a:schemeClr val="lt1"/>
                  </a:solidFill>
                  <a:latin typeface="+mn-lt"/>
                  <a:ea typeface="+mn-ea"/>
                  <a:cs typeface="+mn-cs"/>
                </a:defRPr>
              </a:lvl7pPr>
              <a:lvl8pPr marL="3200400" algn="l" defTabSz="914400" rtl="0" eaLnBrk="1" latinLnBrk="0" hangingPunct="1">
                <a:defRPr kumimoji="1" sz="1200" kern="1200">
                  <a:solidFill>
                    <a:schemeClr val="lt1"/>
                  </a:solidFill>
                  <a:latin typeface="+mn-lt"/>
                  <a:ea typeface="+mn-ea"/>
                  <a:cs typeface="+mn-cs"/>
                </a:defRPr>
              </a:lvl8pPr>
              <a:lvl9pPr marL="3657600" algn="l" defTabSz="914400" rtl="0" eaLnBrk="1" latinLnBrk="0" hangingPunct="1">
                <a:defRPr kumimoji="1" sz="1200" kern="1200">
                  <a:solidFill>
                    <a:schemeClr val="lt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ja-JP" altLang="en-US" sz="2400" b="0" i="0" u="none" strike="noStrike" kern="1200" cap="none" spc="0" normalizeH="0" baseline="0" noProof="0" dirty="0">
                  <a:ln>
                    <a:noFill/>
                  </a:ln>
                  <a:solidFill>
                    <a:srgbClr val="000000"/>
                  </a:solidFill>
                  <a:effectLst/>
                  <a:uLnTx/>
                  <a:uFillTx/>
                  <a:latin typeface="+mn-ea"/>
                  <a:cs typeface="+mn-cs"/>
                </a:rPr>
                <a:t>①ブラックボックス化したレガシーシステム</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ja-JP" altLang="en-US" sz="2400" b="0" i="0" u="none" strike="noStrike" kern="1200" cap="none" spc="0" normalizeH="0" baseline="0" noProof="0" dirty="0">
                  <a:ln>
                    <a:noFill/>
                  </a:ln>
                  <a:solidFill>
                    <a:srgbClr val="000000"/>
                  </a:solidFill>
                  <a:effectLst/>
                  <a:uLnTx/>
                  <a:uFillTx/>
                  <a:latin typeface="+mn-ea"/>
                  <a:cs typeface="+mn-cs"/>
                </a:rPr>
                <a:t>②分散されたデータベース</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ja-JP" altLang="en-US" sz="2400" b="0" i="0" u="none" strike="noStrike" kern="1200" cap="none" spc="0" normalizeH="0" baseline="0" noProof="0" dirty="0">
                  <a:ln>
                    <a:noFill/>
                  </a:ln>
                  <a:solidFill>
                    <a:srgbClr val="000000"/>
                  </a:solidFill>
                  <a:effectLst/>
                  <a:uLnTx/>
                  <a:uFillTx/>
                  <a:latin typeface="+mn-ea"/>
                  <a:cs typeface="+mn-cs"/>
                </a:rPr>
                <a:t>③開発者不足によるシステム構築の長期化</a:t>
              </a:r>
            </a:p>
          </p:txBody>
        </p:sp>
        <p:sp>
          <p:nvSpPr>
            <p:cNvPr id="32" name="二等辺三角形 31">
              <a:extLst>
                <a:ext uri="{FF2B5EF4-FFF2-40B4-BE49-F238E27FC236}">
                  <a16:creationId xmlns:a16="http://schemas.microsoft.com/office/drawing/2014/main" id="{273A6D01-93D6-BA0E-9C90-D10CCD9A9902}"/>
                </a:ext>
              </a:extLst>
            </p:cNvPr>
            <p:cNvSpPr/>
            <p:nvPr/>
          </p:nvSpPr>
          <p:spPr>
            <a:xfrm>
              <a:off x="9113286" y="7622646"/>
              <a:ext cx="3068497" cy="736187"/>
            </a:xfrm>
            <a:prstGeom prst="triangle">
              <a:avLst/>
            </a:prstGeom>
            <a:solidFill>
              <a:srgbClr val="A8C1E6"/>
            </a:solidFill>
            <a:ln w="25400" cap="flat" cmpd="sng" algn="ctr">
              <a:noFill/>
              <a:prstDash val="solid"/>
            </a:ln>
            <a:effectLst/>
          </p:spPr>
          <p:txBody>
            <a:bodyPr rtlCol="0" anchor="ctr"/>
            <a:lstStyle>
              <a:defPPr>
                <a:defRPr lang="ja-JP"/>
              </a:defPPr>
              <a:lvl1pPr algn="l" rtl="0" fontAlgn="base">
                <a:spcBef>
                  <a:spcPct val="0"/>
                </a:spcBef>
                <a:spcAft>
                  <a:spcPct val="0"/>
                </a:spcAft>
                <a:defRPr kumimoji="1" sz="1200" kern="1200">
                  <a:solidFill>
                    <a:schemeClr val="lt1"/>
                  </a:solidFill>
                  <a:latin typeface="+mn-lt"/>
                  <a:ea typeface="+mn-ea"/>
                  <a:cs typeface="+mn-cs"/>
                </a:defRPr>
              </a:lvl1pPr>
              <a:lvl2pPr marL="457200" algn="l" rtl="0" fontAlgn="base">
                <a:spcBef>
                  <a:spcPct val="0"/>
                </a:spcBef>
                <a:spcAft>
                  <a:spcPct val="0"/>
                </a:spcAft>
                <a:defRPr kumimoji="1" sz="1200" kern="1200">
                  <a:solidFill>
                    <a:schemeClr val="lt1"/>
                  </a:solidFill>
                  <a:latin typeface="+mn-lt"/>
                  <a:ea typeface="+mn-ea"/>
                  <a:cs typeface="+mn-cs"/>
                </a:defRPr>
              </a:lvl2pPr>
              <a:lvl3pPr marL="914400" algn="l" rtl="0" fontAlgn="base">
                <a:spcBef>
                  <a:spcPct val="0"/>
                </a:spcBef>
                <a:spcAft>
                  <a:spcPct val="0"/>
                </a:spcAft>
                <a:defRPr kumimoji="1" sz="1200" kern="1200">
                  <a:solidFill>
                    <a:schemeClr val="lt1"/>
                  </a:solidFill>
                  <a:latin typeface="+mn-lt"/>
                  <a:ea typeface="+mn-ea"/>
                  <a:cs typeface="+mn-cs"/>
                </a:defRPr>
              </a:lvl3pPr>
              <a:lvl4pPr marL="1371600" algn="l" rtl="0" fontAlgn="base">
                <a:spcBef>
                  <a:spcPct val="0"/>
                </a:spcBef>
                <a:spcAft>
                  <a:spcPct val="0"/>
                </a:spcAft>
                <a:defRPr kumimoji="1" sz="1200" kern="1200">
                  <a:solidFill>
                    <a:schemeClr val="lt1"/>
                  </a:solidFill>
                  <a:latin typeface="+mn-lt"/>
                  <a:ea typeface="+mn-ea"/>
                  <a:cs typeface="+mn-cs"/>
                </a:defRPr>
              </a:lvl4pPr>
              <a:lvl5pPr marL="1828800" algn="l" rtl="0" fontAlgn="base">
                <a:spcBef>
                  <a:spcPct val="0"/>
                </a:spcBef>
                <a:spcAft>
                  <a:spcPct val="0"/>
                </a:spcAft>
                <a:defRPr kumimoji="1" sz="1200" kern="1200">
                  <a:solidFill>
                    <a:schemeClr val="lt1"/>
                  </a:solidFill>
                  <a:latin typeface="+mn-lt"/>
                  <a:ea typeface="+mn-ea"/>
                  <a:cs typeface="+mn-cs"/>
                </a:defRPr>
              </a:lvl5pPr>
              <a:lvl6pPr marL="2286000" algn="l" defTabSz="914400" rtl="0" eaLnBrk="1" latinLnBrk="0" hangingPunct="1">
                <a:defRPr kumimoji="1" sz="1200" kern="1200">
                  <a:solidFill>
                    <a:schemeClr val="lt1"/>
                  </a:solidFill>
                  <a:latin typeface="+mn-lt"/>
                  <a:ea typeface="+mn-ea"/>
                  <a:cs typeface="+mn-cs"/>
                </a:defRPr>
              </a:lvl6pPr>
              <a:lvl7pPr marL="2743200" algn="l" defTabSz="914400" rtl="0" eaLnBrk="1" latinLnBrk="0" hangingPunct="1">
                <a:defRPr kumimoji="1" sz="1200" kern="1200">
                  <a:solidFill>
                    <a:schemeClr val="lt1"/>
                  </a:solidFill>
                  <a:latin typeface="+mn-lt"/>
                  <a:ea typeface="+mn-ea"/>
                  <a:cs typeface="+mn-cs"/>
                </a:defRPr>
              </a:lvl7pPr>
              <a:lvl8pPr marL="3200400" algn="l" defTabSz="914400" rtl="0" eaLnBrk="1" latinLnBrk="0" hangingPunct="1">
                <a:defRPr kumimoji="1" sz="1200" kern="1200">
                  <a:solidFill>
                    <a:schemeClr val="lt1"/>
                  </a:solidFill>
                  <a:latin typeface="+mn-lt"/>
                  <a:ea typeface="+mn-ea"/>
                  <a:cs typeface="+mn-cs"/>
                </a:defRPr>
              </a:lvl8pPr>
              <a:lvl9pPr marL="3657600" algn="l" defTabSz="914400" rtl="0" eaLnBrk="1" latinLnBrk="0" hangingPunct="1">
                <a:defRPr kumimoji="1" sz="12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ja-JP" altLang="en-US" sz="1200" b="0" i="0" u="none" strike="noStrike" kern="1200" cap="none" spc="0" normalizeH="0" baseline="0" noProof="0">
                <a:ln>
                  <a:noFill/>
                </a:ln>
                <a:solidFill>
                  <a:srgbClr val="FFFFFF"/>
                </a:solidFill>
                <a:effectLst/>
                <a:uLnTx/>
                <a:uFillTx/>
                <a:latin typeface="+mn-ea"/>
                <a:cs typeface="+mn-cs"/>
              </a:endParaRPr>
            </a:p>
          </p:txBody>
        </p:sp>
        <p:grpSp>
          <p:nvGrpSpPr>
            <p:cNvPr id="33" name="グループ化 32">
              <a:extLst>
                <a:ext uri="{FF2B5EF4-FFF2-40B4-BE49-F238E27FC236}">
                  <a16:creationId xmlns:a16="http://schemas.microsoft.com/office/drawing/2014/main" id="{7AC34A1D-EFB1-6554-18CE-FE58F3D543BC}"/>
                </a:ext>
              </a:extLst>
            </p:cNvPr>
            <p:cNvGrpSpPr/>
            <p:nvPr/>
          </p:nvGrpSpPr>
          <p:grpSpPr>
            <a:xfrm>
              <a:off x="5007744" y="487519"/>
              <a:ext cx="12737113" cy="4272885"/>
              <a:chOff x="5007348" y="3899232"/>
              <a:chExt cx="12771714" cy="3937992"/>
            </a:xfrm>
          </p:grpSpPr>
          <p:pic>
            <p:nvPicPr>
              <p:cNvPr id="41" name="図 40">
                <a:extLst>
                  <a:ext uri="{FF2B5EF4-FFF2-40B4-BE49-F238E27FC236}">
                    <a16:creationId xmlns:a16="http://schemas.microsoft.com/office/drawing/2014/main" id="{2FE5871F-8F5B-F475-955D-BAE639654495}"/>
                  </a:ext>
                </a:extLst>
              </p:cNvPr>
              <p:cNvPicPr preferRelativeResize="0">
                <a:picLocks/>
              </p:cNvPicPr>
              <p:nvPr/>
            </p:nvPicPr>
            <p:blipFill>
              <a:blip r:embed="rId6" cstate="print">
                <a:extLst>
                  <a:ext uri="{28A0092B-C50C-407E-A947-70E740481C1C}">
                    <a14:useLocalDpi xmlns:a14="http://schemas.microsoft.com/office/drawing/2010/main" val="0"/>
                  </a:ext>
                </a:extLst>
              </a:blip>
              <a:stretch>
                <a:fillRect/>
              </a:stretch>
            </p:blipFill>
            <p:spPr>
              <a:xfrm>
                <a:off x="11854844" y="5033362"/>
                <a:ext cx="5924218" cy="1677521"/>
              </a:xfrm>
              <a:prstGeom prst="rect">
                <a:avLst/>
              </a:prstGeom>
            </p:spPr>
          </p:pic>
          <p:pic>
            <p:nvPicPr>
              <p:cNvPr id="42" name="図 41" descr="ロゴ&#10;&#10;自動的に生成された説明">
                <a:extLst>
                  <a:ext uri="{FF2B5EF4-FFF2-40B4-BE49-F238E27FC236}">
                    <a16:creationId xmlns:a16="http://schemas.microsoft.com/office/drawing/2014/main" id="{2982CED2-D4EF-B265-913A-373B07F767A8}"/>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007348" y="5234267"/>
                <a:ext cx="3606985" cy="1197038"/>
              </a:xfrm>
              <a:prstGeom prst="rect">
                <a:avLst/>
              </a:prstGeom>
            </p:spPr>
          </p:pic>
          <p:sp>
            <p:nvSpPr>
              <p:cNvPr id="43" name="テキスト ボックス 13">
                <a:extLst>
                  <a:ext uri="{FF2B5EF4-FFF2-40B4-BE49-F238E27FC236}">
                    <a16:creationId xmlns:a16="http://schemas.microsoft.com/office/drawing/2014/main" id="{A41F8FE7-E48F-6756-1F07-966715F880A9}"/>
                  </a:ext>
                </a:extLst>
              </p:cNvPr>
              <p:cNvSpPr txBox="1"/>
              <p:nvPr/>
            </p:nvSpPr>
            <p:spPr>
              <a:xfrm>
                <a:off x="9572662" y="3899232"/>
                <a:ext cx="1735763" cy="3937992"/>
              </a:xfrm>
              <a:prstGeom prst="rect">
                <a:avLst/>
              </a:prstGeom>
              <a:noFill/>
            </p:spPr>
            <p:txBody>
              <a:bodyPr wrap="square" rtlCol="0" anchor="ctr">
                <a:spAutoFit/>
              </a:bodyPr>
              <a:lstStyle>
                <a:defPPr>
                  <a:defRPr lang="ja-JP"/>
                </a:defPPr>
                <a:lvl1pPr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1pPr>
                <a:lvl2pPr marL="4572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2pPr>
                <a:lvl3pPr marL="9144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3pPr>
                <a:lvl4pPr marL="13716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4pPr>
                <a:lvl5pPr marL="18288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5pPr>
                <a:lvl6pPr marL="2286000" algn="l" defTabSz="914400" rtl="0" eaLnBrk="1" latinLnBrk="0" hangingPunct="1">
                  <a:defRPr kumimoji="1" sz="1200" kern="1200">
                    <a:solidFill>
                      <a:schemeClr val="tx1"/>
                    </a:solidFill>
                    <a:latin typeface="Verdana" pitchFamily="34" charset="0"/>
                    <a:ea typeface="ＭＳ ゴシック" pitchFamily="49" charset="-128"/>
                    <a:cs typeface="+mn-cs"/>
                  </a:defRPr>
                </a:lvl6pPr>
                <a:lvl7pPr marL="2743200" algn="l" defTabSz="914400" rtl="0" eaLnBrk="1" latinLnBrk="0" hangingPunct="1">
                  <a:defRPr kumimoji="1" sz="1200" kern="1200">
                    <a:solidFill>
                      <a:schemeClr val="tx1"/>
                    </a:solidFill>
                    <a:latin typeface="Verdana" pitchFamily="34" charset="0"/>
                    <a:ea typeface="ＭＳ ゴシック" pitchFamily="49" charset="-128"/>
                    <a:cs typeface="+mn-cs"/>
                  </a:defRPr>
                </a:lvl7pPr>
                <a:lvl8pPr marL="3200400" algn="l" defTabSz="914400" rtl="0" eaLnBrk="1" latinLnBrk="0" hangingPunct="1">
                  <a:defRPr kumimoji="1" sz="1200" kern="1200">
                    <a:solidFill>
                      <a:schemeClr val="tx1"/>
                    </a:solidFill>
                    <a:latin typeface="Verdana" pitchFamily="34" charset="0"/>
                    <a:ea typeface="ＭＳ ゴシック" pitchFamily="49" charset="-128"/>
                    <a:cs typeface="+mn-cs"/>
                  </a:defRPr>
                </a:lvl8pPr>
                <a:lvl9pPr marL="3657600" algn="l" defTabSz="914400" rtl="0" eaLnBrk="1" latinLnBrk="0" hangingPunct="1">
                  <a:defRPr kumimoji="1" sz="1200" kern="1200">
                    <a:solidFill>
                      <a:schemeClr val="tx1"/>
                    </a:solidFill>
                    <a:latin typeface="Verdana" pitchFamily="34" charset="0"/>
                    <a:ea typeface="ＭＳ ゴシック" pitchFamily="49" charset="-128"/>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3800" b="1" i="0" u="none" strike="noStrike" kern="1200" cap="none" spc="0" normalizeH="0" baseline="0" noProof="0" dirty="0">
                    <a:ln>
                      <a:noFill/>
                    </a:ln>
                    <a:solidFill>
                      <a:srgbClr val="000000"/>
                    </a:solidFill>
                    <a:effectLst/>
                    <a:uLnTx/>
                    <a:uFillTx/>
                    <a:latin typeface="+mn-ea"/>
                    <a:ea typeface="+mn-ea"/>
                    <a:cs typeface="Aharoni" panose="02010803020104030203" pitchFamily="2" charset="-79"/>
                  </a:rPr>
                  <a:t>×</a:t>
                </a:r>
                <a:endParaRPr kumimoji="1" lang="ja-JP" altLang="en-US" sz="13800" b="1" i="0" u="none" strike="noStrike" kern="1200" cap="none" spc="0" normalizeH="0" baseline="0" noProof="0" dirty="0">
                  <a:ln>
                    <a:noFill/>
                  </a:ln>
                  <a:solidFill>
                    <a:srgbClr val="000000"/>
                  </a:solidFill>
                  <a:effectLst/>
                  <a:uLnTx/>
                  <a:uFillTx/>
                  <a:latin typeface="+mn-ea"/>
                  <a:ea typeface="+mn-ea"/>
                  <a:cs typeface="Aharoni" panose="02010803020104030203" pitchFamily="2" charset="-79"/>
                </a:endParaRPr>
              </a:p>
            </p:txBody>
          </p:sp>
        </p:grpSp>
        <p:sp>
          <p:nvSpPr>
            <p:cNvPr id="34" name="テキスト ボックス 14">
              <a:extLst>
                <a:ext uri="{FF2B5EF4-FFF2-40B4-BE49-F238E27FC236}">
                  <a16:creationId xmlns:a16="http://schemas.microsoft.com/office/drawing/2014/main" id="{FC8A2D35-9A4C-5B20-D8C1-BC2C7B7D55D8}"/>
                </a:ext>
              </a:extLst>
            </p:cNvPr>
            <p:cNvSpPr txBox="1"/>
            <p:nvPr/>
          </p:nvSpPr>
          <p:spPr>
            <a:xfrm>
              <a:off x="4052010" y="1099860"/>
              <a:ext cx="5709134" cy="652802"/>
            </a:xfrm>
            <a:prstGeom prst="rect">
              <a:avLst/>
            </a:prstGeom>
            <a:noFill/>
          </p:spPr>
          <p:txBody>
            <a:bodyPr wrap="square" rtlCol="0">
              <a:spAutoFit/>
            </a:bodyPr>
            <a:lstStyle>
              <a:defPPr>
                <a:defRPr lang="ja-JP"/>
              </a:defPPr>
              <a:lvl1pPr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1pPr>
              <a:lvl2pPr marL="4572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2pPr>
              <a:lvl3pPr marL="9144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3pPr>
              <a:lvl4pPr marL="13716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4pPr>
              <a:lvl5pPr marL="18288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5pPr>
              <a:lvl6pPr marL="2286000" algn="l" defTabSz="914400" rtl="0" eaLnBrk="1" latinLnBrk="0" hangingPunct="1">
                <a:defRPr kumimoji="1" sz="1200" kern="1200">
                  <a:solidFill>
                    <a:schemeClr val="tx1"/>
                  </a:solidFill>
                  <a:latin typeface="Verdana" pitchFamily="34" charset="0"/>
                  <a:ea typeface="ＭＳ ゴシック" pitchFamily="49" charset="-128"/>
                  <a:cs typeface="+mn-cs"/>
                </a:defRPr>
              </a:lvl6pPr>
              <a:lvl7pPr marL="2743200" algn="l" defTabSz="914400" rtl="0" eaLnBrk="1" latinLnBrk="0" hangingPunct="1">
                <a:defRPr kumimoji="1" sz="1200" kern="1200">
                  <a:solidFill>
                    <a:schemeClr val="tx1"/>
                  </a:solidFill>
                  <a:latin typeface="Verdana" pitchFamily="34" charset="0"/>
                  <a:ea typeface="ＭＳ ゴシック" pitchFamily="49" charset="-128"/>
                  <a:cs typeface="+mn-cs"/>
                </a:defRPr>
              </a:lvl7pPr>
              <a:lvl8pPr marL="3200400" algn="l" defTabSz="914400" rtl="0" eaLnBrk="1" latinLnBrk="0" hangingPunct="1">
                <a:defRPr kumimoji="1" sz="1200" kern="1200">
                  <a:solidFill>
                    <a:schemeClr val="tx1"/>
                  </a:solidFill>
                  <a:latin typeface="Verdana" pitchFamily="34" charset="0"/>
                  <a:ea typeface="ＭＳ ゴシック" pitchFamily="49" charset="-128"/>
                  <a:cs typeface="+mn-cs"/>
                </a:defRPr>
              </a:lvl8pPr>
              <a:lvl9pPr marL="3657600" algn="l" defTabSz="914400" rtl="0" eaLnBrk="1" latinLnBrk="0" hangingPunct="1">
                <a:defRPr kumimoji="1" sz="1200" kern="1200">
                  <a:solidFill>
                    <a:schemeClr val="tx1"/>
                  </a:solidFill>
                  <a:latin typeface="Verdana" pitchFamily="34" charset="0"/>
                  <a:ea typeface="ＭＳ ゴシック" pitchFamily="49" charset="-128"/>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1600" b="0" i="0" u="none" strike="noStrike" kern="1200" cap="none" spc="0" normalizeH="0" baseline="0" noProof="0" dirty="0">
                  <a:ln>
                    <a:noFill/>
                  </a:ln>
                  <a:solidFill>
                    <a:srgbClr val="000000"/>
                  </a:solidFill>
                  <a:effectLst/>
                  <a:uLnTx/>
                  <a:uFillTx/>
                  <a:latin typeface="+mn-ea"/>
                  <a:ea typeface="+mn-ea"/>
                  <a:cs typeface="+mn-cs"/>
                </a:rPr>
                <a:t>業務システム開発ノウハウ</a:t>
              </a:r>
            </a:p>
          </p:txBody>
        </p:sp>
        <p:sp>
          <p:nvSpPr>
            <p:cNvPr id="35" name="テキスト ボックス 15">
              <a:extLst>
                <a:ext uri="{FF2B5EF4-FFF2-40B4-BE49-F238E27FC236}">
                  <a16:creationId xmlns:a16="http://schemas.microsoft.com/office/drawing/2014/main" id="{24631C8F-2A34-48EE-CF2E-4430BF205047}"/>
                </a:ext>
              </a:extLst>
            </p:cNvPr>
            <p:cNvSpPr txBox="1"/>
            <p:nvPr/>
          </p:nvSpPr>
          <p:spPr>
            <a:xfrm>
              <a:off x="12814150" y="1150107"/>
              <a:ext cx="3867480" cy="652802"/>
            </a:xfrm>
            <a:prstGeom prst="rect">
              <a:avLst/>
            </a:prstGeom>
            <a:noFill/>
          </p:spPr>
          <p:txBody>
            <a:bodyPr wrap="square" rtlCol="0">
              <a:spAutoFit/>
            </a:bodyPr>
            <a:lstStyle>
              <a:defPPr>
                <a:defRPr lang="ja-JP"/>
              </a:defPPr>
              <a:lvl1pPr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1pPr>
              <a:lvl2pPr marL="4572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2pPr>
              <a:lvl3pPr marL="9144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3pPr>
              <a:lvl4pPr marL="13716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4pPr>
              <a:lvl5pPr marL="18288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5pPr>
              <a:lvl6pPr marL="2286000" algn="l" defTabSz="914400" rtl="0" eaLnBrk="1" latinLnBrk="0" hangingPunct="1">
                <a:defRPr kumimoji="1" sz="1200" kern="1200">
                  <a:solidFill>
                    <a:schemeClr val="tx1"/>
                  </a:solidFill>
                  <a:latin typeface="Verdana" pitchFamily="34" charset="0"/>
                  <a:ea typeface="ＭＳ ゴシック" pitchFamily="49" charset="-128"/>
                  <a:cs typeface="+mn-cs"/>
                </a:defRPr>
              </a:lvl6pPr>
              <a:lvl7pPr marL="2743200" algn="l" defTabSz="914400" rtl="0" eaLnBrk="1" latinLnBrk="0" hangingPunct="1">
                <a:defRPr kumimoji="1" sz="1200" kern="1200">
                  <a:solidFill>
                    <a:schemeClr val="tx1"/>
                  </a:solidFill>
                  <a:latin typeface="Verdana" pitchFamily="34" charset="0"/>
                  <a:ea typeface="ＭＳ ゴシック" pitchFamily="49" charset="-128"/>
                  <a:cs typeface="+mn-cs"/>
                </a:defRPr>
              </a:lvl7pPr>
              <a:lvl8pPr marL="3200400" algn="l" defTabSz="914400" rtl="0" eaLnBrk="1" latinLnBrk="0" hangingPunct="1">
                <a:defRPr kumimoji="1" sz="1200" kern="1200">
                  <a:solidFill>
                    <a:schemeClr val="tx1"/>
                  </a:solidFill>
                  <a:latin typeface="Verdana" pitchFamily="34" charset="0"/>
                  <a:ea typeface="ＭＳ ゴシック" pitchFamily="49" charset="-128"/>
                  <a:cs typeface="+mn-cs"/>
                </a:defRPr>
              </a:lvl8pPr>
              <a:lvl9pPr marL="3657600" algn="l" defTabSz="914400" rtl="0" eaLnBrk="1" latinLnBrk="0" hangingPunct="1">
                <a:defRPr kumimoji="1" sz="1200" kern="1200">
                  <a:solidFill>
                    <a:schemeClr val="tx1"/>
                  </a:solidFill>
                  <a:latin typeface="Verdana" pitchFamily="34" charset="0"/>
                  <a:ea typeface="ＭＳ ゴシック" pitchFamily="49" charset="-128"/>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1600" b="0" i="0" u="none" strike="noStrike" kern="1200" cap="none" spc="0" normalizeH="0" baseline="0" noProof="0" dirty="0">
                  <a:ln>
                    <a:noFill/>
                  </a:ln>
                  <a:solidFill>
                    <a:srgbClr val="000000"/>
                  </a:solidFill>
                  <a:effectLst/>
                  <a:uLnTx/>
                  <a:uFillTx/>
                  <a:latin typeface="+mn-ea"/>
                  <a:ea typeface="+mn-ea"/>
                  <a:cs typeface="+mn-cs"/>
                </a:rPr>
                <a:t>ローコードツール</a:t>
              </a:r>
            </a:p>
          </p:txBody>
        </p:sp>
        <p:pic>
          <p:nvPicPr>
            <p:cNvPr id="36" name="図 35">
              <a:extLst>
                <a:ext uri="{FF2B5EF4-FFF2-40B4-BE49-F238E27FC236}">
                  <a16:creationId xmlns:a16="http://schemas.microsoft.com/office/drawing/2014/main" id="{095A1F9F-528F-33F6-2C29-2258D54B6C87}"/>
                </a:ext>
              </a:extLst>
            </p:cNvPr>
            <p:cNvPicPr>
              <a:picLocks noChangeAspect="1"/>
            </p:cNvPicPr>
            <p:nvPr/>
          </p:nvPicPr>
          <p:blipFill>
            <a:blip r:embed="rId8"/>
            <a:stretch>
              <a:fillRect/>
            </a:stretch>
          </p:blipFill>
          <p:spPr>
            <a:xfrm>
              <a:off x="1699987" y="3685798"/>
              <a:ext cx="5262819" cy="3773342"/>
            </a:xfrm>
            <a:prstGeom prst="rect">
              <a:avLst/>
            </a:prstGeom>
          </p:spPr>
        </p:pic>
        <p:pic>
          <p:nvPicPr>
            <p:cNvPr id="37" name="図 36">
              <a:extLst>
                <a:ext uri="{FF2B5EF4-FFF2-40B4-BE49-F238E27FC236}">
                  <a16:creationId xmlns:a16="http://schemas.microsoft.com/office/drawing/2014/main" id="{F74D204D-2B29-83C4-21C6-6F535A569AFA}"/>
                </a:ext>
              </a:extLst>
            </p:cNvPr>
            <p:cNvPicPr>
              <a:picLocks noChangeAspect="1"/>
            </p:cNvPicPr>
            <p:nvPr/>
          </p:nvPicPr>
          <p:blipFill>
            <a:blip r:embed="rId9"/>
            <a:stretch>
              <a:fillRect/>
            </a:stretch>
          </p:blipFill>
          <p:spPr>
            <a:xfrm>
              <a:off x="14886000" y="3759028"/>
              <a:ext cx="5477825" cy="3773343"/>
            </a:xfrm>
            <a:prstGeom prst="rect">
              <a:avLst/>
            </a:prstGeom>
          </p:spPr>
        </p:pic>
        <p:sp>
          <p:nvSpPr>
            <p:cNvPr id="38" name="テキスト ボックス 18">
              <a:extLst>
                <a:ext uri="{FF2B5EF4-FFF2-40B4-BE49-F238E27FC236}">
                  <a16:creationId xmlns:a16="http://schemas.microsoft.com/office/drawing/2014/main" id="{6875C48F-5DE0-1C1E-ACE6-C95046530708}"/>
                </a:ext>
              </a:extLst>
            </p:cNvPr>
            <p:cNvSpPr txBox="1"/>
            <p:nvPr/>
          </p:nvSpPr>
          <p:spPr>
            <a:xfrm>
              <a:off x="3238727" y="4518642"/>
              <a:ext cx="2185336" cy="466809"/>
            </a:xfrm>
            <a:prstGeom prst="rect">
              <a:avLst/>
            </a:prstGeom>
            <a:solidFill>
              <a:srgbClr val="F7F7F7"/>
            </a:solidFill>
          </p:spPr>
          <p:txBody>
            <a:bodyPr wrap="none" tIns="0" bIns="0" rtlCol="0" anchor="ctr">
              <a:noAutofit/>
            </a:bodyPr>
            <a:lstStyle>
              <a:defPPr>
                <a:defRPr lang="ja-JP"/>
              </a:defPPr>
              <a:lvl1pPr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1pPr>
              <a:lvl2pPr marL="4572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2pPr>
              <a:lvl3pPr marL="9144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3pPr>
              <a:lvl4pPr marL="13716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4pPr>
              <a:lvl5pPr marL="18288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5pPr>
              <a:lvl6pPr marL="2286000" algn="l" defTabSz="914400" rtl="0" eaLnBrk="1" latinLnBrk="0" hangingPunct="1">
                <a:defRPr kumimoji="1" sz="1200" kern="1200">
                  <a:solidFill>
                    <a:schemeClr val="tx1"/>
                  </a:solidFill>
                  <a:latin typeface="Verdana" pitchFamily="34" charset="0"/>
                  <a:ea typeface="ＭＳ ゴシック" pitchFamily="49" charset="-128"/>
                  <a:cs typeface="+mn-cs"/>
                </a:defRPr>
              </a:lvl6pPr>
              <a:lvl7pPr marL="2743200" algn="l" defTabSz="914400" rtl="0" eaLnBrk="1" latinLnBrk="0" hangingPunct="1">
                <a:defRPr kumimoji="1" sz="1200" kern="1200">
                  <a:solidFill>
                    <a:schemeClr val="tx1"/>
                  </a:solidFill>
                  <a:latin typeface="Verdana" pitchFamily="34" charset="0"/>
                  <a:ea typeface="ＭＳ ゴシック" pitchFamily="49" charset="-128"/>
                  <a:cs typeface="+mn-cs"/>
                </a:defRPr>
              </a:lvl7pPr>
              <a:lvl8pPr marL="3200400" algn="l" defTabSz="914400" rtl="0" eaLnBrk="1" latinLnBrk="0" hangingPunct="1">
                <a:defRPr kumimoji="1" sz="1200" kern="1200">
                  <a:solidFill>
                    <a:schemeClr val="tx1"/>
                  </a:solidFill>
                  <a:latin typeface="Verdana" pitchFamily="34" charset="0"/>
                  <a:ea typeface="ＭＳ ゴシック" pitchFamily="49" charset="-128"/>
                  <a:cs typeface="+mn-cs"/>
                </a:defRPr>
              </a:lvl8pPr>
              <a:lvl9pPr marL="3657600" algn="l" defTabSz="914400" rtl="0" eaLnBrk="1" latinLnBrk="0" hangingPunct="1">
                <a:defRPr kumimoji="1" sz="1200" kern="1200">
                  <a:solidFill>
                    <a:schemeClr val="tx1"/>
                  </a:solidFill>
                  <a:latin typeface="Verdana" pitchFamily="34" charset="0"/>
                  <a:ea typeface="ＭＳ ゴシック" pitchFamily="49" charset="-128"/>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1200" b="1" i="0" u="none" strike="noStrike" kern="1200" cap="none" spc="0" normalizeH="0" baseline="0" noProof="0" dirty="0">
                  <a:ln>
                    <a:noFill/>
                  </a:ln>
                  <a:solidFill>
                    <a:srgbClr val="000000"/>
                  </a:solidFill>
                  <a:effectLst/>
                  <a:uLnTx/>
                  <a:uFillTx/>
                  <a:latin typeface="+mn-ea"/>
                  <a:ea typeface="+mn-ea"/>
                  <a:cs typeface="+mn-cs"/>
                </a:rPr>
                <a:t>負荷照会機能</a:t>
              </a:r>
            </a:p>
          </p:txBody>
        </p:sp>
        <p:sp>
          <p:nvSpPr>
            <p:cNvPr id="39" name="テキスト ボックス 19">
              <a:extLst>
                <a:ext uri="{FF2B5EF4-FFF2-40B4-BE49-F238E27FC236}">
                  <a16:creationId xmlns:a16="http://schemas.microsoft.com/office/drawing/2014/main" id="{7EA12706-DA7E-ADE3-BFB4-25963D431A45}"/>
                </a:ext>
              </a:extLst>
            </p:cNvPr>
            <p:cNvSpPr txBox="1"/>
            <p:nvPr/>
          </p:nvSpPr>
          <p:spPr>
            <a:xfrm>
              <a:off x="9541942" y="4690453"/>
              <a:ext cx="2320526" cy="347873"/>
            </a:xfrm>
            <a:prstGeom prst="rect">
              <a:avLst/>
            </a:prstGeom>
            <a:solidFill>
              <a:srgbClr val="F7F7F7"/>
            </a:solidFill>
          </p:spPr>
          <p:txBody>
            <a:bodyPr wrap="none" tIns="0" bIns="0" rtlCol="0" anchor="ctr">
              <a:noAutofit/>
            </a:bodyPr>
            <a:lstStyle>
              <a:defPPr>
                <a:defRPr lang="ja-JP"/>
              </a:defPPr>
              <a:lvl1pPr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1pPr>
              <a:lvl2pPr marL="4572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2pPr>
              <a:lvl3pPr marL="9144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3pPr>
              <a:lvl4pPr marL="13716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4pPr>
              <a:lvl5pPr marL="18288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5pPr>
              <a:lvl6pPr marL="2286000" algn="l" defTabSz="914400" rtl="0" eaLnBrk="1" latinLnBrk="0" hangingPunct="1">
                <a:defRPr kumimoji="1" sz="1200" kern="1200">
                  <a:solidFill>
                    <a:schemeClr val="tx1"/>
                  </a:solidFill>
                  <a:latin typeface="Verdana" pitchFamily="34" charset="0"/>
                  <a:ea typeface="ＭＳ ゴシック" pitchFamily="49" charset="-128"/>
                  <a:cs typeface="+mn-cs"/>
                </a:defRPr>
              </a:lvl6pPr>
              <a:lvl7pPr marL="2743200" algn="l" defTabSz="914400" rtl="0" eaLnBrk="1" latinLnBrk="0" hangingPunct="1">
                <a:defRPr kumimoji="1" sz="1200" kern="1200">
                  <a:solidFill>
                    <a:schemeClr val="tx1"/>
                  </a:solidFill>
                  <a:latin typeface="Verdana" pitchFamily="34" charset="0"/>
                  <a:ea typeface="ＭＳ ゴシック" pitchFamily="49" charset="-128"/>
                  <a:cs typeface="+mn-cs"/>
                </a:defRPr>
              </a:lvl7pPr>
              <a:lvl8pPr marL="3200400" algn="l" defTabSz="914400" rtl="0" eaLnBrk="1" latinLnBrk="0" hangingPunct="1">
                <a:defRPr kumimoji="1" sz="1200" kern="1200">
                  <a:solidFill>
                    <a:schemeClr val="tx1"/>
                  </a:solidFill>
                  <a:latin typeface="Verdana" pitchFamily="34" charset="0"/>
                  <a:ea typeface="ＭＳ ゴシック" pitchFamily="49" charset="-128"/>
                  <a:cs typeface="+mn-cs"/>
                </a:defRPr>
              </a:lvl8pPr>
              <a:lvl9pPr marL="3657600" algn="l" defTabSz="914400" rtl="0" eaLnBrk="1" latinLnBrk="0" hangingPunct="1">
                <a:defRPr kumimoji="1" sz="1200" kern="1200">
                  <a:solidFill>
                    <a:schemeClr val="tx1"/>
                  </a:solidFill>
                  <a:latin typeface="Verdana" pitchFamily="34" charset="0"/>
                  <a:ea typeface="ＭＳ ゴシック" pitchFamily="49" charset="-128"/>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1200" b="1" i="0" u="none" strike="noStrike" kern="1200" cap="none" spc="0" normalizeH="0" baseline="0" noProof="0" dirty="0">
                  <a:ln>
                    <a:noFill/>
                  </a:ln>
                  <a:solidFill>
                    <a:srgbClr val="000000"/>
                  </a:solidFill>
                  <a:effectLst/>
                  <a:uLnTx/>
                  <a:uFillTx/>
                  <a:latin typeface="+mn-ea"/>
                  <a:ea typeface="+mn-ea"/>
                  <a:cs typeface="+mn-cs"/>
                </a:rPr>
                <a:t>パレット管理</a:t>
              </a:r>
            </a:p>
          </p:txBody>
        </p:sp>
        <p:sp>
          <p:nvSpPr>
            <p:cNvPr id="40" name="テキスト ボックス 20">
              <a:extLst>
                <a:ext uri="{FF2B5EF4-FFF2-40B4-BE49-F238E27FC236}">
                  <a16:creationId xmlns:a16="http://schemas.microsoft.com/office/drawing/2014/main" id="{F96E6200-401F-4DDF-0CE3-199FE8AB9D84}"/>
                </a:ext>
              </a:extLst>
            </p:cNvPr>
            <p:cNvSpPr txBox="1"/>
            <p:nvPr/>
          </p:nvSpPr>
          <p:spPr>
            <a:xfrm>
              <a:off x="16722752" y="4548204"/>
              <a:ext cx="2044783" cy="499214"/>
            </a:xfrm>
            <a:prstGeom prst="rect">
              <a:avLst/>
            </a:prstGeom>
            <a:solidFill>
              <a:srgbClr val="F7F7F7"/>
            </a:solidFill>
          </p:spPr>
          <p:txBody>
            <a:bodyPr wrap="none" tIns="0" bIns="0" rtlCol="0" anchor="ctr">
              <a:noAutofit/>
            </a:bodyPr>
            <a:lstStyle>
              <a:defPPr>
                <a:defRPr lang="ja-JP"/>
              </a:defPPr>
              <a:lvl1pPr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1pPr>
              <a:lvl2pPr marL="4572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2pPr>
              <a:lvl3pPr marL="9144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3pPr>
              <a:lvl4pPr marL="13716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4pPr>
              <a:lvl5pPr marL="18288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5pPr>
              <a:lvl6pPr marL="2286000" algn="l" defTabSz="914400" rtl="0" eaLnBrk="1" latinLnBrk="0" hangingPunct="1">
                <a:defRPr kumimoji="1" sz="1200" kern="1200">
                  <a:solidFill>
                    <a:schemeClr val="tx1"/>
                  </a:solidFill>
                  <a:latin typeface="Verdana" pitchFamily="34" charset="0"/>
                  <a:ea typeface="ＭＳ ゴシック" pitchFamily="49" charset="-128"/>
                  <a:cs typeface="+mn-cs"/>
                </a:defRPr>
              </a:lvl6pPr>
              <a:lvl7pPr marL="2743200" algn="l" defTabSz="914400" rtl="0" eaLnBrk="1" latinLnBrk="0" hangingPunct="1">
                <a:defRPr kumimoji="1" sz="1200" kern="1200">
                  <a:solidFill>
                    <a:schemeClr val="tx1"/>
                  </a:solidFill>
                  <a:latin typeface="Verdana" pitchFamily="34" charset="0"/>
                  <a:ea typeface="ＭＳ ゴシック" pitchFamily="49" charset="-128"/>
                  <a:cs typeface="+mn-cs"/>
                </a:defRPr>
              </a:lvl7pPr>
              <a:lvl8pPr marL="3200400" algn="l" defTabSz="914400" rtl="0" eaLnBrk="1" latinLnBrk="0" hangingPunct="1">
                <a:defRPr kumimoji="1" sz="1200" kern="1200">
                  <a:solidFill>
                    <a:schemeClr val="tx1"/>
                  </a:solidFill>
                  <a:latin typeface="Verdana" pitchFamily="34" charset="0"/>
                  <a:ea typeface="ＭＳ ゴシック" pitchFamily="49" charset="-128"/>
                  <a:cs typeface="+mn-cs"/>
                </a:defRPr>
              </a:lvl8pPr>
              <a:lvl9pPr marL="3657600" algn="l" defTabSz="914400" rtl="0" eaLnBrk="1" latinLnBrk="0" hangingPunct="1">
                <a:defRPr kumimoji="1" sz="1200" kern="1200">
                  <a:solidFill>
                    <a:schemeClr val="tx1"/>
                  </a:solidFill>
                  <a:latin typeface="Verdana" pitchFamily="34" charset="0"/>
                  <a:ea typeface="ＭＳ ゴシック" pitchFamily="49" charset="-128"/>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1200" b="1" i="0" u="none" strike="noStrike" kern="1200" cap="none" spc="0" normalizeH="0" baseline="0" noProof="0" dirty="0">
                  <a:ln>
                    <a:noFill/>
                  </a:ln>
                  <a:solidFill>
                    <a:srgbClr val="000000"/>
                  </a:solidFill>
                  <a:effectLst/>
                  <a:uLnTx/>
                  <a:uFillTx/>
                  <a:latin typeface="+mn-ea"/>
                  <a:ea typeface="+mn-ea"/>
                  <a:cs typeface="+mn-cs"/>
                </a:rPr>
                <a:t>予実管理機能</a:t>
              </a:r>
            </a:p>
          </p:txBody>
        </p:sp>
      </p:grpSp>
    </p:spTree>
    <p:extLst>
      <p:ext uri="{BB962C8B-B14F-4D97-AF65-F5344CB8AC3E}">
        <p14:creationId xmlns:p14="http://schemas.microsoft.com/office/powerpoint/2010/main" val="31509459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A4BC6D-A83C-67BA-412D-3CDB7B28B121}"/>
            </a:ext>
          </a:extLst>
        </p:cNvPr>
        <p:cNvGrpSpPr/>
        <p:nvPr/>
      </p:nvGrpSpPr>
      <p:grpSpPr>
        <a:xfrm>
          <a:off x="0" y="0"/>
          <a:ext cx="0" cy="0"/>
          <a:chOff x="0" y="0"/>
          <a:chExt cx="0" cy="0"/>
        </a:xfrm>
      </p:grpSpPr>
      <p:sp>
        <p:nvSpPr>
          <p:cNvPr id="5" name="タイトル 4">
            <a:extLst>
              <a:ext uri="{FF2B5EF4-FFF2-40B4-BE49-F238E27FC236}">
                <a16:creationId xmlns:a16="http://schemas.microsoft.com/office/drawing/2014/main" id="{B462D2FA-9E8D-6696-5E9E-ED8384A24433}"/>
              </a:ext>
            </a:extLst>
          </p:cNvPr>
          <p:cNvSpPr>
            <a:spLocks noGrp="1"/>
          </p:cNvSpPr>
          <p:nvPr>
            <p:ph type="title"/>
          </p:nvPr>
        </p:nvSpPr>
        <p:spPr>
          <a:xfrm>
            <a:off x="630631" y="230188"/>
            <a:ext cx="11266729" cy="604519"/>
          </a:xfrm>
        </p:spPr>
        <p:txBody>
          <a:bodyPr/>
          <a:lstStyle/>
          <a:p>
            <a:r>
              <a:rPr lang="en-US" altLang="ja-JP" sz="3600" dirty="0"/>
              <a:t>TALON</a:t>
            </a:r>
            <a:r>
              <a:rPr lang="ja-JP" altLang="en-US" sz="3600" dirty="0"/>
              <a:t>の主な特徴</a:t>
            </a:r>
          </a:p>
        </p:txBody>
      </p:sp>
      <p:sp>
        <p:nvSpPr>
          <p:cNvPr id="4" name="スライド番号プレースホルダー 1">
            <a:extLst>
              <a:ext uri="{FF2B5EF4-FFF2-40B4-BE49-F238E27FC236}">
                <a16:creationId xmlns:a16="http://schemas.microsoft.com/office/drawing/2014/main" id="{9AEE5D87-8929-12F1-A3AE-7DD3810E6B0D}"/>
              </a:ext>
            </a:extLst>
          </p:cNvPr>
          <p:cNvSpPr txBox="1">
            <a:spLocks/>
          </p:cNvSpPr>
          <p:nvPr/>
        </p:nvSpPr>
        <p:spPr bwMode="ltGray">
          <a:xfrm>
            <a:off x="10855405" y="6532510"/>
            <a:ext cx="998971" cy="241300"/>
          </a:xfrm>
          <a:prstGeom prst="rect">
            <a:avLst/>
          </a:prstGeom>
          <a:noFill/>
          <a:ln>
            <a:noFill/>
          </a:ln>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defPPr>
              <a:defRPr lang="ja-JP"/>
            </a:defPPr>
            <a:lvl1pPr marL="0" algn="r" defTabSz="914400" rtl="0" eaLnBrk="1" latinLnBrk="0" hangingPunct="1">
              <a:defRPr kumimoji="1" sz="1800" b="1" i="0" kern="1200">
                <a:solidFill>
                  <a:schemeClr val="bg1"/>
                </a:solidFill>
                <a:latin typeface="Arial" pitchFamily="34" charset="0"/>
                <a:ea typeface="ＭＳ Ｐゴシック" pitchFamily="50" charset="-128"/>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E025C43D-97FC-4CE9-9332-5BE2A99BA935}" type="slidenum">
              <a:rPr lang="en-US" altLang="ja-JP" sz="1400" smtClean="0">
                <a:solidFill>
                  <a:schemeClr val="tx1"/>
                </a:solidFill>
                <a:latin typeface="+mn-ea"/>
                <a:ea typeface="+mn-ea"/>
                <a:cs typeface="メイリオ" pitchFamily="50" charset="-128"/>
              </a:rPr>
              <a:pPr/>
              <a:t>48</a:t>
            </a:fld>
            <a:endParaRPr lang="en-US" altLang="ja-JP" sz="1400">
              <a:solidFill>
                <a:schemeClr val="tx1"/>
              </a:solidFill>
              <a:latin typeface="+mn-ea"/>
              <a:ea typeface="+mn-ea"/>
              <a:cs typeface="メイリオ" pitchFamily="50" charset="-128"/>
            </a:endParaRPr>
          </a:p>
        </p:txBody>
      </p:sp>
      <p:sp>
        <p:nvSpPr>
          <p:cNvPr id="2" name="テキスト ボックス 32">
            <a:extLst>
              <a:ext uri="{FF2B5EF4-FFF2-40B4-BE49-F238E27FC236}">
                <a16:creationId xmlns:a16="http://schemas.microsoft.com/office/drawing/2014/main" id="{B0DEC6DE-2562-7931-04BC-2020907C3F2F}"/>
              </a:ext>
            </a:extLst>
          </p:cNvPr>
          <p:cNvSpPr txBox="1"/>
          <p:nvPr/>
        </p:nvSpPr>
        <p:spPr>
          <a:xfrm>
            <a:off x="3960019" y="6448435"/>
            <a:ext cx="7741222" cy="230832"/>
          </a:xfrm>
          <a:prstGeom prst="rect">
            <a:avLst/>
          </a:prstGeom>
          <a:noFill/>
        </p:spPr>
        <p:txBody>
          <a:bodyPr wrap="none" rtlCol="0" anchor="b">
            <a:spAutoFit/>
          </a:bodyPr>
          <a:lstStyle>
            <a:defPPr>
              <a:defRPr lang="ja-JP"/>
            </a:defPPr>
            <a:lvl1pPr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1pPr>
            <a:lvl2pPr marL="4572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2pPr>
            <a:lvl3pPr marL="9144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3pPr>
            <a:lvl4pPr marL="13716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4pPr>
            <a:lvl5pPr marL="18288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5pPr>
            <a:lvl6pPr marL="2286000" algn="l" defTabSz="914400" rtl="0" eaLnBrk="1" latinLnBrk="0" hangingPunct="1">
              <a:defRPr kumimoji="1" sz="1200" kern="1200">
                <a:solidFill>
                  <a:schemeClr val="tx1"/>
                </a:solidFill>
                <a:latin typeface="Verdana" pitchFamily="34" charset="0"/>
                <a:ea typeface="ＭＳ ゴシック" pitchFamily="49" charset="-128"/>
                <a:cs typeface="+mn-cs"/>
              </a:defRPr>
            </a:lvl6pPr>
            <a:lvl7pPr marL="2743200" algn="l" defTabSz="914400" rtl="0" eaLnBrk="1" latinLnBrk="0" hangingPunct="1">
              <a:defRPr kumimoji="1" sz="1200" kern="1200">
                <a:solidFill>
                  <a:schemeClr val="tx1"/>
                </a:solidFill>
                <a:latin typeface="Verdana" pitchFamily="34" charset="0"/>
                <a:ea typeface="ＭＳ ゴシック" pitchFamily="49" charset="-128"/>
                <a:cs typeface="+mn-cs"/>
              </a:defRPr>
            </a:lvl7pPr>
            <a:lvl8pPr marL="3200400" algn="l" defTabSz="914400" rtl="0" eaLnBrk="1" latinLnBrk="0" hangingPunct="1">
              <a:defRPr kumimoji="1" sz="1200" kern="1200">
                <a:solidFill>
                  <a:schemeClr val="tx1"/>
                </a:solidFill>
                <a:latin typeface="Verdana" pitchFamily="34" charset="0"/>
                <a:ea typeface="ＭＳ ゴシック" pitchFamily="49" charset="-128"/>
                <a:cs typeface="+mn-cs"/>
              </a:defRPr>
            </a:lvl8pPr>
            <a:lvl9pPr marL="3657600" algn="l" defTabSz="914400" rtl="0" eaLnBrk="1" latinLnBrk="0" hangingPunct="1">
              <a:defRPr kumimoji="1" sz="1200" kern="1200">
                <a:solidFill>
                  <a:schemeClr val="tx1"/>
                </a:solidFill>
                <a:latin typeface="Verdana" pitchFamily="34" charset="0"/>
                <a:ea typeface="ＭＳ ゴシック" pitchFamily="49" charset="-128"/>
                <a:cs typeface="+mn-cs"/>
              </a:defRPr>
            </a:lvl9pPr>
          </a:lstStyle>
          <a:p>
            <a:r>
              <a:rPr lang="ja-JP" altLang="en-US" sz="900" dirty="0">
                <a:latin typeface="+mn-lt"/>
                <a:ea typeface="メイリオ" panose="020B0604030504040204" pitchFamily="50" charset="-128"/>
                <a:cs typeface="Meiryo UI" panose="020B0604030504040204" pitchFamily="50" charset="-128"/>
              </a:rPr>
              <a:t>ブロックシステムの特徴において日本・アメリカ・アジアで特許取得済み　ルールエンジンの特徴について日本で特許取得済（</a:t>
            </a:r>
            <a:r>
              <a:rPr lang="en-US" altLang="ja-JP" sz="900" dirty="0">
                <a:latin typeface="+mn-lt"/>
                <a:ea typeface="メイリオ" panose="020B0604030504040204" pitchFamily="50" charset="-128"/>
                <a:cs typeface="Meiryo UI" panose="020B0604030504040204" pitchFamily="50" charset="-128"/>
              </a:rPr>
              <a:t>HOIPOI</a:t>
            </a:r>
            <a:r>
              <a:rPr lang="ja-JP" altLang="en-US" sz="900" dirty="0">
                <a:latin typeface="+mn-lt"/>
                <a:ea typeface="メイリオ" panose="020B0604030504040204" pitchFamily="50" charset="-128"/>
                <a:cs typeface="Meiryo UI" panose="020B0604030504040204" pitchFamily="50" charset="-128"/>
              </a:rPr>
              <a:t>株式会社）</a:t>
            </a:r>
          </a:p>
        </p:txBody>
      </p:sp>
      <p:sp>
        <p:nvSpPr>
          <p:cNvPr id="3" name="正方形/長方形 2">
            <a:extLst>
              <a:ext uri="{FF2B5EF4-FFF2-40B4-BE49-F238E27FC236}">
                <a16:creationId xmlns:a16="http://schemas.microsoft.com/office/drawing/2014/main" id="{46EA52A6-887D-B948-F5BD-0DC6DA57A7D2}"/>
              </a:ext>
            </a:extLst>
          </p:cNvPr>
          <p:cNvSpPr/>
          <p:nvPr/>
        </p:nvSpPr>
        <p:spPr bwMode="auto">
          <a:xfrm>
            <a:off x="362818" y="768248"/>
            <a:ext cx="2736304" cy="729751"/>
          </a:xfrm>
          <a:prstGeom prst="rect">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noAutofit/>
          </a:bodyPr>
          <a:lstStyle>
            <a:defPPr>
              <a:defRPr lang="ja-JP"/>
            </a:defPPr>
            <a:lvl1pPr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1pPr>
            <a:lvl2pPr marL="4572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2pPr>
            <a:lvl3pPr marL="9144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3pPr>
            <a:lvl4pPr marL="13716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4pPr>
            <a:lvl5pPr marL="18288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5pPr>
            <a:lvl6pPr marL="2286000" algn="l" defTabSz="914400" rtl="0" eaLnBrk="1" latinLnBrk="0" hangingPunct="1">
              <a:defRPr kumimoji="1" sz="1200" kern="1200">
                <a:solidFill>
                  <a:schemeClr val="tx1"/>
                </a:solidFill>
                <a:latin typeface="Verdana" pitchFamily="34" charset="0"/>
                <a:ea typeface="ＭＳ ゴシック" pitchFamily="49" charset="-128"/>
                <a:cs typeface="+mn-cs"/>
              </a:defRPr>
            </a:lvl6pPr>
            <a:lvl7pPr marL="2743200" algn="l" defTabSz="914400" rtl="0" eaLnBrk="1" latinLnBrk="0" hangingPunct="1">
              <a:defRPr kumimoji="1" sz="1200" kern="1200">
                <a:solidFill>
                  <a:schemeClr val="tx1"/>
                </a:solidFill>
                <a:latin typeface="Verdana" pitchFamily="34" charset="0"/>
                <a:ea typeface="ＭＳ ゴシック" pitchFamily="49" charset="-128"/>
                <a:cs typeface="+mn-cs"/>
              </a:defRPr>
            </a:lvl7pPr>
            <a:lvl8pPr marL="3200400" algn="l" defTabSz="914400" rtl="0" eaLnBrk="1" latinLnBrk="0" hangingPunct="1">
              <a:defRPr kumimoji="1" sz="1200" kern="1200">
                <a:solidFill>
                  <a:schemeClr val="tx1"/>
                </a:solidFill>
                <a:latin typeface="Verdana" pitchFamily="34" charset="0"/>
                <a:ea typeface="ＭＳ ゴシック" pitchFamily="49" charset="-128"/>
                <a:cs typeface="+mn-cs"/>
              </a:defRPr>
            </a:lvl8pPr>
            <a:lvl9pPr marL="3657600" algn="l" defTabSz="914400" rtl="0" eaLnBrk="1" latinLnBrk="0" hangingPunct="1">
              <a:defRPr kumimoji="1" sz="1200" kern="1200">
                <a:solidFill>
                  <a:schemeClr val="tx1"/>
                </a:solidFill>
                <a:latin typeface="Verdana" pitchFamily="34" charset="0"/>
                <a:ea typeface="ＭＳ ゴシック" pitchFamily="49" charset="-128"/>
                <a:cs typeface="+mn-cs"/>
              </a:defRPr>
            </a:lvl9pPr>
          </a:lstStyle>
          <a:p>
            <a:pPr marL="0" marR="0" indent="0" algn="ctr" defTabSz="914400" rtl="0" eaLnBrk="1" fontAlgn="base" latinLnBrk="0" hangingPunct="1">
              <a:lnSpc>
                <a:spcPct val="100000"/>
              </a:lnSpc>
              <a:spcBef>
                <a:spcPct val="0"/>
              </a:spcBef>
              <a:spcAft>
                <a:spcPct val="0"/>
              </a:spcAft>
              <a:buClrTx/>
              <a:buSzTx/>
              <a:buFontTx/>
              <a:buNone/>
              <a:tabLst/>
            </a:pPr>
            <a:r>
              <a:rPr lang="ja-JP" altLang="en-US" sz="2400" dirty="0">
                <a:latin typeface="+mn-ea"/>
                <a:ea typeface="+mn-ea"/>
              </a:rPr>
              <a:t>ブラウザで開発</a:t>
            </a:r>
            <a:endParaRPr lang="en-US" altLang="ja-JP" sz="2400" dirty="0">
              <a:latin typeface="+mn-ea"/>
              <a:ea typeface="+mn-ea"/>
            </a:endParaRPr>
          </a:p>
        </p:txBody>
      </p:sp>
      <p:sp>
        <p:nvSpPr>
          <p:cNvPr id="6" name="正方形/長方形 5">
            <a:extLst>
              <a:ext uri="{FF2B5EF4-FFF2-40B4-BE49-F238E27FC236}">
                <a16:creationId xmlns:a16="http://schemas.microsoft.com/office/drawing/2014/main" id="{F022EB35-54ED-71A8-9F3A-8EE0BE7C8EB5}"/>
              </a:ext>
            </a:extLst>
          </p:cNvPr>
          <p:cNvSpPr/>
          <p:nvPr/>
        </p:nvSpPr>
        <p:spPr bwMode="auto">
          <a:xfrm>
            <a:off x="3567471" y="777359"/>
            <a:ext cx="2736304" cy="729751"/>
          </a:xfrm>
          <a:prstGeom prst="rect">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noAutofit/>
          </a:bodyPr>
          <a:lstStyle>
            <a:defPPr>
              <a:defRPr lang="ja-JP"/>
            </a:defPPr>
            <a:lvl1pPr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1pPr>
            <a:lvl2pPr marL="4572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2pPr>
            <a:lvl3pPr marL="9144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3pPr>
            <a:lvl4pPr marL="13716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4pPr>
            <a:lvl5pPr marL="18288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5pPr>
            <a:lvl6pPr marL="2286000" algn="l" defTabSz="914400" rtl="0" eaLnBrk="1" latinLnBrk="0" hangingPunct="1">
              <a:defRPr kumimoji="1" sz="1200" kern="1200">
                <a:solidFill>
                  <a:schemeClr val="tx1"/>
                </a:solidFill>
                <a:latin typeface="Verdana" pitchFamily="34" charset="0"/>
                <a:ea typeface="ＭＳ ゴシック" pitchFamily="49" charset="-128"/>
                <a:cs typeface="+mn-cs"/>
              </a:defRPr>
            </a:lvl6pPr>
            <a:lvl7pPr marL="2743200" algn="l" defTabSz="914400" rtl="0" eaLnBrk="1" latinLnBrk="0" hangingPunct="1">
              <a:defRPr kumimoji="1" sz="1200" kern="1200">
                <a:solidFill>
                  <a:schemeClr val="tx1"/>
                </a:solidFill>
                <a:latin typeface="Verdana" pitchFamily="34" charset="0"/>
                <a:ea typeface="ＭＳ ゴシック" pitchFamily="49" charset="-128"/>
                <a:cs typeface="+mn-cs"/>
              </a:defRPr>
            </a:lvl7pPr>
            <a:lvl8pPr marL="3200400" algn="l" defTabSz="914400" rtl="0" eaLnBrk="1" latinLnBrk="0" hangingPunct="1">
              <a:defRPr kumimoji="1" sz="1200" kern="1200">
                <a:solidFill>
                  <a:schemeClr val="tx1"/>
                </a:solidFill>
                <a:latin typeface="Verdana" pitchFamily="34" charset="0"/>
                <a:ea typeface="ＭＳ ゴシック" pitchFamily="49" charset="-128"/>
                <a:cs typeface="+mn-cs"/>
              </a:defRPr>
            </a:lvl8pPr>
            <a:lvl9pPr marL="3657600" algn="l" defTabSz="914400" rtl="0" eaLnBrk="1" latinLnBrk="0" hangingPunct="1">
              <a:defRPr kumimoji="1" sz="1200" kern="1200">
                <a:solidFill>
                  <a:schemeClr val="tx1"/>
                </a:solidFill>
                <a:latin typeface="Verdana" pitchFamily="34" charset="0"/>
                <a:ea typeface="ＭＳ ゴシック" pitchFamily="49" charset="-128"/>
                <a:cs typeface="+mn-cs"/>
              </a:defRPr>
            </a:lvl9pPr>
          </a:lstStyle>
          <a:p>
            <a:pPr marL="0" marR="0" indent="0" algn="ctr" defTabSz="914400" rtl="0" eaLnBrk="1" fontAlgn="base" latinLnBrk="0" hangingPunct="1">
              <a:lnSpc>
                <a:spcPct val="100000"/>
              </a:lnSpc>
              <a:spcBef>
                <a:spcPct val="0"/>
              </a:spcBef>
              <a:spcAft>
                <a:spcPct val="0"/>
              </a:spcAft>
              <a:buClrTx/>
              <a:buSzTx/>
              <a:buFontTx/>
              <a:buNone/>
              <a:tabLst/>
            </a:pPr>
            <a:r>
              <a:rPr lang="ja-JP" altLang="en-US" sz="2400" dirty="0">
                <a:latin typeface="+mn-ea"/>
                <a:ea typeface="+mn-ea"/>
              </a:rPr>
              <a:t>利用者がカスタマイズ可能</a:t>
            </a:r>
            <a:endParaRPr lang="en-US" altLang="ja-JP" sz="2400" dirty="0">
              <a:latin typeface="+mn-ea"/>
              <a:ea typeface="+mn-ea"/>
            </a:endParaRPr>
          </a:p>
        </p:txBody>
      </p:sp>
      <p:sp>
        <p:nvSpPr>
          <p:cNvPr id="7" name="正方形/長方形 6">
            <a:extLst>
              <a:ext uri="{FF2B5EF4-FFF2-40B4-BE49-F238E27FC236}">
                <a16:creationId xmlns:a16="http://schemas.microsoft.com/office/drawing/2014/main" id="{5EE9A532-70B4-BFFA-FC20-599F5E9B1E94}"/>
              </a:ext>
            </a:extLst>
          </p:cNvPr>
          <p:cNvSpPr/>
          <p:nvPr/>
        </p:nvSpPr>
        <p:spPr bwMode="auto">
          <a:xfrm>
            <a:off x="6772124" y="777359"/>
            <a:ext cx="2736304" cy="729751"/>
          </a:xfrm>
          <a:prstGeom prst="rect">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noAutofit/>
          </a:bodyPr>
          <a:lstStyle>
            <a:defPPr>
              <a:defRPr lang="ja-JP"/>
            </a:defPPr>
            <a:lvl1pPr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1pPr>
            <a:lvl2pPr marL="4572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2pPr>
            <a:lvl3pPr marL="9144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3pPr>
            <a:lvl4pPr marL="13716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4pPr>
            <a:lvl5pPr marL="18288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5pPr>
            <a:lvl6pPr marL="2286000" algn="l" defTabSz="914400" rtl="0" eaLnBrk="1" latinLnBrk="0" hangingPunct="1">
              <a:defRPr kumimoji="1" sz="1200" kern="1200">
                <a:solidFill>
                  <a:schemeClr val="tx1"/>
                </a:solidFill>
                <a:latin typeface="Verdana" pitchFamily="34" charset="0"/>
                <a:ea typeface="ＭＳ ゴシック" pitchFamily="49" charset="-128"/>
                <a:cs typeface="+mn-cs"/>
              </a:defRPr>
            </a:lvl6pPr>
            <a:lvl7pPr marL="2743200" algn="l" defTabSz="914400" rtl="0" eaLnBrk="1" latinLnBrk="0" hangingPunct="1">
              <a:defRPr kumimoji="1" sz="1200" kern="1200">
                <a:solidFill>
                  <a:schemeClr val="tx1"/>
                </a:solidFill>
                <a:latin typeface="Verdana" pitchFamily="34" charset="0"/>
                <a:ea typeface="ＭＳ ゴシック" pitchFamily="49" charset="-128"/>
                <a:cs typeface="+mn-cs"/>
              </a:defRPr>
            </a:lvl7pPr>
            <a:lvl8pPr marL="3200400" algn="l" defTabSz="914400" rtl="0" eaLnBrk="1" latinLnBrk="0" hangingPunct="1">
              <a:defRPr kumimoji="1" sz="1200" kern="1200">
                <a:solidFill>
                  <a:schemeClr val="tx1"/>
                </a:solidFill>
                <a:latin typeface="Verdana" pitchFamily="34" charset="0"/>
                <a:ea typeface="ＭＳ ゴシック" pitchFamily="49" charset="-128"/>
                <a:cs typeface="+mn-cs"/>
              </a:defRPr>
            </a:lvl8pPr>
            <a:lvl9pPr marL="3657600" algn="l" defTabSz="914400" rtl="0" eaLnBrk="1" latinLnBrk="0" hangingPunct="1">
              <a:defRPr kumimoji="1" sz="1200" kern="1200">
                <a:solidFill>
                  <a:schemeClr val="tx1"/>
                </a:solidFill>
                <a:latin typeface="Verdana" pitchFamily="34" charset="0"/>
                <a:ea typeface="ＭＳ ゴシック" pitchFamily="49" charset="-128"/>
                <a:cs typeface="+mn-cs"/>
              </a:defRPr>
            </a:lvl9pPr>
          </a:lstStyle>
          <a:p>
            <a:pPr marL="0" marR="0" indent="0" algn="ctr" defTabSz="914400" rtl="0" eaLnBrk="1" fontAlgn="base" latinLnBrk="0" hangingPunct="1">
              <a:lnSpc>
                <a:spcPct val="100000"/>
              </a:lnSpc>
              <a:spcBef>
                <a:spcPct val="0"/>
              </a:spcBef>
              <a:spcAft>
                <a:spcPct val="0"/>
              </a:spcAft>
              <a:buClrTx/>
              <a:buSzTx/>
              <a:buFontTx/>
              <a:buNone/>
              <a:tabLst/>
            </a:pPr>
            <a:r>
              <a:rPr lang="ja-JP" altLang="en-US" sz="2400" dirty="0">
                <a:latin typeface="+mn-ea"/>
                <a:ea typeface="+mn-ea"/>
              </a:rPr>
              <a:t>ルールエンジン</a:t>
            </a:r>
            <a:endParaRPr lang="en-US" altLang="ja-JP" sz="2400" dirty="0">
              <a:latin typeface="+mn-ea"/>
              <a:ea typeface="+mn-ea"/>
            </a:endParaRPr>
          </a:p>
        </p:txBody>
      </p:sp>
      <p:sp>
        <p:nvSpPr>
          <p:cNvPr id="8" name="正方形/長方形 7">
            <a:extLst>
              <a:ext uri="{FF2B5EF4-FFF2-40B4-BE49-F238E27FC236}">
                <a16:creationId xmlns:a16="http://schemas.microsoft.com/office/drawing/2014/main" id="{ABA0FB78-FB69-6DCF-0FE3-80D5F3D8F9AD}"/>
              </a:ext>
            </a:extLst>
          </p:cNvPr>
          <p:cNvSpPr/>
          <p:nvPr/>
        </p:nvSpPr>
        <p:spPr bwMode="auto">
          <a:xfrm>
            <a:off x="362818" y="1875805"/>
            <a:ext cx="2736304" cy="729751"/>
          </a:xfrm>
          <a:prstGeom prst="rect">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noAutofit/>
          </a:bodyPr>
          <a:lstStyle>
            <a:defPPr>
              <a:defRPr lang="ja-JP"/>
            </a:defPPr>
            <a:lvl1pPr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1pPr>
            <a:lvl2pPr marL="4572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2pPr>
            <a:lvl3pPr marL="9144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3pPr>
            <a:lvl4pPr marL="13716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4pPr>
            <a:lvl5pPr marL="18288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5pPr>
            <a:lvl6pPr marL="2286000" algn="l" defTabSz="914400" rtl="0" eaLnBrk="1" latinLnBrk="0" hangingPunct="1">
              <a:defRPr kumimoji="1" sz="1200" kern="1200">
                <a:solidFill>
                  <a:schemeClr val="tx1"/>
                </a:solidFill>
                <a:latin typeface="Verdana" pitchFamily="34" charset="0"/>
                <a:ea typeface="ＭＳ ゴシック" pitchFamily="49" charset="-128"/>
                <a:cs typeface="+mn-cs"/>
              </a:defRPr>
            </a:lvl6pPr>
            <a:lvl7pPr marL="2743200" algn="l" defTabSz="914400" rtl="0" eaLnBrk="1" latinLnBrk="0" hangingPunct="1">
              <a:defRPr kumimoji="1" sz="1200" kern="1200">
                <a:solidFill>
                  <a:schemeClr val="tx1"/>
                </a:solidFill>
                <a:latin typeface="Verdana" pitchFamily="34" charset="0"/>
                <a:ea typeface="ＭＳ ゴシック" pitchFamily="49" charset="-128"/>
                <a:cs typeface="+mn-cs"/>
              </a:defRPr>
            </a:lvl7pPr>
            <a:lvl8pPr marL="3200400" algn="l" defTabSz="914400" rtl="0" eaLnBrk="1" latinLnBrk="0" hangingPunct="1">
              <a:defRPr kumimoji="1" sz="1200" kern="1200">
                <a:solidFill>
                  <a:schemeClr val="tx1"/>
                </a:solidFill>
                <a:latin typeface="Verdana" pitchFamily="34" charset="0"/>
                <a:ea typeface="ＭＳ ゴシック" pitchFamily="49" charset="-128"/>
                <a:cs typeface="+mn-cs"/>
              </a:defRPr>
            </a:lvl8pPr>
            <a:lvl9pPr marL="3657600" algn="l" defTabSz="914400" rtl="0" eaLnBrk="1" latinLnBrk="0" hangingPunct="1">
              <a:defRPr kumimoji="1" sz="1200" kern="1200">
                <a:solidFill>
                  <a:schemeClr val="tx1"/>
                </a:solidFill>
                <a:latin typeface="Verdana" pitchFamily="34" charset="0"/>
                <a:ea typeface="ＭＳ ゴシック" pitchFamily="49" charset="-128"/>
                <a:cs typeface="+mn-cs"/>
              </a:defRPr>
            </a:lvl9pPr>
          </a:lstStyle>
          <a:p>
            <a:pPr marL="0" marR="0" indent="0" algn="ctr" defTabSz="914400" rtl="0" eaLnBrk="1" fontAlgn="base" latinLnBrk="0" hangingPunct="1">
              <a:lnSpc>
                <a:spcPct val="100000"/>
              </a:lnSpc>
              <a:spcBef>
                <a:spcPct val="0"/>
              </a:spcBef>
              <a:spcAft>
                <a:spcPct val="0"/>
              </a:spcAft>
              <a:buClrTx/>
              <a:buSzTx/>
              <a:buFontTx/>
              <a:buNone/>
              <a:tabLst/>
            </a:pPr>
            <a:r>
              <a:rPr lang="ja-JP" altLang="en-US" sz="2400" dirty="0">
                <a:latin typeface="+mn-ea"/>
                <a:ea typeface="+mn-ea"/>
              </a:rPr>
              <a:t>フリーレイアウト</a:t>
            </a:r>
            <a:endParaRPr lang="en-US" altLang="ja-JP" sz="2400" dirty="0">
              <a:latin typeface="+mn-ea"/>
              <a:ea typeface="+mn-ea"/>
            </a:endParaRPr>
          </a:p>
        </p:txBody>
      </p:sp>
      <p:sp>
        <p:nvSpPr>
          <p:cNvPr id="9" name="正方形/長方形 8">
            <a:extLst>
              <a:ext uri="{FF2B5EF4-FFF2-40B4-BE49-F238E27FC236}">
                <a16:creationId xmlns:a16="http://schemas.microsoft.com/office/drawing/2014/main" id="{C05E6661-2925-A5CE-AAD2-9AA58B8B8583}"/>
              </a:ext>
            </a:extLst>
          </p:cNvPr>
          <p:cNvSpPr/>
          <p:nvPr/>
        </p:nvSpPr>
        <p:spPr bwMode="auto">
          <a:xfrm>
            <a:off x="3567471" y="1862293"/>
            <a:ext cx="2736304" cy="729751"/>
          </a:xfrm>
          <a:prstGeom prst="rect">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noAutofit/>
          </a:bodyPr>
          <a:lstStyle>
            <a:defPPr>
              <a:defRPr lang="ja-JP"/>
            </a:defPPr>
            <a:lvl1pPr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1pPr>
            <a:lvl2pPr marL="4572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2pPr>
            <a:lvl3pPr marL="9144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3pPr>
            <a:lvl4pPr marL="13716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4pPr>
            <a:lvl5pPr marL="18288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5pPr>
            <a:lvl6pPr marL="2286000" algn="l" defTabSz="914400" rtl="0" eaLnBrk="1" latinLnBrk="0" hangingPunct="1">
              <a:defRPr kumimoji="1" sz="1200" kern="1200">
                <a:solidFill>
                  <a:schemeClr val="tx1"/>
                </a:solidFill>
                <a:latin typeface="Verdana" pitchFamily="34" charset="0"/>
                <a:ea typeface="ＭＳ ゴシック" pitchFamily="49" charset="-128"/>
                <a:cs typeface="+mn-cs"/>
              </a:defRPr>
            </a:lvl6pPr>
            <a:lvl7pPr marL="2743200" algn="l" defTabSz="914400" rtl="0" eaLnBrk="1" latinLnBrk="0" hangingPunct="1">
              <a:defRPr kumimoji="1" sz="1200" kern="1200">
                <a:solidFill>
                  <a:schemeClr val="tx1"/>
                </a:solidFill>
                <a:latin typeface="Verdana" pitchFamily="34" charset="0"/>
                <a:ea typeface="ＭＳ ゴシック" pitchFamily="49" charset="-128"/>
                <a:cs typeface="+mn-cs"/>
              </a:defRPr>
            </a:lvl7pPr>
            <a:lvl8pPr marL="3200400" algn="l" defTabSz="914400" rtl="0" eaLnBrk="1" latinLnBrk="0" hangingPunct="1">
              <a:defRPr kumimoji="1" sz="1200" kern="1200">
                <a:solidFill>
                  <a:schemeClr val="tx1"/>
                </a:solidFill>
                <a:latin typeface="Verdana" pitchFamily="34" charset="0"/>
                <a:ea typeface="ＭＳ ゴシック" pitchFamily="49" charset="-128"/>
                <a:cs typeface="+mn-cs"/>
              </a:defRPr>
            </a:lvl8pPr>
            <a:lvl9pPr marL="3657600" algn="l" defTabSz="914400" rtl="0" eaLnBrk="1" latinLnBrk="0" hangingPunct="1">
              <a:defRPr kumimoji="1" sz="1200" kern="1200">
                <a:solidFill>
                  <a:schemeClr val="tx1"/>
                </a:solidFill>
                <a:latin typeface="Verdana" pitchFamily="34" charset="0"/>
                <a:ea typeface="ＭＳ ゴシック" pitchFamily="49" charset="-128"/>
                <a:cs typeface="+mn-cs"/>
              </a:defRPr>
            </a:lvl9pPr>
          </a:lstStyle>
          <a:p>
            <a:pPr marL="0" marR="0" indent="0" algn="ctr" defTabSz="914400" rtl="0" eaLnBrk="1" fontAlgn="base" latinLnBrk="0" hangingPunct="1">
              <a:lnSpc>
                <a:spcPct val="100000"/>
              </a:lnSpc>
              <a:spcBef>
                <a:spcPct val="0"/>
              </a:spcBef>
              <a:spcAft>
                <a:spcPct val="0"/>
              </a:spcAft>
              <a:buClrTx/>
              <a:buSzTx/>
              <a:buFontTx/>
              <a:buNone/>
              <a:tabLst/>
            </a:pPr>
            <a:r>
              <a:rPr lang="ja-JP" altLang="en-US" sz="2400" dirty="0">
                <a:latin typeface="+mn-ea"/>
                <a:ea typeface="+mn-ea"/>
              </a:rPr>
              <a:t>グラフィカル</a:t>
            </a:r>
            <a:r>
              <a:rPr lang="en-US" altLang="ja-JP" sz="2400" dirty="0">
                <a:latin typeface="+mn-ea"/>
                <a:ea typeface="+mn-ea"/>
              </a:rPr>
              <a:t>UI</a:t>
            </a:r>
          </a:p>
        </p:txBody>
      </p:sp>
      <p:sp>
        <p:nvSpPr>
          <p:cNvPr id="10" name="正方形/長方形 9">
            <a:extLst>
              <a:ext uri="{FF2B5EF4-FFF2-40B4-BE49-F238E27FC236}">
                <a16:creationId xmlns:a16="http://schemas.microsoft.com/office/drawing/2014/main" id="{92D6A6D7-418F-ADFF-8DDF-343073218533}"/>
              </a:ext>
            </a:extLst>
          </p:cNvPr>
          <p:cNvSpPr/>
          <p:nvPr/>
        </p:nvSpPr>
        <p:spPr bwMode="auto">
          <a:xfrm>
            <a:off x="6772124" y="1857527"/>
            <a:ext cx="2736304" cy="729751"/>
          </a:xfrm>
          <a:prstGeom prst="rect">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noAutofit/>
          </a:bodyPr>
          <a:lstStyle>
            <a:defPPr>
              <a:defRPr lang="ja-JP"/>
            </a:defPPr>
            <a:lvl1pPr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1pPr>
            <a:lvl2pPr marL="4572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2pPr>
            <a:lvl3pPr marL="9144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3pPr>
            <a:lvl4pPr marL="13716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4pPr>
            <a:lvl5pPr marL="18288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5pPr>
            <a:lvl6pPr marL="2286000" algn="l" defTabSz="914400" rtl="0" eaLnBrk="1" latinLnBrk="0" hangingPunct="1">
              <a:defRPr kumimoji="1" sz="1200" kern="1200">
                <a:solidFill>
                  <a:schemeClr val="tx1"/>
                </a:solidFill>
                <a:latin typeface="Verdana" pitchFamily="34" charset="0"/>
                <a:ea typeface="ＭＳ ゴシック" pitchFamily="49" charset="-128"/>
                <a:cs typeface="+mn-cs"/>
              </a:defRPr>
            </a:lvl6pPr>
            <a:lvl7pPr marL="2743200" algn="l" defTabSz="914400" rtl="0" eaLnBrk="1" latinLnBrk="0" hangingPunct="1">
              <a:defRPr kumimoji="1" sz="1200" kern="1200">
                <a:solidFill>
                  <a:schemeClr val="tx1"/>
                </a:solidFill>
                <a:latin typeface="Verdana" pitchFamily="34" charset="0"/>
                <a:ea typeface="ＭＳ ゴシック" pitchFamily="49" charset="-128"/>
                <a:cs typeface="+mn-cs"/>
              </a:defRPr>
            </a:lvl7pPr>
            <a:lvl8pPr marL="3200400" algn="l" defTabSz="914400" rtl="0" eaLnBrk="1" latinLnBrk="0" hangingPunct="1">
              <a:defRPr kumimoji="1" sz="1200" kern="1200">
                <a:solidFill>
                  <a:schemeClr val="tx1"/>
                </a:solidFill>
                <a:latin typeface="Verdana" pitchFamily="34" charset="0"/>
                <a:ea typeface="ＭＳ ゴシック" pitchFamily="49" charset="-128"/>
                <a:cs typeface="+mn-cs"/>
              </a:defRPr>
            </a:lvl8pPr>
            <a:lvl9pPr marL="3657600" algn="l" defTabSz="914400" rtl="0" eaLnBrk="1" latinLnBrk="0" hangingPunct="1">
              <a:defRPr kumimoji="1" sz="1200" kern="1200">
                <a:solidFill>
                  <a:schemeClr val="tx1"/>
                </a:solidFill>
                <a:latin typeface="Verdana" pitchFamily="34" charset="0"/>
                <a:ea typeface="ＭＳ ゴシック" pitchFamily="49" charset="-128"/>
                <a:cs typeface="+mn-cs"/>
              </a:defRPr>
            </a:lvl9pPr>
          </a:lstStyle>
          <a:p>
            <a:pPr marL="0" marR="0" indent="0" algn="ctr" defTabSz="914400" rtl="0" eaLnBrk="1" fontAlgn="base" latinLnBrk="0" hangingPunct="1">
              <a:lnSpc>
                <a:spcPct val="100000"/>
              </a:lnSpc>
              <a:spcBef>
                <a:spcPct val="0"/>
              </a:spcBef>
              <a:spcAft>
                <a:spcPct val="0"/>
              </a:spcAft>
              <a:buClrTx/>
              <a:buSzTx/>
              <a:buFontTx/>
              <a:buNone/>
              <a:tabLst/>
            </a:pPr>
            <a:r>
              <a:rPr lang="ja-JP" altLang="en-US" sz="2400" dirty="0">
                <a:latin typeface="+mn-ea"/>
                <a:ea typeface="+mn-ea"/>
              </a:rPr>
              <a:t>リアルタイム</a:t>
            </a:r>
            <a:r>
              <a:rPr lang="en-US" altLang="ja-JP" sz="2400" dirty="0">
                <a:latin typeface="+mn-ea"/>
                <a:ea typeface="+mn-ea"/>
              </a:rPr>
              <a:t>UI</a:t>
            </a:r>
          </a:p>
        </p:txBody>
      </p:sp>
      <p:sp>
        <p:nvSpPr>
          <p:cNvPr id="11" name="正方形/長方形 10">
            <a:extLst>
              <a:ext uri="{FF2B5EF4-FFF2-40B4-BE49-F238E27FC236}">
                <a16:creationId xmlns:a16="http://schemas.microsoft.com/office/drawing/2014/main" id="{366859B4-55DF-EB8B-3153-67CA073A8CED}"/>
              </a:ext>
            </a:extLst>
          </p:cNvPr>
          <p:cNvSpPr/>
          <p:nvPr/>
        </p:nvSpPr>
        <p:spPr bwMode="auto">
          <a:xfrm>
            <a:off x="3562138" y="2947227"/>
            <a:ext cx="2736304" cy="729751"/>
          </a:xfrm>
          <a:prstGeom prst="rect">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noAutofit/>
          </a:bodyPr>
          <a:lstStyle>
            <a:defPPr>
              <a:defRPr lang="ja-JP"/>
            </a:defPPr>
            <a:lvl1pPr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1pPr>
            <a:lvl2pPr marL="4572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2pPr>
            <a:lvl3pPr marL="9144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3pPr>
            <a:lvl4pPr marL="13716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4pPr>
            <a:lvl5pPr marL="18288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5pPr>
            <a:lvl6pPr marL="2286000" algn="l" defTabSz="914400" rtl="0" eaLnBrk="1" latinLnBrk="0" hangingPunct="1">
              <a:defRPr kumimoji="1" sz="1200" kern="1200">
                <a:solidFill>
                  <a:schemeClr val="tx1"/>
                </a:solidFill>
                <a:latin typeface="Verdana" pitchFamily="34" charset="0"/>
                <a:ea typeface="ＭＳ ゴシック" pitchFamily="49" charset="-128"/>
                <a:cs typeface="+mn-cs"/>
              </a:defRPr>
            </a:lvl6pPr>
            <a:lvl7pPr marL="2743200" algn="l" defTabSz="914400" rtl="0" eaLnBrk="1" latinLnBrk="0" hangingPunct="1">
              <a:defRPr kumimoji="1" sz="1200" kern="1200">
                <a:solidFill>
                  <a:schemeClr val="tx1"/>
                </a:solidFill>
                <a:latin typeface="Verdana" pitchFamily="34" charset="0"/>
                <a:ea typeface="ＭＳ ゴシック" pitchFamily="49" charset="-128"/>
                <a:cs typeface="+mn-cs"/>
              </a:defRPr>
            </a:lvl7pPr>
            <a:lvl8pPr marL="3200400" algn="l" defTabSz="914400" rtl="0" eaLnBrk="1" latinLnBrk="0" hangingPunct="1">
              <a:defRPr kumimoji="1" sz="1200" kern="1200">
                <a:solidFill>
                  <a:schemeClr val="tx1"/>
                </a:solidFill>
                <a:latin typeface="Verdana" pitchFamily="34" charset="0"/>
                <a:ea typeface="ＭＳ ゴシック" pitchFamily="49" charset="-128"/>
                <a:cs typeface="+mn-cs"/>
              </a:defRPr>
            </a:lvl8pPr>
            <a:lvl9pPr marL="3657600" algn="l" defTabSz="914400" rtl="0" eaLnBrk="1" latinLnBrk="0" hangingPunct="1">
              <a:defRPr kumimoji="1" sz="1200" kern="1200">
                <a:solidFill>
                  <a:schemeClr val="tx1"/>
                </a:solidFill>
                <a:latin typeface="Verdana" pitchFamily="34" charset="0"/>
                <a:ea typeface="ＭＳ ゴシック" pitchFamily="49" charset="-128"/>
                <a:cs typeface="+mn-cs"/>
              </a:defRPr>
            </a:lvl9pPr>
          </a:lstStyle>
          <a:p>
            <a:pPr marL="0" marR="0" indent="0" algn="ctr" defTabSz="914400" rtl="0" eaLnBrk="1" fontAlgn="base" latinLnBrk="0" hangingPunct="1">
              <a:lnSpc>
                <a:spcPct val="100000"/>
              </a:lnSpc>
              <a:spcBef>
                <a:spcPct val="0"/>
              </a:spcBef>
              <a:spcAft>
                <a:spcPct val="0"/>
              </a:spcAft>
              <a:buClrTx/>
              <a:buSzTx/>
              <a:buFontTx/>
              <a:buNone/>
              <a:tabLst/>
            </a:pPr>
            <a:r>
              <a:rPr lang="ja-JP" altLang="en-US" sz="2400" dirty="0">
                <a:latin typeface="+mn-ea"/>
                <a:ea typeface="+mn-ea"/>
              </a:rPr>
              <a:t>多数の</a:t>
            </a:r>
            <a:r>
              <a:rPr lang="en-US" altLang="ja-JP" sz="2400" dirty="0">
                <a:latin typeface="+mn-ea"/>
                <a:ea typeface="+mn-ea"/>
              </a:rPr>
              <a:t>DB</a:t>
            </a:r>
            <a:r>
              <a:rPr lang="ja-JP" altLang="en-US" sz="2400" dirty="0">
                <a:latin typeface="+mn-ea"/>
                <a:ea typeface="+mn-ea"/>
              </a:rPr>
              <a:t>・クラウドデータに対応</a:t>
            </a:r>
            <a:endParaRPr lang="en-US" altLang="ja-JP" sz="2400" dirty="0">
              <a:latin typeface="+mn-ea"/>
              <a:ea typeface="+mn-ea"/>
            </a:endParaRPr>
          </a:p>
        </p:txBody>
      </p:sp>
      <p:sp>
        <p:nvSpPr>
          <p:cNvPr id="12" name="正方形/長方形 11">
            <a:extLst>
              <a:ext uri="{FF2B5EF4-FFF2-40B4-BE49-F238E27FC236}">
                <a16:creationId xmlns:a16="http://schemas.microsoft.com/office/drawing/2014/main" id="{959323D0-A972-ADA7-E6AE-3122D99AC241}"/>
              </a:ext>
            </a:extLst>
          </p:cNvPr>
          <p:cNvSpPr/>
          <p:nvPr/>
        </p:nvSpPr>
        <p:spPr bwMode="auto">
          <a:xfrm>
            <a:off x="6772124" y="2948198"/>
            <a:ext cx="2736304" cy="729751"/>
          </a:xfrm>
          <a:prstGeom prst="rect">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noAutofit/>
          </a:bodyPr>
          <a:lstStyle>
            <a:defPPr>
              <a:defRPr lang="ja-JP"/>
            </a:defPPr>
            <a:lvl1pPr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1pPr>
            <a:lvl2pPr marL="4572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2pPr>
            <a:lvl3pPr marL="9144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3pPr>
            <a:lvl4pPr marL="13716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4pPr>
            <a:lvl5pPr marL="18288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5pPr>
            <a:lvl6pPr marL="2286000" algn="l" defTabSz="914400" rtl="0" eaLnBrk="1" latinLnBrk="0" hangingPunct="1">
              <a:defRPr kumimoji="1" sz="1200" kern="1200">
                <a:solidFill>
                  <a:schemeClr val="tx1"/>
                </a:solidFill>
                <a:latin typeface="Verdana" pitchFamily="34" charset="0"/>
                <a:ea typeface="ＭＳ ゴシック" pitchFamily="49" charset="-128"/>
                <a:cs typeface="+mn-cs"/>
              </a:defRPr>
            </a:lvl6pPr>
            <a:lvl7pPr marL="2743200" algn="l" defTabSz="914400" rtl="0" eaLnBrk="1" latinLnBrk="0" hangingPunct="1">
              <a:defRPr kumimoji="1" sz="1200" kern="1200">
                <a:solidFill>
                  <a:schemeClr val="tx1"/>
                </a:solidFill>
                <a:latin typeface="Verdana" pitchFamily="34" charset="0"/>
                <a:ea typeface="ＭＳ ゴシック" pitchFamily="49" charset="-128"/>
                <a:cs typeface="+mn-cs"/>
              </a:defRPr>
            </a:lvl7pPr>
            <a:lvl8pPr marL="3200400" algn="l" defTabSz="914400" rtl="0" eaLnBrk="1" latinLnBrk="0" hangingPunct="1">
              <a:defRPr kumimoji="1" sz="1200" kern="1200">
                <a:solidFill>
                  <a:schemeClr val="tx1"/>
                </a:solidFill>
                <a:latin typeface="Verdana" pitchFamily="34" charset="0"/>
                <a:ea typeface="ＭＳ ゴシック" pitchFamily="49" charset="-128"/>
                <a:cs typeface="+mn-cs"/>
              </a:defRPr>
            </a:lvl8pPr>
            <a:lvl9pPr marL="3657600" algn="l" defTabSz="914400" rtl="0" eaLnBrk="1" latinLnBrk="0" hangingPunct="1">
              <a:defRPr kumimoji="1" sz="1200" kern="1200">
                <a:solidFill>
                  <a:schemeClr val="tx1"/>
                </a:solidFill>
                <a:latin typeface="Verdana" pitchFamily="34" charset="0"/>
                <a:ea typeface="ＭＳ ゴシック" pitchFamily="49" charset="-128"/>
                <a:cs typeface="+mn-cs"/>
              </a:defRPr>
            </a:lvl9pPr>
          </a:lstStyle>
          <a:p>
            <a:pPr marL="0" marR="0" indent="0" algn="ctr" defTabSz="914400" rtl="0" eaLnBrk="1" fontAlgn="base" latinLnBrk="0" hangingPunct="1">
              <a:lnSpc>
                <a:spcPct val="100000"/>
              </a:lnSpc>
              <a:spcBef>
                <a:spcPct val="0"/>
              </a:spcBef>
              <a:spcAft>
                <a:spcPct val="0"/>
              </a:spcAft>
              <a:buClrTx/>
              <a:buSzTx/>
              <a:buFontTx/>
              <a:buNone/>
              <a:tabLst/>
            </a:pPr>
            <a:r>
              <a:rPr lang="ja-JP" altLang="en-US" sz="2400" dirty="0">
                <a:latin typeface="+mn-ea"/>
                <a:ea typeface="+mn-ea"/>
              </a:rPr>
              <a:t>設計書出力</a:t>
            </a:r>
            <a:endParaRPr lang="en-US" altLang="ja-JP" sz="2400" dirty="0">
              <a:latin typeface="+mn-ea"/>
              <a:ea typeface="+mn-ea"/>
            </a:endParaRPr>
          </a:p>
        </p:txBody>
      </p:sp>
      <p:sp>
        <p:nvSpPr>
          <p:cNvPr id="13" name="正方形/長方形 12">
            <a:extLst>
              <a:ext uri="{FF2B5EF4-FFF2-40B4-BE49-F238E27FC236}">
                <a16:creationId xmlns:a16="http://schemas.microsoft.com/office/drawing/2014/main" id="{79460D66-EBD9-0345-9483-E742EE278AF9}"/>
              </a:ext>
            </a:extLst>
          </p:cNvPr>
          <p:cNvSpPr/>
          <p:nvPr/>
        </p:nvSpPr>
        <p:spPr bwMode="auto">
          <a:xfrm>
            <a:off x="352152" y="2947226"/>
            <a:ext cx="2736304" cy="729751"/>
          </a:xfrm>
          <a:prstGeom prst="rect">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noAutofit/>
          </a:bodyPr>
          <a:lstStyle>
            <a:defPPr>
              <a:defRPr lang="ja-JP"/>
            </a:defPPr>
            <a:lvl1pPr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1pPr>
            <a:lvl2pPr marL="4572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2pPr>
            <a:lvl3pPr marL="9144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3pPr>
            <a:lvl4pPr marL="13716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4pPr>
            <a:lvl5pPr marL="18288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5pPr>
            <a:lvl6pPr marL="2286000" algn="l" defTabSz="914400" rtl="0" eaLnBrk="1" latinLnBrk="0" hangingPunct="1">
              <a:defRPr kumimoji="1" sz="1200" kern="1200">
                <a:solidFill>
                  <a:schemeClr val="tx1"/>
                </a:solidFill>
                <a:latin typeface="Verdana" pitchFamily="34" charset="0"/>
                <a:ea typeface="ＭＳ ゴシック" pitchFamily="49" charset="-128"/>
                <a:cs typeface="+mn-cs"/>
              </a:defRPr>
            </a:lvl6pPr>
            <a:lvl7pPr marL="2743200" algn="l" defTabSz="914400" rtl="0" eaLnBrk="1" latinLnBrk="0" hangingPunct="1">
              <a:defRPr kumimoji="1" sz="1200" kern="1200">
                <a:solidFill>
                  <a:schemeClr val="tx1"/>
                </a:solidFill>
                <a:latin typeface="Verdana" pitchFamily="34" charset="0"/>
                <a:ea typeface="ＭＳ ゴシック" pitchFamily="49" charset="-128"/>
                <a:cs typeface="+mn-cs"/>
              </a:defRPr>
            </a:lvl7pPr>
            <a:lvl8pPr marL="3200400" algn="l" defTabSz="914400" rtl="0" eaLnBrk="1" latinLnBrk="0" hangingPunct="1">
              <a:defRPr kumimoji="1" sz="1200" kern="1200">
                <a:solidFill>
                  <a:schemeClr val="tx1"/>
                </a:solidFill>
                <a:latin typeface="Verdana" pitchFamily="34" charset="0"/>
                <a:ea typeface="ＭＳ ゴシック" pitchFamily="49" charset="-128"/>
                <a:cs typeface="+mn-cs"/>
              </a:defRPr>
            </a:lvl8pPr>
            <a:lvl9pPr marL="3657600" algn="l" defTabSz="914400" rtl="0" eaLnBrk="1" latinLnBrk="0" hangingPunct="1">
              <a:defRPr kumimoji="1" sz="1200" kern="1200">
                <a:solidFill>
                  <a:schemeClr val="tx1"/>
                </a:solidFill>
                <a:latin typeface="Verdana" pitchFamily="34" charset="0"/>
                <a:ea typeface="ＭＳ ゴシック" pitchFamily="49" charset="-128"/>
                <a:cs typeface="+mn-cs"/>
              </a:defRPr>
            </a:lvl9pPr>
          </a:lstStyle>
          <a:p>
            <a:pPr marL="0" marR="0" indent="0" algn="ctr" defTabSz="914400" rtl="0" eaLnBrk="1" fontAlgn="base" latinLnBrk="0" hangingPunct="1">
              <a:lnSpc>
                <a:spcPct val="100000"/>
              </a:lnSpc>
              <a:spcBef>
                <a:spcPct val="0"/>
              </a:spcBef>
              <a:spcAft>
                <a:spcPct val="0"/>
              </a:spcAft>
              <a:buClrTx/>
              <a:buSzTx/>
              <a:buFontTx/>
              <a:buNone/>
              <a:tabLst/>
            </a:pPr>
            <a:r>
              <a:rPr lang="ja-JP" altLang="en-US" sz="2200" dirty="0">
                <a:latin typeface="+mn-ea"/>
                <a:ea typeface="+mn-ea"/>
              </a:rPr>
              <a:t>スマホ・タブレット</a:t>
            </a:r>
            <a:endParaRPr lang="en-US" altLang="ja-JP" sz="2200" dirty="0">
              <a:latin typeface="+mn-ea"/>
              <a:ea typeface="+mn-ea"/>
            </a:endParaRPr>
          </a:p>
          <a:p>
            <a:pPr marL="0" marR="0" indent="0" algn="ctr" defTabSz="914400" rtl="0" eaLnBrk="1" fontAlgn="base" latinLnBrk="0" hangingPunct="1">
              <a:lnSpc>
                <a:spcPct val="100000"/>
              </a:lnSpc>
              <a:spcBef>
                <a:spcPct val="0"/>
              </a:spcBef>
              <a:spcAft>
                <a:spcPct val="0"/>
              </a:spcAft>
              <a:buClrTx/>
              <a:buSzTx/>
              <a:buFontTx/>
              <a:buNone/>
              <a:tabLst/>
            </a:pPr>
            <a:r>
              <a:rPr lang="ja-JP" altLang="en-US" sz="2200" dirty="0">
                <a:latin typeface="+mn-ea"/>
                <a:ea typeface="+mn-ea"/>
              </a:rPr>
              <a:t>バッチ・</a:t>
            </a:r>
            <a:r>
              <a:rPr lang="en-US" altLang="ja-JP" sz="2200" dirty="0">
                <a:latin typeface="+mn-ea"/>
                <a:ea typeface="+mn-ea"/>
              </a:rPr>
              <a:t>API</a:t>
            </a:r>
            <a:r>
              <a:rPr lang="ja-JP" altLang="en-US" sz="2200" dirty="0">
                <a:latin typeface="+mn-ea"/>
                <a:ea typeface="+mn-ea"/>
              </a:rPr>
              <a:t>実行</a:t>
            </a:r>
            <a:endParaRPr lang="en-US" altLang="ja-JP" sz="2200" dirty="0">
              <a:latin typeface="+mn-ea"/>
              <a:ea typeface="+mn-ea"/>
            </a:endParaRPr>
          </a:p>
        </p:txBody>
      </p:sp>
      <p:sp>
        <p:nvSpPr>
          <p:cNvPr id="14" name="正方形/長方形 13">
            <a:extLst>
              <a:ext uri="{FF2B5EF4-FFF2-40B4-BE49-F238E27FC236}">
                <a16:creationId xmlns:a16="http://schemas.microsoft.com/office/drawing/2014/main" id="{11E24180-E15C-0F71-AC1E-2A686FB5A914}"/>
              </a:ext>
            </a:extLst>
          </p:cNvPr>
          <p:cNvSpPr/>
          <p:nvPr/>
        </p:nvSpPr>
        <p:spPr bwMode="auto">
          <a:xfrm>
            <a:off x="362818" y="3988472"/>
            <a:ext cx="9145610" cy="729751"/>
          </a:xfrm>
          <a:prstGeom prst="rect">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noAutofit/>
          </a:bodyPr>
          <a:lstStyle>
            <a:defPPr>
              <a:defRPr lang="ja-JP"/>
            </a:defPPr>
            <a:lvl1pPr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1pPr>
            <a:lvl2pPr marL="4572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2pPr>
            <a:lvl3pPr marL="9144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3pPr>
            <a:lvl4pPr marL="13716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4pPr>
            <a:lvl5pPr marL="18288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5pPr>
            <a:lvl6pPr marL="2286000" algn="l" defTabSz="914400" rtl="0" eaLnBrk="1" latinLnBrk="0" hangingPunct="1">
              <a:defRPr kumimoji="1" sz="1200" kern="1200">
                <a:solidFill>
                  <a:schemeClr val="tx1"/>
                </a:solidFill>
                <a:latin typeface="Verdana" pitchFamily="34" charset="0"/>
                <a:ea typeface="ＭＳ ゴシック" pitchFamily="49" charset="-128"/>
                <a:cs typeface="+mn-cs"/>
              </a:defRPr>
            </a:lvl6pPr>
            <a:lvl7pPr marL="2743200" algn="l" defTabSz="914400" rtl="0" eaLnBrk="1" latinLnBrk="0" hangingPunct="1">
              <a:defRPr kumimoji="1" sz="1200" kern="1200">
                <a:solidFill>
                  <a:schemeClr val="tx1"/>
                </a:solidFill>
                <a:latin typeface="Verdana" pitchFamily="34" charset="0"/>
                <a:ea typeface="ＭＳ ゴシック" pitchFamily="49" charset="-128"/>
                <a:cs typeface="+mn-cs"/>
              </a:defRPr>
            </a:lvl7pPr>
            <a:lvl8pPr marL="3200400" algn="l" defTabSz="914400" rtl="0" eaLnBrk="1" latinLnBrk="0" hangingPunct="1">
              <a:defRPr kumimoji="1" sz="1200" kern="1200">
                <a:solidFill>
                  <a:schemeClr val="tx1"/>
                </a:solidFill>
                <a:latin typeface="Verdana" pitchFamily="34" charset="0"/>
                <a:ea typeface="ＭＳ ゴシック" pitchFamily="49" charset="-128"/>
                <a:cs typeface="+mn-cs"/>
              </a:defRPr>
            </a:lvl8pPr>
            <a:lvl9pPr marL="3657600" algn="l" defTabSz="914400" rtl="0" eaLnBrk="1" latinLnBrk="0" hangingPunct="1">
              <a:defRPr kumimoji="1" sz="1200" kern="1200">
                <a:solidFill>
                  <a:schemeClr val="tx1"/>
                </a:solidFill>
                <a:latin typeface="Verdana" pitchFamily="34" charset="0"/>
                <a:ea typeface="ＭＳ ゴシック" pitchFamily="49" charset="-128"/>
                <a:cs typeface="+mn-cs"/>
              </a:defRPr>
            </a:lvl9pPr>
          </a:lstStyle>
          <a:p>
            <a:pPr marL="0" marR="0" indent="0" algn="ctr" defTabSz="914400" rtl="0" eaLnBrk="1" fontAlgn="base" latinLnBrk="0" hangingPunct="1">
              <a:lnSpc>
                <a:spcPct val="100000"/>
              </a:lnSpc>
              <a:spcBef>
                <a:spcPct val="0"/>
              </a:spcBef>
              <a:spcAft>
                <a:spcPct val="0"/>
              </a:spcAft>
              <a:buClrTx/>
              <a:buSzTx/>
              <a:buFontTx/>
              <a:buNone/>
              <a:tabLst/>
            </a:pPr>
            <a:r>
              <a:rPr lang="ja-JP" altLang="en-US" sz="2400" dirty="0">
                <a:latin typeface="+mn-ea"/>
                <a:ea typeface="+mn-ea"/>
              </a:rPr>
              <a:t>ブロックシステム</a:t>
            </a:r>
            <a:endParaRPr lang="en-US" altLang="ja-JP" sz="2400" dirty="0">
              <a:latin typeface="+mn-ea"/>
              <a:ea typeface="+mn-ea"/>
            </a:endParaRPr>
          </a:p>
        </p:txBody>
      </p:sp>
      <p:pic>
        <p:nvPicPr>
          <p:cNvPr id="15" name="グラフィックス 38" descr="線矢印: 直線 単色塗りつぶし">
            <a:extLst>
              <a:ext uri="{FF2B5EF4-FFF2-40B4-BE49-F238E27FC236}">
                <a16:creationId xmlns:a16="http://schemas.microsoft.com/office/drawing/2014/main" id="{3973391A-3BA5-0588-E684-ADC79158EB0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6200000">
            <a:off x="4531415" y="4041043"/>
            <a:ext cx="450913" cy="1856716"/>
          </a:xfrm>
          <a:prstGeom prst="rect">
            <a:avLst/>
          </a:prstGeom>
        </p:spPr>
      </p:pic>
      <p:pic>
        <p:nvPicPr>
          <p:cNvPr id="16" name="グラフィックス 39" descr="線矢印: 直線 単色塗りつぶし">
            <a:extLst>
              <a:ext uri="{FF2B5EF4-FFF2-40B4-BE49-F238E27FC236}">
                <a16:creationId xmlns:a16="http://schemas.microsoft.com/office/drawing/2014/main" id="{1C73DD72-0E40-A01F-5511-9B91DF6A64D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6200000">
            <a:off x="1214530" y="4041043"/>
            <a:ext cx="450913" cy="1856716"/>
          </a:xfrm>
          <a:prstGeom prst="rect">
            <a:avLst/>
          </a:prstGeom>
        </p:spPr>
      </p:pic>
      <p:pic>
        <p:nvPicPr>
          <p:cNvPr id="17" name="グラフィックス 40" descr="線矢印: 直線 単色塗りつぶし">
            <a:extLst>
              <a:ext uri="{FF2B5EF4-FFF2-40B4-BE49-F238E27FC236}">
                <a16:creationId xmlns:a16="http://schemas.microsoft.com/office/drawing/2014/main" id="{721581B3-8D70-6635-6148-BAE504392C5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6200000">
            <a:off x="8411130" y="4061791"/>
            <a:ext cx="450913" cy="1856716"/>
          </a:xfrm>
          <a:prstGeom prst="rect">
            <a:avLst/>
          </a:prstGeom>
        </p:spPr>
      </p:pic>
      <p:sp>
        <p:nvSpPr>
          <p:cNvPr id="18" name="正方形/長方形 17">
            <a:extLst>
              <a:ext uri="{FF2B5EF4-FFF2-40B4-BE49-F238E27FC236}">
                <a16:creationId xmlns:a16="http://schemas.microsoft.com/office/drawing/2014/main" id="{B57387B3-8C2D-B46A-093C-72719718CB22}"/>
              </a:ext>
            </a:extLst>
          </p:cNvPr>
          <p:cNvSpPr/>
          <p:nvPr/>
        </p:nvSpPr>
        <p:spPr bwMode="auto">
          <a:xfrm>
            <a:off x="362818" y="5314706"/>
            <a:ext cx="1980220" cy="964603"/>
          </a:xfrm>
          <a:prstGeom prst="rect">
            <a:avLst/>
          </a:prstGeom>
          <a:solidFill>
            <a:schemeClr val="accent6">
              <a:lumMod val="20000"/>
              <a:lumOff val="80000"/>
              <a:alpha val="31000"/>
            </a:schemeClr>
          </a:solid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noAutofit/>
          </a:bodyPr>
          <a:lstStyle>
            <a:defPPr>
              <a:defRPr lang="ja-JP"/>
            </a:defPPr>
            <a:lvl1pPr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1pPr>
            <a:lvl2pPr marL="4572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2pPr>
            <a:lvl3pPr marL="9144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3pPr>
            <a:lvl4pPr marL="13716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4pPr>
            <a:lvl5pPr marL="18288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5pPr>
            <a:lvl6pPr marL="2286000" algn="l" defTabSz="914400" rtl="0" eaLnBrk="1" latinLnBrk="0" hangingPunct="1">
              <a:defRPr kumimoji="1" sz="1200" kern="1200">
                <a:solidFill>
                  <a:schemeClr val="tx1"/>
                </a:solidFill>
                <a:latin typeface="Verdana" pitchFamily="34" charset="0"/>
                <a:ea typeface="ＭＳ ゴシック" pitchFamily="49" charset="-128"/>
                <a:cs typeface="+mn-cs"/>
              </a:defRPr>
            </a:lvl6pPr>
            <a:lvl7pPr marL="2743200" algn="l" defTabSz="914400" rtl="0" eaLnBrk="1" latinLnBrk="0" hangingPunct="1">
              <a:defRPr kumimoji="1" sz="1200" kern="1200">
                <a:solidFill>
                  <a:schemeClr val="tx1"/>
                </a:solidFill>
                <a:latin typeface="Verdana" pitchFamily="34" charset="0"/>
                <a:ea typeface="ＭＳ ゴシック" pitchFamily="49" charset="-128"/>
                <a:cs typeface="+mn-cs"/>
              </a:defRPr>
            </a:lvl7pPr>
            <a:lvl8pPr marL="3200400" algn="l" defTabSz="914400" rtl="0" eaLnBrk="1" latinLnBrk="0" hangingPunct="1">
              <a:defRPr kumimoji="1" sz="1200" kern="1200">
                <a:solidFill>
                  <a:schemeClr val="tx1"/>
                </a:solidFill>
                <a:latin typeface="Verdana" pitchFamily="34" charset="0"/>
                <a:ea typeface="ＭＳ ゴシック" pitchFamily="49" charset="-128"/>
                <a:cs typeface="+mn-cs"/>
              </a:defRPr>
            </a:lvl8pPr>
            <a:lvl9pPr marL="3657600" algn="l" defTabSz="914400" rtl="0" eaLnBrk="1" latinLnBrk="0" hangingPunct="1">
              <a:defRPr kumimoji="1" sz="1200" kern="1200">
                <a:solidFill>
                  <a:schemeClr val="tx1"/>
                </a:solidFill>
                <a:latin typeface="Verdana" pitchFamily="34" charset="0"/>
                <a:ea typeface="ＭＳ ゴシック" pitchFamily="49" charset="-128"/>
                <a:cs typeface="+mn-cs"/>
              </a:defRPr>
            </a:lvl9pPr>
          </a:lstStyle>
          <a:p>
            <a:pPr marL="0" marR="0" indent="0" algn="ctr" defTabSz="914400" rtl="0" eaLnBrk="1" fontAlgn="base" latinLnBrk="0" hangingPunct="1">
              <a:lnSpc>
                <a:spcPct val="100000"/>
              </a:lnSpc>
              <a:spcBef>
                <a:spcPct val="0"/>
              </a:spcBef>
              <a:spcAft>
                <a:spcPct val="0"/>
              </a:spcAft>
              <a:buClrTx/>
              <a:buSzTx/>
              <a:buFontTx/>
              <a:buNone/>
              <a:tabLst/>
            </a:pPr>
            <a:r>
              <a:rPr lang="ja-JP" altLang="en-US" sz="2400" dirty="0">
                <a:latin typeface="+mn-ea"/>
                <a:ea typeface="+mn-ea"/>
              </a:rPr>
              <a:t>業務</a:t>
            </a:r>
            <a:endParaRPr lang="en-US" altLang="ja-JP" sz="2400" dirty="0">
              <a:latin typeface="+mn-ea"/>
              <a:ea typeface="+mn-ea"/>
            </a:endParaRPr>
          </a:p>
          <a:p>
            <a:pPr marL="0" marR="0" indent="0" algn="ctr" defTabSz="914400" rtl="0" eaLnBrk="1" fontAlgn="base" latinLnBrk="0" hangingPunct="1">
              <a:lnSpc>
                <a:spcPct val="100000"/>
              </a:lnSpc>
              <a:spcBef>
                <a:spcPct val="0"/>
              </a:spcBef>
              <a:spcAft>
                <a:spcPct val="0"/>
              </a:spcAft>
              <a:buClrTx/>
              <a:buSzTx/>
              <a:buFontTx/>
              <a:buNone/>
              <a:tabLst/>
            </a:pPr>
            <a:r>
              <a:rPr lang="ja-JP" altLang="en-US" sz="2400" dirty="0">
                <a:latin typeface="+mn-ea"/>
                <a:ea typeface="+mn-ea"/>
              </a:rPr>
              <a:t>システム</a:t>
            </a:r>
            <a:endParaRPr lang="en-US" altLang="ja-JP" sz="2400" dirty="0">
              <a:latin typeface="+mn-ea"/>
              <a:ea typeface="+mn-ea"/>
            </a:endParaRPr>
          </a:p>
        </p:txBody>
      </p:sp>
      <p:sp>
        <p:nvSpPr>
          <p:cNvPr id="19" name="正方形/長方形 18">
            <a:extLst>
              <a:ext uri="{FF2B5EF4-FFF2-40B4-BE49-F238E27FC236}">
                <a16:creationId xmlns:a16="http://schemas.microsoft.com/office/drawing/2014/main" id="{34457A6E-9392-D5B7-7F67-7A377AA495B3}"/>
              </a:ext>
            </a:extLst>
          </p:cNvPr>
          <p:cNvSpPr/>
          <p:nvPr/>
        </p:nvSpPr>
        <p:spPr bwMode="auto">
          <a:xfrm>
            <a:off x="3828513" y="5314707"/>
            <a:ext cx="1980220" cy="964603"/>
          </a:xfrm>
          <a:prstGeom prst="rect">
            <a:avLst/>
          </a:prstGeom>
          <a:solidFill>
            <a:schemeClr val="accent6">
              <a:lumMod val="20000"/>
              <a:lumOff val="80000"/>
              <a:alpha val="31000"/>
            </a:schemeClr>
          </a:solid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noAutofit/>
          </a:bodyPr>
          <a:lstStyle>
            <a:defPPr>
              <a:defRPr lang="ja-JP"/>
            </a:defPPr>
            <a:lvl1pPr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1pPr>
            <a:lvl2pPr marL="4572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2pPr>
            <a:lvl3pPr marL="9144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3pPr>
            <a:lvl4pPr marL="13716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4pPr>
            <a:lvl5pPr marL="18288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5pPr>
            <a:lvl6pPr marL="2286000" algn="l" defTabSz="914400" rtl="0" eaLnBrk="1" latinLnBrk="0" hangingPunct="1">
              <a:defRPr kumimoji="1" sz="1200" kern="1200">
                <a:solidFill>
                  <a:schemeClr val="tx1"/>
                </a:solidFill>
                <a:latin typeface="Verdana" pitchFamily="34" charset="0"/>
                <a:ea typeface="ＭＳ ゴシック" pitchFamily="49" charset="-128"/>
                <a:cs typeface="+mn-cs"/>
              </a:defRPr>
            </a:lvl6pPr>
            <a:lvl7pPr marL="2743200" algn="l" defTabSz="914400" rtl="0" eaLnBrk="1" latinLnBrk="0" hangingPunct="1">
              <a:defRPr kumimoji="1" sz="1200" kern="1200">
                <a:solidFill>
                  <a:schemeClr val="tx1"/>
                </a:solidFill>
                <a:latin typeface="Verdana" pitchFamily="34" charset="0"/>
                <a:ea typeface="ＭＳ ゴシック" pitchFamily="49" charset="-128"/>
                <a:cs typeface="+mn-cs"/>
              </a:defRPr>
            </a:lvl7pPr>
            <a:lvl8pPr marL="3200400" algn="l" defTabSz="914400" rtl="0" eaLnBrk="1" latinLnBrk="0" hangingPunct="1">
              <a:defRPr kumimoji="1" sz="1200" kern="1200">
                <a:solidFill>
                  <a:schemeClr val="tx1"/>
                </a:solidFill>
                <a:latin typeface="Verdana" pitchFamily="34" charset="0"/>
                <a:ea typeface="ＭＳ ゴシック" pitchFamily="49" charset="-128"/>
                <a:cs typeface="+mn-cs"/>
              </a:defRPr>
            </a:lvl8pPr>
            <a:lvl9pPr marL="3657600" algn="l" defTabSz="914400" rtl="0" eaLnBrk="1" latinLnBrk="0" hangingPunct="1">
              <a:defRPr kumimoji="1" sz="1200" kern="1200">
                <a:solidFill>
                  <a:schemeClr val="tx1"/>
                </a:solidFill>
                <a:latin typeface="Verdana" pitchFamily="34" charset="0"/>
                <a:ea typeface="ＭＳ ゴシック" pitchFamily="49" charset="-128"/>
                <a:cs typeface="+mn-cs"/>
              </a:defRPr>
            </a:lvl9pPr>
          </a:lstStyle>
          <a:p>
            <a:pPr marL="0" marR="0" indent="0" algn="ctr" defTabSz="914400" rtl="0" eaLnBrk="1" fontAlgn="base" latinLnBrk="0" hangingPunct="1">
              <a:lnSpc>
                <a:spcPct val="100000"/>
              </a:lnSpc>
              <a:spcBef>
                <a:spcPct val="0"/>
              </a:spcBef>
              <a:spcAft>
                <a:spcPct val="0"/>
              </a:spcAft>
              <a:buClrTx/>
              <a:buSzTx/>
              <a:buFontTx/>
              <a:buNone/>
              <a:tabLst/>
            </a:pPr>
            <a:r>
              <a:rPr lang="en-US" altLang="ja-JP" sz="2400" dirty="0">
                <a:latin typeface="+mn-ea"/>
                <a:ea typeface="+mn-ea"/>
              </a:rPr>
              <a:t>BI</a:t>
            </a:r>
          </a:p>
          <a:p>
            <a:pPr marL="0" marR="0" indent="0" algn="ctr" defTabSz="914400" rtl="0" eaLnBrk="1" fontAlgn="base" latinLnBrk="0" hangingPunct="1">
              <a:lnSpc>
                <a:spcPct val="100000"/>
              </a:lnSpc>
              <a:spcBef>
                <a:spcPct val="0"/>
              </a:spcBef>
              <a:spcAft>
                <a:spcPct val="0"/>
              </a:spcAft>
              <a:buClrTx/>
              <a:buSzTx/>
              <a:buFontTx/>
              <a:buNone/>
              <a:tabLst/>
            </a:pPr>
            <a:r>
              <a:rPr lang="en-US" altLang="ja-JP" sz="2400" dirty="0">
                <a:latin typeface="+mn-ea"/>
                <a:ea typeface="+mn-ea"/>
              </a:rPr>
              <a:t>DX</a:t>
            </a:r>
            <a:r>
              <a:rPr lang="ja-JP" altLang="en-US" sz="2400" dirty="0">
                <a:latin typeface="+mn-ea"/>
                <a:ea typeface="+mn-ea"/>
              </a:rPr>
              <a:t>対応</a:t>
            </a:r>
            <a:endParaRPr lang="en-US" altLang="ja-JP" sz="2400" dirty="0">
              <a:latin typeface="+mn-ea"/>
              <a:ea typeface="+mn-ea"/>
            </a:endParaRPr>
          </a:p>
        </p:txBody>
      </p:sp>
      <p:sp>
        <p:nvSpPr>
          <p:cNvPr id="20" name="正方形/長方形 19">
            <a:extLst>
              <a:ext uri="{FF2B5EF4-FFF2-40B4-BE49-F238E27FC236}">
                <a16:creationId xmlns:a16="http://schemas.microsoft.com/office/drawing/2014/main" id="{5ADCEF26-4CA6-3C5D-6759-E2F6174234EA}"/>
              </a:ext>
            </a:extLst>
          </p:cNvPr>
          <p:cNvSpPr/>
          <p:nvPr/>
        </p:nvSpPr>
        <p:spPr bwMode="auto">
          <a:xfrm>
            <a:off x="7528208" y="5314706"/>
            <a:ext cx="1980220" cy="964603"/>
          </a:xfrm>
          <a:prstGeom prst="rect">
            <a:avLst/>
          </a:prstGeom>
          <a:solidFill>
            <a:schemeClr val="accent6">
              <a:lumMod val="20000"/>
              <a:lumOff val="80000"/>
              <a:alpha val="31000"/>
            </a:schemeClr>
          </a:solid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noAutofit/>
          </a:bodyPr>
          <a:lstStyle>
            <a:defPPr>
              <a:defRPr lang="ja-JP"/>
            </a:defPPr>
            <a:lvl1pPr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1pPr>
            <a:lvl2pPr marL="4572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2pPr>
            <a:lvl3pPr marL="9144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3pPr>
            <a:lvl4pPr marL="13716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4pPr>
            <a:lvl5pPr marL="1828800" algn="l" rtl="0" fontAlgn="base">
              <a:spcBef>
                <a:spcPct val="0"/>
              </a:spcBef>
              <a:spcAft>
                <a:spcPct val="0"/>
              </a:spcAft>
              <a:defRPr kumimoji="1" sz="1200" kern="1200">
                <a:solidFill>
                  <a:schemeClr val="tx1"/>
                </a:solidFill>
                <a:latin typeface="Verdana" pitchFamily="34" charset="0"/>
                <a:ea typeface="ＭＳ ゴシック" pitchFamily="49" charset="-128"/>
                <a:cs typeface="+mn-cs"/>
              </a:defRPr>
            </a:lvl5pPr>
            <a:lvl6pPr marL="2286000" algn="l" defTabSz="914400" rtl="0" eaLnBrk="1" latinLnBrk="0" hangingPunct="1">
              <a:defRPr kumimoji="1" sz="1200" kern="1200">
                <a:solidFill>
                  <a:schemeClr val="tx1"/>
                </a:solidFill>
                <a:latin typeface="Verdana" pitchFamily="34" charset="0"/>
                <a:ea typeface="ＭＳ ゴシック" pitchFamily="49" charset="-128"/>
                <a:cs typeface="+mn-cs"/>
              </a:defRPr>
            </a:lvl6pPr>
            <a:lvl7pPr marL="2743200" algn="l" defTabSz="914400" rtl="0" eaLnBrk="1" latinLnBrk="0" hangingPunct="1">
              <a:defRPr kumimoji="1" sz="1200" kern="1200">
                <a:solidFill>
                  <a:schemeClr val="tx1"/>
                </a:solidFill>
                <a:latin typeface="Verdana" pitchFamily="34" charset="0"/>
                <a:ea typeface="ＭＳ ゴシック" pitchFamily="49" charset="-128"/>
                <a:cs typeface="+mn-cs"/>
              </a:defRPr>
            </a:lvl7pPr>
            <a:lvl8pPr marL="3200400" algn="l" defTabSz="914400" rtl="0" eaLnBrk="1" latinLnBrk="0" hangingPunct="1">
              <a:defRPr kumimoji="1" sz="1200" kern="1200">
                <a:solidFill>
                  <a:schemeClr val="tx1"/>
                </a:solidFill>
                <a:latin typeface="Verdana" pitchFamily="34" charset="0"/>
                <a:ea typeface="ＭＳ ゴシック" pitchFamily="49" charset="-128"/>
                <a:cs typeface="+mn-cs"/>
              </a:defRPr>
            </a:lvl8pPr>
            <a:lvl9pPr marL="3657600" algn="l" defTabSz="914400" rtl="0" eaLnBrk="1" latinLnBrk="0" hangingPunct="1">
              <a:defRPr kumimoji="1" sz="1200" kern="1200">
                <a:solidFill>
                  <a:schemeClr val="tx1"/>
                </a:solidFill>
                <a:latin typeface="Verdana" pitchFamily="34" charset="0"/>
                <a:ea typeface="ＭＳ ゴシック" pitchFamily="49" charset="-128"/>
                <a:cs typeface="+mn-cs"/>
              </a:defRPr>
            </a:lvl9pPr>
          </a:lstStyle>
          <a:p>
            <a:pPr marL="0" marR="0" indent="0" algn="ctr" defTabSz="914400" rtl="0" eaLnBrk="1" fontAlgn="base" latinLnBrk="0" hangingPunct="1">
              <a:lnSpc>
                <a:spcPct val="100000"/>
              </a:lnSpc>
              <a:spcBef>
                <a:spcPct val="0"/>
              </a:spcBef>
              <a:spcAft>
                <a:spcPct val="0"/>
              </a:spcAft>
              <a:buClrTx/>
              <a:buSzTx/>
              <a:buFontTx/>
              <a:buNone/>
              <a:tabLst/>
            </a:pPr>
            <a:r>
              <a:rPr lang="en-US" altLang="ja-JP" sz="2400" dirty="0">
                <a:latin typeface="+mn-ea"/>
                <a:ea typeface="+mn-ea"/>
              </a:rPr>
              <a:t>IoT</a:t>
            </a:r>
            <a:r>
              <a:rPr lang="ja-JP" altLang="en-US" sz="2400" dirty="0">
                <a:latin typeface="+mn-ea"/>
                <a:ea typeface="+mn-ea"/>
              </a:rPr>
              <a:t>・</a:t>
            </a:r>
            <a:r>
              <a:rPr lang="en-US" altLang="ja-JP" sz="2400" dirty="0">
                <a:latin typeface="+mn-ea"/>
                <a:ea typeface="+mn-ea"/>
              </a:rPr>
              <a:t>ETL</a:t>
            </a:r>
          </a:p>
          <a:p>
            <a:pPr marL="0" marR="0" indent="0" algn="ctr" defTabSz="914400" rtl="0" eaLnBrk="1" fontAlgn="base" latinLnBrk="0" hangingPunct="1">
              <a:lnSpc>
                <a:spcPct val="100000"/>
              </a:lnSpc>
              <a:spcBef>
                <a:spcPct val="0"/>
              </a:spcBef>
              <a:spcAft>
                <a:spcPct val="0"/>
              </a:spcAft>
              <a:buClrTx/>
              <a:buSzTx/>
              <a:buFontTx/>
              <a:buNone/>
              <a:tabLst/>
            </a:pPr>
            <a:r>
              <a:rPr lang="ja-JP" altLang="en-US" sz="2400" dirty="0">
                <a:latin typeface="+mn-ea"/>
                <a:ea typeface="+mn-ea"/>
              </a:rPr>
              <a:t>データ活用</a:t>
            </a:r>
            <a:endParaRPr lang="en-US" altLang="ja-JP" sz="2400" dirty="0">
              <a:latin typeface="+mn-ea"/>
              <a:ea typeface="+mn-ea"/>
            </a:endParaRPr>
          </a:p>
        </p:txBody>
      </p:sp>
      <p:pic>
        <p:nvPicPr>
          <p:cNvPr id="21" name="図 20">
            <a:extLst>
              <a:ext uri="{FF2B5EF4-FFF2-40B4-BE49-F238E27FC236}">
                <a16:creationId xmlns:a16="http://schemas.microsoft.com/office/drawing/2014/main" id="{284C7EAB-77F0-4650-DC8B-7095332F1264}"/>
              </a:ext>
            </a:extLst>
          </p:cNvPr>
          <p:cNvPicPr>
            <a:picLocks noChangeAspect="1"/>
          </p:cNvPicPr>
          <p:nvPr/>
        </p:nvPicPr>
        <p:blipFill>
          <a:blip r:embed="rId4"/>
          <a:stretch>
            <a:fillRect/>
          </a:stretch>
        </p:blipFill>
        <p:spPr>
          <a:xfrm>
            <a:off x="9602156" y="4562721"/>
            <a:ext cx="2349935" cy="1809543"/>
          </a:xfrm>
          <a:prstGeom prst="rect">
            <a:avLst/>
          </a:prstGeom>
        </p:spPr>
      </p:pic>
      <p:pic>
        <p:nvPicPr>
          <p:cNvPr id="22" name="図 21">
            <a:extLst>
              <a:ext uri="{FF2B5EF4-FFF2-40B4-BE49-F238E27FC236}">
                <a16:creationId xmlns:a16="http://schemas.microsoft.com/office/drawing/2014/main" id="{B58A1C40-E244-B710-A9B5-FAEFA95EBC2B}"/>
              </a:ext>
            </a:extLst>
          </p:cNvPr>
          <p:cNvPicPr>
            <a:picLocks noChangeAspect="1"/>
          </p:cNvPicPr>
          <p:nvPr/>
        </p:nvPicPr>
        <p:blipFill>
          <a:blip r:embed="rId5"/>
          <a:stretch>
            <a:fillRect/>
          </a:stretch>
        </p:blipFill>
        <p:spPr>
          <a:xfrm>
            <a:off x="9602155" y="730027"/>
            <a:ext cx="2349935" cy="1799140"/>
          </a:xfrm>
          <a:prstGeom prst="rect">
            <a:avLst/>
          </a:prstGeom>
        </p:spPr>
      </p:pic>
      <p:pic>
        <p:nvPicPr>
          <p:cNvPr id="23" name="図 22">
            <a:extLst>
              <a:ext uri="{FF2B5EF4-FFF2-40B4-BE49-F238E27FC236}">
                <a16:creationId xmlns:a16="http://schemas.microsoft.com/office/drawing/2014/main" id="{4C8ABE1D-7832-55F8-EBCB-77955E3603BC}"/>
              </a:ext>
            </a:extLst>
          </p:cNvPr>
          <p:cNvPicPr>
            <a:picLocks noChangeAspect="1"/>
          </p:cNvPicPr>
          <p:nvPr/>
        </p:nvPicPr>
        <p:blipFill>
          <a:blip r:embed="rId6"/>
          <a:stretch>
            <a:fillRect/>
          </a:stretch>
        </p:blipFill>
        <p:spPr>
          <a:xfrm>
            <a:off x="9602155" y="2740736"/>
            <a:ext cx="2349935" cy="1594358"/>
          </a:xfrm>
          <a:prstGeom prst="rect">
            <a:avLst/>
          </a:prstGeom>
        </p:spPr>
      </p:pic>
    </p:spTree>
    <p:extLst>
      <p:ext uri="{BB962C8B-B14F-4D97-AF65-F5344CB8AC3E}">
        <p14:creationId xmlns:p14="http://schemas.microsoft.com/office/powerpoint/2010/main" val="220282030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499980-0E4A-542B-643B-D19682F2CD8C}"/>
            </a:ext>
          </a:extLst>
        </p:cNvPr>
        <p:cNvGrpSpPr/>
        <p:nvPr/>
      </p:nvGrpSpPr>
      <p:grpSpPr>
        <a:xfrm>
          <a:off x="0" y="0"/>
          <a:ext cx="0" cy="0"/>
          <a:chOff x="0" y="0"/>
          <a:chExt cx="0" cy="0"/>
        </a:xfrm>
      </p:grpSpPr>
      <p:sp>
        <p:nvSpPr>
          <p:cNvPr id="5" name="タイトル 4">
            <a:extLst>
              <a:ext uri="{FF2B5EF4-FFF2-40B4-BE49-F238E27FC236}">
                <a16:creationId xmlns:a16="http://schemas.microsoft.com/office/drawing/2014/main" id="{5E8F9758-491E-2ADF-81D6-687CC4CFDDA7}"/>
              </a:ext>
            </a:extLst>
          </p:cNvPr>
          <p:cNvSpPr>
            <a:spLocks noGrp="1"/>
          </p:cNvSpPr>
          <p:nvPr>
            <p:ph type="title"/>
          </p:nvPr>
        </p:nvSpPr>
        <p:spPr>
          <a:xfrm>
            <a:off x="630631" y="230188"/>
            <a:ext cx="11266729" cy="604519"/>
          </a:xfrm>
        </p:spPr>
        <p:txBody>
          <a:bodyPr/>
          <a:lstStyle/>
          <a:p>
            <a:r>
              <a:rPr lang="en-US" altLang="ja-JP" sz="3600" dirty="0" err="1"/>
              <a:t>Asprova</a:t>
            </a:r>
            <a:r>
              <a:rPr lang="ja-JP" altLang="en-US" sz="3600" dirty="0"/>
              <a:t>運用支援①　スケジューリングデータの共有</a:t>
            </a:r>
          </a:p>
        </p:txBody>
      </p:sp>
      <p:sp>
        <p:nvSpPr>
          <p:cNvPr id="4" name="スライド番号プレースホルダー 1">
            <a:extLst>
              <a:ext uri="{FF2B5EF4-FFF2-40B4-BE49-F238E27FC236}">
                <a16:creationId xmlns:a16="http://schemas.microsoft.com/office/drawing/2014/main" id="{7901D418-6E78-F83C-7318-C16E402EC795}"/>
              </a:ext>
            </a:extLst>
          </p:cNvPr>
          <p:cNvSpPr txBox="1">
            <a:spLocks/>
          </p:cNvSpPr>
          <p:nvPr/>
        </p:nvSpPr>
        <p:spPr bwMode="ltGray">
          <a:xfrm>
            <a:off x="10855405" y="6532510"/>
            <a:ext cx="998971" cy="241300"/>
          </a:xfrm>
          <a:prstGeom prst="rect">
            <a:avLst/>
          </a:prstGeom>
          <a:noFill/>
          <a:ln>
            <a:noFill/>
          </a:ln>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defPPr>
              <a:defRPr lang="ja-JP"/>
            </a:defPPr>
            <a:lvl1pPr marL="0" algn="r" defTabSz="914400" rtl="0" eaLnBrk="1" latinLnBrk="0" hangingPunct="1">
              <a:defRPr kumimoji="1" sz="1800" b="1" i="0" kern="1200">
                <a:solidFill>
                  <a:schemeClr val="bg1"/>
                </a:solidFill>
                <a:latin typeface="Arial" pitchFamily="34" charset="0"/>
                <a:ea typeface="ＭＳ Ｐゴシック" pitchFamily="50" charset="-128"/>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E025C43D-97FC-4CE9-9332-5BE2A99BA935}" type="slidenum">
              <a:rPr lang="en-US" altLang="ja-JP" sz="1400" smtClean="0">
                <a:solidFill>
                  <a:schemeClr val="tx1"/>
                </a:solidFill>
                <a:latin typeface="+mn-ea"/>
                <a:ea typeface="+mn-ea"/>
                <a:cs typeface="メイリオ" pitchFamily="50" charset="-128"/>
              </a:rPr>
              <a:pPr/>
              <a:t>49</a:t>
            </a:fld>
            <a:endParaRPr lang="en-US" altLang="ja-JP" sz="1400">
              <a:solidFill>
                <a:schemeClr val="tx1"/>
              </a:solidFill>
              <a:latin typeface="+mn-ea"/>
              <a:ea typeface="+mn-ea"/>
              <a:cs typeface="メイリオ" pitchFamily="50" charset="-128"/>
            </a:endParaRPr>
          </a:p>
        </p:txBody>
      </p:sp>
      <p:sp>
        <p:nvSpPr>
          <p:cNvPr id="2" name="テキスト ボックス 45">
            <a:extLst>
              <a:ext uri="{FF2B5EF4-FFF2-40B4-BE49-F238E27FC236}">
                <a16:creationId xmlns:a16="http://schemas.microsoft.com/office/drawing/2014/main" id="{480E5E39-041F-87DB-EBF0-DCEEB8B1E2E1}"/>
              </a:ext>
            </a:extLst>
          </p:cNvPr>
          <p:cNvSpPr txBox="1"/>
          <p:nvPr/>
        </p:nvSpPr>
        <p:spPr>
          <a:xfrm>
            <a:off x="496758" y="1062574"/>
            <a:ext cx="11534474" cy="369332"/>
          </a:xfrm>
          <a:prstGeom prst="rect">
            <a:avLst/>
          </a:prstGeom>
          <a:noFill/>
        </p:spPr>
        <p:txBody>
          <a:bodyPr wrap="square">
            <a:spAutoFit/>
          </a:bodyPr>
          <a:lstStyle>
            <a:defPPr>
              <a:defRPr lang="ja-JP"/>
            </a:defPPr>
            <a:lvl1pPr algn="l" rtl="0" fontAlgn="base">
              <a:spcBef>
                <a:spcPct val="0"/>
              </a:spcBef>
              <a:spcAft>
                <a:spcPct val="0"/>
              </a:spcAft>
              <a:defRPr kumimoji="1" sz="1400" kern="1200">
                <a:solidFill>
                  <a:schemeClr val="tx1"/>
                </a:solidFill>
                <a:latin typeface="Arial" pitchFamily="34" charset="0"/>
                <a:ea typeface="ＭＳ Ｐゴシック" pitchFamily="50" charset="-128"/>
                <a:cs typeface="+mn-cs"/>
              </a:defRPr>
            </a:lvl1pPr>
            <a:lvl2pPr marL="457200" algn="l" rtl="0" fontAlgn="base">
              <a:spcBef>
                <a:spcPct val="0"/>
              </a:spcBef>
              <a:spcAft>
                <a:spcPct val="0"/>
              </a:spcAft>
              <a:defRPr kumimoji="1" sz="1400" kern="1200">
                <a:solidFill>
                  <a:schemeClr val="tx1"/>
                </a:solidFill>
                <a:latin typeface="Arial" pitchFamily="34" charset="0"/>
                <a:ea typeface="ＭＳ Ｐゴシック" pitchFamily="50" charset="-128"/>
                <a:cs typeface="+mn-cs"/>
              </a:defRPr>
            </a:lvl2pPr>
            <a:lvl3pPr marL="914400" algn="l" rtl="0" fontAlgn="base">
              <a:spcBef>
                <a:spcPct val="0"/>
              </a:spcBef>
              <a:spcAft>
                <a:spcPct val="0"/>
              </a:spcAft>
              <a:defRPr kumimoji="1" sz="1400" kern="1200">
                <a:solidFill>
                  <a:schemeClr val="tx1"/>
                </a:solidFill>
                <a:latin typeface="Arial" pitchFamily="34" charset="0"/>
                <a:ea typeface="ＭＳ Ｐゴシック" pitchFamily="50" charset="-128"/>
                <a:cs typeface="+mn-cs"/>
              </a:defRPr>
            </a:lvl3pPr>
            <a:lvl4pPr marL="1371600" algn="l" rtl="0" fontAlgn="base">
              <a:spcBef>
                <a:spcPct val="0"/>
              </a:spcBef>
              <a:spcAft>
                <a:spcPct val="0"/>
              </a:spcAft>
              <a:defRPr kumimoji="1" sz="1400" kern="1200">
                <a:solidFill>
                  <a:schemeClr val="tx1"/>
                </a:solidFill>
                <a:latin typeface="Arial" pitchFamily="34" charset="0"/>
                <a:ea typeface="ＭＳ Ｐゴシック" pitchFamily="50" charset="-128"/>
                <a:cs typeface="+mn-cs"/>
              </a:defRPr>
            </a:lvl4pPr>
            <a:lvl5pPr marL="1828800" algn="l" rtl="0" fontAlgn="base">
              <a:spcBef>
                <a:spcPct val="0"/>
              </a:spcBef>
              <a:spcAft>
                <a:spcPct val="0"/>
              </a:spcAft>
              <a:defRPr kumimoji="1" sz="14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4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4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4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400" kern="1200">
                <a:solidFill>
                  <a:schemeClr val="tx1"/>
                </a:solidFill>
                <a:latin typeface="Arial" pitchFamily="34" charset="0"/>
                <a:ea typeface="ＭＳ Ｐゴシック" pitchFamily="50" charset="-128"/>
                <a:cs typeface="+mn-cs"/>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ja-JP" sz="1800" b="0" i="0" u="none" strike="noStrike" kern="1200" cap="none" spc="0" normalizeH="0" baseline="0" noProof="0" dirty="0" err="1">
                <a:ln>
                  <a:noFill/>
                </a:ln>
                <a:solidFill>
                  <a:prstClr val="black"/>
                </a:solidFill>
                <a:effectLst/>
                <a:uLnTx/>
                <a:uFillTx/>
                <a:latin typeface="+mn-ea"/>
                <a:ea typeface="+mn-ea"/>
              </a:rPr>
              <a:t>Asprova</a:t>
            </a:r>
            <a:r>
              <a:rPr kumimoji="0" lang="ja-JP" altLang="en-US" sz="1800" b="0" i="0" u="none" strike="noStrike" kern="1200" cap="none" spc="0" normalizeH="0" baseline="0" noProof="0" dirty="0">
                <a:ln>
                  <a:noFill/>
                </a:ln>
                <a:solidFill>
                  <a:prstClr val="black"/>
                </a:solidFill>
                <a:effectLst/>
                <a:uLnTx/>
                <a:uFillTx/>
                <a:latin typeface="+mn-ea"/>
                <a:ea typeface="+mn-ea"/>
              </a:rPr>
              <a:t>で計画立案するタイミングでデータ連携が可能</a:t>
            </a:r>
            <a:endParaRPr kumimoji="0" lang="ja-JP" altLang="en-US" sz="1800" b="0" i="0" u="none" strike="noStrike" kern="1200" cap="none" spc="0" normalizeH="0" baseline="0" noProof="0" dirty="0">
              <a:ln>
                <a:noFill/>
              </a:ln>
              <a:solidFill>
                <a:srgbClr val="4472C4"/>
              </a:solidFill>
              <a:effectLst/>
              <a:uLnTx/>
              <a:uFillTx/>
              <a:latin typeface="+mn-ea"/>
              <a:ea typeface="+mn-ea"/>
            </a:endParaRPr>
          </a:p>
        </p:txBody>
      </p:sp>
      <p:pic>
        <p:nvPicPr>
          <p:cNvPr id="3" name="図 2">
            <a:extLst>
              <a:ext uri="{FF2B5EF4-FFF2-40B4-BE49-F238E27FC236}">
                <a16:creationId xmlns:a16="http://schemas.microsoft.com/office/drawing/2014/main" id="{749ACED4-DBA0-BB96-163A-E009F276BA10}"/>
              </a:ext>
            </a:extLst>
          </p:cNvPr>
          <p:cNvPicPr>
            <a:picLocks noChangeAspect="1"/>
          </p:cNvPicPr>
          <p:nvPr/>
        </p:nvPicPr>
        <p:blipFill>
          <a:blip r:embed="rId3"/>
          <a:stretch>
            <a:fillRect/>
          </a:stretch>
        </p:blipFill>
        <p:spPr>
          <a:xfrm>
            <a:off x="929059" y="1626379"/>
            <a:ext cx="10669872" cy="4128636"/>
          </a:xfrm>
          <a:prstGeom prst="rect">
            <a:avLst/>
          </a:prstGeom>
        </p:spPr>
      </p:pic>
    </p:spTree>
    <p:extLst>
      <p:ext uri="{BB962C8B-B14F-4D97-AF65-F5344CB8AC3E}">
        <p14:creationId xmlns:p14="http://schemas.microsoft.com/office/powerpoint/2010/main" val="202950282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F3A0F9-5ABB-98E0-1822-6021E3AC1F6F}"/>
            </a:ext>
          </a:extLst>
        </p:cNvPr>
        <p:cNvGrpSpPr/>
        <p:nvPr/>
      </p:nvGrpSpPr>
      <p:grpSpPr>
        <a:xfrm>
          <a:off x="0" y="0"/>
          <a:ext cx="0" cy="0"/>
          <a:chOff x="0" y="0"/>
          <a:chExt cx="0" cy="0"/>
        </a:xfrm>
      </p:grpSpPr>
      <p:sp>
        <p:nvSpPr>
          <p:cNvPr id="5" name="タイトル 4">
            <a:extLst>
              <a:ext uri="{FF2B5EF4-FFF2-40B4-BE49-F238E27FC236}">
                <a16:creationId xmlns:a16="http://schemas.microsoft.com/office/drawing/2014/main" id="{9431828E-2F60-6B73-C279-3674E140465A}"/>
              </a:ext>
            </a:extLst>
          </p:cNvPr>
          <p:cNvSpPr>
            <a:spLocks noGrp="1"/>
          </p:cNvSpPr>
          <p:nvPr>
            <p:ph type="title"/>
          </p:nvPr>
        </p:nvSpPr>
        <p:spPr>
          <a:xfrm>
            <a:off x="630631" y="230188"/>
            <a:ext cx="11266729" cy="604519"/>
          </a:xfrm>
        </p:spPr>
        <p:txBody>
          <a:bodyPr/>
          <a:lstStyle/>
          <a:p>
            <a:r>
              <a:rPr lang="en-US" altLang="ja-JP" sz="3600" dirty="0" err="1"/>
              <a:t>Asprova</a:t>
            </a:r>
            <a:r>
              <a:rPr lang="ja-JP" altLang="en-US" sz="3600" dirty="0"/>
              <a:t>運用支援②　</a:t>
            </a:r>
            <a:r>
              <a:rPr lang="en-US" altLang="ja-JP" sz="2000" dirty="0"/>
              <a:t>BI</a:t>
            </a:r>
            <a:r>
              <a:rPr lang="ja-JP" altLang="en-US" sz="2000" dirty="0"/>
              <a:t>（ビジネスインテリジェントツール）としての活用</a:t>
            </a:r>
            <a:endParaRPr lang="ja-JP" altLang="en-US" sz="3600" dirty="0"/>
          </a:p>
        </p:txBody>
      </p:sp>
      <p:sp>
        <p:nvSpPr>
          <p:cNvPr id="4" name="スライド番号プレースホルダー 1">
            <a:extLst>
              <a:ext uri="{FF2B5EF4-FFF2-40B4-BE49-F238E27FC236}">
                <a16:creationId xmlns:a16="http://schemas.microsoft.com/office/drawing/2014/main" id="{32F3AFB3-FF1A-B1F2-1954-A37EDBE0AA31}"/>
              </a:ext>
            </a:extLst>
          </p:cNvPr>
          <p:cNvSpPr txBox="1">
            <a:spLocks/>
          </p:cNvSpPr>
          <p:nvPr/>
        </p:nvSpPr>
        <p:spPr bwMode="ltGray">
          <a:xfrm>
            <a:off x="10855405" y="6532510"/>
            <a:ext cx="998971" cy="241300"/>
          </a:xfrm>
          <a:prstGeom prst="rect">
            <a:avLst/>
          </a:prstGeom>
          <a:noFill/>
          <a:ln>
            <a:noFill/>
          </a:ln>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defPPr>
              <a:defRPr lang="ja-JP"/>
            </a:defPPr>
            <a:lvl1pPr marL="0" algn="r" defTabSz="914400" rtl="0" eaLnBrk="1" latinLnBrk="0" hangingPunct="1">
              <a:defRPr kumimoji="1" sz="1800" b="1" i="0" kern="1200">
                <a:solidFill>
                  <a:schemeClr val="bg1"/>
                </a:solidFill>
                <a:latin typeface="Arial" pitchFamily="34" charset="0"/>
                <a:ea typeface="ＭＳ Ｐゴシック" pitchFamily="50" charset="-128"/>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E025C43D-97FC-4CE9-9332-5BE2A99BA935}" type="slidenum">
              <a:rPr lang="en-US" altLang="ja-JP" sz="1400" smtClean="0">
                <a:solidFill>
                  <a:schemeClr val="tx1"/>
                </a:solidFill>
                <a:latin typeface="+mn-ea"/>
                <a:ea typeface="+mn-ea"/>
                <a:cs typeface="メイリオ" pitchFamily="50" charset="-128"/>
              </a:rPr>
              <a:pPr/>
              <a:t>50</a:t>
            </a:fld>
            <a:endParaRPr lang="en-US" altLang="ja-JP" sz="1400">
              <a:solidFill>
                <a:schemeClr val="tx1"/>
              </a:solidFill>
              <a:latin typeface="+mn-ea"/>
              <a:ea typeface="+mn-ea"/>
              <a:cs typeface="メイリオ" pitchFamily="50" charset="-128"/>
            </a:endParaRPr>
          </a:p>
        </p:txBody>
      </p:sp>
      <p:sp>
        <p:nvSpPr>
          <p:cNvPr id="2" name="テキスト ボックス 45">
            <a:extLst>
              <a:ext uri="{FF2B5EF4-FFF2-40B4-BE49-F238E27FC236}">
                <a16:creationId xmlns:a16="http://schemas.microsoft.com/office/drawing/2014/main" id="{1B69EBA0-7678-24DC-2F8E-D4BFB859298B}"/>
              </a:ext>
            </a:extLst>
          </p:cNvPr>
          <p:cNvSpPr txBox="1"/>
          <p:nvPr/>
        </p:nvSpPr>
        <p:spPr>
          <a:xfrm>
            <a:off x="362886" y="902852"/>
            <a:ext cx="11534474" cy="369332"/>
          </a:xfrm>
          <a:prstGeom prst="rect">
            <a:avLst/>
          </a:prstGeom>
          <a:noFill/>
        </p:spPr>
        <p:txBody>
          <a:bodyPr wrap="square">
            <a:spAutoFit/>
          </a:bodyPr>
          <a:lstStyle>
            <a:defPPr>
              <a:defRPr lang="ja-JP"/>
            </a:defPPr>
            <a:lvl1pPr algn="l" rtl="0" fontAlgn="base">
              <a:spcBef>
                <a:spcPct val="0"/>
              </a:spcBef>
              <a:spcAft>
                <a:spcPct val="0"/>
              </a:spcAft>
              <a:defRPr kumimoji="1" sz="1400" kern="1200">
                <a:solidFill>
                  <a:schemeClr val="tx1"/>
                </a:solidFill>
                <a:latin typeface="Arial" pitchFamily="34" charset="0"/>
                <a:ea typeface="ＭＳ Ｐゴシック" pitchFamily="50" charset="-128"/>
                <a:cs typeface="+mn-cs"/>
              </a:defRPr>
            </a:lvl1pPr>
            <a:lvl2pPr marL="457200" algn="l" rtl="0" fontAlgn="base">
              <a:spcBef>
                <a:spcPct val="0"/>
              </a:spcBef>
              <a:spcAft>
                <a:spcPct val="0"/>
              </a:spcAft>
              <a:defRPr kumimoji="1" sz="1400" kern="1200">
                <a:solidFill>
                  <a:schemeClr val="tx1"/>
                </a:solidFill>
                <a:latin typeface="Arial" pitchFamily="34" charset="0"/>
                <a:ea typeface="ＭＳ Ｐゴシック" pitchFamily="50" charset="-128"/>
                <a:cs typeface="+mn-cs"/>
              </a:defRPr>
            </a:lvl2pPr>
            <a:lvl3pPr marL="914400" algn="l" rtl="0" fontAlgn="base">
              <a:spcBef>
                <a:spcPct val="0"/>
              </a:spcBef>
              <a:spcAft>
                <a:spcPct val="0"/>
              </a:spcAft>
              <a:defRPr kumimoji="1" sz="1400" kern="1200">
                <a:solidFill>
                  <a:schemeClr val="tx1"/>
                </a:solidFill>
                <a:latin typeface="Arial" pitchFamily="34" charset="0"/>
                <a:ea typeface="ＭＳ Ｐゴシック" pitchFamily="50" charset="-128"/>
                <a:cs typeface="+mn-cs"/>
              </a:defRPr>
            </a:lvl3pPr>
            <a:lvl4pPr marL="1371600" algn="l" rtl="0" fontAlgn="base">
              <a:spcBef>
                <a:spcPct val="0"/>
              </a:spcBef>
              <a:spcAft>
                <a:spcPct val="0"/>
              </a:spcAft>
              <a:defRPr kumimoji="1" sz="1400" kern="1200">
                <a:solidFill>
                  <a:schemeClr val="tx1"/>
                </a:solidFill>
                <a:latin typeface="Arial" pitchFamily="34" charset="0"/>
                <a:ea typeface="ＭＳ Ｐゴシック" pitchFamily="50" charset="-128"/>
                <a:cs typeface="+mn-cs"/>
              </a:defRPr>
            </a:lvl4pPr>
            <a:lvl5pPr marL="1828800" algn="l" rtl="0" fontAlgn="base">
              <a:spcBef>
                <a:spcPct val="0"/>
              </a:spcBef>
              <a:spcAft>
                <a:spcPct val="0"/>
              </a:spcAft>
              <a:defRPr kumimoji="1" sz="14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4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4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4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400" kern="1200">
                <a:solidFill>
                  <a:schemeClr val="tx1"/>
                </a:solidFill>
                <a:latin typeface="Arial" pitchFamily="34" charset="0"/>
                <a:ea typeface="ＭＳ Ｐゴシック" pitchFamily="50" charset="-128"/>
                <a:cs typeface="+mn-cs"/>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ja-JP" altLang="en-US" sz="1800" b="0" i="0" u="none" strike="noStrike" kern="1200" cap="none" spc="0" normalizeH="0" baseline="0" noProof="0" dirty="0">
                <a:ln>
                  <a:noFill/>
                </a:ln>
                <a:solidFill>
                  <a:prstClr val="black"/>
                </a:solidFill>
                <a:effectLst/>
                <a:uLnTx/>
                <a:uFillTx/>
                <a:latin typeface="+mn-ea"/>
                <a:ea typeface="+mn-ea"/>
              </a:rPr>
              <a:t>冷凍倉庫へ</a:t>
            </a:r>
            <a:r>
              <a:rPr kumimoji="0" lang="en-US" altLang="ja-JP" sz="1800" b="0" i="0" u="none" strike="noStrike" kern="1200" cap="none" spc="0" normalizeH="0" baseline="0" noProof="0" dirty="0">
                <a:ln>
                  <a:noFill/>
                </a:ln>
                <a:solidFill>
                  <a:prstClr val="black"/>
                </a:solidFill>
                <a:effectLst/>
                <a:uLnTx/>
                <a:uFillTx/>
                <a:latin typeface="+mn-ea"/>
                <a:ea typeface="+mn-ea"/>
              </a:rPr>
              <a:t>1</a:t>
            </a:r>
            <a:r>
              <a:rPr kumimoji="0" lang="ja-JP" altLang="en-US" sz="1800" b="0" i="0" u="none" strike="noStrike" kern="1200" cap="none" spc="0" normalizeH="0" baseline="0" noProof="0" dirty="0">
                <a:ln>
                  <a:noFill/>
                </a:ln>
                <a:solidFill>
                  <a:prstClr val="black"/>
                </a:solidFill>
                <a:effectLst/>
                <a:uLnTx/>
                <a:uFillTx/>
                <a:latin typeface="+mn-ea"/>
                <a:ea typeface="+mn-ea"/>
              </a:rPr>
              <a:t>日あたり入庫できるパレット数・サイズを見える化しスケジューリングと合わせ自動計算</a:t>
            </a:r>
            <a:endParaRPr kumimoji="0" lang="ja-JP" altLang="en-US" sz="1800" b="0" i="0" u="none" strike="noStrike" kern="1200" cap="none" spc="0" normalizeH="0" baseline="0" noProof="0" dirty="0">
              <a:ln>
                <a:noFill/>
              </a:ln>
              <a:solidFill>
                <a:srgbClr val="4472C4"/>
              </a:solidFill>
              <a:effectLst/>
              <a:uLnTx/>
              <a:uFillTx/>
              <a:latin typeface="+mn-ea"/>
              <a:ea typeface="+mn-ea"/>
            </a:endParaRPr>
          </a:p>
        </p:txBody>
      </p:sp>
      <p:pic>
        <p:nvPicPr>
          <p:cNvPr id="7" name="図 6">
            <a:extLst>
              <a:ext uri="{FF2B5EF4-FFF2-40B4-BE49-F238E27FC236}">
                <a16:creationId xmlns:a16="http://schemas.microsoft.com/office/drawing/2014/main" id="{C0B15056-98D9-0200-A9F2-8809EF872300}"/>
              </a:ext>
            </a:extLst>
          </p:cNvPr>
          <p:cNvPicPr>
            <a:picLocks noChangeAspect="1"/>
          </p:cNvPicPr>
          <p:nvPr/>
        </p:nvPicPr>
        <p:blipFill rotWithShape="1">
          <a:blip r:embed="rId3"/>
          <a:srcRect t="6072"/>
          <a:stretch/>
        </p:blipFill>
        <p:spPr>
          <a:xfrm>
            <a:off x="1350627" y="1325255"/>
            <a:ext cx="9771543" cy="4815941"/>
          </a:xfrm>
          <a:prstGeom prst="rect">
            <a:avLst/>
          </a:prstGeom>
        </p:spPr>
      </p:pic>
      <p:pic>
        <p:nvPicPr>
          <p:cNvPr id="8" name="図 7">
            <a:extLst>
              <a:ext uri="{FF2B5EF4-FFF2-40B4-BE49-F238E27FC236}">
                <a16:creationId xmlns:a16="http://schemas.microsoft.com/office/drawing/2014/main" id="{C4024373-AB74-DB50-3C3D-6B7A6F784069}"/>
              </a:ext>
            </a:extLst>
          </p:cNvPr>
          <p:cNvPicPr>
            <a:picLocks noChangeAspect="1"/>
          </p:cNvPicPr>
          <p:nvPr/>
        </p:nvPicPr>
        <p:blipFill rotWithShape="1">
          <a:blip r:embed="rId4"/>
          <a:srcRect r="1139"/>
          <a:stretch/>
        </p:blipFill>
        <p:spPr>
          <a:xfrm>
            <a:off x="9993166" y="1990431"/>
            <a:ext cx="1932187" cy="1070306"/>
          </a:xfrm>
          <a:prstGeom prst="rect">
            <a:avLst/>
          </a:prstGeom>
        </p:spPr>
      </p:pic>
    </p:spTree>
    <p:extLst>
      <p:ext uri="{BB962C8B-B14F-4D97-AF65-F5344CB8AC3E}">
        <p14:creationId xmlns:p14="http://schemas.microsoft.com/office/powerpoint/2010/main" val="97463591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F71D2D-510F-4AB6-6B8F-065F41671EC3}"/>
            </a:ext>
          </a:extLst>
        </p:cNvPr>
        <p:cNvGrpSpPr/>
        <p:nvPr/>
      </p:nvGrpSpPr>
      <p:grpSpPr>
        <a:xfrm>
          <a:off x="0" y="0"/>
          <a:ext cx="0" cy="0"/>
          <a:chOff x="0" y="0"/>
          <a:chExt cx="0" cy="0"/>
        </a:xfrm>
      </p:grpSpPr>
      <p:sp>
        <p:nvSpPr>
          <p:cNvPr id="5" name="タイトル 4">
            <a:extLst>
              <a:ext uri="{FF2B5EF4-FFF2-40B4-BE49-F238E27FC236}">
                <a16:creationId xmlns:a16="http://schemas.microsoft.com/office/drawing/2014/main" id="{23FA80E7-3346-7854-B54C-2EE646F69DEB}"/>
              </a:ext>
            </a:extLst>
          </p:cNvPr>
          <p:cNvSpPr>
            <a:spLocks noGrp="1"/>
          </p:cNvSpPr>
          <p:nvPr>
            <p:ph type="title"/>
          </p:nvPr>
        </p:nvSpPr>
        <p:spPr>
          <a:xfrm>
            <a:off x="630631" y="230188"/>
            <a:ext cx="11266729" cy="604519"/>
          </a:xfrm>
        </p:spPr>
        <p:txBody>
          <a:bodyPr/>
          <a:lstStyle/>
          <a:p>
            <a:r>
              <a:rPr lang="en-US" altLang="ja-JP" sz="3600" dirty="0" err="1"/>
              <a:t>Asprova</a:t>
            </a:r>
            <a:r>
              <a:rPr lang="ja-JP" altLang="en-US" sz="3600" dirty="0"/>
              <a:t>運用支援③　</a:t>
            </a:r>
            <a:r>
              <a:rPr lang="ja-JP" altLang="en-US" sz="3200" dirty="0"/>
              <a:t>基幹システムとの連携・データの活用</a:t>
            </a:r>
            <a:endParaRPr lang="ja-JP" altLang="en-US" sz="3600" dirty="0"/>
          </a:p>
        </p:txBody>
      </p:sp>
      <p:sp>
        <p:nvSpPr>
          <p:cNvPr id="4" name="スライド番号プレースホルダー 1">
            <a:extLst>
              <a:ext uri="{FF2B5EF4-FFF2-40B4-BE49-F238E27FC236}">
                <a16:creationId xmlns:a16="http://schemas.microsoft.com/office/drawing/2014/main" id="{2E1BC627-51CD-3651-B258-A2BD51C8B7F4}"/>
              </a:ext>
            </a:extLst>
          </p:cNvPr>
          <p:cNvSpPr txBox="1">
            <a:spLocks/>
          </p:cNvSpPr>
          <p:nvPr/>
        </p:nvSpPr>
        <p:spPr bwMode="ltGray">
          <a:xfrm>
            <a:off x="10855405" y="6532510"/>
            <a:ext cx="998971" cy="241300"/>
          </a:xfrm>
          <a:prstGeom prst="rect">
            <a:avLst/>
          </a:prstGeom>
          <a:noFill/>
          <a:ln>
            <a:noFill/>
          </a:ln>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defPPr>
              <a:defRPr lang="ja-JP"/>
            </a:defPPr>
            <a:lvl1pPr marL="0" algn="r" defTabSz="914400" rtl="0" eaLnBrk="1" latinLnBrk="0" hangingPunct="1">
              <a:defRPr kumimoji="1" sz="1800" b="1" i="0" kern="1200">
                <a:solidFill>
                  <a:schemeClr val="bg1"/>
                </a:solidFill>
                <a:latin typeface="Arial" pitchFamily="34" charset="0"/>
                <a:ea typeface="ＭＳ Ｐゴシック" pitchFamily="50" charset="-128"/>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E025C43D-97FC-4CE9-9332-5BE2A99BA935}" type="slidenum">
              <a:rPr lang="en-US" altLang="ja-JP" sz="1400" smtClean="0">
                <a:solidFill>
                  <a:schemeClr val="tx1"/>
                </a:solidFill>
                <a:latin typeface="+mn-ea"/>
                <a:ea typeface="+mn-ea"/>
                <a:cs typeface="メイリオ" pitchFamily="50" charset="-128"/>
              </a:rPr>
              <a:pPr/>
              <a:t>51</a:t>
            </a:fld>
            <a:endParaRPr lang="en-US" altLang="ja-JP" sz="1400">
              <a:solidFill>
                <a:schemeClr val="tx1"/>
              </a:solidFill>
              <a:latin typeface="+mn-ea"/>
              <a:ea typeface="+mn-ea"/>
              <a:cs typeface="メイリオ" pitchFamily="50" charset="-128"/>
            </a:endParaRPr>
          </a:p>
        </p:txBody>
      </p:sp>
      <p:sp>
        <p:nvSpPr>
          <p:cNvPr id="10" name="テキスト ボックス 45">
            <a:extLst>
              <a:ext uri="{FF2B5EF4-FFF2-40B4-BE49-F238E27FC236}">
                <a16:creationId xmlns:a16="http://schemas.microsoft.com/office/drawing/2014/main" id="{FBD5FDDE-92B9-8ED0-0AE7-EF63142768DD}"/>
              </a:ext>
            </a:extLst>
          </p:cNvPr>
          <p:cNvSpPr txBox="1"/>
          <p:nvPr/>
        </p:nvSpPr>
        <p:spPr>
          <a:xfrm>
            <a:off x="362886" y="802184"/>
            <a:ext cx="11534474" cy="646331"/>
          </a:xfrm>
          <a:prstGeom prst="rect">
            <a:avLst/>
          </a:prstGeom>
          <a:noFill/>
        </p:spPr>
        <p:txBody>
          <a:bodyPr wrap="square">
            <a:spAutoFit/>
          </a:bodyPr>
          <a:lstStyle>
            <a:defPPr>
              <a:defRPr lang="ja-JP"/>
            </a:defPPr>
            <a:lvl1pPr algn="l" rtl="0" fontAlgn="base">
              <a:spcBef>
                <a:spcPct val="0"/>
              </a:spcBef>
              <a:spcAft>
                <a:spcPct val="0"/>
              </a:spcAft>
              <a:defRPr kumimoji="1" sz="1400" kern="1200">
                <a:solidFill>
                  <a:schemeClr val="tx1"/>
                </a:solidFill>
                <a:latin typeface="Arial" pitchFamily="34" charset="0"/>
                <a:ea typeface="ＭＳ Ｐゴシック" pitchFamily="50" charset="-128"/>
                <a:cs typeface="+mn-cs"/>
              </a:defRPr>
            </a:lvl1pPr>
            <a:lvl2pPr marL="457200" algn="l" rtl="0" fontAlgn="base">
              <a:spcBef>
                <a:spcPct val="0"/>
              </a:spcBef>
              <a:spcAft>
                <a:spcPct val="0"/>
              </a:spcAft>
              <a:defRPr kumimoji="1" sz="1400" kern="1200">
                <a:solidFill>
                  <a:schemeClr val="tx1"/>
                </a:solidFill>
                <a:latin typeface="Arial" pitchFamily="34" charset="0"/>
                <a:ea typeface="ＭＳ Ｐゴシック" pitchFamily="50" charset="-128"/>
                <a:cs typeface="+mn-cs"/>
              </a:defRPr>
            </a:lvl2pPr>
            <a:lvl3pPr marL="914400" algn="l" rtl="0" fontAlgn="base">
              <a:spcBef>
                <a:spcPct val="0"/>
              </a:spcBef>
              <a:spcAft>
                <a:spcPct val="0"/>
              </a:spcAft>
              <a:defRPr kumimoji="1" sz="1400" kern="1200">
                <a:solidFill>
                  <a:schemeClr val="tx1"/>
                </a:solidFill>
                <a:latin typeface="Arial" pitchFamily="34" charset="0"/>
                <a:ea typeface="ＭＳ Ｐゴシック" pitchFamily="50" charset="-128"/>
                <a:cs typeface="+mn-cs"/>
              </a:defRPr>
            </a:lvl3pPr>
            <a:lvl4pPr marL="1371600" algn="l" rtl="0" fontAlgn="base">
              <a:spcBef>
                <a:spcPct val="0"/>
              </a:spcBef>
              <a:spcAft>
                <a:spcPct val="0"/>
              </a:spcAft>
              <a:defRPr kumimoji="1" sz="1400" kern="1200">
                <a:solidFill>
                  <a:schemeClr val="tx1"/>
                </a:solidFill>
                <a:latin typeface="Arial" pitchFamily="34" charset="0"/>
                <a:ea typeface="ＭＳ Ｐゴシック" pitchFamily="50" charset="-128"/>
                <a:cs typeface="+mn-cs"/>
              </a:defRPr>
            </a:lvl4pPr>
            <a:lvl5pPr marL="1828800" algn="l" rtl="0" fontAlgn="base">
              <a:spcBef>
                <a:spcPct val="0"/>
              </a:spcBef>
              <a:spcAft>
                <a:spcPct val="0"/>
              </a:spcAft>
              <a:defRPr kumimoji="1" sz="14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4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4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4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400" kern="1200">
                <a:solidFill>
                  <a:schemeClr val="tx1"/>
                </a:solidFill>
                <a:latin typeface="Arial" pitchFamily="34" charset="0"/>
                <a:ea typeface="ＭＳ Ｐゴシック" pitchFamily="50" charset="-128"/>
                <a:cs typeface="+mn-cs"/>
              </a:defRPr>
            </a:lvl9pPr>
          </a:lstStyle>
          <a:p>
            <a:pPr defTabSz="457200" fontAlgn="auto">
              <a:spcBef>
                <a:spcPts val="0"/>
              </a:spcBef>
              <a:spcAft>
                <a:spcPts val="0"/>
              </a:spcAft>
              <a:defRPr/>
            </a:pPr>
            <a:r>
              <a:rPr kumimoji="0" lang="ja-JP" altLang="en-US" sz="1800" dirty="0">
                <a:solidFill>
                  <a:prstClr val="black"/>
                </a:solidFill>
                <a:latin typeface="+mn-ea"/>
                <a:ea typeface="+mn-ea"/>
              </a:rPr>
              <a:t>基幹システムが持っている生産実績をガントチャート化、立体倉庫の使用状況、生産指示データの分配、ペーパーレスなどに活用</a:t>
            </a:r>
            <a:endParaRPr kumimoji="0" lang="ja-JP" altLang="en-US" sz="1800" dirty="0">
              <a:solidFill>
                <a:srgbClr val="4472C4"/>
              </a:solidFill>
              <a:latin typeface="+mn-ea"/>
              <a:ea typeface="+mn-ea"/>
            </a:endParaRPr>
          </a:p>
        </p:txBody>
      </p:sp>
      <p:pic>
        <p:nvPicPr>
          <p:cNvPr id="11" name="図 10">
            <a:extLst>
              <a:ext uri="{FF2B5EF4-FFF2-40B4-BE49-F238E27FC236}">
                <a16:creationId xmlns:a16="http://schemas.microsoft.com/office/drawing/2014/main" id="{67362AA6-A49A-EEDC-DCC6-42981A74A81C}"/>
              </a:ext>
            </a:extLst>
          </p:cNvPr>
          <p:cNvPicPr>
            <a:picLocks noChangeAspect="1"/>
          </p:cNvPicPr>
          <p:nvPr/>
        </p:nvPicPr>
        <p:blipFill>
          <a:blip r:embed="rId3"/>
          <a:stretch>
            <a:fillRect/>
          </a:stretch>
        </p:blipFill>
        <p:spPr>
          <a:xfrm>
            <a:off x="6825448" y="3032066"/>
            <a:ext cx="5294623" cy="3043872"/>
          </a:xfrm>
          <a:prstGeom prst="rect">
            <a:avLst/>
          </a:prstGeom>
        </p:spPr>
      </p:pic>
      <p:pic>
        <p:nvPicPr>
          <p:cNvPr id="12" name="図 11">
            <a:extLst>
              <a:ext uri="{FF2B5EF4-FFF2-40B4-BE49-F238E27FC236}">
                <a16:creationId xmlns:a16="http://schemas.microsoft.com/office/drawing/2014/main" id="{57D33EA3-802A-C482-10F5-457AF665C5D0}"/>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66136" y="1930681"/>
            <a:ext cx="5129864" cy="4477613"/>
          </a:xfrm>
          <a:prstGeom prst="rect">
            <a:avLst/>
          </a:prstGeom>
        </p:spPr>
      </p:pic>
      <p:sp>
        <p:nvSpPr>
          <p:cNvPr id="13" name="正方形/長方形 12">
            <a:extLst>
              <a:ext uri="{FF2B5EF4-FFF2-40B4-BE49-F238E27FC236}">
                <a16:creationId xmlns:a16="http://schemas.microsoft.com/office/drawing/2014/main" id="{3230EBCF-0034-7619-5207-7CADA04F6825}"/>
              </a:ext>
            </a:extLst>
          </p:cNvPr>
          <p:cNvSpPr/>
          <p:nvPr/>
        </p:nvSpPr>
        <p:spPr>
          <a:xfrm>
            <a:off x="708655" y="1364796"/>
            <a:ext cx="5375577" cy="590718"/>
          </a:xfrm>
          <a:prstGeom prst="rect">
            <a:avLst/>
          </a:prstGeom>
          <a:no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2000" b="1" i="0" u="none" strike="noStrike" kern="0" cap="none" spc="0" normalizeH="0" baseline="0" noProof="0" dirty="0">
                <a:ln>
                  <a:noFill/>
                </a:ln>
                <a:solidFill>
                  <a:srgbClr val="000000"/>
                </a:solidFill>
                <a:effectLst/>
                <a:uLnTx/>
                <a:uFillTx/>
                <a:latin typeface="+mn-ea"/>
                <a:cs typeface="+mn-cs"/>
              </a:rPr>
              <a:t>生産実績データのガントチャート化</a:t>
            </a:r>
          </a:p>
        </p:txBody>
      </p:sp>
      <p:sp>
        <p:nvSpPr>
          <p:cNvPr id="14" name="正方形/長方形 13">
            <a:extLst>
              <a:ext uri="{FF2B5EF4-FFF2-40B4-BE49-F238E27FC236}">
                <a16:creationId xmlns:a16="http://schemas.microsoft.com/office/drawing/2014/main" id="{30E10F59-C1D2-E4F3-01BE-7EF6F5788166}"/>
              </a:ext>
            </a:extLst>
          </p:cNvPr>
          <p:cNvSpPr/>
          <p:nvPr/>
        </p:nvSpPr>
        <p:spPr>
          <a:xfrm>
            <a:off x="6790939" y="1858756"/>
            <a:ext cx="4981304" cy="590718"/>
          </a:xfrm>
          <a:prstGeom prst="rect">
            <a:avLst/>
          </a:prstGeom>
          <a:no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2000" b="1" i="0" u="none" strike="noStrike" kern="0" cap="none" spc="0" normalizeH="0" baseline="0" noProof="0" dirty="0">
                <a:ln>
                  <a:noFill/>
                </a:ln>
                <a:solidFill>
                  <a:srgbClr val="000000"/>
                </a:solidFill>
                <a:effectLst/>
                <a:uLnTx/>
                <a:uFillTx/>
                <a:latin typeface="+mn-ea"/>
                <a:cs typeface="+mn-cs"/>
              </a:rPr>
              <a:t>立体倉庫使用状況の可視化</a:t>
            </a:r>
          </a:p>
        </p:txBody>
      </p:sp>
      <p:sp>
        <p:nvSpPr>
          <p:cNvPr id="15" name="正方形/長方形 14">
            <a:extLst>
              <a:ext uri="{FF2B5EF4-FFF2-40B4-BE49-F238E27FC236}">
                <a16:creationId xmlns:a16="http://schemas.microsoft.com/office/drawing/2014/main" id="{51964DCC-41CB-2805-A4F3-445FD372D93E}"/>
              </a:ext>
            </a:extLst>
          </p:cNvPr>
          <p:cNvSpPr/>
          <p:nvPr/>
        </p:nvSpPr>
        <p:spPr>
          <a:xfrm>
            <a:off x="960560" y="1918211"/>
            <a:ext cx="5123672" cy="4364399"/>
          </a:xfrm>
          <a:prstGeom prst="rect">
            <a:avLst/>
          </a:prstGeom>
          <a:noFill/>
          <a:ln w="57150" cap="flat" cmpd="sng" algn="ctr">
            <a:solidFill>
              <a:srgbClr val="FF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srgbClr val="FFFFFF"/>
              </a:solidFill>
              <a:effectLst/>
              <a:uLnTx/>
              <a:uFillTx/>
              <a:latin typeface="+mn-ea"/>
              <a:cs typeface="+mn-cs"/>
            </a:endParaRPr>
          </a:p>
        </p:txBody>
      </p:sp>
    </p:spTree>
    <p:extLst>
      <p:ext uri="{BB962C8B-B14F-4D97-AF65-F5344CB8AC3E}">
        <p14:creationId xmlns:p14="http://schemas.microsoft.com/office/powerpoint/2010/main" val="113370170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90C711-57A4-DAF7-BAFF-74920DC5B40C}"/>
            </a:ext>
          </a:extLst>
        </p:cNvPr>
        <p:cNvGrpSpPr/>
        <p:nvPr/>
      </p:nvGrpSpPr>
      <p:grpSpPr>
        <a:xfrm>
          <a:off x="0" y="0"/>
          <a:ext cx="0" cy="0"/>
          <a:chOff x="0" y="0"/>
          <a:chExt cx="0" cy="0"/>
        </a:xfrm>
      </p:grpSpPr>
      <p:sp>
        <p:nvSpPr>
          <p:cNvPr id="5" name="タイトル 4">
            <a:extLst>
              <a:ext uri="{FF2B5EF4-FFF2-40B4-BE49-F238E27FC236}">
                <a16:creationId xmlns:a16="http://schemas.microsoft.com/office/drawing/2014/main" id="{3FBA9F46-CFBC-F1A3-ED4A-BF687507D0BC}"/>
              </a:ext>
            </a:extLst>
          </p:cNvPr>
          <p:cNvSpPr>
            <a:spLocks noGrp="1"/>
          </p:cNvSpPr>
          <p:nvPr>
            <p:ph type="title"/>
          </p:nvPr>
        </p:nvSpPr>
        <p:spPr>
          <a:xfrm>
            <a:off x="630631" y="230188"/>
            <a:ext cx="11266729" cy="604519"/>
          </a:xfrm>
        </p:spPr>
        <p:txBody>
          <a:bodyPr/>
          <a:lstStyle/>
          <a:p>
            <a:r>
              <a:rPr lang="ja-JP" altLang="en-US" sz="3600" dirty="0"/>
              <a:t>「</a:t>
            </a:r>
            <a:r>
              <a:rPr lang="en-US" altLang="ja-JP" sz="3600" dirty="0"/>
              <a:t>TALON for </a:t>
            </a:r>
            <a:r>
              <a:rPr lang="en-US" altLang="ja-JP" sz="3600" dirty="0" err="1"/>
              <a:t>Asprova</a:t>
            </a:r>
            <a:r>
              <a:rPr lang="ja-JP" altLang="en-US" sz="3600" dirty="0"/>
              <a:t>」　概要</a:t>
            </a:r>
          </a:p>
        </p:txBody>
      </p:sp>
      <p:sp>
        <p:nvSpPr>
          <p:cNvPr id="4" name="スライド番号プレースホルダー 1">
            <a:extLst>
              <a:ext uri="{FF2B5EF4-FFF2-40B4-BE49-F238E27FC236}">
                <a16:creationId xmlns:a16="http://schemas.microsoft.com/office/drawing/2014/main" id="{894A518E-5889-5063-8982-58DC87294C05}"/>
              </a:ext>
            </a:extLst>
          </p:cNvPr>
          <p:cNvSpPr txBox="1">
            <a:spLocks/>
          </p:cNvSpPr>
          <p:nvPr/>
        </p:nvSpPr>
        <p:spPr bwMode="ltGray">
          <a:xfrm>
            <a:off x="10855405" y="6532510"/>
            <a:ext cx="998971" cy="241300"/>
          </a:xfrm>
          <a:prstGeom prst="rect">
            <a:avLst/>
          </a:prstGeom>
          <a:noFill/>
          <a:ln>
            <a:noFill/>
          </a:ln>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defPPr>
              <a:defRPr lang="ja-JP"/>
            </a:defPPr>
            <a:lvl1pPr marL="0" algn="r" defTabSz="914400" rtl="0" eaLnBrk="1" latinLnBrk="0" hangingPunct="1">
              <a:defRPr kumimoji="1" sz="1800" b="1" i="0" kern="1200">
                <a:solidFill>
                  <a:schemeClr val="bg1"/>
                </a:solidFill>
                <a:latin typeface="Arial" pitchFamily="34" charset="0"/>
                <a:ea typeface="ＭＳ Ｐゴシック" pitchFamily="50" charset="-128"/>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E025C43D-97FC-4CE9-9332-5BE2A99BA935}" type="slidenum">
              <a:rPr lang="en-US" altLang="ja-JP" sz="1400" smtClean="0">
                <a:solidFill>
                  <a:schemeClr val="tx1"/>
                </a:solidFill>
                <a:latin typeface="+mn-ea"/>
                <a:ea typeface="+mn-ea"/>
                <a:cs typeface="メイリオ" pitchFamily="50" charset="-128"/>
              </a:rPr>
              <a:pPr/>
              <a:t>52</a:t>
            </a:fld>
            <a:endParaRPr lang="en-US" altLang="ja-JP" sz="1400">
              <a:solidFill>
                <a:schemeClr val="tx1"/>
              </a:solidFill>
              <a:latin typeface="+mn-ea"/>
              <a:ea typeface="+mn-ea"/>
              <a:cs typeface="メイリオ" pitchFamily="50" charset="-128"/>
            </a:endParaRPr>
          </a:p>
        </p:txBody>
      </p:sp>
      <p:pic>
        <p:nvPicPr>
          <p:cNvPr id="2" name="図 1">
            <a:extLst>
              <a:ext uri="{FF2B5EF4-FFF2-40B4-BE49-F238E27FC236}">
                <a16:creationId xmlns:a16="http://schemas.microsoft.com/office/drawing/2014/main" id="{D5920674-7B66-CA42-F37F-1935D10CF42A}"/>
              </a:ext>
            </a:extLst>
          </p:cNvPr>
          <p:cNvPicPr>
            <a:picLocks noChangeAspect="1"/>
          </p:cNvPicPr>
          <p:nvPr/>
        </p:nvPicPr>
        <p:blipFill>
          <a:blip r:embed="rId3"/>
          <a:stretch>
            <a:fillRect/>
          </a:stretch>
        </p:blipFill>
        <p:spPr>
          <a:xfrm>
            <a:off x="6562436" y="2942950"/>
            <a:ext cx="5334924" cy="3525874"/>
          </a:xfrm>
          <a:prstGeom prst="rect">
            <a:avLst/>
          </a:prstGeom>
        </p:spPr>
      </p:pic>
      <p:pic>
        <p:nvPicPr>
          <p:cNvPr id="3" name="図 2">
            <a:extLst>
              <a:ext uri="{FF2B5EF4-FFF2-40B4-BE49-F238E27FC236}">
                <a16:creationId xmlns:a16="http://schemas.microsoft.com/office/drawing/2014/main" id="{C0C4C4D9-8161-01CC-3078-CC0B5F42C4B4}"/>
              </a:ext>
            </a:extLst>
          </p:cNvPr>
          <p:cNvPicPr>
            <a:picLocks noChangeAspect="1"/>
          </p:cNvPicPr>
          <p:nvPr/>
        </p:nvPicPr>
        <p:blipFill>
          <a:blip r:embed="rId4"/>
          <a:stretch>
            <a:fillRect/>
          </a:stretch>
        </p:blipFill>
        <p:spPr>
          <a:xfrm>
            <a:off x="284418" y="972338"/>
            <a:ext cx="6012535" cy="3375218"/>
          </a:xfrm>
          <a:prstGeom prst="rect">
            <a:avLst/>
          </a:prstGeom>
        </p:spPr>
      </p:pic>
    </p:spTree>
    <p:extLst>
      <p:ext uri="{BB962C8B-B14F-4D97-AF65-F5344CB8AC3E}">
        <p14:creationId xmlns:p14="http://schemas.microsoft.com/office/powerpoint/2010/main" val="106426468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92DAE2-B060-2EFD-EB8F-D38429C74ACE}"/>
            </a:ext>
          </a:extLst>
        </p:cNvPr>
        <p:cNvGrpSpPr/>
        <p:nvPr/>
      </p:nvGrpSpPr>
      <p:grpSpPr>
        <a:xfrm>
          <a:off x="0" y="0"/>
          <a:ext cx="0" cy="0"/>
          <a:chOff x="0" y="0"/>
          <a:chExt cx="0" cy="0"/>
        </a:xfrm>
      </p:grpSpPr>
      <p:sp>
        <p:nvSpPr>
          <p:cNvPr id="5" name="タイトル 4">
            <a:extLst>
              <a:ext uri="{FF2B5EF4-FFF2-40B4-BE49-F238E27FC236}">
                <a16:creationId xmlns:a16="http://schemas.microsoft.com/office/drawing/2014/main" id="{45EE5A6A-7D61-0085-57A1-E9B8D0CEFDA1}"/>
              </a:ext>
            </a:extLst>
          </p:cNvPr>
          <p:cNvSpPr>
            <a:spLocks noGrp="1"/>
          </p:cNvSpPr>
          <p:nvPr>
            <p:ph type="title"/>
          </p:nvPr>
        </p:nvSpPr>
        <p:spPr>
          <a:xfrm>
            <a:off x="630631" y="230188"/>
            <a:ext cx="11266729" cy="604519"/>
          </a:xfrm>
        </p:spPr>
        <p:txBody>
          <a:bodyPr/>
          <a:lstStyle/>
          <a:p>
            <a:r>
              <a:rPr lang="ja-JP" altLang="en-US" sz="3600" dirty="0"/>
              <a:t>「</a:t>
            </a:r>
            <a:r>
              <a:rPr lang="en-US" altLang="ja-JP" sz="3600" dirty="0"/>
              <a:t>TALON for </a:t>
            </a:r>
            <a:r>
              <a:rPr lang="en-US" altLang="ja-JP" sz="3600" dirty="0" err="1"/>
              <a:t>Asprova</a:t>
            </a:r>
            <a:r>
              <a:rPr lang="ja-JP" altLang="en-US" sz="3600" dirty="0"/>
              <a:t>」　機能イメージ</a:t>
            </a:r>
          </a:p>
        </p:txBody>
      </p:sp>
      <p:sp>
        <p:nvSpPr>
          <p:cNvPr id="4" name="スライド番号プレースホルダー 1">
            <a:extLst>
              <a:ext uri="{FF2B5EF4-FFF2-40B4-BE49-F238E27FC236}">
                <a16:creationId xmlns:a16="http://schemas.microsoft.com/office/drawing/2014/main" id="{64636BF0-A842-CE10-2098-12F062BEA0C9}"/>
              </a:ext>
            </a:extLst>
          </p:cNvPr>
          <p:cNvSpPr txBox="1">
            <a:spLocks/>
          </p:cNvSpPr>
          <p:nvPr/>
        </p:nvSpPr>
        <p:spPr bwMode="ltGray">
          <a:xfrm>
            <a:off x="10855405" y="6532510"/>
            <a:ext cx="998971" cy="241300"/>
          </a:xfrm>
          <a:prstGeom prst="rect">
            <a:avLst/>
          </a:prstGeom>
          <a:noFill/>
          <a:ln>
            <a:noFill/>
          </a:ln>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defPPr>
              <a:defRPr lang="ja-JP"/>
            </a:defPPr>
            <a:lvl1pPr marL="0" algn="r" defTabSz="914400" rtl="0" eaLnBrk="1" latinLnBrk="0" hangingPunct="1">
              <a:defRPr kumimoji="1" sz="1800" b="1" i="0" kern="1200">
                <a:solidFill>
                  <a:schemeClr val="bg1"/>
                </a:solidFill>
                <a:latin typeface="Arial" pitchFamily="34" charset="0"/>
                <a:ea typeface="ＭＳ Ｐゴシック" pitchFamily="50" charset="-128"/>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E025C43D-97FC-4CE9-9332-5BE2A99BA935}" type="slidenum">
              <a:rPr lang="en-US" altLang="ja-JP" sz="1400" smtClean="0">
                <a:solidFill>
                  <a:schemeClr val="tx1"/>
                </a:solidFill>
                <a:latin typeface="+mn-ea"/>
                <a:ea typeface="+mn-ea"/>
                <a:cs typeface="メイリオ" pitchFamily="50" charset="-128"/>
              </a:rPr>
              <a:pPr/>
              <a:t>53</a:t>
            </a:fld>
            <a:endParaRPr lang="en-US" altLang="ja-JP" sz="1400">
              <a:solidFill>
                <a:schemeClr val="tx1"/>
              </a:solidFill>
              <a:latin typeface="+mn-ea"/>
              <a:ea typeface="+mn-ea"/>
              <a:cs typeface="メイリオ" pitchFamily="50" charset="-128"/>
            </a:endParaRPr>
          </a:p>
        </p:txBody>
      </p:sp>
      <p:pic>
        <p:nvPicPr>
          <p:cNvPr id="2" name="図 1">
            <a:extLst>
              <a:ext uri="{FF2B5EF4-FFF2-40B4-BE49-F238E27FC236}">
                <a16:creationId xmlns:a16="http://schemas.microsoft.com/office/drawing/2014/main" id="{16D38BF4-4BBC-573F-265D-714457FF2EAD}"/>
              </a:ext>
            </a:extLst>
          </p:cNvPr>
          <p:cNvPicPr>
            <a:picLocks noChangeAspect="1"/>
          </p:cNvPicPr>
          <p:nvPr/>
        </p:nvPicPr>
        <p:blipFill>
          <a:blip r:embed="rId3"/>
          <a:stretch>
            <a:fillRect/>
          </a:stretch>
        </p:blipFill>
        <p:spPr>
          <a:xfrm>
            <a:off x="2113905" y="834707"/>
            <a:ext cx="7964189" cy="5615891"/>
          </a:xfrm>
          <a:prstGeom prst="rect">
            <a:avLst/>
          </a:prstGeom>
        </p:spPr>
      </p:pic>
    </p:spTree>
    <p:extLst>
      <p:ext uri="{BB962C8B-B14F-4D97-AF65-F5344CB8AC3E}">
        <p14:creationId xmlns:p14="http://schemas.microsoft.com/office/powerpoint/2010/main" val="359928092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490993-65C2-1871-E286-FC0C41621973}"/>
            </a:ext>
          </a:extLst>
        </p:cNvPr>
        <p:cNvGrpSpPr/>
        <p:nvPr/>
      </p:nvGrpSpPr>
      <p:grpSpPr>
        <a:xfrm>
          <a:off x="0" y="0"/>
          <a:ext cx="0" cy="0"/>
          <a:chOff x="0" y="0"/>
          <a:chExt cx="0" cy="0"/>
        </a:xfrm>
      </p:grpSpPr>
      <p:sp>
        <p:nvSpPr>
          <p:cNvPr id="4" name="テキスト プレースホルダー 3">
            <a:extLst>
              <a:ext uri="{FF2B5EF4-FFF2-40B4-BE49-F238E27FC236}">
                <a16:creationId xmlns:a16="http://schemas.microsoft.com/office/drawing/2014/main" id="{D9FB74B2-18B9-0035-DDFE-02793A5BD497}"/>
              </a:ext>
            </a:extLst>
          </p:cNvPr>
          <p:cNvSpPr>
            <a:spLocks noGrp="1"/>
          </p:cNvSpPr>
          <p:nvPr>
            <p:ph type="body" sz="quarter" idx="10"/>
          </p:nvPr>
        </p:nvSpPr>
        <p:spPr/>
        <p:txBody>
          <a:bodyPr/>
          <a:lstStyle/>
          <a:p>
            <a:r>
              <a:rPr lang="ja-JP" altLang="en-US" sz="4400" dirty="0"/>
              <a:t>参考費用</a:t>
            </a:r>
            <a:endParaRPr lang="en-US" altLang="ja-JP" sz="4400" dirty="0"/>
          </a:p>
        </p:txBody>
      </p:sp>
      <p:sp>
        <p:nvSpPr>
          <p:cNvPr id="2" name="スライド番号プレースホルダー 1">
            <a:extLst>
              <a:ext uri="{FF2B5EF4-FFF2-40B4-BE49-F238E27FC236}">
                <a16:creationId xmlns:a16="http://schemas.microsoft.com/office/drawing/2014/main" id="{A114CB33-BBD8-418C-2D14-7A17E795796D}"/>
              </a:ext>
            </a:extLst>
          </p:cNvPr>
          <p:cNvSpPr txBox="1">
            <a:spLocks/>
          </p:cNvSpPr>
          <p:nvPr/>
        </p:nvSpPr>
        <p:spPr bwMode="ltGray">
          <a:xfrm>
            <a:off x="10855405" y="6532510"/>
            <a:ext cx="998971" cy="241300"/>
          </a:xfrm>
          <a:prstGeom prst="rect">
            <a:avLst/>
          </a:prstGeom>
          <a:noFill/>
          <a:ln>
            <a:noFill/>
          </a:ln>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defPPr>
              <a:defRPr lang="ja-JP"/>
            </a:defPPr>
            <a:lvl1pPr marL="0" algn="r" defTabSz="914400" rtl="0" eaLnBrk="1" latinLnBrk="0" hangingPunct="1">
              <a:defRPr kumimoji="1" sz="1800" b="1" i="0" kern="1200">
                <a:solidFill>
                  <a:schemeClr val="bg1"/>
                </a:solidFill>
                <a:latin typeface="Arial" pitchFamily="34" charset="0"/>
                <a:ea typeface="ＭＳ Ｐゴシック" pitchFamily="50" charset="-128"/>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E025C43D-97FC-4CE9-9332-5BE2A99BA935}" type="slidenum">
              <a:rPr lang="en-US" altLang="ja-JP" sz="1400" smtClean="0">
                <a:latin typeface="+mn-ea"/>
                <a:ea typeface="+mn-ea"/>
                <a:cs typeface="メイリオ" pitchFamily="50" charset="-128"/>
              </a:rPr>
              <a:pPr/>
              <a:t>54</a:t>
            </a:fld>
            <a:endParaRPr lang="en-US" altLang="ja-JP" sz="1400">
              <a:latin typeface="+mn-ea"/>
              <a:ea typeface="+mn-ea"/>
              <a:cs typeface="メイリオ" pitchFamily="50" charset="-128"/>
            </a:endParaRPr>
          </a:p>
        </p:txBody>
      </p:sp>
    </p:spTree>
    <p:extLst>
      <p:ext uri="{BB962C8B-B14F-4D97-AF65-F5344CB8AC3E}">
        <p14:creationId xmlns:p14="http://schemas.microsoft.com/office/powerpoint/2010/main" val="234960669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E74B94-90E3-9674-4A3F-5EFF0E7EA954}"/>
            </a:ext>
          </a:extLst>
        </p:cNvPr>
        <p:cNvGrpSpPr/>
        <p:nvPr/>
      </p:nvGrpSpPr>
      <p:grpSpPr>
        <a:xfrm>
          <a:off x="0" y="0"/>
          <a:ext cx="0" cy="0"/>
          <a:chOff x="0" y="0"/>
          <a:chExt cx="0" cy="0"/>
        </a:xfrm>
      </p:grpSpPr>
      <p:sp>
        <p:nvSpPr>
          <p:cNvPr id="5" name="タイトル 4">
            <a:extLst>
              <a:ext uri="{FF2B5EF4-FFF2-40B4-BE49-F238E27FC236}">
                <a16:creationId xmlns:a16="http://schemas.microsoft.com/office/drawing/2014/main" id="{8D48383C-375B-8B2C-9E24-CAEC31B81123}"/>
              </a:ext>
            </a:extLst>
          </p:cNvPr>
          <p:cNvSpPr>
            <a:spLocks noGrp="1"/>
          </p:cNvSpPr>
          <p:nvPr>
            <p:ph type="title"/>
          </p:nvPr>
        </p:nvSpPr>
        <p:spPr>
          <a:xfrm>
            <a:off x="630631" y="230188"/>
            <a:ext cx="11266729" cy="604519"/>
          </a:xfrm>
        </p:spPr>
        <p:txBody>
          <a:bodyPr/>
          <a:lstStyle/>
          <a:p>
            <a:r>
              <a:rPr lang="ja-JP" altLang="en-US" sz="3600" dirty="0"/>
              <a:t>参考費用</a:t>
            </a:r>
          </a:p>
        </p:txBody>
      </p:sp>
      <p:sp>
        <p:nvSpPr>
          <p:cNvPr id="4" name="スライド番号プレースホルダー 1">
            <a:extLst>
              <a:ext uri="{FF2B5EF4-FFF2-40B4-BE49-F238E27FC236}">
                <a16:creationId xmlns:a16="http://schemas.microsoft.com/office/drawing/2014/main" id="{6CF49EED-8D8C-B6C3-358E-904DADB1F7E0}"/>
              </a:ext>
            </a:extLst>
          </p:cNvPr>
          <p:cNvSpPr txBox="1">
            <a:spLocks/>
          </p:cNvSpPr>
          <p:nvPr/>
        </p:nvSpPr>
        <p:spPr bwMode="ltGray">
          <a:xfrm>
            <a:off x="10855405" y="6532510"/>
            <a:ext cx="998971" cy="241300"/>
          </a:xfrm>
          <a:prstGeom prst="rect">
            <a:avLst/>
          </a:prstGeom>
          <a:noFill/>
          <a:ln>
            <a:noFill/>
          </a:ln>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defPPr>
              <a:defRPr lang="ja-JP"/>
            </a:defPPr>
            <a:lvl1pPr marL="0" algn="r" defTabSz="914400" rtl="0" eaLnBrk="1" latinLnBrk="0" hangingPunct="1">
              <a:defRPr kumimoji="1" sz="1800" b="1" i="0" kern="1200">
                <a:solidFill>
                  <a:schemeClr val="bg1"/>
                </a:solidFill>
                <a:latin typeface="Arial" pitchFamily="34" charset="0"/>
                <a:ea typeface="ＭＳ Ｐゴシック" pitchFamily="50" charset="-128"/>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E025C43D-97FC-4CE9-9332-5BE2A99BA935}" type="slidenum">
              <a:rPr lang="en-US" altLang="ja-JP" sz="1400" smtClean="0">
                <a:solidFill>
                  <a:schemeClr val="tx1"/>
                </a:solidFill>
                <a:latin typeface="+mn-ea"/>
                <a:ea typeface="+mn-ea"/>
                <a:cs typeface="メイリオ" pitchFamily="50" charset="-128"/>
              </a:rPr>
              <a:pPr/>
              <a:t>55</a:t>
            </a:fld>
            <a:endParaRPr lang="en-US" altLang="ja-JP" sz="1400">
              <a:solidFill>
                <a:schemeClr val="tx1"/>
              </a:solidFill>
              <a:latin typeface="+mn-ea"/>
              <a:ea typeface="+mn-ea"/>
              <a:cs typeface="メイリオ" pitchFamily="50" charset="-128"/>
            </a:endParaRPr>
          </a:p>
        </p:txBody>
      </p:sp>
      <p:graphicFrame>
        <p:nvGraphicFramePr>
          <p:cNvPr id="8" name="表 7">
            <a:extLst>
              <a:ext uri="{FF2B5EF4-FFF2-40B4-BE49-F238E27FC236}">
                <a16:creationId xmlns:a16="http://schemas.microsoft.com/office/drawing/2014/main" id="{186BB508-FE66-8658-0BC7-688E925E657E}"/>
              </a:ext>
            </a:extLst>
          </p:cNvPr>
          <p:cNvGraphicFramePr>
            <a:graphicFrameLocks noGrp="1"/>
          </p:cNvGraphicFramePr>
          <p:nvPr>
            <p:extLst>
              <p:ext uri="{D42A27DB-BD31-4B8C-83A1-F6EECF244321}">
                <p14:modId xmlns:p14="http://schemas.microsoft.com/office/powerpoint/2010/main" val="3712475793"/>
              </p:ext>
            </p:extLst>
          </p:nvPr>
        </p:nvGraphicFramePr>
        <p:xfrm>
          <a:off x="876968" y="1106381"/>
          <a:ext cx="10845131" cy="1879600"/>
        </p:xfrm>
        <a:graphic>
          <a:graphicData uri="http://schemas.openxmlformats.org/drawingml/2006/table">
            <a:tbl>
              <a:tblPr firstRow="1" bandRow="1">
                <a:tableStyleId>{5C22544A-7EE6-4342-B048-85BDC9FD1C3A}</a:tableStyleId>
              </a:tblPr>
              <a:tblGrid>
                <a:gridCol w="643037">
                  <a:extLst>
                    <a:ext uri="{9D8B030D-6E8A-4147-A177-3AD203B41FA5}">
                      <a16:colId xmlns:a16="http://schemas.microsoft.com/office/drawing/2014/main" val="879422923"/>
                    </a:ext>
                  </a:extLst>
                </a:gridCol>
                <a:gridCol w="2162995">
                  <a:extLst>
                    <a:ext uri="{9D8B030D-6E8A-4147-A177-3AD203B41FA5}">
                      <a16:colId xmlns:a16="http://schemas.microsoft.com/office/drawing/2014/main" val="895781636"/>
                    </a:ext>
                  </a:extLst>
                </a:gridCol>
                <a:gridCol w="2870200">
                  <a:extLst>
                    <a:ext uri="{9D8B030D-6E8A-4147-A177-3AD203B41FA5}">
                      <a16:colId xmlns:a16="http://schemas.microsoft.com/office/drawing/2014/main" val="3488045487"/>
                    </a:ext>
                  </a:extLst>
                </a:gridCol>
                <a:gridCol w="2999873">
                  <a:extLst>
                    <a:ext uri="{9D8B030D-6E8A-4147-A177-3AD203B41FA5}">
                      <a16:colId xmlns:a16="http://schemas.microsoft.com/office/drawing/2014/main" val="854281846"/>
                    </a:ext>
                  </a:extLst>
                </a:gridCol>
                <a:gridCol w="2169026">
                  <a:extLst>
                    <a:ext uri="{9D8B030D-6E8A-4147-A177-3AD203B41FA5}">
                      <a16:colId xmlns:a16="http://schemas.microsoft.com/office/drawing/2014/main" val="29381019"/>
                    </a:ext>
                  </a:extLst>
                </a:gridCol>
              </a:tblGrid>
              <a:tr h="370840">
                <a:tc>
                  <a:txBody>
                    <a:bodyPr/>
                    <a:lstStyle/>
                    <a:p>
                      <a:r>
                        <a:rPr kumimoji="1" lang="ja-JP" altLang="en-US" dirty="0"/>
                        <a:t>項</a:t>
                      </a:r>
                    </a:p>
                  </a:txBody>
                  <a:tcPr/>
                </a:tc>
                <a:tc>
                  <a:txBody>
                    <a:bodyPr/>
                    <a:lstStyle/>
                    <a:p>
                      <a:r>
                        <a:rPr kumimoji="1" lang="ja-JP" altLang="en-US" dirty="0"/>
                        <a:t>項目名</a:t>
                      </a:r>
                    </a:p>
                  </a:txBody>
                  <a:tcPr/>
                </a:tc>
                <a:tc>
                  <a:txBody>
                    <a:bodyPr/>
                    <a:lstStyle/>
                    <a:p>
                      <a:r>
                        <a:rPr kumimoji="1" lang="ja-JP" altLang="en-US" dirty="0"/>
                        <a:t>内容</a:t>
                      </a:r>
                    </a:p>
                  </a:txBody>
                  <a:tcPr/>
                </a:tc>
                <a:tc>
                  <a:txBody>
                    <a:bodyPr/>
                    <a:lstStyle/>
                    <a:p>
                      <a:r>
                        <a:rPr kumimoji="1" lang="ja-JP" altLang="en-US" dirty="0"/>
                        <a:t>契約形態</a:t>
                      </a:r>
                    </a:p>
                  </a:txBody>
                  <a:tcPr/>
                </a:tc>
                <a:tc>
                  <a:txBody>
                    <a:bodyPr/>
                    <a:lstStyle/>
                    <a:p>
                      <a:r>
                        <a:rPr kumimoji="1" lang="ja-JP" altLang="en-US" dirty="0"/>
                        <a:t>参考金額</a:t>
                      </a:r>
                      <a:r>
                        <a:rPr kumimoji="1" lang="en-US" altLang="ja-JP" dirty="0"/>
                        <a:t>(</a:t>
                      </a:r>
                      <a:r>
                        <a:rPr kumimoji="1" lang="ja-JP" altLang="en-US" dirty="0"/>
                        <a:t>税抜</a:t>
                      </a:r>
                      <a:r>
                        <a:rPr kumimoji="1" lang="en-US" altLang="ja-JP" dirty="0"/>
                        <a:t>)</a:t>
                      </a:r>
                      <a:endParaRPr kumimoji="1" lang="ja-JP" altLang="en-US" dirty="0"/>
                    </a:p>
                  </a:txBody>
                  <a:tcPr/>
                </a:tc>
                <a:extLst>
                  <a:ext uri="{0D108BD9-81ED-4DB2-BD59-A6C34878D82A}">
                    <a16:rowId xmlns:a16="http://schemas.microsoft.com/office/drawing/2014/main" val="2923691369"/>
                  </a:ext>
                </a:extLst>
              </a:tr>
              <a:tr h="370840">
                <a:tc>
                  <a:txBody>
                    <a:bodyPr/>
                    <a:lstStyle/>
                    <a:p>
                      <a:r>
                        <a:rPr kumimoji="1" lang="en-US" altLang="ja-JP" dirty="0"/>
                        <a:t>1</a:t>
                      </a:r>
                      <a:endParaRPr kumimoji="1" lang="ja-JP" altLang="en-US" dirty="0"/>
                    </a:p>
                  </a:txBody>
                  <a:tcPr/>
                </a:tc>
                <a:tc>
                  <a:txBody>
                    <a:bodyPr/>
                    <a:lstStyle/>
                    <a:p>
                      <a:r>
                        <a:rPr kumimoji="1" lang="ja-JP" altLang="en-US" sz="1600" dirty="0"/>
                        <a:t>ライセンス費用</a:t>
                      </a:r>
                    </a:p>
                  </a:txBody>
                  <a:tcPr/>
                </a:tc>
                <a:tc>
                  <a:txBody>
                    <a:bodyPr/>
                    <a:lstStyle/>
                    <a:p>
                      <a:r>
                        <a:rPr kumimoji="1" lang="ja-JP" altLang="en-US" sz="1600" dirty="0"/>
                        <a:t>利用料方式</a:t>
                      </a:r>
                    </a:p>
                  </a:txBody>
                  <a:tcPr/>
                </a:tc>
                <a:tc>
                  <a:txBody>
                    <a:bodyPr/>
                    <a:lstStyle/>
                    <a:p>
                      <a:r>
                        <a:rPr kumimoji="1" lang="ja-JP" altLang="en-US" sz="1600" dirty="0"/>
                        <a:t>売買契約</a:t>
                      </a:r>
                    </a:p>
                  </a:txBody>
                  <a:tcPr/>
                </a:tc>
                <a:tc>
                  <a:txBody>
                    <a:bodyPr/>
                    <a:lstStyle/>
                    <a:p>
                      <a:pPr algn="r"/>
                      <a:r>
                        <a:rPr kumimoji="1" lang="en-US" altLang="ja-JP" dirty="0"/>
                        <a:t>\0</a:t>
                      </a:r>
                      <a:endParaRPr kumimoji="1" lang="ja-JP" altLang="en-US" dirty="0"/>
                    </a:p>
                  </a:txBody>
                  <a:tcPr/>
                </a:tc>
                <a:extLst>
                  <a:ext uri="{0D108BD9-81ED-4DB2-BD59-A6C34878D82A}">
                    <a16:rowId xmlns:a16="http://schemas.microsoft.com/office/drawing/2014/main" val="970645116"/>
                  </a:ext>
                </a:extLst>
              </a:tr>
              <a:tr h="370840">
                <a:tc>
                  <a:txBody>
                    <a:bodyPr/>
                    <a:lstStyle/>
                    <a:p>
                      <a:r>
                        <a:rPr kumimoji="1" lang="en-US" altLang="ja-JP" dirty="0"/>
                        <a:t>2</a:t>
                      </a:r>
                      <a:endParaRPr kumimoji="1" lang="ja-JP" altLang="en-US" dirty="0"/>
                    </a:p>
                  </a:txBody>
                  <a:tcPr/>
                </a:tc>
                <a:tc>
                  <a:txBody>
                    <a:bodyPr/>
                    <a:lstStyle/>
                    <a:p>
                      <a:r>
                        <a:rPr kumimoji="1" lang="en-US" altLang="ja-JP" sz="1600" dirty="0" err="1"/>
                        <a:t>Asprova</a:t>
                      </a:r>
                      <a:r>
                        <a:rPr kumimoji="1" lang="ja-JP" altLang="en-US" sz="1600" dirty="0"/>
                        <a:t>導入支援</a:t>
                      </a:r>
                    </a:p>
                  </a:txBody>
                  <a:tcPr/>
                </a:tc>
                <a:tc>
                  <a:txBody>
                    <a:bodyPr/>
                    <a:lstStyle/>
                    <a:p>
                      <a:r>
                        <a:rPr kumimoji="1" lang="en-US" altLang="ja-JP" sz="1600" dirty="0" err="1"/>
                        <a:t>Asprova</a:t>
                      </a:r>
                      <a:r>
                        <a:rPr kumimoji="1" lang="ja-JP" altLang="en-US" sz="1600" dirty="0"/>
                        <a:t>導入支援</a:t>
                      </a:r>
                      <a:endParaRPr kumimoji="1" lang="en-US" altLang="ja-JP" sz="1600" dirty="0"/>
                    </a:p>
                  </a:txBody>
                  <a:tcPr/>
                </a:tc>
                <a:tc>
                  <a:txBody>
                    <a:bodyPr/>
                    <a:lstStyle/>
                    <a:p>
                      <a:r>
                        <a:rPr kumimoji="1" lang="ja-JP" altLang="en-US" sz="1600" dirty="0"/>
                        <a:t>準委任（履行割合型）</a:t>
                      </a:r>
                    </a:p>
                  </a:txBody>
                  <a:tcPr/>
                </a:tc>
                <a:tc>
                  <a:txBody>
                    <a:bodyPr/>
                    <a:lstStyle/>
                    <a:p>
                      <a:pPr algn="r"/>
                      <a:r>
                        <a:rPr kumimoji="1" lang="en-US" altLang="ja-JP" dirty="0"/>
                        <a:t>\14,924,000</a:t>
                      </a:r>
                      <a:endParaRPr kumimoji="1" lang="ja-JP" altLang="en-US" dirty="0"/>
                    </a:p>
                  </a:txBody>
                  <a:tcPr/>
                </a:tc>
                <a:extLst>
                  <a:ext uri="{0D108BD9-81ED-4DB2-BD59-A6C34878D82A}">
                    <a16:rowId xmlns:a16="http://schemas.microsoft.com/office/drawing/2014/main" val="1576620597"/>
                  </a:ext>
                </a:extLst>
              </a:tr>
              <a:tr h="370840">
                <a:tc>
                  <a:txBody>
                    <a:bodyPr/>
                    <a:lstStyle/>
                    <a:p>
                      <a:r>
                        <a:rPr kumimoji="1" lang="en-US" altLang="ja-JP" dirty="0"/>
                        <a:t>3</a:t>
                      </a:r>
                      <a:endParaRPr kumimoji="1" lang="ja-JP" altLang="en-US" dirty="0"/>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600" dirty="0" err="1"/>
                        <a:t>Asprova</a:t>
                      </a:r>
                      <a:r>
                        <a:rPr kumimoji="1" lang="ja-JP" altLang="en-US" sz="1600" dirty="0"/>
                        <a:t>導入支援</a:t>
                      </a:r>
                    </a:p>
                  </a:txBody>
                  <a:tcPr/>
                </a:tc>
                <a:tc>
                  <a:txBody>
                    <a:bodyPr/>
                    <a:lstStyle/>
                    <a:p>
                      <a:r>
                        <a:rPr kumimoji="1" lang="en-US" altLang="ja-JP" sz="1600" dirty="0" err="1"/>
                        <a:t>Asprova</a:t>
                      </a:r>
                      <a:r>
                        <a:rPr kumimoji="1" lang="ja-JP" altLang="en-US" sz="1600" dirty="0"/>
                        <a:t>導入支援</a:t>
                      </a:r>
                      <a:r>
                        <a:rPr kumimoji="1" lang="en-US" altLang="ja-JP" sz="1600" dirty="0"/>
                        <a:t>_</a:t>
                      </a:r>
                      <a:r>
                        <a:rPr kumimoji="1" lang="ja-JP" altLang="en-US" sz="1600" dirty="0"/>
                        <a:t>経費</a:t>
                      </a:r>
                    </a:p>
                  </a:txBody>
                  <a:tcPr/>
                </a:tc>
                <a:tc>
                  <a:txBody>
                    <a:bodyPr/>
                    <a:lstStyle/>
                    <a:p>
                      <a:r>
                        <a:rPr kumimoji="1" lang="ja-JP" altLang="en-US" sz="1600" dirty="0"/>
                        <a:t>訪問２回（</a:t>
                      </a:r>
                      <a:r>
                        <a:rPr kumimoji="1" lang="en-US" altLang="ja-JP" sz="1600" dirty="0"/>
                        <a:t>1</a:t>
                      </a:r>
                      <a:r>
                        <a:rPr kumimoji="1" lang="ja-JP" altLang="en-US" sz="1600" dirty="0"/>
                        <a:t>泊</a:t>
                      </a:r>
                      <a:r>
                        <a:rPr kumimoji="1" lang="en-US" altLang="ja-JP" sz="1600" dirty="0"/>
                        <a:t>2</a:t>
                      </a:r>
                      <a:r>
                        <a:rPr kumimoji="1" lang="ja-JP" altLang="en-US" sz="1600" dirty="0"/>
                        <a:t>日</a:t>
                      </a:r>
                      <a:r>
                        <a:rPr kumimoji="1" lang="en-US" altLang="ja-JP" sz="1600" dirty="0"/>
                        <a:t>*2</a:t>
                      </a:r>
                      <a:r>
                        <a:rPr kumimoji="1" lang="ja-JP" altLang="en-US" sz="1600" dirty="0"/>
                        <a:t>名）</a:t>
                      </a:r>
                    </a:p>
                  </a:txBody>
                  <a:tcPr/>
                </a:tc>
                <a:tc>
                  <a:txBody>
                    <a:bodyPr/>
                    <a:lstStyle/>
                    <a:p>
                      <a:pPr algn="r"/>
                      <a:r>
                        <a:rPr kumimoji="1" lang="en-US" altLang="ja-JP" dirty="0"/>
                        <a:t>\316,000</a:t>
                      </a:r>
                      <a:endParaRPr kumimoji="1" lang="ja-JP" altLang="en-US" dirty="0"/>
                    </a:p>
                  </a:txBody>
                  <a:tcPr/>
                </a:tc>
                <a:extLst>
                  <a:ext uri="{0D108BD9-81ED-4DB2-BD59-A6C34878D82A}">
                    <a16:rowId xmlns:a16="http://schemas.microsoft.com/office/drawing/2014/main" val="3009611429"/>
                  </a:ext>
                </a:extLst>
              </a:tr>
              <a:tr h="270934">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pPr algn="r"/>
                      <a:r>
                        <a:rPr kumimoji="1" lang="ja-JP" altLang="en-US" sz="2000" b="1" dirty="0"/>
                        <a:t>合計</a:t>
                      </a:r>
                      <a:endParaRPr kumimoji="1" lang="en-US" altLang="ja-JP" sz="2000" b="1" dirty="0"/>
                    </a:p>
                  </a:txBody>
                  <a:tcPr/>
                </a:tc>
                <a:tc>
                  <a:txBody>
                    <a:bodyPr/>
                    <a:lstStyle/>
                    <a:p>
                      <a:pPr algn="r"/>
                      <a:r>
                        <a:rPr kumimoji="1" lang="en-US" altLang="ja-JP" sz="2000" b="1" dirty="0"/>
                        <a:t>\15,240,000</a:t>
                      </a:r>
                      <a:endParaRPr kumimoji="1" lang="ja-JP" altLang="en-US" sz="2000" b="1" dirty="0"/>
                    </a:p>
                  </a:txBody>
                  <a:tcPr/>
                </a:tc>
                <a:extLst>
                  <a:ext uri="{0D108BD9-81ED-4DB2-BD59-A6C34878D82A}">
                    <a16:rowId xmlns:a16="http://schemas.microsoft.com/office/drawing/2014/main" val="2073168548"/>
                  </a:ext>
                </a:extLst>
              </a:tr>
            </a:tbl>
          </a:graphicData>
        </a:graphic>
      </p:graphicFrame>
      <p:graphicFrame>
        <p:nvGraphicFramePr>
          <p:cNvPr id="9" name="表 8">
            <a:extLst>
              <a:ext uri="{FF2B5EF4-FFF2-40B4-BE49-F238E27FC236}">
                <a16:creationId xmlns:a16="http://schemas.microsoft.com/office/drawing/2014/main" id="{48233F71-BF51-6E99-DD11-54F11EF388C1}"/>
              </a:ext>
            </a:extLst>
          </p:cNvPr>
          <p:cNvGraphicFramePr>
            <a:graphicFrameLocks noGrp="1"/>
          </p:cNvGraphicFramePr>
          <p:nvPr>
            <p:extLst>
              <p:ext uri="{D42A27DB-BD31-4B8C-83A1-F6EECF244321}">
                <p14:modId xmlns:p14="http://schemas.microsoft.com/office/powerpoint/2010/main" val="471841993"/>
              </p:ext>
            </p:extLst>
          </p:nvPr>
        </p:nvGraphicFramePr>
        <p:xfrm>
          <a:off x="864268" y="3605106"/>
          <a:ext cx="10845131" cy="2600960"/>
        </p:xfrm>
        <a:graphic>
          <a:graphicData uri="http://schemas.openxmlformats.org/drawingml/2006/table">
            <a:tbl>
              <a:tblPr firstRow="1" bandRow="1">
                <a:tableStyleId>{5C22544A-7EE6-4342-B048-85BDC9FD1C3A}</a:tableStyleId>
              </a:tblPr>
              <a:tblGrid>
                <a:gridCol w="643037">
                  <a:extLst>
                    <a:ext uri="{9D8B030D-6E8A-4147-A177-3AD203B41FA5}">
                      <a16:colId xmlns:a16="http://schemas.microsoft.com/office/drawing/2014/main" val="879422923"/>
                    </a:ext>
                  </a:extLst>
                </a:gridCol>
                <a:gridCol w="2162995">
                  <a:extLst>
                    <a:ext uri="{9D8B030D-6E8A-4147-A177-3AD203B41FA5}">
                      <a16:colId xmlns:a16="http://schemas.microsoft.com/office/drawing/2014/main" val="895781636"/>
                    </a:ext>
                  </a:extLst>
                </a:gridCol>
                <a:gridCol w="2870200">
                  <a:extLst>
                    <a:ext uri="{9D8B030D-6E8A-4147-A177-3AD203B41FA5}">
                      <a16:colId xmlns:a16="http://schemas.microsoft.com/office/drawing/2014/main" val="3488045487"/>
                    </a:ext>
                  </a:extLst>
                </a:gridCol>
                <a:gridCol w="2999873">
                  <a:extLst>
                    <a:ext uri="{9D8B030D-6E8A-4147-A177-3AD203B41FA5}">
                      <a16:colId xmlns:a16="http://schemas.microsoft.com/office/drawing/2014/main" val="854281846"/>
                    </a:ext>
                  </a:extLst>
                </a:gridCol>
                <a:gridCol w="2169026">
                  <a:extLst>
                    <a:ext uri="{9D8B030D-6E8A-4147-A177-3AD203B41FA5}">
                      <a16:colId xmlns:a16="http://schemas.microsoft.com/office/drawing/2014/main" val="29381019"/>
                    </a:ext>
                  </a:extLst>
                </a:gridCol>
              </a:tblGrid>
              <a:tr h="370840">
                <a:tc>
                  <a:txBody>
                    <a:bodyPr/>
                    <a:lstStyle/>
                    <a:p>
                      <a:r>
                        <a:rPr kumimoji="1" lang="ja-JP" altLang="en-US" dirty="0"/>
                        <a:t>項</a:t>
                      </a:r>
                    </a:p>
                  </a:txBody>
                  <a:tcPr/>
                </a:tc>
                <a:tc>
                  <a:txBody>
                    <a:bodyPr/>
                    <a:lstStyle/>
                    <a:p>
                      <a:r>
                        <a:rPr kumimoji="1" lang="ja-JP" altLang="en-US" dirty="0"/>
                        <a:t>項目名</a:t>
                      </a:r>
                    </a:p>
                  </a:txBody>
                  <a:tcPr/>
                </a:tc>
                <a:tc>
                  <a:txBody>
                    <a:bodyPr/>
                    <a:lstStyle/>
                    <a:p>
                      <a:r>
                        <a:rPr kumimoji="1" lang="ja-JP" altLang="en-US" dirty="0"/>
                        <a:t>内容</a:t>
                      </a:r>
                    </a:p>
                  </a:txBody>
                  <a:tcPr/>
                </a:tc>
                <a:tc>
                  <a:txBody>
                    <a:bodyPr/>
                    <a:lstStyle/>
                    <a:p>
                      <a:r>
                        <a:rPr kumimoji="1" lang="ja-JP" altLang="en-US" dirty="0"/>
                        <a:t>利用または保守開始月</a:t>
                      </a:r>
                    </a:p>
                  </a:txBody>
                  <a:tcPr/>
                </a:tc>
                <a:tc>
                  <a:txBody>
                    <a:bodyPr/>
                    <a:lstStyle/>
                    <a:p>
                      <a:r>
                        <a:rPr kumimoji="1" lang="ja-JP" altLang="en-US" dirty="0"/>
                        <a:t>参考金額（税抜）</a:t>
                      </a:r>
                    </a:p>
                  </a:txBody>
                  <a:tcPr/>
                </a:tc>
                <a:extLst>
                  <a:ext uri="{0D108BD9-81ED-4DB2-BD59-A6C34878D82A}">
                    <a16:rowId xmlns:a16="http://schemas.microsoft.com/office/drawing/2014/main" val="2923691369"/>
                  </a:ext>
                </a:extLst>
              </a:tr>
              <a:tr h="370840">
                <a:tc>
                  <a:txBody>
                    <a:bodyPr/>
                    <a:lstStyle/>
                    <a:p>
                      <a:r>
                        <a:rPr kumimoji="1" lang="en-US" altLang="ja-JP" dirty="0"/>
                        <a:t>1</a:t>
                      </a:r>
                      <a:endParaRPr kumimoji="1" lang="ja-JP" altLang="en-US" dirty="0"/>
                    </a:p>
                  </a:txBody>
                  <a:tcPr/>
                </a:tc>
                <a:tc>
                  <a:txBody>
                    <a:bodyPr/>
                    <a:lstStyle/>
                    <a:p>
                      <a:r>
                        <a:rPr kumimoji="1" lang="ja-JP" altLang="en-US" sz="1600" dirty="0"/>
                        <a:t>ライセンス費用</a:t>
                      </a:r>
                    </a:p>
                  </a:txBody>
                  <a:tcPr/>
                </a:tc>
                <a:tc>
                  <a:txBody>
                    <a:bodyPr/>
                    <a:lstStyle/>
                    <a:p>
                      <a:r>
                        <a:rPr kumimoji="1" lang="ja-JP" altLang="en-US" sz="1600" dirty="0"/>
                        <a:t>利用期間</a:t>
                      </a:r>
                      <a:r>
                        <a:rPr kumimoji="1" lang="en-US" altLang="ja-JP" sz="1600" dirty="0"/>
                        <a:t>:12</a:t>
                      </a:r>
                      <a:r>
                        <a:rPr kumimoji="1" lang="ja-JP" altLang="en-US" sz="1600" dirty="0"/>
                        <a:t>か月間</a:t>
                      </a:r>
                      <a:r>
                        <a:rPr kumimoji="1" lang="en-US" altLang="ja-JP" sz="1200" dirty="0"/>
                        <a:t>AsprovaMS×1</a:t>
                      </a:r>
                      <a:r>
                        <a:rPr kumimoji="1" lang="ja-JP" altLang="en-US" sz="1200" dirty="0"/>
                        <a:t>本、受注</a:t>
                      </a:r>
                      <a:r>
                        <a:rPr kumimoji="1" lang="en-US" altLang="ja-JP" sz="1200" dirty="0"/>
                        <a:t>OP×1</a:t>
                      </a:r>
                      <a:r>
                        <a:rPr kumimoji="1" lang="ja-JP" altLang="en-US" sz="1200" dirty="0"/>
                        <a:t>本、購買</a:t>
                      </a:r>
                      <a:r>
                        <a:rPr kumimoji="1" lang="en-US" altLang="ja-JP" sz="1200" dirty="0"/>
                        <a:t>OP×1</a:t>
                      </a:r>
                      <a:r>
                        <a:rPr kumimoji="1" lang="ja-JP" altLang="en-US" sz="1200" dirty="0"/>
                        <a:t>本、ｲﾍﾞﾝﾄ</a:t>
                      </a:r>
                      <a:r>
                        <a:rPr kumimoji="1" lang="en-US" altLang="ja-JP" sz="1200" dirty="0"/>
                        <a:t>OP×1</a:t>
                      </a:r>
                      <a:r>
                        <a:rPr kumimoji="1" lang="ja-JP" altLang="en-US" sz="1200" dirty="0"/>
                        <a:t>本作業数：</a:t>
                      </a:r>
                      <a:r>
                        <a:rPr kumimoji="1" lang="en-US" altLang="ja-JP" sz="1200" dirty="0"/>
                        <a:t>10</a:t>
                      </a:r>
                      <a:r>
                        <a:rPr kumimoji="1" lang="ja-JP" altLang="en-US" sz="1200" dirty="0"/>
                        <a:t>万作業以下</a:t>
                      </a:r>
                      <a:endParaRPr kumimoji="1" lang="ja-JP" altLang="en-US" sz="1600" dirty="0"/>
                    </a:p>
                  </a:txBody>
                  <a:tcPr/>
                </a:tc>
                <a:tc>
                  <a:txBody>
                    <a:bodyPr/>
                    <a:lstStyle/>
                    <a:p>
                      <a:r>
                        <a:rPr lang="ja-JP" altLang="en-US" sz="1600" b="0" i="0" u="none" strike="noStrike" baseline="0" dirty="0">
                          <a:solidFill>
                            <a:schemeClr val="dk1"/>
                          </a:solidFill>
                          <a:latin typeface="+mn-lt"/>
                          <a:ea typeface="+mn-ea"/>
                          <a:cs typeface="+mn-cs"/>
                        </a:rPr>
                        <a:t>ライセンス納品翌月より</a:t>
                      </a:r>
                      <a:endParaRPr lang="en-US" altLang="ja-JP" sz="1600" b="0" i="0" u="none" strike="noStrike" baseline="0" dirty="0">
                        <a:solidFill>
                          <a:schemeClr val="dk1"/>
                        </a:solidFill>
                        <a:latin typeface="+mn-lt"/>
                        <a:ea typeface="+mn-ea"/>
                        <a:cs typeface="+mn-cs"/>
                      </a:endParaRPr>
                    </a:p>
                    <a:p>
                      <a:r>
                        <a:rPr lang="ja-JP" altLang="en-US" sz="1600" b="0" i="0" u="none" strike="noStrike" baseline="0" dirty="0">
                          <a:solidFill>
                            <a:schemeClr val="dk1"/>
                          </a:solidFill>
                          <a:latin typeface="+mn-lt"/>
                          <a:ea typeface="+mn-ea"/>
                          <a:cs typeface="+mn-cs"/>
                        </a:rPr>
                        <a:t>利用開始</a:t>
                      </a:r>
                    </a:p>
                  </a:txBody>
                  <a:tcPr/>
                </a:tc>
                <a:tc>
                  <a:txBody>
                    <a:bodyPr/>
                    <a:lstStyle/>
                    <a:p>
                      <a:pPr algn="r"/>
                      <a:r>
                        <a:rPr kumimoji="1" lang="en-US" altLang="ja-JP" dirty="0"/>
                        <a:t>\2,340,000</a:t>
                      </a:r>
                      <a:endParaRPr kumimoji="1" lang="ja-JP" altLang="en-US" dirty="0"/>
                    </a:p>
                  </a:txBody>
                  <a:tcPr/>
                </a:tc>
                <a:extLst>
                  <a:ext uri="{0D108BD9-81ED-4DB2-BD59-A6C34878D82A}">
                    <a16:rowId xmlns:a16="http://schemas.microsoft.com/office/drawing/2014/main" val="970645116"/>
                  </a:ext>
                </a:extLst>
              </a:tr>
              <a:tr h="370840">
                <a:tc>
                  <a:txBody>
                    <a:bodyPr/>
                    <a:lstStyle/>
                    <a:p>
                      <a:r>
                        <a:rPr kumimoji="1" lang="en-US" altLang="ja-JP" dirty="0"/>
                        <a:t>2</a:t>
                      </a:r>
                      <a:endParaRPr kumimoji="1" lang="ja-JP" altLang="en-US" dirty="0"/>
                    </a:p>
                  </a:txBody>
                  <a:tcPr/>
                </a:tc>
                <a:tc>
                  <a:txBody>
                    <a:bodyPr/>
                    <a:lstStyle/>
                    <a:p>
                      <a:r>
                        <a:rPr kumimoji="1" lang="en-US" altLang="ja-JP" sz="1600" dirty="0" err="1"/>
                        <a:t>Asprova</a:t>
                      </a:r>
                      <a:r>
                        <a:rPr kumimoji="1" lang="ja-JP" altLang="en-US" sz="1600" dirty="0"/>
                        <a:t>ライセンス</a:t>
                      </a:r>
                      <a:endParaRPr kumimoji="1" lang="en-US" altLang="ja-JP" sz="1600" dirty="0"/>
                    </a:p>
                    <a:p>
                      <a:r>
                        <a:rPr kumimoji="1" lang="ja-JP" altLang="en-US" sz="1600" dirty="0"/>
                        <a:t>保守費用</a:t>
                      </a:r>
                    </a:p>
                  </a:txBody>
                  <a:tcPr/>
                </a:tc>
                <a:tc>
                  <a:txBody>
                    <a:bodyPr/>
                    <a:lstStyle/>
                    <a:p>
                      <a:r>
                        <a:rPr kumimoji="1" lang="en-US" altLang="ja-JP" sz="1600" dirty="0" err="1"/>
                        <a:t>Asprova</a:t>
                      </a:r>
                      <a:r>
                        <a:rPr kumimoji="1" lang="ja-JP" altLang="en-US" sz="1600" dirty="0"/>
                        <a:t>導入支援</a:t>
                      </a:r>
                      <a:endParaRPr kumimoji="1" lang="en-US" altLang="ja-JP" sz="1600" dirty="0"/>
                    </a:p>
                  </a:txBody>
                  <a:tcPr/>
                </a:tc>
                <a:tc>
                  <a:txBody>
                    <a:bodyPr/>
                    <a:lstStyle/>
                    <a:p>
                      <a:r>
                        <a:rPr kumimoji="1" lang="ja-JP" altLang="en-US" sz="1600" dirty="0"/>
                        <a:t>ライセンス納品翌月より</a:t>
                      </a:r>
                      <a:endParaRPr kumimoji="1" lang="en-US" altLang="ja-JP" sz="1600" dirty="0"/>
                    </a:p>
                    <a:p>
                      <a:r>
                        <a:rPr kumimoji="1" lang="ja-JP" altLang="en-US" sz="1600" dirty="0"/>
                        <a:t>保守開始</a:t>
                      </a:r>
                    </a:p>
                  </a:txBody>
                  <a:tcPr/>
                </a:tc>
                <a:tc>
                  <a:txBody>
                    <a:bodyPr/>
                    <a:lstStyle/>
                    <a:p>
                      <a:pPr algn="r"/>
                      <a:r>
                        <a:rPr kumimoji="1" lang="ja-JP" altLang="en-US" dirty="0"/>
                        <a:t>利用料金額に含む</a:t>
                      </a:r>
                    </a:p>
                  </a:txBody>
                  <a:tcPr/>
                </a:tc>
                <a:extLst>
                  <a:ext uri="{0D108BD9-81ED-4DB2-BD59-A6C34878D82A}">
                    <a16:rowId xmlns:a16="http://schemas.microsoft.com/office/drawing/2014/main" val="1576620597"/>
                  </a:ext>
                </a:extLst>
              </a:tr>
              <a:tr h="370840">
                <a:tc>
                  <a:txBody>
                    <a:bodyPr/>
                    <a:lstStyle/>
                    <a:p>
                      <a:r>
                        <a:rPr kumimoji="1" lang="en-US" altLang="ja-JP" dirty="0"/>
                        <a:t>3</a:t>
                      </a:r>
                      <a:endParaRPr kumimoji="1" lang="ja-JP" altLang="en-US" dirty="0"/>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600" dirty="0"/>
                        <a:t>SE</a:t>
                      </a:r>
                      <a:r>
                        <a:rPr kumimoji="1" lang="ja-JP" altLang="en-US" sz="1600" dirty="0"/>
                        <a:t>保守サポート</a:t>
                      </a:r>
                    </a:p>
                  </a:txBody>
                  <a:tcPr/>
                </a:tc>
                <a:tc>
                  <a:txBody>
                    <a:bodyPr/>
                    <a:lstStyle/>
                    <a:p>
                      <a:r>
                        <a:rPr lang="en-US" altLang="ja-JP" sz="1600" b="0" i="0" u="none" strike="noStrike" baseline="0" dirty="0" err="1">
                          <a:solidFill>
                            <a:schemeClr val="dk1"/>
                          </a:solidFill>
                          <a:latin typeface="+mn-lt"/>
                          <a:ea typeface="+mn-ea"/>
                          <a:cs typeface="+mn-cs"/>
                        </a:rPr>
                        <a:t>AsprovaSE</a:t>
                      </a:r>
                      <a:r>
                        <a:rPr lang="ja-JP" altLang="en-US" sz="1600" b="0" i="0" u="none" strike="noStrike" baseline="0" dirty="0">
                          <a:solidFill>
                            <a:schemeClr val="dk1"/>
                          </a:solidFill>
                          <a:latin typeface="+mn-lt"/>
                          <a:ea typeface="+mn-ea"/>
                          <a:cs typeface="+mn-cs"/>
                        </a:rPr>
                        <a:t>年間保守</a:t>
                      </a:r>
                    </a:p>
                  </a:txBody>
                  <a:tcPr/>
                </a:tc>
                <a:tc>
                  <a:txBody>
                    <a:bodyPr/>
                    <a:lstStyle/>
                    <a:p>
                      <a:r>
                        <a:rPr lang="ja-JP" altLang="en-US" sz="1600" b="0" i="0" u="none" strike="noStrike" baseline="0" dirty="0">
                          <a:solidFill>
                            <a:schemeClr val="dk1"/>
                          </a:solidFill>
                          <a:latin typeface="+mn-lt"/>
                          <a:ea typeface="+mn-ea"/>
                          <a:cs typeface="+mn-cs"/>
                        </a:rPr>
                        <a:t>本稼働当月より保守開始	</a:t>
                      </a:r>
                    </a:p>
                  </a:txBody>
                  <a:tcPr/>
                </a:tc>
                <a:tc>
                  <a:txBody>
                    <a:bodyPr/>
                    <a:lstStyle/>
                    <a:p>
                      <a:pPr algn="r"/>
                      <a:r>
                        <a:rPr kumimoji="1" lang="en-US" altLang="ja-JP" dirty="0"/>
                        <a:t>\960,000</a:t>
                      </a:r>
                      <a:endParaRPr kumimoji="1" lang="ja-JP" altLang="en-US" dirty="0"/>
                    </a:p>
                  </a:txBody>
                  <a:tcPr/>
                </a:tc>
                <a:extLst>
                  <a:ext uri="{0D108BD9-81ED-4DB2-BD59-A6C34878D82A}">
                    <a16:rowId xmlns:a16="http://schemas.microsoft.com/office/drawing/2014/main" val="3009611429"/>
                  </a:ext>
                </a:extLst>
              </a:tr>
              <a:tr h="143088">
                <a:tc>
                  <a:txBody>
                    <a:bodyPr/>
                    <a:lstStyle/>
                    <a:p>
                      <a:endParaRPr kumimoji="1" lang="ja-JP" altLang="en-US"/>
                    </a:p>
                  </a:txBody>
                  <a:tcPr/>
                </a:tc>
                <a:tc>
                  <a:txBody>
                    <a:bodyPr/>
                    <a:lstStyle/>
                    <a:p>
                      <a:endParaRPr kumimoji="1" lang="ja-JP" altLang="en-US"/>
                    </a:p>
                  </a:txBody>
                  <a:tcPr/>
                </a:tc>
                <a:tc>
                  <a:txBody>
                    <a:bodyPr/>
                    <a:lstStyle/>
                    <a:p>
                      <a:endParaRPr kumimoji="1" lang="ja-JP" altLang="en-US" dirty="0"/>
                    </a:p>
                  </a:txBody>
                  <a:tcPr/>
                </a:tc>
                <a:tc>
                  <a:txBody>
                    <a:bodyPr/>
                    <a:lstStyle/>
                    <a:p>
                      <a:pPr algn="r"/>
                      <a:r>
                        <a:rPr kumimoji="1" lang="ja-JP" altLang="en-US" sz="2000" b="1" dirty="0"/>
                        <a:t>合計</a:t>
                      </a:r>
                      <a:endParaRPr kumimoji="1" lang="en-US" altLang="ja-JP" sz="2000" b="1" dirty="0"/>
                    </a:p>
                  </a:txBody>
                  <a:tcPr/>
                </a:tc>
                <a:tc>
                  <a:txBody>
                    <a:bodyPr/>
                    <a:lstStyle/>
                    <a:p>
                      <a:pPr algn="r"/>
                      <a:r>
                        <a:rPr kumimoji="1" lang="en-US" altLang="ja-JP" sz="2000" b="1" dirty="0"/>
                        <a:t>\3,300,000</a:t>
                      </a:r>
                      <a:endParaRPr kumimoji="1" lang="ja-JP" altLang="en-US" sz="2000" b="1" dirty="0"/>
                    </a:p>
                  </a:txBody>
                  <a:tcPr/>
                </a:tc>
                <a:extLst>
                  <a:ext uri="{0D108BD9-81ED-4DB2-BD59-A6C34878D82A}">
                    <a16:rowId xmlns:a16="http://schemas.microsoft.com/office/drawing/2014/main" val="2073168548"/>
                  </a:ext>
                </a:extLst>
              </a:tr>
            </a:tbl>
          </a:graphicData>
        </a:graphic>
      </p:graphicFrame>
      <p:sp>
        <p:nvSpPr>
          <p:cNvPr id="10" name="テキスト ボックス 9">
            <a:extLst>
              <a:ext uri="{FF2B5EF4-FFF2-40B4-BE49-F238E27FC236}">
                <a16:creationId xmlns:a16="http://schemas.microsoft.com/office/drawing/2014/main" id="{33E2E534-C7F4-8540-E904-449F3265051A}"/>
              </a:ext>
            </a:extLst>
          </p:cNvPr>
          <p:cNvSpPr txBox="1"/>
          <p:nvPr/>
        </p:nvSpPr>
        <p:spPr>
          <a:xfrm>
            <a:off x="630631" y="704915"/>
            <a:ext cx="3835400" cy="369332"/>
          </a:xfrm>
          <a:prstGeom prst="rect">
            <a:avLst/>
          </a:prstGeom>
          <a:noFill/>
        </p:spPr>
        <p:txBody>
          <a:bodyPr wrap="square" rtlCol="0">
            <a:spAutoFit/>
          </a:bodyPr>
          <a:lstStyle/>
          <a:p>
            <a:r>
              <a:rPr kumimoji="1" lang="ja-JP" altLang="en-US" dirty="0"/>
              <a:t>初期費用</a:t>
            </a:r>
          </a:p>
        </p:txBody>
      </p:sp>
      <p:sp>
        <p:nvSpPr>
          <p:cNvPr id="11" name="テキスト ボックス 10">
            <a:extLst>
              <a:ext uri="{FF2B5EF4-FFF2-40B4-BE49-F238E27FC236}">
                <a16:creationId xmlns:a16="http://schemas.microsoft.com/office/drawing/2014/main" id="{F5F69475-27E2-449C-BCFD-C5EA5000E329}"/>
              </a:ext>
            </a:extLst>
          </p:cNvPr>
          <p:cNvSpPr txBox="1"/>
          <p:nvPr/>
        </p:nvSpPr>
        <p:spPr>
          <a:xfrm>
            <a:off x="630631" y="3279840"/>
            <a:ext cx="3835400" cy="369332"/>
          </a:xfrm>
          <a:prstGeom prst="rect">
            <a:avLst/>
          </a:prstGeom>
          <a:noFill/>
        </p:spPr>
        <p:txBody>
          <a:bodyPr wrap="square" rtlCol="0">
            <a:spAutoFit/>
          </a:bodyPr>
          <a:lstStyle/>
          <a:p>
            <a:r>
              <a:rPr lang="ja-JP" altLang="en-US" dirty="0"/>
              <a:t>年間</a:t>
            </a:r>
            <a:r>
              <a:rPr kumimoji="1" lang="ja-JP" altLang="en-US" dirty="0"/>
              <a:t>費用</a:t>
            </a:r>
          </a:p>
        </p:txBody>
      </p:sp>
    </p:spTree>
    <p:extLst>
      <p:ext uri="{BB962C8B-B14F-4D97-AF65-F5344CB8AC3E}">
        <p14:creationId xmlns:p14="http://schemas.microsoft.com/office/powerpoint/2010/main" val="235416984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029D84-5CE1-8550-638B-43D3B5200BDA}"/>
            </a:ext>
          </a:extLst>
        </p:cNvPr>
        <p:cNvGrpSpPr/>
        <p:nvPr/>
      </p:nvGrpSpPr>
      <p:grpSpPr>
        <a:xfrm>
          <a:off x="0" y="0"/>
          <a:ext cx="0" cy="0"/>
          <a:chOff x="0" y="0"/>
          <a:chExt cx="0" cy="0"/>
        </a:xfrm>
      </p:grpSpPr>
      <p:sp>
        <p:nvSpPr>
          <p:cNvPr id="5" name="タイトル 4">
            <a:extLst>
              <a:ext uri="{FF2B5EF4-FFF2-40B4-BE49-F238E27FC236}">
                <a16:creationId xmlns:a16="http://schemas.microsoft.com/office/drawing/2014/main" id="{6813D797-DB7C-F5F7-8B94-F3B3C87EEFF4}"/>
              </a:ext>
            </a:extLst>
          </p:cNvPr>
          <p:cNvSpPr>
            <a:spLocks noGrp="1"/>
          </p:cNvSpPr>
          <p:nvPr>
            <p:ph type="title"/>
          </p:nvPr>
        </p:nvSpPr>
        <p:spPr>
          <a:xfrm>
            <a:off x="630631" y="230188"/>
            <a:ext cx="11266729" cy="604519"/>
          </a:xfrm>
        </p:spPr>
        <p:txBody>
          <a:bodyPr/>
          <a:lstStyle/>
          <a:p>
            <a:r>
              <a:rPr lang="ja-JP" altLang="en-US" sz="3600" dirty="0"/>
              <a:t>見積明細</a:t>
            </a:r>
          </a:p>
        </p:txBody>
      </p:sp>
      <p:sp>
        <p:nvSpPr>
          <p:cNvPr id="4" name="スライド番号プレースホルダー 1">
            <a:extLst>
              <a:ext uri="{FF2B5EF4-FFF2-40B4-BE49-F238E27FC236}">
                <a16:creationId xmlns:a16="http://schemas.microsoft.com/office/drawing/2014/main" id="{D3B2BF52-A965-7F3F-385D-8D9B0CC6F413}"/>
              </a:ext>
            </a:extLst>
          </p:cNvPr>
          <p:cNvSpPr txBox="1">
            <a:spLocks/>
          </p:cNvSpPr>
          <p:nvPr/>
        </p:nvSpPr>
        <p:spPr bwMode="ltGray">
          <a:xfrm>
            <a:off x="10855405" y="6532510"/>
            <a:ext cx="998971" cy="241300"/>
          </a:xfrm>
          <a:prstGeom prst="rect">
            <a:avLst/>
          </a:prstGeom>
          <a:noFill/>
          <a:ln>
            <a:noFill/>
          </a:ln>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defPPr>
              <a:defRPr lang="ja-JP"/>
            </a:defPPr>
            <a:lvl1pPr marL="0" algn="r" defTabSz="914400" rtl="0" eaLnBrk="1" latinLnBrk="0" hangingPunct="1">
              <a:defRPr kumimoji="1" sz="1800" b="1" i="0" kern="1200">
                <a:solidFill>
                  <a:schemeClr val="bg1"/>
                </a:solidFill>
                <a:latin typeface="Arial" pitchFamily="34" charset="0"/>
                <a:ea typeface="ＭＳ Ｐゴシック" pitchFamily="50" charset="-128"/>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E025C43D-97FC-4CE9-9332-5BE2A99BA935}" type="slidenum">
              <a:rPr lang="en-US" altLang="ja-JP" sz="1400" smtClean="0">
                <a:solidFill>
                  <a:schemeClr val="tx1"/>
                </a:solidFill>
                <a:latin typeface="+mn-ea"/>
                <a:ea typeface="+mn-ea"/>
                <a:cs typeface="メイリオ" pitchFamily="50" charset="-128"/>
              </a:rPr>
              <a:pPr/>
              <a:t>56</a:t>
            </a:fld>
            <a:endParaRPr lang="en-US" altLang="ja-JP" sz="1400">
              <a:solidFill>
                <a:schemeClr val="tx1"/>
              </a:solidFill>
              <a:latin typeface="+mn-ea"/>
              <a:ea typeface="+mn-ea"/>
              <a:cs typeface="メイリオ" pitchFamily="50" charset="-128"/>
            </a:endParaRPr>
          </a:p>
        </p:txBody>
      </p:sp>
      <p:sp>
        <p:nvSpPr>
          <p:cNvPr id="24" name="テキスト ボックス 23">
            <a:extLst>
              <a:ext uri="{FF2B5EF4-FFF2-40B4-BE49-F238E27FC236}">
                <a16:creationId xmlns:a16="http://schemas.microsoft.com/office/drawing/2014/main" id="{96048CB7-B475-7D36-418C-8140CED511F8}"/>
              </a:ext>
            </a:extLst>
          </p:cNvPr>
          <p:cNvSpPr txBox="1"/>
          <p:nvPr/>
        </p:nvSpPr>
        <p:spPr>
          <a:xfrm>
            <a:off x="289737" y="874551"/>
            <a:ext cx="7701737" cy="369332"/>
          </a:xfrm>
          <a:prstGeom prst="rect">
            <a:avLst/>
          </a:prstGeom>
          <a:noFill/>
        </p:spPr>
        <p:txBody>
          <a:bodyPr wrap="square">
            <a:spAutoFit/>
          </a:bodyPr>
          <a:lstStyle/>
          <a:p>
            <a:r>
              <a:rPr lang="ja-JP" altLang="en-US" dirty="0"/>
              <a:t>参考：導入スケジュール　工数・経費明細</a:t>
            </a:r>
          </a:p>
        </p:txBody>
      </p:sp>
      <p:pic>
        <p:nvPicPr>
          <p:cNvPr id="3" name="図 2">
            <a:extLst>
              <a:ext uri="{FF2B5EF4-FFF2-40B4-BE49-F238E27FC236}">
                <a16:creationId xmlns:a16="http://schemas.microsoft.com/office/drawing/2014/main" id="{B37B6E01-BABE-7DFE-7D00-9DA0D0374AEB}"/>
              </a:ext>
            </a:extLst>
          </p:cNvPr>
          <p:cNvPicPr>
            <a:picLocks noChangeAspect="1"/>
          </p:cNvPicPr>
          <p:nvPr/>
        </p:nvPicPr>
        <p:blipFill>
          <a:blip r:embed="rId3"/>
          <a:stretch>
            <a:fillRect/>
          </a:stretch>
        </p:blipFill>
        <p:spPr>
          <a:xfrm>
            <a:off x="289737" y="1650796"/>
            <a:ext cx="11683188" cy="3689758"/>
          </a:xfrm>
          <a:prstGeom prst="rect">
            <a:avLst/>
          </a:prstGeom>
        </p:spPr>
      </p:pic>
    </p:spTree>
    <p:extLst>
      <p:ext uri="{BB962C8B-B14F-4D97-AF65-F5344CB8AC3E}">
        <p14:creationId xmlns:p14="http://schemas.microsoft.com/office/powerpoint/2010/main" val="22528024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95AED5-F53D-B017-27A3-57CDFB5F9FF4}"/>
            </a:ext>
          </a:extLst>
        </p:cNvPr>
        <p:cNvGrpSpPr/>
        <p:nvPr/>
      </p:nvGrpSpPr>
      <p:grpSpPr>
        <a:xfrm>
          <a:off x="0" y="0"/>
          <a:ext cx="0" cy="0"/>
          <a:chOff x="0" y="0"/>
          <a:chExt cx="0" cy="0"/>
        </a:xfrm>
      </p:grpSpPr>
      <p:sp>
        <p:nvSpPr>
          <p:cNvPr id="5" name="タイトル 4">
            <a:extLst>
              <a:ext uri="{FF2B5EF4-FFF2-40B4-BE49-F238E27FC236}">
                <a16:creationId xmlns:a16="http://schemas.microsoft.com/office/drawing/2014/main" id="{E9A2FE30-AB95-62D0-570C-C8FDBF064FE2}"/>
              </a:ext>
            </a:extLst>
          </p:cNvPr>
          <p:cNvSpPr>
            <a:spLocks noGrp="1"/>
          </p:cNvSpPr>
          <p:nvPr>
            <p:ph type="title"/>
          </p:nvPr>
        </p:nvSpPr>
        <p:spPr>
          <a:xfrm>
            <a:off x="630631" y="230188"/>
            <a:ext cx="11266729" cy="604519"/>
          </a:xfrm>
        </p:spPr>
        <p:txBody>
          <a:bodyPr/>
          <a:lstStyle/>
          <a:p>
            <a:r>
              <a:rPr lang="ja-JP" altLang="en-US" sz="3600" dirty="0"/>
              <a:t>見積前提条件</a:t>
            </a:r>
          </a:p>
        </p:txBody>
      </p:sp>
      <p:sp>
        <p:nvSpPr>
          <p:cNvPr id="4" name="スライド番号プレースホルダー 1">
            <a:extLst>
              <a:ext uri="{FF2B5EF4-FFF2-40B4-BE49-F238E27FC236}">
                <a16:creationId xmlns:a16="http://schemas.microsoft.com/office/drawing/2014/main" id="{AFB21F57-9DCF-3E23-1CFA-CE38429BCD5D}"/>
              </a:ext>
            </a:extLst>
          </p:cNvPr>
          <p:cNvSpPr txBox="1">
            <a:spLocks/>
          </p:cNvSpPr>
          <p:nvPr/>
        </p:nvSpPr>
        <p:spPr bwMode="ltGray">
          <a:xfrm>
            <a:off x="10855405" y="6532510"/>
            <a:ext cx="998971" cy="241300"/>
          </a:xfrm>
          <a:prstGeom prst="rect">
            <a:avLst/>
          </a:prstGeom>
          <a:noFill/>
          <a:ln>
            <a:noFill/>
          </a:ln>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defPPr>
              <a:defRPr lang="ja-JP"/>
            </a:defPPr>
            <a:lvl1pPr marL="0" algn="r" defTabSz="914400" rtl="0" eaLnBrk="1" latinLnBrk="0" hangingPunct="1">
              <a:defRPr kumimoji="1" sz="1800" b="1" i="0" kern="1200">
                <a:solidFill>
                  <a:schemeClr val="bg1"/>
                </a:solidFill>
                <a:latin typeface="Arial" pitchFamily="34" charset="0"/>
                <a:ea typeface="ＭＳ Ｐゴシック" pitchFamily="50" charset="-128"/>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E025C43D-97FC-4CE9-9332-5BE2A99BA935}" type="slidenum">
              <a:rPr lang="en-US" altLang="ja-JP" sz="1400" smtClean="0">
                <a:solidFill>
                  <a:schemeClr val="tx1"/>
                </a:solidFill>
                <a:latin typeface="+mn-ea"/>
                <a:ea typeface="+mn-ea"/>
                <a:cs typeface="メイリオ" pitchFamily="50" charset="-128"/>
              </a:rPr>
              <a:pPr/>
              <a:t>57</a:t>
            </a:fld>
            <a:endParaRPr lang="en-US" altLang="ja-JP" sz="1400">
              <a:solidFill>
                <a:schemeClr val="tx1"/>
              </a:solidFill>
              <a:latin typeface="+mn-ea"/>
              <a:ea typeface="+mn-ea"/>
              <a:cs typeface="メイリオ" pitchFamily="50" charset="-128"/>
            </a:endParaRPr>
          </a:p>
        </p:txBody>
      </p:sp>
      <p:sp>
        <p:nvSpPr>
          <p:cNvPr id="7" name="テキスト ボックス 6">
            <a:extLst>
              <a:ext uri="{FF2B5EF4-FFF2-40B4-BE49-F238E27FC236}">
                <a16:creationId xmlns:a16="http://schemas.microsoft.com/office/drawing/2014/main" id="{AD7EBA8E-3463-29F5-98E7-EC9F0E13059F}"/>
              </a:ext>
            </a:extLst>
          </p:cNvPr>
          <p:cNvSpPr txBox="1"/>
          <p:nvPr/>
        </p:nvSpPr>
        <p:spPr>
          <a:xfrm>
            <a:off x="901700" y="806227"/>
            <a:ext cx="10952676" cy="5586145"/>
          </a:xfrm>
          <a:prstGeom prst="rect">
            <a:avLst/>
          </a:prstGeom>
          <a:noFill/>
        </p:spPr>
        <p:txBody>
          <a:bodyPr wrap="square">
            <a:spAutoFit/>
          </a:bodyPr>
          <a:lstStyle/>
          <a:p>
            <a:r>
              <a:rPr lang="ja-JP" altLang="en-US" sz="1050" dirty="0"/>
              <a:t>１．本見積は弊社経験値に基づき作成しております。</a:t>
            </a:r>
          </a:p>
          <a:p>
            <a:r>
              <a:rPr lang="ja-JP" altLang="en-US" sz="1050" dirty="0"/>
              <a:t>　・貴社からご提示頂いた</a:t>
            </a:r>
            <a:r>
              <a:rPr lang="en-US" altLang="ja-JP" sz="1050" dirty="0"/>
              <a:t>RFI</a:t>
            </a:r>
            <a:r>
              <a:rPr lang="ja-JP" altLang="en-US" sz="1050" dirty="0"/>
              <a:t>内容に後日変更が生じ、本見積の範囲外の要件が含まれる場合は再見積とさせて頂きます。</a:t>
            </a:r>
          </a:p>
          <a:p>
            <a:r>
              <a:rPr lang="ja-JP" altLang="en-US" sz="1050" dirty="0"/>
              <a:t>２．作業内容</a:t>
            </a:r>
          </a:p>
          <a:p>
            <a:r>
              <a:rPr lang="ja-JP" altLang="en-US" sz="1050" dirty="0"/>
              <a:t>　・オンサイト作業（交通費別途）とオフサイト作業（Webミーティング含む）により、Ａｓｐｒｏｖａの導入支援作業を行います。</a:t>
            </a:r>
          </a:p>
          <a:p>
            <a:r>
              <a:rPr lang="ja-JP" altLang="en-US" sz="1050" dirty="0"/>
              <a:t>　　(1)　対象作業　別紙参照</a:t>
            </a:r>
          </a:p>
          <a:p>
            <a:r>
              <a:rPr lang="ja-JP" altLang="en-US" sz="1050" dirty="0"/>
              <a:t>　　(2)　対象外作業	</a:t>
            </a:r>
          </a:p>
          <a:p>
            <a:r>
              <a:rPr lang="ja-JP" altLang="en-US" sz="1050" dirty="0"/>
              <a:t>　　・データ移行</a:t>
            </a:r>
          </a:p>
          <a:p>
            <a:r>
              <a:rPr lang="ja-JP" altLang="en-US" sz="1050" dirty="0"/>
              <a:t>　　・下記は、請負契約とし、別見積として提示致します。</a:t>
            </a:r>
          </a:p>
          <a:p>
            <a:r>
              <a:rPr lang="ja-JP" altLang="en-US" sz="1050" dirty="0"/>
              <a:t>　　　・追加プログラム開発</a:t>
            </a:r>
          </a:p>
          <a:p>
            <a:r>
              <a:rPr lang="ja-JP" altLang="en-US" sz="1050" dirty="0"/>
              <a:t>　　　　概要設計</a:t>
            </a:r>
            <a:r>
              <a:rPr lang="en-US" altLang="ja-JP" sz="1050" dirty="0"/>
              <a:t>/</a:t>
            </a:r>
            <a:r>
              <a:rPr lang="ja-JP" altLang="en-US" sz="1050" dirty="0"/>
              <a:t>詳細設計</a:t>
            </a:r>
            <a:r>
              <a:rPr lang="en-US" altLang="ja-JP" sz="1050" dirty="0"/>
              <a:t>/</a:t>
            </a:r>
            <a:r>
              <a:rPr lang="ja-JP" altLang="en-US" sz="1050" dirty="0"/>
              <a:t>製造・単体テスト</a:t>
            </a:r>
            <a:r>
              <a:rPr lang="en-US" altLang="ja-JP" sz="1050" dirty="0"/>
              <a:t>/</a:t>
            </a:r>
            <a:r>
              <a:rPr lang="ja-JP" altLang="en-US" sz="1050" dirty="0"/>
              <a:t>結合テスト</a:t>
            </a:r>
          </a:p>
          <a:p>
            <a:r>
              <a:rPr lang="ja-JP" altLang="en-US" sz="1050" dirty="0"/>
              <a:t>３．契約形態</a:t>
            </a:r>
          </a:p>
          <a:p>
            <a:r>
              <a:rPr lang="ja-JP" altLang="en-US" sz="1050" dirty="0"/>
              <a:t>　　(1)　本作業は準委任契約（履行割合型）となります。本契約では、弊社に成果物の完成責任はありません。</a:t>
            </a:r>
          </a:p>
          <a:p>
            <a:r>
              <a:rPr lang="ja-JP" altLang="en-US" sz="1050" dirty="0"/>
              <a:t>　　        弊社は、その成果物の完成に向けて、善管注意義務のもと有効な支援業務を実施するものとします。</a:t>
            </a:r>
          </a:p>
          <a:p>
            <a:r>
              <a:rPr lang="ja-JP" altLang="en-US" sz="1050" dirty="0"/>
              <a:t>４．ご発注条件、ご検収条件</a:t>
            </a:r>
          </a:p>
          <a:p>
            <a:r>
              <a:rPr lang="ja-JP" altLang="en-US" sz="1050" dirty="0"/>
              <a:t>　　(1).ご発注条件</a:t>
            </a:r>
          </a:p>
          <a:p>
            <a:r>
              <a:rPr lang="ja-JP" altLang="en-US" sz="1050" dirty="0"/>
              <a:t>　　・本見積りの内容で、注文書の発行をお願い致します。</a:t>
            </a:r>
          </a:p>
          <a:p>
            <a:r>
              <a:rPr lang="ja-JP" altLang="en-US" sz="1050" dirty="0"/>
              <a:t>　　(2).ご検収条件</a:t>
            </a:r>
          </a:p>
          <a:p>
            <a:r>
              <a:rPr lang="ja-JP" altLang="en-US" sz="1050" dirty="0"/>
              <a:t>　　・成果物の完成／未完成に関わらず、７項．の作業報告書の作業実績に基づき、Quarter単位（3月,6月,9月,12月）に、</a:t>
            </a:r>
            <a:endParaRPr lang="en-US" altLang="ja-JP" sz="1050" dirty="0"/>
          </a:p>
          <a:p>
            <a:r>
              <a:rPr lang="ja-JP" altLang="en-US" sz="1050" dirty="0"/>
              <a:t>　　　実績値（経費含む）での精算を行っていただけるものと致します。</a:t>
            </a:r>
          </a:p>
          <a:p>
            <a:r>
              <a:rPr lang="ja-JP" altLang="en-US" sz="1050" dirty="0"/>
              <a:t>　　　その際、「Ⅱ．準委任作業費　試算」に記載する月別の基本工数を下回る場合でも基本工数分の作業費はご請求</a:t>
            </a:r>
            <a:endParaRPr lang="en-US" altLang="ja-JP" sz="1050" dirty="0"/>
          </a:p>
          <a:p>
            <a:r>
              <a:rPr lang="ja-JP" altLang="en-US" sz="1050" dirty="0"/>
              <a:t>　　　させて頂けるものと致します。	</a:t>
            </a:r>
          </a:p>
          <a:p>
            <a:r>
              <a:rPr lang="ja-JP" altLang="en-US" sz="1050" dirty="0"/>
              <a:t>　　・日当は福岡県外への出張時に計上致します。</a:t>
            </a:r>
          </a:p>
          <a:p>
            <a:r>
              <a:rPr lang="ja-JP" altLang="en-US" sz="1050" dirty="0"/>
              <a:t>　　・日当は移動だけの日にも計上致します。	</a:t>
            </a:r>
          </a:p>
          <a:p>
            <a:r>
              <a:rPr lang="ja-JP" altLang="en-US" sz="1050" dirty="0"/>
              <a:t>　　・移動時間も作業時間として計上致します。</a:t>
            </a:r>
          </a:p>
          <a:p>
            <a:r>
              <a:rPr lang="ja-JP" altLang="en-US" sz="1050" dirty="0"/>
              <a:t>　　・検収条件：貴社開発責任者の確認をもって検収とさせて頂きます。</a:t>
            </a:r>
          </a:p>
          <a:p>
            <a:r>
              <a:rPr lang="ja-JP" altLang="en-US" sz="1050" dirty="0"/>
              <a:t>　　・要員別の工数配分は変わる場合が有ります。</a:t>
            </a:r>
          </a:p>
          <a:p>
            <a:r>
              <a:rPr lang="ja-JP" altLang="en-US" sz="1050" dirty="0"/>
              <a:t>５．作業期間		</a:t>
            </a:r>
          </a:p>
          <a:p>
            <a:r>
              <a:rPr lang="ja-JP" altLang="en-US" sz="1050" dirty="0"/>
              <a:t>　　・作業期間は別紙記載のスケジュールの通りといたします。これを超える場合は本プロダクトの完成／未完成</a:t>
            </a:r>
            <a:endParaRPr lang="en-US" altLang="ja-JP" sz="1050" dirty="0"/>
          </a:p>
          <a:p>
            <a:r>
              <a:rPr lang="ja-JP" altLang="en-US" sz="1050" dirty="0"/>
              <a:t>　　　にかかわらず別途費用追加とさせて頂きます。</a:t>
            </a:r>
            <a:endParaRPr lang="en-US" altLang="ja-JP" sz="1050" dirty="0"/>
          </a:p>
          <a:p>
            <a:r>
              <a:rPr lang="ja-JP" altLang="en-US" sz="1050" dirty="0"/>
              <a:t>６．作業場所</a:t>
            </a:r>
          </a:p>
          <a:p>
            <a:r>
              <a:rPr lang="ja-JP" altLang="en-US" sz="1050" dirty="0"/>
              <a:t>　・作業場所は、弊社、および、お客様拠点を想定した見積もりとなっております。</a:t>
            </a:r>
            <a:endParaRPr lang="en-US" altLang="ja-JP" sz="1050" dirty="0"/>
          </a:p>
          <a:p>
            <a:r>
              <a:rPr lang="ja-JP" altLang="en-US" sz="1050" dirty="0"/>
              <a:t>　　なお、作業の際には、必要に応じて弊社担当者に対してシステム環境や通信機器、消耗品などの便宜を図って頂けるものとします。		</a:t>
            </a:r>
          </a:p>
          <a:p>
            <a:r>
              <a:rPr lang="ja-JP" altLang="en-US" sz="1050" dirty="0"/>
              <a:t>		</a:t>
            </a:r>
          </a:p>
        </p:txBody>
      </p:sp>
    </p:spTree>
    <p:extLst>
      <p:ext uri="{BB962C8B-B14F-4D97-AF65-F5344CB8AC3E}">
        <p14:creationId xmlns:p14="http://schemas.microsoft.com/office/powerpoint/2010/main" val="362095402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094B99-68C4-21DA-D5D1-0E0F48DD8948}"/>
            </a:ext>
          </a:extLst>
        </p:cNvPr>
        <p:cNvGrpSpPr/>
        <p:nvPr/>
      </p:nvGrpSpPr>
      <p:grpSpPr>
        <a:xfrm>
          <a:off x="0" y="0"/>
          <a:ext cx="0" cy="0"/>
          <a:chOff x="0" y="0"/>
          <a:chExt cx="0" cy="0"/>
        </a:xfrm>
      </p:grpSpPr>
      <p:sp>
        <p:nvSpPr>
          <p:cNvPr id="5" name="タイトル 4">
            <a:extLst>
              <a:ext uri="{FF2B5EF4-FFF2-40B4-BE49-F238E27FC236}">
                <a16:creationId xmlns:a16="http://schemas.microsoft.com/office/drawing/2014/main" id="{F075AF35-BE2E-A29F-4F24-D98C006E93F0}"/>
              </a:ext>
            </a:extLst>
          </p:cNvPr>
          <p:cNvSpPr>
            <a:spLocks noGrp="1"/>
          </p:cNvSpPr>
          <p:nvPr>
            <p:ph type="title"/>
          </p:nvPr>
        </p:nvSpPr>
        <p:spPr>
          <a:xfrm>
            <a:off x="630631" y="230188"/>
            <a:ext cx="11266729" cy="604519"/>
          </a:xfrm>
        </p:spPr>
        <p:txBody>
          <a:bodyPr/>
          <a:lstStyle/>
          <a:p>
            <a:r>
              <a:rPr lang="ja-JP" altLang="en-US" sz="3600" dirty="0"/>
              <a:t>見積前提条件</a:t>
            </a:r>
          </a:p>
        </p:txBody>
      </p:sp>
      <p:sp>
        <p:nvSpPr>
          <p:cNvPr id="4" name="スライド番号プレースホルダー 1">
            <a:extLst>
              <a:ext uri="{FF2B5EF4-FFF2-40B4-BE49-F238E27FC236}">
                <a16:creationId xmlns:a16="http://schemas.microsoft.com/office/drawing/2014/main" id="{5A051199-0E6D-D915-3EFD-2BEFE71ED882}"/>
              </a:ext>
            </a:extLst>
          </p:cNvPr>
          <p:cNvSpPr txBox="1">
            <a:spLocks/>
          </p:cNvSpPr>
          <p:nvPr/>
        </p:nvSpPr>
        <p:spPr bwMode="ltGray">
          <a:xfrm>
            <a:off x="10855405" y="6532510"/>
            <a:ext cx="998971" cy="241300"/>
          </a:xfrm>
          <a:prstGeom prst="rect">
            <a:avLst/>
          </a:prstGeom>
          <a:noFill/>
          <a:ln>
            <a:noFill/>
          </a:ln>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defPPr>
              <a:defRPr lang="ja-JP"/>
            </a:defPPr>
            <a:lvl1pPr marL="0" algn="r" defTabSz="914400" rtl="0" eaLnBrk="1" latinLnBrk="0" hangingPunct="1">
              <a:defRPr kumimoji="1" sz="1800" b="1" i="0" kern="1200">
                <a:solidFill>
                  <a:schemeClr val="bg1"/>
                </a:solidFill>
                <a:latin typeface="Arial" pitchFamily="34" charset="0"/>
                <a:ea typeface="ＭＳ Ｐゴシック" pitchFamily="50" charset="-128"/>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E025C43D-97FC-4CE9-9332-5BE2A99BA935}" type="slidenum">
              <a:rPr lang="en-US" altLang="ja-JP" sz="1400" smtClean="0">
                <a:solidFill>
                  <a:schemeClr val="tx1"/>
                </a:solidFill>
                <a:latin typeface="+mn-ea"/>
                <a:ea typeface="+mn-ea"/>
                <a:cs typeface="メイリオ" pitchFamily="50" charset="-128"/>
              </a:rPr>
              <a:pPr/>
              <a:t>58</a:t>
            </a:fld>
            <a:endParaRPr lang="en-US" altLang="ja-JP" sz="1400">
              <a:solidFill>
                <a:schemeClr val="tx1"/>
              </a:solidFill>
              <a:latin typeface="+mn-ea"/>
              <a:ea typeface="+mn-ea"/>
              <a:cs typeface="メイリオ" pitchFamily="50" charset="-128"/>
            </a:endParaRPr>
          </a:p>
        </p:txBody>
      </p:sp>
      <p:sp>
        <p:nvSpPr>
          <p:cNvPr id="7" name="テキスト ボックス 6">
            <a:extLst>
              <a:ext uri="{FF2B5EF4-FFF2-40B4-BE49-F238E27FC236}">
                <a16:creationId xmlns:a16="http://schemas.microsoft.com/office/drawing/2014/main" id="{5F9A6150-EEAB-C061-83F3-0767C19F3241}"/>
              </a:ext>
            </a:extLst>
          </p:cNvPr>
          <p:cNvSpPr txBox="1"/>
          <p:nvPr/>
        </p:nvSpPr>
        <p:spPr>
          <a:xfrm>
            <a:off x="889000" y="854125"/>
            <a:ext cx="11008360" cy="5424562"/>
          </a:xfrm>
          <a:prstGeom prst="rect">
            <a:avLst/>
          </a:prstGeom>
          <a:noFill/>
        </p:spPr>
        <p:txBody>
          <a:bodyPr wrap="square">
            <a:spAutoFit/>
          </a:bodyPr>
          <a:lstStyle/>
          <a:p>
            <a:r>
              <a:rPr lang="ja-JP" altLang="en-US" sz="1050" dirty="0"/>
              <a:t>７．納品物		</a:t>
            </a:r>
          </a:p>
          <a:p>
            <a:r>
              <a:rPr lang="ja-JP" altLang="en-US" sz="1050" dirty="0"/>
              <a:t>　(1)　作業報告書　※１　報告書様式は弊社様式を前提とします。</a:t>
            </a:r>
          </a:p>
          <a:p>
            <a:r>
              <a:rPr lang="ja-JP" altLang="en-US" sz="1050" dirty="0"/>
              <a:t>８．プロジェクト体制</a:t>
            </a:r>
          </a:p>
          <a:p>
            <a:r>
              <a:rPr lang="ja-JP" altLang="en-US" sz="1050" dirty="0"/>
              <a:t>　・体制は別紙記載のプロジェクト体制の通りといたします。</a:t>
            </a:r>
          </a:p>
          <a:p>
            <a:r>
              <a:rPr lang="ja-JP" altLang="en-US" sz="1050" dirty="0"/>
              <a:t>９．データ移行	</a:t>
            </a:r>
          </a:p>
          <a:p>
            <a:r>
              <a:rPr lang="ja-JP" altLang="en-US" sz="1050" dirty="0"/>
              <a:t>　(1)　データ移行作業は見積り対象外としております。</a:t>
            </a:r>
          </a:p>
          <a:p>
            <a:r>
              <a:rPr lang="ja-JP" altLang="en-US" sz="1050" dirty="0"/>
              <a:t>　(2)　貴社にて運用テスト、本番稼動で必要になるデータ移行を実施して頂けるものとします。</a:t>
            </a:r>
          </a:p>
          <a:p>
            <a:r>
              <a:rPr lang="ja-JP" altLang="en-US" sz="1050" dirty="0"/>
              <a:t>　(3)　データ移行作業（例）</a:t>
            </a:r>
          </a:p>
          <a:p>
            <a:r>
              <a:rPr lang="ja-JP" altLang="en-US" sz="1050" dirty="0"/>
              <a:t>        ・お客様基幹システムからのデータ移行</a:t>
            </a:r>
          </a:p>
          <a:p>
            <a:r>
              <a:rPr lang="ja-JP" altLang="en-US" sz="1050" dirty="0"/>
              <a:t>        ・開発環境から検証環境および本番環境へのデータ移行</a:t>
            </a:r>
          </a:p>
          <a:p>
            <a:r>
              <a:rPr lang="ja-JP" altLang="en-US" sz="1050" dirty="0"/>
              <a:t>       ・Asprova用マスタデータのAsprovaへの登録</a:t>
            </a:r>
          </a:p>
          <a:p>
            <a:r>
              <a:rPr lang="ja-JP" altLang="en-US" sz="1050" dirty="0"/>
              <a:t>        ・運用テスト、本番稼動時における実績状況等トランザクションデータのAsprovaへの反映</a:t>
            </a:r>
          </a:p>
          <a:p>
            <a:r>
              <a:rPr lang="ja-JP" altLang="en-US" sz="1050" dirty="0"/>
              <a:t>１０．役割分担</a:t>
            </a:r>
          </a:p>
          <a:p>
            <a:r>
              <a:rPr lang="ja-JP" altLang="en-US" sz="1050" dirty="0"/>
              <a:t>　　・「別紙：役割分担」の通りと致します。</a:t>
            </a:r>
          </a:p>
          <a:p>
            <a:r>
              <a:rPr lang="ja-JP" altLang="en-US" sz="1050" dirty="0"/>
              <a:t>１１．付帯条件</a:t>
            </a:r>
          </a:p>
          <a:p>
            <a:r>
              <a:rPr lang="ja-JP" altLang="en-US" sz="1050" dirty="0"/>
              <a:t>　(1)　本契約に関し保証事項はございません。</a:t>
            </a:r>
          </a:p>
          <a:p>
            <a:r>
              <a:rPr lang="ja-JP" altLang="en-US" sz="1050" dirty="0"/>
              <a:t>　(2)　要件定義完了後に本見積の内容と乖離が生じた場合は、再見積とさせて頂きます。</a:t>
            </a:r>
          </a:p>
          <a:p>
            <a:r>
              <a:rPr lang="ja-JP" altLang="en-US" sz="1050" dirty="0"/>
              <a:t>　(3)　弊社の責に拠らない事由で、仕様変更、工程遅延、作業延長、手待ち発生などが生じた場合は、</a:t>
            </a:r>
            <a:endParaRPr lang="en-US" altLang="ja-JP" sz="1050" dirty="0"/>
          </a:p>
          <a:p>
            <a:r>
              <a:rPr lang="ja-JP" altLang="en-US" sz="1050" dirty="0"/>
              <a:t>　　　スケジュールの見直しおよびその影響による発生費用負担について、別途協議の上、再見積りをさせて頂きます。</a:t>
            </a:r>
          </a:p>
          <a:p>
            <a:r>
              <a:rPr lang="ja-JP" altLang="en-US" sz="1050" dirty="0"/>
              <a:t>　(4)　本作業において、全部または一部の作業を弊社の責任において第三者に委託できるものとします。</a:t>
            </a:r>
          </a:p>
          <a:p>
            <a:r>
              <a:rPr lang="ja-JP" altLang="en-US" sz="1050" dirty="0"/>
              <a:t>　(5)　本書作業範囲の各項目について疑義の生じた場合は、その都度疑義事項について貴社および弊社にて</a:t>
            </a:r>
            <a:endParaRPr lang="en-US" altLang="ja-JP" sz="1050" dirty="0"/>
          </a:p>
          <a:p>
            <a:r>
              <a:rPr lang="ja-JP" altLang="en-US" sz="1050" dirty="0"/>
              <a:t>　　　誠意をもって協議し円満に解決するものとします。</a:t>
            </a:r>
          </a:p>
          <a:p>
            <a:r>
              <a:rPr lang="ja-JP" altLang="en-US" sz="1050" dirty="0"/>
              <a:t>　　    また、以下に示すような事態が生じた場合、貴社・弊社協議の上、再見積りをさせて頂くこととします。</a:t>
            </a:r>
          </a:p>
          <a:p>
            <a:r>
              <a:rPr lang="ja-JP" altLang="en-US" sz="1050" dirty="0"/>
              <a:t>　 　　  1).　本書の記載内容に変更、追加を生じた場合</a:t>
            </a:r>
          </a:p>
          <a:p>
            <a:r>
              <a:rPr lang="ja-JP" altLang="en-US" sz="1050" dirty="0"/>
              <a:t>　 　　  2).　弊社の責任に該当しない原因・理由で作業が著しく阻害された、または遅延した場合</a:t>
            </a:r>
          </a:p>
          <a:p>
            <a:r>
              <a:rPr lang="ja-JP" altLang="en-US" sz="1050" dirty="0"/>
              <a:t>　 　　  3).　貴社のご都合により、諸条件（前提、仕様、工程等）の変更が発生、または発生が予想される場合</a:t>
            </a:r>
          </a:p>
          <a:p>
            <a:r>
              <a:rPr lang="ja-JP" altLang="en-US" sz="1050" dirty="0"/>
              <a:t>　 　　  4).　貴社のご都合により、契約範囲外である業務・工事が発生、または発生が予想される場合</a:t>
            </a:r>
          </a:p>
          <a:p>
            <a:r>
              <a:rPr lang="ja-JP" altLang="en-US" sz="1050" dirty="0"/>
              <a:t>　(6) 知的財産権の権利留保条件</a:t>
            </a:r>
          </a:p>
          <a:p>
            <a:r>
              <a:rPr lang="ja-JP" altLang="en-US" sz="1050" dirty="0"/>
              <a:t>　　弊社が作成する成果物に関する著作権その他の知的財産権は、開発元に帰属します。</a:t>
            </a:r>
          </a:p>
          <a:p>
            <a:r>
              <a:rPr lang="ja-JP" altLang="en-US" sz="1050" dirty="0"/>
              <a:t>１２．損害賠償について</a:t>
            </a:r>
          </a:p>
          <a:p>
            <a:r>
              <a:rPr lang="ja-JP" altLang="en-US" sz="1050" dirty="0"/>
              <a:t>　弊社側の責務により、貴社の業務に影響を及ぼし、その結果、品質不良や機会損失、出荷ミスなどが発生することによる</a:t>
            </a:r>
          </a:p>
          <a:p>
            <a:r>
              <a:rPr lang="ja-JP" altLang="en-US" sz="1050" dirty="0"/>
              <a:t>　金銭的な損害を貴社が被った際に、弊社へのお支払いシステム導入金額を上限として、損害賠償について協議させて</a:t>
            </a:r>
            <a:endParaRPr lang="en-US" altLang="ja-JP" sz="1050" dirty="0"/>
          </a:p>
          <a:p>
            <a:r>
              <a:rPr lang="ja-JP" altLang="en-US" sz="1050" dirty="0"/>
              <a:t>　いただきます。</a:t>
            </a:r>
          </a:p>
        </p:txBody>
      </p:sp>
      <p:pic>
        <p:nvPicPr>
          <p:cNvPr id="2" name="図 1">
            <a:extLst>
              <a:ext uri="{FF2B5EF4-FFF2-40B4-BE49-F238E27FC236}">
                <a16:creationId xmlns:a16="http://schemas.microsoft.com/office/drawing/2014/main" id="{A6D6905C-5ECE-2663-F14F-D0BCE65F78AD}"/>
              </a:ext>
            </a:extLst>
          </p:cNvPr>
          <p:cNvPicPr>
            <a:picLocks noChangeAspect="1"/>
          </p:cNvPicPr>
          <p:nvPr/>
        </p:nvPicPr>
        <p:blipFill>
          <a:blip r:embed="rId3"/>
          <a:stretch>
            <a:fillRect/>
          </a:stretch>
        </p:blipFill>
        <p:spPr>
          <a:xfrm>
            <a:off x="8533442" y="986930"/>
            <a:ext cx="3320934" cy="5083177"/>
          </a:xfrm>
          <a:prstGeom prst="rect">
            <a:avLst/>
          </a:prstGeom>
        </p:spPr>
      </p:pic>
      <p:sp>
        <p:nvSpPr>
          <p:cNvPr id="3" name="テキスト ボックス 2">
            <a:extLst>
              <a:ext uri="{FF2B5EF4-FFF2-40B4-BE49-F238E27FC236}">
                <a16:creationId xmlns:a16="http://schemas.microsoft.com/office/drawing/2014/main" id="{E5E31A5A-46A4-F739-F67E-EDBE7F5F516C}"/>
              </a:ext>
            </a:extLst>
          </p:cNvPr>
          <p:cNvSpPr txBox="1"/>
          <p:nvPr/>
        </p:nvSpPr>
        <p:spPr>
          <a:xfrm>
            <a:off x="8533442" y="617598"/>
            <a:ext cx="3115869" cy="369332"/>
          </a:xfrm>
          <a:prstGeom prst="rect">
            <a:avLst/>
          </a:prstGeom>
          <a:noFill/>
        </p:spPr>
        <p:txBody>
          <a:bodyPr wrap="square">
            <a:spAutoFit/>
          </a:bodyPr>
          <a:lstStyle/>
          <a:p>
            <a:r>
              <a:rPr lang="ja-JP" altLang="en-US" dirty="0"/>
              <a:t>難易度加算工数（参考）</a:t>
            </a:r>
          </a:p>
        </p:txBody>
      </p:sp>
    </p:spTree>
    <p:extLst>
      <p:ext uri="{BB962C8B-B14F-4D97-AF65-F5344CB8AC3E}">
        <p14:creationId xmlns:p14="http://schemas.microsoft.com/office/powerpoint/2010/main" val="94879836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スライド番号プレースホルダー 7"/>
          <p:cNvSpPr>
            <a:spLocks noGrp="1"/>
          </p:cNvSpPr>
          <p:nvPr>
            <p:ph type="sldNum" sz="quarter" idx="7"/>
          </p:nvPr>
        </p:nvSpPr>
        <p:spPr/>
        <p:txBody>
          <a:bodyPr/>
          <a:lstStyle/>
          <a:p>
            <a:fld id="{24EC30C6-7A88-42D0-96FD-99B4ECB33331}" type="slidenum">
              <a:rPr lang="ja-JP" altLang="en-US" smtClean="0"/>
              <a:pPr/>
              <a:t>59</a:t>
            </a:fld>
            <a:endParaRPr lang="ja-JP" altLang="en-US" dirty="0"/>
          </a:p>
        </p:txBody>
      </p:sp>
      <p:sp>
        <p:nvSpPr>
          <p:cNvPr id="6" name="Text Box 9">
            <a:extLst>
              <a:ext uri="{FF2B5EF4-FFF2-40B4-BE49-F238E27FC236}">
                <a16:creationId xmlns:a16="http://schemas.microsoft.com/office/drawing/2014/main" id="{CB4AAF9E-2C83-446E-A9BD-657C23F7F366}"/>
              </a:ext>
            </a:extLst>
          </p:cNvPr>
          <p:cNvSpPr txBox="1">
            <a:spLocks noChangeArrowheads="1"/>
          </p:cNvSpPr>
          <p:nvPr/>
        </p:nvSpPr>
        <p:spPr bwMode="auto">
          <a:xfrm>
            <a:off x="1883532" y="1191810"/>
            <a:ext cx="8424936" cy="3862596"/>
          </a:xfrm>
          <a:prstGeom prst="rect">
            <a:avLst/>
          </a:prstGeom>
          <a:noFill/>
          <a:ln w="6350">
            <a:noFill/>
            <a:miter lim="800000"/>
            <a:headEnd/>
            <a:tailEnd/>
          </a:ln>
        </p:spPr>
        <p:txBody>
          <a:bodyPr wrap="square">
            <a:spAutoFit/>
          </a:bodyPr>
          <a:lstStyle/>
          <a:p>
            <a:pPr>
              <a:spcBef>
                <a:spcPts val="600"/>
              </a:spcBef>
              <a:buClr>
                <a:schemeClr val="hlink"/>
              </a:buClr>
              <a:buSzPct val="110000"/>
            </a:pPr>
            <a:r>
              <a:rPr lang="ja-JP" altLang="en-US" sz="2000" dirty="0">
                <a:latin typeface="+mn-ea"/>
              </a:rPr>
              <a:t>企業名　　：</a:t>
            </a:r>
            <a:r>
              <a:rPr lang="en-US" altLang="ja-JP" sz="2000" dirty="0">
                <a:latin typeface="+mn-ea"/>
              </a:rPr>
              <a:t>NSW</a:t>
            </a:r>
            <a:r>
              <a:rPr lang="ja-JP" altLang="en-US" sz="2000" dirty="0">
                <a:latin typeface="+mn-ea"/>
              </a:rPr>
              <a:t>株式会社</a:t>
            </a:r>
            <a:endParaRPr lang="en-US" altLang="ja-JP" sz="2000" dirty="0">
              <a:latin typeface="+mn-ea"/>
            </a:endParaRPr>
          </a:p>
          <a:p>
            <a:pPr>
              <a:spcBef>
                <a:spcPts val="600"/>
              </a:spcBef>
              <a:buClr>
                <a:schemeClr val="hlink"/>
              </a:buClr>
              <a:buSzPct val="110000"/>
            </a:pPr>
            <a:r>
              <a:rPr lang="ja-JP" altLang="en-US" sz="2000" dirty="0">
                <a:latin typeface="+mn-ea"/>
              </a:rPr>
              <a:t>代表者名　：代表取締役　執行役員</a:t>
            </a:r>
            <a:r>
              <a:rPr lang="zh-TW" altLang="en-US" sz="2000" dirty="0">
                <a:latin typeface="+mn-ea"/>
              </a:rPr>
              <a:t>社長</a:t>
            </a:r>
            <a:r>
              <a:rPr lang="ja-JP" altLang="en-US" sz="2000" dirty="0">
                <a:latin typeface="+mn-ea"/>
              </a:rPr>
              <a:t>　</a:t>
            </a:r>
            <a:r>
              <a:rPr lang="zh-TW" altLang="en-US" sz="2000" dirty="0">
                <a:latin typeface="+mn-ea"/>
              </a:rPr>
              <a:t>　</a:t>
            </a:r>
            <a:r>
              <a:rPr lang="ja-JP" altLang="en-US" sz="2000" dirty="0">
                <a:latin typeface="+mn-ea"/>
              </a:rPr>
              <a:t>多田　尚二</a:t>
            </a:r>
            <a:endParaRPr lang="en-US" altLang="ja-JP" sz="2000" dirty="0">
              <a:latin typeface="+mn-ea"/>
            </a:endParaRPr>
          </a:p>
          <a:p>
            <a:pPr>
              <a:spcBef>
                <a:spcPts val="600"/>
              </a:spcBef>
              <a:buClr>
                <a:schemeClr val="hlink"/>
              </a:buClr>
              <a:buSzPct val="110000"/>
            </a:pPr>
            <a:r>
              <a:rPr lang="ja-JP" altLang="en-US" sz="2000" dirty="0">
                <a:latin typeface="+mn-ea"/>
              </a:rPr>
              <a:t>本社所在地：〒</a:t>
            </a:r>
            <a:r>
              <a:rPr lang="en-US" altLang="ja-JP" sz="2000" dirty="0">
                <a:latin typeface="+mn-ea"/>
              </a:rPr>
              <a:t>1508577</a:t>
            </a:r>
            <a:r>
              <a:rPr lang="ja-JP" altLang="en-US" sz="2000" dirty="0">
                <a:latin typeface="+mn-ea"/>
              </a:rPr>
              <a:t>　東京都渋谷区桜丘町</a:t>
            </a:r>
            <a:r>
              <a:rPr lang="en-US" altLang="ja-JP" sz="2000" dirty="0">
                <a:latin typeface="+mn-ea"/>
              </a:rPr>
              <a:t>3111</a:t>
            </a:r>
          </a:p>
          <a:p>
            <a:pPr>
              <a:spcBef>
                <a:spcPts val="600"/>
              </a:spcBef>
              <a:buClr>
                <a:schemeClr val="hlink"/>
              </a:buClr>
              <a:buSzPct val="110000"/>
            </a:pPr>
            <a:r>
              <a:rPr lang="ja-JP" altLang="en-US" sz="2000" dirty="0">
                <a:latin typeface="+mn-ea"/>
              </a:rPr>
              <a:t>本社ＴＥＬ：</a:t>
            </a:r>
            <a:r>
              <a:rPr lang="en-US" sz="2000" dirty="0">
                <a:latin typeface="+mn-ea"/>
              </a:rPr>
              <a:t>03-3770-1111(</a:t>
            </a:r>
            <a:r>
              <a:rPr lang="ja-JP" altLang="en-US" sz="2000" dirty="0">
                <a:latin typeface="+mn-ea"/>
              </a:rPr>
              <a:t>代</a:t>
            </a:r>
            <a:r>
              <a:rPr lang="en-US" altLang="ja-JP" sz="2000" dirty="0">
                <a:latin typeface="+mn-ea"/>
              </a:rPr>
              <a:t>)</a:t>
            </a:r>
          </a:p>
          <a:p>
            <a:pPr>
              <a:spcBef>
                <a:spcPts val="600"/>
              </a:spcBef>
              <a:buClr>
                <a:schemeClr val="hlink"/>
              </a:buClr>
              <a:buSzPct val="110000"/>
            </a:pPr>
            <a:r>
              <a:rPr lang="ja-JP" altLang="en-US" sz="2000" dirty="0">
                <a:latin typeface="+mn-ea"/>
              </a:rPr>
              <a:t>ＵＲＬ　　：</a:t>
            </a:r>
            <a:r>
              <a:rPr lang="en-US" altLang="ja-JP" sz="2000" dirty="0">
                <a:latin typeface="+mn-ea"/>
              </a:rPr>
              <a:t>https://www.nsw.co.jp/</a:t>
            </a:r>
          </a:p>
          <a:p>
            <a:pPr>
              <a:spcBef>
                <a:spcPts val="600"/>
              </a:spcBef>
              <a:buClr>
                <a:schemeClr val="hlink"/>
              </a:buClr>
              <a:buSzPct val="110000"/>
            </a:pPr>
            <a:r>
              <a:rPr lang="ja-JP" altLang="en-US" sz="2000" dirty="0">
                <a:latin typeface="+mn-ea"/>
              </a:rPr>
              <a:t>組織　　　：サービスソリューション事業本部</a:t>
            </a:r>
            <a:endParaRPr lang="en-US" altLang="ja-JP" sz="2000" dirty="0">
              <a:latin typeface="+mn-ea"/>
            </a:endParaRPr>
          </a:p>
          <a:p>
            <a:pPr>
              <a:spcBef>
                <a:spcPts val="600"/>
              </a:spcBef>
            </a:pPr>
            <a:r>
              <a:rPr lang="ja-JP" altLang="en-US" sz="2000" dirty="0">
                <a:latin typeface="+mn-ea"/>
              </a:rPr>
              <a:t>営業窓口　：営業統括部 第一営業部</a:t>
            </a:r>
            <a:endParaRPr lang="en-US" altLang="ja-JP" sz="2000" dirty="0">
              <a:latin typeface="+mn-ea"/>
            </a:endParaRPr>
          </a:p>
          <a:p>
            <a:pPr>
              <a:spcBef>
                <a:spcPts val="600"/>
              </a:spcBef>
            </a:pPr>
            <a:r>
              <a:rPr lang="ja-JP" altLang="en-US" sz="2000" dirty="0">
                <a:latin typeface="+mn-ea"/>
              </a:rPr>
              <a:t>　　　　　　（担当：福田　健）</a:t>
            </a:r>
            <a:endParaRPr lang="en-US" altLang="ja-JP" sz="2000" dirty="0">
              <a:latin typeface="+mn-ea"/>
            </a:endParaRPr>
          </a:p>
          <a:p>
            <a:pPr>
              <a:spcBef>
                <a:spcPts val="600"/>
              </a:spcBef>
              <a:buClr>
                <a:schemeClr val="hlink"/>
              </a:buClr>
              <a:buSzPct val="110000"/>
            </a:pPr>
            <a:r>
              <a:rPr lang="ja-JP" altLang="en-US" sz="2000" dirty="0">
                <a:latin typeface="+mn-ea"/>
              </a:rPr>
              <a:t>ＴＥＬ　　：</a:t>
            </a:r>
            <a:r>
              <a:rPr lang="en-US" altLang="ja-JP" sz="2000" dirty="0">
                <a:latin typeface="+mn-ea"/>
              </a:rPr>
              <a:t>092-452-0015</a:t>
            </a:r>
            <a:endParaRPr lang="en-US" sz="2000" dirty="0">
              <a:latin typeface="+mn-ea"/>
            </a:endParaRPr>
          </a:p>
          <a:p>
            <a:pPr>
              <a:spcBef>
                <a:spcPts val="600"/>
              </a:spcBef>
              <a:buClr>
                <a:schemeClr val="hlink"/>
              </a:buClr>
              <a:buSzPct val="110000"/>
            </a:pPr>
            <a:r>
              <a:rPr lang="en-US" altLang="ja-JP" sz="2000" dirty="0">
                <a:latin typeface="+mn-ea"/>
              </a:rPr>
              <a:t>e</a:t>
            </a:r>
            <a:r>
              <a:rPr lang="ja-JP" altLang="en-US" sz="2000" dirty="0">
                <a:latin typeface="+mn-ea"/>
              </a:rPr>
              <a:t>ｍａｉｌ ：</a:t>
            </a:r>
            <a:r>
              <a:rPr lang="en-US" altLang="ja-JP" sz="2000" dirty="0">
                <a:latin typeface="+mn-ea"/>
              </a:rPr>
              <a:t>takeshi.fukuda</a:t>
            </a:r>
            <a:r>
              <a:rPr lang="en-US" altLang="ja-JP" sz="2000" dirty="0">
                <a:latin typeface="+mn-ea"/>
                <a:cs typeface="メイリオ" panose="020B0604030504040204" pitchFamily="50" charset="-128"/>
              </a:rPr>
              <a:t>@nsw.co.jp</a:t>
            </a:r>
            <a:endParaRPr lang="en-US" altLang="ja-JP" sz="2000" dirty="0">
              <a:latin typeface="+mn-ea"/>
            </a:endParaRPr>
          </a:p>
        </p:txBody>
      </p:sp>
      <p:pic>
        <p:nvPicPr>
          <p:cNvPr id="11" name="図 10" descr="ロゴ&#10;&#10;自動的に生成された説明">
            <a:extLst>
              <a:ext uri="{FF2B5EF4-FFF2-40B4-BE49-F238E27FC236}">
                <a16:creationId xmlns:a16="http://schemas.microsoft.com/office/drawing/2014/main" id="{AE4503CD-503D-9149-3002-C0920D1524A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335237" y="5445224"/>
            <a:ext cx="1521526" cy="504018"/>
          </a:xfrm>
          <a:prstGeom prst="rect">
            <a:avLst/>
          </a:prstGeom>
        </p:spPr>
      </p:pic>
      <p:sp>
        <p:nvSpPr>
          <p:cNvPr id="3" name="タイトル 1">
            <a:extLst>
              <a:ext uri="{FF2B5EF4-FFF2-40B4-BE49-F238E27FC236}">
                <a16:creationId xmlns:a16="http://schemas.microsoft.com/office/drawing/2014/main" id="{BDE4B82B-A75F-84EB-5EF0-0317B46E1137}"/>
              </a:ext>
            </a:extLst>
          </p:cNvPr>
          <p:cNvSpPr>
            <a:spLocks noGrp="1"/>
          </p:cNvSpPr>
          <p:nvPr>
            <p:ph type="title"/>
          </p:nvPr>
        </p:nvSpPr>
        <p:spPr>
          <a:xfrm>
            <a:off x="1019175" y="234190"/>
            <a:ext cx="10153650" cy="604519"/>
          </a:xfrm>
        </p:spPr>
        <p:txBody>
          <a:bodyPr/>
          <a:lstStyle/>
          <a:p>
            <a:r>
              <a:rPr kumimoji="1" lang="ja-JP" altLang="en-US" sz="2400" dirty="0">
                <a:solidFill>
                  <a:schemeClr val="tx1"/>
                </a:solidFill>
              </a:rPr>
              <a:t>お問い合わせ</a:t>
            </a:r>
          </a:p>
        </p:txBody>
      </p:sp>
    </p:spTree>
    <p:extLst>
      <p:ext uri="{BB962C8B-B14F-4D97-AF65-F5344CB8AC3E}">
        <p14:creationId xmlns:p14="http://schemas.microsoft.com/office/powerpoint/2010/main" val="410387151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スライド番号プレースホルダー 2">
            <a:extLst>
              <a:ext uri="{FF2B5EF4-FFF2-40B4-BE49-F238E27FC236}">
                <a16:creationId xmlns:a16="http://schemas.microsoft.com/office/drawing/2014/main" id="{6BAA2907-2BDD-239B-D00C-613FE9284B9E}"/>
              </a:ext>
            </a:extLst>
          </p:cNvPr>
          <p:cNvSpPr>
            <a:spLocks noGrp="1"/>
          </p:cNvSpPr>
          <p:nvPr>
            <p:ph type="sldNum" sz="quarter" idx="7"/>
          </p:nvPr>
        </p:nvSpPr>
        <p:spPr/>
        <p:txBody>
          <a:bodyPr/>
          <a:lstStyle/>
          <a:p>
            <a:fld id="{B6F15528-21DE-4FAA-801E-634DDDAF4B2B}" type="slidenum">
              <a:rPr lang="en-US" altLang="ja-JP" smtClean="0"/>
              <a:pPr/>
              <a:t>60</a:t>
            </a:fld>
            <a:endParaRPr lang="en-US" altLang="ja-JP"/>
          </a:p>
        </p:txBody>
      </p:sp>
    </p:spTree>
    <p:extLst>
      <p:ext uri="{BB962C8B-B14F-4D97-AF65-F5344CB8AC3E}">
        <p14:creationId xmlns:p14="http://schemas.microsoft.com/office/powerpoint/2010/main" val="3346500972"/>
      </p:ext>
    </p:extLst>
  </p:cSld>
  <p:clrMapOvr>
    <a:masterClrMapping/>
  </p:clrMapOvr>
</p:sld>
</file>

<file path=ppt/theme/theme1.xml><?xml version="1.0" encoding="utf-8"?>
<a:theme xmlns:a="http://schemas.openxmlformats.org/drawingml/2006/main" name="Office Theme">
  <a:themeElements>
    <a:clrScheme name="ユーザー定義 1">
      <a:dk1>
        <a:srgbClr val="000000"/>
      </a:dk1>
      <a:lt1>
        <a:srgbClr val="FFFFFF"/>
      </a:lt1>
      <a:dk2>
        <a:srgbClr val="014097"/>
      </a:dk2>
      <a:lt2>
        <a:srgbClr val="3278E8"/>
      </a:lt2>
      <a:accent1>
        <a:srgbClr val="3278E8"/>
      </a:accent1>
      <a:accent2>
        <a:srgbClr val="014097"/>
      </a:accent2>
      <a:accent3>
        <a:srgbClr val="07AEE9"/>
      </a:accent3>
      <a:accent4>
        <a:srgbClr val="81ACF1"/>
      </a:accent4>
      <a:accent5>
        <a:srgbClr val="3278E8"/>
      </a:accent5>
      <a:accent6>
        <a:srgbClr val="E1690D"/>
      </a:accent6>
      <a:hlink>
        <a:srgbClr val="3278E8"/>
      </a:hlink>
      <a:folHlink>
        <a:srgbClr val="81ACF1"/>
      </a:folHlink>
    </a:clrScheme>
    <a:fontScheme name="NSW">
      <a:majorFont>
        <a:latin typeface="游ゴシック"/>
        <a:ea typeface="游ゴシック"/>
        <a:cs typeface=""/>
      </a:majorFont>
      <a:minorFont>
        <a:latin typeface="游ゴシック"/>
        <a:ea typeface="游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EBEAD06423E93C4D92A1D5665D2044DB" ma:contentTypeVersion="20" ma:contentTypeDescription="新しいドキュメントを作成します。" ma:contentTypeScope="" ma:versionID="51d9bcb6ad8337e185d740fa0667c686">
  <xsd:schema xmlns:xsd="http://www.w3.org/2001/XMLSchema" xmlns:xs="http://www.w3.org/2001/XMLSchema" xmlns:p="http://schemas.microsoft.com/office/2006/metadata/properties" xmlns:ns2="7a42d840-5f1d-4363-b06e-9b160d19d3c2" xmlns:ns3="297cb1bd-d810-4084-8294-5253c373d14b" targetNamespace="http://schemas.microsoft.com/office/2006/metadata/properties" ma:root="true" ma:fieldsID="879064448887965e62e4242143b81e17" ns2:_="" ns3:_="">
    <xsd:import namespace="7a42d840-5f1d-4363-b06e-9b160d19d3c2"/>
    <xsd:import namespace="297cb1bd-d810-4084-8294-5253c373d14b"/>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3:SharedWithUsers" minOccurs="0"/>
                <xsd:element ref="ns3:SharedWithDetails" minOccurs="0"/>
                <xsd:element ref="ns2:MediaServiceAutoKeyPoints" minOccurs="0"/>
                <xsd:element ref="ns2:MediaServiceKeyPoints" minOccurs="0"/>
                <xsd:element ref="ns2:MediaServiceLocation" minOccurs="0"/>
                <xsd:element ref="ns3:TaxCatchAll" minOccurs="0"/>
                <xsd:element ref="ns2:lcf76f155ced4ddcb4097134ff3c332f"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42d840-5f1d-4363-b06e-9b160d19d3c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Length (seconds)" ma:internalName="MediaLengthInSeconds" ma:readOnly="true">
      <xsd:simpleType>
        <xsd:restriction base="dms:Unknown"/>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3" nillable="true" ma:taxonomy="true" ma:internalName="lcf76f155ced4ddcb4097134ff3c332f" ma:taxonomyFieldName="MediaServiceImageTags" ma:displayName="画像タグ" ma:readOnly="false" ma:fieldId="{5cf76f15-5ced-4ddc-b409-7134ff3c332f}" ma:taxonomyMulti="true" ma:sspId="cdff059a-9c11-458b-a3ad-d8b85f671f4d"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97cb1bd-d810-4084-8294-5253c373d14b" elementFormDefault="qualified">
    <xsd:import namespace="http://schemas.microsoft.com/office/2006/documentManagement/types"/>
    <xsd:import namespace="http://schemas.microsoft.com/office/infopath/2007/PartnerControls"/>
    <xsd:element name="SharedWithUsers" ma:index="16"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共有相手の詳細情報" ma:internalName="SharedWithDetails" ma:readOnly="true">
      <xsd:simpleType>
        <xsd:restriction base="dms:Note">
          <xsd:maxLength value="255"/>
        </xsd:restriction>
      </xsd:simpleType>
    </xsd:element>
    <xsd:element name="TaxCatchAll" ma:index="21" nillable="true" ma:displayName="Taxonomy Catch All Column" ma:hidden="true" ma:list="{155141ed-482f-49a2-8569-9c66e4530ee6}" ma:internalName="TaxCatchAll" ma:showField="CatchAllData" ma:web="297cb1bd-d810-4084-8294-5253c373d14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297cb1bd-d810-4084-8294-5253c373d14b" xsi:nil="true"/>
    <lcf76f155ced4ddcb4097134ff3c332f xmlns="7a42d840-5f1d-4363-b06e-9b160d19d3c2">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D5ACDCB-8F75-461D-943D-682E5DD14556}">
  <ds:schemaRefs>
    <ds:schemaRef ds:uri="297cb1bd-d810-4084-8294-5253c373d14b"/>
    <ds:schemaRef ds:uri="7a42d840-5f1d-4363-b06e-9b160d19d3c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E91DB180-E1D6-4F03-A3D3-47A6F6CAEB5C}">
  <ds:schemaRefs>
    <ds:schemaRef ds:uri="http://schemas.microsoft.com/office/2006/documentManagement/types"/>
    <ds:schemaRef ds:uri="http://www.w3.org/XML/1998/namespace"/>
    <ds:schemaRef ds:uri="297cb1bd-d810-4084-8294-5253c373d14b"/>
    <ds:schemaRef ds:uri="http://schemas.microsoft.com/office/2006/metadata/properties"/>
    <ds:schemaRef ds:uri="http://purl.org/dc/dcmitype/"/>
    <ds:schemaRef ds:uri="http://schemas.microsoft.com/office/infopath/2007/PartnerControls"/>
    <ds:schemaRef ds:uri="7a42d840-5f1d-4363-b06e-9b160d19d3c2"/>
    <ds:schemaRef ds:uri="http://schemas.openxmlformats.org/package/2006/metadata/core-properties"/>
    <ds:schemaRef ds:uri="http://purl.org/dc/terms/"/>
    <ds:schemaRef ds:uri="http://purl.org/dc/elements/1.1/"/>
  </ds:schemaRefs>
</ds:datastoreItem>
</file>

<file path=customXml/itemProps3.xml><?xml version="1.0" encoding="utf-8"?>
<ds:datastoreItem xmlns:ds="http://schemas.openxmlformats.org/officeDocument/2006/customXml" ds:itemID="{04BBB599-930C-489D-8F6A-849FD387757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1071</TotalTime>
  <Words>6403</Words>
  <Application>Microsoft Office PowerPoint</Application>
  <PresentationFormat>ワイド画面</PresentationFormat>
  <Paragraphs>1154</Paragraphs>
  <Slides>60</Slides>
  <Notes>28</Notes>
  <HiddenSlides>0</HiddenSlides>
  <MMClips>0</MMClips>
  <ScaleCrop>false</ScaleCrop>
  <HeadingPairs>
    <vt:vector size="6" baseType="variant">
      <vt:variant>
        <vt:lpstr>使用されているフォント</vt:lpstr>
      </vt:variant>
      <vt:variant>
        <vt:i4>11</vt:i4>
      </vt:variant>
      <vt:variant>
        <vt:lpstr>テーマ</vt:lpstr>
      </vt:variant>
      <vt:variant>
        <vt:i4>1</vt:i4>
      </vt:variant>
      <vt:variant>
        <vt:lpstr>スライド タイトル</vt:lpstr>
      </vt:variant>
      <vt:variant>
        <vt:i4>60</vt:i4>
      </vt:variant>
    </vt:vector>
  </HeadingPairs>
  <TitlesOfParts>
    <vt:vector size="72" baseType="lpstr">
      <vt:lpstr>Meiryo UI</vt:lpstr>
      <vt:lpstr>Yu Gothic UI</vt:lpstr>
      <vt:lpstr>Meiryo</vt:lpstr>
      <vt:lpstr>Meiryo</vt:lpstr>
      <vt:lpstr>游ゴシック</vt:lpstr>
      <vt:lpstr>游ゴシック Medium</vt:lpstr>
      <vt:lpstr>Arial</vt:lpstr>
      <vt:lpstr>Roboto</vt:lpstr>
      <vt:lpstr>Roboto Light</vt:lpstr>
      <vt:lpstr>Segoe UI</vt:lpstr>
      <vt:lpstr>Wingdings</vt:lpstr>
      <vt:lpstr>Office Theme</vt:lpstr>
      <vt:lpstr>ヒト・モノ・資源をつなぐ生産スケジューラ Asprova APS ご紹介資料</vt:lpstr>
      <vt:lpstr>PowerPoint プレゼンテーション</vt:lpstr>
      <vt:lpstr>PowerPoint プレゼンテーション</vt:lpstr>
      <vt:lpstr>はじめに</vt:lpstr>
      <vt:lpstr>NSW会社概要</vt:lpstr>
      <vt:lpstr>PowerPoint プレゼンテーション</vt:lpstr>
      <vt:lpstr>HISTORY（沿革）</vt:lpstr>
      <vt:lpstr>組織図</vt:lpstr>
      <vt:lpstr>NSW 61期組織図</vt:lpstr>
      <vt:lpstr>サービスソリューション事業本部</vt:lpstr>
      <vt:lpstr>PowerPoint プレゼンテーション</vt:lpstr>
      <vt:lpstr>NSWの取り組み（製造業様向け）</vt:lpstr>
      <vt:lpstr>製造業向けソリューション群</vt:lpstr>
      <vt:lpstr>PowerPoint プレゼンテーション</vt:lpstr>
      <vt:lpstr>スマートファクトリー事業領域（２／２）</vt:lpstr>
      <vt:lpstr>データマネジメントソリューション</vt:lpstr>
      <vt:lpstr>製造分野における取り組み</vt:lpstr>
      <vt:lpstr>製造業向け取り組み</vt:lpstr>
      <vt:lpstr>統合運用監視サービス</vt:lpstr>
      <vt:lpstr>PowerPoint プレゼンテーション</vt:lpstr>
      <vt:lpstr>「AsprovaAPS」製品紹介</vt:lpstr>
      <vt:lpstr>調達から生産・配送に至る生産プロセス全体の改善と効率向上</vt:lpstr>
      <vt:lpstr>生産スケジューラ「Asprova APS」とは</vt:lpstr>
      <vt:lpstr>Asprovaの強み</vt:lpstr>
      <vt:lpstr>Asprovaでできること</vt:lpstr>
      <vt:lpstr>Asprova導入による期待効果（例）</vt:lpstr>
      <vt:lpstr>導入事例：食品製造　アリアケジャパン様</vt:lpstr>
      <vt:lpstr>導入事例</vt:lpstr>
      <vt:lpstr>導入業界</vt:lpstr>
      <vt:lpstr>主な機能（画面イメージ）</vt:lpstr>
      <vt:lpstr>高速・多機能なスケジュールエンジン</vt:lpstr>
      <vt:lpstr>ERP-Asprova-MESの連携</vt:lpstr>
      <vt:lpstr>PowerPoint プレゼンテーション</vt:lpstr>
      <vt:lpstr>導入の流れと NSWサポート</vt:lpstr>
      <vt:lpstr>プロトタイピング検証</vt:lpstr>
      <vt:lpstr>Asprova導入支援パターン</vt:lpstr>
      <vt:lpstr>Asprova導入支援（PoCパック）</vt:lpstr>
      <vt:lpstr>Asprova導入支援（PoCパック）</vt:lpstr>
      <vt:lpstr>Asprova導入支援（PoCパック）</vt:lpstr>
      <vt:lpstr>Asprova導入の進め方（案）</vt:lpstr>
      <vt:lpstr>プロジェクト導入推進体制（案）</vt:lpstr>
      <vt:lpstr>運用保守体制について</vt:lpstr>
      <vt:lpstr>豊富な学習メニューをご用意</vt:lpstr>
      <vt:lpstr>豊富な学習メニューをご用意</vt:lpstr>
      <vt:lpstr>ローコード開発・Asprova運用支援ツール TALONについて</vt:lpstr>
      <vt:lpstr>ローコード開発ツール導入イメージ</vt:lpstr>
      <vt:lpstr>スマートファクトリー構想実現イメージ</vt:lpstr>
      <vt:lpstr>TALONの主な特徴</vt:lpstr>
      <vt:lpstr>Asprova運用支援①　スケジューリングデータの共有</vt:lpstr>
      <vt:lpstr>Asprova運用支援②　BI（ビジネスインテリジェントツール）としての活用</vt:lpstr>
      <vt:lpstr>Asprova運用支援③　基幹システムとの連携・データの活用</vt:lpstr>
      <vt:lpstr>「TALON for Asprova」　概要</vt:lpstr>
      <vt:lpstr>「TALON for Asprova」　機能イメージ</vt:lpstr>
      <vt:lpstr>PowerPoint プレゼンテーション</vt:lpstr>
      <vt:lpstr>参考費用</vt:lpstr>
      <vt:lpstr>見積明細</vt:lpstr>
      <vt:lpstr>見積前提条件</vt:lpstr>
      <vt:lpstr>見積前提条件</vt:lpstr>
      <vt:lpstr>お問い合わせ</vt:lpstr>
      <vt:lpstr>PowerPoint プレゼンテーション</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福田　健</dc:creator>
  <cp:lastModifiedBy>福田　健</cp:lastModifiedBy>
  <cp:revision>70</cp:revision>
  <dcterms:created xsi:type="dcterms:W3CDTF">2021-08-27T02:42:35Z</dcterms:created>
  <dcterms:modified xsi:type="dcterms:W3CDTF">2026-04-03T11:53:24Z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0x010100EBEAD06423E93C4D92A1D5665D2044DB</vt:lpwstr>
  </property>
  <property fmtid="{D5CDD505-2E9C-101B-9397-08002B2CF9AE}" pid="3" name="MediaServiceImageTags">
    <vt:lpwstr/>
  </property>
</Properties>
</file>